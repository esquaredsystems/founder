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6"/>
  </p:notesMasterIdLst>
  <p:handoutMasterIdLst>
    <p:handoutMasterId r:id="rId47"/>
  </p:handoutMasterIdLst>
  <p:sldIdLst>
    <p:sldId id="2448" r:id="rId5"/>
    <p:sldId id="2462" r:id="rId6"/>
    <p:sldId id="2512" r:id="rId7"/>
    <p:sldId id="2513" r:id="rId8"/>
    <p:sldId id="2516" r:id="rId9"/>
    <p:sldId id="2528" r:id="rId10"/>
    <p:sldId id="2517" r:id="rId11"/>
    <p:sldId id="2518" r:id="rId12"/>
    <p:sldId id="2520" r:id="rId13"/>
    <p:sldId id="2519" r:id="rId14"/>
    <p:sldId id="2521" r:id="rId15"/>
    <p:sldId id="2522" r:id="rId16"/>
    <p:sldId id="2523" r:id="rId17"/>
    <p:sldId id="2525" r:id="rId18"/>
    <p:sldId id="2526" r:id="rId19"/>
    <p:sldId id="2527" r:id="rId20"/>
    <p:sldId id="2529" r:id="rId21"/>
    <p:sldId id="2530" r:id="rId22"/>
    <p:sldId id="2531" r:id="rId23"/>
    <p:sldId id="2532" r:id="rId24"/>
    <p:sldId id="2533" r:id="rId25"/>
    <p:sldId id="2534" r:id="rId26"/>
    <p:sldId id="2535" r:id="rId27"/>
    <p:sldId id="2536" r:id="rId28"/>
    <p:sldId id="2537" r:id="rId29"/>
    <p:sldId id="2538" r:id="rId30"/>
    <p:sldId id="2539" r:id="rId31"/>
    <p:sldId id="2541" r:id="rId32"/>
    <p:sldId id="2542" r:id="rId33"/>
    <p:sldId id="2544" r:id="rId34"/>
    <p:sldId id="2545" r:id="rId35"/>
    <p:sldId id="2543" r:id="rId36"/>
    <p:sldId id="2552" r:id="rId37"/>
    <p:sldId id="2553" r:id="rId38"/>
    <p:sldId id="2554" r:id="rId39"/>
    <p:sldId id="2555" r:id="rId40"/>
    <p:sldId id="2556" r:id="rId41"/>
    <p:sldId id="2557" r:id="rId42"/>
    <p:sldId id="2547" r:id="rId43"/>
    <p:sldId id="2558" r:id="rId44"/>
    <p:sldId id="2436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A9EC6DC-2EC1-4120-BB9F-606007DB316C}">
          <p14:sldIdLst>
            <p14:sldId id="2448"/>
            <p14:sldId id="2462"/>
            <p14:sldId id="2512"/>
            <p14:sldId id="2513"/>
            <p14:sldId id="2516"/>
          </p14:sldIdLst>
        </p14:section>
        <p14:section name="3 variables" id="{45AD1645-426B-4586-83E1-AAEE7B95FD91}">
          <p14:sldIdLst>
            <p14:sldId id="2528"/>
            <p14:sldId id="2517"/>
            <p14:sldId id="2518"/>
            <p14:sldId id="2520"/>
            <p14:sldId id="2519"/>
            <p14:sldId id="2521"/>
            <p14:sldId id="2522"/>
            <p14:sldId id="2523"/>
            <p14:sldId id="2525"/>
            <p14:sldId id="2526"/>
          </p14:sldIdLst>
        </p14:section>
        <p14:section name="4 variables" id="{18CF1120-0F43-4D8F-8E42-8AA22059E1FB}">
          <p14:sldIdLst>
            <p14:sldId id="2527"/>
            <p14:sldId id="2529"/>
            <p14:sldId id="2530"/>
            <p14:sldId id="2531"/>
            <p14:sldId id="2532"/>
            <p14:sldId id="2533"/>
            <p14:sldId id="2534"/>
            <p14:sldId id="2535"/>
            <p14:sldId id="2536"/>
            <p14:sldId id="2537"/>
            <p14:sldId id="2538"/>
          </p14:sldIdLst>
        </p14:section>
        <p14:section name="5 variables" id="{036BEE88-9971-49DC-9FEF-77EE65283A30}">
          <p14:sldIdLst>
            <p14:sldId id="2539"/>
            <p14:sldId id="2541"/>
            <p14:sldId id="2542"/>
            <p14:sldId id="2544"/>
            <p14:sldId id="2545"/>
            <p14:sldId id="2543"/>
            <p14:sldId id="2552"/>
            <p14:sldId id="2553"/>
            <p14:sldId id="2554"/>
            <p14:sldId id="2555"/>
            <p14:sldId id="2556"/>
            <p14:sldId id="2557"/>
            <p14:sldId id="2547"/>
            <p14:sldId id="2558"/>
            <p14:sldId id="2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A53F52"/>
    <a:srgbClr val="01023B"/>
    <a:srgbClr val="2F334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CC8309-725A-4E89-8A58-327E57842544}" v="4023" dt="2023-03-17T06:24:05.6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73" autoAdjust="0"/>
    <p:restoredTop sz="89150" autoAdjust="0"/>
  </p:normalViewPr>
  <p:slideViewPr>
    <p:cSldViewPr snapToGrid="0">
      <p:cViewPr varScale="1">
        <p:scale>
          <a:sx n="73" d="100"/>
          <a:sy n="73" d="100"/>
        </p:scale>
        <p:origin x="840" y="72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DFFDD5F8-0524-4744-8952-E0C553CC4692}"/>
    <pc:docChg chg="undo redo custSel addSld modSld sldOrd">
      <pc:chgData name="Owais Ahmed" userId="6abc7d4556b3b071" providerId="LiveId" clId="{DFFDD5F8-0524-4744-8952-E0C553CC4692}" dt="2023-03-10T06:38:52.730" v="2063" actId="1076"/>
      <pc:docMkLst>
        <pc:docMk/>
      </pc:docMkLst>
      <pc:sldChg chg="modSp mod">
        <pc:chgData name="Owais Ahmed" userId="6abc7d4556b3b071" providerId="LiveId" clId="{DFFDD5F8-0524-4744-8952-E0C553CC4692}" dt="2023-03-10T06:29:04.796" v="1865" actId="20577"/>
        <pc:sldMkLst>
          <pc:docMk/>
          <pc:sldMk cId="1649098948" sldId="2462"/>
        </pc:sldMkLst>
        <pc:spChg chg="mod">
          <ac:chgData name="Owais Ahmed" userId="6abc7d4556b3b071" providerId="LiveId" clId="{DFFDD5F8-0524-4744-8952-E0C553CC4692}" dt="2023-03-10T06:29:04.796" v="1865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Anim">
        <pc:chgData name="Owais Ahmed" userId="6abc7d4556b3b071" providerId="LiveId" clId="{DFFDD5F8-0524-4744-8952-E0C553CC4692}" dt="2023-03-10T06:01:43.124" v="91" actId="20577"/>
        <pc:sldMkLst>
          <pc:docMk/>
          <pc:sldMk cId="2844888853" sldId="2491"/>
        </pc:sldMkLst>
        <pc:spChg chg="mod">
          <ac:chgData name="Owais Ahmed" userId="6abc7d4556b3b071" providerId="LiveId" clId="{DFFDD5F8-0524-4744-8952-E0C553CC4692}" dt="2023-03-10T06:01:43.124" v="91" actId="20577"/>
          <ac:spMkLst>
            <pc:docMk/>
            <pc:sldMk cId="2844888853" sldId="2491"/>
            <ac:spMk id="3" creationId="{4A1C0383-58FE-E486-295E-B33B8683B938}"/>
          </ac:spMkLst>
        </pc:spChg>
      </pc:sldChg>
      <pc:sldChg chg="modSp add mod modAnim modNotesTx">
        <pc:chgData name="Owais Ahmed" userId="6abc7d4556b3b071" providerId="LiveId" clId="{DFFDD5F8-0524-4744-8952-E0C553CC4692}" dt="2023-03-10T06:14:50.893" v="1212" actId="20577"/>
        <pc:sldMkLst>
          <pc:docMk/>
          <pc:sldMk cId="1466680951" sldId="2492"/>
        </pc:sldMkLst>
        <pc:spChg chg="mod">
          <ac:chgData name="Owais Ahmed" userId="6abc7d4556b3b071" providerId="LiveId" clId="{DFFDD5F8-0524-4744-8952-E0C553CC4692}" dt="2023-03-10T06:14:04.860" v="1037" actId="20577"/>
          <ac:spMkLst>
            <pc:docMk/>
            <pc:sldMk cId="1466680951" sldId="2492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02:03.364" v="125" actId="20577"/>
          <ac:spMkLst>
            <pc:docMk/>
            <pc:sldMk cId="1466680951" sldId="2492"/>
            <ac:spMk id="215" creationId="{00000000-0000-0000-0000-000000000000}"/>
          </ac:spMkLst>
        </pc:spChg>
      </pc:sldChg>
      <pc:sldChg chg="add">
        <pc:chgData name="Owais Ahmed" userId="6abc7d4556b3b071" providerId="LiveId" clId="{DFFDD5F8-0524-4744-8952-E0C553CC4692}" dt="2023-03-10T06:15:35.454" v="1213" actId="2890"/>
        <pc:sldMkLst>
          <pc:docMk/>
          <pc:sldMk cId="791527134" sldId="2493"/>
        </pc:sldMkLst>
      </pc:sldChg>
      <pc:sldChg chg="add">
        <pc:chgData name="Owais Ahmed" userId="6abc7d4556b3b071" providerId="LiveId" clId="{DFFDD5F8-0524-4744-8952-E0C553CC4692}" dt="2023-03-10T06:16:34.807" v="1214" actId="2890"/>
        <pc:sldMkLst>
          <pc:docMk/>
          <pc:sldMk cId="1615339114" sldId="2494"/>
        </pc:sldMkLst>
      </pc:sldChg>
      <pc:sldChg chg="addSp delSp modSp add mod delAnim modAnim">
        <pc:chgData name="Owais Ahmed" userId="6abc7d4556b3b071" providerId="LiveId" clId="{DFFDD5F8-0524-4744-8952-E0C553CC4692}" dt="2023-03-10T06:28:16.919" v="1835" actId="20577"/>
        <pc:sldMkLst>
          <pc:docMk/>
          <pc:sldMk cId="2451653014" sldId="2495"/>
        </pc:sldMkLst>
        <pc:spChg chg="mod">
          <ac:chgData name="Owais Ahmed" userId="6abc7d4556b3b071" providerId="LiveId" clId="{DFFDD5F8-0524-4744-8952-E0C553CC4692}" dt="2023-03-10T06:28:16.919" v="1835" actId="20577"/>
          <ac:spMkLst>
            <pc:docMk/>
            <pc:sldMk cId="2451653014" sldId="2495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18:18.134" v="1316" actId="20577"/>
          <ac:spMkLst>
            <pc:docMk/>
            <pc:sldMk cId="2451653014" sldId="2495"/>
            <ac:spMk id="215" creationId="{00000000-0000-0000-0000-000000000000}"/>
          </ac:spMkLst>
        </pc:spChg>
        <pc:picChg chg="add del mod">
          <ac:chgData name="Owais Ahmed" userId="6abc7d4556b3b071" providerId="LiveId" clId="{DFFDD5F8-0524-4744-8952-E0C553CC4692}" dt="2023-03-10T06:21:47.522" v="1408" actId="478"/>
          <ac:picMkLst>
            <pc:docMk/>
            <pc:sldMk cId="2451653014" sldId="2495"/>
            <ac:picMk id="5" creationId="{98BDDF99-ABDD-4534-A293-2A75F4B1A4A8}"/>
          </ac:picMkLst>
        </pc:picChg>
        <pc:picChg chg="add del mod">
          <ac:chgData name="Owais Ahmed" userId="6abc7d4556b3b071" providerId="LiveId" clId="{DFFDD5F8-0524-4744-8952-E0C553CC4692}" dt="2023-03-10T06:21:47.064" v="1407" actId="478"/>
          <ac:picMkLst>
            <pc:docMk/>
            <pc:sldMk cId="2451653014" sldId="2495"/>
            <ac:picMk id="7" creationId="{81B824FE-2C8B-8D90-1A4C-6FA558B59A67}"/>
          </ac:picMkLst>
        </pc:picChg>
        <pc:picChg chg="add del mod">
          <ac:chgData name="Owais Ahmed" userId="6abc7d4556b3b071" providerId="LiveId" clId="{DFFDD5F8-0524-4744-8952-E0C553CC4692}" dt="2023-03-10T06:24:52.692" v="1592" actId="478"/>
          <ac:picMkLst>
            <pc:docMk/>
            <pc:sldMk cId="2451653014" sldId="2495"/>
            <ac:picMk id="8" creationId="{4D3CD2C2-B7AA-BEF9-74AF-9AB3E7735DC4}"/>
          </ac:picMkLst>
        </pc:picChg>
        <pc:picChg chg="add del mod">
          <ac:chgData name="Owais Ahmed" userId="6abc7d4556b3b071" providerId="LiveId" clId="{DFFDD5F8-0524-4744-8952-E0C553CC4692}" dt="2023-03-10T06:24:53.246" v="1593" actId="478"/>
          <ac:picMkLst>
            <pc:docMk/>
            <pc:sldMk cId="2451653014" sldId="2495"/>
            <ac:picMk id="9" creationId="{D7D62965-2890-149A-A3C3-E761E8821D4F}"/>
          </ac:picMkLst>
        </pc:picChg>
      </pc:sldChg>
      <pc:sldChg chg="modSp add mod">
        <pc:chgData name="Owais Ahmed" userId="6abc7d4556b3b071" providerId="LiveId" clId="{DFFDD5F8-0524-4744-8952-E0C553CC4692}" dt="2023-03-10T06:24:49.608" v="1591" actId="20577"/>
        <pc:sldMkLst>
          <pc:docMk/>
          <pc:sldMk cId="221477371" sldId="2496"/>
        </pc:sldMkLst>
        <pc:spChg chg="mod">
          <ac:chgData name="Owais Ahmed" userId="6abc7d4556b3b071" providerId="LiveId" clId="{DFFDD5F8-0524-4744-8952-E0C553CC4692}" dt="2023-03-10T06:24:49.608" v="1591" actId="20577"/>
          <ac:spMkLst>
            <pc:docMk/>
            <pc:sldMk cId="221477371" sldId="2496"/>
            <ac:spMk id="215" creationId="{00000000-0000-0000-0000-000000000000}"/>
          </ac:spMkLst>
        </pc:spChg>
      </pc:sldChg>
      <pc:sldChg chg="addSp delSp modSp add mod addAnim delAnim modAnim">
        <pc:chgData name="Owais Ahmed" userId="6abc7d4556b3b071" providerId="LiveId" clId="{DFFDD5F8-0524-4744-8952-E0C553CC4692}" dt="2023-03-10T06:35:40.098" v="1975"/>
        <pc:sldMkLst>
          <pc:docMk/>
          <pc:sldMk cId="3157158652" sldId="2497"/>
        </pc:sldMkLst>
        <pc:spChg chg="mod">
          <ac:chgData name="Owais Ahmed" userId="6abc7d4556b3b071" providerId="LiveId" clId="{DFFDD5F8-0524-4744-8952-E0C553CC4692}" dt="2023-03-10T06:33:26.825" v="1957" actId="27636"/>
          <ac:spMkLst>
            <pc:docMk/>
            <pc:sldMk cId="3157158652" sldId="2497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28:25.113" v="1839" actId="20577"/>
          <ac:spMkLst>
            <pc:docMk/>
            <pc:sldMk cId="3157158652" sldId="2497"/>
            <ac:spMk id="215" creationId="{00000000-0000-0000-0000-000000000000}"/>
          </ac:spMkLst>
        </pc:spChg>
        <pc:picChg chg="add mod modCrop">
          <ac:chgData name="Owais Ahmed" userId="6abc7d4556b3b071" providerId="LiveId" clId="{DFFDD5F8-0524-4744-8952-E0C553CC4692}" dt="2023-03-10T06:34:00.188" v="1962" actId="1076"/>
          <ac:picMkLst>
            <pc:docMk/>
            <pc:sldMk cId="3157158652" sldId="2497"/>
            <ac:picMk id="4" creationId="{B2C1F04B-6954-B41E-AF02-A1B6CD1C53C5}"/>
          </ac:picMkLst>
        </pc:picChg>
        <pc:picChg chg="add mod modCrop">
          <ac:chgData name="Owais Ahmed" userId="6abc7d4556b3b071" providerId="LiveId" clId="{DFFDD5F8-0524-4744-8952-E0C553CC4692}" dt="2023-03-10T06:35:34.721" v="1973" actId="1076"/>
          <ac:picMkLst>
            <pc:docMk/>
            <pc:sldMk cId="3157158652" sldId="2497"/>
            <ac:picMk id="5" creationId="{3A39E24F-CAA5-D524-E64E-724D99FEF285}"/>
          </ac:picMkLst>
        </pc:picChg>
        <pc:picChg chg="del">
          <ac:chgData name="Owais Ahmed" userId="6abc7d4556b3b071" providerId="LiveId" clId="{DFFDD5F8-0524-4744-8952-E0C553CC4692}" dt="2023-03-10T06:33:13.190" v="1950" actId="478"/>
          <ac:picMkLst>
            <pc:docMk/>
            <pc:sldMk cId="3157158652" sldId="2497"/>
            <ac:picMk id="8" creationId="{4D3CD2C2-B7AA-BEF9-74AF-9AB3E7735DC4}"/>
          </ac:picMkLst>
        </pc:picChg>
        <pc:picChg chg="del">
          <ac:chgData name="Owais Ahmed" userId="6abc7d4556b3b071" providerId="LiveId" clId="{DFFDD5F8-0524-4744-8952-E0C553CC4692}" dt="2023-03-10T06:33:13.822" v="1951" actId="478"/>
          <ac:picMkLst>
            <pc:docMk/>
            <pc:sldMk cId="3157158652" sldId="2497"/>
            <ac:picMk id="9" creationId="{D7D62965-2890-149A-A3C3-E761E8821D4F}"/>
          </ac:picMkLst>
        </pc:picChg>
      </pc:sldChg>
      <pc:sldChg chg="addSp delSp modSp add mod delAnim modAnim">
        <pc:chgData name="Owais Ahmed" userId="6abc7d4556b3b071" providerId="LiveId" clId="{DFFDD5F8-0524-4744-8952-E0C553CC4692}" dt="2023-03-10T06:36:15.667" v="2013" actId="20577"/>
        <pc:sldMkLst>
          <pc:docMk/>
          <pc:sldMk cId="246758894" sldId="2498"/>
        </pc:sldMkLst>
        <pc:spChg chg="del mod">
          <ac:chgData name="Owais Ahmed" userId="6abc7d4556b3b071" providerId="LiveId" clId="{DFFDD5F8-0524-4744-8952-E0C553CC4692}" dt="2023-03-10T06:36:05.900" v="1997" actId="478"/>
          <ac:spMkLst>
            <pc:docMk/>
            <pc:sldMk cId="246758894" sldId="2498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36:15.667" v="2013" actId="20577"/>
          <ac:spMkLst>
            <pc:docMk/>
            <pc:sldMk cId="246758894" sldId="2498"/>
            <ac:spMk id="215" creationId="{00000000-0000-0000-0000-000000000000}"/>
          </ac:spMkLst>
        </pc:spChg>
        <pc:picChg chg="del">
          <ac:chgData name="Owais Ahmed" userId="6abc7d4556b3b071" providerId="LiveId" clId="{DFFDD5F8-0524-4744-8952-E0C553CC4692}" dt="2023-03-10T06:36:00.507" v="1994" actId="478"/>
          <ac:picMkLst>
            <pc:docMk/>
            <pc:sldMk cId="246758894" sldId="2498"/>
            <ac:picMk id="4" creationId="{B2C1F04B-6954-B41E-AF02-A1B6CD1C53C5}"/>
          </ac:picMkLst>
        </pc:picChg>
        <pc:picChg chg="del">
          <ac:chgData name="Owais Ahmed" userId="6abc7d4556b3b071" providerId="LiveId" clId="{DFFDD5F8-0524-4744-8952-E0C553CC4692}" dt="2023-03-10T06:35:59.829" v="1993" actId="478"/>
          <ac:picMkLst>
            <pc:docMk/>
            <pc:sldMk cId="246758894" sldId="2498"/>
            <ac:picMk id="5" creationId="{3A39E24F-CAA5-D524-E64E-724D99FEF285}"/>
          </ac:picMkLst>
        </pc:picChg>
        <pc:picChg chg="add mod">
          <ac:chgData name="Owais Ahmed" userId="6abc7d4556b3b071" providerId="LiveId" clId="{DFFDD5F8-0524-4744-8952-E0C553CC4692}" dt="2023-03-10T06:36:12.793" v="2000" actId="1076"/>
          <ac:picMkLst>
            <pc:docMk/>
            <pc:sldMk cId="246758894" sldId="2498"/>
            <ac:picMk id="6" creationId="{C7F026FB-6743-AA5E-97C3-2351693D4891}"/>
          </ac:picMkLst>
        </pc:picChg>
      </pc:sldChg>
      <pc:sldChg chg="addSp delSp modSp add mod ord delAnim modAnim">
        <pc:chgData name="Owais Ahmed" userId="6abc7d4556b3b071" providerId="LiveId" clId="{DFFDD5F8-0524-4744-8952-E0C553CC4692}" dt="2023-03-10T06:38:25.184" v="2052"/>
        <pc:sldMkLst>
          <pc:docMk/>
          <pc:sldMk cId="1392206186" sldId="2499"/>
        </pc:sldMkLst>
        <pc:spChg chg="mod">
          <ac:chgData name="Owais Ahmed" userId="6abc7d4556b3b071" providerId="LiveId" clId="{DFFDD5F8-0524-4744-8952-E0C553CC4692}" dt="2023-03-10T06:36:47.659" v="2031" actId="20577"/>
          <ac:spMkLst>
            <pc:docMk/>
            <pc:sldMk cId="1392206186" sldId="2499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36:33.415" v="2018" actId="20577"/>
          <ac:spMkLst>
            <pc:docMk/>
            <pc:sldMk cId="1392206186" sldId="2499"/>
            <ac:spMk id="215" creationId="{00000000-0000-0000-0000-000000000000}"/>
          </ac:spMkLst>
        </pc:spChg>
        <pc:picChg chg="del">
          <ac:chgData name="Owais Ahmed" userId="6abc7d4556b3b071" providerId="LiveId" clId="{DFFDD5F8-0524-4744-8952-E0C553CC4692}" dt="2023-03-10T06:36:58.696" v="2033" actId="478"/>
          <ac:picMkLst>
            <pc:docMk/>
            <pc:sldMk cId="1392206186" sldId="2499"/>
            <ac:picMk id="4" creationId="{B2C1F04B-6954-B41E-AF02-A1B6CD1C53C5}"/>
          </ac:picMkLst>
        </pc:picChg>
        <pc:picChg chg="del">
          <ac:chgData name="Owais Ahmed" userId="6abc7d4556b3b071" providerId="LiveId" clId="{DFFDD5F8-0524-4744-8952-E0C553CC4692}" dt="2023-03-10T06:36:57.793" v="2032" actId="478"/>
          <ac:picMkLst>
            <pc:docMk/>
            <pc:sldMk cId="1392206186" sldId="2499"/>
            <ac:picMk id="5" creationId="{3A39E24F-CAA5-D524-E64E-724D99FEF285}"/>
          </ac:picMkLst>
        </pc:picChg>
        <pc:picChg chg="add mod modCrop">
          <ac:chgData name="Owais Ahmed" userId="6abc7d4556b3b071" providerId="LiveId" clId="{DFFDD5F8-0524-4744-8952-E0C553CC4692}" dt="2023-03-10T06:37:33.408" v="2040" actId="1076"/>
          <ac:picMkLst>
            <pc:docMk/>
            <pc:sldMk cId="1392206186" sldId="2499"/>
            <ac:picMk id="6" creationId="{B9A09B40-E524-5765-2561-E1D7F3D63CA9}"/>
          </ac:picMkLst>
        </pc:picChg>
        <pc:picChg chg="add mod modCrop">
          <ac:chgData name="Owais Ahmed" userId="6abc7d4556b3b071" providerId="LiveId" clId="{DFFDD5F8-0524-4744-8952-E0C553CC4692}" dt="2023-03-10T06:38:20.434" v="2050" actId="1076"/>
          <ac:picMkLst>
            <pc:docMk/>
            <pc:sldMk cId="1392206186" sldId="2499"/>
            <ac:picMk id="7" creationId="{F54EFA5F-33CE-2D86-9AFB-33A113453FAB}"/>
          </ac:picMkLst>
        </pc:picChg>
      </pc:sldChg>
      <pc:sldChg chg="addSp delSp modSp add mod ord">
        <pc:chgData name="Owais Ahmed" userId="6abc7d4556b3b071" providerId="LiveId" clId="{DFFDD5F8-0524-4744-8952-E0C553CC4692}" dt="2023-03-10T06:38:52.730" v="2063" actId="1076"/>
        <pc:sldMkLst>
          <pc:docMk/>
          <pc:sldMk cId="1565563056" sldId="2500"/>
        </pc:sldMkLst>
        <pc:spChg chg="mod">
          <ac:chgData name="Owais Ahmed" userId="6abc7d4556b3b071" providerId="LiveId" clId="{DFFDD5F8-0524-4744-8952-E0C553CC4692}" dt="2023-03-10T06:38:37.803" v="2057" actId="20577"/>
          <ac:spMkLst>
            <pc:docMk/>
            <pc:sldMk cId="1565563056" sldId="2500"/>
            <ac:spMk id="215" creationId="{00000000-0000-0000-0000-000000000000}"/>
          </ac:spMkLst>
        </pc:spChg>
        <pc:picChg chg="add mod modCrop">
          <ac:chgData name="Owais Ahmed" userId="6abc7d4556b3b071" providerId="LiveId" clId="{DFFDD5F8-0524-4744-8952-E0C553CC4692}" dt="2023-03-10T06:38:52.730" v="2063" actId="1076"/>
          <ac:picMkLst>
            <pc:docMk/>
            <pc:sldMk cId="1565563056" sldId="2500"/>
            <ac:picMk id="3" creationId="{67F8AB5C-4DBA-D7F6-342F-EFC8DC5DCF7B}"/>
          </ac:picMkLst>
        </pc:picChg>
        <pc:picChg chg="del">
          <ac:chgData name="Owais Ahmed" userId="6abc7d4556b3b071" providerId="LiveId" clId="{DFFDD5F8-0524-4744-8952-E0C553CC4692}" dt="2023-03-10T06:38:39.481" v="2058" actId="478"/>
          <ac:picMkLst>
            <pc:docMk/>
            <pc:sldMk cId="1565563056" sldId="2500"/>
            <ac:picMk id="6" creationId="{C7F026FB-6743-AA5E-97C3-2351693D4891}"/>
          </ac:picMkLst>
        </pc:picChg>
      </pc:sldChg>
    </pc:docChg>
  </pc:docChgLst>
  <pc:docChgLst>
    <pc:chgData name="Owais Ahmed" userId="6abc7d4556b3b071" providerId="LiveId" clId="{85A129D3-1BA4-4A63-924B-7772A7960428}"/>
    <pc:docChg chg="undo custSel delSld modSld">
      <pc:chgData name="Owais Ahmed" userId="6abc7d4556b3b071" providerId="LiveId" clId="{85A129D3-1BA4-4A63-924B-7772A7960428}" dt="2023-03-02T04:26:09.378" v="409" actId="47"/>
      <pc:docMkLst>
        <pc:docMk/>
      </pc:docMkLst>
      <pc:sldChg chg="modSp mod">
        <pc:chgData name="Owais Ahmed" userId="6abc7d4556b3b071" providerId="LiveId" clId="{85A129D3-1BA4-4A63-924B-7772A7960428}" dt="2023-03-02T04:05:28.784" v="22" actId="20577"/>
        <pc:sldMkLst>
          <pc:docMk/>
          <pc:sldMk cId="3927832306" sldId="2448"/>
        </pc:sldMkLst>
        <pc:spChg chg="mod">
          <ac:chgData name="Owais Ahmed" userId="6abc7d4556b3b071" providerId="LiveId" clId="{85A129D3-1BA4-4A63-924B-7772A7960428}" dt="2023-03-02T04:05:28.784" v="22" actId="20577"/>
          <ac:spMkLst>
            <pc:docMk/>
            <pc:sldMk cId="3927832306" sldId="2448"/>
            <ac:spMk id="9" creationId="{79DC1498-E692-42BA-B69F-6D37E6CFACA0}"/>
          </ac:spMkLst>
        </pc:spChg>
      </pc:sldChg>
      <pc:sldChg chg="modSp mod">
        <pc:chgData name="Owais Ahmed" userId="6abc7d4556b3b071" providerId="LiveId" clId="{85A129D3-1BA4-4A63-924B-7772A7960428}" dt="2023-03-02T04:05:48.052" v="25" actId="20577"/>
        <pc:sldMkLst>
          <pc:docMk/>
          <pc:sldMk cId="1649098948" sldId="2462"/>
        </pc:sldMkLst>
        <pc:spChg chg="mod">
          <ac:chgData name="Owais Ahmed" userId="6abc7d4556b3b071" providerId="LiveId" clId="{85A129D3-1BA4-4A63-924B-7772A7960428}" dt="2023-03-02T04:05:48.052" v="25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NotesTx">
        <pc:chgData name="Owais Ahmed" userId="6abc7d4556b3b071" providerId="LiveId" clId="{85A129D3-1BA4-4A63-924B-7772A7960428}" dt="2023-03-02T04:09:29.587" v="112"/>
        <pc:sldMkLst>
          <pc:docMk/>
          <pc:sldMk cId="641030253" sldId="2479"/>
        </pc:sldMkLst>
        <pc:spChg chg="mod">
          <ac:chgData name="Owais Ahmed" userId="6abc7d4556b3b071" providerId="LiveId" clId="{85A129D3-1BA4-4A63-924B-7772A7960428}" dt="2023-03-02T04:06:14.352" v="51" actId="20577"/>
          <ac:spMkLst>
            <pc:docMk/>
            <pc:sldMk cId="641030253" sldId="2479"/>
            <ac:spMk id="3" creationId="{4A1C0383-58FE-E486-295E-B33B8683B938}"/>
          </ac:spMkLst>
        </pc:spChg>
      </pc:sldChg>
      <pc:sldChg chg="modSp mod modAnim">
        <pc:chgData name="Owais Ahmed" userId="6abc7d4556b3b071" providerId="LiveId" clId="{85A129D3-1BA4-4A63-924B-7772A7960428}" dt="2023-03-02T04:20:49.483" v="340" actId="255"/>
        <pc:sldMkLst>
          <pc:docMk/>
          <pc:sldMk cId="2426892836" sldId="2485"/>
        </pc:sldMkLst>
        <pc:spChg chg="mod">
          <ac:chgData name="Owais Ahmed" userId="6abc7d4556b3b071" providerId="LiveId" clId="{85A129D3-1BA4-4A63-924B-7772A7960428}" dt="2023-03-02T04:20:49.483" v="340" actId="255"/>
          <ac:spMkLst>
            <pc:docMk/>
            <pc:sldMk cId="2426892836" sldId="2485"/>
            <ac:spMk id="3" creationId="{4A1C0383-58FE-E486-295E-B33B8683B938}"/>
          </ac:spMkLst>
        </pc:spChg>
      </pc:sldChg>
      <pc:sldChg chg="modSp mod modAnim modNotesTx">
        <pc:chgData name="Owais Ahmed" userId="6abc7d4556b3b071" providerId="LiveId" clId="{85A129D3-1BA4-4A63-924B-7772A7960428}" dt="2023-03-02T04:09:44.680" v="114"/>
        <pc:sldMkLst>
          <pc:docMk/>
          <pc:sldMk cId="3132224988" sldId="2486"/>
        </pc:sldMkLst>
        <pc:spChg chg="mod">
          <ac:chgData name="Owais Ahmed" userId="6abc7d4556b3b071" providerId="LiveId" clId="{85A129D3-1BA4-4A63-924B-7772A7960428}" dt="2023-03-02T04:06:46.928" v="67" actId="20577"/>
          <ac:spMkLst>
            <pc:docMk/>
            <pc:sldMk cId="3132224988" sldId="2486"/>
            <ac:spMk id="3" creationId="{4A1C0383-58FE-E486-295E-B33B8683B938}"/>
          </ac:spMkLst>
        </pc:spChg>
      </pc:sldChg>
      <pc:sldChg chg="del">
        <pc:chgData name="Owais Ahmed" userId="6abc7d4556b3b071" providerId="LiveId" clId="{85A129D3-1BA4-4A63-924B-7772A7960428}" dt="2023-03-02T04:13:21.793" v="126" actId="47"/>
        <pc:sldMkLst>
          <pc:docMk/>
          <pc:sldMk cId="2805003587" sldId="2487"/>
        </pc:sldMkLst>
      </pc:sldChg>
      <pc:sldChg chg="modSp modAnim modNotesTx">
        <pc:chgData name="Owais Ahmed" userId="6abc7d4556b3b071" providerId="LiveId" clId="{85A129D3-1BA4-4A63-924B-7772A7960428}" dt="2023-03-02T04:10:00.993" v="125" actId="20577"/>
        <pc:sldMkLst>
          <pc:docMk/>
          <pc:sldMk cId="918376006" sldId="2488"/>
        </pc:sldMkLst>
        <pc:spChg chg="mod">
          <ac:chgData name="Owais Ahmed" userId="6abc7d4556b3b071" providerId="LiveId" clId="{85A129D3-1BA4-4A63-924B-7772A7960428}" dt="2023-03-02T04:10:00.993" v="125" actId="20577"/>
          <ac:spMkLst>
            <pc:docMk/>
            <pc:sldMk cId="918376006" sldId="2488"/>
            <ac:spMk id="3" creationId="{4A1C0383-58FE-E486-295E-B33B8683B938}"/>
          </ac:spMkLst>
        </pc:spChg>
      </pc:sldChg>
      <pc:sldChg chg="modSp modAnim">
        <pc:chgData name="Owais Ahmed" userId="6abc7d4556b3b071" providerId="LiveId" clId="{85A129D3-1BA4-4A63-924B-7772A7960428}" dt="2023-03-02T04:24:07.947" v="358" actId="20577"/>
        <pc:sldMkLst>
          <pc:docMk/>
          <pc:sldMk cId="3454217637" sldId="2489"/>
        </pc:sldMkLst>
        <pc:spChg chg="mod">
          <ac:chgData name="Owais Ahmed" userId="6abc7d4556b3b071" providerId="LiveId" clId="{85A129D3-1BA4-4A63-924B-7772A7960428}" dt="2023-03-02T04:24:07.947" v="358" actId="20577"/>
          <ac:spMkLst>
            <pc:docMk/>
            <pc:sldMk cId="3454217637" sldId="2489"/>
            <ac:spMk id="3" creationId="{4A1C0383-58FE-E486-295E-B33B8683B938}"/>
          </ac:spMkLst>
        </pc:spChg>
      </pc:sldChg>
      <pc:sldChg chg="modSp modAnim modNotesTx">
        <pc:chgData name="Owais Ahmed" userId="6abc7d4556b3b071" providerId="LiveId" clId="{85A129D3-1BA4-4A63-924B-7772A7960428}" dt="2023-03-02T04:25:33.968" v="395" actId="20577"/>
        <pc:sldMkLst>
          <pc:docMk/>
          <pc:sldMk cId="3828703945" sldId="2490"/>
        </pc:sldMkLst>
        <pc:spChg chg="mod">
          <ac:chgData name="Owais Ahmed" userId="6abc7d4556b3b071" providerId="LiveId" clId="{85A129D3-1BA4-4A63-924B-7772A7960428}" dt="2023-03-02T04:24:50.592" v="382" actId="6549"/>
          <ac:spMkLst>
            <pc:docMk/>
            <pc:sldMk cId="3828703945" sldId="2490"/>
            <ac:spMk id="3" creationId="{4A1C0383-58FE-E486-295E-B33B8683B938}"/>
          </ac:spMkLst>
        </pc:spChg>
      </pc:sldChg>
      <pc:sldChg chg="modSp modAnim">
        <pc:chgData name="Owais Ahmed" userId="6abc7d4556b3b071" providerId="LiveId" clId="{85A129D3-1BA4-4A63-924B-7772A7960428}" dt="2023-03-02T04:26:05.613" v="408" actId="6549"/>
        <pc:sldMkLst>
          <pc:docMk/>
          <pc:sldMk cId="1696537967" sldId="2491"/>
        </pc:sldMkLst>
        <pc:spChg chg="mod">
          <ac:chgData name="Owais Ahmed" userId="6abc7d4556b3b071" providerId="LiveId" clId="{85A129D3-1BA4-4A63-924B-7772A7960428}" dt="2023-03-02T04:26:05.613" v="408" actId="6549"/>
          <ac:spMkLst>
            <pc:docMk/>
            <pc:sldMk cId="1696537967" sldId="2491"/>
            <ac:spMk id="3" creationId="{4A1C0383-58FE-E486-295E-B33B8683B938}"/>
          </ac:spMkLst>
        </pc:spChg>
      </pc:sldChg>
      <pc:sldChg chg="del">
        <pc:chgData name="Owais Ahmed" userId="6abc7d4556b3b071" providerId="LiveId" clId="{85A129D3-1BA4-4A63-924B-7772A7960428}" dt="2023-03-02T04:26:09.378" v="409" actId="47"/>
        <pc:sldMkLst>
          <pc:docMk/>
          <pc:sldMk cId="2509892412" sldId="2492"/>
        </pc:sldMkLst>
      </pc:sldChg>
    </pc:docChg>
  </pc:docChgLst>
  <pc:docChgLst>
    <pc:chgData name="Owais Ahmed" userId="6abc7d4556b3b071" providerId="LiveId" clId="{C6795B63-7D89-4AA1-88EA-80EA7C4E130A}"/>
    <pc:docChg chg="undo custSel addSld delSld modSld sldOrd">
      <pc:chgData name="Owais Ahmed" userId="6abc7d4556b3b071" providerId="LiveId" clId="{C6795B63-7D89-4AA1-88EA-80EA7C4E130A}" dt="2023-03-11T05:17:00.705" v="1042" actId="20577"/>
      <pc:docMkLst>
        <pc:docMk/>
      </pc:docMkLst>
      <pc:sldChg chg="modSp">
        <pc:chgData name="Owais Ahmed" userId="6abc7d4556b3b071" providerId="LiveId" clId="{C6795B63-7D89-4AA1-88EA-80EA7C4E130A}" dt="2023-03-11T03:11:21.561" v="25" actId="6549"/>
        <pc:sldMkLst>
          <pc:docMk/>
          <pc:sldMk cId="3995319414" sldId="2482"/>
        </pc:sldMkLst>
        <pc:spChg chg="mod">
          <ac:chgData name="Owais Ahmed" userId="6abc7d4556b3b071" providerId="LiveId" clId="{C6795B63-7D89-4AA1-88EA-80EA7C4E130A}" dt="2023-03-11T03:11:21.561" v="25" actId="6549"/>
          <ac:spMkLst>
            <pc:docMk/>
            <pc:sldMk cId="3995319414" sldId="2482"/>
            <ac:spMk id="3" creationId="{4A1C0383-58FE-E486-295E-B33B8683B938}"/>
          </ac:spMkLst>
        </pc:spChg>
      </pc:sldChg>
      <pc:sldChg chg="modAnim">
        <pc:chgData name="Owais Ahmed" userId="6abc7d4556b3b071" providerId="LiveId" clId="{C6795B63-7D89-4AA1-88EA-80EA7C4E130A}" dt="2023-03-11T03:46:50.583" v="822"/>
        <pc:sldMkLst>
          <pc:docMk/>
          <pc:sldMk cId="1323242083" sldId="2487"/>
        </pc:sldMkLst>
      </pc:sldChg>
      <pc:sldChg chg="del modNotesTx">
        <pc:chgData name="Owais Ahmed" userId="6abc7d4556b3b071" providerId="LiveId" clId="{C6795B63-7D89-4AA1-88EA-80EA7C4E130A}" dt="2023-03-11T03:36:15.903" v="519" actId="47"/>
        <pc:sldMkLst>
          <pc:docMk/>
          <pc:sldMk cId="791527134" sldId="2493"/>
        </pc:sldMkLst>
      </pc:sldChg>
      <pc:sldChg chg="del modNotesTx">
        <pc:chgData name="Owais Ahmed" userId="6abc7d4556b3b071" providerId="LiveId" clId="{C6795B63-7D89-4AA1-88EA-80EA7C4E130A}" dt="2023-03-11T03:36:17" v="520" actId="47"/>
        <pc:sldMkLst>
          <pc:docMk/>
          <pc:sldMk cId="1615339114" sldId="2494"/>
        </pc:sldMkLst>
      </pc:sldChg>
      <pc:sldChg chg="modNotesTx">
        <pc:chgData name="Owais Ahmed" userId="6abc7d4556b3b071" providerId="LiveId" clId="{C6795B63-7D89-4AA1-88EA-80EA7C4E130A}" dt="2023-03-11T03:36:22.780" v="521" actId="6549"/>
        <pc:sldMkLst>
          <pc:docMk/>
          <pc:sldMk cId="2451653014" sldId="2495"/>
        </pc:sldMkLst>
      </pc:sldChg>
      <pc:sldChg chg="modNotesTx">
        <pc:chgData name="Owais Ahmed" userId="6abc7d4556b3b071" providerId="LiveId" clId="{C6795B63-7D89-4AA1-88EA-80EA7C4E130A}" dt="2023-03-11T03:36:30.914" v="522" actId="6549"/>
        <pc:sldMkLst>
          <pc:docMk/>
          <pc:sldMk cId="221477371" sldId="2496"/>
        </pc:sldMkLst>
      </pc:sldChg>
      <pc:sldChg chg="modNotesTx">
        <pc:chgData name="Owais Ahmed" userId="6abc7d4556b3b071" providerId="LiveId" clId="{C6795B63-7D89-4AA1-88EA-80EA7C4E130A}" dt="2023-03-11T03:36:34.045" v="523" actId="6549"/>
        <pc:sldMkLst>
          <pc:docMk/>
          <pc:sldMk cId="3157158652" sldId="2497"/>
        </pc:sldMkLst>
      </pc:sldChg>
      <pc:sldChg chg="modNotesTx">
        <pc:chgData name="Owais Ahmed" userId="6abc7d4556b3b071" providerId="LiveId" clId="{C6795B63-7D89-4AA1-88EA-80EA7C4E130A}" dt="2023-03-11T03:36:37.497" v="524" actId="6549"/>
        <pc:sldMkLst>
          <pc:docMk/>
          <pc:sldMk cId="246758894" sldId="2498"/>
        </pc:sldMkLst>
      </pc:sldChg>
      <pc:sldChg chg="addSp delSp modSp mod addAnim delAnim modNotesTx">
        <pc:chgData name="Owais Ahmed" userId="6abc7d4556b3b071" providerId="LiveId" clId="{C6795B63-7D89-4AA1-88EA-80EA7C4E130A}" dt="2023-03-11T03:36:41.102" v="525" actId="6549"/>
        <pc:sldMkLst>
          <pc:docMk/>
          <pc:sldMk cId="1392206186" sldId="2499"/>
        </pc:sldMkLst>
        <pc:spChg chg="mod">
          <ac:chgData name="Owais Ahmed" userId="6abc7d4556b3b071" providerId="LiveId" clId="{C6795B63-7D89-4AA1-88EA-80EA7C4E130A}" dt="2023-03-11T03:10:59.241" v="22" actId="20577"/>
          <ac:spMkLst>
            <pc:docMk/>
            <pc:sldMk cId="1392206186" sldId="2499"/>
            <ac:spMk id="3" creationId="{4A1C0383-58FE-E486-295E-B33B8683B938}"/>
          </ac:spMkLst>
        </pc:spChg>
        <pc:picChg chg="add del mod">
          <ac:chgData name="Owais Ahmed" userId="6abc7d4556b3b071" providerId="LiveId" clId="{C6795B63-7D89-4AA1-88EA-80EA7C4E130A}" dt="2023-03-11T03:11:06.638" v="24" actId="478"/>
          <ac:picMkLst>
            <pc:docMk/>
            <pc:sldMk cId="1392206186" sldId="2499"/>
            <ac:picMk id="7" creationId="{F54EFA5F-33CE-2D86-9AFB-33A113453FAB}"/>
          </ac:picMkLst>
        </pc:picChg>
      </pc:sldChg>
      <pc:sldChg chg="modNotesTx">
        <pc:chgData name="Owais Ahmed" userId="6abc7d4556b3b071" providerId="LiveId" clId="{C6795B63-7D89-4AA1-88EA-80EA7C4E130A}" dt="2023-03-11T03:36:56.103" v="526" actId="20577"/>
        <pc:sldMkLst>
          <pc:docMk/>
          <pc:sldMk cId="1565563056" sldId="2500"/>
        </pc:sldMkLst>
      </pc:sldChg>
      <pc:sldChg chg="addSp delSp modSp add mod ord delAnim modAnim modNotesTx">
        <pc:chgData name="Owais Ahmed" userId="6abc7d4556b3b071" providerId="LiveId" clId="{C6795B63-7D89-4AA1-88EA-80EA7C4E130A}" dt="2023-03-11T03:51:20.838" v="868" actId="20577"/>
        <pc:sldMkLst>
          <pc:docMk/>
          <pc:sldMk cId="1703006424" sldId="2501"/>
        </pc:sldMkLst>
        <pc:spChg chg="mod">
          <ac:chgData name="Owais Ahmed" userId="6abc7d4556b3b071" providerId="LiveId" clId="{C6795B63-7D89-4AA1-88EA-80EA7C4E130A}" dt="2023-03-11T03:41:18.012" v="742" actId="27636"/>
          <ac:spMkLst>
            <pc:docMk/>
            <pc:sldMk cId="1703006424" sldId="2501"/>
            <ac:spMk id="3" creationId="{4A1C0383-58FE-E486-295E-B33B8683B938}"/>
          </ac:spMkLst>
        </pc:spChg>
        <pc:spChg chg="mod">
          <ac:chgData name="Owais Ahmed" userId="6abc7d4556b3b071" providerId="LiveId" clId="{C6795B63-7D89-4AA1-88EA-80EA7C4E130A}" dt="2023-03-11T03:10:24.220" v="6" actId="20577"/>
          <ac:spMkLst>
            <pc:docMk/>
            <pc:sldMk cId="1703006424" sldId="2501"/>
            <ac:spMk id="215" creationId="{00000000-0000-0000-0000-000000000000}"/>
          </ac:spMkLst>
        </pc:spChg>
        <pc:picChg chg="add mod ord modCrop">
          <ac:chgData name="Owais Ahmed" userId="6abc7d4556b3b071" providerId="LiveId" clId="{C6795B63-7D89-4AA1-88EA-80EA7C4E130A}" dt="2023-03-11T03:43:01.004" v="761" actId="1076"/>
          <ac:picMkLst>
            <pc:docMk/>
            <pc:sldMk cId="1703006424" sldId="2501"/>
            <ac:picMk id="4" creationId="{4D6C3ACA-F578-1BF0-E95F-10A8531DA0CD}"/>
          </ac:picMkLst>
        </pc:picChg>
        <pc:picChg chg="add del mod ord modCrop">
          <ac:chgData name="Owais Ahmed" userId="6abc7d4556b3b071" providerId="LiveId" clId="{C6795B63-7D89-4AA1-88EA-80EA7C4E130A}" dt="2023-03-11T03:42:46.265" v="758" actId="21"/>
          <ac:picMkLst>
            <pc:docMk/>
            <pc:sldMk cId="1703006424" sldId="2501"/>
            <ac:picMk id="5" creationId="{FC2D7326-001A-9A6A-95B1-51161A7FF65E}"/>
          </ac:picMkLst>
        </pc:picChg>
        <pc:picChg chg="del">
          <ac:chgData name="Owais Ahmed" userId="6abc7d4556b3b071" providerId="LiveId" clId="{C6795B63-7D89-4AA1-88EA-80EA7C4E130A}" dt="2023-03-11T03:10:28.395" v="8" actId="478"/>
          <ac:picMkLst>
            <pc:docMk/>
            <pc:sldMk cId="1703006424" sldId="2501"/>
            <ac:picMk id="6" creationId="{B9A09B40-E524-5765-2561-E1D7F3D63CA9}"/>
          </ac:picMkLst>
        </pc:picChg>
        <pc:picChg chg="del">
          <ac:chgData name="Owais Ahmed" userId="6abc7d4556b3b071" providerId="LiveId" clId="{C6795B63-7D89-4AA1-88EA-80EA7C4E130A}" dt="2023-03-11T03:10:27.613" v="7" actId="478"/>
          <ac:picMkLst>
            <pc:docMk/>
            <pc:sldMk cId="1703006424" sldId="2501"/>
            <ac:picMk id="7" creationId="{F54EFA5F-33CE-2D86-9AFB-33A113453FAB}"/>
          </ac:picMkLst>
        </pc:picChg>
        <pc:picChg chg="add mod">
          <ac:chgData name="Owais Ahmed" userId="6abc7d4556b3b071" providerId="LiveId" clId="{C6795B63-7D89-4AA1-88EA-80EA7C4E130A}" dt="2023-03-11T03:43:04.955" v="762"/>
          <ac:picMkLst>
            <pc:docMk/>
            <pc:sldMk cId="1703006424" sldId="2501"/>
            <ac:picMk id="8" creationId="{242D8EB5-27C5-3873-B5AF-04E4452AECCB}"/>
          </ac:picMkLst>
        </pc:picChg>
      </pc:sldChg>
      <pc:sldChg chg="addSp delSp modSp add mod modAnim modNotesTx">
        <pc:chgData name="Owais Ahmed" userId="6abc7d4556b3b071" providerId="LiveId" clId="{C6795B63-7D89-4AA1-88EA-80EA7C4E130A}" dt="2023-03-11T05:17:00.705" v="1042" actId="20577"/>
        <pc:sldMkLst>
          <pc:docMk/>
          <pc:sldMk cId="2459176591" sldId="2502"/>
        </pc:sldMkLst>
        <pc:spChg chg="mod">
          <ac:chgData name="Owais Ahmed" userId="6abc7d4556b3b071" providerId="LiveId" clId="{C6795B63-7D89-4AA1-88EA-80EA7C4E130A}" dt="2023-03-11T03:48:10.874" v="826" actId="20577"/>
          <ac:spMkLst>
            <pc:docMk/>
            <pc:sldMk cId="2459176591" sldId="2502"/>
            <ac:spMk id="3" creationId="{4A1C0383-58FE-E486-295E-B33B8683B938}"/>
          </ac:spMkLst>
        </pc:spChg>
        <pc:spChg chg="add del">
          <ac:chgData name="Owais Ahmed" userId="6abc7d4556b3b071" providerId="LiveId" clId="{C6795B63-7D89-4AA1-88EA-80EA7C4E130A}" dt="2023-03-11T03:33:12.073" v="411"/>
          <ac:spMkLst>
            <pc:docMk/>
            <pc:sldMk cId="2459176591" sldId="2502"/>
            <ac:spMk id="4" creationId="{C1ABDDFB-D4DB-2095-E121-D1664E8D709C}"/>
          </ac:spMkLst>
        </pc:spChg>
        <pc:spChg chg="mod">
          <ac:chgData name="Owais Ahmed" userId="6abc7d4556b3b071" providerId="LiveId" clId="{C6795B63-7D89-4AA1-88EA-80EA7C4E130A}" dt="2023-03-11T03:14:56.770" v="76" actId="20577"/>
          <ac:spMkLst>
            <pc:docMk/>
            <pc:sldMk cId="2459176591" sldId="2502"/>
            <ac:spMk id="215" creationId="{00000000-0000-0000-0000-000000000000}"/>
          </ac:spMkLst>
        </pc:spChg>
      </pc:sldChg>
      <pc:sldChg chg="addSp delSp modSp add mod delAnim modAnim">
        <pc:chgData name="Owais Ahmed" userId="6abc7d4556b3b071" providerId="LiveId" clId="{C6795B63-7D89-4AA1-88EA-80EA7C4E130A}" dt="2023-03-11T03:56:01.925" v="922" actId="20577"/>
        <pc:sldMkLst>
          <pc:docMk/>
          <pc:sldMk cId="3149883331" sldId="2503"/>
        </pc:sldMkLst>
        <pc:spChg chg="mod">
          <ac:chgData name="Owais Ahmed" userId="6abc7d4556b3b071" providerId="LiveId" clId="{C6795B63-7D89-4AA1-88EA-80EA7C4E130A}" dt="2023-03-11T03:56:01.925" v="922" actId="20577"/>
          <ac:spMkLst>
            <pc:docMk/>
            <pc:sldMk cId="3149883331" sldId="2503"/>
            <ac:spMk id="3" creationId="{4A1C0383-58FE-E486-295E-B33B8683B938}"/>
          </ac:spMkLst>
        </pc:spChg>
        <pc:spChg chg="mod">
          <ac:chgData name="Owais Ahmed" userId="6abc7d4556b3b071" providerId="LiveId" clId="{C6795B63-7D89-4AA1-88EA-80EA7C4E130A}" dt="2023-03-11T03:51:14.674" v="867" actId="20577"/>
          <ac:spMkLst>
            <pc:docMk/>
            <pc:sldMk cId="3149883331" sldId="2503"/>
            <ac:spMk id="215" creationId="{00000000-0000-0000-0000-000000000000}"/>
          </ac:spMkLst>
        </pc:spChg>
        <pc:picChg chg="del">
          <ac:chgData name="Owais Ahmed" userId="6abc7d4556b3b071" providerId="LiveId" clId="{C6795B63-7D89-4AA1-88EA-80EA7C4E130A}" dt="2023-03-11T03:43:47.888" v="783" actId="478"/>
          <ac:picMkLst>
            <pc:docMk/>
            <pc:sldMk cId="3149883331" sldId="2503"/>
            <ac:picMk id="4" creationId="{4D6C3ACA-F578-1BF0-E95F-10A8531DA0CD}"/>
          </ac:picMkLst>
        </pc:picChg>
        <pc:picChg chg="add mod">
          <ac:chgData name="Owais Ahmed" userId="6abc7d4556b3b071" providerId="LiveId" clId="{C6795B63-7D89-4AA1-88EA-80EA7C4E130A}" dt="2023-03-11T03:45:31.750" v="812" actId="1076"/>
          <ac:picMkLst>
            <pc:docMk/>
            <pc:sldMk cId="3149883331" sldId="2503"/>
            <ac:picMk id="5" creationId="{7B7CC089-8E77-7A0B-F5B2-F5EC7CB9D8F4}"/>
          </ac:picMkLst>
        </pc:picChg>
        <pc:picChg chg="add mod">
          <ac:chgData name="Owais Ahmed" userId="6abc7d4556b3b071" providerId="LiveId" clId="{C6795B63-7D89-4AA1-88EA-80EA7C4E130A}" dt="2023-03-11T03:45:31.750" v="812" actId="1076"/>
          <ac:picMkLst>
            <pc:docMk/>
            <pc:sldMk cId="3149883331" sldId="2503"/>
            <ac:picMk id="6" creationId="{A66F29D1-E1DC-ACE2-17EC-B7B99B9B2167}"/>
          </ac:picMkLst>
        </pc:picChg>
        <pc:picChg chg="add del mod">
          <ac:chgData name="Owais Ahmed" userId="6abc7d4556b3b071" providerId="LiveId" clId="{C6795B63-7D89-4AA1-88EA-80EA7C4E130A}" dt="2023-03-11T03:44:28.194" v="789"/>
          <ac:picMkLst>
            <pc:docMk/>
            <pc:sldMk cId="3149883331" sldId="2503"/>
            <ac:picMk id="7" creationId="{A52C01B2-3A7F-FB3C-0149-5125EC5F5789}"/>
          </ac:picMkLst>
        </pc:picChg>
        <pc:picChg chg="del">
          <ac:chgData name="Owais Ahmed" userId="6abc7d4556b3b071" providerId="LiveId" clId="{C6795B63-7D89-4AA1-88EA-80EA7C4E130A}" dt="2023-03-11T03:43:47.402" v="782" actId="478"/>
          <ac:picMkLst>
            <pc:docMk/>
            <pc:sldMk cId="3149883331" sldId="2503"/>
            <ac:picMk id="8" creationId="{242D8EB5-27C5-3873-B5AF-04E4452AECCB}"/>
          </ac:picMkLst>
        </pc:picChg>
        <pc:picChg chg="add mod">
          <ac:chgData name="Owais Ahmed" userId="6abc7d4556b3b071" providerId="LiveId" clId="{C6795B63-7D89-4AA1-88EA-80EA7C4E130A}" dt="2023-03-11T03:45:31.750" v="812" actId="1076"/>
          <ac:picMkLst>
            <pc:docMk/>
            <pc:sldMk cId="3149883331" sldId="2503"/>
            <ac:picMk id="9" creationId="{FB1B7B48-1E37-6883-9552-F7D5C75839A8}"/>
          </ac:picMkLst>
        </pc:picChg>
        <pc:picChg chg="add mod">
          <ac:chgData name="Owais Ahmed" userId="6abc7d4556b3b071" providerId="LiveId" clId="{C6795B63-7D89-4AA1-88EA-80EA7C4E130A}" dt="2023-03-11T03:52:25.385" v="873" actId="14100"/>
          <ac:picMkLst>
            <pc:docMk/>
            <pc:sldMk cId="3149883331" sldId="2503"/>
            <ac:picMk id="2050" creationId="{7725125D-30D6-290C-FE30-715FC319B521}"/>
          </ac:picMkLst>
        </pc:picChg>
        <pc:picChg chg="add mod">
          <ac:chgData name="Owais Ahmed" userId="6abc7d4556b3b071" providerId="LiveId" clId="{C6795B63-7D89-4AA1-88EA-80EA7C4E130A}" dt="2023-03-11T03:53:34.238" v="886" actId="1076"/>
          <ac:picMkLst>
            <pc:docMk/>
            <pc:sldMk cId="3149883331" sldId="2503"/>
            <ac:picMk id="2052" creationId="{D05F668F-AE9A-8AB9-BB2E-F09EDB32D4F9}"/>
          </ac:picMkLst>
        </pc:picChg>
      </pc:sldChg>
      <pc:sldChg chg="addSp delSp modSp add mod delAnim modAnim">
        <pc:chgData name="Owais Ahmed" userId="6abc7d4556b3b071" providerId="LiveId" clId="{C6795B63-7D89-4AA1-88EA-80EA7C4E130A}" dt="2023-03-11T05:14:48.645" v="1039" actId="20577"/>
        <pc:sldMkLst>
          <pc:docMk/>
          <pc:sldMk cId="3473336835" sldId="2504"/>
        </pc:sldMkLst>
        <pc:spChg chg="mod">
          <ac:chgData name="Owais Ahmed" userId="6abc7d4556b3b071" providerId="LiveId" clId="{C6795B63-7D89-4AA1-88EA-80EA7C4E130A}" dt="2023-03-11T05:14:48.645" v="1039" actId="20577"/>
          <ac:spMkLst>
            <pc:docMk/>
            <pc:sldMk cId="3473336835" sldId="2504"/>
            <ac:spMk id="3" creationId="{4A1C0383-58FE-E486-295E-B33B8683B938}"/>
          </ac:spMkLst>
        </pc:spChg>
        <pc:spChg chg="mod">
          <ac:chgData name="Owais Ahmed" userId="6abc7d4556b3b071" providerId="LiveId" clId="{C6795B63-7D89-4AA1-88EA-80EA7C4E130A}" dt="2023-03-11T03:58:07.444" v="926" actId="20577"/>
          <ac:spMkLst>
            <pc:docMk/>
            <pc:sldMk cId="3473336835" sldId="2504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C6795B63-7D89-4AA1-88EA-80EA7C4E130A}" dt="2023-03-11T05:09:27.392" v="1036" actId="1076"/>
          <ac:graphicFrameMkLst>
            <pc:docMk/>
            <pc:sldMk cId="3473336835" sldId="2504"/>
            <ac:graphicFrameMk id="7" creationId="{FEBFA153-7CBD-C387-AE41-C7328A315EA1}"/>
          </ac:graphicFrameMkLst>
        </pc:graphicFrameChg>
        <pc:picChg chg="del">
          <ac:chgData name="Owais Ahmed" userId="6abc7d4556b3b071" providerId="LiveId" clId="{C6795B63-7D89-4AA1-88EA-80EA7C4E130A}" dt="2023-03-11T04:01:34.825" v="966" actId="478"/>
          <ac:picMkLst>
            <pc:docMk/>
            <pc:sldMk cId="3473336835" sldId="2504"/>
            <ac:picMk id="4" creationId="{4D6C3ACA-F578-1BF0-E95F-10A8531DA0CD}"/>
          </ac:picMkLst>
        </pc:picChg>
        <pc:picChg chg="add mod">
          <ac:chgData name="Owais Ahmed" userId="6abc7d4556b3b071" providerId="LiveId" clId="{C6795B63-7D89-4AA1-88EA-80EA7C4E130A}" dt="2023-03-11T04:04:00.262" v="995" actId="1076"/>
          <ac:picMkLst>
            <pc:docMk/>
            <pc:sldMk cId="3473336835" sldId="2504"/>
            <ac:picMk id="5" creationId="{4BD0F157-1158-0F77-3890-28A423CF825A}"/>
          </ac:picMkLst>
        </pc:picChg>
        <pc:picChg chg="add mod modCrop">
          <ac:chgData name="Owais Ahmed" userId="6abc7d4556b3b071" providerId="LiveId" clId="{C6795B63-7D89-4AA1-88EA-80EA7C4E130A}" dt="2023-03-11T04:04:03.660" v="996" actId="1076"/>
          <ac:picMkLst>
            <pc:docMk/>
            <pc:sldMk cId="3473336835" sldId="2504"/>
            <ac:picMk id="6" creationId="{F5B21C09-575C-DD3B-9FA6-922795182242}"/>
          </ac:picMkLst>
        </pc:picChg>
        <pc:picChg chg="del">
          <ac:chgData name="Owais Ahmed" userId="6abc7d4556b3b071" providerId="LiveId" clId="{C6795B63-7D89-4AA1-88EA-80EA7C4E130A}" dt="2023-03-11T04:01:32.544" v="965" actId="478"/>
          <ac:picMkLst>
            <pc:docMk/>
            <pc:sldMk cId="3473336835" sldId="2504"/>
            <ac:picMk id="8" creationId="{242D8EB5-27C5-3873-B5AF-04E4452AECCB}"/>
          </ac:picMkLst>
        </pc:picChg>
        <pc:picChg chg="add del">
          <ac:chgData name="Owais Ahmed" userId="6abc7d4556b3b071" providerId="LiveId" clId="{C6795B63-7D89-4AA1-88EA-80EA7C4E130A}" dt="2023-03-11T04:26:30.660" v="1018" actId="478"/>
          <ac:picMkLst>
            <pc:docMk/>
            <pc:sldMk cId="3473336835" sldId="2504"/>
            <ac:picMk id="10" creationId="{C319830D-6592-8065-F3D4-E1B4FBA588EA}"/>
          </ac:picMkLst>
        </pc:picChg>
        <pc:picChg chg="add del mod">
          <ac:chgData name="Owais Ahmed" userId="6abc7d4556b3b071" providerId="LiveId" clId="{C6795B63-7D89-4AA1-88EA-80EA7C4E130A}" dt="2023-03-11T05:07:43.630" v="1026" actId="21"/>
          <ac:picMkLst>
            <pc:docMk/>
            <pc:sldMk cId="3473336835" sldId="2504"/>
            <ac:picMk id="12" creationId="{08953E5D-9E2B-B412-882A-89BE881A135A}"/>
          </ac:picMkLst>
        </pc:picChg>
        <pc:picChg chg="add mod">
          <ac:chgData name="Owais Ahmed" userId="6abc7d4556b3b071" providerId="LiveId" clId="{C6795B63-7D89-4AA1-88EA-80EA7C4E130A}" dt="2023-03-11T05:09:32.409" v="1037" actId="1076"/>
          <ac:picMkLst>
            <pc:docMk/>
            <pc:sldMk cId="3473336835" sldId="2504"/>
            <ac:picMk id="13" creationId="{1994FC53-A8ED-A1EE-D32F-910649A1D97C}"/>
          </ac:picMkLst>
        </pc:picChg>
      </pc:sldChg>
      <pc:sldChg chg="add del">
        <pc:chgData name="Owais Ahmed" userId="6abc7d4556b3b071" providerId="LiveId" clId="{C6795B63-7D89-4AA1-88EA-80EA7C4E130A}" dt="2023-03-11T05:16:39.266" v="1041" actId="47"/>
        <pc:sldMkLst>
          <pc:docMk/>
          <pc:sldMk cId="1944748920" sldId="2505"/>
        </pc:sldMkLst>
      </pc:sldChg>
    </pc:docChg>
  </pc:docChgLst>
  <pc:docChgLst>
    <pc:chgData name="Owais Ahmed" userId="6abc7d4556b3b071" providerId="LiveId" clId="{CACC8309-725A-4E89-8A58-327E57842544}"/>
    <pc:docChg chg="undo redo custSel addSld delSld modSld sldOrd">
      <pc:chgData name="Owais Ahmed" userId="6abc7d4556b3b071" providerId="LiveId" clId="{CACC8309-725A-4E89-8A58-327E57842544}" dt="2023-03-17T06:23:49.289" v="4595"/>
      <pc:docMkLst>
        <pc:docMk/>
      </pc:docMkLst>
      <pc:sldChg chg="modSp mod">
        <pc:chgData name="Owais Ahmed" userId="6abc7d4556b3b071" providerId="LiveId" clId="{CACC8309-725A-4E89-8A58-327E57842544}" dt="2023-03-17T05:54:37.721" v="3889" actId="20577"/>
        <pc:sldMkLst>
          <pc:docMk/>
          <pc:sldMk cId="1649098948" sldId="2462"/>
        </pc:sldMkLst>
        <pc:spChg chg="mod">
          <ac:chgData name="Owais Ahmed" userId="6abc7d4556b3b071" providerId="LiveId" clId="{CACC8309-725A-4E89-8A58-327E57842544}" dt="2023-03-17T05:54:37.721" v="3889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del mod">
        <pc:chgData name="Owais Ahmed" userId="6abc7d4556b3b071" providerId="LiveId" clId="{CACC8309-725A-4E89-8A58-327E57842544}" dt="2023-03-17T05:11:11.088" v="2771" actId="47"/>
        <pc:sldMkLst>
          <pc:docMk/>
          <pc:sldMk cId="641030253" sldId="2479"/>
        </pc:sldMkLst>
        <pc:spChg chg="mod">
          <ac:chgData name="Owais Ahmed" userId="6abc7d4556b3b071" providerId="LiveId" clId="{CACC8309-725A-4E89-8A58-327E57842544}" dt="2023-03-17T04:18:18.686" v="1429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del">
        <pc:chgData name="Owais Ahmed" userId="6abc7d4556b3b071" providerId="LiveId" clId="{CACC8309-725A-4E89-8A58-327E57842544}" dt="2023-03-17T05:11:10.907" v="2770" actId="47"/>
        <pc:sldMkLst>
          <pc:docMk/>
          <pc:sldMk cId="1392206186" sldId="2499"/>
        </pc:sldMkLst>
      </pc:sldChg>
      <pc:sldChg chg="del">
        <pc:chgData name="Owais Ahmed" userId="6abc7d4556b3b071" providerId="LiveId" clId="{CACC8309-725A-4E89-8A58-327E57842544}" dt="2023-03-17T05:11:15.992" v="2778" actId="47"/>
        <pc:sldMkLst>
          <pc:docMk/>
          <pc:sldMk cId="1223673830" sldId="2501"/>
        </pc:sldMkLst>
      </pc:sldChg>
      <pc:sldChg chg="modSp del mod addAnim delAnim modAnim modNotesTx">
        <pc:chgData name="Owais Ahmed" userId="6abc7d4556b3b071" providerId="LiveId" clId="{CACC8309-725A-4E89-8A58-327E57842544}" dt="2023-03-17T05:11:11.320" v="2772" actId="47"/>
        <pc:sldMkLst>
          <pc:docMk/>
          <pc:sldMk cId="2279712319" sldId="2502"/>
        </pc:sldMkLst>
        <pc:spChg chg="mod">
          <ac:chgData name="Owais Ahmed" userId="6abc7d4556b3b071" providerId="LiveId" clId="{CACC8309-725A-4E89-8A58-327E57842544}" dt="2023-03-17T04:18:35.476" v="1432" actId="20577"/>
          <ac:spMkLst>
            <pc:docMk/>
            <pc:sldMk cId="2279712319" sldId="2502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4:18:15.296" v="1428" actId="20577"/>
          <ac:spMkLst>
            <pc:docMk/>
            <pc:sldMk cId="2279712319" sldId="2502"/>
            <ac:spMk id="215" creationId="{00000000-0000-0000-0000-000000000000}"/>
          </ac:spMkLst>
        </pc:spChg>
      </pc:sldChg>
      <pc:sldChg chg="del">
        <pc:chgData name="Owais Ahmed" userId="6abc7d4556b3b071" providerId="LiveId" clId="{CACC8309-725A-4E89-8A58-327E57842544}" dt="2023-03-17T05:11:16.403" v="2780" actId="47"/>
        <pc:sldMkLst>
          <pc:docMk/>
          <pc:sldMk cId="3565255470" sldId="2503"/>
        </pc:sldMkLst>
      </pc:sldChg>
      <pc:sldChg chg="del">
        <pc:chgData name="Owais Ahmed" userId="6abc7d4556b3b071" providerId="LiveId" clId="{CACC8309-725A-4E89-8A58-327E57842544}" dt="2023-03-17T05:11:17.234" v="2781" actId="47"/>
        <pc:sldMkLst>
          <pc:docMk/>
          <pc:sldMk cId="3179459333" sldId="2504"/>
        </pc:sldMkLst>
      </pc:sldChg>
      <pc:sldChg chg="del">
        <pc:chgData name="Owais Ahmed" userId="6abc7d4556b3b071" providerId="LiveId" clId="{CACC8309-725A-4E89-8A58-327E57842544}" dt="2023-03-17T04:08:13.150" v="1219" actId="47"/>
        <pc:sldMkLst>
          <pc:docMk/>
          <pc:sldMk cId="1084053900" sldId="2505"/>
        </pc:sldMkLst>
      </pc:sldChg>
      <pc:sldChg chg="del">
        <pc:chgData name="Owais Ahmed" userId="6abc7d4556b3b071" providerId="LiveId" clId="{CACC8309-725A-4E89-8A58-327E57842544}" dt="2023-03-17T05:11:17.456" v="2782" actId="47"/>
        <pc:sldMkLst>
          <pc:docMk/>
          <pc:sldMk cId="3621187467" sldId="2506"/>
        </pc:sldMkLst>
      </pc:sldChg>
      <pc:sldChg chg="del">
        <pc:chgData name="Owais Ahmed" userId="6abc7d4556b3b071" providerId="LiveId" clId="{CACC8309-725A-4E89-8A58-327E57842544}" dt="2023-03-17T05:11:16.267" v="2779" actId="47"/>
        <pc:sldMkLst>
          <pc:docMk/>
          <pc:sldMk cId="1990660398" sldId="2507"/>
        </pc:sldMkLst>
      </pc:sldChg>
      <pc:sldChg chg="modSp del mod modAnim modNotesTx">
        <pc:chgData name="Owais Ahmed" userId="6abc7d4556b3b071" providerId="LiveId" clId="{CACC8309-725A-4E89-8A58-327E57842544}" dt="2023-03-17T05:11:13.189" v="2775" actId="47"/>
        <pc:sldMkLst>
          <pc:docMk/>
          <pc:sldMk cId="1508569928" sldId="2508"/>
        </pc:sldMkLst>
        <pc:spChg chg="mod">
          <ac:chgData name="Owais Ahmed" userId="6abc7d4556b3b071" providerId="LiveId" clId="{CACC8309-725A-4E89-8A58-327E57842544}" dt="2023-03-17T04:36:07.853" v="1745" actId="20577"/>
          <ac:spMkLst>
            <pc:docMk/>
            <pc:sldMk cId="1508569928" sldId="2508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3:41:37.141" v="623" actId="20577"/>
          <ac:spMkLst>
            <pc:docMk/>
            <pc:sldMk cId="1508569928" sldId="2508"/>
            <ac:spMk id="215" creationId="{00000000-0000-0000-0000-000000000000}"/>
          </ac:spMkLst>
        </pc:spChg>
      </pc:sldChg>
      <pc:sldChg chg="modSp del">
        <pc:chgData name="Owais Ahmed" userId="6abc7d4556b3b071" providerId="LiveId" clId="{CACC8309-725A-4E89-8A58-327E57842544}" dt="2023-03-17T05:11:11.773" v="2774" actId="47"/>
        <pc:sldMkLst>
          <pc:docMk/>
          <pc:sldMk cId="2812469995" sldId="2509"/>
        </pc:sldMkLst>
        <pc:spChg chg="mod">
          <ac:chgData name="Owais Ahmed" userId="6abc7d4556b3b071" providerId="LiveId" clId="{CACC8309-725A-4E89-8A58-327E57842544}" dt="2023-03-17T03:43:12.769" v="659" actId="20577"/>
          <ac:spMkLst>
            <pc:docMk/>
            <pc:sldMk cId="2812469995" sldId="2509"/>
            <ac:spMk id="3" creationId="{4A1C0383-58FE-E486-295E-B33B8683B938}"/>
          </ac:spMkLst>
        </pc:spChg>
      </pc:sldChg>
      <pc:sldChg chg="modSp add del mod ord modAnim modNotesTx">
        <pc:chgData name="Owais Ahmed" userId="6abc7d4556b3b071" providerId="LiveId" clId="{CACC8309-725A-4E89-8A58-327E57842544}" dt="2023-03-17T05:11:13.646" v="2776" actId="47"/>
        <pc:sldMkLst>
          <pc:docMk/>
          <pc:sldMk cId="1057691870" sldId="2510"/>
        </pc:sldMkLst>
        <pc:spChg chg="mod">
          <ac:chgData name="Owais Ahmed" userId="6abc7d4556b3b071" providerId="LiveId" clId="{CACC8309-725A-4E89-8A58-327E57842544}" dt="2023-03-17T03:52:50.438" v="1218" actId="20577"/>
          <ac:spMkLst>
            <pc:docMk/>
            <pc:sldMk cId="1057691870" sldId="2510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3:41:49.292" v="626"/>
          <ac:spMkLst>
            <pc:docMk/>
            <pc:sldMk cId="1057691870" sldId="2510"/>
            <ac:spMk id="215" creationId="{00000000-0000-0000-0000-000000000000}"/>
          </ac:spMkLst>
        </pc:spChg>
      </pc:sldChg>
      <pc:sldChg chg="modSp add del mod modAnim modNotesTx">
        <pc:chgData name="Owais Ahmed" userId="6abc7d4556b3b071" providerId="LiveId" clId="{CACC8309-725A-4E89-8A58-327E57842544}" dt="2023-03-17T05:11:11.580" v="2773" actId="47"/>
        <pc:sldMkLst>
          <pc:docMk/>
          <pc:sldMk cId="3839483012" sldId="2511"/>
        </pc:sldMkLst>
        <pc:spChg chg="mod">
          <ac:chgData name="Owais Ahmed" userId="6abc7d4556b3b071" providerId="LiveId" clId="{CACC8309-725A-4E89-8A58-327E57842544}" dt="2023-03-17T04:33:26.928" v="1645" actId="20577"/>
          <ac:spMkLst>
            <pc:docMk/>
            <pc:sldMk cId="3839483012" sldId="2511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CACC8309-725A-4E89-8A58-327E57842544}" dt="2023-03-17T05:52:49.084" v="3832"/>
        <pc:sldMkLst>
          <pc:docMk/>
          <pc:sldMk cId="138766739" sldId="2512"/>
        </pc:sldMkLst>
        <pc:spChg chg="mod">
          <ac:chgData name="Owais Ahmed" userId="6abc7d4556b3b071" providerId="LiveId" clId="{CACC8309-725A-4E89-8A58-327E57842544}" dt="2023-03-17T05:41:12.168" v="3444" actId="20577"/>
          <ac:spMkLst>
            <pc:docMk/>
            <pc:sldMk cId="138766739" sldId="2512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5:11:24.819" v="2799" actId="20577"/>
          <ac:spMkLst>
            <pc:docMk/>
            <pc:sldMk cId="138766739" sldId="2512"/>
            <ac:spMk id="215" creationId="{00000000-0000-0000-0000-000000000000}"/>
          </ac:spMkLst>
        </pc:spChg>
      </pc:sldChg>
      <pc:sldChg chg="addSp modSp add del mod modAnim">
        <pc:chgData name="Owais Ahmed" userId="6abc7d4556b3b071" providerId="LiveId" clId="{CACC8309-725A-4E89-8A58-327E57842544}" dt="2023-03-17T05:11:15.727" v="2777" actId="47"/>
        <pc:sldMkLst>
          <pc:docMk/>
          <pc:sldMk cId="2153317436" sldId="2513"/>
        </pc:sldMkLst>
        <pc:spChg chg="mod">
          <ac:chgData name="Owais Ahmed" userId="6abc7d4556b3b071" providerId="LiveId" clId="{CACC8309-725A-4E89-8A58-327E57842544}" dt="2023-03-17T05:02:15.873" v="2494" actId="20577"/>
          <ac:spMkLst>
            <pc:docMk/>
            <pc:sldMk cId="2153317436" sldId="2513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5:00:43.391" v="2369" actId="20577"/>
          <ac:spMkLst>
            <pc:docMk/>
            <pc:sldMk cId="2153317436" sldId="2513"/>
            <ac:spMk id="215" creationId="{00000000-0000-0000-0000-000000000000}"/>
          </ac:spMkLst>
        </pc:spChg>
        <pc:picChg chg="add mod modCrop">
          <ac:chgData name="Owais Ahmed" userId="6abc7d4556b3b071" providerId="LiveId" clId="{CACC8309-725A-4E89-8A58-327E57842544}" dt="2023-03-17T05:01:37.804" v="2383" actId="1076"/>
          <ac:picMkLst>
            <pc:docMk/>
            <pc:sldMk cId="2153317436" sldId="2513"/>
            <ac:picMk id="4" creationId="{21180900-F3B8-E12B-FA4E-A36E1C5CFB0F}"/>
          </ac:picMkLst>
        </pc:picChg>
      </pc:sldChg>
      <pc:sldChg chg="addSp delSp modSp add mod modAnim">
        <pc:chgData name="Owais Ahmed" userId="6abc7d4556b3b071" providerId="LiveId" clId="{CACC8309-725A-4E89-8A58-327E57842544}" dt="2023-03-17T05:52:39.510" v="3829"/>
        <pc:sldMkLst>
          <pc:docMk/>
          <pc:sldMk cId="3186824690" sldId="2513"/>
        </pc:sldMkLst>
        <pc:spChg chg="mod">
          <ac:chgData name="Owais Ahmed" userId="6abc7d4556b3b071" providerId="LiveId" clId="{CACC8309-725A-4E89-8A58-327E57842544}" dt="2023-03-17T05:52:30.729" v="3828" actId="20577"/>
          <ac:spMkLst>
            <pc:docMk/>
            <pc:sldMk cId="3186824690" sldId="2513"/>
            <ac:spMk id="3" creationId="{4A1C0383-58FE-E486-295E-B33B8683B938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6" creationId="{B953899E-57A8-1D33-052B-8342B4678686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7" creationId="{F85943B9-3875-A937-79DF-50564CFAB957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8" creationId="{3D33B7C4-BD81-6B5D-6D8F-5CBB41CB5E73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9" creationId="{04B84466-4C31-ABBE-1DB7-BCD93420D3D8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0" creationId="{1525902A-C688-0875-8C67-59717E93EC4C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1" creationId="{42770F69-6480-D7E0-EE67-5619AB057A52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2" creationId="{6E99519D-467A-7DA9-3EF6-5DD2BAF0CA5F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3" creationId="{B3EDD6D8-1829-D127-D3C6-B79D2315CC17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4" creationId="{485B19B1-27BC-5AA8-467B-D7575E5A9A34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5" creationId="{F27C91D7-2EB9-2C29-FC13-F3085882FB03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6" creationId="{41282497-0D46-C95B-6350-F40B33CA555E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7" creationId="{7F0B0BA4-DDF6-4ABA-2BB7-A9E1A7739684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8" creationId="{E4D480DD-94E0-7C4B-94DE-5B4FB0C5E80A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9" creationId="{E94D206A-C971-8A7E-E272-1EF82C393B1B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0" creationId="{29B77C5C-79C5-8C79-D8CB-C6BE9DF232AC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1" creationId="{3B0BB643-A23A-6ACE-E556-B20A678D7609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2" creationId="{36024570-FF6D-207E-0FF5-1CA2FA1ADB96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3" creationId="{485424C1-0250-255B-D397-D6C6DC32E521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4" creationId="{F2860E52-4255-8327-5791-F8797FC349CF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5" creationId="{2CA5F1DC-E483-C25E-6B92-07A565E7909E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6" creationId="{23988721-A6D6-6E39-4B38-D7A868E4B366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7" creationId="{3D04959D-31E8-9158-7824-E2C85A60E843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8" creationId="{86014958-C5D8-D16E-0139-0E213BC05A41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9" creationId="{2F312079-62C4-A200-22EC-476CA47AB733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0" creationId="{60119123-6A68-0816-616C-ED385CA184BB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1" creationId="{93B29A6E-D200-B6F5-4C97-EC96714F9084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2" creationId="{42F661A7-3DDA-8E57-4C9F-00209D4EE3B7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3" creationId="{727EA336-5D74-BD18-29A5-46A5BC1BBB70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4" creationId="{8522E339-F382-D983-BA46-505C043E6225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5" creationId="{897672E7-3138-87FD-1D74-A1BB7E2BD5EE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6" creationId="{0711DF35-08A1-CFF8-EA9A-D08A36C67539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7" creationId="{2B305BEC-AEB5-C2CD-7BB3-404167355C54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8" creationId="{465FD024-F335-804B-C021-855AA4DD0AEC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9" creationId="{F81D28DF-8C36-13ED-412F-8DE150FA234C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0" creationId="{DAD5C0C4-2F44-AF02-A17F-7F7A4E0E9472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1" creationId="{A42DB12E-92BC-5DAD-E39B-3A112B511D5D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2" creationId="{9782F2E1-EB15-9799-DD68-3D1D2F705497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3" creationId="{604972B1-8CC1-404C-F92E-BCEF3F266B25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4" creationId="{C52962F4-DB62-6599-ABD2-A74F254884F1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5" creationId="{D1B40AED-A865-AD50-0124-332F5089046A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6" creationId="{6918E2F6-A322-55FE-A20C-014A0F42CD50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7" creationId="{3C942ADA-F0C8-0A8A-DD80-4EA0B5F30BA8}"/>
          </ac:spMkLst>
        </pc:spChg>
        <pc:spChg chg="add mod">
          <ac:chgData name="Owais Ahmed" userId="6abc7d4556b3b071" providerId="LiveId" clId="{CACC8309-725A-4E89-8A58-327E57842544}" dt="2023-03-17T05:48:49.614" v="3654" actId="1582"/>
          <ac:spMkLst>
            <pc:docMk/>
            <pc:sldMk cId="3186824690" sldId="2513"/>
            <ac:spMk id="50" creationId="{A6414900-B95A-9399-3F9C-E076477CCE98}"/>
          </ac:spMkLst>
        </pc:spChg>
        <pc:spChg chg="add del mod">
          <ac:chgData name="Owais Ahmed" userId="6abc7d4556b3b071" providerId="LiveId" clId="{CACC8309-725A-4E89-8A58-327E57842544}" dt="2023-03-17T05:49:38.566" v="3661" actId="1076"/>
          <ac:spMkLst>
            <pc:docMk/>
            <pc:sldMk cId="3186824690" sldId="2513"/>
            <ac:spMk id="51" creationId="{EC559174-F39E-4A32-CFB7-C5A83BC6D205}"/>
          </ac:spMkLst>
        </pc:spChg>
        <pc:spChg chg="mod">
          <ac:chgData name="Owais Ahmed" userId="6abc7d4556b3b071" providerId="LiveId" clId="{CACC8309-725A-4E89-8A58-327E57842544}" dt="2023-03-17T05:40:58.313" v="3439" actId="20577"/>
          <ac:spMkLst>
            <pc:docMk/>
            <pc:sldMk cId="3186824690" sldId="2513"/>
            <ac:spMk id="215" creationId="{00000000-0000-0000-0000-000000000000}"/>
          </ac:spMkLst>
        </pc:spChg>
        <pc:graphicFrameChg chg="add del mod">
          <ac:chgData name="Owais Ahmed" userId="6abc7d4556b3b071" providerId="LiveId" clId="{CACC8309-725A-4E89-8A58-327E57842544}" dt="2023-03-17T05:42:11.116" v="3491"/>
          <ac:graphicFrameMkLst>
            <pc:docMk/>
            <pc:sldMk cId="3186824690" sldId="2513"/>
            <ac:graphicFrameMk id="4" creationId="{C20B94B3-ADDE-288B-B708-BEAD2946BA47}"/>
          </ac:graphicFrameMkLst>
        </pc:graphicFrameChg>
        <pc:graphicFrameChg chg="add del mod">
          <ac:chgData name="Owais Ahmed" userId="6abc7d4556b3b071" providerId="LiveId" clId="{CACC8309-725A-4E89-8A58-327E57842544}" dt="2023-03-17T05:42:22.966" v="3493"/>
          <ac:graphicFrameMkLst>
            <pc:docMk/>
            <pc:sldMk cId="3186824690" sldId="2513"/>
            <ac:graphicFrameMk id="5" creationId="{32E807DD-6629-667F-C476-EEB423666D99}"/>
          </ac:graphicFrameMkLst>
        </pc:graphicFrameChg>
        <pc:graphicFrameChg chg="add mod modGraphic">
          <ac:chgData name="Owais Ahmed" userId="6abc7d4556b3b071" providerId="LiveId" clId="{CACC8309-725A-4E89-8A58-327E57842544}" dt="2023-03-17T05:50:36.988" v="3706" actId="20577"/>
          <ac:graphicFrameMkLst>
            <pc:docMk/>
            <pc:sldMk cId="3186824690" sldId="2513"/>
            <ac:graphicFrameMk id="48" creationId="{5A11D907-0453-ACE7-A959-0B37C06816E8}"/>
          </ac:graphicFrameMkLst>
        </pc:graphicFrameChg>
        <pc:inkChg chg="add del">
          <ac:chgData name="Owais Ahmed" userId="6abc7d4556b3b071" providerId="LiveId" clId="{CACC8309-725A-4E89-8A58-327E57842544}" dt="2023-03-17T05:48:08.852" v="3650" actId="9405"/>
          <ac:inkMkLst>
            <pc:docMk/>
            <pc:sldMk cId="3186824690" sldId="2513"/>
            <ac:inkMk id="49" creationId="{78214CD4-4FA4-6898-0E46-FC55AF1789F1}"/>
          </ac:inkMkLst>
        </pc:inkChg>
      </pc:sldChg>
      <pc:sldChg chg="modSp add del mod ord modAnim">
        <pc:chgData name="Owais Ahmed" userId="6abc7d4556b3b071" providerId="LiveId" clId="{CACC8309-725A-4E89-8A58-327E57842544}" dt="2023-03-17T05:11:19.669" v="2783" actId="47"/>
        <pc:sldMkLst>
          <pc:docMk/>
          <pc:sldMk cId="864977329" sldId="2514"/>
        </pc:sldMkLst>
        <pc:spChg chg="mod">
          <ac:chgData name="Owais Ahmed" userId="6abc7d4556b3b071" providerId="LiveId" clId="{CACC8309-725A-4E89-8A58-327E57842544}" dt="2023-03-17T05:07:14.946" v="2750" actId="20577"/>
          <ac:spMkLst>
            <pc:docMk/>
            <pc:sldMk cId="864977329" sldId="2514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5:04:12.427" v="2501" actId="20577"/>
          <ac:spMkLst>
            <pc:docMk/>
            <pc:sldMk cId="864977329" sldId="2514"/>
            <ac:spMk id="215" creationId="{00000000-0000-0000-0000-000000000000}"/>
          </ac:spMkLst>
        </pc:spChg>
      </pc:sldChg>
      <pc:sldChg chg="delSp modSp add mod">
        <pc:chgData name="Owais Ahmed" userId="6abc7d4556b3b071" providerId="LiveId" clId="{CACC8309-725A-4E89-8A58-327E57842544}" dt="2023-03-17T06:14:30.913" v="4206"/>
        <pc:sldMkLst>
          <pc:docMk/>
          <pc:sldMk cId="1302322864" sldId="2514"/>
        </pc:sldMkLst>
        <pc:spChg chg="mod">
          <ac:chgData name="Owais Ahmed" userId="6abc7d4556b3b071" providerId="LiveId" clId="{CACC8309-725A-4E89-8A58-327E57842544}" dt="2023-03-17T05:55:15.886" v="3894" actId="20577"/>
          <ac:spMkLst>
            <pc:docMk/>
            <pc:sldMk cId="1302322864" sldId="2514"/>
            <ac:spMk id="3" creationId="{4A1C0383-58FE-E486-295E-B33B8683B938}"/>
          </ac:spMkLst>
        </pc:spChg>
        <pc:spChg chg="del">
          <ac:chgData name="Owais Ahmed" userId="6abc7d4556b3b071" providerId="LiveId" clId="{CACC8309-725A-4E89-8A58-327E57842544}" dt="2023-03-17T05:57:56.224" v="3922" actId="478"/>
          <ac:spMkLst>
            <pc:docMk/>
            <pc:sldMk cId="1302322864" sldId="2514"/>
            <ac:spMk id="50" creationId="{A6414900-B95A-9399-3F9C-E076477CCE98}"/>
          </ac:spMkLst>
        </pc:spChg>
        <pc:spChg chg="del">
          <ac:chgData name="Owais Ahmed" userId="6abc7d4556b3b071" providerId="LiveId" clId="{CACC8309-725A-4E89-8A58-327E57842544}" dt="2023-03-17T05:57:57.512" v="3923" actId="478"/>
          <ac:spMkLst>
            <pc:docMk/>
            <pc:sldMk cId="1302322864" sldId="2514"/>
            <ac:spMk id="51" creationId="{EC559174-F39E-4A32-CFB7-C5A83BC6D205}"/>
          </ac:spMkLst>
        </pc:spChg>
        <pc:spChg chg="mod">
          <ac:chgData name="Owais Ahmed" userId="6abc7d4556b3b071" providerId="LiveId" clId="{CACC8309-725A-4E89-8A58-327E57842544}" dt="2023-03-17T05:55:09.117" v="3890" actId="20577"/>
          <ac:spMkLst>
            <pc:docMk/>
            <pc:sldMk cId="1302322864" sldId="2514"/>
            <ac:spMk id="215" creationId="{00000000-0000-0000-0000-000000000000}"/>
          </ac:spMkLst>
        </pc:spChg>
        <pc:graphicFrameChg chg="mod modGraphic">
          <ac:chgData name="Owais Ahmed" userId="6abc7d4556b3b071" providerId="LiveId" clId="{CACC8309-725A-4E89-8A58-327E57842544}" dt="2023-03-17T06:14:30.913" v="4206"/>
          <ac:graphicFrameMkLst>
            <pc:docMk/>
            <pc:sldMk cId="1302322864" sldId="2514"/>
            <ac:graphicFrameMk id="48" creationId="{5A11D907-0453-ACE7-A959-0B37C06816E8}"/>
          </ac:graphicFrameMkLst>
        </pc:graphicFrameChg>
      </pc:sldChg>
      <pc:sldChg chg="addSp modSp add mod ord addAnim delAnim modAnim modNotesTx">
        <pc:chgData name="Owais Ahmed" userId="6abc7d4556b3b071" providerId="LiveId" clId="{CACC8309-725A-4E89-8A58-327E57842544}" dt="2023-03-17T06:23:49.289" v="4595"/>
        <pc:sldMkLst>
          <pc:docMk/>
          <pc:sldMk cId="3246228150" sldId="2515"/>
        </pc:sldMkLst>
        <pc:spChg chg="mod">
          <ac:chgData name="Owais Ahmed" userId="6abc7d4556b3b071" providerId="LiveId" clId="{CACC8309-725A-4E89-8A58-327E57842544}" dt="2023-03-17T06:11:50.186" v="4152" actId="14100"/>
          <ac:spMkLst>
            <pc:docMk/>
            <pc:sldMk cId="3246228150" sldId="2515"/>
            <ac:spMk id="3" creationId="{4A1C0383-58FE-E486-295E-B33B8683B938}"/>
          </ac:spMkLst>
        </pc:spChg>
        <pc:spChg chg="add mod">
          <ac:chgData name="Owais Ahmed" userId="6abc7d4556b3b071" providerId="LiveId" clId="{CACC8309-725A-4E89-8A58-327E57842544}" dt="2023-03-17T06:20:32.463" v="4506" actId="1582"/>
          <ac:spMkLst>
            <pc:docMk/>
            <pc:sldMk cId="3246228150" sldId="2515"/>
            <ac:spMk id="6" creationId="{C6F8860E-F5F1-0686-48D3-028BE12FD781}"/>
          </ac:spMkLst>
        </pc:spChg>
        <pc:spChg chg="add mod">
          <ac:chgData name="Owais Ahmed" userId="6abc7d4556b3b071" providerId="LiveId" clId="{CACC8309-725A-4E89-8A58-327E57842544}" dt="2023-03-17T06:21:33.073" v="4513" actId="208"/>
          <ac:spMkLst>
            <pc:docMk/>
            <pc:sldMk cId="3246228150" sldId="2515"/>
            <ac:spMk id="7" creationId="{6829CA18-E295-D216-9A77-4D05F7306324}"/>
          </ac:spMkLst>
        </pc:spChg>
        <pc:spChg chg="add mod">
          <ac:chgData name="Owais Ahmed" userId="6abc7d4556b3b071" providerId="LiveId" clId="{CACC8309-725A-4E89-8A58-327E57842544}" dt="2023-03-17T06:21:28.737" v="4512" actId="208"/>
          <ac:spMkLst>
            <pc:docMk/>
            <pc:sldMk cId="3246228150" sldId="2515"/>
            <ac:spMk id="8" creationId="{66001DA5-9763-694F-3461-8B0CCF5C486A}"/>
          </ac:spMkLst>
        </pc:spChg>
        <pc:spChg chg="mod">
          <ac:chgData name="Owais Ahmed" userId="6abc7d4556b3b071" providerId="LiveId" clId="{CACC8309-725A-4E89-8A58-327E57842544}" dt="2023-03-17T06:10:57.431" v="4038"/>
          <ac:spMkLst>
            <pc:docMk/>
            <pc:sldMk cId="3246228150" sldId="2515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CACC8309-725A-4E89-8A58-327E57842544}" dt="2023-03-17T06:13:44.386" v="4199" actId="14100"/>
          <ac:graphicFrameMkLst>
            <pc:docMk/>
            <pc:sldMk cId="3246228150" sldId="2515"/>
            <ac:graphicFrameMk id="4" creationId="{47365F98-8E62-6BEF-876E-BECE48C9DEEA}"/>
          </ac:graphicFrameMkLst>
        </pc:graphicFrameChg>
        <pc:graphicFrameChg chg="add mod modGraphic">
          <ac:chgData name="Owais Ahmed" userId="6abc7d4556b3b071" providerId="LiveId" clId="{CACC8309-725A-4E89-8A58-327E57842544}" dt="2023-03-17T06:16:28.047" v="4227" actId="113"/>
          <ac:graphicFrameMkLst>
            <pc:docMk/>
            <pc:sldMk cId="3246228150" sldId="2515"/>
            <ac:graphicFrameMk id="5" creationId="{AB9DC9D2-5A0F-5C3D-535C-0B520B0891FA}"/>
          </ac:graphicFrameMkLst>
        </pc:graphicFrameChg>
      </pc:sldChg>
    </pc:docChg>
  </pc:docChgLst>
  <pc:docChgLst>
    <pc:chgData name="Owais Ahmed" userId="6abc7d4556b3b071" providerId="LiveId" clId="{583CDD36-DC75-4E50-898E-AECC56DCC01A}"/>
    <pc:docChg chg="undo redo custSel addSld delSld modSld">
      <pc:chgData name="Owais Ahmed" userId="6abc7d4556b3b071" providerId="LiveId" clId="{583CDD36-DC75-4E50-898E-AECC56DCC01A}" dt="2023-03-04T13:30:34.083" v="4560" actId="6549"/>
      <pc:docMkLst>
        <pc:docMk/>
      </pc:docMkLst>
      <pc:sldChg chg="modSp mod">
        <pc:chgData name="Owais Ahmed" userId="6abc7d4556b3b071" providerId="LiveId" clId="{583CDD36-DC75-4E50-898E-AECC56DCC01A}" dt="2023-03-03T04:49:18.654" v="1951" actId="20577"/>
        <pc:sldMkLst>
          <pc:docMk/>
          <pc:sldMk cId="1649098948" sldId="2462"/>
        </pc:sldMkLst>
        <pc:spChg chg="mod">
          <ac:chgData name="Owais Ahmed" userId="6abc7d4556b3b071" providerId="LiveId" clId="{583CDD36-DC75-4E50-898E-AECC56DCC01A}" dt="2023-03-03T04:49:18.654" v="195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583CDD36-DC75-4E50-898E-AECC56DCC01A}" dt="2023-03-03T04:47:45.101" v="1938" actId="20577"/>
        <pc:sldMkLst>
          <pc:docMk/>
          <pc:sldMk cId="502436521" sldId="2495"/>
        </pc:sldMkLst>
        <pc:spChg chg="mod">
          <ac:chgData name="Owais Ahmed" userId="6abc7d4556b3b071" providerId="LiveId" clId="{583CDD36-DC75-4E50-898E-AECC56DCC01A}" dt="2023-03-03T04:47:45.101" v="1938" actId="20577"/>
          <ac:spMkLst>
            <pc:docMk/>
            <pc:sldMk cId="502436521" sldId="2495"/>
            <ac:spMk id="3" creationId="{4A1C0383-58FE-E486-295E-B33B8683B938}"/>
          </ac:spMkLst>
        </pc:spChg>
      </pc:sldChg>
      <pc:sldChg chg="addSp delSp modSp mod modAnim modNotesTx">
        <pc:chgData name="Owais Ahmed" userId="6abc7d4556b3b071" providerId="LiveId" clId="{583CDD36-DC75-4E50-898E-AECC56DCC01A}" dt="2023-03-03T04:33:09.205" v="1128" actId="20577"/>
        <pc:sldMkLst>
          <pc:docMk/>
          <pc:sldMk cId="3658375322" sldId="2496"/>
        </pc:sldMkLst>
        <pc:spChg chg="mod">
          <ac:chgData name="Owais Ahmed" userId="6abc7d4556b3b071" providerId="LiveId" clId="{583CDD36-DC75-4E50-898E-AECC56DCC01A}" dt="2023-03-03T04:33:09.205" v="1128" actId="20577"/>
          <ac:spMkLst>
            <pc:docMk/>
            <pc:sldMk cId="3658375322" sldId="2496"/>
            <ac:spMk id="3" creationId="{4A1C0383-58FE-E486-295E-B33B8683B938}"/>
          </ac:spMkLst>
        </pc:spChg>
        <pc:graphicFrameChg chg="add del mod">
          <ac:chgData name="Owais Ahmed" userId="6abc7d4556b3b071" providerId="LiveId" clId="{583CDD36-DC75-4E50-898E-AECC56DCC01A}" dt="2023-03-03T04:18:39.779" v="23"/>
          <ac:graphicFrameMkLst>
            <pc:docMk/>
            <pc:sldMk cId="3658375322" sldId="2496"/>
            <ac:graphicFrameMk id="4" creationId="{BFEC3375-B963-8923-4A6E-32818B1D2D4F}"/>
          </ac:graphicFrameMkLst>
        </pc:graphicFrameChg>
        <pc:graphicFrameChg chg="add del mod">
          <ac:chgData name="Owais Ahmed" userId="6abc7d4556b3b071" providerId="LiveId" clId="{583CDD36-DC75-4E50-898E-AECC56DCC01A}" dt="2023-03-03T04:27:20.607" v="679" actId="478"/>
          <ac:graphicFrameMkLst>
            <pc:docMk/>
            <pc:sldMk cId="3658375322" sldId="2496"/>
            <ac:graphicFrameMk id="5" creationId="{96E07031-D3A1-2C91-FA40-03175BC09D30}"/>
          </ac:graphicFrameMkLst>
        </pc:graphicFrameChg>
      </pc:sldChg>
      <pc:sldChg chg="addSp modSp add mod modAnim">
        <pc:chgData name="Owais Ahmed" userId="6abc7d4556b3b071" providerId="LiveId" clId="{583CDD36-DC75-4E50-898E-AECC56DCC01A}" dt="2023-03-03T04:43:36.685" v="1807" actId="20577"/>
        <pc:sldMkLst>
          <pc:docMk/>
          <pc:sldMk cId="1001608454" sldId="2497"/>
        </pc:sldMkLst>
        <pc:spChg chg="mod">
          <ac:chgData name="Owais Ahmed" userId="6abc7d4556b3b071" providerId="LiveId" clId="{583CDD36-DC75-4E50-898E-AECC56DCC01A}" dt="2023-03-03T04:43:36.685" v="1807" actId="20577"/>
          <ac:spMkLst>
            <pc:docMk/>
            <pc:sldMk cId="1001608454" sldId="2497"/>
            <ac:spMk id="3" creationId="{4A1C0383-58FE-E486-295E-B33B8683B938}"/>
          </ac:spMkLst>
        </pc:spChg>
        <pc:picChg chg="add mod">
          <ac:chgData name="Owais Ahmed" userId="6abc7d4556b3b071" providerId="LiveId" clId="{583CDD36-DC75-4E50-898E-AECC56DCC01A}" dt="2023-03-03T04:40:54.505" v="1617" actId="1076"/>
          <ac:picMkLst>
            <pc:docMk/>
            <pc:sldMk cId="1001608454" sldId="2497"/>
            <ac:picMk id="1026" creationId="{8DBC71CE-FCFC-758B-CB82-BF3E8407CAC9}"/>
          </ac:picMkLst>
        </pc:picChg>
      </pc:sldChg>
      <pc:sldChg chg="addSp delSp modSp add del mod modAnim">
        <pc:chgData name="Owais Ahmed" userId="6abc7d4556b3b071" providerId="LiveId" clId="{583CDD36-DC75-4E50-898E-AECC56DCC01A}" dt="2023-03-03T06:09:14.525" v="3778" actId="27636"/>
        <pc:sldMkLst>
          <pc:docMk/>
          <pc:sldMk cId="1881289253" sldId="2498"/>
        </pc:sldMkLst>
        <pc:spChg chg="mod">
          <ac:chgData name="Owais Ahmed" userId="6abc7d4556b3b071" providerId="LiveId" clId="{583CDD36-DC75-4E50-898E-AECC56DCC01A}" dt="2023-03-03T06:09:14.525" v="3778" actId="27636"/>
          <ac:spMkLst>
            <pc:docMk/>
            <pc:sldMk cId="1881289253" sldId="2498"/>
            <ac:spMk id="3" creationId="{4A1C0383-58FE-E486-295E-B33B8683B938}"/>
          </ac:spMkLst>
        </pc:spChg>
        <pc:spChg chg="add del">
          <ac:chgData name="Owais Ahmed" userId="6abc7d4556b3b071" providerId="LiveId" clId="{583CDD36-DC75-4E50-898E-AECC56DCC01A}" dt="2023-03-03T05:42:07.125" v="2139"/>
          <ac:spMkLst>
            <pc:docMk/>
            <pc:sldMk cId="1881289253" sldId="2498"/>
            <ac:spMk id="4" creationId="{F58F651D-1426-F8D8-EDE6-210C1C067CBF}"/>
          </ac:spMkLst>
        </pc:spChg>
        <pc:spChg chg="add del">
          <ac:chgData name="Owais Ahmed" userId="6abc7d4556b3b071" providerId="LiveId" clId="{583CDD36-DC75-4E50-898E-AECC56DCC01A}" dt="2023-03-03T05:42:24.465" v="2141"/>
          <ac:spMkLst>
            <pc:docMk/>
            <pc:sldMk cId="1881289253" sldId="2498"/>
            <ac:spMk id="5" creationId="{F1C8F1BD-E543-1C02-C17F-B1A2872354C4}"/>
          </ac:spMkLst>
        </pc:spChg>
        <pc:spChg chg="mod">
          <ac:chgData name="Owais Ahmed" userId="6abc7d4556b3b071" providerId="LiveId" clId="{583CDD36-DC75-4E50-898E-AECC56DCC01A}" dt="2023-03-03T04:49:38.147" v="1981" actId="20577"/>
          <ac:spMkLst>
            <pc:docMk/>
            <pc:sldMk cId="1881289253" sldId="2498"/>
            <ac:spMk id="215" creationId="{00000000-0000-0000-0000-000000000000}"/>
          </ac:spMkLst>
        </pc:spChg>
        <pc:picChg chg="add mod">
          <ac:chgData name="Owais Ahmed" userId="6abc7d4556b3b071" providerId="LiveId" clId="{583CDD36-DC75-4E50-898E-AECC56DCC01A}" dt="2023-03-03T05:43:39.544" v="2146" actId="1076"/>
          <ac:picMkLst>
            <pc:docMk/>
            <pc:sldMk cId="1881289253" sldId="2498"/>
            <ac:picMk id="3078" creationId="{FAA109FF-5D40-8692-BD65-902C9FEB4EB4}"/>
          </ac:picMkLst>
        </pc:picChg>
      </pc:sldChg>
      <pc:sldChg chg="addSp delSp modSp add mod modAnim">
        <pc:chgData name="Owais Ahmed" userId="6abc7d4556b3b071" providerId="LiveId" clId="{583CDD36-DC75-4E50-898E-AECC56DCC01A}" dt="2023-03-03T06:00:29.500" v="2818" actId="1076"/>
        <pc:sldMkLst>
          <pc:docMk/>
          <pc:sldMk cId="3955736578" sldId="2499"/>
        </pc:sldMkLst>
        <pc:spChg chg="mod">
          <ac:chgData name="Owais Ahmed" userId="6abc7d4556b3b071" providerId="LiveId" clId="{583CDD36-DC75-4E50-898E-AECC56DCC01A}" dt="2023-03-03T05:58:55.332" v="2810" actId="20577"/>
          <ac:spMkLst>
            <pc:docMk/>
            <pc:sldMk cId="3955736578" sldId="2499"/>
            <ac:spMk id="3" creationId="{4A1C0383-58FE-E486-295E-B33B8683B938}"/>
          </ac:spMkLst>
        </pc:spChg>
        <pc:spChg chg="add del">
          <ac:chgData name="Owais Ahmed" userId="6abc7d4556b3b071" providerId="LiveId" clId="{583CDD36-DC75-4E50-898E-AECC56DCC01A}" dt="2023-03-03T05:59:51.543" v="2812"/>
          <ac:spMkLst>
            <pc:docMk/>
            <pc:sldMk cId="3955736578" sldId="2499"/>
            <ac:spMk id="4" creationId="{A8C2EC14-07AD-1150-23BC-827AB83B1019}"/>
          </ac:spMkLst>
        </pc:spChg>
        <pc:picChg chg="add del">
          <ac:chgData name="Owais Ahmed" userId="6abc7d4556b3b071" providerId="LiveId" clId="{583CDD36-DC75-4E50-898E-AECC56DCC01A}" dt="2023-03-03T06:00:07.097" v="2814" actId="22"/>
          <ac:picMkLst>
            <pc:docMk/>
            <pc:sldMk cId="3955736578" sldId="2499"/>
            <ac:picMk id="6" creationId="{BE71870F-3DBA-4D1F-C222-1B194F1ECDD4}"/>
          </ac:picMkLst>
        </pc:picChg>
        <pc:picChg chg="add mod">
          <ac:chgData name="Owais Ahmed" userId="6abc7d4556b3b071" providerId="LiveId" clId="{583CDD36-DC75-4E50-898E-AECC56DCC01A}" dt="2023-03-03T06:00:29.500" v="2818" actId="1076"/>
          <ac:picMkLst>
            <pc:docMk/>
            <pc:sldMk cId="3955736578" sldId="2499"/>
            <ac:picMk id="8" creationId="{2D690B33-8A95-3481-E1DA-0C2846067CC2}"/>
          </ac:picMkLst>
        </pc:picChg>
        <pc:picChg chg="del">
          <ac:chgData name="Owais Ahmed" userId="6abc7d4556b3b071" providerId="LiveId" clId="{583CDD36-DC75-4E50-898E-AECC56DCC01A}" dt="2023-03-03T05:56:14.122" v="2676" actId="478"/>
          <ac:picMkLst>
            <pc:docMk/>
            <pc:sldMk cId="3955736578" sldId="2499"/>
            <ac:picMk id="3078" creationId="{FAA109FF-5D40-8692-BD65-902C9FEB4EB4}"/>
          </ac:picMkLst>
        </pc:picChg>
      </pc:sldChg>
      <pc:sldChg chg="delSp modSp add mod modAnim">
        <pc:chgData name="Owais Ahmed" userId="6abc7d4556b3b071" providerId="LiveId" clId="{583CDD36-DC75-4E50-898E-AECC56DCC01A}" dt="2023-03-03T06:08:11.648" v="3770" actId="20577"/>
        <pc:sldMkLst>
          <pc:docMk/>
          <pc:sldMk cId="3647547761" sldId="2500"/>
        </pc:sldMkLst>
        <pc:spChg chg="mod">
          <ac:chgData name="Owais Ahmed" userId="6abc7d4556b3b071" providerId="LiveId" clId="{583CDD36-DC75-4E50-898E-AECC56DCC01A}" dt="2023-03-03T06:08:11.648" v="3770" actId="20577"/>
          <ac:spMkLst>
            <pc:docMk/>
            <pc:sldMk cId="3647547761" sldId="2500"/>
            <ac:spMk id="3" creationId="{4A1C0383-58FE-E486-295E-B33B8683B938}"/>
          </ac:spMkLst>
        </pc:spChg>
        <pc:picChg chg="del">
          <ac:chgData name="Owais Ahmed" userId="6abc7d4556b3b071" providerId="LiveId" clId="{583CDD36-DC75-4E50-898E-AECC56DCC01A}" dt="2023-03-03T06:00:36.483" v="2820" actId="478"/>
          <ac:picMkLst>
            <pc:docMk/>
            <pc:sldMk cId="3647547761" sldId="2500"/>
            <ac:picMk id="8" creationId="{2D690B33-8A95-3481-E1DA-0C2846067CC2}"/>
          </ac:picMkLst>
        </pc:picChg>
      </pc:sldChg>
      <pc:sldChg chg="del">
        <pc:chgData name="Owais Ahmed" userId="6abc7d4556b3b071" providerId="LiveId" clId="{583CDD36-DC75-4E50-898E-AECC56DCC01A}" dt="2023-03-03T06:09:16.822" v="3779" actId="47"/>
        <pc:sldMkLst>
          <pc:docMk/>
          <pc:sldMk cId="3343540598" sldId="2501"/>
        </pc:sldMkLst>
      </pc:sldChg>
      <pc:sldChg chg="modSp add mod modAnim modNotesTx">
        <pc:chgData name="Owais Ahmed" userId="6abc7d4556b3b071" providerId="LiveId" clId="{583CDD36-DC75-4E50-898E-AECC56DCC01A}" dt="2023-03-03T06:24:32.189" v="4559" actId="20577"/>
        <pc:sldMkLst>
          <pc:docMk/>
          <pc:sldMk cId="3769573511" sldId="2501"/>
        </pc:sldMkLst>
        <pc:spChg chg="mod">
          <ac:chgData name="Owais Ahmed" userId="6abc7d4556b3b071" providerId="LiveId" clId="{583CDD36-DC75-4E50-898E-AECC56DCC01A}" dt="2023-03-03T06:14:47.884" v="4213" actId="20577"/>
          <ac:spMkLst>
            <pc:docMk/>
            <pc:sldMk cId="3769573511" sldId="2501"/>
            <ac:spMk id="3" creationId="{4A1C0383-58FE-E486-295E-B33B8683B938}"/>
          </ac:spMkLst>
        </pc:spChg>
        <pc:spChg chg="mod">
          <ac:chgData name="Owais Ahmed" userId="6abc7d4556b3b071" providerId="LiveId" clId="{583CDD36-DC75-4E50-898E-AECC56DCC01A}" dt="2023-03-03T06:09:48.808" v="3814" actId="20577"/>
          <ac:spMkLst>
            <pc:docMk/>
            <pc:sldMk cId="3769573511" sldId="2501"/>
            <ac:spMk id="215" creationId="{00000000-0000-0000-0000-000000000000}"/>
          </ac:spMkLst>
        </pc:spChg>
      </pc:sldChg>
      <pc:sldChg chg="add del">
        <pc:chgData name="Owais Ahmed" userId="6abc7d4556b3b071" providerId="LiveId" clId="{583CDD36-DC75-4E50-898E-AECC56DCC01A}" dt="2023-03-03T06:08:54.966" v="3773" actId="2890"/>
        <pc:sldMkLst>
          <pc:docMk/>
          <pc:sldMk cId="300343940" sldId="2502"/>
        </pc:sldMkLst>
      </pc:sldChg>
      <pc:sldChg chg="add del">
        <pc:chgData name="Owais Ahmed" userId="6abc7d4556b3b071" providerId="LiveId" clId="{583CDD36-DC75-4E50-898E-AECC56DCC01A}" dt="2023-03-03T06:09:06.883" v="3775"/>
        <pc:sldMkLst>
          <pc:docMk/>
          <pc:sldMk cId="675864047" sldId="2502"/>
        </pc:sldMkLst>
      </pc:sldChg>
      <pc:sldChg chg="modSp add mod modAnim modNotesTx">
        <pc:chgData name="Owais Ahmed" userId="6abc7d4556b3b071" providerId="LiveId" clId="{583CDD36-DC75-4E50-898E-AECC56DCC01A}" dt="2023-03-04T13:30:34.083" v="4560" actId="6549"/>
        <pc:sldMkLst>
          <pc:docMk/>
          <pc:sldMk cId="2150423912" sldId="2502"/>
        </pc:sldMkLst>
        <pc:spChg chg="mod">
          <ac:chgData name="Owais Ahmed" userId="6abc7d4556b3b071" providerId="LiveId" clId="{583CDD36-DC75-4E50-898E-AECC56DCC01A}" dt="2023-03-03T06:23:48.434" v="4556" actId="20577"/>
          <ac:spMkLst>
            <pc:docMk/>
            <pc:sldMk cId="2150423912" sldId="2502"/>
            <ac:spMk id="3" creationId="{4A1C0383-58FE-E486-295E-B33B8683B938}"/>
          </ac:spMkLst>
        </pc:spChg>
        <pc:spChg chg="mod">
          <ac:chgData name="Owais Ahmed" userId="6abc7d4556b3b071" providerId="LiveId" clId="{583CDD36-DC75-4E50-898E-AECC56DCC01A}" dt="2023-03-03T06:16:04.413" v="4227" actId="20577"/>
          <ac:spMkLst>
            <pc:docMk/>
            <pc:sldMk cId="2150423912" sldId="2502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AE31D104-1C80-4E1A-BD7C-B6A596EF3706}"/>
    <pc:docChg chg="modSld">
      <pc:chgData name="Owais Ahmed" userId="6abc7d4556b3b071" providerId="LiveId" clId="{AE31D104-1C80-4E1A-BD7C-B6A596EF3706}" dt="2023-03-09T15:19:56.752" v="0" actId="6549"/>
      <pc:docMkLst>
        <pc:docMk/>
      </pc:docMkLst>
      <pc:sldChg chg="modSp mod">
        <pc:chgData name="Owais Ahmed" userId="6abc7d4556b3b071" providerId="LiveId" clId="{AE31D104-1C80-4E1A-BD7C-B6A596EF3706}" dt="2023-03-09T15:19:56.752" v="0" actId="6549"/>
        <pc:sldMkLst>
          <pc:docMk/>
          <pc:sldMk cId="1649098948" sldId="2462"/>
        </pc:sldMkLst>
        <pc:spChg chg="mod">
          <ac:chgData name="Owais Ahmed" userId="6abc7d4556b3b071" providerId="LiveId" clId="{AE31D104-1C80-4E1A-BD7C-B6A596EF3706}" dt="2023-03-09T15:19:56.752" v="0" actId="6549"/>
          <ac:spMkLst>
            <pc:docMk/>
            <pc:sldMk cId="1649098948" sldId="2462"/>
            <ac:spMk id="6" creationId="{F3C89A40-EEAA-43AB-9A3A-B2CFDE450F1B}"/>
          </ac:spMkLst>
        </pc:spChg>
      </pc:sldChg>
    </pc:docChg>
  </pc:docChgLst>
  <pc:docChgLst>
    <pc:chgData name="Owais Ahmed" userId="6abc7d4556b3b071" providerId="LiveId" clId="{0FDD8DE3-F1AE-4516-94DB-A1902CE94C41}"/>
    <pc:docChg chg="undo custSel addSld delSld modSld sldOrd">
      <pc:chgData name="Owais Ahmed" userId="6abc7d4556b3b071" providerId="LiveId" clId="{0FDD8DE3-F1AE-4516-94DB-A1902CE94C41}" dt="2023-03-02T06:18:36.400" v="3919" actId="20577"/>
      <pc:docMkLst>
        <pc:docMk/>
      </pc:docMkLst>
      <pc:sldChg chg="del">
        <pc:chgData name="Owais Ahmed" userId="6abc7d4556b3b071" providerId="LiveId" clId="{0FDD8DE3-F1AE-4516-94DB-A1902CE94C41}" dt="2023-03-02T04:27:58.588" v="0" actId="47"/>
        <pc:sldMkLst>
          <pc:docMk/>
          <pc:sldMk cId="1287457047" sldId="522"/>
        </pc:sldMkLst>
      </pc:sldChg>
      <pc:sldChg chg="modSp mod">
        <pc:chgData name="Owais Ahmed" userId="6abc7d4556b3b071" providerId="LiveId" clId="{0FDD8DE3-F1AE-4516-94DB-A1902CE94C41}" dt="2023-03-02T04:34:37.750" v="253" actId="20577"/>
        <pc:sldMkLst>
          <pc:docMk/>
          <pc:sldMk cId="1649098948" sldId="2462"/>
        </pc:sldMkLst>
        <pc:spChg chg="mod">
          <ac:chgData name="Owais Ahmed" userId="6abc7d4556b3b071" providerId="LiveId" clId="{0FDD8DE3-F1AE-4516-94DB-A1902CE94C41}" dt="2023-03-02T04:34:37.750" v="253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add del mod modAnim modNotesTx">
        <pc:chgData name="Owais Ahmed" userId="6abc7d4556b3b071" providerId="LiveId" clId="{0FDD8DE3-F1AE-4516-94DB-A1902CE94C41}" dt="2023-03-02T04:56:35.318" v="824" actId="20577"/>
        <pc:sldMkLst>
          <pc:docMk/>
          <pc:sldMk cId="641030253" sldId="2479"/>
        </pc:sldMkLst>
        <pc:spChg chg="mod">
          <ac:chgData name="Owais Ahmed" userId="6abc7d4556b3b071" providerId="LiveId" clId="{0FDD8DE3-F1AE-4516-94DB-A1902CE94C41}" dt="2023-03-02T04:56:35.318" v="824" actId="20577"/>
          <ac:spMkLst>
            <pc:docMk/>
            <pc:sldMk cId="641030253" sldId="2479"/>
            <ac:spMk id="3" creationId="{4A1C0383-58FE-E486-295E-B33B8683B938}"/>
          </ac:spMkLst>
        </pc:spChg>
      </pc:sldChg>
      <pc:sldChg chg="addSp delSp modSp add mod addAnim delAnim modAnim">
        <pc:chgData name="Owais Ahmed" userId="6abc7d4556b3b071" providerId="LiveId" clId="{0FDD8DE3-F1AE-4516-94DB-A1902CE94C41}" dt="2023-03-02T05:02:47.390" v="1015" actId="20577"/>
        <pc:sldMkLst>
          <pc:docMk/>
          <pc:sldMk cId="33298473" sldId="2480"/>
        </pc:sldMkLst>
        <pc:spChg chg="mod">
          <ac:chgData name="Owais Ahmed" userId="6abc7d4556b3b071" providerId="LiveId" clId="{0FDD8DE3-F1AE-4516-94DB-A1902CE94C41}" dt="2023-03-02T05:02:47.390" v="1015" actId="20577"/>
          <ac:spMkLst>
            <pc:docMk/>
            <pc:sldMk cId="33298473" sldId="2480"/>
            <ac:spMk id="3" creationId="{4A1C0383-58FE-E486-295E-B33B8683B938}"/>
          </ac:spMkLst>
        </pc:spChg>
        <pc:spChg chg="add del mod">
          <ac:chgData name="Owais Ahmed" userId="6abc7d4556b3b071" providerId="LiveId" clId="{0FDD8DE3-F1AE-4516-94DB-A1902CE94C41}" dt="2023-03-02T04:59:41.959" v="915" actId="478"/>
          <ac:spMkLst>
            <pc:docMk/>
            <pc:sldMk cId="33298473" sldId="2480"/>
            <ac:spMk id="4" creationId="{68AC28BA-EE78-7111-9C67-B260CC8C0AF1}"/>
          </ac:spMkLst>
        </pc:spChg>
        <pc:spChg chg="add del mod">
          <ac:chgData name="Owais Ahmed" userId="6abc7d4556b3b071" providerId="LiveId" clId="{0FDD8DE3-F1AE-4516-94DB-A1902CE94C41}" dt="2023-03-02T04:59:50.009" v="917"/>
          <ac:spMkLst>
            <pc:docMk/>
            <pc:sldMk cId="33298473" sldId="2480"/>
            <ac:spMk id="5" creationId="{3C596777-B16B-C4E4-DB12-E1F5A73BD828}"/>
          </ac:spMkLst>
        </pc:spChg>
        <pc:spChg chg="mod">
          <ac:chgData name="Owais Ahmed" userId="6abc7d4556b3b071" providerId="LiveId" clId="{0FDD8DE3-F1AE-4516-94DB-A1902CE94C41}" dt="2023-03-02T04:57:10.298" v="868" actId="20577"/>
          <ac:spMkLst>
            <pc:docMk/>
            <pc:sldMk cId="33298473" sldId="2480"/>
            <ac:spMk id="215" creationId="{00000000-0000-0000-0000-000000000000}"/>
          </ac:spMkLst>
        </pc:spChg>
        <pc:grpChg chg="add mod">
          <ac:chgData name="Owais Ahmed" userId="6abc7d4556b3b071" providerId="LiveId" clId="{0FDD8DE3-F1AE-4516-94DB-A1902CE94C41}" dt="2023-03-02T05:01:15.772" v="952" actId="1076"/>
          <ac:grpSpMkLst>
            <pc:docMk/>
            <pc:sldMk cId="33298473" sldId="2480"/>
            <ac:grpSpMk id="6" creationId="{FD589D9F-4290-70D5-647A-B064BD51AD0F}"/>
          </ac:grpSpMkLst>
        </pc:grpChg>
        <pc:graphicFrameChg chg="mod">
          <ac:chgData name="Owais Ahmed" userId="6abc7d4556b3b071" providerId="LiveId" clId="{0FDD8DE3-F1AE-4516-94DB-A1902CE94C41}" dt="2023-03-02T05:01:09.985" v="951" actId="1076"/>
          <ac:graphicFrameMkLst>
            <pc:docMk/>
            <pc:sldMk cId="33298473" sldId="2480"/>
            <ac:graphicFrameMk id="7" creationId="{7FAACA05-2AF8-65B6-3247-494C8D83A2A3}"/>
          </ac:graphicFrameMkLst>
        </pc:graphicFrameChg>
        <pc:graphicFrameChg chg="mod">
          <ac:chgData name="Owais Ahmed" userId="6abc7d4556b3b071" providerId="LiveId" clId="{0FDD8DE3-F1AE-4516-94DB-A1902CE94C41}" dt="2023-03-02T04:59:57.098" v="918"/>
          <ac:graphicFrameMkLst>
            <pc:docMk/>
            <pc:sldMk cId="33298473" sldId="2480"/>
            <ac:graphicFrameMk id="8" creationId="{499CFD65-868C-4833-4C17-404622B9360F}"/>
          </ac:graphicFrameMkLst>
        </pc:graphicFrameChg>
        <pc:graphicFrameChg chg="mod">
          <ac:chgData name="Owais Ahmed" userId="6abc7d4556b3b071" providerId="LiveId" clId="{0FDD8DE3-F1AE-4516-94DB-A1902CE94C41}" dt="2023-03-02T05:01:05.734" v="949" actId="1076"/>
          <ac:graphicFrameMkLst>
            <pc:docMk/>
            <pc:sldMk cId="33298473" sldId="2480"/>
            <ac:graphicFrameMk id="9" creationId="{05B7410C-9230-9514-6EE0-C6BB6D00E65A}"/>
          </ac:graphicFrameMkLst>
        </pc:graphicFrameChg>
      </pc:sldChg>
      <pc:sldChg chg="addSp delSp modSp add mod">
        <pc:chgData name="Owais Ahmed" userId="6abc7d4556b3b071" providerId="LiveId" clId="{0FDD8DE3-F1AE-4516-94DB-A1902CE94C41}" dt="2023-03-02T05:04:45.391" v="1131" actId="20577"/>
        <pc:sldMkLst>
          <pc:docMk/>
          <pc:sldMk cId="2242574499" sldId="2481"/>
        </pc:sldMkLst>
        <pc:spChg chg="mod">
          <ac:chgData name="Owais Ahmed" userId="6abc7d4556b3b071" providerId="LiveId" clId="{0FDD8DE3-F1AE-4516-94DB-A1902CE94C41}" dt="2023-03-02T05:04:45.391" v="1131" actId="20577"/>
          <ac:spMkLst>
            <pc:docMk/>
            <pc:sldMk cId="2242574499" sldId="2481"/>
            <ac:spMk id="3" creationId="{4A1C0383-58FE-E486-295E-B33B8683B938}"/>
          </ac:spMkLst>
        </pc:spChg>
        <pc:grpChg chg="del">
          <ac:chgData name="Owais Ahmed" userId="6abc7d4556b3b071" providerId="LiveId" clId="{0FDD8DE3-F1AE-4516-94DB-A1902CE94C41}" dt="2023-03-02T05:04:04.357" v="1104" actId="478"/>
          <ac:grpSpMkLst>
            <pc:docMk/>
            <pc:sldMk cId="2242574499" sldId="2481"/>
            <ac:grpSpMk id="6" creationId="{FD589D9F-4290-70D5-647A-B064BD51AD0F}"/>
          </ac:grpSpMkLst>
        </pc:grpChg>
        <pc:graphicFrameChg chg="add mod">
          <ac:chgData name="Owais Ahmed" userId="6abc7d4556b3b071" providerId="LiveId" clId="{0FDD8DE3-F1AE-4516-94DB-A1902CE94C41}" dt="2023-03-02T05:04:13.311" v="1107" actId="1076"/>
          <ac:graphicFrameMkLst>
            <pc:docMk/>
            <pc:sldMk cId="2242574499" sldId="2481"/>
            <ac:graphicFrameMk id="4" creationId="{A4BC4EBA-3876-6BF4-89C0-19210A8CD91E}"/>
          </ac:graphicFrameMkLst>
        </pc:graphicFrameChg>
      </pc:sldChg>
      <pc:sldChg chg="addSp delSp modSp add mod modAnim">
        <pc:chgData name="Owais Ahmed" userId="6abc7d4556b3b071" providerId="LiveId" clId="{0FDD8DE3-F1AE-4516-94DB-A1902CE94C41}" dt="2023-03-02T05:07:54.229" v="1274"/>
        <pc:sldMkLst>
          <pc:docMk/>
          <pc:sldMk cId="3554497857" sldId="2482"/>
        </pc:sldMkLst>
        <pc:spChg chg="mod">
          <ac:chgData name="Owais Ahmed" userId="6abc7d4556b3b071" providerId="LiveId" clId="{0FDD8DE3-F1AE-4516-94DB-A1902CE94C41}" dt="2023-03-02T05:07:34.050" v="1267" actId="14100"/>
          <ac:spMkLst>
            <pc:docMk/>
            <pc:sldMk cId="3554497857" sldId="2482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7" creationId="{C4E1FD69-13E5-3FE3-DBBD-F4EDBD0B4548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8" creationId="{A3151781-A385-D86F-D674-1B13A34E15FD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9" creationId="{7FEA710A-3158-0DA2-73B7-9B738D7CB45C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0" creationId="{4E343397-BF21-8FB1-2BA8-F2FBF2316C97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1" creationId="{CE1638A0-80E0-117E-C1B2-FD5E695BDC5B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2" creationId="{B708FF02-D0A1-390F-D4A4-141B061E2351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3" creationId="{9D5025B5-0745-F2E3-16E8-8CA67BAAD609}"/>
          </ac:spMkLst>
        </pc:spChg>
        <pc:grpChg chg="add del mod">
          <ac:chgData name="Owais Ahmed" userId="6abc7d4556b3b071" providerId="LiveId" clId="{0FDD8DE3-F1AE-4516-94DB-A1902CE94C41}" dt="2023-03-02T05:07:49.003" v="1273" actId="1076"/>
          <ac:grpSpMkLst>
            <pc:docMk/>
            <pc:sldMk cId="3554497857" sldId="2482"/>
            <ac:grpSpMk id="5" creationId="{94258CDA-92B0-B5D6-384D-F2A3E75B7760}"/>
          </ac:grpSpMkLst>
        </pc:grpChg>
        <pc:graphicFrameChg chg="del">
          <ac:chgData name="Owais Ahmed" userId="6abc7d4556b3b071" providerId="LiveId" clId="{0FDD8DE3-F1AE-4516-94DB-A1902CE94C41}" dt="2023-03-02T05:06:19.043" v="1232" actId="478"/>
          <ac:graphicFrameMkLst>
            <pc:docMk/>
            <pc:sldMk cId="3554497857" sldId="2482"/>
            <ac:graphicFrameMk id="4" creationId="{A4BC4EBA-3876-6BF4-89C0-19210A8CD91E}"/>
          </ac:graphicFrameMkLst>
        </pc:graphicFrameChg>
        <pc:graphicFrameChg chg="mod">
          <ac:chgData name="Owais Ahmed" userId="6abc7d4556b3b071" providerId="LiveId" clId="{0FDD8DE3-F1AE-4516-94DB-A1902CE94C41}" dt="2023-03-02T05:07:49.003" v="1273" actId="1076"/>
          <ac:graphicFrameMkLst>
            <pc:docMk/>
            <pc:sldMk cId="3554497857" sldId="2482"/>
            <ac:graphicFrameMk id="6" creationId="{E263AE06-16F9-EA63-2B55-AFAFDFF05400}"/>
          </ac:graphicFrameMkLst>
        </pc:graphicFrameChg>
      </pc:sldChg>
      <pc:sldChg chg="addSp delSp modSp add mod modAnim">
        <pc:chgData name="Owais Ahmed" userId="6abc7d4556b3b071" providerId="LiveId" clId="{0FDD8DE3-F1AE-4516-94DB-A1902CE94C41}" dt="2023-03-02T05:12:04.645" v="1365" actId="20577"/>
        <pc:sldMkLst>
          <pc:docMk/>
          <pc:sldMk cId="677534828" sldId="2483"/>
        </pc:sldMkLst>
        <pc:spChg chg="mod">
          <ac:chgData name="Owais Ahmed" userId="6abc7d4556b3b071" providerId="LiveId" clId="{0FDD8DE3-F1AE-4516-94DB-A1902CE94C41}" dt="2023-03-02T05:12:04.645" v="1365" actId="20577"/>
          <ac:spMkLst>
            <pc:docMk/>
            <pc:sldMk cId="677534828" sldId="2483"/>
            <ac:spMk id="3" creationId="{4A1C0383-58FE-E486-295E-B33B8683B938}"/>
          </ac:spMkLst>
        </pc:spChg>
        <pc:grpChg chg="del">
          <ac:chgData name="Owais Ahmed" userId="6abc7d4556b3b071" providerId="LiveId" clId="{0FDD8DE3-F1AE-4516-94DB-A1902CE94C41}" dt="2023-03-02T05:08:35.450" v="1276" actId="478"/>
          <ac:grpSpMkLst>
            <pc:docMk/>
            <pc:sldMk cId="677534828" sldId="2483"/>
            <ac:grpSpMk id="5" creationId="{94258CDA-92B0-B5D6-384D-F2A3E75B7760}"/>
          </ac:grpSpMkLst>
        </pc:grpChg>
        <pc:graphicFrameChg chg="add mod">
          <ac:chgData name="Owais Ahmed" userId="6abc7d4556b3b071" providerId="LiveId" clId="{0FDD8DE3-F1AE-4516-94DB-A1902CE94C41}" dt="2023-03-02T05:09:36.384" v="1301" actId="1076"/>
          <ac:graphicFrameMkLst>
            <pc:docMk/>
            <pc:sldMk cId="677534828" sldId="2483"/>
            <ac:graphicFrameMk id="4" creationId="{976AB35B-B8A7-3F4B-F4BD-5863694BCC5D}"/>
          </ac:graphicFrameMkLst>
        </pc:graphicFrameChg>
      </pc:sldChg>
      <pc:sldChg chg="addSp delSp modSp add mod">
        <pc:chgData name="Owais Ahmed" userId="6abc7d4556b3b071" providerId="LiveId" clId="{0FDD8DE3-F1AE-4516-94DB-A1902CE94C41}" dt="2023-03-02T05:19:22.243" v="1681" actId="20577"/>
        <pc:sldMkLst>
          <pc:docMk/>
          <pc:sldMk cId="278977406" sldId="2484"/>
        </pc:sldMkLst>
        <pc:spChg chg="mod">
          <ac:chgData name="Owais Ahmed" userId="6abc7d4556b3b071" providerId="LiveId" clId="{0FDD8DE3-F1AE-4516-94DB-A1902CE94C41}" dt="2023-03-02T05:19:22.243" v="1681" actId="20577"/>
          <ac:spMkLst>
            <pc:docMk/>
            <pc:sldMk cId="278977406" sldId="2484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7" creationId="{55BA099A-CF9D-DA01-089D-3FB73BCCDF0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8" creationId="{8B5CD697-AFB4-87A3-6AE0-3E13DFFBFE9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9" creationId="{14D7CFE0-500B-EE3E-0916-F312008148C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1" creationId="{43214471-716B-DD60-6ABE-109DFA27050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3" creationId="{FAA990E2-2821-A383-E799-8067629CA75C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5" creationId="{7DA1DB7D-B35C-DE61-9AFF-134B326B0FD9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6" creationId="{29E538EA-8887-71D8-6567-6AE1C312A98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7" creationId="{FCAA705B-E173-3247-BD24-8A5E9844FF2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8" creationId="{FD1EE0E5-528C-1471-6132-2C95A8FF34DB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9" creationId="{8638A1AB-9E42-C187-D2AC-D9C9A3F3A5D1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0" creationId="{FB75DA1E-A533-0DC9-6375-3B13FE54D5F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1" creationId="{05D4747D-C55A-27A8-A503-97067BF659C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2" creationId="{060909E4-FC5A-F3CB-0DCE-7A6B2C8D85FE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3" creationId="{A34C6B58-56E8-825F-57FF-2ED8615E7079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4" creationId="{97FFB713-4A4F-385D-29BA-E73F9F9AF409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5" creationId="{83D4EE20-4465-2F99-20E4-96B41FE72BA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6" creationId="{CBD0581F-8EAF-DD54-9931-F722097CCF36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7" creationId="{65B31570-2F7D-A625-6849-372E2DEECD85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8" creationId="{EF6A9AF1-BD6E-86CB-85D2-48629D499C36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9" creationId="{598807CE-1E04-5612-F554-B4F4EF64953A}"/>
          </ac:spMkLst>
        </pc:spChg>
        <pc:grpChg chg="add 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5" creationId="{F299F5F0-22E0-D1A1-49CA-0FA87EC7C3F5}"/>
          </ac:grpSpMkLst>
        </pc:grpChg>
        <pc:grpChg chg="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10" creationId="{5F8B08D4-6C65-A4B4-7200-EEB2C72E35C3}"/>
          </ac:grpSpMkLst>
        </pc:grpChg>
        <pc:grpChg chg="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12" creationId="{C08FEAF3-94E6-1EEA-45F3-B6619E861383}"/>
          </ac:grpSpMkLst>
        </pc:grpChg>
        <pc:grpChg chg="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14" creationId="{65F0AE59-9C85-3533-161C-A401EAF2021F}"/>
          </ac:grpSpMkLst>
        </pc:grpChg>
        <pc:graphicFrameChg chg="del">
          <ac:chgData name="Owais Ahmed" userId="6abc7d4556b3b071" providerId="LiveId" clId="{0FDD8DE3-F1AE-4516-94DB-A1902CE94C41}" dt="2023-03-02T05:12:28.584" v="1367" actId="478"/>
          <ac:graphicFrameMkLst>
            <pc:docMk/>
            <pc:sldMk cId="278977406" sldId="2484"/>
            <ac:graphicFrameMk id="4" creationId="{976AB35B-B8A7-3F4B-F4BD-5863694BCC5D}"/>
          </ac:graphicFrameMkLst>
        </pc:graphicFrameChg>
        <pc:graphicFrameChg chg="mod">
          <ac:chgData name="Owais Ahmed" userId="6abc7d4556b3b071" providerId="LiveId" clId="{0FDD8DE3-F1AE-4516-94DB-A1902CE94C41}" dt="2023-03-02T05:16:06.728" v="1373" actId="1076"/>
          <ac:graphicFrameMkLst>
            <pc:docMk/>
            <pc:sldMk cId="278977406" sldId="2484"/>
            <ac:graphicFrameMk id="6" creationId="{D6062A98-8C21-5037-803E-40FA7421CEF0}"/>
          </ac:graphicFrameMkLst>
        </pc:graphicFrameChg>
      </pc:sldChg>
      <pc:sldChg chg="add del">
        <pc:chgData name="Owais Ahmed" userId="6abc7d4556b3b071" providerId="LiveId" clId="{0FDD8DE3-F1AE-4516-94DB-A1902CE94C41}" dt="2023-03-02T04:35:20.256" v="256" actId="47"/>
        <pc:sldMkLst>
          <pc:docMk/>
          <pc:sldMk cId="2426892836" sldId="2485"/>
        </pc:sldMkLst>
      </pc:sldChg>
      <pc:sldChg chg="delSp modSp add mod modAnim">
        <pc:chgData name="Owais Ahmed" userId="6abc7d4556b3b071" providerId="LiveId" clId="{0FDD8DE3-F1AE-4516-94DB-A1902CE94C41}" dt="2023-03-02T05:33:14.169" v="1944" actId="20577"/>
        <pc:sldMkLst>
          <pc:docMk/>
          <pc:sldMk cId="2995985000" sldId="2485"/>
        </pc:sldMkLst>
        <pc:spChg chg="mod">
          <ac:chgData name="Owais Ahmed" userId="6abc7d4556b3b071" providerId="LiveId" clId="{0FDD8DE3-F1AE-4516-94DB-A1902CE94C41}" dt="2023-03-02T05:33:14.169" v="1944" actId="20577"/>
          <ac:spMkLst>
            <pc:docMk/>
            <pc:sldMk cId="2995985000" sldId="2485"/>
            <ac:spMk id="3" creationId="{4A1C0383-58FE-E486-295E-B33B8683B938}"/>
          </ac:spMkLst>
        </pc:spChg>
        <pc:grpChg chg="del">
          <ac:chgData name="Owais Ahmed" userId="6abc7d4556b3b071" providerId="LiveId" clId="{0FDD8DE3-F1AE-4516-94DB-A1902CE94C41}" dt="2023-03-02T05:19:52.045" v="1683" actId="478"/>
          <ac:grpSpMkLst>
            <pc:docMk/>
            <pc:sldMk cId="2995985000" sldId="2485"/>
            <ac:grpSpMk id="5" creationId="{F299F5F0-22E0-D1A1-49CA-0FA87EC7C3F5}"/>
          </ac:grpSpMkLst>
        </pc:grpChg>
      </pc:sldChg>
      <pc:sldChg chg="modSp add mod modAnim">
        <pc:chgData name="Owais Ahmed" userId="6abc7d4556b3b071" providerId="LiveId" clId="{0FDD8DE3-F1AE-4516-94DB-A1902CE94C41}" dt="2023-03-02T05:36:18.701" v="2006" actId="20577"/>
        <pc:sldMkLst>
          <pc:docMk/>
          <pc:sldMk cId="1088870247" sldId="2486"/>
        </pc:sldMkLst>
        <pc:spChg chg="mod">
          <ac:chgData name="Owais Ahmed" userId="6abc7d4556b3b071" providerId="LiveId" clId="{0FDD8DE3-F1AE-4516-94DB-A1902CE94C41}" dt="2023-03-02T05:36:18.701" v="2006" actId="20577"/>
          <ac:spMkLst>
            <pc:docMk/>
            <pc:sldMk cId="1088870247" sldId="2486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33:51.460" v="1964" actId="5793"/>
          <ac:spMkLst>
            <pc:docMk/>
            <pc:sldMk cId="1088870247" sldId="2486"/>
            <ac:spMk id="215" creationId="{00000000-0000-0000-0000-000000000000}"/>
          </ac:spMkLst>
        </pc:spChg>
      </pc:sldChg>
      <pc:sldChg chg="del">
        <pc:chgData name="Owais Ahmed" userId="6abc7d4556b3b071" providerId="LiveId" clId="{0FDD8DE3-F1AE-4516-94DB-A1902CE94C41}" dt="2023-03-02T04:35:18.933" v="254" actId="47"/>
        <pc:sldMkLst>
          <pc:docMk/>
          <pc:sldMk cId="3132224988" sldId="2486"/>
        </pc:sldMkLst>
      </pc:sldChg>
      <pc:sldChg chg="addSp modSp add mod ord modAnim modNotesTx">
        <pc:chgData name="Owais Ahmed" userId="6abc7d4556b3b071" providerId="LiveId" clId="{0FDD8DE3-F1AE-4516-94DB-A1902CE94C41}" dt="2023-03-02T05:44:54.853" v="2642" actId="20577"/>
        <pc:sldMkLst>
          <pc:docMk/>
          <pc:sldMk cId="1653736541" sldId="2487"/>
        </pc:sldMkLst>
        <pc:spChg chg="mod">
          <ac:chgData name="Owais Ahmed" userId="6abc7d4556b3b071" providerId="LiveId" clId="{0FDD8DE3-F1AE-4516-94DB-A1902CE94C41}" dt="2023-03-02T05:44:06.203" v="2472" actId="20577"/>
          <ac:spMkLst>
            <pc:docMk/>
            <pc:sldMk cId="1653736541" sldId="2487"/>
            <ac:spMk id="3" creationId="{4A1C0383-58FE-E486-295E-B33B8683B938}"/>
          </ac:spMkLst>
        </pc:spChg>
        <pc:graphicFrameChg chg="add mod">
          <ac:chgData name="Owais Ahmed" userId="6abc7d4556b3b071" providerId="LiveId" clId="{0FDD8DE3-F1AE-4516-94DB-A1902CE94C41}" dt="2023-03-02T05:40:24.446" v="2091" actId="1076"/>
          <ac:graphicFrameMkLst>
            <pc:docMk/>
            <pc:sldMk cId="1653736541" sldId="2487"/>
            <ac:graphicFrameMk id="4" creationId="{B20B5C78-0431-0648-1A9D-66005AC79585}"/>
          </ac:graphicFrameMkLst>
        </pc:graphicFrameChg>
      </pc:sldChg>
      <pc:sldChg chg="add del">
        <pc:chgData name="Owais Ahmed" userId="6abc7d4556b3b071" providerId="LiveId" clId="{0FDD8DE3-F1AE-4516-94DB-A1902CE94C41}" dt="2023-03-02T05:39:42.723" v="2008" actId="2890"/>
        <pc:sldMkLst>
          <pc:docMk/>
          <pc:sldMk cId="1743220608" sldId="2487"/>
        </pc:sldMkLst>
      </pc:sldChg>
      <pc:sldChg chg="addSp modSp add mod ord modAnim">
        <pc:chgData name="Owais Ahmed" userId="6abc7d4556b3b071" providerId="LiveId" clId="{0FDD8DE3-F1AE-4516-94DB-A1902CE94C41}" dt="2023-03-02T05:49:25.027" v="2865"/>
        <pc:sldMkLst>
          <pc:docMk/>
          <pc:sldMk cId="633565940" sldId="2488"/>
        </pc:sldMkLst>
        <pc:spChg chg="mod">
          <ac:chgData name="Owais Ahmed" userId="6abc7d4556b3b071" providerId="LiveId" clId="{0FDD8DE3-F1AE-4516-94DB-A1902CE94C41}" dt="2023-03-02T05:47:02.045" v="2843" actId="14100"/>
          <ac:spMkLst>
            <pc:docMk/>
            <pc:sldMk cId="633565940" sldId="2488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45:50.131" v="2672" actId="20577"/>
          <ac:spMkLst>
            <pc:docMk/>
            <pc:sldMk cId="633565940" sldId="2488"/>
            <ac:spMk id="215" creationId="{00000000-0000-0000-0000-000000000000}"/>
          </ac:spMkLst>
        </pc:spChg>
        <pc:picChg chg="add mod">
          <ac:chgData name="Owais Ahmed" userId="6abc7d4556b3b071" providerId="LiveId" clId="{0FDD8DE3-F1AE-4516-94DB-A1902CE94C41}" dt="2023-03-02T05:48:56.135" v="2858" actId="1076"/>
          <ac:picMkLst>
            <pc:docMk/>
            <pc:sldMk cId="633565940" sldId="2488"/>
            <ac:picMk id="4" creationId="{2FB2FA82-BF57-F914-975C-C5DBC8806F68}"/>
          </ac:picMkLst>
        </pc:picChg>
        <pc:picChg chg="add mod">
          <ac:chgData name="Owais Ahmed" userId="6abc7d4556b3b071" providerId="LiveId" clId="{0FDD8DE3-F1AE-4516-94DB-A1902CE94C41}" dt="2023-03-02T05:48:58.691" v="2859" actId="1076"/>
          <ac:picMkLst>
            <pc:docMk/>
            <pc:sldMk cId="633565940" sldId="2488"/>
            <ac:picMk id="5" creationId="{1673933C-07C7-2F84-9017-8484D30A66DF}"/>
          </ac:picMkLst>
        </pc:picChg>
        <pc:picChg chg="add mod">
          <ac:chgData name="Owais Ahmed" userId="6abc7d4556b3b071" providerId="LiveId" clId="{0FDD8DE3-F1AE-4516-94DB-A1902CE94C41}" dt="2023-03-02T05:49:02.148" v="2860" actId="1076"/>
          <ac:picMkLst>
            <pc:docMk/>
            <pc:sldMk cId="633565940" sldId="2488"/>
            <ac:picMk id="6" creationId="{1382AA95-4B26-3C7F-D081-29C805830DC9}"/>
          </ac:picMkLst>
        </pc:picChg>
      </pc:sldChg>
      <pc:sldChg chg="add del">
        <pc:chgData name="Owais Ahmed" userId="6abc7d4556b3b071" providerId="LiveId" clId="{0FDD8DE3-F1AE-4516-94DB-A1902CE94C41}" dt="2023-03-02T04:35:19.865" v="255" actId="47"/>
        <pc:sldMkLst>
          <pc:docMk/>
          <pc:sldMk cId="918376006" sldId="2488"/>
        </pc:sldMkLst>
      </pc:sldChg>
      <pc:sldChg chg="add del">
        <pc:chgData name="Owais Ahmed" userId="6abc7d4556b3b071" providerId="LiveId" clId="{0FDD8DE3-F1AE-4516-94DB-A1902CE94C41}" dt="2023-03-02T05:49:58.669" v="2867" actId="2890"/>
        <pc:sldMkLst>
          <pc:docMk/>
          <pc:sldMk cId="1383689140" sldId="2489"/>
        </pc:sldMkLst>
      </pc:sldChg>
      <pc:sldChg chg="del">
        <pc:chgData name="Owais Ahmed" userId="6abc7d4556b3b071" providerId="LiveId" clId="{0FDD8DE3-F1AE-4516-94DB-A1902CE94C41}" dt="2023-03-02T04:35:21.399" v="257" actId="47"/>
        <pc:sldMkLst>
          <pc:docMk/>
          <pc:sldMk cId="3454217637" sldId="2489"/>
        </pc:sldMkLst>
      </pc:sldChg>
      <pc:sldChg chg="addSp delSp modSp add mod ord delAnim modAnim modNotesTx">
        <pc:chgData name="Owais Ahmed" userId="6abc7d4556b3b071" providerId="LiveId" clId="{0FDD8DE3-F1AE-4516-94DB-A1902CE94C41}" dt="2023-03-02T06:09:59.743" v="3278" actId="20577"/>
        <pc:sldMkLst>
          <pc:docMk/>
          <pc:sldMk cId="4108314565" sldId="2489"/>
        </pc:sldMkLst>
        <pc:spChg chg="mod">
          <ac:chgData name="Owais Ahmed" userId="6abc7d4556b3b071" providerId="LiveId" clId="{0FDD8DE3-F1AE-4516-94DB-A1902CE94C41}" dt="2023-03-02T05:50:58.643" v="2914" actId="20577"/>
          <ac:spMkLst>
            <pc:docMk/>
            <pc:sldMk cId="4108314565" sldId="2489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6:09:59.743" v="3278" actId="20577"/>
          <ac:spMkLst>
            <pc:docMk/>
            <pc:sldMk cId="4108314565" sldId="2489"/>
            <ac:spMk id="215" creationId="{00000000-0000-0000-0000-000000000000}"/>
          </ac:spMkLst>
        </pc:spChg>
        <pc:graphicFrameChg chg="del">
          <ac:chgData name="Owais Ahmed" userId="6abc7d4556b3b071" providerId="LiveId" clId="{0FDD8DE3-F1AE-4516-94DB-A1902CE94C41}" dt="2023-03-02T05:50:05.565" v="2871" actId="478"/>
          <ac:graphicFrameMkLst>
            <pc:docMk/>
            <pc:sldMk cId="4108314565" sldId="2489"/>
            <ac:graphicFrameMk id="4" creationId="{B20B5C78-0431-0648-1A9D-66005AC79585}"/>
          </ac:graphicFrameMkLst>
        </pc:graphicFrameChg>
        <pc:picChg chg="add mod">
          <ac:chgData name="Owais Ahmed" userId="6abc7d4556b3b071" providerId="LiveId" clId="{0FDD8DE3-F1AE-4516-94DB-A1902CE94C41}" dt="2023-03-02T05:51:07.524" v="2916" actId="1076"/>
          <ac:picMkLst>
            <pc:docMk/>
            <pc:sldMk cId="4108314565" sldId="2489"/>
            <ac:picMk id="5" creationId="{5A6BCF36-6817-EFD4-1129-7D5CE1797EBB}"/>
          </ac:picMkLst>
        </pc:picChg>
      </pc:sldChg>
      <pc:sldChg chg="addSp delSp modSp add mod modAnim modNotesTx">
        <pc:chgData name="Owais Ahmed" userId="6abc7d4556b3b071" providerId="LiveId" clId="{0FDD8DE3-F1AE-4516-94DB-A1902CE94C41}" dt="2023-03-02T06:15:51.487" v="3719" actId="20577"/>
        <pc:sldMkLst>
          <pc:docMk/>
          <pc:sldMk cId="768465522" sldId="2490"/>
        </pc:sldMkLst>
        <pc:spChg chg="mod">
          <ac:chgData name="Owais Ahmed" userId="6abc7d4556b3b071" providerId="LiveId" clId="{0FDD8DE3-F1AE-4516-94DB-A1902CE94C41}" dt="2023-03-02T06:15:51.487" v="3719" actId="20577"/>
          <ac:spMkLst>
            <pc:docMk/>
            <pc:sldMk cId="768465522" sldId="2490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6:11:16.290" v="3377" actId="20577"/>
          <ac:spMkLst>
            <pc:docMk/>
            <pc:sldMk cId="768465522" sldId="2490"/>
            <ac:spMk id="215" creationId="{00000000-0000-0000-0000-000000000000}"/>
          </ac:spMkLst>
        </pc:spChg>
        <pc:graphicFrameChg chg="add mod">
          <ac:chgData name="Owais Ahmed" userId="6abc7d4556b3b071" providerId="LiveId" clId="{0FDD8DE3-F1AE-4516-94DB-A1902CE94C41}" dt="2023-03-02T06:15:17.787" v="3695" actId="1076"/>
          <ac:graphicFrameMkLst>
            <pc:docMk/>
            <pc:sldMk cId="768465522" sldId="2490"/>
            <ac:graphicFrameMk id="4" creationId="{31FA3D9A-2BB8-CD33-B422-49DC2DF7C247}"/>
          </ac:graphicFrameMkLst>
        </pc:graphicFrameChg>
        <pc:picChg chg="del">
          <ac:chgData name="Owais Ahmed" userId="6abc7d4556b3b071" providerId="LiveId" clId="{0FDD8DE3-F1AE-4516-94DB-A1902CE94C41}" dt="2023-03-02T06:10:13.529" v="3280" actId="478"/>
          <ac:picMkLst>
            <pc:docMk/>
            <pc:sldMk cId="768465522" sldId="2490"/>
            <ac:picMk id="5" creationId="{5A6BCF36-6817-EFD4-1129-7D5CE1797EBB}"/>
          </ac:picMkLst>
        </pc:picChg>
      </pc:sldChg>
      <pc:sldChg chg="del">
        <pc:chgData name="Owais Ahmed" userId="6abc7d4556b3b071" providerId="LiveId" clId="{0FDD8DE3-F1AE-4516-94DB-A1902CE94C41}" dt="2023-03-02T04:35:21.935" v="258" actId="47"/>
        <pc:sldMkLst>
          <pc:docMk/>
          <pc:sldMk cId="3828703945" sldId="2490"/>
        </pc:sldMkLst>
      </pc:sldChg>
      <pc:sldChg chg="del">
        <pc:chgData name="Owais Ahmed" userId="6abc7d4556b3b071" providerId="LiveId" clId="{0FDD8DE3-F1AE-4516-94DB-A1902CE94C41}" dt="2023-03-02T04:35:23.076" v="259" actId="47"/>
        <pc:sldMkLst>
          <pc:docMk/>
          <pc:sldMk cId="1696537967" sldId="2491"/>
        </pc:sldMkLst>
      </pc:sldChg>
      <pc:sldChg chg="modSp add modAnim">
        <pc:chgData name="Owais Ahmed" userId="6abc7d4556b3b071" providerId="LiveId" clId="{0FDD8DE3-F1AE-4516-94DB-A1902CE94C41}" dt="2023-03-02T06:18:36.400" v="3919" actId="20577"/>
        <pc:sldMkLst>
          <pc:docMk/>
          <pc:sldMk cId="3640078836" sldId="2491"/>
        </pc:sldMkLst>
        <pc:spChg chg="mod">
          <ac:chgData name="Owais Ahmed" userId="6abc7d4556b3b071" providerId="LiveId" clId="{0FDD8DE3-F1AE-4516-94DB-A1902CE94C41}" dt="2023-03-02T06:18:36.400" v="3919" actId="20577"/>
          <ac:spMkLst>
            <pc:docMk/>
            <pc:sldMk cId="3640078836" sldId="2491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B625B757-8EA5-47D7-8626-DA1020D487D0}"/>
    <pc:docChg chg="undo redo custSel addSld delSld modSld sldOrd addSection delSection modSection">
      <pc:chgData name="Owais Ahmed" userId="6abc7d4556b3b071" providerId="LiveId" clId="{B625B757-8EA5-47D7-8626-DA1020D487D0}" dt="2023-02-28T06:44:59.946" v="2629" actId="20577"/>
      <pc:docMkLst>
        <pc:docMk/>
      </pc:docMkLst>
      <pc:sldChg chg="del">
        <pc:chgData name="Owais Ahmed" userId="6abc7d4556b3b071" providerId="LiveId" clId="{B625B757-8EA5-47D7-8626-DA1020D487D0}" dt="2023-02-28T06:04:27.712" v="384" actId="47"/>
        <pc:sldMkLst>
          <pc:docMk/>
          <pc:sldMk cId="1459829511" sldId="278"/>
        </pc:sldMkLst>
      </pc:sldChg>
      <pc:sldChg chg="modSp">
        <pc:chgData name="Owais Ahmed" userId="6abc7d4556b3b071" providerId="LiveId" clId="{B625B757-8EA5-47D7-8626-DA1020D487D0}" dt="2023-02-28T05:39:27.204" v="51" actId="20577"/>
        <pc:sldMkLst>
          <pc:docMk/>
          <pc:sldMk cId="1287457047" sldId="522"/>
        </pc:sldMkLst>
        <pc:spChg chg="mod">
          <ac:chgData name="Owais Ahmed" userId="6abc7d4556b3b071" providerId="LiveId" clId="{B625B757-8EA5-47D7-8626-DA1020D487D0}" dt="2023-02-28T05:39:24.499" v="50" actId="20577"/>
          <ac:spMkLst>
            <pc:docMk/>
            <pc:sldMk cId="1287457047" sldId="522"/>
            <ac:spMk id="210" creationId="{00000000-0000-0000-0000-000000000000}"/>
          </ac:spMkLst>
        </pc:spChg>
        <pc:spChg chg="mod">
          <ac:chgData name="Owais Ahmed" userId="6abc7d4556b3b071" providerId="LiveId" clId="{B625B757-8EA5-47D7-8626-DA1020D487D0}" dt="2023-02-28T05:39:27.204" v="51" actId="20577"/>
          <ac:spMkLst>
            <pc:docMk/>
            <pc:sldMk cId="1287457047" sldId="522"/>
            <ac:spMk id="211" creationId="{00000000-0000-0000-0000-000000000000}"/>
          </ac:spMkLst>
        </pc:spChg>
      </pc:sldChg>
      <pc:sldChg chg="modSp add del mod ord">
        <pc:chgData name="Owais Ahmed" userId="6abc7d4556b3b071" providerId="LiveId" clId="{B625B757-8EA5-47D7-8626-DA1020D487D0}" dt="2023-02-28T06:04:32.575" v="388"/>
        <pc:sldMkLst>
          <pc:docMk/>
          <pc:sldMk cId="927727573" sldId="2436"/>
        </pc:sldMkLst>
        <pc:spChg chg="mod">
          <ac:chgData name="Owais Ahmed" userId="6abc7d4556b3b071" providerId="LiveId" clId="{B625B757-8EA5-47D7-8626-DA1020D487D0}" dt="2023-02-28T06:04:21.019" v="383" actId="20577"/>
          <ac:spMkLst>
            <pc:docMk/>
            <pc:sldMk cId="927727573" sldId="2436"/>
            <ac:spMk id="9" creationId="{9E2524A0-105C-4170-BB48-CD0756FB3DFE}"/>
          </ac:spMkLst>
        </pc:spChg>
        <pc:spChg chg="mod">
          <ac:chgData name="Owais Ahmed" userId="6abc7d4556b3b071" providerId="LiveId" clId="{B625B757-8EA5-47D7-8626-DA1020D487D0}" dt="2023-02-28T06:04:03.887" v="377" actId="27636"/>
          <ac:spMkLst>
            <pc:docMk/>
            <pc:sldMk cId="927727573" sldId="2436"/>
            <ac:spMk id="10" creationId="{6E57A531-5B0F-485D-A015-BC78AD089BA6}"/>
          </ac:spMkLst>
        </pc:spChg>
      </pc:sldChg>
      <pc:sldChg chg="modSp mod">
        <pc:chgData name="Owais Ahmed" userId="6abc7d4556b3b071" providerId="LiveId" clId="{B625B757-8EA5-47D7-8626-DA1020D487D0}" dt="2023-02-28T05:39:19.635" v="49" actId="20577"/>
        <pc:sldMkLst>
          <pc:docMk/>
          <pc:sldMk cId="3927832306" sldId="2448"/>
        </pc:sldMkLst>
        <pc:spChg chg="mod">
          <ac:chgData name="Owais Ahmed" userId="6abc7d4556b3b071" providerId="LiveId" clId="{B625B757-8EA5-47D7-8626-DA1020D487D0}" dt="2023-02-28T05:39:19.635" v="49" actId="20577"/>
          <ac:spMkLst>
            <pc:docMk/>
            <pc:sldMk cId="3927832306" sldId="2448"/>
            <ac:spMk id="3" creationId="{C0AE828D-1E63-455F-949D-0C5454A7FE88}"/>
          </ac:spMkLst>
        </pc:spChg>
        <pc:spChg chg="mod">
          <ac:chgData name="Owais Ahmed" userId="6abc7d4556b3b071" providerId="LiveId" clId="{B625B757-8EA5-47D7-8626-DA1020D487D0}" dt="2023-02-28T05:39:07.271" v="28" actId="20577"/>
          <ac:spMkLst>
            <pc:docMk/>
            <pc:sldMk cId="3927832306" sldId="2448"/>
            <ac:spMk id="9" creationId="{79DC1498-E692-42BA-B69F-6D37E6CFACA0}"/>
          </ac:spMkLst>
        </pc:spChg>
      </pc:sldChg>
      <pc:sldChg chg="modSp mod">
        <pc:chgData name="Owais Ahmed" userId="6abc7d4556b3b071" providerId="LiveId" clId="{B625B757-8EA5-47D7-8626-DA1020D487D0}" dt="2023-02-28T06:35:33.047" v="1909"/>
        <pc:sldMkLst>
          <pc:docMk/>
          <pc:sldMk cId="1649098948" sldId="2462"/>
        </pc:sldMkLst>
        <pc:spChg chg="mod">
          <ac:chgData name="Owais Ahmed" userId="6abc7d4556b3b071" providerId="LiveId" clId="{B625B757-8EA5-47D7-8626-DA1020D487D0}" dt="2023-02-28T06:35:33.047" v="1909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 Ahmed" userId="6abc7d4556b3b071" providerId="LiveId" clId="{B625B757-8EA5-47D7-8626-DA1020D487D0}" dt="2023-02-28T06:09:15.858" v="668"/>
        <pc:sldMkLst>
          <pc:docMk/>
          <pc:sldMk cId="641030253" sldId="2479"/>
        </pc:sldMkLst>
        <pc:spChg chg="mod">
          <ac:chgData name="Owais Ahmed" userId="6abc7d4556b3b071" providerId="LiveId" clId="{B625B757-8EA5-47D7-8626-DA1020D487D0}" dt="2023-02-28T06:08:38.926" v="645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04:54.278" v="401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del">
        <pc:chgData name="Owais Ahmed" userId="6abc7d4556b3b071" providerId="LiveId" clId="{B625B757-8EA5-47D7-8626-DA1020D487D0}" dt="2023-02-28T06:32:48.590" v="1580" actId="47"/>
        <pc:sldMkLst>
          <pc:docMk/>
          <pc:sldMk cId="1476319960" sldId="2480"/>
        </pc:sldMkLst>
      </pc:sldChg>
      <pc:sldChg chg="del">
        <pc:chgData name="Owais Ahmed" userId="6abc7d4556b3b071" providerId="LiveId" clId="{B625B757-8EA5-47D7-8626-DA1020D487D0}" dt="2023-02-28T06:32:49.489" v="1581" actId="47"/>
        <pc:sldMkLst>
          <pc:docMk/>
          <pc:sldMk cId="3336402349" sldId="2481"/>
        </pc:sldMkLst>
      </pc:sldChg>
      <pc:sldChg chg="del">
        <pc:chgData name="Owais Ahmed" userId="6abc7d4556b3b071" providerId="LiveId" clId="{B625B757-8EA5-47D7-8626-DA1020D487D0}" dt="2023-02-28T06:32:50.572" v="1582" actId="47"/>
        <pc:sldMkLst>
          <pc:docMk/>
          <pc:sldMk cId="1810203590" sldId="2482"/>
        </pc:sldMkLst>
      </pc:sldChg>
      <pc:sldChg chg="del">
        <pc:chgData name="Owais Ahmed" userId="6abc7d4556b3b071" providerId="LiveId" clId="{B625B757-8EA5-47D7-8626-DA1020D487D0}" dt="2023-02-28T06:32:52.990" v="1583" actId="47"/>
        <pc:sldMkLst>
          <pc:docMk/>
          <pc:sldMk cId="1304413050" sldId="2483"/>
        </pc:sldMkLst>
      </pc:sldChg>
      <pc:sldChg chg="modSp mod modAnim modNotesTx">
        <pc:chgData name="Owais Ahmed" userId="6abc7d4556b3b071" providerId="LiveId" clId="{B625B757-8EA5-47D7-8626-DA1020D487D0}" dt="2023-02-28T06:40:56.305" v="2388" actId="20577"/>
        <pc:sldMkLst>
          <pc:docMk/>
          <pc:sldMk cId="2426892836" sldId="2485"/>
        </pc:sldMkLst>
        <pc:spChg chg="mod">
          <ac:chgData name="Owais Ahmed" userId="6abc7d4556b3b071" providerId="LiveId" clId="{B625B757-8EA5-47D7-8626-DA1020D487D0}" dt="2023-02-28T06:35:09.643" v="1907" actId="27636"/>
          <ac:spMkLst>
            <pc:docMk/>
            <pc:sldMk cId="2426892836" sldId="2485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9:26.178" v="2299" actId="20577"/>
          <ac:spMkLst>
            <pc:docMk/>
            <pc:sldMk cId="2426892836" sldId="2485"/>
            <ac:spMk id="215" creationId="{00000000-0000-0000-0000-000000000000}"/>
          </ac:spMkLst>
        </pc:spChg>
      </pc:sldChg>
      <pc:sldChg chg="addSp delSp modSp add mod modClrScheme modAnim chgLayout modNotesTx">
        <pc:chgData name="Owais Ahmed" userId="6abc7d4556b3b071" providerId="LiveId" clId="{B625B757-8EA5-47D7-8626-DA1020D487D0}" dt="2023-02-28T06:14:22.100" v="962" actId="20577"/>
        <pc:sldMkLst>
          <pc:docMk/>
          <pc:sldMk cId="3132224988" sldId="2486"/>
        </pc:sldMkLst>
        <pc:spChg chg="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2" creationId="{00000000-0000-0000-0000-000000000000}"/>
          </ac:spMkLst>
        </pc:spChg>
        <pc:spChg chg="mod">
          <ac:chgData name="Owais Ahmed" userId="6abc7d4556b3b071" providerId="LiveId" clId="{B625B757-8EA5-47D7-8626-DA1020D487D0}" dt="2023-02-28T06:13:50.755" v="956" actId="14100"/>
          <ac:spMkLst>
            <pc:docMk/>
            <pc:sldMk cId="3132224988" sldId="2486"/>
            <ac:spMk id="3" creationId="{4A1C0383-58FE-E486-295E-B33B8683B938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4" creationId="{859AAD20-7314-E559-7D8A-0DC34160522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5" creationId="{8A5BE477-AA8E-D072-D852-46674083989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6" creationId="{035E1E46-D674-BB9A-8DF9-0424EF92AF7D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7" creationId="{C2F19D94-40EB-8143-72C2-8C85F8BEEAE5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8" creationId="{3D11E90D-CD49-EC3B-6B2E-8C0EA25556E2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9" creationId="{CB758099-0357-038B-3804-2B9CC6C5EBD3}"/>
          </ac:spMkLst>
        </pc:spChg>
        <pc:spChg chg="mod">
          <ac:chgData name="Owais Ahmed" userId="6abc7d4556b3b071" providerId="LiveId" clId="{B625B757-8EA5-47D7-8626-DA1020D487D0}" dt="2023-02-28T06:08:54.639" v="667" actId="20577"/>
          <ac:spMkLst>
            <pc:docMk/>
            <pc:sldMk cId="3132224988" sldId="2486"/>
            <ac:spMk id="215" creationId="{00000000-0000-0000-0000-000000000000}"/>
          </ac:spMkLst>
        </pc:spChg>
      </pc:sldChg>
      <pc:sldChg chg="addSp delSp modSp add mod modAnim modNotesTx">
        <pc:chgData name="Owais Ahmed" userId="6abc7d4556b3b071" providerId="LiveId" clId="{B625B757-8EA5-47D7-8626-DA1020D487D0}" dt="2023-02-28T06:36:21.024" v="2026" actId="20577"/>
        <pc:sldMkLst>
          <pc:docMk/>
          <pc:sldMk cId="2805003587" sldId="2487"/>
        </pc:sldMkLst>
        <pc:spChg chg="mod">
          <ac:chgData name="Owais Ahmed" userId="6abc7d4556b3b071" providerId="LiveId" clId="{B625B757-8EA5-47D7-8626-DA1020D487D0}" dt="2023-02-28T06:20:30.704" v="1209" actId="20577"/>
          <ac:spMkLst>
            <pc:docMk/>
            <pc:sldMk cId="2805003587" sldId="2487"/>
            <ac:spMk id="3" creationId="{4A1C0383-58FE-E486-295E-B33B8683B938}"/>
          </ac:spMkLst>
        </pc:spChg>
        <pc:spChg chg="add mod">
          <ac:chgData name="Owais Ahmed" userId="6abc7d4556b3b071" providerId="LiveId" clId="{B625B757-8EA5-47D7-8626-DA1020D487D0}" dt="2023-02-28T06:31:10.700" v="1459" actId="5793"/>
          <ac:spMkLst>
            <pc:docMk/>
            <pc:sldMk cId="2805003587" sldId="2487"/>
            <ac:spMk id="4" creationId="{6BAD1345-C97E-6E2D-586E-9183375409AA}"/>
          </ac:spMkLst>
        </pc:spChg>
        <pc:spChg chg="add mod">
          <ac:chgData name="Owais Ahmed" userId="6abc7d4556b3b071" providerId="LiveId" clId="{B625B757-8EA5-47D7-8626-DA1020D487D0}" dt="2023-02-28T06:25:38.358" v="1241" actId="207"/>
          <ac:spMkLst>
            <pc:docMk/>
            <pc:sldMk cId="2805003587" sldId="2487"/>
            <ac:spMk id="7" creationId="{DDF95A81-328D-B22D-EF9C-0D6CA6F15F2A}"/>
          </ac:spMkLst>
        </pc:spChg>
        <pc:spChg chg="add mod">
          <ac:chgData name="Owais Ahmed" userId="6abc7d4556b3b071" providerId="LiveId" clId="{B625B757-8EA5-47D7-8626-DA1020D487D0}" dt="2023-02-28T06:31:58.545" v="1479" actId="20577"/>
          <ac:spMkLst>
            <pc:docMk/>
            <pc:sldMk cId="2805003587" sldId="2487"/>
            <ac:spMk id="8" creationId="{3FF9B1FB-1044-C275-C723-970AE674B69E}"/>
          </ac:spMkLst>
        </pc:spChg>
        <pc:spChg chg="mod">
          <ac:chgData name="Owais Ahmed" userId="6abc7d4556b3b071" providerId="LiveId" clId="{B625B757-8EA5-47D7-8626-DA1020D487D0}" dt="2023-02-28T06:14:50.738" v="984" actId="20577"/>
          <ac:spMkLst>
            <pc:docMk/>
            <pc:sldMk cId="2805003587" sldId="2487"/>
            <ac:spMk id="215" creationId="{00000000-0000-0000-0000-000000000000}"/>
          </ac:spMkLst>
        </pc:spChg>
        <pc:picChg chg="add del">
          <ac:chgData name="Owais Ahmed" userId="6abc7d4556b3b071" providerId="LiveId" clId="{B625B757-8EA5-47D7-8626-DA1020D487D0}" dt="2023-02-28T06:24:04.666" v="1215"/>
          <ac:picMkLst>
            <pc:docMk/>
            <pc:sldMk cId="2805003587" sldId="2487"/>
            <ac:picMk id="1026" creationId="{DEF79F96-A87A-18B9-64F0-926009C470C0}"/>
          </ac:picMkLst>
        </pc:picChg>
        <pc:inkChg chg="add del">
          <ac:chgData name="Owais Ahmed" userId="6abc7d4556b3b071" providerId="LiveId" clId="{B625B757-8EA5-47D7-8626-DA1020D487D0}" dt="2023-02-28T06:22:55.231" v="1213" actId="9405"/>
          <ac:inkMkLst>
            <pc:docMk/>
            <pc:sldMk cId="2805003587" sldId="2487"/>
            <ac:inkMk id="5" creationId="{FE5E47C1-73F8-2AB0-9A6E-2ED6C4D27FD4}"/>
          </ac:inkMkLst>
        </pc:inkChg>
        <pc:inkChg chg="add del">
          <ac:chgData name="Owais Ahmed" userId="6abc7d4556b3b071" providerId="LiveId" clId="{B625B757-8EA5-47D7-8626-DA1020D487D0}" dt="2023-02-28T06:22:54.933" v="1212" actId="9405"/>
          <ac:inkMkLst>
            <pc:docMk/>
            <pc:sldMk cId="2805003587" sldId="2487"/>
            <ac:inkMk id="6" creationId="{DBB01586-36AC-0D2F-2518-46E376963A01}"/>
          </ac:inkMkLst>
        </pc:inkChg>
      </pc:sldChg>
      <pc:sldChg chg="add del">
        <pc:chgData name="Owais Ahmed" userId="6abc7d4556b3b071" providerId="LiveId" clId="{B625B757-8EA5-47D7-8626-DA1020D487D0}" dt="2023-02-28T06:36:36.836" v="2027" actId="47"/>
        <pc:sldMkLst>
          <pc:docMk/>
          <pc:sldMk cId="50712674" sldId="2488"/>
        </pc:sldMkLst>
      </pc:sldChg>
      <pc:sldChg chg="modSp add modAnim">
        <pc:chgData name="Owais Ahmed" userId="6abc7d4556b3b071" providerId="LiveId" clId="{B625B757-8EA5-47D7-8626-DA1020D487D0}" dt="2023-02-28T06:38:59.463" v="2284" actId="20577"/>
        <pc:sldMkLst>
          <pc:docMk/>
          <pc:sldMk cId="918376006" sldId="2488"/>
        </pc:sldMkLst>
        <pc:spChg chg="mod">
          <ac:chgData name="Owais Ahmed" userId="6abc7d4556b3b071" providerId="LiveId" clId="{B625B757-8EA5-47D7-8626-DA1020D487D0}" dt="2023-02-28T06:38:59.463" v="2284" actId="20577"/>
          <ac:spMkLst>
            <pc:docMk/>
            <pc:sldMk cId="918376006" sldId="2488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6:59.830" v="2067" actId="20577"/>
          <ac:spMkLst>
            <pc:docMk/>
            <pc:sldMk cId="918376006" sldId="2488"/>
            <ac:spMk id="215" creationId="{00000000-0000-0000-0000-000000000000}"/>
          </ac:spMkLst>
        </pc:spChg>
      </pc:sldChg>
      <pc:sldChg chg="modSp add mod ord modAnim modNotesTx">
        <pc:chgData name="Owais Ahmed" userId="6abc7d4556b3b071" providerId="LiveId" clId="{B625B757-8EA5-47D7-8626-DA1020D487D0}" dt="2023-02-28T06:44:30.393" v="2606" actId="20577"/>
        <pc:sldMkLst>
          <pc:docMk/>
          <pc:sldMk cId="3454217637" sldId="2489"/>
        </pc:sldMkLst>
        <pc:spChg chg="mod">
          <ac:chgData name="Owais Ahmed" userId="6abc7d4556b3b071" providerId="LiveId" clId="{B625B757-8EA5-47D7-8626-DA1020D487D0}" dt="2023-02-28T06:44:18.315" v="2605" actId="20577"/>
          <ac:spMkLst>
            <pc:docMk/>
            <pc:sldMk cId="3454217637" sldId="248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41:26.557" v="2410" actId="20577"/>
          <ac:spMkLst>
            <pc:docMk/>
            <pc:sldMk cId="3454217637" sldId="2489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B625B757-8EA5-47D7-8626-DA1020D487D0}" dt="2023-02-28T06:44:59.946" v="2629" actId="20577"/>
        <pc:sldMkLst>
          <pc:docMk/>
          <pc:sldMk cId="3828703945" sldId="2490"/>
        </pc:sldMkLst>
        <pc:spChg chg="mod">
          <ac:chgData name="Owais Ahmed" userId="6abc7d4556b3b071" providerId="LiveId" clId="{B625B757-8EA5-47D7-8626-DA1020D487D0}" dt="2023-02-28T06:44:59.946" v="2629" actId="20577"/>
          <ac:spMkLst>
            <pc:docMk/>
            <pc:sldMk cId="3828703945" sldId="2490"/>
            <ac:spMk id="215" creationId="{00000000-0000-0000-0000-000000000000}"/>
          </ac:spMkLst>
        </pc:spChg>
      </pc:sldChg>
      <pc:sldMasterChg chg="delSldLayout">
        <pc:chgData name="Owais Ahmed" userId="6abc7d4556b3b071" providerId="LiveId" clId="{B625B757-8EA5-47D7-8626-DA1020D487D0}" dt="2023-02-28T06:04:27.712" v="384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B625B757-8EA5-47D7-8626-DA1020D487D0}" dt="2023-02-28T06:04:27.712" v="384" actId="47"/>
          <pc:sldLayoutMkLst>
            <pc:docMk/>
            <pc:sldMasterMk cId="692820" sldId="2147483648"/>
            <pc:sldLayoutMk cId="1939976995" sldId="2147483682"/>
          </pc:sldLayoutMkLst>
        </pc:sldLayoutChg>
      </pc:sldMasterChg>
    </pc:docChg>
  </pc:docChgLst>
  <pc:docChgLst>
    <pc:chgData name="Owais Ahmed" userId="6abc7d4556b3b071" providerId="LiveId" clId="{254A2D3D-DCA5-4B3F-A573-52F1054DFAE2}"/>
    <pc:docChg chg="undo redo custSel addSld delSld modSld sldOrd">
      <pc:chgData name="Owais Ahmed" userId="6abc7d4556b3b071" providerId="LiveId" clId="{254A2D3D-DCA5-4B3F-A573-52F1054DFAE2}" dt="2023-03-11T10:00:13.519" v="4352" actId="20577"/>
      <pc:docMkLst>
        <pc:docMk/>
      </pc:docMkLst>
      <pc:sldChg chg="modSp mod">
        <pc:chgData name="Owais Ahmed" userId="6abc7d4556b3b071" providerId="LiveId" clId="{254A2D3D-DCA5-4B3F-A573-52F1054DFAE2}" dt="2023-03-11T09:13:03.311" v="3017" actId="20577"/>
        <pc:sldMkLst>
          <pc:docMk/>
          <pc:sldMk cId="1649098948" sldId="2462"/>
        </pc:sldMkLst>
        <pc:spChg chg="mod">
          <ac:chgData name="Owais Ahmed" userId="6abc7d4556b3b071" providerId="LiveId" clId="{254A2D3D-DCA5-4B3F-A573-52F1054DFAE2}" dt="2023-03-11T09:13:03.311" v="3017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Sp modSp mod modAnim modNotesTx">
        <pc:chgData name="Owais Ahmed" userId="6abc7d4556b3b071" providerId="LiveId" clId="{254A2D3D-DCA5-4B3F-A573-52F1054DFAE2}" dt="2023-03-11T05:28:50.078" v="135" actId="20577"/>
        <pc:sldMkLst>
          <pc:docMk/>
          <pc:sldMk cId="641030253" sldId="2479"/>
        </pc:sldMkLst>
        <pc:spChg chg="mod">
          <ac:chgData name="Owais Ahmed" userId="6abc7d4556b3b071" providerId="LiveId" clId="{254A2D3D-DCA5-4B3F-A573-52F1054DFAE2}" dt="2023-03-11T05:28:50.078" v="135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5:26:00.028" v="103" actId="313"/>
          <ac:spMkLst>
            <pc:docMk/>
            <pc:sldMk cId="641030253" sldId="2479"/>
            <ac:spMk id="215" creationId="{00000000-0000-0000-0000-000000000000}"/>
          </ac:spMkLst>
        </pc:spChg>
        <pc:picChg chg="add mod">
          <ac:chgData name="Owais Ahmed" userId="6abc7d4556b3b071" providerId="LiveId" clId="{254A2D3D-DCA5-4B3F-A573-52F1054DFAE2}" dt="2023-03-11T05:27:35.454" v="113" actId="1076"/>
          <ac:picMkLst>
            <pc:docMk/>
            <pc:sldMk cId="641030253" sldId="2479"/>
            <ac:picMk id="4" creationId="{A27137C5-63F1-6A39-DC4A-30E30E4B3928}"/>
          </ac:picMkLst>
        </pc:picChg>
      </pc:sldChg>
      <pc:sldChg chg="del">
        <pc:chgData name="Owais Ahmed" userId="6abc7d4556b3b071" providerId="LiveId" clId="{254A2D3D-DCA5-4B3F-A573-52F1054DFAE2}" dt="2023-03-11T05:25:08.354" v="58" actId="47"/>
        <pc:sldMkLst>
          <pc:docMk/>
          <pc:sldMk cId="2091936453" sldId="2481"/>
        </pc:sldMkLst>
      </pc:sldChg>
      <pc:sldChg chg="del">
        <pc:chgData name="Owais Ahmed" userId="6abc7d4556b3b071" providerId="LiveId" clId="{254A2D3D-DCA5-4B3F-A573-52F1054DFAE2}" dt="2023-03-11T05:25:09.844" v="60" actId="47"/>
        <pc:sldMkLst>
          <pc:docMk/>
          <pc:sldMk cId="3995319414" sldId="2482"/>
        </pc:sldMkLst>
      </pc:sldChg>
      <pc:sldChg chg="del">
        <pc:chgData name="Owais Ahmed" userId="6abc7d4556b3b071" providerId="LiveId" clId="{254A2D3D-DCA5-4B3F-A573-52F1054DFAE2}" dt="2023-03-11T05:25:10.484" v="61" actId="47"/>
        <pc:sldMkLst>
          <pc:docMk/>
          <pc:sldMk cId="4097483409" sldId="2483"/>
        </pc:sldMkLst>
      </pc:sldChg>
      <pc:sldChg chg="del">
        <pc:chgData name="Owais Ahmed" userId="6abc7d4556b3b071" providerId="LiveId" clId="{254A2D3D-DCA5-4B3F-A573-52F1054DFAE2}" dt="2023-03-11T05:25:09.277" v="59" actId="47"/>
        <pc:sldMkLst>
          <pc:docMk/>
          <pc:sldMk cId="2130599672" sldId="2484"/>
        </pc:sldMkLst>
      </pc:sldChg>
      <pc:sldChg chg="del">
        <pc:chgData name="Owais Ahmed" userId="6abc7d4556b3b071" providerId="LiveId" clId="{254A2D3D-DCA5-4B3F-A573-52F1054DFAE2}" dt="2023-03-11T05:25:11.157" v="62" actId="47"/>
        <pc:sldMkLst>
          <pc:docMk/>
          <pc:sldMk cId="823254948" sldId="2485"/>
        </pc:sldMkLst>
      </pc:sldChg>
      <pc:sldChg chg="del">
        <pc:chgData name="Owais Ahmed" userId="6abc7d4556b3b071" providerId="LiveId" clId="{254A2D3D-DCA5-4B3F-A573-52F1054DFAE2}" dt="2023-03-11T05:25:12.572" v="63" actId="47"/>
        <pc:sldMkLst>
          <pc:docMk/>
          <pc:sldMk cId="678087267" sldId="2486"/>
        </pc:sldMkLst>
      </pc:sldChg>
      <pc:sldChg chg="del">
        <pc:chgData name="Owais Ahmed" userId="6abc7d4556b3b071" providerId="LiveId" clId="{254A2D3D-DCA5-4B3F-A573-52F1054DFAE2}" dt="2023-03-11T05:25:12.991" v="64" actId="47"/>
        <pc:sldMkLst>
          <pc:docMk/>
          <pc:sldMk cId="1323242083" sldId="2487"/>
        </pc:sldMkLst>
      </pc:sldChg>
      <pc:sldChg chg="del">
        <pc:chgData name="Owais Ahmed" userId="6abc7d4556b3b071" providerId="LiveId" clId="{254A2D3D-DCA5-4B3F-A573-52F1054DFAE2}" dt="2023-03-11T05:25:13.750" v="65" actId="47"/>
        <pc:sldMkLst>
          <pc:docMk/>
          <pc:sldMk cId="2597580398" sldId="2488"/>
        </pc:sldMkLst>
      </pc:sldChg>
      <pc:sldChg chg="del">
        <pc:chgData name="Owais Ahmed" userId="6abc7d4556b3b071" providerId="LiveId" clId="{254A2D3D-DCA5-4B3F-A573-52F1054DFAE2}" dt="2023-03-11T05:25:14.319" v="66" actId="47"/>
        <pc:sldMkLst>
          <pc:docMk/>
          <pc:sldMk cId="1889231957" sldId="2489"/>
        </pc:sldMkLst>
      </pc:sldChg>
      <pc:sldChg chg="del">
        <pc:chgData name="Owais Ahmed" userId="6abc7d4556b3b071" providerId="LiveId" clId="{254A2D3D-DCA5-4B3F-A573-52F1054DFAE2}" dt="2023-03-11T05:25:14.744" v="67" actId="47"/>
        <pc:sldMkLst>
          <pc:docMk/>
          <pc:sldMk cId="1362025451" sldId="2490"/>
        </pc:sldMkLst>
      </pc:sldChg>
      <pc:sldChg chg="del">
        <pc:chgData name="Owais Ahmed" userId="6abc7d4556b3b071" providerId="LiveId" clId="{254A2D3D-DCA5-4B3F-A573-52F1054DFAE2}" dt="2023-03-11T05:25:15.848" v="68" actId="47"/>
        <pc:sldMkLst>
          <pc:docMk/>
          <pc:sldMk cId="2844888853" sldId="2491"/>
        </pc:sldMkLst>
      </pc:sldChg>
      <pc:sldChg chg="del">
        <pc:chgData name="Owais Ahmed" userId="6abc7d4556b3b071" providerId="LiveId" clId="{254A2D3D-DCA5-4B3F-A573-52F1054DFAE2}" dt="2023-03-11T05:25:16.418" v="69" actId="47"/>
        <pc:sldMkLst>
          <pc:docMk/>
          <pc:sldMk cId="1466680951" sldId="2492"/>
        </pc:sldMkLst>
      </pc:sldChg>
      <pc:sldChg chg="del">
        <pc:chgData name="Owais Ahmed" userId="6abc7d4556b3b071" providerId="LiveId" clId="{254A2D3D-DCA5-4B3F-A573-52F1054DFAE2}" dt="2023-03-11T05:25:17.073" v="70" actId="47"/>
        <pc:sldMkLst>
          <pc:docMk/>
          <pc:sldMk cId="2451653014" sldId="2495"/>
        </pc:sldMkLst>
      </pc:sldChg>
      <pc:sldChg chg="del">
        <pc:chgData name="Owais Ahmed" userId="6abc7d4556b3b071" providerId="LiveId" clId="{254A2D3D-DCA5-4B3F-A573-52F1054DFAE2}" dt="2023-03-11T05:25:17.707" v="71" actId="47"/>
        <pc:sldMkLst>
          <pc:docMk/>
          <pc:sldMk cId="221477371" sldId="2496"/>
        </pc:sldMkLst>
      </pc:sldChg>
      <pc:sldChg chg="del">
        <pc:chgData name="Owais Ahmed" userId="6abc7d4556b3b071" providerId="LiveId" clId="{254A2D3D-DCA5-4B3F-A573-52F1054DFAE2}" dt="2023-03-11T05:25:21.037" v="73" actId="47"/>
        <pc:sldMkLst>
          <pc:docMk/>
          <pc:sldMk cId="3157158652" sldId="2497"/>
        </pc:sldMkLst>
      </pc:sldChg>
      <pc:sldChg chg="del">
        <pc:chgData name="Owais Ahmed" userId="6abc7d4556b3b071" providerId="LiveId" clId="{254A2D3D-DCA5-4B3F-A573-52F1054DFAE2}" dt="2023-03-11T05:25:19.282" v="72" actId="47"/>
        <pc:sldMkLst>
          <pc:docMk/>
          <pc:sldMk cId="246758894" sldId="2498"/>
        </pc:sldMkLst>
      </pc:sldChg>
      <pc:sldChg chg="addSp delSp modSp mod ord delAnim modAnim modNotesTx">
        <pc:chgData name="Owais Ahmed" userId="6abc7d4556b3b071" providerId="LiveId" clId="{254A2D3D-DCA5-4B3F-A573-52F1054DFAE2}" dt="2023-03-11T07:03:06.045" v="1388"/>
        <pc:sldMkLst>
          <pc:docMk/>
          <pc:sldMk cId="1392206186" sldId="2499"/>
        </pc:sldMkLst>
        <pc:spChg chg="mod">
          <ac:chgData name="Owais Ahmed" userId="6abc7d4556b3b071" providerId="LiveId" clId="{254A2D3D-DCA5-4B3F-A573-52F1054DFAE2}" dt="2023-03-11T06:52:55.887" v="1230" actId="27636"/>
          <ac:spMkLst>
            <pc:docMk/>
            <pc:sldMk cId="1392206186" sldId="2499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6:24:40.965" v="205" actId="20577"/>
          <ac:spMkLst>
            <pc:docMk/>
            <pc:sldMk cId="1392206186" sldId="2499"/>
            <ac:spMk id="215" creationId="{00000000-0000-0000-0000-000000000000}"/>
          </ac:spMkLst>
        </pc:spChg>
        <pc:grpChg chg="add mod">
          <ac:chgData name="Owais Ahmed" userId="6abc7d4556b3b071" providerId="LiveId" clId="{254A2D3D-DCA5-4B3F-A573-52F1054DFAE2}" dt="2023-03-11T06:58:50.642" v="1300" actId="1076"/>
          <ac:grpSpMkLst>
            <pc:docMk/>
            <pc:sldMk cId="1392206186" sldId="2499"/>
            <ac:grpSpMk id="22" creationId="{3A7C9F78-BB2A-4599-2F27-63FF3C314F73}"/>
          </ac:grpSpMkLst>
        </pc:grpChg>
        <pc:grpChg chg="add mod">
          <ac:chgData name="Owais Ahmed" userId="6abc7d4556b3b071" providerId="LiveId" clId="{254A2D3D-DCA5-4B3F-A573-52F1054DFAE2}" dt="2023-03-11T06:58:54.369" v="1301" actId="1076"/>
          <ac:grpSpMkLst>
            <pc:docMk/>
            <pc:sldMk cId="1392206186" sldId="2499"/>
            <ac:grpSpMk id="27" creationId="{FC74D2B9-6B59-8202-D5C7-44B1423588F1}"/>
          </ac:grpSpMkLst>
        </pc:grpChg>
        <pc:picChg chg="del">
          <ac:chgData name="Owais Ahmed" userId="6abc7d4556b3b071" providerId="LiveId" clId="{254A2D3D-DCA5-4B3F-A573-52F1054DFAE2}" dt="2023-03-11T06:24:43.640" v="207" actId="478"/>
          <ac:picMkLst>
            <pc:docMk/>
            <pc:sldMk cId="1392206186" sldId="2499"/>
            <ac:picMk id="6" creationId="{B9A09B40-E524-5765-2561-E1D7F3D63CA9}"/>
          </ac:picMkLst>
        </pc:picChg>
        <pc:picChg chg="del">
          <ac:chgData name="Owais Ahmed" userId="6abc7d4556b3b071" providerId="LiveId" clId="{254A2D3D-DCA5-4B3F-A573-52F1054DFAE2}" dt="2023-03-11T06:24:43.065" v="206" actId="478"/>
          <ac:picMkLst>
            <pc:docMk/>
            <pc:sldMk cId="1392206186" sldId="2499"/>
            <ac:picMk id="7" creationId="{F54EFA5F-33CE-2D86-9AFB-33A113453FAB}"/>
          </ac:picMkLst>
        </pc:picChg>
        <pc:picChg chg="add del mod modCrop">
          <ac:chgData name="Owais Ahmed" userId="6abc7d4556b3b071" providerId="LiveId" clId="{254A2D3D-DCA5-4B3F-A573-52F1054DFAE2}" dt="2023-03-11T06:54:32.927" v="1237" actId="478"/>
          <ac:picMkLst>
            <pc:docMk/>
            <pc:sldMk cId="1392206186" sldId="2499"/>
            <ac:picMk id="15" creationId="{39FD19AD-F586-50DE-75DD-1F0DCCA861D1}"/>
          </ac:picMkLst>
        </pc:picChg>
        <pc:picChg chg="add mod">
          <ac:chgData name="Owais Ahmed" userId="6abc7d4556b3b071" providerId="LiveId" clId="{254A2D3D-DCA5-4B3F-A573-52F1054DFAE2}" dt="2023-03-11T06:55:29.410" v="1246" actId="164"/>
          <ac:picMkLst>
            <pc:docMk/>
            <pc:sldMk cId="1392206186" sldId="2499"/>
            <ac:picMk id="17" creationId="{1C330402-3A55-CE22-917A-6D773C990C47}"/>
          </ac:picMkLst>
        </pc:picChg>
        <pc:picChg chg="add del">
          <ac:chgData name="Owais Ahmed" userId="6abc7d4556b3b071" providerId="LiveId" clId="{254A2D3D-DCA5-4B3F-A573-52F1054DFAE2}" dt="2023-03-11T06:55:13.368" v="1241" actId="22"/>
          <ac:picMkLst>
            <pc:docMk/>
            <pc:sldMk cId="1392206186" sldId="2499"/>
            <ac:picMk id="19" creationId="{02AF6671-5E02-2A73-C2F5-0272C28A85B7}"/>
          </ac:picMkLst>
        </pc:picChg>
        <pc:picChg chg="add mod">
          <ac:chgData name="Owais Ahmed" userId="6abc7d4556b3b071" providerId="LiveId" clId="{254A2D3D-DCA5-4B3F-A573-52F1054DFAE2}" dt="2023-03-11T06:55:29.410" v="1246" actId="164"/>
          <ac:picMkLst>
            <pc:docMk/>
            <pc:sldMk cId="1392206186" sldId="2499"/>
            <ac:picMk id="21" creationId="{AFDCBBB2-3302-F8E7-E645-7D736B4CA6A1}"/>
          </ac:picMkLst>
        </pc:picChg>
        <pc:picChg chg="add mod">
          <ac:chgData name="Owais Ahmed" userId="6abc7d4556b3b071" providerId="LiveId" clId="{254A2D3D-DCA5-4B3F-A573-52F1054DFAE2}" dt="2023-03-11T06:57:00.319" v="1288" actId="164"/>
          <ac:picMkLst>
            <pc:docMk/>
            <pc:sldMk cId="1392206186" sldId="2499"/>
            <ac:picMk id="24" creationId="{36D887EA-C983-B9BF-D1D2-0152466E5C7B}"/>
          </ac:picMkLst>
        </pc:picChg>
        <pc:picChg chg="add mod">
          <ac:chgData name="Owais Ahmed" userId="6abc7d4556b3b071" providerId="LiveId" clId="{254A2D3D-DCA5-4B3F-A573-52F1054DFAE2}" dt="2023-03-11T06:57:00.319" v="1288" actId="164"/>
          <ac:picMkLst>
            <pc:docMk/>
            <pc:sldMk cId="1392206186" sldId="2499"/>
            <ac:picMk id="26" creationId="{02AFD99D-02ED-70F0-3940-D3B729637D87}"/>
          </ac:picMkLst>
        </pc:picChg>
        <pc:picChg chg="add mod">
          <ac:chgData name="Owais Ahmed" userId="6abc7d4556b3b071" providerId="LiveId" clId="{254A2D3D-DCA5-4B3F-A573-52F1054DFAE2}" dt="2023-03-11T07:03:01.094" v="1386" actId="1076"/>
          <ac:picMkLst>
            <pc:docMk/>
            <pc:sldMk cId="1392206186" sldId="2499"/>
            <ac:picMk id="29" creationId="{26346850-16FB-F724-85FE-4A15497DCFE8}"/>
          </ac:picMkLst>
        </pc:picChg>
        <pc:inkChg chg="add del">
          <ac:chgData name="Owais Ahmed" userId="6abc7d4556b3b071" providerId="LiveId" clId="{254A2D3D-DCA5-4B3F-A573-52F1054DFAE2}" dt="2023-03-11T06:43:35.924" v="1060" actId="9405"/>
          <ac:inkMkLst>
            <pc:docMk/>
            <pc:sldMk cId="1392206186" sldId="2499"/>
            <ac:inkMk id="4" creationId="{866F5A6D-09FA-D8BB-14B0-99AAF899BD32}"/>
          </ac:inkMkLst>
        </pc:inkChg>
        <pc:cxnChg chg="add del mod">
          <ac:chgData name="Owais Ahmed" userId="6abc7d4556b3b071" providerId="LiveId" clId="{254A2D3D-DCA5-4B3F-A573-52F1054DFAE2}" dt="2023-03-11T06:50:13.577" v="1200" actId="478"/>
          <ac:cxnSpMkLst>
            <pc:docMk/>
            <pc:sldMk cId="1392206186" sldId="2499"/>
            <ac:cxnSpMk id="8" creationId="{81AD52EA-EEEA-309C-A9EE-951642655CA0}"/>
          </ac:cxnSpMkLst>
        </pc:cxnChg>
        <pc:cxnChg chg="add del mod">
          <ac:chgData name="Owais Ahmed" userId="6abc7d4556b3b071" providerId="LiveId" clId="{254A2D3D-DCA5-4B3F-A573-52F1054DFAE2}" dt="2023-03-11T06:50:07.353" v="1199"/>
          <ac:cxnSpMkLst>
            <pc:docMk/>
            <pc:sldMk cId="1392206186" sldId="2499"/>
            <ac:cxnSpMk id="9" creationId="{9E7F15E6-2DC7-42F1-4EF8-6E4D27A4AE80}"/>
          </ac:cxnSpMkLst>
        </pc:cxnChg>
        <pc:cxnChg chg="add del mod">
          <ac:chgData name="Owais Ahmed" userId="6abc7d4556b3b071" providerId="LiveId" clId="{254A2D3D-DCA5-4B3F-A573-52F1054DFAE2}" dt="2023-03-11T06:50:07.263" v="1196"/>
          <ac:cxnSpMkLst>
            <pc:docMk/>
            <pc:sldMk cId="1392206186" sldId="2499"/>
            <ac:cxnSpMk id="10" creationId="{03FA127C-9C90-3E19-7128-EDE35627342A}"/>
          </ac:cxnSpMkLst>
        </pc:cxnChg>
        <pc:cxnChg chg="add del mod">
          <ac:chgData name="Owais Ahmed" userId="6abc7d4556b3b071" providerId="LiveId" clId="{254A2D3D-DCA5-4B3F-A573-52F1054DFAE2}" dt="2023-03-11T06:50:07.263" v="1196"/>
          <ac:cxnSpMkLst>
            <pc:docMk/>
            <pc:sldMk cId="1392206186" sldId="2499"/>
            <ac:cxnSpMk id="11" creationId="{E8451D65-8786-091A-04FD-3D6D0FCE13D4}"/>
          </ac:cxnSpMkLst>
        </pc:cxnChg>
        <pc:cxnChg chg="add del mod">
          <ac:chgData name="Owais Ahmed" userId="6abc7d4556b3b071" providerId="LiveId" clId="{254A2D3D-DCA5-4B3F-A573-52F1054DFAE2}" dt="2023-03-11T06:50:07.201" v="1194"/>
          <ac:cxnSpMkLst>
            <pc:docMk/>
            <pc:sldMk cId="1392206186" sldId="2499"/>
            <ac:cxnSpMk id="12" creationId="{7782791D-50F2-C6B8-6661-67A82F981F99}"/>
          </ac:cxnSpMkLst>
        </pc:cxnChg>
        <pc:cxnChg chg="add del mod">
          <ac:chgData name="Owais Ahmed" userId="6abc7d4556b3b071" providerId="LiveId" clId="{254A2D3D-DCA5-4B3F-A573-52F1054DFAE2}" dt="2023-03-11T06:50:07.201" v="1194"/>
          <ac:cxnSpMkLst>
            <pc:docMk/>
            <pc:sldMk cId="1392206186" sldId="2499"/>
            <ac:cxnSpMk id="13" creationId="{730ADE5C-9BAA-5C00-7407-EDE34A317211}"/>
          </ac:cxnSpMkLst>
        </pc:cxnChg>
        <pc:cxnChg chg="add del mod">
          <ac:chgData name="Owais Ahmed" userId="6abc7d4556b3b071" providerId="LiveId" clId="{254A2D3D-DCA5-4B3F-A573-52F1054DFAE2}" dt="2023-03-11T06:50:06.398" v="1187"/>
          <ac:cxnSpMkLst>
            <pc:docMk/>
            <pc:sldMk cId="1392206186" sldId="2499"/>
            <ac:cxnSpMk id="14" creationId="{3B49C2CF-ED11-EA8C-2EEB-F032355E4097}"/>
          </ac:cxnSpMkLst>
        </pc:cxnChg>
      </pc:sldChg>
      <pc:sldChg chg="del">
        <pc:chgData name="Owais Ahmed" userId="6abc7d4556b3b071" providerId="LiveId" clId="{254A2D3D-DCA5-4B3F-A573-52F1054DFAE2}" dt="2023-03-11T05:25:22.404" v="74" actId="47"/>
        <pc:sldMkLst>
          <pc:docMk/>
          <pc:sldMk cId="1565563056" sldId="2500"/>
        </pc:sldMkLst>
      </pc:sldChg>
      <pc:sldChg chg="add del">
        <pc:chgData name="Owais Ahmed" userId="6abc7d4556b3b071" providerId="LiveId" clId="{254A2D3D-DCA5-4B3F-A573-52F1054DFAE2}" dt="2023-03-11T07:26:06.891" v="2080" actId="47"/>
        <pc:sldMkLst>
          <pc:docMk/>
          <pc:sldMk cId="2335412501" sldId="2500"/>
        </pc:sldMkLst>
      </pc:sldChg>
      <pc:sldChg chg="delSp modSp add mod addAnim delAnim modAnim">
        <pc:chgData name="Owais Ahmed" userId="6abc7d4556b3b071" providerId="LiveId" clId="{254A2D3D-DCA5-4B3F-A573-52F1054DFAE2}" dt="2023-03-11T09:20:49.642" v="3442" actId="21"/>
        <pc:sldMkLst>
          <pc:docMk/>
          <pc:sldMk cId="1223673830" sldId="2501"/>
        </pc:sldMkLst>
        <pc:spChg chg="mod">
          <ac:chgData name="Owais Ahmed" userId="6abc7d4556b3b071" providerId="LiveId" clId="{254A2D3D-DCA5-4B3F-A573-52F1054DFAE2}" dt="2023-03-11T09:20:49.642" v="3442" actId="21"/>
          <ac:spMkLst>
            <pc:docMk/>
            <pc:sldMk cId="1223673830" sldId="2501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7:12:57.495" v="1679" actId="20577"/>
          <ac:spMkLst>
            <pc:docMk/>
            <pc:sldMk cId="1223673830" sldId="2501"/>
            <ac:spMk id="215" creationId="{00000000-0000-0000-0000-000000000000}"/>
          </ac:spMkLst>
        </pc:spChg>
        <pc:picChg chg="del">
          <ac:chgData name="Owais Ahmed" userId="6abc7d4556b3b071" providerId="LiveId" clId="{254A2D3D-DCA5-4B3F-A573-52F1054DFAE2}" dt="2023-03-11T07:08:19.608" v="1450" actId="478"/>
          <ac:picMkLst>
            <pc:docMk/>
            <pc:sldMk cId="1223673830" sldId="2501"/>
            <ac:picMk id="4" creationId="{A27137C5-63F1-6A39-DC4A-30E30E4B3928}"/>
          </ac:picMkLst>
        </pc:picChg>
      </pc:sldChg>
      <pc:sldChg chg="del">
        <pc:chgData name="Owais Ahmed" userId="6abc7d4556b3b071" providerId="LiveId" clId="{254A2D3D-DCA5-4B3F-A573-52F1054DFAE2}" dt="2023-03-11T05:25:22.921" v="75" actId="47"/>
        <pc:sldMkLst>
          <pc:docMk/>
          <pc:sldMk cId="1703006424" sldId="2501"/>
        </pc:sldMkLst>
      </pc:sldChg>
      <pc:sldChg chg="add del">
        <pc:chgData name="Owais Ahmed" userId="6abc7d4556b3b071" providerId="LiveId" clId="{254A2D3D-DCA5-4B3F-A573-52F1054DFAE2}" dt="2023-03-11T06:37:17.641" v="1025" actId="2890"/>
        <pc:sldMkLst>
          <pc:docMk/>
          <pc:sldMk cId="3065944662" sldId="2501"/>
        </pc:sldMkLst>
      </pc:sldChg>
      <pc:sldChg chg="add del">
        <pc:chgData name="Owais Ahmed" userId="6abc7d4556b3b071" providerId="LiveId" clId="{254A2D3D-DCA5-4B3F-A573-52F1054DFAE2}" dt="2023-03-11T07:22:24.173" v="1685" actId="2890"/>
        <pc:sldMkLst>
          <pc:docMk/>
          <pc:sldMk cId="807971374" sldId="2502"/>
        </pc:sldMkLst>
      </pc:sldChg>
      <pc:sldChg chg="modSp add mod ord modAnim modNotesTx">
        <pc:chgData name="Owais Ahmed" userId="6abc7d4556b3b071" providerId="LiveId" clId="{254A2D3D-DCA5-4B3F-A573-52F1054DFAE2}" dt="2023-03-11T10:00:13.519" v="4352" actId="20577"/>
        <pc:sldMkLst>
          <pc:docMk/>
          <pc:sldMk cId="2279712319" sldId="2502"/>
        </pc:sldMkLst>
        <pc:spChg chg="mod">
          <ac:chgData name="Owais Ahmed" userId="6abc7d4556b3b071" providerId="LiveId" clId="{254A2D3D-DCA5-4B3F-A573-52F1054DFAE2}" dt="2023-03-11T10:00:13.519" v="4352" actId="20577"/>
          <ac:spMkLst>
            <pc:docMk/>
            <pc:sldMk cId="2279712319" sldId="2502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9:13:22.632" v="3033" actId="20577"/>
          <ac:spMkLst>
            <pc:docMk/>
            <pc:sldMk cId="2279712319" sldId="2502"/>
            <ac:spMk id="215" creationId="{00000000-0000-0000-0000-000000000000}"/>
          </ac:spMkLst>
        </pc:spChg>
      </pc:sldChg>
      <pc:sldChg chg="del">
        <pc:chgData name="Owais Ahmed" userId="6abc7d4556b3b071" providerId="LiveId" clId="{254A2D3D-DCA5-4B3F-A573-52F1054DFAE2}" dt="2023-03-11T05:25:28.504" v="78" actId="47"/>
        <pc:sldMkLst>
          <pc:docMk/>
          <pc:sldMk cId="2459176591" sldId="2502"/>
        </pc:sldMkLst>
      </pc:sldChg>
      <pc:sldChg chg="del">
        <pc:chgData name="Owais Ahmed" userId="6abc7d4556b3b071" providerId="LiveId" clId="{254A2D3D-DCA5-4B3F-A573-52F1054DFAE2}" dt="2023-03-11T05:25:25.484" v="77" actId="47"/>
        <pc:sldMkLst>
          <pc:docMk/>
          <pc:sldMk cId="3149883331" sldId="2503"/>
        </pc:sldMkLst>
      </pc:sldChg>
      <pc:sldChg chg="addSp delSp modSp add mod delAnim modAnim">
        <pc:chgData name="Owais Ahmed" userId="6abc7d4556b3b071" providerId="LiveId" clId="{254A2D3D-DCA5-4B3F-A573-52F1054DFAE2}" dt="2023-03-11T09:34:24.172" v="3633" actId="20577"/>
        <pc:sldMkLst>
          <pc:docMk/>
          <pc:sldMk cId="3565255470" sldId="2503"/>
        </pc:sldMkLst>
        <pc:spChg chg="del mod">
          <ac:chgData name="Owais Ahmed" userId="6abc7d4556b3b071" providerId="LiveId" clId="{254A2D3D-DCA5-4B3F-A573-52F1054DFAE2}" dt="2023-03-11T08:20:14.974" v="2617" actId="478"/>
          <ac:spMkLst>
            <pc:docMk/>
            <pc:sldMk cId="3565255470" sldId="2503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8:20:09.090" v="2615" actId="20577"/>
          <ac:spMkLst>
            <pc:docMk/>
            <pc:sldMk cId="3565255470" sldId="2503"/>
            <ac:spMk id="215" creationId="{00000000-0000-0000-0000-000000000000}"/>
          </ac:spMkLst>
        </pc:spChg>
        <pc:graphicFrameChg chg="add del">
          <ac:chgData name="Owais Ahmed" userId="6abc7d4556b3b071" providerId="LiveId" clId="{254A2D3D-DCA5-4B3F-A573-52F1054DFAE2}" dt="2023-03-11T07:56:49.030" v="2357" actId="3680"/>
          <ac:graphicFrameMkLst>
            <pc:docMk/>
            <pc:sldMk cId="3565255470" sldId="2503"/>
            <ac:graphicFrameMk id="4" creationId="{AD166D09-0F13-ADC2-74C5-C7B10E637296}"/>
          </ac:graphicFrameMkLst>
        </pc:graphicFrameChg>
        <pc:graphicFrameChg chg="add del mod modGraphic">
          <ac:chgData name="Owais Ahmed" userId="6abc7d4556b3b071" providerId="LiveId" clId="{254A2D3D-DCA5-4B3F-A573-52F1054DFAE2}" dt="2023-03-11T08:19:21.358" v="2586" actId="478"/>
          <ac:graphicFrameMkLst>
            <pc:docMk/>
            <pc:sldMk cId="3565255470" sldId="2503"/>
            <ac:graphicFrameMk id="5" creationId="{257BBAAD-E9ED-C47F-ED86-5506BB788763}"/>
          </ac:graphicFrameMkLst>
        </pc:graphicFrameChg>
        <pc:graphicFrameChg chg="add del mod">
          <ac:chgData name="Owais Ahmed" userId="6abc7d4556b3b071" providerId="LiveId" clId="{254A2D3D-DCA5-4B3F-A573-52F1054DFAE2}" dt="2023-03-11T08:18:04.717" v="2563"/>
          <ac:graphicFrameMkLst>
            <pc:docMk/>
            <pc:sldMk cId="3565255470" sldId="2503"/>
            <ac:graphicFrameMk id="6" creationId="{7538F9DB-2C04-6F95-0F17-F39C4318CF99}"/>
          </ac:graphicFrameMkLst>
        </pc:graphicFrameChg>
        <pc:graphicFrameChg chg="add mod modGraphic">
          <ac:chgData name="Owais Ahmed" userId="6abc7d4556b3b071" providerId="LiveId" clId="{254A2D3D-DCA5-4B3F-A573-52F1054DFAE2}" dt="2023-03-11T09:34:24.172" v="3633" actId="20577"/>
          <ac:graphicFrameMkLst>
            <pc:docMk/>
            <pc:sldMk cId="3565255470" sldId="2503"/>
            <ac:graphicFrameMk id="7" creationId="{C51EA6D3-D80B-93F6-0937-44975A2213F0}"/>
          </ac:graphicFrameMkLst>
        </pc:graphicFrameChg>
      </pc:sldChg>
      <pc:sldChg chg="addSp delSp modSp add mod ord delAnim modAnim">
        <pc:chgData name="Owais Ahmed" userId="6abc7d4556b3b071" providerId="LiveId" clId="{254A2D3D-DCA5-4B3F-A573-52F1054DFAE2}" dt="2023-03-11T08:48:30.089" v="2711" actId="20577"/>
        <pc:sldMkLst>
          <pc:docMk/>
          <pc:sldMk cId="3179459333" sldId="2504"/>
        </pc:sldMkLst>
        <pc:spChg chg="del mod">
          <ac:chgData name="Owais Ahmed" userId="6abc7d4556b3b071" providerId="LiveId" clId="{254A2D3D-DCA5-4B3F-A573-52F1054DFAE2}" dt="2023-03-11T08:23:03.391" v="2642" actId="478"/>
          <ac:spMkLst>
            <pc:docMk/>
            <pc:sldMk cId="3179459333" sldId="2504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8:48:30.089" v="2711" actId="20577"/>
          <ac:spMkLst>
            <pc:docMk/>
            <pc:sldMk cId="3179459333" sldId="2504"/>
            <ac:spMk id="215" creationId="{00000000-0000-0000-0000-000000000000}"/>
          </ac:spMkLst>
        </pc:spChg>
        <pc:picChg chg="add del mod">
          <ac:chgData name="Owais Ahmed" userId="6abc7d4556b3b071" providerId="LiveId" clId="{254A2D3D-DCA5-4B3F-A573-52F1054DFAE2}" dt="2023-03-11T08:27:19.644" v="2678" actId="478"/>
          <ac:picMkLst>
            <pc:docMk/>
            <pc:sldMk cId="3179459333" sldId="2504"/>
            <ac:picMk id="4" creationId="{1C822D72-4259-4C23-11A3-B7237C00633E}"/>
          </ac:picMkLst>
        </pc:picChg>
        <pc:picChg chg="add del mod">
          <ac:chgData name="Owais Ahmed" userId="6abc7d4556b3b071" providerId="LiveId" clId="{254A2D3D-DCA5-4B3F-A573-52F1054DFAE2}" dt="2023-03-11T08:27:19.181" v="2677" actId="478"/>
          <ac:picMkLst>
            <pc:docMk/>
            <pc:sldMk cId="3179459333" sldId="2504"/>
            <ac:picMk id="5" creationId="{BFBC634B-968C-6C58-66C7-154771750D8B}"/>
          </ac:picMkLst>
        </pc:picChg>
        <pc:picChg chg="add del mod">
          <ac:chgData name="Owais Ahmed" userId="6abc7d4556b3b071" providerId="LiveId" clId="{254A2D3D-DCA5-4B3F-A573-52F1054DFAE2}" dt="2023-03-11T08:27:05.394" v="2674" actId="478"/>
          <ac:picMkLst>
            <pc:docMk/>
            <pc:sldMk cId="3179459333" sldId="2504"/>
            <ac:picMk id="6" creationId="{CBE24838-D849-058A-79C7-A31231A497E2}"/>
          </ac:picMkLst>
        </pc:picChg>
        <pc:picChg chg="add del mod">
          <ac:chgData name="Owais Ahmed" userId="6abc7d4556b3b071" providerId="LiveId" clId="{254A2D3D-DCA5-4B3F-A573-52F1054DFAE2}" dt="2023-03-11T08:26:59.584" v="2673" actId="478"/>
          <ac:picMkLst>
            <pc:docMk/>
            <pc:sldMk cId="3179459333" sldId="2504"/>
            <ac:picMk id="7" creationId="{3FB898E3-731B-9221-BB9D-7B0B0A215839}"/>
          </ac:picMkLst>
        </pc:picChg>
        <pc:picChg chg="add mod">
          <ac:chgData name="Owais Ahmed" userId="6abc7d4556b3b071" providerId="LiveId" clId="{254A2D3D-DCA5-4B3F-A573-52F1054DFAE2}" dt="2023-03-11T08:46:20.827" v="2684" actId="732"/>
          <ac:picMkLst>
            <pc:docMk/>
            <pc:sldMk cId="3179459333" sldId="2504"/>
            <ac:picMk id="8" creationId="{383FC630-BCE3-A4BB-3B78-49C90E9E46B7}"/>
          </ac:picMkLst>
        </pc:picChg>
        <pc:picChg chg="add del mod">
          <ac:chgData name="Owais Ahmed" userId="6abc7d4556b3b071" providerId="LiveId" clId="{254A2D3D-DCA5-4B3F-A573-52F1054DFAE2}" dt="2023-03-11T08:46:26.717" v="2686"/>
          <ac:picMkLst>
            <pc:docMk/>
            <pc:sldMk cId="3179459333" sldId="2504"/>
            <ac:picMk id="9" creationId="{3C483B02-9A3F-AD05-F61A-1B4DDEA2381F}"/>
          </ac:picMkLst>
        </pc:picChg>
        <pc:picChg chg="add mod">
          <ac:chgData name="Owais Ahmed" userId="6abc7d4556b3b071" providerId="LiveId" clId="{254A2D3D-DCA5-4B3F-A573-52F1054DFAE2}" dt="2023-03-11T08:47:06.735" v="2691" actId="732"/>
          <ac:picMkLst>
            <pc:docMk/>
            <pc:sldMk cId="3179459333" sldId="2504"/>
            <ac:picMk id="10" creationId="{B308A51B-EB0E-1308-B8B3-F9D575046A6B}"/>
          </ac:picMkLst>
        </pc:picChg>
        <pc:picChg chg="add mod">
          <ac:chgData name="Owais Ahmed" userId="6abc7d4556b3b071" providerId="LiveId" clId="{254A2D3D-DCA5-4B3F-A573-52F1054DFAE2}" dt="2023-03-11T08:47:38.769" v="2696" actId="732"/>
          <ac:picMkLst>
            <pc:docMk/>
            <pc:sldMk cId="3179459333" sldId="2504"/>
            <ac:picMk id="11" creationId="{17E90CBA-CCE8-E0DA-517C-F1C42B3800CD}"/>
          </ac:picMkLst>
        </pc:picChg>
        <pc:picChg chg="add mod">
          <ac:chgData name="Owais Ahmed" userId="6abc7d4556b3b071" providerId="LiveId" clId="{254A2D3D-DCA5-4B3F-A573-52F1054DFAE2}" dt="2023-03-11T08:47:39.764" v="2697"/>
          <ac:picMkLst>
            <pc:docMk/>
            <pc:sldMk cId="3179459333" sldId="2504"/>
            <ac:picMk id="12" creationId="{53E60DE2-545A-9D1F-8754-88049662D9D1}"/>
          </ac:picMkLst>
        </pc:picChg>
      </pc:sldChg>
      <pc:sldChg chg="del">
        <pc:chgData name="Owais Ahmed" userId="6abc7d4556b3b071" providerId="LiveId" clId="{254A2D3D-DCA5-4B3F-A573-52F1054DFAE2}" dt="2023-03-11T05:25:24.137" v="76" actId="47"/>
        <pc:sldMkLst>
          <pc:docMk/>
          <pc:sldMk cId="3473336835" sldId="2504"/>
        </pc:sldMkLst>
      </pc:sldChg>
      <pc:sldChg chg="addSp delSp modSp add mod ord modAnim">
        <pc:chgData name="Owais Ahmed" userId="6abc7d4556b3b071" providerId="LiveId" clId="{254A2D3D-DCA5-4B3F-A573-52F1054DFAE2}" dt="2023-03-11T09:44:33.530" v="3639" actId="14100"/>
        <pc:sldMkLst>
          <pc:docMk/>
          <pc:sldMk cId="1084053900" sldId="2505"/>
        </pc:sldMkLst>
        <pc:spChg chg="mod">
          <ac:chgData name="Owais Ahmed" userId="6abc7d4556b3b071" providerId="LiveId" clId="{254A2D3D-DCA5-4B3F-A573-52F1054DFAE2}" dt="2023-03-11T09:10:32.706" v="2933" actId="20577"/>
          <ac:spMkLst>
            <pc:docMk/>
            <pc:sldMk cId="1084053900" sldId="2505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9:10:41.149" v="2937" actId="20577"/>
          <ac:spMkLst>
            <pc:docMk/>
            <pc:sldMk cId="1084053900" sldId="2505"/>
            <ac:spMk id="215" creationId="{00000000-0000-0000-0000-000000000000}"/>
          </ac:spMkLst>
        </pc:spChg>
        <pc:picChg chg="add del mod">
          <ac:chgData name="Owais Ahmed" userId="6abc7d4556b3b071" providerId="LiveId" clId="{254A2D3D-DCA5-4B3F-A573-52F1054DFAE2}" dt="2023-03-11T08:49:43.890" v="2720"/>
          <ac:picMkLst>
            <pc:docMk/>
            <pc:sldMk cId="1084053900" sldId="2505"/>
            <ac:picMk id="4" creationId="{8E086F26-8CE3-4207-966A-B9646B87830B}"/>
          </ac:picMkLst>
        </pc:picChg>
        <pc:picChg chg="add mod">
          <ac:chgData name="Owais Ahmed" userId="6abc7d4556b3b071" providerId="LiveId" clId="{254A2D3D-DCA5-4B3F-A573-52F1054DFAE2}" dt="2023-03-11T09:44:33.530" v="3639" actId="14100"/>
          <ac:picMkLst>
            <pc:docMk/>
            <pc:sldMk cId="1084053900" sldId="2505"/>
            <ac:picMk id="5" creationId="{06AB4BBE-63E2-1AF8-03C4-298EA13B4847}"/>
          </ac:picMkLst>
        </pc:picChg>
      </pc:sldChg>
      <pc:sldChg chg="addSp delSp modSp add mod modAnim">
        <pc:chgData name="Owais Ahmed" userId="6abc7d4556b3b071" providerId="LiveId" clId="{254A2D3D-DCA5-4B3F-A573-52F1054DFAE2}" dt="2023-03-11T09:37:52.608" v="3638" actId="1076"/>
        <pc:sldMkLst>
          <pc:docMk/>
          <pc:sldMk cId="3621187467" sldId="2506"/>
        </pc:sldMkLst>
        <pc:spChg chg="mod">
          <ac:chgData name="Owais Ahmed" userId="6abc7d4556b3b071" providerId="LiveId" clId="{254A2D3D-DCA5-4B3F-A573-52F1054DFAE2}" dt="2023-03-11T09:09:50.553" v="2880" actId="20577"/>
          <ac:spMkLst>
            <pc:docMk/>
            <pc:sldMk cId="3621187467" sldId="2506"/>
            <ac:spMk id="215" creationId="{00000000-0000-0000-0000-000000000000}"/>
          </ac:spMkLst>
        </pc:spChg>
        <pc:picChg chg="add del mod">
          <ac:chgData name="Owais Ahmed" userId="6abc7d4556b3b071" providerId="LiveId" clId="{254A2D3D-DCA5-4B3F-A573-52F1054DFAE2}" dt="2023-03-11T09:09:11.122" v="2858" actId="478"/>
          <ac:picMkLst>
            <pc:docMk/>
            <pc:sldMk cId="3621187467" sldId="2506"/>
            <ac:picMk id="4" creationId="{0A044529-DB24-36DE-BE87-0536A0E47C20}"/>
          </ac:picMkLst>
        </pc:picChg>
        <pc:picChg chg="add del mod">
          <ac:chgData name="Owais Ahmed" userId="6abc7d4556b3b071" providerId="LiveId" clId="{254A2D3D-DCA5-4B3F-A573-52F1054DFAE2}" dt="2023-03-11T09:37:42.396" v="3634" actId="478"/>
          <ac:picMkLst>
            <pc:docMk/>
            <pc:sldMk cId="3621187467" sldId="2506"/>
            <ac:picMk id="6" creationId="{7F91A24F-5CB5-F9D4-89AD-DE862BA434B4}"/>
          </ac:picMkLst>
        </pc:picChg>
        <pc:picChg chg="del">
          <ac:chgData name="Owais Ahmed" userId="6abc7d4556b3b071" providerId="LiveId" clId="{254A2D3D-DCA5-4B3F-A573-52F1054DFAE2}" dt="2023-03-11T08:57:53.687" v="2844" actId="478"/>
          <ac:picMkLst>
            <pc:docMk/>
            <pc:sldMk cId="3621187467" sldId="2506"/>
            <ac:picMk id="8" creationId="{383FC630-BCE3-A4BB-3B78-49C90E9E46B7}"/>
          </ac:picMkLst>
        </pc:picChg>
        <pc:picChg chg="add mod">
          <ac:chgData name="Owais Ahmed" userId="6abc7d4556b3b071" providerId="LiveId" clId="{254A2D3D-DCA5-4B3F-A573-52F1054DFAE2}" dt="2023-03-11T09:37:52.608" v="3638" actId="1076"/>
          <ac:picMkLst>
            <pc:docMk/>
            <pc:sldMk cId="3621187467" sldId="2506"/>
            <ac:picMk id="9" creationId="{F2C2EA6F-F9C2-A023-9104-5C6BCC7810B9}"/>
          </ac:picMkLst>
        </pc:picChg>
        <pc:picChg chg="del">
          <ac:chgData name="Owais Ahmed" userId="6abc7d4556b3b071" providerId="LiveId" clId="{254A2D3D-DCA5-4B3F-A573-52F1054DFAE2}" dt="2023-03-11T08:57:52.412" v="2843" actId="478"/>
          <ac:picMkLst>
            <pc:docMk/>
            <pc:sldMk cId="3621187467" sldId="2506"/>
            <ac:picMk id="10" creationId="{B308A51B-EB0E-1308-B8B3-F9D575046A6B}"/>
          </ac:picMkLst>
        </pc:picChg>
        <pc:picChg chg="del">
          <ac:chgData name="Owais Ahmed" userId="6abc7d4556b3b071" providerId="LiveId" clId="{254A2D3D-DCA5-4B3F-A573-52F1054DFAE2}" dt="2023-03-11T08:57:51.903" v="2842" actId="478"/>
          <ac:picMkLst>
            <pc:docMk/>
            <pc:sldMk cId="3621187467" sldId="2506"/>
            <ac:picMk id="11" creationId="{17E90CBA-CCE8-E0DA-517C-F1C42B3800CD}"/>
          </ac:picMkLst>
        </pc:picChg>
        <pc:picChg chg="del">
          <ac:chgData name="Owais Ahmed" userId="6abc7d4556b3b071" providerId="LiveId" clId="{254A2D3D-DCA5-4B3F-A573-52F1054DFAE2}" dt="2023-03-11T08:57:51.231" v="2841" actId="478"/>
          <ac:picMkLst>
            <pc:docMk/>
            <pc:sldMk cId="3621187467" sldId="2506"/>
            <ac:picMk id="12" creationId="{53E60DE2-545A-9D1F-8754-88049662D9D1}"/>
          </ac:picMkLst>
        </pc:picChg>
      </pc:sldChg>
      <pc:sldChg chg="add del">
        <pc:chgData name="Owais Ahmed" userId="6abc7d4556b3b071" providerId="LiveId" clId="{254A2D3D-DCA5-4B3F-A573-52F1054DFAE2}" dt="2023-03-11T09:15:50.985" v="3072" actId="47"/>
        <pc:sldMkLst>
          <pc:docMk/>
          <pc:sldMk cId="1081780362" sldId="2507"/>
        </pc:sldMkLst>
      </pc:sldChg>
      <pc:sldChg chg="modSp add mod modAnim">
        <pc:chgData name="Owais Ahmed" userId="6abc7d4556b3b071" providerId="LiveId" clId="{254A2D3D-DCA5-4B3F-A573-52F1054DFAE2}" dt="2023-03-11T09:22:51.049" v="3532" actId="20577"/>
        <pc:sldMkLst>
          <pc:docMk/>
          <pc:sldMk cId="1990660398" sldId="2507"/>
        </pc:sldMkLst>
        <pc:spChg chg="mod">
          <ac:chgData name="Owais Ahmed" userId="6abc7d4556b3b071" providerId="LiveId" clId="{254A2D3D-DCA5-4B3F-A573-52F1054DFAE2}" dt="2023-03-11T09:22:35.006" v="3529"/>
          <ac:spMkLst>
            <pc:docMk/>
            <pc:sldMk cId="1990660398" sldId="2507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9:21:06.627" v="3478" actId="20577"/>
          <ac:spMkLst>
            <pc:docMk/>
            <pc:sldMk cId="1990660398" sldId="2507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254A2D3D-DCA5-4B3F-A573-52F1054DFAE2}" dt="2023-03-11T09:45:27.312" v="3677" actId="20577"/>
        <pc:sldMkLst>
          <pc:docMk/>
          <pc:sldMk cId="1508569928" sldId="2508"/>
        </pc:sldMkLst>
        <pc:spChg chg="mod">
          <ac:chgData name="Owais Ahmed" userId="6abc7d4556b3b071" providerId="LiveId" clId="{254A2D3D-DCA5-4B3F-A573-52F1054DFAE2}" dt="2023-03-11T09:45:27.312" v="3677" actId="20577"/>
          <ac:spMkLst>
            <pc:docMk/>
            <pc:sldMk cId="1508569928" sldId="2508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9:45:14.277" v="3662" actId="20577"/>
          <ac:spMkLst>
            <pc:docMk/>
            <pc:sldMk cId="1508569928" sldId="2508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254A2D3D-DCA5-4B3F-A573-52F1054DFAE2}" dt="2023-03-11T09:58:49.793" v="4207" actId="20577"/>
        <pc:sldMkLst>
          <pc:docMk/>
          <pc:sldMk cId="2812469995" sldId="2509"/>
        </pc:sldMkLst>
        <pc:spChg chg="mod">
          <ac:chgData name="Owais Ahmed" userId="6abc7d4556b3b071" providerId="LiveId" clId="{254A2D3D-DCA5-4B3F-A573-52F1054DFAE2}" dt="2023-03-11T09:58:49.793" v="4207" actId="20577"/>
          <ac:spMkLst>
            <pc:docMk/>
            <pc:sldMk cId="2812469995" sldId="2509"/>
            <ac:spMk id="3" creationId="{4A1C0383-58FE-E486-295E-B33B8683B938}"/>
          </ac:spMkLst>
        </pc:spChg>
      </pc:sldChg>
    </pc:docChg>
  </pc:docChgLst>
  <pc:docChgLst>
    <pc:chgData name="Owais" userId="6abc7d4556b3b071" providerId="LiveId" clId="{67CF6123-0AE6-4BD4-ADE5-5F19A9E093E9}"/>
    <pc:docChg chg="undo custSel addSld delSld modSld">
      <pc:chgData name="Owais" userId="6abc7d4556b3b071" providerId="LiveId" clId="{67CF6123-0AE6-4BD4-ADE5-5F19A9E093E9}" dt="2023-03-10T05:56:53.799" v="4979" actId="20577"/>
      <pc:docMkLst>
        <pc:docMk/>
      </pc:docMkLst>
      <pc:sldChg chg="modSp mod">
        <pc:chgData name="Owais" userId="6abc7d4556b3b071" providerId="LiveId" clId="{67CF6123-0AE6-4BD4-ADE5-5F19A9E093E9}" dt="2023-03-10T05:37:06.215" v="3627" actId="20577"/>
        <pc:sldMkLst>
          <pc:docMk/>
          <pc:sldMk cId="1649098948" sldId="2462"/>
        </pc:sldMkLst>
        <pc:spChg chg="mod">
          <ac:chgData name="Owais" userId="6abc7d4556b3b071" providerId="LiveId" clId="{67CF6123-0AE6-4BD4-ADE5-5F19A9E093E9}" dt="2023-03-10T05:37:06.215" v="3627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" userId="6abc7d4556b3b071" providerId="LiveId" clId="{67CF6123-0AE6-4BD4-ADE5-5F19A9E093E9}" dt="2023-03-10T04:47:29.251" v="1225" actId="20577"/>
        <pc:sldMkLst>
          <pc:docMk/>
          <pc:sldMk cId="641030253" sldId="2479"/>
        </pc:sldMkLst>
        <pc:spChg chg="mod">
          <ac:chgData name="Owais" userId="6abc7d4556b3b071" providerId="LiveId" clId="{67CF6123-0AE6-4BD4-ADE5-5F19A9E093E9}" dt="2023-03-10T04:47:29.251" v="1225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4:22:27.620" v="139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del">
        <pc:chgData name="Owais" userId="6abc7d4556b3b071" providerId="LiveId" clId="{67CF6123-0AE6-4BD4-ADE5-5F19A9E093E9}" dt="2023-03-10T04:22:09.120" v="95" actId="47"/>
        <pc:sldMkLst>
          <pc:docMk/>
          <pc:sldMk cId="33298473" sldId="2480"/>
        </pc:sldMkLst>
      </pc:sldChg>
      <pc:sldChg chg="modSp add del mod modAnim">
        <pc:chgData name="Owais" userId="6abc7d4556b3b071" providerId="LiveId" clId="{67CF6123-0AE6-4BD4-ADE5-5F19A9E093E9}" dt="2023-03-10T04:55:03.883" v="1309" actId="47"/>
        <pc:sldMkLst>
          <pc:docMk/>
          <pc:sldMk cId="2855042589" sldId="2480"/>
        </pc:sldMkLst>
        <pc:spChg chg="mod">
          <ac:chgData name="Owais" userId="6abc7d4556b3b071" providerId="LiveId" clId="{67CF6123-0AE6-4BD4-ADE5-5F19A9E093E9}" dt="2023-03-10T04:50:41.649" v="1306" actId="20577"/>
          <ac:spMkLst>
            <pc:docMk/>
            <pc:sldMk cId="2855042589" sldId="2480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4:31:38.842" v="1027" actId="20577"/>
          <ac:spMkLst>
            <pc:docMk/>
            <pc:sldMk cId="2855042589" sldId="2480"/>
            <ac:spMk id="215" creationId="{00000000-0000-0000-0000-000000000000}"/>
          </ac:spMkLst>
        </pc:spChg>
      </pc:sldChg>
      <pc:sldChg chg="add modNotesTx">
        <pc:chgData name="Owais" userId="6abc7d4556b3b071" providerId="LiveId" clId="{67CF6123-0AE6-4BD4-ADE5-5F19A9E093E9}" dt="2023-03-10T04:54:48.773" v="1308" actId="20577"/>
        <pc:sldMkLst>
          <pc:docMk/>
          <pc:sldMk cId="2091936453" sldId="2481"/>
        </pc:sldMkLst>
      </pc:sldChg>
      <pc:sldChg chg="del">
        <pc:chgData name="Owais" userId="6abc7d4556b3b071" providerId="LiveId" clId="{67CF6123-0AE6-4BD4-ADE5-5F19A9E093E9}" dt="2023-03-10T04:22:09.346" v="96" actId="47"/>
        <pc:sldMkLst>
          <pc:docMk/>
          <pc:sldMk cId="2242574499" sldId="2481"/>
        </pc:sldMkLst>
      </pc:sldChg>
      <pc:sldChg chg="del">
        <pc:chgData name="Owais" userId="6abc7d4556b3b071" providerId="LiveId" clId="{67CF6123-0AE6-4BD4-ADE5-5F19A9E093E9}" dt="2023-03-10T04:22:09.558" v="97" actId="47"/>
        <pc:sldMkLst>
          <pc:docMk/>
          <pc:sldMk cId="3554497857" sldId="2482"/>
        </pc:sldMkLst>
      </pc:sldChg>
      <pc:sldChg chg="addSp modSp add mod modAnim">
        <pc:chgData name="Owais" userId="6abc7d4556b3b071" providerId="LiveId" clId="{67CF6123-0AE6-4BD4-ADE5-5F19A9E093E9}" dt="2023-03-10T05:01:12.816" v="1608"/>
        <pc:sldMkLst>
          <pc:docMk/>
          <pc:sldMk cId="3995319414" sldId="2482"/>
        </pc:sldMkLst>
        <pc:spChg chg="mod">
          <ac:chgData name="Owais" userId="6abc7d4556b3b071" providerId="LiveId" clId="{67CF6123-0AE6-4BD4-ADE5-5F19A9E093E9}" dt="2023-03-10T05:00:52.687" v="1605" actId="20577"/>
          <ac:spMkLst>
            <pc:docMk/>
            <pc:sldMk cId="3995319414" sldId="2482"/>
            <ac:spMk id="3" creationId="{4A1C0383-58FE-E486-295E-B33B8683B938}"/>
          </ac:spMkLst>
        </pc:spChg>
        <pc:picChg chg="add mod">
          <ac:chgData name="Owais" userId="6abc7d4556b3b071" providerId="LiveId" clId="{67CF6123-0AE6-4BD4-ADE5-5F19A9E093E9}" dt="2023-03-10T05:01:02.131" v="1606" actId="1076"/>
          <ac:picMkLst>
            <pc:docMk/>
            <pc:sldMk cId="3995319414" sldId="2482"/>
            <ac:picMk id="8" creationId="{2D0C4D95-3A08-1C5E-85E5-E142DB051265}"/>
          </ac:picMkLst>
        </pc:picChg>
      </pc:sldChg>
      <pc:sldChg chg="del">
        <pc:chgData name="Owais" userId="6abc7d4556b3b071" providerId="LiveId" clId="{67CF6123-0AE6-4BD4-ADE5-5F19A9E093E9}" dt="2023-03-10T04:22:09.813" v="98" actId="47"/>
        <pc:sldMkLst>
          <pc:docMk/>
          <pc:sldMk cId="677534828" sldId="2483"/>
        </pc:sldMkLst>
      </pc:sldChg>
      <pc:sldChg chg="addSp delSp modSp add mod delAnim modAnim modNotesTx">
        <pc:chgData name="Owais" userId="6abc7d4556b3b071" providerId="LiveId" clId="{67CF6123-0AE6-4BD4-ADE5-5F19A9E093E9}" dt="2023-03-10T05:15:13.914" v="2212" actId="27636"/>
        <pc:sldMkLst>
          <pc:docMk/>
          <pc:sldMk cId="4097483409" sldId="2483"/>
        </pc:sldMkLst>
        <pc:spChg chg="mod">
          <ac:chgData name="Owais" userId="6abc7d4556b3b071" providerId="LiveId" clId="{67CF6123-0AE6-4BD4-ADE5-5F19A9E093E9}" dt="2023-03-10T05:15:13.914" v="2212" actId="27636"/>
          <ac:spMkLst>
            <pc:docMk/>
            <pc:sldMk cId="4097483409" sldId="2483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02:14.702" v="1642" actId="20577"/>
          <ac:spMkLst>
            <pc:docMk/>
            <pc:sldMk cId="4097483409" sldId="2483"/>
            <ac:spMk id="215" creationId="{00000000-0000-0000-0000-000000000000}"/>
          </ac:spMkLst>
        </pc:spChg>
        <pc:picChg chg="del">
          <ac:chgData name="Owais" userId="6abc7d4556b3b071" providerId="LiveId" clId="{67CF6123-0AE6-4BD4-ADE5-5F19A9E093E9}" dt="2023-03-10T05:02:20.720" v="1643" actId="478"/>
          <ac:picMkLst>
            <pc:docMk/>
            <pc:sldMk cId="4097483409" sldId="2483"/>
            <ac:picMk id="8" creationId="{2D0C4D95-3A08-1C5E-85E5-E142DB051265}"/>
          </ac:picMkLst>
        </pc:picChg>
        <pc:picChg chg="add mod">
          <ac:chgData name="Owais" userId="6abc7d4556b3b071" providerId="LiveId" clId="{67CF6123-0AE6-4BD4-ADE5-5F19A9E093E9}" dt="2023-03-10T05:02:31.380" v="1645" actId="1076"/>
          <ac:picMkLst>
            <pc:docMk/>
            <pc:sldMk cId="4097483409" sldId="2483"/>
            <ac:picMk id="9" creationId="{764CE750-C9A2-4344-4CF8-589A12BAC72D}"/>
          </ac:picMkLst>
        </pc:picChg>
      </pc:sldChg>
      <pc:sldChg chg="del">
        <pc:chgData name="Owais" userId="6abc7d4556b3b071" providerId="LiveId" clId="{67CF6123-0AE6-4BD4-ADE5-5F19A9E093E9}" dt="2023-03-10T04:22:10.127" v="99" actId="47"/>
        <pc:sldMkLst>
          <pc:docMk/>
          <pc:sldMk cId="278977406" sldId="2484"/>
        </pc:sldMkLst>
      </pc:sldChg>
      <pc:sldChg chg="addSp delSp modSp add mod delAnim modAnim">
        <pc:chgData name="Owais" userId="6abc7d4556b3b071" providerId="LiveId" clId="{67CF6123-0AE6-4BD4-ADE5-5F19A9E093E9}" dt="2023-03-10T05:13:16.538" v="2167" actId="20577"/>
        <pc:sldMkLst>
          <pc:docMk/>
          <pc:sldMk cId="2130599672" sldId="2484"/>
        </pc:sldMkLst>
        <pc:spChg chg="del mod">
          <ac:chgData name="Owais" userId="6abc7d4556b3b071" providerId="LiveId" clId="{67CF6123-0AE6-4BD4-ADE5-5F19A9E093E9}" dt="2023-03-10T05:08:19.172" v="2121" actId="478"/>
          <ac:spMkLst>
            <pc:docMk/>
            <pc:sldMk cId="2130599672" sldId="2484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13:16.538" v="2167" actId="20577"/>
          <ac:spMkLst>
            <pc:docMk/>
            <pc:sldMk cId="2130599672" sldId="2484"/>
            <ac:spMk id="215" creationId="{00000000-0000-0000-0000-000000000000}"/>
          </ac:spMkLst>
        </pc:spChg>
        <pc:picChg chg="add del mod">
          <ac:chgData name="Owais" userId="6abc7d4556b3b071" providerId="LiveId" clId="{67CF6123-0AE6-4BD4-ADE5-5F19A9E093E9}" dt="2023-03-10T05:08:14.510" v="2118"/>
          <ac:picMkLst>
            <pc:docMk/>
            <pc:sldMk cId="2130599672" sldId="2484"/>
            <ac:picMk id="11266" creationId="{E57703D1-AB19-527B-31FA-8471F4C3CEEA}"/>
          </ac:picMkLst>
        </pc:picChg>
        <pc:picChg chg="add del mod">
          <ac:chgData name="Owais" userId="6abc7d4556b3b071" providerId="LiveId" clId="{67CF6123-0AE6-4BD4-ADE5-5F19A9E093E9}" dt="2023-03-10T05:11:49.164" v="2131" actId="1076"/>
          <ac:picMkLst>
            <pc:docMk/>
            <pc:sldMk cId="2130599672" sldId="2484"/>
            <ac:picMk id="11268" creationId="{BA91136C-DFAF-E6B0-B8E9-A20B974F7798}"/>
          </ac:picMkLst>
        </pc:picChg>
      </pc:sldChg>
      <pc:sldChg chg="addSp delSp modSp add mod modAnim modNotesTx">
        <pc:chgData name="Owais" userId="6abc7d4556b3b071" providerId="LiveId" clId="{67CF6123-0AE6-4BD4-ADE5-5F19A9E093E9}" dt="2023-03-10T05:30:03.625" v="3009" actId="20577"/>
        <pc:sldMkLst>
          <pc:docMk/>
          <pc:sldMk cId="823254948" sldId="2485"/>
        </pc:sldMkLst>
        <pc:spChg chg="mod">
          <ac:chgData name="Owais" userId="6abc7d4556b3b071" providerId="LiveId" clId="{67CF6123-0AE6-4BD4-ADE5-5F19A9E093E9}" dt="2023-03-10T05:18:06.590" v="2340" actId="20577"/>
          <ac:spMkLst>
            <pc:docMk/>
            <pc:sldMk cId="823254948" sldId="2485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1" creationId="{4F964A84-1F67-44C1-AE02-038A89A0031A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2" creationId="{D792E484-ADE9-A17E-A187-38014C58A5EE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3" creationId="{38DAE894-B7DC-7BDC-CD2E-FBA2EB9F4276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4" creationId="{4456527D-2AC1-9CB7-7D3E-85DEF46A0AC1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5" creationId="{FC16F735-F701-EB77-298A-BFE79E567678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6" creationId="{B9D4F920-4598-50D3-38FA-6D6C6031EF83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7" creationId="{8DF4AC83-FEE2-0013-85F2-8147E63DEE1C}"/>
          </ac:spMkLst>
        </pc:spChg>
        <pc:grpChg chg="add mod">
          <ac:chgData name="Owais" userId="6abc7d4556b3b071" providerId="LiveId" clId="{67CF6123-0AE6-4BD4-ADE5-5F19A9E093E9}" dt="2023-03-10T05:17:13.075" v="2300" actId="1076"/>
          <ac:grpSpMkLst>
            <pc:docMk/>
            <pc:sldMk cId="823254948" sldId="2485"/>
            <ac:grpSpMk id="10" creationId="{E4DE4D9F-7B3E-0EB0-9E06-6F6C291075F4}"/>
          </ac:grpSpMkLst>
        </pc:grpChg>
        <pc:picChg chg="del">
          <ac:chgData name="Owais" userId="6abc7d4556b3b071" providerId="LiveId" clId="{67CF6123-0AE6-4BD4-ADE5-5F19A9E093E9}" dt="2023-03-10T05:15:31.177" v="2214" actId="478"/>
          <ac:picMkLst>
            <pc:docMk/>
            <pc:sldMk cId="823254948" sldId="2485"/>
            <ac:picMk id="9" creationId="{764CE750-C9A2-4344-4CF8-589A12BAC72D}"/>
          </ac:picMkLst>
        </pc:picChg>
      </pc:sldChg>
      <pc:sldChg chg="del">
        <pc:chgData name="Owais" userId="6abc7d4556b3b071" providerId="LiveId" clId="{67CF6123-0AE6-4BD4-ADE5-5F19A9E093E9}" dt="2023-03-10T04:22:10.365" v="100" actId="47"/>
        <pc:sldMkLst>
          <pc:docMk/>
          <pc:sldMk cId="2995985000" sldId="2485"/>
        </pc:sldMkLst>
      </pc:sldChg>
      <pc:sldChg chg="addSp delSp modSp add mod delAnim modAnim modNotesTx">
        <pc:chgData name="Owais" userId="6abc7d4556b3b071" providerId="LiveId" clId="{67CF6123-0AE6-4BD4-ADE5-5F19A9E093E9}" dt="2023-03-10T05:29:57.903" v="3008" actId="20577"/>
        <pc:sldMkLst>
          <pc:docMk/>
          <pc:sldMk cId="678087267" sldId="2486"/>
        </pc:sldMkLst>
        <pc:spChg chg="mod">
          <ac:chgData name="Owais" userId="6abc7d4556b3b071" providerId="LiveId" clId="{67CF6123-0AE6-4BD4-ADE5-5F19A9E093E9}" dt="2023-03-10T05:27:26.555" v="2847" actId="20577"/>
          <ac:spMkLst>
            <pc:docMk/>
            <pc:sldMk cId="678087267" sldId="2486"/>
            <ac:spMk id="3" creationId="{4A1C0383-58FE-E486-295E-B33B8683B938}"/>
          </ac:spMkLst>
        </pc:spChg>
        <pc:grpChg chg="del">
          <ac:chgData name="Owais" userId="6abc7d4556b3b071" providerId="LiveId" clId="{67CF6123-0AE6-4BD4-ADE5-5F19A9E093E9}" dt="2023-03-10T05:17:44.124" v="2302" actId="478"/>
          <ac:grpSpMkLst>
            <pc:docMk/>
            <pc:sldMk cId="678087267" sldId="2486"/>
            <ac:grpSpMk id="10" creationId="{E4DE4D9F-7B3E-0EB0-9E06-6F6C291075F4}"/>
          </ac:grpSpMkLst>
        </pc:grpChg>
        <pc:picChg chg="add mod">
          <ac:chgData name="Owais" userId="6abc7d4556b3b071" providerId="LiveId" clId="{67CF6123-0AE6-4BD4-ADE5-5F19A9E093E9}" dt="2023-03-10T05:27:13.659" v="2835" actId="1076"/>
          <ac:picMkLst>
            <pc:docMk/>
            <pc:sldMk cId="678087267" sldId="2486"/>
            <ac:picMk id="18" creationId="{C095264F-4CC4-53B1-8B51-E011782D5502}"/>
          </ac:picMkLst>
        </pc:picChg>
      </pc:sldChg>
      <pc:sldChg chg="del">
        <pc:chgData name="Owais" userId="6abc7d4556b3b071" providerId="LiveId" clId="{67CF6123-0AE6-4BD4-ADE5-5F19A9E093E9}" dt="2023-03-10T04:22:10.463" v="101" actId="47"/>
        <pc:sldMkLst>
          <pc:docMk/>
          <pc:sldMk cId="1088870247" sldId="2486"/>
        </pc:sldMkLst>
      </pc:sldChg>
      <pc:sldChg chg="delSp modSp add mod delAnim modAnim modNotesTx">
        <pc:chgData name="Owais" userId="6abc7d4556b3b071" providerId="LiveId" clId="{67CF6123-0AE6-4BD4-ADE5-5F19A9E093E9}" dt="2023-03-10T05:30:29.328" v="3053" actId="20577"/>
        <pc:sldMkLst>
          <pc:docMk/>
          <pc:sldMk cId="1323242083" sldId="2487"/>
        </pc:sldMkLst>
        <pc:spChg chg="mod">
          <ac:chgData name="Owais" userId="6abc7d4556b3b071" providerId="LiveId" clId="{67CF6123-0AE6-4BD4-ADE5-5F19A9E093E9}" dt="2023-03-10T05:30:21.435" v="3013" actId="27636"/>
          <ac:spMkLst>
            <pc:docMk/>
            <pc:sldMk cId="1323242083" sldId="2487"/>
            <ac:spMk id="3" creationId="{4A1C0383-58FE-E486-295E-B33B8683B938}"/>
          </ac:spMkLst>
        </pc:spChg>
        <pc:picChg chg="del">
          <ac:chgData name="Owais" userId="6abc7d4556b3b071" providerId="LiveId" clId="{67CF6123-0AE6-4BD4-ADE5-5F19A9E093E9}" dt="2023-03-10T05:28:05.754" v="2850" actId="478"/>
          <ac:picMkLst>
            <pc:docMk/>
            <pc:sldMk cId="1323242083" sldId="2487"/>
            <ac:picMk id="18" creationId="{C095264F-4CC4-53B1-8B51-E011782D5502}"/>
          </ac:picMkLst>
        </pc:picChg>
      </pc:sldChg>
      <pc:sldChg chg="del">
        <pc:chgData name="Owais" userId="6abc7d4556b3b071" providerId="LiveId" clId="{67CF6123-0AE6-4BD4-ADE5-5F19A9E093E9}" dt="2023-03-10T04:22:11.012" v="102" actId="47"/>
        <pc:sldMkLst>
          <pc:docMk/>
          <pc:sldMk cId="1653736541" sldId="2487"/>
        </pc:sldMkLst>
      </pc:sldChg>
      <pc:sldChg chg="del">
        <pc:chgData name="Owais" userId="6abc7d4556b3b071" providerId="LiveId" clId="{67CF6123-0AE6-4BD4-ADE5-5F19A9E093E9}" dt="2023-03-10T04:22:11.020" v="103" actId="47"/>
        <pc:sldMkLst>
          <pc:docMk/>
          <pc:sldMk cId="633565940" sldId="2488"/>
        </pc:sldMkLst>
      </pc:sldChg>
      <pc:sldChg chg="modSp add mod modAnim modNotesTx">
        <pc:chgData name="Owais" userId="6abc7d4556b3b071" providerId="LiveId" clId="{67CF6123-0AE6-4BD4-ADE5-5F19A9E093E9}" dt="2023-03-10T05:46:41.099" v="4221" actId="20577"/>
        <pc:sldMkLst>
          <pc:docMk/>
          <pc:sldMk cId="2597580398" sldId="2488"/>
        </pc:sldMkLst>
        <pc:spChg chg="mod">
          <ac:chgData name="Owais" userId="6abc7d4556b3b071" providerId="LiveId" clId="{67CF6123-0AE6-4BD4-ADE5-5F19A9E093E9}" dt="2023-03-10T05:35:00.484" v="3583" actId="20577"/>
          <ac:spMkLst>
            <pc:docMk/>
            <pc:sldMk cId="2597580398" sldId="2488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30:58.474" v="3064" actId="20577"/>
          <ac:spMkLst>
            <pc:docMk/>
            <pc:sldMk cId="2597580398" sldId="2488"/>
            <ac:spMk id="215" creationId="{00000000-0000-0000-0000-000000000000}"/>
          </ac:spMkLst>
        </pc:spChg>
      </pc:sldChg>
      <pc:sldChg chg="modSp add mod modAnim modNotesTx">
        <pc:chgData name="Owais" userId="6abc7d4556b3b071" providerId="LiveId" clId="{67CF6123-0AE6-4BD4-ADE5-5F19A9E093E9}" dt="2023-03-10T05:46:43.324" v="4222" actId="20577"/>
        <pc:sldMkLst>
          <pc:docMk/>
          <pc:sldMk cId="1889231957" sldId="2489"/>
        </pc:sldMkLst>
        <pc:spChg chg="mod">
          <ac:chgData name="Owais" userId="6abc7d4556b3b071" providerId="LiveId" clId="{67CF6123-0AE6-4BD4-ADE5-5F19A9E093E9}" dt="2023-03-10T05:41:42.134" v="3897" actId="20577"/>
          <ac:spMkLst>
            <pc:docMk/>
            <pc:sldMk cId="1889231957" sldId="2489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36:54.075" v="3601" actId="20577"/>
          <ac:spMkLst>
            <pc:docMk/>
            <pc:sldMk cId="1889231957" sldId="2489"/>
            <ac:spMk id="215" creationId="{00000000-0000-0000-0000-000000000000}"/>
          </ac:spMkLst>
        </pc:spChg>
      </pc:sldChg>
      <pc:sldChg chg="del">
        <pc:chgData name="Owais" userId="6abc7d4556b3b071" providerId="LiveId" clId="{67CF6123-0AE6-4BD4-ADE5-5F19A9E093E9}" dt="2023-03-10T04:22:11.030" v="104" actId="47"/>
        <pc:sldMkLst>
          <pc:docMk/>
          <pc:sldMk cId="4108314565" sldId="2489"/>
        </pc:sldMkLst>
      </pc:sldChg>
      <pc:sldChg chg="del">
        <pc:chgData name="Owais" userId="6abc7d4556b3b071" providerId="LiveId" clId="{67CF6123-0AE6-4BD4-ADE5-5F19A9E093E9}" dt="2023-03-10T04:22:11.082" v="105" actId="47"/>
        <pc:sldMkLst>
          <pc:docMk/>
          <pc:sldMk cId="768465522" sldId="2490"/>
        </pc:sldMkLst>
      </pc:sldChg>
      <pc:sldChg chg="modSp add mod modAnim modNotesTx">
        <pc:chgData name="Owais" userId="6abc7d4556b3b071" providerId="LiveId" clId="{67CF6123-0AE6-4BD4-ADE5-5F19A9E093E9}" dt="2023-03-10T05:54:18.107" v="4726" actId="20577"/>
        <pc:sldMkLst>
          <pc:docMk/>
          <pc:sldMk cId="1362025451" sldId="2490"/>
        </pc:sldMkLst>
        <pc:spChg chg="mod">
          <ac:chgData name="Owais" userId="6abc7d4556b3b071" providerId="LiveId" clId="{67CF6123-0AE6-4BD4-ADE5-5F19A9E093E9}" dt="2023-03-10T05:52:47.265" v="4475" actId="20577"/>
          <ac:spMkLst>
            <pc:docMk/>
            <pc:sldMk cId="1362025451" sldId="2490"/>
            <ac:spMk id="3" creationId="{4A1C0383-58FE-E486-295E-B33B8683B938}"/>
          </ac:spMkLst>
        </pc:spChg>
      </pc:sldChg>
      <pc:sldChg chg="modSp add mod modAnim">
        <pc:chgData name="Owais" userId="6abc7d4556b3b071" providerId="LiveId" clId="{67CF6123-0AE6-4BD4-ADE5-5F19A9E093E9}" dt="2023-03-10T05:56:53.799" v="4979" actId="20577"/>
        <pc:sldMkLst>
          <pc:docMk/>
          <pc:sldMk cId="2844888853" sldId="2491"/>
        </pc:sldMkLst>
        <pc:spChg chg="mod">
          <ac:chgData name="Owais" userId="6abc7d4556b3b071" providerId="LiveId" clId="{67CF6123-0AE6-4BD4-ADE5-5F19A9E093E9}" dt="2023-03-10T05:56:53.799" v="4979" actId="20577"/>
          <ac:spMkLst>
            <pc:docMk/>
            <pc:sldMk cId="2844888853" sldId="2491"/>
            <ac:spMk id="3" creationId="{4A1C0383-58FE-E486-295E-B33B8683B938}"/>
          </ac:spMkLst>
        </pc:spChg>
      </pc:sldChg>
      <pc:sldChg chg="del">
        <pc:chgData name="Owais" userId="6abc7d4556b3b071" providerId="LiveId" clId="{67CF6123-0AE6-4BD4-ADE5-5F19A9E093E9}" dt="2023-03-10T04:22:11.165" v="106" actId="47"/>
        <pc:sldMkLst>
          <pc:docMk/>
          <pc:sldMk cId="3640078836" sldId="2491"/>
        </pc:sldMkLst>
      </pc:sldChg>
      <pc:sldChg chg="del">
        <pc:chgData name="Owais" userId="6abc7d4556b3b071" providerId="LiveId" clId="{67CF6123-0AE6-4BD4-ADE5-5F19A9E093E9}" dt="2023-03-10T04:22:11.183" v="107" actId="47"/>
        <pc:sldMkLst>
          <pc:docMk/>
          <pc:sldMk cId="1206654014" sldId="2492"/>
        </pc:sldMkLst>
      </pc:sldChg>
      <pc:sldChg chg="del">
        <pc:chgData name="Owais" userId="6abc7d4556b3b071" providerId="LiveId" clId="{67CF6123-0AE6-4BD4-ADE5-5F19A9E093E9}" dt="2023-03-10T04:22:11.201" v="108" actId="47"/>
        <pc:sldMkLst>
          <pc:docMk/>
          <pc:sldMk cId="2770422083" sldId="2493"/>
        </pc:sldMkLst>
      </pc:sldChg>
      <pc:sldChg chg="del">
        <pc:chgData name="Owais" userId="6abc7d4556b3b071" providerId="LiveId" clId="{67CF6123-0AE6-4BD4-ADE5-5F19A9E093E9}" dt="2023-03-10T04:22:11.212" v="109" actId="47"/>
        <pc:sldMkLst>
          <pc:docMk/>
          <pc:sldMk cId="1769907705" sldId="2494"/>
        </pc:sldMkLst>
      </pc:sldChg>
      <pc:sldChg chg="del">
        <pc:chgData name="Owais" userId="6abc7d4556b3b071" providerId="LiveId" clId="{67CF6123-0AE6-4BD4-ADE5-5F19A9E093E9}" dt="2023-03-10T04:22:11.986" v="112" actId="47"/>
        <pc:sldMkLst>
          <pc:docMk/>
          <pc:sldMk cId="502436521" sldId="2495"/>
        </pc:sldMkLst>
      </pc:sldChg>
      <pc:sldChg chg="del">
        <pc:chgData name="Owais" userId="6abc7d4556b3b071" providerId="LiveId" clId="{67CF6123-0AE6-4BD4-ADE5-5F19A9E093E9}" dt="2023-03-10T04:22:11.627" v="110" actId="47"/>
        <pc:sldMkLst>
          <pc:docMk/>
          <pc:sldMk cId="3658375322" sldId="2496"/>
        </pc:sldMkLst>
      </pc:sldChg>
      <pc:sldChg chg="del">
        <pc:chgData name="Owais" userId="6abc7d4556b3b071" providerId="LiveId" clId="{67CF6123-0AE6-4BD4-ADE5-5F19A9E093E9}" dt="2023-03-10T04:22:11.806" v="111" actId="47"/>
        <pc:sldMkLst>
          <pc:docMk/>
          <pc:sldMk cId="1001608454" sldId="2497"/>
        </pc:sldMkLst>
      </pc:sldChg>
      <pc:sldChg chg="del">
        <pc:chgData name="Owais" userId="6abc7d4556b3b071" providerId="LiveId" clId="{67CF6123-0AE6-4BD4-ADE5-5F19A9E093E9}" dt="2023-03-10T04:22:12.138" v="113" actId="47"/>
        <pc:sldMkLst>
          <pc:docMk/>
          <pc:sldMk cId="1881289253" sldId="2498"/>
        </pc:sldMkLst>
      </pc:sldChg>
      <pc:sldChg chg="del">
        <pc:chgData name="Owais" userId="6abc7d4556b3b071" providerId="LiveId" clId="{67CF6123-0AE6-4BD4-ADE5-5F19A9E093E9}" dt="2023-03-10T04:22:12.299" v="114" actId="47"/>
        <pc:sldMkLst>
          <pc:docMk/>
          <pc:sldMk cId="3955736578" sldId="2499"/>
        </pc:sldMkLst>
      </pc:sldChg>
      <pc:sldChg chg="del">
        <pc:chgData name="Owais" userId="6abc7d4556b3b071" providerId="LiveId" clId="{67CF6123-0AE6-4BD4-ADE5-5F19A9E093E9}" dt="2023-03-10T04:22:12.462" v="115" actId="47"/>
        <pc:sldMkLst>
          <pc:docMk/>
          <pc:sldMk cId="3647547761" sldId="2500"/>
        </pc:sldMkLst>
      </pc:sldChg>
      <pc:sldChg chg="del">
        <pc:chgData name="Owais" userId="6abc7d4556b3b071" providerId="LiveId" clId="{67CF6123-0AE6-4BD4-ADE5-5F19A9E093E9}" dt="2023-03-10T04:22:12.609" v="116" actId="47"/>
        <pc:sldMkLst>
          <pc:docMk/>
          <pc:sldMk cId="3769573511" sldId="2501"/>
        </pc:sldMkLst>
      </pc:sldChg>
      <pc:sldChg chg="del">
        <pc:chgData name="Owais" userId="6abc7d4556b3b071" providerId="LiveId" clId="{67CF6123-0AE6-4BD4-ADE5-5F19A9E093E9}" dt="2023-03-10T04:22:13.749" v="117" actId="47"/>
        <pc:sldMkLst>
          <pc:docMk/>
          <pc:sldMk cId="2150423912" sldId="250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4/14/2023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4/14/2023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172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290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267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4302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4379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The steps showing simplification are not necessary. You can simply choose the variables which are NOT changing and Add them to create a SOP equation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335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624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929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2867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491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8769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6164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3969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6594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8971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9243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0848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8951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69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2948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0214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047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4897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631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1271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0061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marR="0" lvl="0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40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40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40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400" i="1" smtClean="0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bar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  <m:r>
                      <a:rPr lang="en-US" sz="14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US" sz="14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bar>
                  </m:oMath>
                </a14:m>
                <a:endParaRPr lang="en-US" sz="1400" dirty="0"/>
              </a:p>
              <a:p>
                <a:pPr marL="228600" indent="-228600">
                  <a:buAutoNum type="arabicPeriod"/>
                </a:pPr>
                <a:endParaRPr lang="en-US" sz="14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marR="0" lvl="0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rabicPeriod"/>
                  <a:tabLst/>
                  <a:defRPr/>
                </a:pPr>
                <a:r>
                  <a:rPr lang="en-US" sz="1400" i="0">
                    <a:latin typeface="Cambria Math" panose="02040503050406030204" pitchFamily="18" charset="0"/>
                  </a:rPr>
                  <a:t>𝑋=𝐴.𝐵+𝐴.𝐶.¯𝐷+𝐴.¯𝐵.𝐶+¯𝐴.¯𝐶+¯𝐴</a:t>
                </a:r>
                <a:r>
                  <a:rPr lang="en-US" sz="1400" b="0" i="0">
                    <a:latin typeface="Cambria Math" panose="02040503050406030204" pitchFamily="18" charset="0"/>
                  </a:rPr>
                  <a:t>.</a:t>
                </a:r>
                <a:r>
                  <a:rPr lang="en-US" sz="1400" i="0">
                    <a:latin typeface="Cambria Math" panose="02040503050406030204" pitchFamily="18" charset="0"/>
                  </a:rPr>
                  <a:t>𝐸+𝐴.¯𝐸</a:t>
                </a:r>
                <a:endParaRPr lang="en-US" sz="1400" dirty="0"/>
              </a:p>
              <a:p>
                <a:pPr marL="228600" indent="-228600">
                  <a:buAutoNum type="arabicPeriod"/>
                </a:pPr>
                <a:endParaRPr lang="en-US" sz="14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3230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7139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7712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4810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49383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8964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03139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07955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80282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1792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10812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411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4.png"/><Relationship Id="rId4" Type="http://schemas.openxmlformats.org/officeDocument/2006/relationships/image" Target="../media/image4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1.png"/><Relationship Id="rId4" Type="http://schemas.openxmlformats.org/officeDocument/2006/relationships/image" Target="../media/image4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1.png"/><Relationship Id="rId4" Type="http://schemas.openxmlformats.org/officeDocument/2006/relationships/image" Target="../media/image4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microsoft.com/office/2007/relationships/hdphoto" Target="../media/hdphoto1.wdp"/><Relationship Id="rId7" Type="http://schemas.openxmlformats.org/officeDocument/2006/relationships/image" Target="../media/image5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7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Relationship Id="rId9" Type="http://schemas.openxmlformats.org/officeDocument/2006/relationships/image" Target="../media/image6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DIGITAL LOGIC DESIGN (111776)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2078875"/>
            <a:ext cx="4114800" cy="4136198"/>
          </a:xfrm>
        </p:spPr>
        <p:txBody>
          <a:bodyPr/>
          <a:lstStyle/>
          <a:p>
            <a:r>
              <a:rPr lang="en-US" dirty="0"/>
              <a:t>The Karnaugh Map</a:t>
            </a:r>
          </a:p>
          <a:p>
            <a:r>
              <a:rPr lang="en-US" dirty="0"/>
              <a:t>2 Variables</a:t>
            </a:r>
          </a:p>
          <a:p>
            <a:r>
              <a:rPr lang="en-US" dirty="0"/>
              <a:t>3 Variables</a:t>
            </a:r>
          </a:p>
          <a:p>
            <a:r>
              <a:rPr lang="en-US" dirty="0"/>
              <a:t>4 Variables</a:t>
            </a:r>
          </a:p>
          <a:p>
            <a:r>
              <a:rPr lang="en-US" dirty="0"/>
              <a:t>5 Variables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The Karnaugh Map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11743016" cy="494282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3400" dirty="0"/>
              <a:t>Methods like Karnaugh map, Quine McCluskey and Espresso algorithms are meant to simplify a Boolean expression.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400" dirty="0"/>
              <a:t>The Karnaugh Map is used to extract the simplest SOP and POS forms.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400" dirty="0"/>
              <a:t>This map shows all possible values of an expression, similar to Truth table. However, the representation is in a different form.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400" dirty="0"/>
              <a:t>We put the 0,1 as row and column headers and expressions inside cells.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400" dirty="0"/>
              <a:t>Karnaugh map has usually used for 3, 4, or a maximum of 5 variables.</a:t>
            </a:r>
          </a:p>
        </p:txBody>
      </p:sp>
    </p:spTree>
    <p:extLst>
      <p:ext uri="{BB962C8B-B14F-4D97-AF65-F5344CB8AC3E}">
        <p14:creationId xmlns:p14="http://schemas.microsoft.com/office/powerpoint/2010/main" val="138766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2 Variables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5875616" cy="494282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Mapping 2 variables A, B into Karnaugh map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An equation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</m:oMath>
                </a14:m>
                <a:r>
                  <a:rPr lang="en-US" sz="3200" dirty="0"/>
                  <a:t> will be represented as SOP of all related cells.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5875616" cy="4942828"/>
              </a:xfrm>
              <a:prstGeom prst="rect">
                <a:avLst/>
              </a:prstGeom>
              <a:blipFill>
                <a:blip r:embed="rId3"/>
                <a:stretch>
                  <a:fillRect l="-2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8">
                <a:extLst>
                  <a:ext uri="{FF2B5EF4-FFF2-40B4-BE49-F238E27FC236}">
                    <a16:creationId xmlns:a16="http://schemas.microsoft.com/office/drawing/2014/main" id="{5A11D907-0453-ACE7-A959-0B37C06816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0648525"/>
                  </p:ext>
                </p:extLst>
              </p:nvPr>
            </p:nvGraphicFramePr>
            <p:xfrm>
              <a:off x="6095998" y="1755228"/>
              <a:ext cx="5875617" cy="2998833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958539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1958539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958539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</a:tblGrid>
                  <a:tr h="999611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99961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bar>
                                <m: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dirty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bar>
                            </m:oMath>
                          </a14:m>
                          <a:r>
                            <a:rPr lang="en-US" dirty="0"/>
                            <a:t>.</a:t>
                          </a: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ba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dirty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bar>
                            </m:oMath>
                          </a14:m>
                          <a:r>
                            <a:rPr lang="en-US" dirty="0"/>
                            <a:t>.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99961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dirty="0"/>
                            <a:t>.</a:t>
                          </a: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ba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dirty="0"/>
                            <a:t>.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8">
                <a:extLst>
                  <a:ext uri="{FF2B5EF4-FFF2-40B4-BE49-F238E27FC236}">
                    <a16:creationId xmlns:a16="http://schemas.microsoft.com/office/drawing/2014/main" id="{5A11D907-0453-ACE7-A959-0B37C06816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0648525"/>
                  </p:ext>
                </p:extLst>
              </p:nvPr>
            </p:nvGraphicFramePr>
            <p:xfrm>
              <a:off x="6095998" y="1755228"/>
              <a:ext cx="5875617" cy="2998833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958539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1958539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958539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</a:tblGrid>
                  <a:tr h="999611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623" t="-610" r="-101869" b="-2018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000" t="-610" r="-1553" b="-2018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9996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11" t="-100000" r="-201242" b="-100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623" t="-100000" r="-101869" b="-100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000" t="-100000" r="-1553" b="-1006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9996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11" t="-201220" r="-201242" b="-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623" t="-201220" r="-101869" b="-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000" t="-201220" r="-1553" b="-12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A6414900-B95A-9399-3F9C-E076477CCE98}"/>
              </a:ext>
            </a:extLst>
          </p:cNvPr>
          <p:cNvSpPr/>
          <p:nvPr/>
        </p:nvSpPr>
        <p:spPr>
          <a:xfrm>
            <a:off x="8481848" y="2963917"/>
            <a:ext cx="3090042" cy="609600"/>
          </a:xfrm>
          <a:prstGeom prst="round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EC559174-F39E-4A32-CFB7-C5A83BC6D205}"/>
              </a:ext>
            </a:extLst>
          </p:cNvPr>
          <p:cNvSpPr/>
          <p:nvPr/>
        </p:nvSpPr>
        <p:spPr>
          <a:xfrm>
            <a:off x="10552386" y="2986860"/>
            <a:ext cx="1019504" cy="1618593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82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Steps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514350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sz="2000" dirty="0"/>
                  <a:t>See if the given logical equation can be simplified</a:t>
                </a:r>
              </a:p>
              <a:p>
                <a:pPr marL="514350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sz="2000" dirty="0"/>
                  <a:t>Create truth table of the equation</a:t>
                </a:r>
              </a:p>
              <a:p>
                <a:pPr marL="514350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sz="2000" dirty="0"/>
                  <a:t>Create an empty map of size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𝑛𝑜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𝑣𝑎𝑟𝑖𝑎𝑏𝑙𝑒𝑠</m:t>
                    </m:r>
                  </m:oMath>
                </a14:m>
                <a:r>
                  <a:rPr lang="en-US" sz="2000" dirty="0"/>
                  <a:t>. Columns will represent one or two variables and rows will represent the remaining variables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en-US" sz="1800" i="1" dirty="0"/>
                  <a:t>E.g.: For 2 variables, the table will be of size 2x2. For 3 variables, the table will be of size 4x2. For 4 variables, the table will be of size 4x4</a:t>
                </a:r>
                <a:endParaRPr lang="en-US" sz="2000" dirty="0"/>
              </a:p>
              <a:p>
                <a:pPr marL="514350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sz="2000" dirty="0"/>
                  <a:t>Label all the columns and rows with all combinations from the variables.</a:t>
                </a:r>
                <a:br>
                  <a:rPr lang="en-US" sz="2000" dirty="0"/>
                </a:br>
                <a:r>
                  <a:rPr lang="en-US" sz="1800" i="1" dirty="0"/>
                  <a:t>E.g.: For 3 variables,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18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d>
                      <m:dPr>
                        <m:begChr m:val="|"/>
                        <m:endChr m:val="|"/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ba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bar>
                          <m:barPr>
                            <m:pos m:val="top"/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ba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−−</m:t>
                        </m:r>
                        <m:bar>
                          <m:barPr>
                            <m:pos m:val="top"/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bar>
                      </m:e>
                    </m:d>
                    <m:bar>
                      <m:barPr>
                        <m:pos m:val="top"/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−−</m:t>
                    </m:r>
                    <m:bar>
                      <m:barPr>
                        <m:pos m:val="top"/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𝐵𝐶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−−</m:t>
                    </m:r>
                    <m:bar>
                      <m:barPr>
                        <m:pos m:val="top"/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𝐵</m:t>
                    </m:r>
                    <m:bar>
                      <m:barPr>
                        <m:pos m:val="top"/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</m:oMath>
                </a14:m>
                <a:r>
                  <a:rPr lang="en-US" sz="2000" dirty="0"/>
                  <a:t>. Remember! No two variables can change at the same time in adjacent cells.</a:t>
                </a:r>
              </a:p>
              <a:p>
                <a:pPr marL="514350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sz="2000" dirty="0"/>
                  <a:t>From the truth table, fill in the cells where the output is 1.</a:t>
                </a:r>
              </a:p>
              <a:p>
                <a:pPr marL="514350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sz="2000" dirty="0"/>
                  <a:t>Pairing. First see if there’s a horizontal or vertical pair of eight 1’s. If yes, then circle it. Otherwise look for a horizontal or vertical pair of four 1’s. If yes, then circle it, otherwise check again for the pair of two 1’s. The adjacency rule must be obeyed.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  <a:blipFill>
                <a:blip r:embed="rId3"/>
                <a:stretch>
                  <a:fillRect l="-571" t="-740" r="-52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3906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3 Variables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5875616" cy="4942828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Given a </a:t>
                </a:r>
                <a:r>
                  <a:rPr lang="en-US" sz="3400" dirty="0" err="1"/>
                  <a:t>boolean</a:t>
                </a:r>
                <a:r>
                  <a:rPr lang="en-US" sz="3400" dirty="0"/>
                  <a:t> equation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d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bar>
                  </m:oMath>
                </a14:m>
                <a:r>
                  <a:rPr lang="en-US" sz="3200" dirty="0"/>
                  <a:t>, create a Karnaugh map.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Step 1: can the equation be reduced?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d>
                    <m:r>
                      <a:rPr lang="en-US" sz="30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ba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3000" dirty="0"/>
                  <a:t>, therefore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</m:oMath>
                </a14:m>
                <a:endParaRPr lang="en-US" sz="300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Step 2: create Truth Table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5875616" cy="4942828"/>
              </a:xfrm>
              <a:prstGeom prst="rect">
                <a:avLst/>
              </a:prstGeom>
              <a:blipFill>
                <a:blip r:embed="rId3"/>
                <a:stretch>
                  <a:fillRect l="-1660" r="-3112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8">
                <a:extLst>
                  <a:ext uri="{FF2B5EF4-FFF2-40B4-BE49-F238E27FC236}">
                    <a16:creationId xmlns:a16="http://schemas.microsoft.com/office/drawing/2014/main" id="{5A11D907-0453-ACE7-A959-0B37C06816E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95998" y="1755228"/>
              <a:ext cx="5875618" cy="472018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68905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1468905">
                      <a:extLst>
                        <a:ext uri="{9D8B030D-6E8A-4147-A177-3AD203B41FA5}">
                          <a16:colId xmlns:a16="http://schemas.microsoft.com/office/drawing/2014/main" val="3605525640"/>
                        </a:ext>
                      </a:extLst>
                    </a:gridCol>
                    <a:gridCol w="1468904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468904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</a:tblGrid>
                  <a:tr h="5244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5244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244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244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73348994"/>
                      </a:ext>
                    </a:extLst>
                  </a:tr>
                  <a:tr h="5244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1972732"/>
                      </a:ext>
                    </a:extLst>
                  </a:tr>
                  <a:tr h="5244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04988292"/>
                      </a:ext>
                    </a:extLst>
                  </a:tr>
                  <a:tr h="5244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62760824"/>
                      </a:ext>
                    </a:extLst>
                  </a:tr>
                  <a:tr h="5244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20088357"/>
                      </a:ext>
                    </a:extLst>
                  </a:tr>
                  <a:tr h="5244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94229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8">
                <a:extLst>
                  <a:ext uri="{FF2B5EF4-FFF2-40B4-BE49-F238E27FC236}">
                    <a16:creationId xmlns:a16="http://schemas.microsoft.com/office/drawing/2014/main" id="{5A11D907-0453-ACE7-A959-0B37C06816E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95998" y="1755228"/>
              <a:ext cx="5875618" cy="472018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68905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1468905">
                      <a:extLst>
                        <a:ext uri="{9D8B030D-6E8A-4147-A177-3AD203B41FA5}">
                          <a16:colId xmlns:a16="http://schemas.microsoft.com/office/drawing/2014/main" val="3605525640"/>
                        </a:ext>
                      </a:extLst>
                    </a:gridCol>
                    <a:gridCol w="1468904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468904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</a:tblGrid>
                  <a:tr h="524466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15" t="-1163" r="-301245" b="-80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163" r="-200000" b="-80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830" t="-1163" r="-100830" b="-80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830" t="-1163" r="-830" b="-8046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5244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244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244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73348994"/>
                      </a:ext>
                    </a:extLst>
                  </a:tr>
                  <a:tr h="5244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1972732"/>
                      </a:ext>
                    </a:extLst>
                  </a:tr>
                  <a:tr h="5244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04988292"/>
                      </a:ext>
                    </a:extLst>
                  </a:tr>
                  <a:tr h="5244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62760824"/>
                      </a:ext>
                    </a:extLst>
                  </a:tr>
                  <a:tr h="5244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20088357"/>
                      </a:ext>
                    </a:extLst>
                  </a:tr>
                  <a:tr h="5244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942294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08391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3 Variables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2060648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Step 3: create an empty map of size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=8=4</m:t>
                    </m:r>
                    <m:r>
                      <a:rPr lang="en-US" sz="3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</m:t>
                    </m:r>
                  </m:oMath>
                </a14:m>
                <a:endParaRPr lang="en-US" sz="320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Step 4: label the map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Step 5: fill in 1’s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2060648"/>
              </a:xfrm>
              <a:prstGeom prst="rect">
                <a:avLst/>
              </a:prstGeom>
              <a:blipFill>
                <a:blip r:embed="rId3"/>
                <a:stretch>
                  <a:fillRect l="-986" b="-236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4985661"/>
                  </p:ext>
                </p:extLst>
              </p:nvPr>
            </p:nvGraphicFramePr>
            <p:xfrm>
              <a:off x="310334" y="4079682"/>
              <a:ext cx="5221460" cy="198707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31179">
                    <a:tc>
                      <a:txBody>
                        <a:bodyPr/>
                        <a:lstStyle/>
                        <a:p>
                          <a:pPr algn="ctr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31179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4985661"/>
                  </p:ext>
                </p:extLst>
              </p:nvPr>
            </p:nvGraphicFramePr>
            <p:xfrm>
              <a:off x="310334" y="4079682"/>
              <a:ext cx="5221460" cy="198707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31179">
                    <a:tc>
                      <a:txBody>
                        <a:bodyPr/>
                        <a:lstStyle/>
                        <a:p>
                          <a:pPr algn="ctr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163" t="-1818" r="-800000" b="-498182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170" t="-917" r="-302339" b="-20183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917" r="-200581" b="-20183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1754" t="-917" r="-101754" b="-20183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99419" t="-917" r="-1163" b="-2018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31179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1" t="-103704" r="-400000" b="-40740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1" t="-100917" r="-400000" b="-1018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1" t="-200917" r="-400000" b="-18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8">
                <a:extLst>
                  <a:ext uri="{FF2B5EF4-FFF2-40B4-BE49-F238E27FC236}">
                    <a16:creationId xmlns:a16="http://schemas.microsoft.com/office/drawing/2014/main" id="{3BBBF368-6D2D-4CDC-DFE8-D3E36AD997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6537791"/>
                  </p:ext>
                </p:extLst>
              </p:nvPr>
            </p:nvGraphicFramePr>
            <p:xfrm>
              <a:off x="6741940" y="4079682"/>
              <a:ext cx="5221460" cy="198707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31179">
                    <a:tc>
                      <a:txBody>
                        <a:bodyPr/>
                        <a:lstStyle/>
                        <a:p>
                          <a:pPr algn="ctr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31179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8">
                <a:extLst>
                  <a:ext uri="{FF2B5EF4-FFF2-40B4-BE49-F238E27FC236}">
                    <a16:creationId xmlns:a16="http://schemas.microsoft.com/office/drawing/2014/main" id="{3BBBF368-6D2D-4CDC-DFE8-D3E36AD997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6537791"/>
                  </p:ext>
                </p:extLst>
              </p:nvPr>
            </p:nvGraphicFramePr>
            <p:xfrm>
              <a:off x="6741940" y="4079682"/>
              <a:ext cx="5221460" cy="198707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31179">
                    <a:tc>
                      <a:txBody>
                        <a:bodyPr/>
                        <a:lstStyle/>
                        <a:p>
                          <a:pPr algn="ctr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163" t="-1818" r="-800000" b="-498182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170" t="-917" r="-302339" b="-20183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917" r="-200581" b="-20183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1754" t="-917" r="-101754" b="-20183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99419" t="-917" r="-1163" b="-2018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31179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1" t="-103704" r="-400000" b="-40740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1" t="-100917" r="-400000" b="-1018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1" t="-200917" r="-400000" b="-18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67132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95D9B21-3CA5-2FB4-84D0-71762859A971}"/>
              </a:ext>
            </a:extLst>
          </p:cNvPr>
          <p:cNvGrpSpPr/>
          <p:nvPr/>
        </p:nvGrpSpPr>
        <p:grpSpPr>
          <a:xfrm>
            <a:off x="8161506" y="4912468"/>
            <a:ext cx="3443592" cy="1005297"/>
            <a:chOff x="8161506" y="4912468"/>
            <a:chExt cx="3443592" cy="1005297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290F805-7BA3-A92F-F2D6-2FD2FE49F76F}"/>
                </a:ext>
              </a:extLst>
            </p:cNvPr>
            <p:cNvSpPr>
              <a:spLocks/>
            </p:cNvSpPr>
            <p:nvPr/>
          </p:nvSpPr>
          <p:spPr>
            <a:xfrm>
              <a:off x="8161506" y="5562600"/>
              <a:ext cx="3443592" cy="332362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C85B956-D527-08AE-2173-3940B49015D7}"/>
                </a:ext>
              </a:extLst>
            </p:cNvPr>
            <p:cNvSpPr>
              <a:spLocks/>
            </p:cNvSpPr>
            <p:nvPr/>
          </p:nvSpPr>
          <p:spPr>
            <a:xfrm>
              <a:off x="11245174" y="4912468"/>
              <a:ext cx="359924" cy="1005297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BF83909-D9A4-DC72-93B4-958A5655296B}"/>
              </a:ext>
            </a:extLst>
          </p:cNvPr>
          <p:cNvSpPr>
            <a:spLocks/>
          </p:cNvSpPr>
          <p:nvPr/>
        </p:nvSpPr>
        <p:spPr>
          <a:xfrm>
            <a:off x="1731523" y="5562600"/>
            <a:ext cx="3443592" cy="33236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3 Variables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2393110"/>
              </a:xfrm>
              <a:prstGeom prst="rect">
                <a:avLst/>
              </a:prstGeom>
            </p:spPr>
            <p:txBody>
              <a:bodyPr>
                <a:normAutofit fontScale="6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Step 6: pairing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First pair: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ba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.</m:t>
                        </m:r>
                        <m:bar>
                          <m:barPr>
                            <m:pos m:val="top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ba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bar>
                          <m:barPr>
                            <m:pos m:val="top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ba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.</m:t>
                        </m:r>
                        <m:bar>
                          <m:barPr>
                            <m:pos m:val="top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ba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320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Second pair: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ba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</m:oMath>
                </a14:m>
                <a:endParaRPr lang="en-US" sz="320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Therefore, the Karnaugh map drawn represents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</m:oMath>
                </a14:m>
                <a:r>
                  <a:rPr lang="en-US" sz="32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2393110"/>
              </a:xfrm>
              <a:prstGeom prst="rect">
                <a:avLst/>
              </a:prstGeom>
              <a:blipFill>
                <a:blip r:embed="rId3"/>
                <a:stretch>
                  <a:fillRect l="-519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2809584"/>
                  </p:ext>
                </p:extLst>
              </p:nvPr>
            </p:nvGraphicFramePr>
            <p:xfrm>
              <a:off x="310334" y="4079682"/>
              <a:ext cx="5221460" cy="198707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31179">
                    <a:tc>
                      <a:txBody>
                        <a:bodyPr/>
                        <a:lstStyle/>
                        <a:p>
                          <a:pPr algn="ctr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31179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2809584"/>
                  </p:ext>
                </p:extLst>
              </p:nvPr>
            </p:nvGraphicFramePr>
            <p:xfrm>
              <a:off x="310334" y="4079682"/>
              <a:ext cx="5221460" cy="198707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31179">
                    <a:tc>
                      <a:txBody>
                        <a:bodyPr/>
                        <a:lstStyle/>
                        <a:p>
                          <a:pPr algn="ctr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163" t="-1818" r="-800000" b="-498182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170" t="-917" r="-302339" b="-20183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917" r="-200581" b="-20183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1754" t="-917" r="-101754" b="-20183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99419" t="-917" r="-1163" b="-2018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31179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1" t="-103704" r="-400000" b="-40740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1" t="-100917" r="-400000" b="-1018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1" t="-200917" r="-400000" b="-18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8">
                <a:extLst>
                  <a:ext uri="{FF2B5EF4-FFF2-40B4-BE49-F238E27FC236}">
                    <a16:creationId xmlns:a16="http://schemas.microsoft.com/office/drawing/2014/main" id="{3BBBF368-6D2D-4CDC-DFE8-D3E36AD997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1890789"/>
                  </p:ext>
                </p:extLst>
              </p:nvPr>
            </p:nvGraphicFramePr>
            <p:xfrm>
              <a:off x="6741940" y="4079682"/>
              <a:ext cx="5221460" cy="198707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31179">
                    <a:tc>
                      <a:txBody>
                        <a:bodyPr/>
                        <a:lstStyle/>
                        <a:p>
                          <a:pPr algn="ctr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31179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8">
                <a:extLst>
                  <a:ext uri="{FF2B5EF4-FFF2-40B4-BE49-F238E27FC236}">
                    <a16:creationId xmlns:a16="http://schemas.microsoft.com/office/drawing/2014/main" id="{3BBBF368-6D2D-4CDC-DFE8-D3E36AD997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1890789"/>
                  </p:ext>
                </p:extLst>
              </p:nvPr>
            </p:nvGraphicFramePr>
            <p:xfrm>
              <a:off x="6741940" y="4079682"/>
              <a:ext cx="5221460" cy="198707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31179">
                    <a:tc>
                      <a:txBody>
                        <a:bodyPr/>
                        <a:lstStyle/>
                        <a:p>
                          <a:pPr algn="ctr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163" t="-1818" r="-800000" b="-498182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170" t="-917" r="-302339" b="-20183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917" r="-200581" b="-20183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1754" t="-917" r="-101754" b="-20183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99419" t="-917" r="-1163" b="-2018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31179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1" t="-103704" r="-400000" b="-40740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1" t="-100917" r="-400000" b="-1018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1" t="-200917" r="-400000" b="-18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16870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3 Variables -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5875616" cy="494282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3400" dirty="0"/>
              <a:t>From given truth table, find out the logical equation using Karnaugh map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8">
                <a:extLst>
                  <a:ext uri="{FF2B5EF4-FFF2-40B4-BE49-F238E27FC236}">
                    <a16:creationId xmlns:a16="http://schemas.microsoft.com/office/drawing/2014/main" id="{5A11D907-0453-ACE7-A959-0B37C06816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5243901"/>
                  </p:ext>
                </p:extLst>
              </p:nvPr>
            </p:nvGraphicFramePr>
            <p:xfrm>
              <a:off x="6095998" y="1755228"/>
              <a:ext cx="5875618" cy="472018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68905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1468905">
                      <a:extLst>
                        <a:ext uri="{9D8B030D-6E8A-4147-A177-3AD203B41FA5}">
                          <a16:colId xmlns:a16="http://schemas.microsoft.com/office/drawing/2014/main" val="3605525640"/>
                        </a:ext>
                      </a:extLst>
                    </a:gridCol>
                    <a:gridCol w="1468904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468904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</a:tblGrid>
                  <a:tr h="5244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5244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244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244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73348994"/>
                      </a:ext>
                    </a:extLst>
                  </a:tr>
                  <a:tr h="5244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1972732"/>
                      </a:ext>
                    </a:extLst>
                  </a:tr>
                  <a:tr h="5244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04988292"/>
                      </a:ext>
                    </a:extLst>
                  </a:tr>
                  <a:tr h="5244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62760824"/>
                      </a:ext>
                    </a:extLst>
                  </a:tr>
                  <a:tr h="5244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20088357"/>
                      </a:ext>
                    </a:extLst>
                  </a:tr>
                  <a:tr h="5244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94229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8">
                <a:extLst>
                  <a:ext uri="{FF2B5EF4-FFF2-40B4-BE49-F238E27FC236}">
                    <a16:creationId xmlns:a16="http://schemas.microsoft.com/office/drawing/2014/main" id="{5A11D907-0453-ACE7-A959-0B37C06816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5243901"/>
                  </p:ext>
                </p:extLst>
              </p:nvPr>
            </p:nvGraphicFramePr>
            <p:xfrm>
              <a:off x="6095998" y="1755228"/>
              <a:ext cx="5875618" cy="472018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468905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1468905">
                      <a:extLst>
                        <a:ext uri="{9D8B030D-6E8A-4147-A177-3AD203B41FA5}">
                          <a16:colId xmlns:a16="http://schemas.microsoft.com/office/drawing/2014/main" val="3605525640"/>
                        </a:ext>
                      </a:extLst>
                    </a:gridCol>
                    <a:gridCol w="1468904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468904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</a:tblGrid>
                  <a:tr h="524466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15" t="-1163" r="-301245" b="-80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163" r="-200000" b="-80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830" t="-1163" r="-100830" b="-80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830" t="-1163" r="-830" b="-8046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5244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244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244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73348994"/>
                      </a:ext>
                    </a:extLst>
                  </a:tr>
                  <a:tr h="5244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1972732"/>
                      </a:ext>
                    </a:extLst>
                  </a:tr>
                  <a:tr h="5244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04988292"/>
                      </a:ext>
                    </a:extLst>
                  </a:tr>
                  <a:tr h="5244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62760824"/>
                      </a:ext>
                    </a:extLst>
                  </a:tr>
                  <a:tr h="5244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20088357"/>
                      </a:ext>
                    </a:extLst>
                  </a:tr>
                  <a:tr h="5244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942294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6038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3 Variables -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graphicFrame>
        <p:nvGraphicFramePr>
          <p:cNvPr id="4" name="Table 48">
            <a:extLst>
              <a:ext uri="{FF2B5EF4-FFF2-40B4-BE49-F238E27FC236}">
                <a16:creationId xmlns:a16="http://schemas.microsoft.com/office/drawing/2014/main" id="{A4F52B14-EE18-F8F3-C717-8A5203EDA4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29338"/>
              </p:ext>
            </p:extLst>
          </p:nvPr>
        </p:nvGraphicFramePr>
        <p:xfrm>
          <a:off x="1784050" y="1787910"/>
          <a:ext cx="8623900" cy="3282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390">
                  <a:extLst>
                    <a:ext uri="{9D8B030D-6E8A-4147-A177-3AD203B41FA5}">
                      <a16:colId xmlns:a16="http://schemas.microsoft.com/office/drawing/2014/main" val="3293817876"/>
                    </a:ext>
                  </a:extLst>
                </a:gridCol>
                <a:gridCol w="862390">
                  <a:extLst>
                    <a:ext uri="{9D8B030D-6E8A-4147-A177-3AD203B41FA5}">
                      <a16:colId xmlns:a16="http://schemas.microsoft.com/office/drawing/2014/main" val="177401668"/>
                    </a:ext>
                  </a:extLst>
                </a:gridCol>
                <a:gridCol w="1724780">
                  <a:extLst>
                    <a:ext uri="{9D8B030D-6E8A-4147-A177-3AD203B41FA5}">
                      <a16:colId xmlns:a16="http://schemas.microsoft.com/office/drawing/2014/main" val="322129533"/>
                    </a:ext>
                  </a:extLst>
                </a:gridCol>
                <a:gridCol w="1724780">
                  <a:extLst>
                    <a:ext uri="{9D8B030D-6E8A-4147-A177-3AD203B41FA5}">
                      <a16:colId xmlns:a16="http://schemas.microsoft.com/office/drawing/2014/main" val="1671210400"/>
                    </a:ext>
                  </a:extLst>
                </a:gridCol>
                <a:gridCol w="1724780">
                  <a:extLst>
                    <a:ext uri="{9D8B030D-6E8A-4147-A177-3AD203B41FA5}">
                      <a16:colId xmlns:a16="http://schemas.microsoft.com/office/drawing/2014/main" val="2477652266"/>
                    </a:ext>
                  </a:extLst>
                </a:gridCol>
                <a:gridCol w="1724780">
                  <a:extLst>
                    <a:ext uri="{9D8B030D-6E8A-4147-A177-3AD203B41FA5}">
                      <a16:colId xmlns:a16="http://schemas.microsoft.com/office/drawing/2014/main" val="1759756549"/>
                    </a:ext>
                  </a:extLst>
                </a:gridCol>
              </a:tblGrid>
              <a:tr h="546984">
                <a:tc>
                  <a:txBody>
                    <a:bodyPr/>
                    <a:lstStyle/>
                    <a:p>
                      <a:pPr algn="ctr"/>
                      <a:endParaRPr lang="en-US" sz="2600" b="1" dirty="0"/>
                    </a:p>
                  </a:txBody>
                  <a:tcPr marL="134211" marR="134211" marT="67106" marB="67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600" b="1" dirty="0"/>
                    </a:p>
                  </a:txBody>
                  <a:tcPr marL="134211" marR="134211" marT="67106" marB="671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600" b="1" dirty="0"/>
                    </a:p>
                  </a:txBody>
                  <a:tcPr marL="151025" marR="151025" marT="75512" marB="75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600" b="1" dirty="0"/>
                    </a:p>
                  </a:txBody>
                  <a:tcPr marL="151025" marR="151025" marT="75512" marB="75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600" b="1" dirty="0"/>
                    </a:p>
                  </a:txBody>
                  <a:tcPr marL="151025" marR="151025" marT="75512" marB="75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US" sz="2600" b="1" dirty="0"/>
                    </a:p>
                  </a:txBody>
                  <a:tcPr marL="151025" marR="151025" marT="75512" marB="75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399180"/>
                  </a:ext>
                </a:extLst>
              </a:tr>
              <a:tr h="546984">
                <a:tc gridSpan="2">
                  <a:txBody>
                    <a:bodyPr/>
                    <a:lstStyle/>
                    <a:p>
                      <a:pPr algn="ctr"/>
                      <a:endParaRPr lang="en-US" sz="2600" b="1" dirty="0"/>
                    </a:p>
                  </a:txBody>
                  <a:tcPr marL="151025" marR="151025" marT="75512" marB="75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0558574"/>
                  </a:ext>
                </a:extLst>
              </a:tr>
              <a:tr h="1093966">
                <a:tc gridSpan="2">
                  <a:txBody>
                    <a:bodyPr/>
                    <a:lstStyle/>
                    <a:p>
                      <a:pPr algn="ctr"/>
                      <a:endParaRPr lang="en-US" sz="2600" b="1" dirty="0"/>
                    </a:p>
                  </a:txBody>
                  <a:tcPr marL="151025" marR="151025" marT="75512" marB="75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600" b="0" strike="noStrike" dirty="0"/>
                    </a:p>
                  </a:txBody>
                  <a:tcPr marL="134211" marR="134211" marT="67106" marB="67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600" b="0" strike="noStrike" dirty="0"/>
                    </a:p>
                  </a:txBody>
                  <a:tcPr marL="134211" marR="134211" marT="67106" marB="67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600" b="0" strike="noStrike" dirty="0"/>
                    </a:p>
                  </a:txBody>
                  <a:tcPr marL="134211" marR="134211" marT="67106" marB="67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600" b="0" strike="noStrike" dirty="0"/>
                    </a:p>
                  </a:txBody>
                  <a:tcPr marL="134211" marR="134211" marT="67106" marB="67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1349598"/>
                  </a:ext>
                </a:extLst>
              </a:tr>
              <a:tr h="109396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600" b="1" dirty="0"/>
                    </a:p>
                  </a:txBody>
                  <a:tcPr marL="151025" marR="151025" marT="75512" marB="75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600" b="0" strike="noStrike" dirty="0"/>
                    </a:p>
                  </a:txBody>
                  <a:tcPr marL="134211" marR="134211" marT="67106" marB="67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600" b="0" strike="noStrike" dirty="0"/>
                    </a:p>
                  </a:txBody>
                  <a:tcPr marL="134211" marR="134211" marT="67106" marB="67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600" b="0" strike="noStrike" dirty="0"/>
                    </a:p>
                  </a:txBody>
                  <a:tcPr marL="134211" marR="134211" marT="67106" marB="67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600" b="0" strike="noStrike" dirty="0"/>
                    </a:p>
                  </a:txBody>
                  <a:tcPr marL="134211" marR="134211" marT="67106" marB="671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4241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8645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3 Variables -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2786363"/>
                  </p:ext>
                </p:extLst>
              </p:nvPr>
            </p:nvGraphicFramePr>
            <p:xfrm>
              <a:off x="1784050" y="1787910"/>
              <a:ext cx="8623900" cy="32821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62390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862390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546984">
                    <a:tc>
                      <a:txBody>
                        <a:bodyPr/>
                        <a:lstStyle/>
                        <a:p>
                          <a:pPr algn="ctr"/>
                          <a:endParaRPr lang="en-US" sz="2600" b="1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2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2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6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2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546984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1093966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600" b="1" i="1" dirty="0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109396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2786363"/>
                  </p:ext>
                </p:extLst>
              </p:nvPr>
            </p:nvGraphicFramePr>
            <p:xfrm>
              <a:off x="1784050" y="1787910"/>
              <a:ext cx="8623900" cy="32821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62390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862390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546984">
                    <a:tc>
                      <a:txBody>
                        <a:bodyPr/>
                        <a:lstStyle/>
                        <a:p>
                          <a:pPr algn="ctr"/>
                          <a:endParaRPr lang="en-US" sz="2600" b="1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34211" marR="134211" marT="67106" marB="67106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418" t="-1111" r="-804965" b="-501111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53" t="-556" r="-301060" b="-2005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9648" t="-556" r="-200000" b="-2005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707" t="-556" r="-100707" b="-2005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0707" t="-556" r="-707" b="-200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547264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3" t="-101111" r="-401060" b="-4011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109396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3" t="-101117" r="-401060" b="-10167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109396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3" t="-200000" r="-401060" b="-11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33956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3 Variables -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784050" y="1787910"/>
              <a:ext cx="8623900" cy="32821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62390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862390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546984">
                    <a:tc>
                      <a:txBody>
                        <a:bodyPr/>
                        <a:lstStyle/>
                        <a:p>
                          <a:pPr algn="ctr"/>
                          <a:endParaRPr lang="en-US" sz="2600" b="1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2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2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6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2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546984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1093966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600" b="1" i="1" dirty="0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600" b="0" strike="noStrike"/>
                            <a:t>1</a:t>
                          </a:r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600" b="0" strike="noStrike"/>
                            <a:t>1</a:t>
                          </a:r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109396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600" b="0" strike="noStrike"/>
                            <a:t>1</a:t>
                          </a:r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600" b="0" strike="noStrike"/>
                            <a:t>1</a:t>
                          </a:r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784050" y="1787910"/>
              <a:ext cx="8623900" cy="32821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62390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862390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546984">
                    <a:tc>
                      <a:txBody>
                        <a:bodyPr/>
                        <a:lstStyle/>
                        <a:p>
                          <a:pPr algn="ctr"/>
                          <a:endParaRPr lang="en-US" sz="2600" b="1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34211" marR="134211" marT="67106" marB="67106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418" t="-1111" r="-804965" b="-501111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53" t="-556" r="-301060" b="-2005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9648" t="-556" r="-200000" b="-2005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707" t="-556" r="-100707" b="-2005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0707" t="-556" r="-707" b="-200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547264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3" t="-101111" r="-401060" b="-4011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109396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3" t="-101117" r="-401060" b="-10167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600" b="0" strike="noStrike"/>
                            <a:t>1</a:t>
                          </a:r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600" b="0" strike="noStrike"/>
                            <a:t>1</a:t>
                          </a:r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109396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3" t="-200000" r="-401060" b="-11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600" b="0" strike="noStrike"/>
                            <a:t>1</a:t>
                          </a:r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600" b="0" strike="noStrike"/>
                            <a:t>1</a:t>
                          </a:r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89679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3 Variables -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C591DFE-8E16-75E6-8425-46BF0BD03537}"/>
              </a:ext>
            </a:extLst>
          </p:cNvPr>
          <p:cNvSpPr/>
          <p:nvPr/>
        </p:nvSpPr>
        <p:spPr>
          <a:xfrm>
            <a:off x="5804452" y="4164496"/>
            <a:ext cx="2325757" cy="6559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784050" y="1787910"/>
              <a:ext cx="8623900" cy="32821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62390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862390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546984">
                    <a:tc>
                      <a:txBody>
                        <a:bodyPr/>
                        <a:lstStyle/>
                        <a:p>
                          <a:pPr algn="ctr"/>
                          <a:endParaRPr lang="en-US" sz="2600" b="1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2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2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6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2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546984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1093966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600" b="1" i="1" dirty="0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600" b="0" strike="noStrike"/>
                            <a:t>1</a:t>
                          </a:r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600" b="0" strike="noStrike"/>
                            <a:t>1</a:t>
                          </a:r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109396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600" b="0" strike="noStrike"/>
                            <a:t>1</a:t>
                          </a:r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600" b="0" strike="noStrike"/>
                            <a:t>1</a:t>
                          </a:r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784050" y="1787910"/>
              <a:ext cx="8623900" cy="32821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62390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862390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546984">
                    <a:tc>
                      <a:txBody>
                        <a:bodyPr/>
                        <a:lstStyle/>
                        <a:p>
                          <a:pPr algn="ctr"/>
                          <a:endParaRPr lang="en-US" sz="2600" b="1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34211" marR="134211" marT="67106" marB="67106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418" t="-1111" r="-804965" b="-501111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53" t="-556" r="-301060" b="-2005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9648" t="-556" r="-200000" b="-2005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707" t="-556" r="-100707" b="-2005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0707" t="-556" r="-707" b="-200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547264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3" t="-101111" r="-401060" b="-4011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109396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3" t="-101117" r="-401060" b="-10167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600" b="0" strike="noStrike"/>
                            <a:t>1</a:t>
                          </a:r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600" b="0" strike="noStrike"/>
                            <a:t>1</a:t>
                          </a:r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109396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3" t="-200000" r="-401060" b="-11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600" b="0" strike="noStrike"/>
                            <a:t>1</a:t>
                          </a:r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600" b="0" strike="noStrike"/>
                            <a:t>1</a:t>
                          </a:r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24498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4">
            <a:extLst>
              <a:ext uri="{FF2B5EF4-FFF2-40B4-BE49-F238E27FC236}">
                <a16:creationId xmlns:a16="http://schemas.microsoft.com/office/drawing/2014/main" id="{8C667EF2-A27C-A37E-2047-D86EBAA70E70}"/>
              </a:ext>
            </a:extLst>
          </p:cNvPr>
          <p:cNvSpPr/>
          <p:nvPr/>
        </p:nvSpPr>
        <p:spPr>
          <a:xfrm rot="10800000">
            <a:off x="9329834" y="3210339"/>
            <a:ext cx="1078116" cy="447261"/>
          </a:xfrm>
          <a:custGeom>
            <a:avLst/>
            <a:gdLst>
              <a:gd name="connsiteX0" fmla="*/ 0 w 1133061"/>
              <a:gd name="connsiteY0" fmla="*/ 74545 h 447261"/>
              <a:gd name="connsiteX1" fmla="*/ 74545 w 1133061"/>
              <a:gd name="connsiteY1" fmla="*/ 0 h 447261"/>
              <a:gd name="connsiteX2" fmla="*/ 1058516 w 1133061"/>
              <a:gd name="connsiteY2" fmla="*/ 0 h 447261"/>
              <a:gd name="connsiteX3" fmla="*/ 1133061 w 1133061"/>
              <a:gd name="connsiteY3" fmla="*/ 74545 h 447261"/>
              <a:gd name="connsiteX4" fmla="*/ 1133061 w 1133061"/>
              <a:gd name="connsiteY4" fmla="*/ 372716 h 447261"/>
              <a:gd name="connsiteX5" fmla="*/ 1058516 w 1133061"/>
              <a:gd name="connsiteY5" fmla="*/ 447261 h 447261"/>
              <a:gd name="connsiteX6" fmla="*/ 74545 w 1133061"/>
              <a:gd name="connsiteY6" fmla="*/ 447261 h 447261"/>
              <a:gd name="connsiteX7" fmla="*/ 0 w 1133061"/>
              <a:gd name="connsiteY7" fmla="*/ 372716 h 447261"/>
              <a:gd name="connsiteX8" fmla="*/ 0 w 1133061"/>
              <a:gd name="connsiteY8" fmla="*/ 74545 h 447261"/>
              <a:gd name="connsiteX0" fmla="*/ 73025 w 1133061"/>
              <a:gd name="connsiteY0" fmla="*/ 74545 h 447261"/>
              <a:gd name="connsiteX1" fmla="*/ 74545 w 1133061"/>
              <a:gd name="connsiteY1" fmla="*/ 0 h 447261"/>
              <a:gd name="connsiteX2" fmla="*/ 1058516 w 1133061"/>
              <a:gd name="connsiteY2" fmla="*/ 0 h 447261"/>
              <a:gd name="connsiteX3" fmla="*/ 1133061 w 1133061"/>
              <a:gd name="connsiteY3" fmla="*/ 74545 h 447261"/>
              <a:gd name="connsiteX4" fmla="*/ 1133061 w 1133061"/>
              <a:gd name="connsiteY4" fmla="*/ 372716 h 447261"/>
              <a:gd name="connsiteX5" fmla="*/ 1058516 w 1133061"/>
              <a:gd name="connsiteY5" fmla="*/ 447261 h 447261"/>
              <a:gd name="connsiteX6" fmla="*/ 74545 w 1133061"/>
              <a:gd name="connsiteY6" fmla="*/ 447261 h 447261"/>
              <a:gd name="connsiteX7" fmla="*/ 0 w 1133061"/>
              <a:gd name="connsiteY7" fmla="*/ 372716 h 447261"/>
              <a:gd name="connsiteX8" fmla="*/ 73025 w 1133061"/>
              <a:gd name="connsiteY8" fmla="*/ 74545 h 447261"/>
              <a:gd name="connsiteX0" fmla="*/ 18080 w 1078116"/>
              <a:gd name="connsiteY0" fmla="*/ 74545 h 447261"/>
              <a:gd name="connsiteX1" fmla="*/ 19600 w 1078116"/>
              <a:gd name="connsiteY1" fmla="*/ 0 h 447261"/>
              <a:gd name="connsiteX2" fmla="*/ 1003571 w 1078116"/>
              <a:gd name="connsiteY2" fmla="*/ 0 h 447261"/>
              <a:gd name="connsiteX3" fmla="*/ 1078116 w 1078116"/>
              <a:gd name="connsiteY3" fmla="*/ 74545 h 447261"/>
              <a:gd name="connsiteX4" fmla="*/ 1078116 w 1078116"/>
              <a:gd name="connsiteY4" fmla="*/ 372716 h 447261"/>
              <a:gd name="connsiteX5" fmla="*/ 1003571 w 1078116"/>
              <a:gd name="connsiteY5" fmla="*/ 447261 h 447261"/>
              <a:gd name="connsiteX6" fmla="*/ 19600 w 1078116"/>
              <a:gd name="connsiteY6" fmla="*/ 447261 h 447261"/>
              <a:gd name="connsiteX7" fmla="*/ 14905 w 1078116"/>
              <a:gd name="connsiteY7" fmla="*/ 372716 h 447261"/>
              <a:gd name="connsiteX8" fmla="*/ 18080 w 1078116"/>
              <a:gd name="connsiteY8" fmla="*/ 74545 h 447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8116" h="447261">
                <a:moveTo>
                  <a:pt x="18080" y="74545"/>
                </a:moveTo>
                <a:cubicBezTo>
                  <a:pt x="18080" y="33375"/>
                  <a:pt x="-21570" y="0"/>
                  <a:pt x="19600" y="0"/>
                </a:cubicBezTo>
                <a:lnTo>
                  <a:pt x="1003571" y="0"/>
                </a:lnTo>
                <a:cubicBezTo>
                  <a:pt x="1044741" y="0"/>
                  <a:pt x="1078116" y="33375"/>
                  <a:pt x="1078116" y="74545"/>
                </a:cubicBezTo>
                <a:lnTo>
                  <a:pt x="1078116" y="372716"/>
                </a:lnTo>
                <a:cubicBezTo>
                  <a:pt x="1078116" y="413886"/>
                  <a:pt x="1044741" y="447261"/>
                  <a:pt x="1003571" y="447261"/>
                </a:cubicBezTo>
                <a:lnTo>
                  <a:pt x="19600" y="447261"/>
                </a:lnTo>
                <a:cubicBezTo>
                  <a:pt x="-21570" y="447261"/>
                  <a:pt x="14905" y="413886"/>
                  <a:pt x="14905" y="372716"/>
                </a:cubicBezTo>
                <a:cubicBezTo>
                  <a:pt x="14905" y="273326"/>
                  <a:pt x="18080" y="173935"/>
                  <a:pt x="18080" y="74545"/>
                </a:cubicBez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3 Variables -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C591DFE-8E16-75E6-8425-46BF0BD03537}"/>
              </a:ext>
            </a:extLst>
          </p:cNvPr>
          <p:cNvSpPr/>
          <p:nvPr/>
        </p:nvSpPr>
        <p:spPr>
          <a:xfrm>
            <a:off x="5804452" y="4164496"/>
            <a:ext cx="2325757" cy="6559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868761E-9CC0-F68F-8F11-0ED95A24FBF2}"/>
              </a:ext>
            </a:extLst>
          </p:cNvPr>
          <p:cNvSpPr/>
          <p:nvPr/>
        </p:nvSpPr>
        <p:spPr>
          <a:xfrm>
            <a:off x="3487673" y="3210339"/>
            <a:ext cx="1078116" cy="447261"/>
          </a:xfrm>
          <a:custGeom>
            <a:avLst/>
            <a:gdLst>
              <a:gd name="connsiteX0" fmla="*/ 0 w 1133061"/>
              <a:gd name="connsiteY0" fmla="*/ 74545 h 447261"/>
              <a:gd name="connsiteX1" fmla="*/ 74545 w 1133061"/>
              <a:gd name="connsiteY1" fmla="*/ 0 h 447261"/>
              <a:gd name="connsiteX2" fmla="*/ 1058516 w 1133061"/>
              <a:gd name="connsiteY2" fmla="*/ 0 h 447261"/>
              <a:gd name="connsiteX3" fmla="*/ 1133061 w 1133061"/>
              <a:gd name="connsiteY3" fmla="*/ 74545 h 447261"/>
              <a:gd name="connsiteX4" fmla="*/ 1133061 w 1133061"/>
              <a:gd name="connsiteY4" fmla="*/ 372716 h 447261"/>
              <a:gd name="connsiteX5" fmla="*/ 1058516 w 1133061"/>
              <a:gd name="connsiteY5" fmla="*/ 447261 h 447261"/>
              <a:gd name="connsiteX6" fmla="*/ 74545 w 1133061"/>
              <a:gd name="connsiteY6" fmla="*/ 447261 h 447261"/>
              <a:gd name="connsiteX7" fmla="*/ 0 w 1133061"/>
              <a:gd name="connsiteY7" fmla="*/ 372716 h 447261"/>
              <a:gd name="connsiteX8" fmla="*/ 0 w 1133061"/>
              <a:gd name="connsiteY8" fmla="*/ 74545 h 447261"/>
              <a:gd name="connsiteX0" fmla="*/ 73025 w 1133061"/>
              <a:gd name="connsiteY0" fmla="*/ 74545 h 447261"/>
              <a:gd name="connsiteX1" fmla="*/ 74545 w 1133061"/>
              <a:gd name="connsiteY1" fmla="*/ 0 h 447261"/>
              <a:gd name="connsiteX2" fmla="*/ 1058516 w 1133061"/>
              <a:gd name="connsiteY2" fmla="*/ 0 h 447261"/>
              <a:gd name="connsiteX3" fmla="*/ 1133061 w 1133061"/>
              <a:gd name="connsiteY3" fmla="*/ 74545 h 447261"/>
              <a:gd name="connsiteX4" fmla="*/ 1133061 w 1133061"/>
              <a:gd name="connsiteY4" fmla="*/ 372716 h 447261"/>
              <a:gd name="connsiteX5" fmla="*/ 1058516 w 1133061"/>
              <a:gd name="connsiteY5" fmla="*/ 447261 h 447261"/>
              <a:gd name="connsiteX6" fmla="*/ 74545 w 1133061"/>
              <a:gd name="connsiteY6" fmla="*/ 447261 h 447261"/>
              <a:gd name="connsiteX7" fmla="*/ 0 w 1133061"/>
              <a:gd name="connsiteY7" fmla="*/ 372716 h 447261"/>
              <a:gd name="connsiteX8" fmla="*/ 73025 w 1133061"/>
              <a:gd name="connsiteY8" fmla="*/ 74545 h 447261"/>
              <a:gd name="connsiteX0" fmla="*/ 18080 w 1078116"/>
              <a:gd name="connsiteY0" fmla="*/ 74545 h 447261"/>
              <a:gd name="connsiteX1" fmla="*/ 19600 w 1078116"/>
              <a:gd name="connsiteY1" fmla="*/ 0 h 447261"/>
              <a:gd name="connsiteX2" fmla="*/ 1003571 w 1078116"/>
              <a:gd name="connsiteY2" fmla="*/ 0 h 447261"/>
              <a:gd name="connsiteX3" fmla="*/ 1078116 w 1078116"/>
              <a:gd name="connsiteY3" fmla="*/ 74545 h 447261"/>
              <a:gd name="connsiteX4" fmla="*/ 1078116 w 1078116"/>
              <a:gd name="connsiteY4" fmla="*/ 372716 h 447261"/>
              <a:gd name="connsiteX5" fmla="*/ 1003571 w 1078116"/>
              <a:gd name="connsiteY5" fmla="*/ 447261 h 447261"/>
              <a:gd name="connsiteX6" fmla="*/ 19600 w 1078116"/>
              <a:gd name="connsiteY6" fmla="*/ 447261 h 447261"/>
              <a:gd name="connsiteX7" fmla="*/ 14905 w 1078116"/>
              <a:gd name="connsiteY7" fmla="*/ 372716 h 447261"/>
              <a:gd name="connsiteX8" fmla="*/ 18080 w 1078116"/>
              <a:gd name="connsiteY8" fmla="*/ 74545 h 447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8116" h="447261">
                <a:moveTo>
                  <a:pt x="18080" y="74545"/>
                </a:moveTo>
                <a:cubicBezTo>
                  <a:pt x="18080" y="33375"/>
                  <a:pt x="-21570" y="0"/>
                  <a:pt x="19600" y="0"/>
                </a:cubicBezTo>
                <a:lnTo>
                  <a:pt x="1003571" y="0"/>
                </a:lnTo>
                <a:cubicBezTo>
                  <a:pt x="1044741" y="0"/>
                  <a:pt x="1078116" y="33375"/>
                  <a:pt x="1078116" y="74545"/>
                </a:cubicBezTo>
                <a:lnTo>
                  <a:pt x="1078116" y="372716"/>
                </a:lnTo>
                <a:cubicBezTo>
                  <a:pt x="1078116" y="413886"/>
                  <a:pt x="1044741" y="447261"/>
                  <a:pt x="1003571" y="447261"/>
                </a:cubicBezTo>
                <a:lnTo>
                  <a:pt x="19600" y="447261"/>
                </a:lnTo>
                <a:cubicBezTo>
                  <a:pt x="-21570" y="447261"/>
                  <a:pt x="14905" y="413886"/>
                  <a:pt x="14905" y="372716"/>
                </a:cubicBezTo>
                <a:cubicBezTo>
                  <a:pt x="14905" y="273326"/>
                  <a:pt x="18080" y="173935"/>
                  <a:pt x="18080" y="74545"/>
                </a:cubicBez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784050" y="1787910"/>
              <a:ext cx="8623900" cy="32821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62390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862390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546984">
                    <a:tc>
                      <a:txBody>
                        <a:bodyPr/>
                        <a:lstStyle/>
                        <a:p>
                          <a:pPr algn="ctr"/>
                          <a:endParaRPr lang="en-US" sz="2600" b="1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2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2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6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2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546984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1093966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600" b="1" i="1" dirty="0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600" b="0" strike="noStrike" dirty="0"/>
                            <a:t>1</a:t>
                          </a:r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600" b="0" strike="noStrike"/>
                            <a:t>1</a:t>
                          </a:r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109396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600" b="0" strike="noStrike"/>
                            <a:t>1</a:t>
                          </a:r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600" b="0" strike="noStrike"/>
                            <a:t>1</a:t>
                          </a:r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784050" y="1787910"/>
              <a:ext cx="8623900" cy="32821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62390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862390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546984">
                    <a:tc>
                      <a:txBody>
                        <a:bodyPr/>
                        <a:lstStyle/>
                        <a:p>
                          <a:pPr algn="ctr"/>
                          <a:endParaRPr lang="en-US" sz="2600" b="1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34211" marR="134211" marT="67106" marB="67106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418" t="-1111" r="-804965" b="-501111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53" t="-556" r="-301060" b="-2005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9648" t="-556" r="-200000" b="-2005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707" t="-556" r="-100707" b="-2005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0707" t="-556" r="-707" b="-200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547264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3" t="-101111" r="-401060" b="-4011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109396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3" t="-101117" r="-401060" b="-10167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600" b="0" strike="noStrike" dirty="0"/>
                            <a:t>1</a:t>
                          </a:r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600" b="0" strike="noStrike"/>
                            <a:t>1</a:t>
                          </a:r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109396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3" t="-200000" r="-401060" b="-11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600" b="0" strike="noStrike"/>
                            <a:t>1</a:t>
                          </a:r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600" b="0" strike="noStrike"/>
                            <a:t>1</a:t>
                          </a:r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45446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4">
            <a:extLst>
              <a:ext uri="{FF2B5EF4-FFF2-40B4-BE49-F238E27FC236}">
                <a16:creationId xmlns:a16="http://schemas.microsoft.com/office/drawing/2014/main" id="{8C667EF2-A27C-A37E-2047-D86EBAA70E70}"/>
              </a:ext>
            </a:extLst>
          </p:cNvPr>
          <p:cNvSpPr/>
          <p:nvPr/>
        </p:nvSpPr>
        <p:spPr>
          <a:xfrm rot="10800000">
            <a:off x="9329834" y="3210339"/>
            <a:ext cx="1078116" cy="447261"/>
          </a:xfrm>
          <a:custGeom>
            <a:avLst/>
            <a:gdLst>
              <a:gd name="connsiteX0" fmla="*/ 0 w 1133061"/>
              <a:gd name="connsiteY0" fmla="*/ 74545 h 447261"/>
              <a:gd name="connsiteX1" fmla="*/ 74545 w 1133061"/>
              <a:gd name="connsiteY1" fmla="*/ 0 h 447261"/>
              <a:gd name="connsiteX2" fmla="*/ 1058516 w 1133061"/>
              <a:gd name="connsiteY2" fmla="*/ 0 h 447261"/>
              <a:gd name="connsiteX3" fmla="*/ 1133061 w 1133061"/>
              <a:gd name="connsiteY3" fmla="*/ 74545 h 447261"/>
              <a:gd name="connsiteX4" fmla="*/ 1133061 w 1133061"/>
              <a:gd name="connsiteY4" fmla="*/ 372716 h 447261"/>
              <a:gd name="connsiteX5" fmla="*/ 1058516 w 1133061"/>
              <a:gd name="connsiteY5" fmla="*/ 447261 h 447261"/>
              <a:gd name="connsiteX6" fmla="*/ 74545 w 1133061"/>
              <a:gd name="connsiteY6" fmla="*/ 447261 h 447261"/>
              <a:gd name="connsiteX7" fmla="*/ 0 w 1133061"/>
              <a:gd name="connsiteY7" fmla="*/ 372716 h 447261"/>
              <a:gd name="connsiteX8" fmla="*/ 0 w 1133061"/>
              <a:gd name="connsiteY8" fmla="*/ 74545 h 447261"/>
              <a:gd name="connsiteX0" fmla="*/ 73025 w 1133061"/>
              <a:gd name="connsiteY0" fmla="*/ 74545 h 447261"/>
              <a:gd name="connsiteX1" fmla="*/ 74545 w 1133061"/>
              <a:gd name="connsiteY1" fmla="*/ 0 h 447261"/>
              <a:gd name="connsiteX2" fmla="*/ 1058516 w 1133061"/>
              <a:gd name="connsiteY2" fmla="*/ 0 h 447261"/>
              <a:gd name="connsiteX3" fmla="*/ 1133061 w 1133061"/>
              <a:gd name="connsiteY3" fmla="*/ 74545 h 447261"/>
              <a:gd name="connsiteX4" fmla="*/ 1133061 w 1133061"/>
              <a:gd name="connsiteY4" fmla="*/ 372716 h 447261"/>
              <a:gd name="connsiteX5" fmla="*/ 1058516 w 1133061"/>
              <a:gd name="connsiteY5" fmla="*/ 447261 h 447261"/>
              <a:gd name="connsiteX6" fmla="*/ 74545 w 1133061"/>
              <a:gd name="connsiteY6" fmla="*/ 447261 h 447261"/>
              <a:gd name="connsiteX7" fmla="*/ 0 w 1133061"/>
              <a:gd name="connsiteY7" fmla="*/ 372716 h 447261"/>
              <a:gd name="connsiteX8" fmla="*/ 73025 w 1133061"/>
              <a:gd name="connsiteY8" fmla="*/ 74545 h 447261"/>
              <a:gd name="connsiteX0" fmla="*/ 18080 w 1078116"/>
              <a:gd name="connsiteY0" fmla="*/ 74545 h 447261"/>
              <a:gd name="connsiteX1" fmla="*/ 19600 w 1078116"/>
              <a:gd name="connsiteY1" fmla="*/ 0 h 447261"/>
              <a:gd name="connsiteX2" fmla="*/ 1003571 w 1078116"/>
              <a:gd name="connsiteY2" fmla="*/ 0 h 447261"/>
              <a:gd name="connsiteX3" fmla="*/ 1078116 w 1078116"/>
              <a:gd name="connsiteY3" fmla="*/ 74545 h 447261"/>
              <a:gd name="connsiteX4" fmla="*/ 1078116 w 1078116"/>
              <a:gd name="connsiteY4" fmla="*/ 372716 h 447261"/>
              <a:gd name="connsiteX5" fmla="*/ 1003571 w 1078116"/>
              <a:gd name="connsiteY5" fmla="*/ 447261 h 447261"/>
              <a:gd name="connsiteX6" fmla="*/ 19600 w 1078116"/>
              <a:gd name="connsiteY6" fmla="*/ 447261 h 447261"/>
              <a:gd name="connsiteX7" fmla="*/ 14905 w 1078116"/>
              <a:gd name="connsiteY7" fmla="*/ 372716 h 447261"/>
              <a:gd name="connsiteX8" fmla="*/ 18080 w 1078116"/>
              <a:gd name="connsiteY8" fmla="*/ 74545 h 447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8116" h="447261">
                <a:moveTo>
                  <a:pt x="18080" y="74545"/>
                </a:moveTo>
                <a:cubicBezTo>
                  <a:pt x="18080" y="33375"/>
                  <a:pt x="-21570" y="0"/>
                  <a:pt x="19600" y="0"/>
                </a:cubicBezTo>
                <a:lnTo>
                  <a:pt x="1003571" y="0"/>
                </a:lnTo>
                <a:cubicBezTo>
                  <a:pt x="1044741" y="0"/>
                  <a:pt x="1078116" y="33375"/>
                  <a:pt x="1078116" y="74545"/>
                </a:cubicBezTo>
                <a:lnTo>
                  <a:pt x="1078116" y="372716"/>
                </a:lnTo>
                <a:cubicBezTo>
                  <a:pt x="1078116" y="413886"/>
                  <a:pt x="1044741" y="447261"/>
                  <a:pt x="1003571" y="447261"/>
                </a:cubicBezTo>
                <a:lnTo>
                  <a:pt x="19600" y="447261"/>
                </a:lnTo>
                <a:cubicBezTo>
                  <a:pt x="-21570" y="447261"/>
                  <a:pt x="14905" y="413886"/>
                  <a:pt x="14905" y="372716"/>
                </a:cubicBezTo>
                <a:cubicBezTo>
                  <a:pt x="14905" y="273326"/>
                  <a:pt x="18080" y="173935"/>
                  <a:pt x="18080" y="74545"/>
                </a:cubicBez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3 Variables -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C591DFE-8E16-75E6-8425-46BF0BD03537}"/>
              </a:ext>
            </a:extLst>
          </p:cNvPr>
          <p:cNvSpPr/>
          <p:nvPr/>
        </p:nvSpPr>
        <p:spPr>
          <a:xfrm>
            <a:off x="5804452" y="4164496"/>
            <a:ext cx="2325757" cy="6559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868761E-9CC0-F68F-8F11-0ED95A24FBF2}"/>
              </a:ext>
            </a:extLst>
          </p:cNvPr>
          <p:cNvSpPr/>
          <p:nvPr/>
        </p:nvSpPr>
        <p:spPr>
          <a:xfrm>
            <a:off x="3487673" y="3210339"/>
            <a:ext cx="1078116" cy="447261"/>
          </a:xfrm>
          <a:custGeom>
            <a:avLst/>
            <a:gdLst>
              <a:gd name="connsiteX0" fmla="*/ 0 w 1133061"/>
              <a:gd name="connsiteY0" fmla="*/ 74545 h 447261"/>
              <a:gd name="connsiteX1" fmla="*/ 74545 w 1133061"/>
              <a:gd name="connsiteY1" fmla="*/ 0 h 447261"/>
              <a:gd name="connsiteX2" fmla="*/ 1058516 w 1133061"/>
              <a:gd name="connsiteY2" fmla="*/ 0 h 447261"/>
              <a:gd name="connsiteX3" fmla="*/ 1133061 w 1133061"/>
              <a:gd name="connsiteY3" fmla="*/ 74545 h 447261"/>
              <a:gd name="connsiteX4" fmla="*/ 1133061 w 1133061"/>
              <a:gd name="connsiteY4" fmla="*/ 372716 h 447261"/>
              <a:gd name="connsiteX5" fmla="*/ 1058516 w 1133061"/>
              <a:gd name="connsiteY5" fmla="*/ 447261 h 447261"/>
              <a:gd name="connsiteX6" fmla="*/ 74545 w 1133061"/>
              <a:gd name="connsiteY6" fmla="*/ 447261 h 447261"/>
              <a:gd name="connsiteX7" fmla="*/ 0 w 1133061"/>
              <a:gd name="connsiteY7" fmla="*/ 372716 h 447261"/>
              <a:gd name="connsiteX8" fmla="*/ 0 w 1133061"/>
              <a:gd name="connsiteY8" fmla="*/ 74545 h 447261"/>
              <a:gd name="connsiteX0" fmla="*/ 73025 w 1133061"/>
              <a:gd name="connsiteY0" fmla="*/ 74545 h 447261"/>
              <a:gd name="connsiteX1" fmla="*/ 74545 w 1133061"/>
              <a:gd name="connsiteY1" fmla="*/ 0 h 447261"/>
              <a:gd name="connsiteX2" fmla="*/ 1058516 w 1133061"/>
              <a:gd name="connsiteY2" fmla="*/ 0 h 447261"/>
              <a:gd name="connsiteX3" fmla="*/ 1133061 w 1133061"/>
              <a:gd name="connsiteY3" fmla="*/ 74545 h 447261"/>
              <a:gd name="connsiteX4" fmla="*/ 1133061 w 1133061"/>
              <a:gd name="connsiteY4" fmla="*/ 372716 h 447261"/>
              <a:gd name="connsiteX5" fmla="*/ 1058516 w 1133061"/>
              <a:gd name="connsiteY5" fmla="*/ 447261 h 447261"/>
              <a:gd name="connsiteX6" fmla="*/ 74545 w 1133061"/>
              <a:gd name="connsiteY6" fmla="*/ 447261 h 447261"/>
              <a:gd name="connsiteX7" fmla="*/ 0 w 1133061"/>
              <a:gd name="connsiteY7" fmla="*/ 372716 h 447261"/>
              <a:gd name="connsiteX8" fmla="*/ 73025 w 1133061"/>
              <a:gd name="connsiteY8" fmla="*/ 74545 h 447261"/>
              <a:gd name="connsiteX0" fmla="*/ 18080 w 1078116"/>
              <a:gd name="connsiteY0" fmla="*/ 74545 h 447261"/>
              <a:gd name="connsiteX1" fmla="*/ 19600 w 1078116"/>
              <a:gd name="connsiteY1" fmla="*/ 0 h 447261"/>
              <a:gd name="connsiteX2" fmla="*/ 1003571 w 1078116"/>
              <a:gd name="connsiteY2" fmla="*/ 0 h 447261"/>
              <a:gd name="connsiteX3" fmla="*/ 1078116 w 1078116"/>
              <a:gd name="connsiteY3" fmla="*/ 74545 h 447261"/>
              <a:gd name="connsiteX4" fmla="*/ 1078116 w 1078116"/>
              <a:gd name="connsiteY4" fmla="*/ 372716 h 447261"/>
              <a:gd name="connsiteX5" fmla="*/ 1003571 w 1078116"/>
              <a:gd name="connsiteY5" fmla="*/ 447261 h 447261"/>
              <a:gd name="connsiteX6" fmla="*/ 19600 w 1078116"/>
              <a:gd name="connsiteY6" fmla="*/ 447261 h 447261"/>
              <a:gd name="connsiteX7" fmla="*/ 14905 w 1078116"/>
              <a:gd name="connsiteY7" fmla="*/ 372716 h 447261"/>
              <a:gd name="connsiteX8" fmla="*/ 18080 w 1078116"/>
              <a:gd name="connsiteY8" fmla="*/ 74545 h 447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8116" h="447261">
                <a:moveTo>
                  <a:pt x="18080" y="74545"/>
                </a:moveTo>
                <a:cubicBezTo>
                  <a:pt x="18080" y="33375"/>
                  <a:pt x="-21570" y="0"/>
                  <a:pt x="19600" y="0"/>
                </a:cubicBezTo>
                <a:lnTo>
                  <a:pt x="1003571" y="0"/>
                </a:lnTo>
                <a:cubicBezTo>
                  <a:pt x="1044741" y="0"/>
                  <a:pt x="1078116" y="33375"/>
                  <a:pt x="1078116" y="74545"/>
                </a:cubicBezTo>
                <a:lnTo>
                  <a:pt x="1078116" y="372716"/>
                </a:lnTo>
                <a:cubicBezTo>
                  <a:pt x="1078116" y="413886"/>
                  <a:pt x="1044741" y="447261"/>
                  <a:pt x="1003571" y="447261"/>
                </a:cubicBezTo>
                <a:lnTo>
                  <a:pt x="19600" y="447261"/>
                </a:lnTo>
                <a:cubicBezTo>
                  <a:pt x="-21570" y="447261"/>
                  <a:pt x="14905" y="413886"/>
                  <a:pt x="14905" y="372716"/>
                </a:cubicBezTo>
                <a:cubicBezTo>
                  <a:pt x="14905" y="273326"/>
                  <a:pt x="18080" y="173935"/>
                  <a:pt x="18080" y="74545"/>
                </a:cubicBez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784050" y="1787910"/>
              <a:ext cx="8623900" cy="32821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62390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862390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546984">
                    <a:tc>
                      <a:txBody>
                        <a:bodyPr/>
                        <a:lstStyle/>
                        <a:p>
                          <a:pPr algn="ctr"/>
                          <a:endParaRPr lang="en-US" sz="2600" b="1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2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2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6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2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546984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1093966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600" b="1" i="1" dirty="0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600" b="0" strike="noStrike" dirty="0"/>
                            <a:t>1</a:t>
                          </a:r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600" b="0" strike="noStrike"/>
                            <a:t>1</a:t>
                          </a:r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109396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2600" b="1" dirty="0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600" b="0" strike="noStrike"/>
                            <a:t>1</a:t>
                          </a:r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600" b="0" strike="noStrike"/>
                            <a:t>1</a:t>
                          </a:r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784050" y="1787910"/>
              <a:ext cx="8623900" cy="32821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62390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862390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724780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546984">
                    <a:tc>
                      <a:txBody>
                        <a:bodyPr/>
                        <a:lstStyle/>
                        <a:p>
                          <a:pPr algn="ctr"/>
                          <a:endParaRPr lang="en-US" sz="2600" b="1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34211" marR="134211" marT="67106" marB="67106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418" t="-1111" r="-804965" b="-501111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353" t="-556" r="-301060" b="-2005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9648" t="-556" r="-200000" b="-2005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707" t="-556" r="-100707" b="-2005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0707" t="-556" r="-707" b="-200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547264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3" t="-101111" r="-401060" b="-4011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109396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3" t="-101117" r="-401060" b="-10167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600" b="0" strike="noStrike" dirty="0"/>
                            <a:t>1</a:t>
                          </a:r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600" b="0" strike="noStrike"/>
                            <a:t>1</a:t>
                          </a:r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109396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51025" marR="151025" marT="75512" marB="7551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3" t="-200000" r="-401060" b="-11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600" b="0" strike="noStrike"/>
                            <a:t>1</a:t>
                          </a:r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600" b="0" strike="noStrike"/>
                            <a:t>1</a:t>
                          </a:r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600" b="0" strike="noStrike" dirty="0"/>
                        </a:p>
                      </a:txBody>
                      <a:tcPr marL="134211" marR="134211" marT="67106" marB="67106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4586F307-76CA-4BF5-1C70-28215F0B0D0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5308628"/>
                <a:ext cx="11743016" cy="116678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Solution: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4586F307-76CA-4BF5-1C70-28215F0B0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5308628"/>
                <a:ext cx="11743016" cy="1166788"/>
              </a:xfrm>
              <a:prstGeom prst="rect">
                <a:avLst/>
              </a:prstGeom>
              <a:blipFill>
                <a:blip r:embed="rId4"/>
                <a:stretch>
                  <a:fillRect l="-1142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3777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4 Variables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5875616" cy="4942828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Given a Boolean equation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3200" dirty="0"/>
                  <a:t>, create a Karnaugh map.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Step 1: can the equation be reduced? No.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Step 2: create Truth Table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5875616" cy="4942828"/>
              </a:xfrm>
              <a:prstGeom prst="rect">
                <a:avLst/>
              </a:prstGeom>
              <a:blipFill>
                <a:blip r:embed="rId3"/>
                <a:stretch>
                  <a:fillRect l="-2075" r="-830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8">
                <a:extLst>
                  <a:ext uri="{FF2B5EF4-FFF2-40B4-BE49-F238E27FC236}">
                    <a16:creationId xmlns:a16="http://schemas.microsoft.com/office/drawing/2014/main" id="{5A11D907-0453-ACE7-A959-0B37C06816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6493250"/>
                  </p:ext>
                </p:extLst>
              </p:nvPr>
            </p:nvGraphicFramePr>
            <p:xfrm>
              <a:off x="6095998" y="1413202"/>
              <a:ext cx="5867403" cy="51816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56641">
                      <a:extLst>
                        <a:ext uri="{9D8B030D-6E8A-4147-A177-3AD203B41FA5}">
                          <a16:colId xmlns:a16="http://schemas.microsoft.com/office/drawing/2014/main" val="3828458404"/>
                        </a:ext>
                      </a:extLst>
                    </a:gridCol>
                    <a:gridCol w="1256641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1256641">
                      <a:extLst>
                        <a:ext uri="{9D8B030D-6E8A-4147-A177-3AD203B41FA5}">
                          <a16:colId xmlns:a16="http://schemas.microsoft.com/office/drawing/2014/main" val="3605525640"/>
                        </a:ext>
                      </a:extLst>
                    </a:gridCol>
                    <a:gridCol w="1256639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840841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</a:tblGrid>
                  <a:tr h="22013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1400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1400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400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1400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oMath>
                            </m:oMathPara>
                          </a14:m>
                          <a:endParaRPr lang="en-US" sz="1400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2201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2201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2201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73348994"/>
                      </a:ext>
                    </a:extLst>
                  </a:tr>
                  <a:tr h="2201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1972732"/>
                      </a:ext>
                    </a:extLst>
                  </a:tr>
                  <a:tr h="2201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04988292"/>
                      </a:ext>
                    </a:extLst>
                  </a:tr>
                  <a:tr h="2201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62760824"/>
                      </a:ext>
                    </a:extLst>
                  </a:tr>
                  <a:tr h="2201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20088357"/>
                      </a:ext>
                    </a:extLst>
                  </a:tr>
                  <a:tr h="2201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9422943"/>
                      </a:ext>
                    </a:extLst>
                  </a:tr>
                  <a:tr h="2201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13593572"/>
                      </a:ext>
                    </a:extLst>
                  </a:tr>
                  <a:tr h="2201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7248453"/>
                      </a:ext>
                    </a:extLst>
                  </a:tr>
                  <a:tr h="2201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1041103"/>
                      </a:ext>
                    </a:extLst>
                  </a:tr>
                  <a:tr h="2201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83117980"/>
                      </a:ext>
                    </a:extLst>
                  </a:tr>
                  <a:tr h="2201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92445205"/>
                      </a:ext>
                    </a:extLst>
                  </a:tr>
                  <a:tr h="2201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22788075"/>
                      </a:ext>
                    </a:extLst>
                  </a:tr>
                  <a:tr h="2201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0361049"/>
                      </a:ext>
                    </a:extLst>
                  </a:tr>
                  <a:tr h="2201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715850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8">
                <a:extLst>
                  <a:ext uri="{FF2B5EF4-FFF2-40B4-BE49-F238E27FC236}">
                    <a16:creationId xmlns:a16="http://schemas.microsoft.com/office/drawing/2014/main" id="{5A11D907-0453-ACE7-A959-0B37C06816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6493250"/>
                  </p:ext>
                </p:extLst>
              </p:nvPr>
            </p:nvGraphicFramePr>
            <p:xfrm>
              <a:off x="6095998" y="1413202"/>
              <a:ext cx="5867403" cy="51816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256641">
                      <a:extLst>
                        <a:ext uri="{9D8B030D-6E8A-4147-A177-3AD203B41FA5}">
                          <a16:colId xmlns:a16="http://schemas.microsoft.com/office/drawing/2014/main" val="3828458404"/>
                        </a:ext>
                      </a:extLst>
                    </a:gridCol>
                    <a:gridCol w="1256641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1256641">
                      <a:extLst>
                        <a:ext uri="{9D8B030D-6E8A-4147-A177-3AD203B41FA5}">
                          <a16:colId xmlns:a16="http://schemas.microsoft.com/office/drawing/2014/main" val="3605525640"/>
                        </a:ext>
                      </a:extLst>
                    </a:gridCol>
                    <a:gridCol w="1256639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840841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85" t="-2000" r="-368932" b="-16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000" r="-267150" b="-16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971" t="-2000" r="-168447" b="-16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9517" t="-2000" r="-67633" b="-16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99275" t="-2000" r="-1449" b="-16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7334899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197273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0498829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6276082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2008835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942294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13593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724845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104110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8311798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924452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2278807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036104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7158501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58375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4 Variables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830503" cy="1673387"/>
              </a:xfrm>
              <a:prstGeom prst="rect">
                <a:avLst/>
              </a:prstGeom>
            </p:spPr>
            <p:txBody>
              <a:bodyPr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Step 3: create an empty map of size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=16=4</m:t>
                    </m:r>
                    <m:r>
                      <a:rPr lang="en-US" sz="3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</m:t>
                    </m:r>
                  </m:oMath>
                </a14:m>
                <a:endParaRPr lang="en-US" sz="320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Step 4: label the map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Step 5: fill in 1’s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830503" cy="1673387"/>
              </a:xfrm>
              <a:prstGeom prst="rect">
                <a:avLst/>
              </a:prstGeom>
              <a:blipFill>
                <a:blip r:embed="rId3"/>
                <a:stretch>
                  <a:fillRect l="-670" b="-6545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3443526"/>
                  </p:ext>
                </p:extLst>
              </p:nvPr>
            </p:nvGraphicFramePr>
            <p:xfrm>
              <a:off x="220384" y="3223694"/>
              <a:ext cx="5221460" cy="331178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31179">
                    <a:tc>
                      <a:txBody>
                        <a:bodyPr/>
                        <a:lstStyle/>
                        <a:p>
                          <a:pPr algn="ctr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31179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𝑨𝑩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3443526"/>
                  </p:ext>
                </p:extLst>
              </p:nvPr>
            </p:nvGraphicFramePr>
            <p:xfrm>
              <a:off x="220384" y="3223694"/>
              <a:ext cx="5221460" cy="331178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31179">
                    <a:tc>
                      <a:txBody>
                        <a:bodyPr/>
                        <a:lstStyle/>
                        <a:p>
                          <a:pPr algn="ctr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353" t="-1818" r="-809412" b="-89454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917" r="-300000" b="-40183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170" t="-917" r="-201754" b="-40183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9419" t="-917" r="-100581" b="-40183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1754" t="-917" r="-1170" b="-4018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31179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103704" r="-402339" b="-8111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100917" r="-402339" b="-3018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200917" r="-402339" b="-2018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300917" r="-402339" b="-1018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400917" r="-402339" b="-18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48">
                <a:extLst>
                  <a:ext uri="{FF2B5EF4-FFF2-40B4-BE49-F238E27FC236}">
                    <a16:creationId xmlns:a16="http://schemas.microsoft.com/office/drawing/2014/main" id="{F4D60D17-8FF7-C964-47A0-9ADFD30DB2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1886771"/>
                  </p:ext>
                </p:extLst>
              </p:nvPr>
            </p:nvGraphicFramePr>
            <p:xfrm>
              <a:off x="6354484" y="3223694"/>
              <a:ext cx="5221460" cy="331178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31179">
                    <a:tc>
                      <a:txBody>
                        <a:bodyPr/>
                        <a:lstStyle/>
                        <a:p>
                          <a:pPr algn="ctr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𝑪𝑫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𝑪𝑫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31179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𝑨𝑩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48">
                <a:extLst>
                  <a:ext uri="{FF2B5EF4-FFF2-40B4-BE49-F238E27FC236}">
                    <a16:creationId xmlns:a16="http://schemas.microsoft.com/office/drawing/2014/main" id="{F4D60D17-8FF7-C964-47A0-9ADFD30DB2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1886771"/>
                  </p:ext>
                </p:extLst>
              </p:nvPr>
            </p:nvGraphicFramePr>
            <p:xfrm>
              <a:off x="6354484" y="3223694"/>
              <a:ext cx="5221460" cy="331178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31179">
                    <a:tc>
                      <a:txBody>
                        <a:bodyPr/>
                        <a:lstStyle/>
                        <a:p>
                          <a:pPr algn="ctr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2353" t="-1818" r="-810588" b="-89454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00" t="-917" r="-300581" b="-40183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170" t="-917" r="-202339" b="-40183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99419" t="-917" r="-101163" b="-40183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1754" t="-917" r="-1754" b="-4018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31179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103704" r="-402924" b="-8111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100917" r="-402924" b="-3018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200917" r="-402924" b="-2018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300917" r="-402924" b="-1018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400917" r="-402924" b="-18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62984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F1A3A42-1000-DEE8-A621-DB5E7208BEA0}"/>
              </a:ext>
            </a:extLst>
          </p:cNvPr>
          <p:cNvGrpSpPr/>
          <p:nvPr/>
        </p:nvGrpSpPr>
        <p:grpSpPr>
          <a:xfrm>
            <a:off x="8968668" y="3981450"/>
            <a:ext cx="3080909" cy="2375032"/>
            <a:chOff x="8968668" y="3981450"/>
            <a:chExt cx="3080909" cy="237503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FDEAC3C-C1FC-2659-9BE2-E38F8A47003F}"/>
                </a:ext>
              </a:extLst>
            </p:cNvPr>
            <p:cNvGrpSpPr/>
            <p:nvPr/>
          </p:nvGrpSpPr>
          <p:grpSpPr>
            <a:xfrm>
              <a:off x="8968668" y="5328718"/>
              <a:ext cx="3080909" cy="1027764"/>
              <a:chOff x="4981575" y="5325412"/>
              <a:chExt cx="3080909" cy="1027764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9D8E2F4E-C336-8929-8724-685587C1366E}"/>
                  </a:ext>
                </a:extLst>
              </p:cNvPr>
              <p:cNvSpPr/>
              <p:nvPr/>
            </p:nvSpPr>
            <p:spPr>
              <a:xfrm>
                <a:off x="5207580" y="5325412"/>
                <a:ext cx="2628900" cy="389587"/>
              </a:xfrm>
              <a:prstGeom prst="round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97AF8353-289C-70F7-0BCB-3F4396D3903C}"/>
                  </a:ext>
                </a:extLst>
              </p:cNvPr>
              <p:cNvSpPr/>
              <p:nvPr/>
            </p:nvSpPr>
            <p:spPr>
              <a:xfrm>
                <a:off x="7425618" y="5325414"/>
                <a:ext cx="636866" cy="1027762"/>
              </a:xfrm>
              <a:prstGeom prst="round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E53098F6-EAD7-1B8E-5F34-3D5D4FDB17A8}"/>
                  </a:ext>
                </a:extLst>
              </p:cNvPr>
              <p:cNvSpPr/>
              <p:nvPr/>
            </p:nvSpPr>
            <p:spPr>
              <a:xfrm>
                <a:off x="4981575" y="5325414"/>
                <a:ext cx="636866" cy="1027762"/>
              </a:xfrm>
              <a:prstGeom prst="round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</p:grp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89EB4586-AA43-A386-1516-3779C0147826}"/>
                </a:ext>
              </a:extLst>
            </p:cNvPr>
            <p:cNvSpPr/>
            <p:nvPr/>
          </p:nvSpPr>
          <p:spPr>
            <a:xfrm>
              <a:off x="9129516" y="4667250"/>
              <a:ext cx="457188" cy="104774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A5DF075-E999-51B0-0786-69AEB8DD604C}"/>
                </a:ext>
              </a:extLst>
            </p:cNvPr>
            <p:cNvSpPr/>
            <p:nvPr/>
          </p:nvSpPr>
          <p:spPr>
            <a:xfrm>
              <a:off x="9896475" y="3981450"/>
              <a:ext cx="457200" cy="466725"/>
            </a:xfrm>
            <a:prstGeom prst="ellipse">
              <a:avLst/>
            </a:prstGeom>
            <a:noFill/>
            <a:ln w="28575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0FDF2CD-ACF2-D27B-660F-2E056044567D}"/>
              </a:ext>
            </a:extLst>
          </p:cNvPr>
          <p:cNvGrpSpPr/>
          <p:nvPr/>
        </p:nvGrpSpPr>
        <p:grpSpPr>
          <a:xfrm>
            <a:off x="4981575" y="5325412"/>
            <a:ext cx="3080909" cy="1027764"/>
            <a:chOff x="4981575" y="5325412"/>
            <a:chExt cx="3080909" cy="1027764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B3673930-EAEF-6ED6-D22F-2F841D413B31}"/>
                </a:ext>
              </a:extLst>
            </p:cNvPr>
            <p:cNvSpPr/>
            <p:nvPr/>
          </p:nvSpPr>
          <p:spPr>
            <a:xfrm>
              <a:off x="5207580" y="5325412"/>
              <a:ext cx="2628900" cy="389587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4F00F82-1125-5365-B381-FF8AC8A10898}"/>
                </a:ext>
              </a:extLst>
            </p:cNvPr>
            <p:cNvSpPr/>
            <p:nvPr/>
          </p:nvSpPr>
          <p:spPr>
            <a:xfrm>
              <a:off x="7425618" y="5325414"/>
              <a:ext cx="636866" cy="1027762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8F55623-A085-427B-8756-6B03C4EBEA2B}"/>
                </a:ext>
              </a:extLst>
            </p:cNvPr>
            <p:cNvSpPr/>
            <p:nvPr/>
          </p:nvSpPr>
          <p:spPr>
            <a:xfrm>
              <a:off x="4981575" y="5325414"/>
              <a:ext cx="636866" cy="1027762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CFDE242-2DB8-3503-CBE8-922B1CC5F624}"/>
              </a:ext>
            </a:extLst>
          </p:cNvPr>
          <p:cNvSpPr/>
          <p:nvPr/>
        </p:nvSpPr>
        <p:spPr>
          <a:xfrm>
            <a:off x="1228725" y="5325413"/>
            <a:ext cx="2628900" cy="389587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4 Variables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830503" cy="1673387"/>
              </a:xfrm>
              <a:prstGeom prst="rect">
                <a:avLst/>
              </a:prstGeom>
            </p:spPr>
            <p:txBody>
              <a:bodyPr numCol="2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1</a:t>
                </a:r>
                <a:r>
                  <a:rPr lang="en-US" baseline="30000" dirty="0"/>
                  <a:t>st</a:t>
                </a:r>
                <a:r>
                  <a:rPr lang="en-US" dirty="0"/>
                  <a:t> pair:</a:t>
                </a:r>
                <a:r>
                  <a:rPr lang="ur-PK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bar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bar>
                          <m:barPr>
                            <m:pos m:val="top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ba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bar>
                          <m:barPr>
                            <m:pos m:val="top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bar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bar>
                          <m:barPr>
                            <m:pos m:val="top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ba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bar>
                          <m:barPr>
                            <m:pos m:val="top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ba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2</a:t>
                </a:r>
                <a:r>
                  <a:rPr lang="en-US" baseline="30000" dirty="0"/>
                  <a:t>nd</a:t>
                </a:r>
                <a:r>
                  <a:rPr lang="en-US" dirty="0"/>
                  <a:t> pair: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ba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ba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ba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ba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bar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3</a:t>
                </a:r>
                <a:r>
                  <a:rPr lang="en-US" baseline="30000" dirty="0"/>
                  <a:t>rd</a:t>
                </a:r>
                <a:r>
                  <a:rPr lang="en-US" dirty="0"/>
                  <a:t> pair: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ba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sz="14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ba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. </m:t>
                    </m:r>
                    <m:bar>
                      <m:barPr>
                        <m:pos m:val="top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sz="14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ba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bar>
                          <m:barPr>
                            <m:pos m:val="top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ba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. </m:t>
                    </m:r>
                    <m:bar>
                      <m:barPr>
                        <m:pos m:val="top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sz="14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bar>
                  </m:oMath>
                </a14:m>
                <a:endParaRPr lang="en-US" sz="140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4</a:t>
                </a:r>
                <a:r>
                  <a:rPr lang="en-US" sz="1400" baseline="30000" dirty="0"/>
                  <a:t>th</a:t>
                </a:r>
                <a:r>
                  <a:rPr lang="en-US" sz="1400" dirty="0"/>
                  <a:t> (no pair):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US" sz="14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  <m:r>
                      <a:rPr lang="en-US" sz="14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sz="14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140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Final equation: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bar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sz="14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bar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US" sz="14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  <m:r>
                      <a:rPr lang="en-US" sz="14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sz="14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14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830503" cy="1673387"/>
              </a:xfrm>
              <a:prstGeom prst="rect">
                <a:avLst/>
              </a:prstGeom>
              <a:blipFill>
                <a:blip r:embed="rId3"/>
                <a:stretch>
                  <a:fillRect l="-20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48">
                <a:extLst>
                  <a:ext uri="{FF2B5EF4-FFF2-40B4-BE49-F238E27FC236}">
                    <a16:creationId xmlns:a16="http://schemas.microsoft.com/office/drawing/2014/main" id="{9B5E9D7F-8956-787C-8BA5-6D3DE444AC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9452163"/>
                  </p:ext>
                </p:extLst>
              </p:nvPr>
            </p:nvGraphicFramePr>
            <p:xfrm>
              <a:off x="220384" y="3205974"/>
              <a:ext cx="3856316" cy="331178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85632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385632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771263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771263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771263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771263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31179">
                    <a:tc>
                      <a:txBody>
                        <a:bodyPr/>
                        <a:lstStyle/>
                        <a:p>
                          <a:pPr algn="ctr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𝑪𝑫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𝑪𝑫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31179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𝑨𝑩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48">
                <a:extLst>
                  <a:ext uri="{FF2B5EF4-FFF2-40B4-BE49-F238E27FC236}">
                    <a16:creationId xmlns:a16="http://schemas.microsoft.com/office/drawing/2014/main" id="{9B5E9D7F-8956-787C-8BA5-6D3DE444AC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9452163"/>
                  </p:ext>
                </p:extLst>
              </p:nvPr>
            </p:nvGraphicFramePr>
            <p:xfrm>
              <a:off x="220384" y="3205974"/>
              <a:ext cx="3856316" cy="331178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85632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385632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771263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771263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771263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771263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31179">
                    <a:tc>
                      <a:txBody>
                        <a:bodyPr/>
                        <a:lstStyle/>
                        <a:p>
                          <a:pPr algn="ctr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818" r="-793750" b="-89454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587" t="-917" r="-303175" b="-40183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917" r="-200787" b="-40183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2381" t="-917" r="-102381" b="-40183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99213" t="-917" r="-1575" b="-4018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31179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03704" r="-400000" b="-8111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100917" r="-400000" b="-3018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200917" r="-400000" b="-2018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300917" r="-400000" b="-1018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87" t="-400917" r="-400000" b="-18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48">
                <a:extLst>
                  <a:ext uri="{FF2B5EF4-FFF2-40B4-BE49-F238E27FC236}">
                    <a16:creationId xmlns:a16="http://schemas.microsoft.com/office/drawing/2014/main" id="{3D6CEB98-0719-493A-5C7E-BA3C43E60E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1771995"/>
                  </p:ext>
                </p:extLst>
              </p:nvPr>
            </p:nvGraphicFramePr>
            <p:xfrm>
              <a:off x="4207477" y="3205974"/>
              <a:ext cx="3856316" cy="331178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85632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385632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771263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771263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771263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771263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31179">
                    <a:tc>
                      <a:txBody>
                        <a:bodyPr/>
                        <a:lstStyle/>
                        <a:p>
                          <a:pPr algn="ctr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𝑪𝑫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𝑪𝑫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31179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𝑨𝑩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48">
                <a:extLst>
                  <a:ext uri="{FF2B5EF4-FFF2-40B4-BE49-F238E27FC236}">
                    <a16:creationId xmlns:a16="http://schemas.microsoft.com/office/drawing/2014/main" id="{3D6CEB98-0719-493A-5C7E-BA3C43E60E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1771995"/>
                  </p:ext>
                </p:extLst>
              </p:nvPr>
            </p:nvGraphicFramePr>
            <p:xfrm>
              <a:off x="4207477" y="3205974"/>
              <a:ext cx="3856316" cy="331178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85632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385632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771263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771263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771263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771263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31179">
                    <a:tc>
                      <a:txBody>
                        <a:bodyPr/>
                        <a:lstStyle/>
                        <a:p>
                          <a:pPr algn="ctr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00" t="-1818" r="-793750" b="-89454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587" t="-917" r="-303175" b="-40183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917" r="-200787" b="-40183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2381" t="-917" r="-102381" b="-40183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99213" t="-917" r="-1575" b="-4018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31179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87" t="-103704" r="-400000" b="-8111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87" t="-100917" r="-400000" b="-3018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87" t="-200917" r="-400000" b="-2018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87" t="-300917" r="-400000" b="-1018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87" t="-400917" r="-400000" b="-18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e 48">
                <a:extLst>
                  <a:ext uri="{FF2B5EF4-FFF2-40B4-BE49-F238E27FC236}">
                    <a16:creationId xmlns:a16="http://schemas.microsoft.com/office/drawing/2014/main" id="{B03B7D4C-07AA-A611-C7B9-150D888E60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689018"/>
                  </p:ext>
                </p:extLst>
              </p:nvPr>
            </p:nvGraphicFramePr>
            <p:xfrm>
              <a:off x="8194570" y="3209280"/>
              <a:ext cx="3856316" cy="331178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85632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385632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771263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771263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771263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771263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31179">
                    <a:tc>
                      <a:txBody>
                        <a:bodyPr/>
                        <a:lstStyle/>
                        <a:p>
                          <a:pPr algn="ctr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𝑪𝑫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𝑪𝑫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31179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𝑨𝑩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e 48">
                <a:extLst>
                  <a:ext uri="{FF2B5EF4-FFF2-40B4-BE49-F238E27FC236}">
                    <a16:creationId xmlns:a16="http://schemas.microsoft.com/office/drawing/2014/main" id="{B03B7D4C-07AA-A611-C7B9-150D888E60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689018"/>
                  </p:ext>
                </p:extLst>
              </p:nvPr>
            </p:nvGraphicFramePr>
            <p:xfrm>
              <a:off x="8194570" y="3209280"/>
              <a:ext cx="3856316" cy="331178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85632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385632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771263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771263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771263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771263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31179">
                    <a:tc>
                      <a:txBody>
                        <a:bodyPr/>
                        <a:lstStyle/>
                        <a:p>
                          <a:pPr algn="ctr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000" t="-1852" r="-793750" b="-911111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1587" t="-917" r="-303175" b="-400917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0000" t="-917" r="-200787" b="-400917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2381" t="-917" r="-102381" b="-400917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99213" t="-917" r="-1575" b="-4009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31179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787" t="-100000" r="-400000" b="-79454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787" t="-100917" r="-400000" b="-30091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787" t="-202778" r="-400000" b="-20370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787" t="-300000" r="-400000" b="-1018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662357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787" t="-400000" r="-400000" b="-183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41587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4 Variables -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5875616" cy="494282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3400" dirty="0"/>
              <a:t>From given truth table, find out the logical equation using Karnaugh map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8">
                <a:extLst>
                  <a:ext uri="{FF2B5EF4-FFF2-40B4-BE49-F238E27FC236}">
                    <a16:creationId xmlns:a16="http://schemas.microsoft.com/office/drawing/2014/main" id="{5A11D907-0453-ACE7-A959-0B37C06816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3276271"/>
                  </p:ext>
                </p:extLst>
              </p:nvPr>
            </p:nvGraphicFramePr>
            <p:xfrm>
              <a:off x="6095998" y="1371600"/>
              <a:ext cx="5875617" cy="51816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175124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1175124">
                      <a:extLst>
                        <a:ext uri="{9D8B030D-6E8A-4147-A177-3AD203B41FA5}">
                          <a16:colId xmlns:a16="http://schemas.microsoft.com/office/drawing/2014/main" val="3605525640"/>
                        </a:ext>
                      </a:extLst>
                    </a:gridCol>
                    <a:gridCol w="1175123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175123">
                      <a:extLst>
                        <a:ext uri="{9D8B030D-6E8A-4147-A177-3AD203B41FA5}">
                          <a16:colId xmlns:a16="http://schemas.microsoft.com/office/drawing/2014/main" val="2002703765"/>
                        </a:ext>
                      </a:extLst>
                    </a:gridCol>
                    <a:gridCol w="1175123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</a:tblGrid>
                  <a:tr h="25300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1400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1400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400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1400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oMath>
                            </m:oMathPara>
                          </a14:m>
                          <a:endParaRPr lang="en-US" sz="1400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2530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2530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2530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73348994"/>
                      </a:ext>
                    </a:extLst>
                  </a:tr>
                  <a:tr h="2530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1972732"/>
                      </a:ext>
                    </a:extLst>
                  </a:tr>
                  <a:tr h="2530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04988292"/>
                      </a:ext>
                    </a:extLst>
                  </a:tr>
                  <a:tr h="2530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62760824"/>
                      </a:ext>
                    </a:extLst>
                  </a:tr>
                  <a:tr h="2530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20088357"/>
                      </a:ext>
                    </a:extLst>
                  </a:tr>
                  <a:tr h="2530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9422943"/>
                      </a:ext>
                    </a:extLst>
                  </a:tr>
                  <a:tr h="2530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11804146"/>
                      </a:ext>
                    </a:extLst>
                  </a:tr>
                  <a:tr h="2530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62049918"/>
                      </a:ext>
                    </a:extLst>
                  </a:tr>
                  <a:tr h="2530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30963374"/>
                      </a:ext>
                    </a:extLst>
                  </a:tr>
                  <a:tr h="2530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6318"/>
                      </a:ext>
                    </a:extLst>
                  </a:tr>
                  <a:tr h="2530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74082674"/>
                      </a:ext>
                    </a:extLst>
                  </a:tr>
                  <a:tr h="2530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06174807"/>
                      </a:ext>
                    </a:extLst>
                  </a:tr>
                  <a:tr h="2530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3347276"/>
                      </a:ext>
                    </a:extLst>
                  </a:tr>
                  <a:tr h="2530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961984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8">
                <a:extLst>
                  <a:ext uri="{FF2B5EF4-FFF2-40B4-BE49-F238E27FC236}">
                    <a16:creationId xmlns:a16="http://schemas.microsoft.com/office/drawing/2014/main" id="{5A11D907-0453-ACE7-A959-0B37C06816E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3276271"/>
                  </p:ext>
                </p:extLst>
              </p:nvPr>
            </p:nvGraphicFramePr>
            <p:xfrm>
              <a:off x="6095998" y="1371600"/>
              <a:ext cx="5875617" cy="51816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175124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1175124">
                      <a:extLst>
                        <a:ext uri="{9D8B030D-6E8A-4147-A177-3AD203B41FA5}">
                          <a16:colId xmlns:a16="http://schemas.microsoft.com/office/drawing/2014/main" val="3605525640"/>
                        </a:ext>
                      </a:extLst>
                    </a:gridCol>
                    <a:gridCol w="1175123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175123">
                      <a:extLst>
                        <a:ext uri="{9D8B030D-6E8A-4147-A177-3AD203B41FA5}">
                          <a16:colId xmlns:a16="http://schemas.microsoft.com/office/drawing/2014/main" val="2002703765"/>
                        </a:ext>
                      </a:extLst>
                    </a:gridCol>
                    <a:gridCol w="1175123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18" t="-4000" r="-401036" b="-16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18" t="-4000" r="-301036" b="-16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518" t="-4000" r="-201036" b="-16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518" t="-4000" r="-101036" b="-16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0518" t="-4000" r="-1036" b="-16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7334899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197273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0498829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6276082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2008835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942294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1180414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6204991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3096337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631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7408267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0617480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334727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9619844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10552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4 Variables -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graphicFrame>
        <p:nvGraphicFramePr>
          <p:cNvPr id="3" name="Table 48">
            <a:extLst>
              <a:ext uri="{FF2B5EF4-FFF2-40B4-BE49-F238E27FC236}">
                <a16:creationId xmlns:a16="http://schemas.microsoft.com/office/drawing/2014/main" id="{7ED31731-1F21-D59E-29C1-A7703B62C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666402"/>
              </p:ext>
            </p:extLst>
          </p:nvPr>
        </p:nvGraphicFramePr>
        <p:xfrm>
          <a:off x="2193359" y="1696907"/>
          <a:ext cx="7805282" cy="44943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0529">
                  <a:extLst>
                    <a:ext uri="{9D8B030D-6E8A-4147-A177-3AD203B41FA5}">
                      <a16:colId xmlns:a16="http://schemas.microsoft.com/office/drawing/2014/main" val="3293817876"/>
                    </a:ext>
                  </a:extLst>
                </a:gridCol>
                <a:gridCol w="780529">
                  <a:extLst>
                    <a:ext uri="{9D8B030D-6E8A-4147-A177-3AD203B41FA5}">
                      <a16:colId xmlns:a16="http://schemas.microsoft.com/office/drawing/2014/main" val="177401668"/>
                    </a:ext>
                  </a:extLst>
                </a:gridCol>
                <a:gridCol w="1561056">
                  <a:extLst>
                    <a:ext uri="{9D8B030D-6E8A-4147-A177-3AD203B41FA5}">
                      <a16:colId xmlns:a16="http://schemas.microsoft.com/office/drawing/2014/main" val="322129533"/>
                    </a:ext>
                  </a:extLst>
                </a:gridCol>
                <a:gridCol w="1561056">
                  <a:extLst>
                    <a:ext uri="{9D8B030D-6E8A-4147-A177-3AD203B41FA5}">
                      <a16:colId xmlns:a16="http://schemas.microsoft.com/office/drawing/2014/main" val="1671210400"/>
                    </a:ext>
                  </a:extLst>
                </a:gridCol>
                <a:gridCol w="1561056">
                  <a:extLst>
                    <a:ext uri="{9D8B030D-6E8A-4147-A177-3AD203B41FA5}">
                      <a16:colId xmlns:a16="http://schemas.microsoft.com/office/drawing/2014/main" val="2477652266"/>
                    </a:ext>
                  </a:extLst>
                </a:gridCol>
                <a:gridCol w="1561056">
                  <a:extLst>
                    <a:ext uri="{9D8B030D-6E8A-4147-A177-3AD203B41FA5}">
                      <a16:colId xmlns:a16="http://schemas.microsoft.com/office/drawing/2014/main" val="1759756549"/>
                    </a:ext>
                  </a:extLst>
                </a:gridCol>
              </a:tblGrid>
              <a:tr h="449435"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399180"/>
                  </a:ext>
                </a:extLst>
              </a:tr>
              <a:tr h="449435">
                <a:tc gridSpan="2"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0558574"/>
                  </a:ext>
                </a:extLst>
              </a:tr>
              <a:tr h="898868">
                <a:tc gridSpan="2"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1349598"/>
                  </a:ext>
                </a:extLst>
              </a:tr>
              <a:tr h="89886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4241907"/>
                  </a:ext>
                </a:extLst>
              </a:tr>
              <a:tr h="89886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7856871"/>
                  </a:ext>
                </a:extLst>
              </a:tr>
              <a:tr h="89886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301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0913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4 Variables -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8">
                <a:extLst>
                  <a:ext uri="{FF2B5EF4-FFF2-40B4-BE49-F238E27FC236}">
                    <a16:creationId xmlns:a16="http://schemas.microsoft.com/office/drawing/2014/main" id="{7ED31731-1F21-D59E-29C1-A7703B62C1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0215366"/>
                  </p:ext>
                </p:extLst>
              </p:nvPr>
            </p:nvGraphicFramePr>
            <p:xfrm>
              <a:off x="2193359" y="1696907"/>
              <a:ext cx="7805282" cy="4494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80529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780529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449435">
                    <a:tc>
                      <a:txBody>
                        <a:bodyPr/>
                        <a:lstStyle/>
                        <a:p>
                          <a:pPr algn="ctr"/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𝑪𝑫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𝑪𝑫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449435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𝑨𝑩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8">
                <a:extLst>
                  <a:ext uri="{FF2B5EF4-FFF2-40B4-BE49-F238E27FC236}">
                    <a16:creationId xmlns:a16="http://schemas.microsoft.com/office/drawing/2014/main" id="{7ED31731-1F21-D59E-29C1-A7703B62C1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0215366"/>
                  </p:ext>
                </p:extLst>
              </p:nvPr>
            </p:nvGraphicFramePr>
            <p:xfrm>
              <a:off x="2193359" y="1696907"/>
              <a:ext cx="7805282" cy="4494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80529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780529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449435">
                    <a:tc>
                      <a:txBody>
                        <a:bodyPr/>
                        <a:lstStyle/>
                        <a:p>
                          <a:pPr algn="ctr"/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781" t="-1351" r="-803125" b="-900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676" r="-300000" b="-400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81" t="-676" r="-201172" b="-400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611" t="-676" r="-100389" b="-400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1172" t="-676" r="-781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449435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1" t="-101351" r="-401563" b="-80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1" t="-101361" r="-401563" b="-30272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1" t="-200000" r="-401563" b="-20067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1" t="-302041" r="-401563" b="-10204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1" t="-399324" r="-401563" b="-135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223111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4 Variables -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8">
                <a:extLst>
                  <a:ext uri="{FF2B5EF4-FFF2-40B4-BE49-F238E27FC236}">
                    <a16:creationId xmlns:a16="http://schemas.microsoft.com/office/drawing/2014/main" id="{7ED31731-1F21-D59E-29C1-A7703B62C1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6474840"/>
                  </p:ext>
                </p:extLst>
              </p:nvPr>
            </p:nvGraphicFramePr>
            <p:xfrm>
              <a:off x="2193359" y="1696907"/>
              <a:ext cx="7805282" cy="4494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80529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780529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449435">
                    <a:tc>
                      <a:txBody>
                        <a:bodyPr/>
                        <a:lstStyle/>
                        <a:p>
                          <a:pPr algn="ctr"/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𝑪𝑫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𝑪𝑫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449435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𝑨𝑩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8">
                <a:extLst>
                  <a:ext uri="{FF2B5EF4-FFF2-40B4-BE49-F238E27FC236}">
                    <a16:creationId xmlns:a16="http://schemas.microsoft.com/office/drawing/2014/main" id="{7ED31731-1F21-D59E-29C1-A7703B62C1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6474840"/>
                  </p:ext>
                </p:extLst>
              </p:nvPr>
            </p:nvGraphicFramePr>
            <p:xfrm>
              <a:off x="2193359" y="1696907"/>
              <a:ext cx="7805282" cy="4494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80529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780529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449435">
                    <a:tc>
                      <a:txBody>
                        <a:bodyPr/>
                        <a:lstStyle/>
                        <a:p>
                          <a:pPr algn="ctr"/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781" t="-1351" r="-803125" b="-900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676" r="-300000" b="-400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81" t="-676" r="-201172" b="-400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611" t="-676" r="-100389" b="-400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1172" t="-676" r="-781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449435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1" t="-101351" r="-401563" b="-80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1" t="-101361" r="-401563" b="-30272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1" t="-200000" r="-401563" b="-20067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1" t="-302041" r="-401563" b="-10204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1" t="-399324" r="-401563" b="-135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268379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4 Variables -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BD20B26-5085-2D19-A069-CAFF0C82CC91}"/>
              </a:ext>
            </a:extLst>
          </p:cNvPr>
          <p:cNvSpPr/>
          <p:nvPr/>
        </p:nvSpPr>
        <p:spPr>
          <a:xfrm>
            <a:off x="5715000" y="4522791"/>
            <a:ext cx="2400300" cy="152626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8">
                <a:extLst>
                  <a:ext uri="{FF2B5EF4-FFF2-40B4-BE49-F238E27FC236}">
                    <a16:creationId xmlns:a16="http://schemas.microsoft.com/office/drawing/2014/main" id="{7ED31731-1F21-D59E-29C1-A7703B62C15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193359" y="1696907"/>
              <a:ext cx="7805282" cy="4494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80529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780529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449435">
                    <a:tc>
                      <a:txBody>
                        <a:bodyPr/>
                        <a:lstStyle/>
                        <a:p>
                          <a:pPr algn="ctr"/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𝑪𝑫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𝑪𝑫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449435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𝑨𝑩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8">
                <a:extLst>
                  <a:ext uri="{FF2B5EF4-FFF2-40B4-BE49-F238E27FC236}">
                    <a16:creationId xmlns:a16="http://schemas.microsoft.com/office/drawing/2014/main" id="{7ED31731-1F21-D59E-29C1-A7703B62C15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193359" y="1696907"/>
              <a:ext cx="7805282" cy="4494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80529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780529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449435">
                    <a:tc>
                      <a:txBody>
                        <a:bodyPr/>
                        <a:lstStyle/>
                        <a:p>
                          <a:pPr algn="ctr"/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781" t="-1351" r="-803125" b="-900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676" r="-300000" b="-400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81" t="-676" r="-201172" b="-400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611" t="-676" r="-100389" b="-400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1172" t="-676" r="-781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449435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1" t="-101351" r="-401563" b="-80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1" t="-101361" r="-401563" b="-30272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1" t="-200000" r="-401563" b="-20067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1" t="-302041" r="-401563" b="-10204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1" t="-399324" r="-401563" b="-135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553713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4 Variables -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BD20B26-5085-2D19-A069-CAFF0C82CC91}"/>
              </a:ext>
            </a:extLst>
          </p:cNvPr>
          <p:cNvSpPr/>
          <p:nvPr/>
        </p:nvSpPr>
        <p:spPr>
          <a:xfrm>
            <a:off x="5715000" y="4522791"/>
            <a:ext cx="2400300" cy="152626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B02BAED7-3EC5-B9AF-39DC-B47EBFF4A23A}"/>
              </a:ext>
            </a:extLst>
          </p:cNvPr>
          <p:cNvSpPr/>
          <p:nvPr/>
        </p:nvSpPr>
        <p:spPr>
          <a:xfrm>
            <a:off x="5715000" y="5562600"/>
            <a:ext cx="2400300" cy="628649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1A9D54F-D7B5-817D-D945-92A2B1AC6194}"/>
              </a:ext>
            </a:extLst>
          </p:cNvPr>
          <p:cNvSpPr/>
          <p:nvPr/>
        </p:nvSpPr>
        <p:spPr>
          <a:xfrm rot="10800000">
            <a:off x="5715000" y="2591529"/>
            <a:ext cx="2400300" cy="628649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8">
                <a:extLst>
                  <a:ext uri="{FF2B5EF4-FFF2-40B4-BE49-F238E27FC236}">
                    <a16:creationId xmlns:a16="http://schemas.microsoft.com/office/drawing/2014/main" id="{7ED31731-1F21-D59E-29C1-A7703B62C15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193359" y="1696907"/>
              <a:ext cx="7805282" cy="4494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80529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780529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449435">
                    <a:tc>
                      <a:txBody>
                        <a:bodyPr/>
                        <a:lstStyle/>
                        <a:p>
                          <a:pPr algn="ctr"/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𝑪𝑫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𝑪𝑫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449435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𝑨𝑩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8">
                <a:extLst>
                  <a:ext uri="{FF2B5EF4-FFF2-40B4-BE49-F238E27FC236}">
                    <a16:creationId xmlns:a16="http://schemas.microsoft.com/office/drawing/2014/main" id="{7ED31731-1F21-D59E-29C1-A7703B62C15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193359" y="1696907"/>
              <a:ext cx="7805282" cy="4494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80529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780529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449435">
                    <a:tc>
                      <a:txBody>
                        <a:bodyPr/>
                        <a:lstStyle/>
                        <a:p>
                          <a:pPr algn="ctr"/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781" t="-1351" r="-803125" b="-900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676" r="-300000" b="-400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81" t="-676" r="-201172" b="-400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611" t="-676" r="-100389" b="-400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1172" t="-676" r="-781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449435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1" t="-101351" r="-401563" b="-80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1" t="-101361" r="-401563" b="-30272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1" t="-200000" r="-401563" b="-20067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1" t="-302041" r="-401563" b="-10204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1" t="-399324" r="-401563" b="-135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159652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4 Variables -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BD20B26-5085-2D19-A069-CAFF0C82CC91}"/>
              </a:ext>
            </a:extLst>
          </p:cNvPr>
          <p:cNvSpPr/>
          <p:nvPr/>
        </p:nvSpPr>
        <p:spPr>
          <a:xfrm>
            <a:off x="5715000" y="4522791"/>
            <a:ext cx="2400300" cy="152626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B02BAED7-3EC5-B9AF-39DC-B47EBFF4A23A}"/>
              </a:ext>
            </a:extLst>
          </p:cNvPr>
          <p:cNvSpPr/>
          <p:nvPr/>
        </p:nvSpPr>
        <p:spPr>
          <a:xfrm>
            <a:off x="5715000" y="5562600"/>
            <a:ext cx="2400300" cy="628649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1A9D54F-D7B5-817D-D945-92A2B1AC6194}"/>
              </a:ext>
            </a:extLst>
          </p:cNvPr>
          <p:cNvSpPr/>
          <p:nvPr/>
        </p:nvSpPr>
        <p:spPr>
          <a:xfrm rot="10800000">
            <a:off x="5715000" y="2591529"/>
            <a:ext cx="2400300" cy="628649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8E2DF0E-DB41-0C52-1556-5FAC6444C9A1}"/>
              </a:ext>
            </a:extLst>
          </p:cNvPr>
          <p:cNvSpPr/>
          <p:nvPr/>
        </p:nvSpPr>
        <p:spPr>
          <a:xfrm>
            <a:off x="8829675" y="2732545"/>
            <a:ext cx="800100" cy="152626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8">
                <a:extLst>
                  <a:ext uri="{FF2B5EF4-FFF2-40B4-BE49-F238E27FC236}">
                    <a16:creationId xmlns:a16="http://schemas.microsoft.com/office/drawing/2014/main" id="{7ED31731-1F21-D59E-29C1-A7703B62C15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193359" y="1696907"/>
              <a:ext cx="7805282" cy="4494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80529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780529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449435">
                    <a:tc>
                      <a:txBody>
                        <a:bodyPr/>
                        <a:lstStyle/>
                        <a:p>
                          <a:pPr algn="ctr"/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𝑪𝑫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𝑪𝑫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449435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𝑨𝑩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sz="20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8">
                <a:extLst>
                  <a:ext uri="{FF2B5EF4-FFF2-40B4-BE49-F238E27FC236}">
                    <a16:creationId xmlns:a16="http://schemas.microsoft.com/office/drawing/2014/main" id="{7ED31731-1F21-D59E-29C1-A7703B62C15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193359" y="1696907"/>
              <a:ext cx="7805282" cy="4494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80529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780529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561056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449435">
                    <a:tc>
                      <a:txBody>
                        <a:bodyPr/>
                        <a:lstStyle/>
                        <a:p>
                          <a:pPr algn="ctr"/>
                          <a:endParaRPr lang="en-US" sz="20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781" t="-1351" r="-803125" b="-900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676" r="-300000" b="-400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781" t="-676" r="-201172" b="-400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611" t="-676" r="-100389" b="-400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1172" t="-676" r="-781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449435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1" t="-101351" r="-401563" b="-80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1" t="-101361" r="-401563" b="-30272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1" t="-200000" r="-401563" b="-20067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1" t="-302041" r="-401563" b="-10204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898868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1" t="-399324" r="-401563" b="-135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23268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4 Variables -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528EC08-0E88-144C-DA1C-0458B754997E}"/>
              </a:ext>
            </a:extLst>
          </p:cNvPr>
          <p:cNvGrpSpPr/>
          <p:nvPr/>
        </p:nvGrpSpPr>
        <p:grpSpPr>
          <a:xfrm>
            <a:off x="5559352" y="2295366"/>
            <a:ext cx="3705679" cy="3407452"/>
            <a:chOff x="5715000" y="2344006"/>
            <a:chExt cx="3914775" cy="359972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BD20B26-5085-2D19-A069-CAFF0C82CC91}"/>
                </a:ext>
              </a:extLst>
            </p:cNvPr>
            <p:cNvSpPr/>
            <p:nvPr/>
          </p:nvSpPr>
          <p:spPr>
            <a:xfrm>
              <a:off x="5715000" y="4275268"/>
              <a:ext cx="2400300" cy="152626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5" name="Rectangle: Top Corners Rounded 4">
              <a:extLst>
                <a:ext uri="{FF2B5EF4-FFF2-40B4-BE49-F238E27FC236}">
                  <a16:creationId xmlns:a16="http://schemas.microsoft.com/office/drawing/2014/main" id="{B02BAED7-3EC5-B9AF-39DC-B47EBFF4A23A}"/>
                </a:ext>
              </a:extLst>
            </p:cNvPr>
            <p:cNvSpPr/>
            <p:nvPr/>
          </p:nvSpPr>
          <p:spPr>
            <a:xfrm>
              <a:off x="5715000" y="5315077"/>
              <a:ext cx="2400300" cy="628649"/>
            </a:xfrm>
            <a:prstGeom prst="round2Same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6" name="Rectangle: Top Corners Rounded 5">
              <a:extLst>
                <a:ext uri="{FF2B5EF4-FFF2-40B4-BE49-F238E27FC236}">
                  <a16:creationId xmlns:a16="http://schemas.microsoft.com/office/drawing/2014/main" id="{51A9D54F-D7B5-817D-D945-92A2B1AC6194}"/>
                </a:ext>
              </a:extLst>
            </p:cNvPr>
            <p:cNvSpPr/>
            <p:nvPr/>
          </p:nvSpPr>
          <p:spPr>
            <a:xfrm rot="10800000">
              <a:off x="5715000" y="2344006"/>
              <a:ext cx="2400300" cy="628649"/>
            </a:xfrm>
            <a:prstGeom prst="round2Same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8E2DF0E-DB41-0C52-1556-5FAC6444C9A1}"/>
                </a:ext>
              </a:extLst>
            </p:cNvPr>
            <p:cNvSpPr/>
            <p:nvPr/>
          </p:nvSpPr>
          <p:spPr>
            <a:xfrm>
              <a:off x="8829675" y="2485022"/>
              <a:ext cx="800100" cy="152626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8">
                <a:extLst>
                  <a:ext uri="{FF2B5EF4-FFF2-40B4-BE49-F238E27FC236}">
                    <a16:creationId xmlns:a16="http://schemas.microsoft.com/office/drawing/2014/main" id="{7ED31731-1F21-D59E-29C1-A7703B62C1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1742204"/>
                  </p:ext>
                </p:extLst>
              </p:nvPr>
            </p:nvGraphicFramePr>
            <p:xfrm>
              <a:off x="2193359" y="1449384"/>
              <a:ext cx="7388386" cy="425429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38839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738839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477677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477677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477677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477677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425430">
                    <a:tc>
                      <a:txBody>
                        <a:bodyPr/>
                        <a:lstStyle/>
                        <a:p>
                          <a:pPr algn="ctr"/>
                          <a:endParaRPr lang="en-US" sz="1900" b="1" dirty="0"/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900" b="1" i="1" smtClean="0">
                                    <a:latin typeface="Cambria Math" panose="02040503050406030204" pitchFamily="18" charset="0"/>
                                  </a:rPr>
                                  <m:t>𝑪𝑫</m:t>
                                </m:r>
                              </m:oMath>
                            </m:oMathPara>
                          </a14:m>
                          <a:endParaRPr lang="en-US" sz="1900" b="1" dirty="0"/>
                        </a:p>
                      </a:txBody>
                      <a:tcPr marL="76920" marR="76920" marT="38460" marB="3846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  <m:r>
                                  <a:rPr lang="en-US" sz="19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9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900" b="1" dirty="0"/>
                        </a:p>
                      </a:txBody>
                      <a:tcPr marL="86556" marR="86556" marT="43278" marB="4327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  <m:r>
                                  <a:rPr lang="en-US" sz="19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9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1900" b="1" dirty="0"/>
                        </a:p>
                      </a:txBody>
                      <a:tcPr marL="86556" marR="86556" marT="43278" marB="4327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900" b="1" i="1" dirty="0" smtClean="0">
                                    <a:latin typeface="Cambria Math" panose="02040503050406030204" pitchFamily="18" charset="0"/>
                                  </a:rPr>
                                  <m:t>𝑪𝑫</m:t>
                                </m:r>
                              </m:oMath>
                            </m:oMathPara>
                          </a14:m>
                          <a:endParaRPr lang="en-US" sz="1900" b="1" dirty="0"/>
                        </a:p>
                      </a:txBody>
                      <a:tcPr marL="86556" marR="86556" marT="43278" marB="4327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9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  <m:r>
                                  <a:rPr lang="en-US" sz="19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9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9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900" b="1" dirty="0"/>
                        </a:p>
                      </a:txBody>
                      <a:tcPr marL="86556" marR="86556" marT="43278" marB="4327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425430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900" b="1" i="1" dirty="0" smtClean="0">
                                    <a:latin typeface="Cambria Math" panose="02040503050406030204" pitchFamily="18" charset="0"/>
                                  </a:rPr>
                                  <m:t>𝑨𝑩</m:t>
                                </m:r>
                              </m:oMath>
                            </m:oMathPara>
                          </a14:m>
                          <a:endParaRPr lang="en-US" sz="1900" b="1" dirty="0"/>
                        </a:p>
                      </a:txBody>
                      <a:tcPr marL="86556" marR="86556" marT="43278" marB="4327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850858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9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900" b="1" i="1" dirty="0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  <m:r>
                                  <a:rPr lang="en-US" sz="19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9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9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900" b="1" dirty="0"/>
                        </a:p>
                      </a:txBody>
                      <a:tcPr marL="86556" marR="86556" marT="43278" marB="4327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900" b="0" strike="noStrike" dirty="0"/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1</a:t>
                          </a:r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1</a:t>
                          </a:r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1</a:t>
                          </a:r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850858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9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900" b="1" i="1" dirty="0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  <m:r>
                                  <a:rPr lang="en-US" sz="19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9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1900" b="1" dirty="0"/>
                        </a:p>
                      </a:txBody>
                      <a:tcPr marL="86556" marR="86556" marT="43278" marB="4327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900" b="0" strike="noStrike" dirty="0"/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900" b="0" strike="noStrike" dirty="0"/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900" b="0" strike="noStrike" dirty="0"/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1</a:t>
                          </a:r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850858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9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sz="19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9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1900" b="1" dirty="0"/>
                        </a:p>
                      </a:txBody>
                      <a:tcPr marL="86556" marR="86556" marT="43278" marB="4327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900" b="0" strike="noStrike" dirty="0"/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1</a:t>
                          </a:r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1</a:t>
                          </a:r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900" b="0" strike="noStrike" dirty="0"/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850858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900" b="1" i="1" dirty="0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  <m:r>
                                  <a:rPr lang="en-US" sz="19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9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9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900" b="1" dirty="0"/>
                        </a:p>
                      </a:txBody>
                      <a:tcPr marL="86556" marR="86556" marT="43278" marB="4327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900" b="0" strike="noStrike" dirty="0"/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1</a:t>
                          </a:r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1</a:t>
                          </a:r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900" b="0" strike="noStrike" dirty="0"/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8">
                <a:extLst>
                  <a:ext uri="{FF2B5EF4-FFF2-40B4-BE49-F238E27FC236}">
                    <a16:creationId xmlns:a16="http://schemas.microsoft.com/office/drawing/2014/main" id="{7ED31731-1F21-D59E-29C1-A7703B62C1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1742204"/>
                  </p:ext>
                </p:extLst>
              </p:nvPr>
            </p:nvGraphicFramePr>
            <p:xfrm>
              <a:off x="2193359" y="1449384"/>
              <a:ext cx="7388386" cy="425429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38839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738839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477677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477677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477677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477677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425430">
                    <a:tc>
                      <a:txBody>
                        <a:bodyPr/>
                        <a:lstStyle/>
                        <a:p>
                          <a:pPr algn="ctr"/>
                          <a:endParaRPr lang="en-US" sz="1900" b="1" dirty="0"/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76920" marR="76920" marT="38460" marB="3846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429" r="-796721" b="-901429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6556" marR="86556" marT="43278" marB="4327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826" t="-714" r="-301653" b="-400714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6556" marR="86556" marT="43278" marB="4327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714" r="-200412" b="-400714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6556" marR="86556" marT="43278" marB="4327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240" t="-714" r="-101240" b="-400714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6556" marR="86556" marT="43278" marB="4327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9588" t="-714" r="-823" b="-400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425430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6556" marR="86556" marT="43278" marB="4327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12" t="-101429" r="-400000" b="-80142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850858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6556" marR="86556" marT="43278" marB="4327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12" t="-100714" r="-400000" b="-30071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900" b="0" strike="noStrike" dirty="0"/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1</a:t>
                          </a:r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1</a:t>
                          </a:r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1</a:t>
                          </a:r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850858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6556" marR="86556" marT="43278" marB="4327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12" t="-202158" r="-400000" b="-20287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900" b="0" strike="noStrike" dirty="0"/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900" b="0" strike="noStrike" dirty="0"/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900" b="0" strike="noStrike" dirty="0"/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1</a:t>
                          </a:r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850858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6556" marR="86556" marT="43278" marB="4327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12" t="-300000" r="-400000" b="-10142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900" b="0" strike="noStrike" dirty="0"/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1</a:t>
                          </a:r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1</a:t>
                          </a:r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900" b="0" strike="noStrike" dirty="0"/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850858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6556" marR="86556" marT="43278" marB="4327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12" t="-400000" r="-400000" b="-142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900" b="0" strike="noStrike" dirty="0"/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1</a:t>
                          </a:r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900" b="0" strike="noStrike" dirty="0"/>
                            <a:t>1</a:t>
                          </a:r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900" b="0" strike="noStrike" dirty="0"/>
                        </a:p>
                      </a:txBody>
                      <a:tcPr marL="76920" marR="76920" marT="38460" marB="3846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4348483C-2002-772E-BDED-A3E5013ABB2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5702818"/>
                <a:ext cx="11743016" cy="85038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Solution: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ba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4348483C-2002-772E-BDED-A3E5013AB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5702818"/>
                <a:ext cx="11743016" cy="850381"/>
              </a:xfrm>
              <a:prstGeom prst="rect">
                <a:avLst/>
              </a:prstGeom>
              <a:blipFill>
                <a:blip r:embed="rId4"/>
                <a:stretch>
                  <a:fillRect l="-1142" b="-20144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85428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5 Variables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830503" cy="1352395"/>
              </a:xfrm>
              <a:prstGeom prst="rect">
                <a:avLst/>
              </a:prstGeom>
            </p:spPr>
            <p:txBody>
              <a:bodyPr>
                <a:normAutofit fontScale="5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5 variables will have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=32</m:t>
                    </m:r>
                  </m:oMath>
                </a14:m>
                <a:r>
                  <a:rPr lang="en-US" sz="3400" dirty="0"/>
                  <a:t> cells, so they are difficult to fit in a 2-D table. We either need a 3-D cube, or a pair of two </a:t>
                </a:r>
                <a:r>
                  <a:rPr lang="en-US" sz="3400"/>
                  <a:t>4x4 tables.</a:t>
                </a:r>
                <a:endParaRPr lang="en-US" sz="3400" dirty="0"/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We prefer using two tables. The right one will be used when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200" dirty="0"/>
                  <a:t> and the left one when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830503" cy="1352395"/>
              </a:xfrm>
              <a:prstGeom prst="rect">
                <a:avLst/>
              </a:prstGeom>
              <a:blipFill>
                <a:blip r:embed="rId3"/>
                <a:stretch>
                  <a:fillRect l="-361"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802491"/>
                  </p:ext>
                </p:extLst>
              </p:nvPr>
            </p:nvGraphicFramePr>
            <p:xfrm>
              <a:off x="220384" y="3112851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287259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287259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29310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802491"/>
                  </p:ext>
                </p:extLst>
              </p:nvPr>
            </p:nvGraphicFramePr>
            <p:xfrm>
              <a:off x="220384" y="3112851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25100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353" t="-1887" r="-809412" b="-99434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935" r="-300000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170" t="-935" r="-201754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9419" t="-935" r="-100581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1754" t="-935" r="-1170" b="-442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2510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100000" r="-402339" b="-87592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114894" r="-402339" b="-4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214894" r="-402339" b="-3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311579" r="-402339" b="-20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415957" r="-402339" b="-10212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7" t="-515957" r="-233" b="-212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29310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48">
                <a:extLst>
                  <a:ext uri="{FF2B5EF4-FFF2-40B4-BE49-F238E27FC236}">
                    <a16:creationId xmlns:a16="http://schemas.microsoft.com/office/drawing/2014/main" id="{F4D60D17-8FF7-C964-47A0-9ADFD30DB2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0503483"/>
                  </p:ext>
                </p:extLst>
              </p:nvPr>
            </p:nvGraphicFramePr>
            <p:xfrm>
              <a:off x="6354484" y="3112851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287259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287259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93153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48">
                <a:extLst>
                  <a:ext uri="{FF2B5EF4-FFF2-40B4-BE49-F238E27FC236}">
                    <a16:creationId xmlns:a16="http://schemas.microsoft.com/office/drawing/2014/main" id="{F4D60D17-8FF7-C964-47A0-9ADFD30DB2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0503483"/>
                  </p:ext>
                </p:extLst>
              </p:nvPr>
            </p:nvGraphicFramePr>
            <p:xfrm>
              <a:off x="6354484" y="3112851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25100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2353" t="-1887" r="-810588" b="-99434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00" t="-935" r="-300581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170" t="-935" r="-202339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99419" t="-935" r="-101163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1754" t="-935" r="-1754" b="-442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2510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100000" r="-402924" b="-87592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114894" r="-402924" b="-4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214894" r="-402924" b="-3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311579" r="-402924" b="-20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415957" r="-402924" b="-10212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7" t="-515957" r="-350" b="-212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93153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85489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5 Variables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11743016" cy="494282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Given a Truth table of 5 variables, find minimal SOP using Karnaugh map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600" dirty="0"/>
              <a:t>Step 2: Truth Table is already given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63360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5 Variables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162E2003-A493-D88D-4916-CD45752C51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2638836"/>
                  </p:ext>
                </p:extLst>
              </p:nvPr>
            </p:nvGraphicFramePr>
            <p:xfrm>
              <a:off x="220384" y="1511409"/>
              <a:ext cx="11751250" cy="5029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91250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3605525640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2002703765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2128775968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1470409145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2832799770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457761243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1096000208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1859934016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3208757428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3918427193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425003725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213737765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274676553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2932081012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1608085912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3221010778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441987083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324061583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2519262032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3527045442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3813960118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994686033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4021358651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3701130716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3795150393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3096148935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2320040084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861561988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1437104312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3043754164"/>
                        </a:ext>
                      </a:extLst>
                    </a:gridCol>
                  </a:tblGrid>
                  <a:tr h="2563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2000" b="1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2563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000" b="1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2563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2000" b="1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2563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dirty="0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2000" b="1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73348994"/>
                      </a:ext>
                    </a:extLst>
                  </a:tr>
                  <a:tr h="25636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dirty="0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2000" b="1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41972732"/>
                      </a:ext>
                    </a:extLst>
                  </a:tr>
                  <a:tr h="2768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000" b="1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04988292"/>
                      </a:ext>
                    </a:extLst>
                  </a:tr>
                  <a:tr h="27634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000" b="1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62760824"/>
                      </a:ext>
                    </a:extLst>
                  </a:tr>
                  <a:tr h="27751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000" b="1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20088357"/>
                      </a:ext>
                    </a:extLst>
                  </a:tr>
                  <a:tr h="27634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000" b="1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49422943"/>
                      </a:ext>
                    </a:extLst>
                  </a:tr>
                  <a:tr h="27634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2000" b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2000" b="1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43158244"/>
                      </a:ext>
                    </a:extLst>
                  </a:tr>
                  <a:tr h="2768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dirty="0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oMath>
                            </m:oMathPara>
                          </a14:m>
                          <a:endParaRPr lang="en-US" sz="2000" b="1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82152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162E2003-A493-D88D-4916-CD45752C51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12638836"/>
                  </p:ext>
                </p:extLst>
              </p:nvPr>
            </p:nvGraphicFramePr>
            <p:xfrm>
              <a:off x="220384" y="1511409"/>
              <a:ext cx="11751250" cy="5029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91250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3605525640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2002703765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2128775968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1470409145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2832799770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457761243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1096000208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1859934016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3208757428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3918427193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425003725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213737765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274676553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2932081012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1608085912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3221010778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441987083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324061583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2519262032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3527045442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3813960118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994686033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4021358651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3701130716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3795150393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3096148935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2320040084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861561988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1437104312"/>
                        </a:ext>
                      </a:extLst>
                    </a:gridCol>
                    <a:gridCol w="345625">
                      <a:extLst>
                        <a:ext uri="{9D8B030D-6E8A-4147-A177-3AD203B41FA5}">
                          <a16:colId xmlns:a16="http://schemas.microsoft.com/office/drawing/2014/main" val="304375416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85" t="-9333" r="-1607965" b="-10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85" t="-109333" r="-1607965" b="-9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85" t="-209333" r="-1607965" b="-8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85" t="-309333" r="-1607965" b="-7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7334899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85" t="-409333" r="-1607965" b="-6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4197273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85" t="-502632" r="-1607965" b="-52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0498829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85" t="-610667" r="-1607965" b="-4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6276082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85" t="-710667" r="-1607965" b="-3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2008835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85" t="-810667" r="-1607965" b="-2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4942294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85" t="-910667" r="-1607965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4315824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85" t="-1010667" r="-1607965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1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/>
                            <a:t>0</a:t>
                          </a:r>
                          <a:endParaRPr lang="en-US" sz="2400" b="0" dirty="0">
                            <a:latin typeface="Arial Black" panose="020B0A04020102020204" pitchFamily="34" charset="0"/>
                          </a:endParaRPr>
                        </a:p>
                      </a:txBody>
                      <a:tcPr anchor="ctr"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821528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21732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5 Variables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830503" cy="142554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Step 3: create two empty maps of size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sz="3400" i="1">
                        <a:latin typeface="Cambria Math" panose="02040503050406030204" pitchFamily="18" charset="0"/>
                      </a:rPr>
                      <m:t>=16=4</m:t>
                    </m:r>
                    <m:r>
                      <a:rPr lang="en-US" sz="3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</m:t>
                    </m:r>
                  </m:oMath>
                </a14:m>
                <a:r>
                  <a:rPr lang="en-US" sz="3200" dirty="0"/>
                  <a:t> each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830503" cy="1425549"/>
              </a:xfrm>
              <a:prstGeom prst="rect">
                <a:avLst/>
              </a:prstGeom>
              <a:blipFill>
                <a:blip r:embed="rId3"/>
                <a:stretch>
                  <a:fillRect l="-1288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48">
            <a:extLst>
              <a:ext uri="{FF2B5EF4-FFF2-40B4-BE49-F238E27FC236}">
                <a16:creationId xmlns:a16="http://schemas.microsoft.com/office/drawing/2014/main" id="{A4F52B14-EE18-F8F3-C717-8A5203EDA4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52448"/>
              </p:ext>
            </p:extLst>
          </p:nvPr>
        </p:nvGraphicFramePr>
        <p:xfrm>
          <a:off x="220384" y="3035920"/>
          <a:ext cx="5221460" cy="351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2146">
                  <a:extLst>
                    <a:ext uri="{9D8B030D-6E8A-4147-A177-3AD203B41FA5}">
                      <a16:colId xmlns:a16="http://schemas.microsoft.com/office/drawing/2014/main" val="3293817876"/>
                    </a:ext>
                  </a:extLst>
                </a:gridCol>
                <a:gridCol w="522146">
                  <a:extLst>
                    <a:ext uri="{9D8B030D-6E8A-4147-A177-3AD203B41FA5}">
                      <a16:colId xmlns:a16="http://schemas.microsoft.com/office/drawing/2014/main" val="177401668"/>
                    </a:ext>
                  </a:extLst>
                </a:gridCol>
                <a:gridCol w="1044292">
                  <a:extLst>
                    <a:ext uri="{9D8B030D-6E8A-4147-A177-3AD203B41FA5}">
                      <a16:colId xmlns:a16="http://schemas.microsoft.com/office/drawing/2014/main" val="322129533"/>
                    </a:ext>
                  </a:extLst>
                </a:gridCol>
                <a:gridCol w="1044292">
                  <a:extLst>
                    <a:ext uri="{9D8B030D-6E8A-4147-A177-3AD203B41FA5}">
                      <a16:colId xmlns:a16="http://schemas.microsoft.com/office/drawing/2014/main" val="1671210400"/>
                    </a:ext>
                  </a:extLst>
                </a:gridCol>
                <a:gridCol w="1044292">
                  <a:extLst>
                    <a:ext uri="{9D8B030D-6E8A-4147-A177-3AD203B41FA5}">
                      <a16:colId xmlns:a16="http://schemas.microsoft.com/office/drawing/2014/main" val="2477652266"/>
                    </a:ext>
                  </a:extLst>
                </a:gridCol>
                <a:gridCol w="1044292">
                  <a:extLst>
                    <a:ext uri="{9D8B030D-6E8A-4147-A177-3AD203B41FA5}">
                      <a16:colId xmlns:a16="http://schemas.microsoft.com/office/drawing/2014/main" val="1759756549"/>
                    </a:ext>
                  </a:extLst>
                </a:gridCol>
              </a:tblGrid>
              <a:tr h="287259">
                <a:tc>
                  <a:txBody>
                    <a:bodyPr/>
                    <a:lstStyle/>
                    <a:p>
                      <a:pPr algn="ctr" rtl="0"/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/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399180"/>
                  </a:ext>
                </a:extLst>
              </a:tr>
              <a:tr h="287259">
                <a:tc gridSpan="2">
                  <a:txBody>
                    <a:bodyPr/>
                    <a:lstStyle/>
                    <a:p>
                      <a:pPr algn="ctr" rtl="0"/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0558574"/>
                  </a:ext>
                </a:extLst>
              </a:tr>
              <a:tr h="573416">
                <a:tc gridSpan="2">
                  <a:txBody>
                    <a:bodyPr/>
                    <a:lstStyle/>
                    <a:p>
                      <a:pPr algn="ctr" rtl="0"/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1349598"/>
                  </a:ext>
                </a:extLst>
              </a:tr>
              <a:tr h="57341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4241907"/>
                  </a:ext>
                </a:extLst>
              </a:tr>
              <a:tr h="57341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7856871"/>
                  </a:ext>
                </a:extLst>
              </a:tr>
              <a:tr h="57341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301051"/>
                  </a:ext>
                </a:extLst>
              </a:tr>
              <a:tr h="573416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931038"/>
                  </a:ext>
                </a:extLst>
              </a:tr>
            </a:tbl>
          </a:graphicData>
        </a:graphic>
      </p:graphicFrame>
      <p:graphicFrame>
        <p:nvGraphicFramePr>
          <p:cNvPr id="6" name="Table 48">
            <a:extLst>
              <a:ext uri="{FF2B5EF4-FFF2-40B4-BE49-F238E27FC236}">
                <a16:creationId xmlns:a16="http://schemas.microsoft.com/office/drawing/2014/main" id="{F4D60D17-8FF7-C964-47A0-9ADFD30DB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508972"/>
              </p:ext>
            </p:extLst>
          </p:nvPr>
        </p:nvGraphicFramePr>
        <p:xfrm>
          <a:off x="6354484" y="3035920"/>
          <a:ext cx="5221460" cy="351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2146">
                  <a:extLst>
                    <a:ext uri="{9D8B030D-6E8A-4147-A177-3AD203B41FA5}">
                      <a16:colId xmlns:a16="http://schemas.microsoft.com/office/drawing/2014/main" val="3293817876"/>
                    </a:ext>
                  </a:extLst>
                </a:gridCol>
                <a:gridCol w="522146">
                  <a:extLst>
                    <a:ext uri="{9D8B030D-6E8A-4147-A177-3AD203B41FA5}">
                      <a16:colId xmlns:a16="http://schemas.microsoft.com/office/drawing/2014/main" val="177401668"/>
                    </a:ext>
                  </a:extLst>
                </a:gridCol>
                <a:gridCol w="1044292">
                  <a:extLst>
                    <a:ext uri="{9D8B030D-6E8A-4147-A177-3AD203B41FA5}">
                      <a16:colId xmlns:a16="http://schemas.microsoft.com/office/drawing/2014/main" val="322129533"/>
                    </a:ext>
                  </a:extLst>
                </a:gridCol>
                <a:gridCol w="1044292">
                  <a:extLst>
                    <a:ext uri="{9D8B030D-6E8A-4147-A177-3AD203B41FA5}">
                      <a16:colId xmlns:a16="http://schemas.microsoft.com/office/drawing/2014/main" val="1671210400"/>
                    </a:ext>
                  </a:extLst>
                </a:gridCol>
                <a:gridCol w="1044292">
                  <a:extLst>
                    <a:ext uri="{9D8B030D-6E8A-4147-A177-3AD203B41FA5}">
                      <a16:colId xmlns:a16="http://schemas.microsoft.com/office/drawing/2014/main" val="2477652266"/>
                    </a:ext>
                  </a:extLst>
                </a:gridCol>
                <a:gridCol w="1044292">
                  <a:extLst>
                    <a:ext uri="{9D8B030D-6E8A-4147-A177-3AD203B41FA5}">
                      <a16:colId xmlns:a16="http://schemas.microsoft.com/office/drawing/2014/main" val="1759756549"/>
                    </a:ext>
                  </a:extLst>
                </a:gridCol>
              </a:tblGrid>
              <a:tr h="287259">
                <a:tc>
                  <a:txBody>
                    <a:bodyPr/>
                    <a:lstStyle/>
                    <a:p>
                      <a:pPr algn="ctr" rtl="0"/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/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399180"/>
                  </a:ext>
                </a:extLst>
              </a:tr>
              <a:tr h="287259">
                <a:tc gridSpan="2">
                  <a:txBody>
                    <a:bodyPr/>
                    <a:lstStyle/>
                    <a:p>
                      <a:pPr algn="ctr" rtl="0"/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0558574"/>
                  </a:ext>
                </a:extLst>
              </a:tr>
              <a:tr h="573416">
                <a:tc gridSpan="2">
                  <a:txBody>
                    <a:bodyPr/>
                    <a:lstStyle/>
                    <a:p>
                      <a:pPr algn="ctr" rtl="0"/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1349598"/>
                  </a:ext>
                </a:extLst>
              </a:tr>
              <a:tr h="57341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4241907"/>
                  </a:ext>
                </a:extLst>
              </a:tr>
              <a:tr h="57341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7856871"/>
                  </a:ext>
                </a:extLst>
              </a:tr>
              <a:tr h="57341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301051"/>
                  </a:ext>
                </a:extLst>
              </a:tr>
              <a:tr h="573416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rtl="0"/>
                      <a:endParaRPr lang="en-US" sz="1600" b="0" strike="noStrike" dirty="0"/>
                    </a:p>
                  </a:txBody>
                  <a:tcPr marL="81260" marR="81260" marT="40630" marB="406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9315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2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5 Variables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0503" cy="142554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Step 4: label the maps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0502260"/>
                  </p:ext>
                </p:extLst>
              </p:nvPr>
            </p:nvGraphicFramePr>
            <p:xfrm>
              <a:off x="220384" y="3035920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287259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287259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29310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0502260"/>
                  </p:ext>
                </p:extLst>
              </p:nvPr>
            </p:nvGraphicFramePr>
            <p:xfrm>
              <a:off x="220384" y="3035920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25100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353" t="-3774" r="-809412" b="-99434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869" r="-300000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170" t="-1869" r="-201754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419" t="-1869" r="-100581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1754" t="-1869" r="-1170" b="-442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2510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85" t="-101852" r="-402339" b="-87592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85" t="-115957" r="-402339" b="-4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85" t="-215957" r="-402339" b="-3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85" t="-315957" r="-402339" b="-2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85" t="-415957" r="-402339" b="-1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7" t="-515957" r="-233" b="-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29310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48">
                <a:extLst>
                  <a:ext uri="{FF2B5EF4-FFF2-40B4-BE49-F238E27FC236}">
                    <a16:creationId xmlns:a16="http://schemas.microsoft.com/office/drawing/2014/main" id="{F4D60D17-8FF7-C964-47A0-9ADFD30DB2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5041977"/>
                  </p:ext>
                </p:extLst>
              </p:nvPr>
            </p:nvGraphicFramePr>
            <p:xfrm>
              <a:off x="6354484" y="3035920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287259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287259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93153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48">
                <a:extLst>
                  <a:ext uri="{FF2B5EF4-FFF2-40B4-BE49-F238E27FC236}">
                    <a16:creationId xmlns:a16="http://schemas.microsoft.com/office/drawing/2014/main" id="{F4D60D17-8FF7-C964-47A0-9ADFD30DB2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5041977"/>
                  </p:ext>
                </p:extLst>
              </p:nvPr>
            </p:nvGraphicFramePr>
            <p:xfrm>
              <a:off x="6354484" y="3035920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25100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353" t="-3774" r="-810588" b="-99434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869" r="-300581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170" t="-1869" r="-202339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9419" t="-1869" r="-101163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1754" t="-1869" r="-1754" b="-442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25100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101852" r="-402924" b="-87592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115957" r="-402924" b="-4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215957" r="-402924" b="-3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315957" r="-402924" b="-2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415957" r="-402924" b="-1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7" t="-515957" r="-350" b="-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93153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47548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5 Variables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0503" cy="142554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Step 5: fill in 1’s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5267532"/>
                  </p:ext>
                </p:extLst>
              </p:nvPr>
            </p:nvGraphicFramePr>
            <p:xfrm>
              <a:off x="220384" y="3035920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287259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287259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29310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5267532"/>
                  </p:ext>
                </p:extLst>
              </p:nvPr>
            </p:nvGraphicFramePr>
            <p:xfrm>
              <a:off x="220384" y="3035920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25100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353" t="-3774" r="-809412" b="-99434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869" r="-300000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170" t="-1869" r="-201754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419" t="-1869" r="-100581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1754" t="-1869" r="-1170" b="-442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25100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85" t="-101852" r="-402339" b="-87592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85" t="-115957" r="-402339" b="-4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85" t="-215957" r="-402339" b="-3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85" t="-315957" r="-402339" b="-2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85" t="-415957" r="-402339" b="-1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7" t="-515957" r="-233" b="-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29310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48">
                <a:extLst>
                  <a:ext uri="{FF2B5EF4-FFF2-40B4-BE49-F238E27FC236}">
                    <a16:creationId xmlns:a16="http://schemas.microsoft.com/office/drawing/2014/main" id="{F4D60D17-8FF7-C964-47A0-9ADFD30DB2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1719737"/>
                  </p:ext>
                </p:extLst>
              </p:nvPr>
            </p:nvGraphicFramePr>
            <p:xfrm>
              <a:off x="6354484" y="3035920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287259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287259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93153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48">
                <a:extLst>
                  <a:ext uri="{FF2B5EF4-FFF2-40B4-BE49-F238E27FC236}">
                    <a16:creationId xmlns:a16="http://schemas.microsoft.com/office/drawing/2014/main" id="{F4D60D17-8FF7-C964-47A0-9ADFD30DB2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1719737"/>
                  </p:ext>
                </p:extLst>
              </p:nvPr>
            </p:nvGraphicFramePr>
            <p:xfrm>
              <a:off x="6354484" y="3035920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25100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353" t="-3774" r="-810588" b="-99434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869" r="-300581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170" t="-1869" r="-202339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9419" t="-1869" r="-101163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1754" t="-1869" r="-1754" b="-442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25100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101852" r="-402924" b="-87592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115957" r="-402924" b="-4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215957" r="-402924" b="-3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315957" r="-402924" b="-2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415957" r="-402924" b="-1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7" t="-515957" r="-350" b="-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93153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67724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5 Variables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0503" cy="1425549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Step 6 pairing: Think in 3 dimensions, tables can “overlap" on one another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When pairing on left group only, use </a:t>
            </a:r>
            <a:r>
              <a:rPr lang="en-US" sz="3200" dirty="0">
                <a:solidFill>
                  <a:srgbClr val="FF0000"/>
                </a:solidFill>
              </a:rPr>
              <a:t>RED</a:t>
            </a:r>
            <a:r>
              <a:rPr lang="en-US" sz="3200" dirty="0"/>
              <a:t>; when pairing on right group only, use </a:t>
            </a:r>
            <a:r>
              <a:rPr lang="en-US" sz="3200" dirty="0">
                <a:solidFill>
                  <a:srgbClr val="0070C0"/>
                </a:solidFill>
              </a:rPr>
              <a:t>BLUE</a:t>
            </a:r>
            <a:r>
              <a:rPr lang="en-US" sz="3200" dirty="0"/>
              <a:t>; when pairing on both groups, use </a:t>
            </a:r>
            <a:r>
              <a:rPr lang="en-US" sz="3200" dirty="0">
                <a:solidFill>
                  <a:srgbClr val="00B050"/>
                </a:solidFill>
              </a:rPr>
              <a:t>GREEN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0384" y="3035920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287259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287259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29310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0384" y="3035920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25100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2353" t="-3774" r="-809412" b="-99434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869" r="-300000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170" t="-1869" r="-201754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9419" t="-1869" r="-100581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1754" t="-1869" r="-1170" b="-442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25100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85" t="-101852" r="-402339" b="-87592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85" t="-115957" r="-402339" b="-4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85" t="-215957" r="-402339" b="-3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85" t="-315957" r="-402339" b="-2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85" t="-415957" r="-402339" b="-1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7" t="-515957" r="-233" b="-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29310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48">
                <a:extLst>
                  <a:ext uri="{FF2B5EF4-FFF2-40B4-BE49-F238E27FC236}">
                    <a16:creationId xmlns:a16="http://schemas.microsoft.com/office/drawing/2014/main" id="{F4D60D17-8FF7-C964-47A0-9ADFD30DB2A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54484" y="3035920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287259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287259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93153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48">
                <a:extLst>
                  <a:ext uri="{FF2B5EF4-FFF2-40B4-BE49-F238E27FC236}">
                    <a16:creationId xmlns:a16="http://schemas.microsoft.com/office/drawing/2014/main" id="{F4D60D17-8FF7-C964-47A0-9ADFD30DB2A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54484" y="3035920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25100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353" t="-3774" r="-810588" b="-99434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869" r="-300581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170" t="-1869" r="-202339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9419" t="-1869" r="-101163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1754" t="-1869" r="-1754" b="-442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25100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101852" r="-402924" b="-87592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115957" r="-402924" b="-4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215957" r="-402924" b="-3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315957" r="-402924" b="-2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415957" r="-402924" b="-1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7" t="-515957" r="-350" b="-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93153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07102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5 Variables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830503" cy="1425549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1</a:t>
                </a:r>
                <a:r>
                  <a:rPr lang="en-US" sz="3200" baseline="30000" dirty="0"/>
                  <a:t>st</a:t>
                </a:r>
                <a:r>
                  <a:rPr lang="en-US" sz="3200" dirty="0"/>
                  <a:t> pair (8 cells):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ba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ba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ba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ba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ba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ba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200" i="1" smtClean="0">
                            <a:latin typeface="Cambria Math" panose="02040503050406030204" pitchFamily="18" charset="0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ba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bar>
                          <m:barPr>
                            <m:pos m:val="top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ba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20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. </m:t>
                        </m:r>
                        <m:bar>
                          <m:barPr>
                            <m:pos m:val="top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bar>
                        <m:r>
                          <a:rPr lang="en-US" sz="320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. 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ba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830503" cy="14255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853520"/>
                  </p:ext>
                </p:extLst>
              </p:nvPr>
            </p:nvGraphicFramePr>
            <p:xfrm>
              <a:off x="220384" y="3035920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287259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287259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29310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853520"/>
                  </p:ext>
                </p:extLst>
              </p:nvPr>
            </p:nvGraphicFramePr>
            <p:xfrm>
              <a:off x="220384" y="3035920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25100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353" t="-3774" r="-809412" b="-99434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869" r="-300000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170" t="-1869" r="-201754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9419" t="-1869" r="-100581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1754" t="-1869" r="-1170" b="-442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25100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101852" r="-402339" b="-87592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115957" r="-402339" b="-4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215957" r="-402339" b="-3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315957" r="-402339" b="-2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415957" r="-402339" b="-1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7" t="-515957" r="-233" b="-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29310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48">
                <a:extLst>
                  <a:ext uri="{FF2B5EF4-FFF2-40B4-BE49-F238E27FC236}">
                    <a16:creationId xmlns:a16="http://schemas.microsoft.com/office/drawing/2014/main" id="{F4D60D17-8FF7-C964-47A0-9ADFD30DB2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6899771"/>
                  </p:ext>
                </p:extLst>
              </p:nvPr>
            </p:nvGraphicFramePr>
            <p:xfrm>
              <a:off x="6354484" y="3035920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287259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287259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93153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48">
                <a:extLst>
                  <a:ext uri="{FF2B5EF4-FFF2-40B4-BE49-F238E27FC236}">
                    <a16:creationId xmlns:a16="http://schemas.microsoft.com/office/drawing/2014/main" id="{F4D60D17-8FF7-C964-47A0-9ADFD30DB2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66899771"/>
                  </p:ext>
                </p:extLst>
              </p:nvPr>
            </p:nvGraphicFramePr>
            <p:xfrm>
              <a:off x="6354484" y="3035920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25100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2353" t="-3774" r="-810588" b="-99434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00" t="-1869" r="-300581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170" t="-1869" r="-202339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99419" t="-1869" r="-101163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1754" t="-1869" r="-1754" b="-442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25100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101852" r="-402924" b="-87592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115957" r="-402924" b="-4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215957" r="-402924" b="-3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315957" r="-402924" b="-2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415957" r="-402924" b="-1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7" t="-515957" r="-350" b="-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93153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676584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5 Variables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830503" cy="142554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2</a:t>
                </a:r>
                <a:r>
                  <a:rPr lang="en-US" sz="3200" baseline="30000" dirty="0"/>
                  <a:t>nd</a:t>
                </a:r>
                <a:r>
                  <a:rPr lang="en-US" sz="3200" dirty="0"/>
                  <a:t> pair (8 cells):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830503" cy="1425549"/>
              </a:xfrm>
              <a:prstGeom prst="rect">
                <a:avLst/>
              </a:prstGeom>
              <a:blipFill>
                <a:blip r:embed="rId3"/>
                <a:stretch>
                  <a:fillRect l="-1133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6414591"/>
                  </p:ext>
                </p:extLst>
              </p:nvPr>
            </p:nvGraphicFramePr>
            <p:xfrm>
              <a:off x="220384" y="3035920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287259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287259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29310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6414591"/>
                  </p:ext>
                </p:extLst>
              </p:nvPr>
            </p:nvGraphicFramePr>
            <p:xfrm>
              <a:off x="220384" y="3035920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25100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353" t="-3774" r="-809412" b="-99434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869" r="-300000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170" t="-1869" r="-201754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9419" t="-1869" r="-100581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1754" t="-1869" r="-1170" b="-442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25100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101852" r="-402339" b="-87592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115957" r="-402339" b="-4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215957" r="-402339" b="-3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315957" r="-402339" b="-2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415957" r="-402339" b="-1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7" t="-515957" r="-233" b="-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29310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48">
                <a:extLst>
                  <a:ext uri="{FF2B5EF4-FFF2-40B4-BE49-F238E27FC236}">
                    <a16:creationId xmlns:a16="http://schemas.microsoft.com/office/drawing/2014/main" id="{F4D60D17-8FF7-C964-47A0-9ADFD30DB2A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54484" y="3035920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287259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287259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93153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48">
                <a:extLst>
                  <a:ext uri="{FF2B5EF4-FFF2-40B4-BE49-F238E27FC236}">
                    <a16:creationId xmlns:a16="http://schemas.microsoft.com/office/drawing/2014/main" id="{F4D60D17-8FF7-C964-47A0-9ADFD30DB2A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54484" y="3035920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25100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2353" t="-3774" r="-810588" b="-99434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00" t="-1869" r="-300581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170" t="-1869" r="-202339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99419" t="-1869" r="-101163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1754" t="-1869" r="-1754" b="-442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25100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101852" r="-402924" b="-87592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115957" r="-402924" b="-4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215957" r="-402924" b="-3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315957" r="-402924" b="-2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415957" r="-402924" b="-1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7" t="-515957" r="-350" b="-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93153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582506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5 Variables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830503" cy="142554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3</a:t>
                </a:r>
                <a:r>
                  <a:rPr lang="en-US" sz="3200" baseline="30000" dirty="0"/>
                  <a:t>rd</a:t>
                </a:r>
                <a:r>
                  <a:rPr lang="en-US" sz="3200" dirty="0"/>
                  <a:t> pair (8 cells):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ba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830503" cy="1425549"/>
              </a:xfrm>
              <a:prstGeom prst="rect">
                <a:avLst/>
              </a:prstGeom>
              <a:blipFill>
                <a:blip r:embed="rId3"/>
                <a:stretch>
                  <a:fillRect l="-1133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0384" y="3035920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287259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287259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29310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0384" y="3035920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25100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353" t="-3774" r="-809412" b="-99434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869" r="-300000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170" t="-1869" r="-201754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9419" t="-1869" r="-100581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1754" t="-1869" r="-1170" b="-442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25100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101852" r="-402339" b="-87592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115957" r="-402339" b="-4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215957" r="-402339" b="-3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315957" r="-402339" b="-2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415957" r="-402339" b="-1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7" t="-515957" r="-233" b="-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29310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48">
                <a:extLst>
                  <a:ext uri="{FF2B5EF4-FFF2-40B4-BE49-F238E27FC236}">
                    <a16:creationId xmlns:a16="http://schemas.microsoft.com/office/drawing/2014/main" id="{F4D60D17-8FF7-C964-47A0-9ADFD30DB2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8889126"/>
                  </p:ext>
                </p:extLst>
              </p:nvPr>
            </p:nvGraphicFramePr>
            <p:xfrm>
              <a:off x="6354484" y="3035920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287259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287259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93153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48">
                <a:extLst>
                  <a:ext uri="{FF2B5EF4-FFF2-40B4-BE49-F238E27FC236}">
                    <a16:creationId xmlns:a16="http://schemas.microsoft.com/office/drawing/2014/main" id="{F4D60D17-8FF7-C964-47A0-9ADFD30DB2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8889126"/>
                  </p:ext>
                </p:extLst>
              </p:nvPr>
            </p:nvGraphicFramePr>
            <p:xfrm>
              <a:off x="6354484" y="3035920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25100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2353" t="-3774" r="-810588" b="-99434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00" t="-1869" r="-300581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170" t="-1869" r="-202339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99419" t="-1869" r="-101163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1754" t="-1869" r="-1754" b="-442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25100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101852" r="-402924" b="-87592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115957" r="-402924" b="-4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215957" r="-402924" b="-3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315957" r="-402924" b="-2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/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415957" r="-402924" b="-1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7" t="-515957" r="-350" b="-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93153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357062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5 Variables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830503" cy="142554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4</a:t>
                </a:r>
                <a:r>
                  <a:rPr lang="en-US" sz="3200" baseline="30000" dirty="0"/>
                  <a:t>th</a:t>
                </a:r>
                <a:r>
                  <a:rPr lang="en-US" sz="3200" dirty="0"/>
                  <a:t> pair (4 cells):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ba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830503" cy="1425549"/>
              </a:xfrm>
              <a:prstGeom prst="rect">
                <a:avLst/>
              </a:prstGeom>
              <a:blipFill>
                <a:blip r:embed="rId3"/>
                <a:stretch>
                  <a:fillRect l="-1133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0384" y="3035920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287259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287259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29310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0384" y="3035920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25100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353" t="-3774" r="-809412" b="-99434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869" r="-300000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170" t="-1869" r="-201754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9419" t="-1869" r="-100581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1754" t="-1869" r="-1170" b="-442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25100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101852" r="-402339" b="-87592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115957" r="-402339" b="-4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215957" r="-402339" b="-3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315957" r="-402339" b="-2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415957" r="-402339" b="-1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7" t="-515957" r="-233" b="-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29310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48">
                <a:extLst>
                  <a:ext uri="{FF2B5EF4-FFF2-40B4-BE49-F238E27FC236}">
                    <a16:creationId xmlns:a16="http://schemas.microsoft.com/office/drawing/2014/main" id="{F4D60D17-8FF7-C964-47A0-9ADFD30DB2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7670116"/>
                  </p:ext>
                </p:extLst>
              </p:nvPr>
            </p:nvGraphicFramePr>
            <p:xfrm>
              <a:off x="6354484" y="3035920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287259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287259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93153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48">
                <a:extLst>
                  <a:ext uri="{FF2B5EF4-FFF2-40B4-BE49-F238E27FC236}">
                    <a16:creationId xmlns:a16="http://schemas.microsoft.com/office/drawing/2014/main" id="{F4D60D17-8FF7-C964-47A0-9ADFD30DB2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7670116"/>
                  </p:ext>
                </p:extLst>
              </p:nvPr>
            </p:nvGraphicFramePr>
            <p:xfrm>
              <a:off x="6354484" y="3035920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25100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2353" t="-3774" r="-810588" b="-99434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00" t="-1869" r="-300581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170" t="-1869" r="-202339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99419" t="-1869" r="-101163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1754" t="-1869" r="-1754" b="-442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25100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101852" r="-402924" b="-87592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115957" r="-402924" b="-4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215957" r="-402924" b="-3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315957" r="-402924" b="-2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415957" r="-402924" b="-1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7" t="-515957" r="-350" b="-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93153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830996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5 Variables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830503" cy="142554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Solution is: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ba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ba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bar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ba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830503" cy="1425549"/>
              </a:xfrm>
              <a:prstGeom prst="rect">
                <a:avLst/>
              </a:prstGeom>
              <a:blipFill>
                <a:blip r:embed="rId3"/>
                <a:stretch>
                  <a:fillRect l="-1133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0384" y="3035920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287259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287259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29310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0384" y="3035920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25100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2353" t="-3774" r="-809412" b="-99434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1869" r="-300000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170" t="-1869" r="-201754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9419" t="-1869" r="-100581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1754" t="-1869" r="-1170" b="-442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25100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101852" r="-402339" b="-87592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115957" r="-402339" b="-4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215957" r="-402339" b="-3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315957" r="-402339" b="-2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415957" r="-402339" b="-1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B05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7" t="-515957" r="-233" b="-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29310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48">
                <a:extLst>
                  <a:ext uri="{FF2B5EF4-FFF2-40B4-BE49-F238E27FC236}">
                    <a16:creationId xmlns:a16="http://schemas.microsoft.com/office/drawing/2014/main" id="{F4D60D17-8FF7-C964-47A0-9ADFD30DB2A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54484" y="3035920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287259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287259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600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93153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48">
                <a:extLst>
                  <a:ext uri="{FF2B5EF4-FFF2-40B4-BE49-F238E27FC236}">
                    <a16:creationId xmlns:a16="http://schemas.microsoft.com/office/drawing/2014/main" id="{F4D60D17-8FF7-C964-47A0-9ADFD30DB2A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54484" y="3035920"/>
              <a:ext cx="5221460" cy="351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22146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22146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044292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25100">
                    <a:tc>
                      <a:txBody>
                        <a:bodyPr/>
                        <a:lstStyle/>
                        <a:p>
                          <a:pPr algn="ctr" rtl="0"/>
                          <a:endParaRPr lang="en-US" sz="1600" b="1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2353" t="-3774" r="-810588" b="-99434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00" t="-1869" r="-300581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1170" t="-1869" r="-202339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99419" t="-1869" r="-101163" b="-44205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1754" t="-1869" r="-1754" b="-442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25100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101852" r="-402924" b="-87592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115957" r="-402924" b="-4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215957" r="-402924" b="-3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315957" r="-402924" b="-2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u="sng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573416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5" t="-415957" r="-402924" b="-10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4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4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573416">
                    <a:tc gridSpan="6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7" t="-515957" r="-350" b="-31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93153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112415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5 Variables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5668420" cy="494282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800" dirty="0"/>
                  <a:t>Tips!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600" dirty="0"/>
                  <a:t>When pairing up, another way to look is by overlapping the tables on top of another.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600" dirty="0"/>
                  <a:t>For single cell, there are 5 variables in the term.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600" dirty="0"/>
                  <a:t>For 2-cell pair, there are 4 variables.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600" dirty="0"/>
                  <a:t>For 4-cell pair, there are 3 variables.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600" dirty="0"/>
                  <a:t>For 8-cell pair, there should be 2.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600" dirty="0"/>
                  <a:t>For 16-cell pair, there is 1 variable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2600" dirty="0"/>
                  <a:t>If all cells are 1, then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5668420" cy="4942828"/>
              </a:xfrm>
              <a:prstGeom prst="rect">
                <a:avLst/>
              </a:prstGeom>
              <a:blipFill>
                <a:blip r:embed="rId3"/>
                <a:stretch>
                  <a:fillRect l="-1828" t="-1110" r="-2151" b="-2959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6647186"/>
                  </p:ext>
                </p:extLst>
              </p:nvPr>
            </p:nvGraphicFramePr>
            <p:xfrm>
              <a:off x="5888804" y="1853118"/>
              <a:ext cx="5739434" cy="3889967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73943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73943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147887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147887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147887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147887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57350">
                    <a:tc>
                      <a:txBody>
                        <a:bodyPr/>
                        <a:lstStyle/>
                        <a:p>
                          <a:pPr algn="ctr" rtl="0"/>
                          <a:endParaRPr lang="en-US" sz="18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8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marL="89321" marR="89321" marT="44661" marB="4466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8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8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800" b="1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8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marL="100511" marR="100511" marT="50255" marB="5025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8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8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8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8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marL="100511" marR="100511" marT="50255" marB="5025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800" b="1" i="1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800" b="1" i="1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8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marL="100511" marR="100511" marT="50255" marB="5025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8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800" b="1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8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marL="100511" marR="100511" marT="50255" marB="5025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57350">
                    <a:tc gridSpan="2">
                      <a:txBody>
                        <a:bodyPr/>
                        <a:lstStyle/>
                        <a:p>
                          <a:pPr algn="ctr" rtl="0"/>
                          <a:endParaRPr lang="en-US" sz="18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marL="100511" marR="100511" marT="50255" marB="5025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630299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800" b="1" i="1" dirty="0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800" b="1" i="1" dirty="0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800" b="1" i="1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800" b="1" i="1" dirty="0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800" b="1" i="1" dirty="0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8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marL="100511" marR="100511" marT="50255" marB="5025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630299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800" b="1" i="1" dirty="0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800" b="1" i="1" dirty="0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800" b="1" i="1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800" b="1" i="1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8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marL="100511" marR="100511" marT="50255" marB="5025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600" b="0" strike="noStrike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600" b="0" strike="noStrike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630299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800" b="1" i="1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800" b="1" i="1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8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marL="100511" marR="100511" marT="50255" marB="5025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600" b="0" strike="noStrike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600" b="0" strike="noStrike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630299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800" b="1" i="1" dirty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800" b="1" i="1" dirty="0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800" b="1" i="1" dirty="0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8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marL="100511" marR="100511" marT="50255" marB="5025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630299">
                    <a:tc grid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8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8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29310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8">
                <a:extLst>
                  <a:ext uri="{FF2B5EF4-FFF2-40B4-BE49-F238E27FC236}">
                    <a16:creationId xmlns:a16="http://schemas.microsoft.com/office/drawing/2014/main" id="{A4F52B14-EE18-F8F3-C717-8A5203EDA4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6647186"/>
                  </p:ext>
                </p:extLst>
              </p:nvPr>
            </p:nvGraphicFramePr>
            <p:xfrm>
              <a:off x="5888804" y="1853118"/>
              <a:ext cx="5739434" cy="3889967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73943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73943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147887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147887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147887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147887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63642">
                    <a:tc>
                      <a:txBody>
                        <a:bodyPr/>
                        <a:lstStyle/>
                        <a:p>
                          <a:pPr algn="ctr" rtl="0"/>
                          <a:endParaRPr lang="en-US" sz="18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8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marL="89321" marR="89321" marT="44661" marB="44661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00511" marR="100511" marT="50255" marB="5025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529" t="-826" r="-300000" b="-430579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00511" marR="100511" marT="50255" marB="5025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596" t="-826" r="-201596" b="-430579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00511" marR="100511" marT="50255" marB="5025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826" r="-100529" b="-430579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00511" marR="100511" marT="50255" marB="5025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2128" t="-826" r="-1064" b="-4305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74830">
                    <a:tc gridSpan="2">
                      <a:txBody>
                        <a:bodyPr/>
                        <a:lstStyle/>
                        <a:p>
                          <a:pPr algn="ctr" rtl="0"/>
                          <a:endParaRPr lang="en-US" sz="1800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marL="100511" marR="100511" marT="50255" marB="5025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630299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00511" marR="100511" marT="50255" marB="5025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64" t="-117308" r="-402128" b="-40096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630299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00511" marR="100511" marT="50255" marB="5025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64" t="-217308" r="-402128" b="-30096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600" b="0" strike="noStrike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600" b="0" strike="noStrike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630299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00511" marR="100511" marT="50255" marB="5025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64" t="-317308" r="-402128" b="-20096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600" b="0" strike="noStrike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600" b="0" strike="noStrike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630299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00511" marR="100511" marT="50255" marB="5025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64" t="-421359" r="-402128" b="-10291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630299">
                    <a:tc gridSpan="6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9321" marR="89321" marT="44661" marB="44661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2" t="-516346" r="-212" b="-192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29310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48">
                <a:extLst>
                  <a:ext uri="{FF2B5EF4-FFF2-40B4-BE49-F238E27FC236}">
                    <a16:creationId xmlns:a16="http://schemas.microsoft.com/office/drawing/2014/main" id="{F4D60D17-8FF7-C964-47A0-9ADFD30DB2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6035628"/>
                  </p:ext>
                </p:extLst>
              </p:nvPr>
            </p:nvGraphicFramePr>
            <p:xfrm>
              <a:off x="6236430" y="2028618"/>
              <a:ext cx="5735186" cy="388749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73519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73519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147037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147037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147037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147037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57086">
                    <a:tc>
                      <a:txBody>
                        <a:bodyPr/>
                        <a:lstStyle/>
                        <a:p>
                          <a:pPr algn="ctr" rtl="0"/>
                          <a:endParaRPr lang="en-US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89255" marR="89255" marT="44627" marB="44627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8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100437" marR="100437" marT="50218" marB="502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</m:bar>
                                <m:r>
                                  <a:rPr lang="en-US" sz="1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100437" marR="100437" marT="50218" marB="502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8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8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100437" marR="100437" marT="50218" marB="502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n-US" sz="1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8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100437" marR="100437" marT="50218" marB="502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57086">
                    <a:tc gridSpan="2">
                      <a:txBody>
                        <a:bodyPr/>
                        <a:lstStyle/>
                        <a:p>
                          <a:pPr algn="ctr" rtl="0"/>
                          <a:endParaRPr lang="en-US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100437" marR="100437" marT="50218" marB="502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629833">
                    <a:tc gridSpan="2"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8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100437" marR="100437" marT="50218" marB="502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600" b="0" strike="no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600" b="0" strike="no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629833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ar>
                                  <m:barPr>
                                    <m:pos m:val="top"/>
                                    <m:ctrlPr>
                                      <a:rPr lang="en-US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e>
                                </m:bar>
                                <m:r>
                                  <a:rPr lang="en-US" sz="18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8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100437" marR="100437" marT="50218" marB="502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600" b="0" strike="no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629833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8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8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100437" marR="100437" marT="50218" marB="502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600" b="0" strike="no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629833">
                    <a:tc grid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  <m:r>
                                  <a:rPr lang="en-US" sz="18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1800" b="1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</m:t>
                                    </m:r>
                                  </m:e>
                                </m:bar>
                              </m:oMath>
                            </m:oMathPara>
                          </a14:m>
                          <a:endParaRPr lang="en-US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100437" marR="100437" marT="50218" marB="502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600" b="0" strike="no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600" b="0" strike="no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629833">
                    <a:tc grid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93153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48">
                <a:extLst>
                  <a:ext uri="{FF2B5EF4-FFF2-40B4-BE49-F238E27FC236}">
                    <a16:creationId xmlns:a16="http://schemas.microsoft.com/office/drawing/2014/main" id="{F4D60D17-8FF7-C964-47A0-9ADFD30DB2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6035628"/>
                  </p:ext>
                </p:extLst>
              </p:nvPr>
            </p:nvGraphicFramePr>
            <p:xfrm>
              <a:off x="6236430" y="2028618"/>
              <a:ext cx="5735186" cy="388749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73519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573519">
                      <a:extLst>
                        <a:ext uri="{9D8B030D-6E8A-4147-A177-3AD203B41FA5}">
                          <a16:colId xmlns:a16="http://schemas.microsoft.com/office/drawing/2014/main" val="177401668"/>
                        </a:ext>
                      </a:extLst>
                    </a:gridCol>
                    <a:gridCol w="1147037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147037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  <a:gridCol w="1147037">
                      <a:extLst>
                        <a:ext uri="{9D8B030D-6E8A-4147-A177-3AD203B41FA5}">
                          <a16:colId xmlns:a16="http://schemas.microsoft.com/office/drawing/2014/main" val="2477652266"/>
                        </a:ext>
                      </a:extLst>
                    </a:gridCol>
                    <a:gridCol w="1147037">
                      <a:extLst>
                        <a:ext uri="{9D8B030D-6E8A-4147-A177-3AD203B41FA5}">
                          <a16:colId xmlns:a16="http://schemas.microsoft.com/office/drawing/2014/main" val="1759756549"/>
                        </a:ext>
                      </a:extLst>
                    </a:gridCol>
                  </a:tblGrid>
                  <a:tr h="363574">
                    <a:tc>
                      <a:txBody>
                        <a:bodyPr/>
                        <a:lstStyle/>
                        <a:p>
                          <a:pPr algn="ctr" rtl="0"/>
                          <a:endParaRPr lang="en-US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89255" marR="89255" marT="44627" marB="44627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00437" marR="100437" marT="50218" marB="502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064" t="-826" r="-301596" b="-429752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00437" marR="100437" marT="50218" marB="502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826" r="-200000" b="-429752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00437" marR="100437" marT="50218" marB="502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1596" t="-826" r="-101064" b="-429752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00437" marR="100437" marT="50218" marB="502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1596" t="-826" r="-1064" b="-4297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74756">
                    <a:tc gridSpan="2">
                      <a:txBody>
                        <a:bodyPr/>
                        <a:lstStyle/>
                        <a:p>
                          <a:pPr algn="ctr" rtl="0"/>
                          <a:endParaRPr lang="en-US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100437" marR="100437" marT="50218" marB="502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0558574"/>
                      </a:ext>
                    </a:extLst>
                  </a:tr>
                  <a:tr h="629833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00437" marR="100437" marT="50218" marB="502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64" t="-117308" r="-401596" b="-40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600" b="0" strike="no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600" b="0" strike="no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629833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00437" marR="100437" marT="50218" marB="502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64" t="-219417" r="-401596" b="-30388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600" b="0" strike="no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629833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00437" marR="100437" marT="50218" marB="502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64" t="-316346" r="-401596" b="-20096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600" b="0" strike="no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67856871"/>
                      </a:ext>
                    </a:extLst>
                  </a:tr>
                  <a:tr h="629833">
                    <a:tc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100437" marR="100437" marT="50218" marB="5021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64" t="-420388" r="-401596" b="-10291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600" b="0" strike="no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endParaRPr lang="en-US" sz="2600" b="0" strike="no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:r>
                            <a:rPr lang="en-US" sz="2600" b="0" strike="noStrike" dirty="0">
                              <a:solidFill>
                                <a:srgbClr val="FF0000"/>
                              </a:solidFill>
                            </a:rPr>
                            <a:t>1</a:t>
                          </a:r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7301051"/>
                      </a:ext>
                    </a:extLst>
                  </a:tr>
                  <a:tr h="629833">
                    <a:tc gridSpan="6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89255" marR="89255" marT="44627" marB="446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3" t="-515385" r="-213" b="-192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/>
                          <a:endParaRPr lang="en-US" sz="1600" b="0" strike="noStrike" dirty="0"/>
                        </a:p>
                      </a:txBody>
                      <a:tcPr marL="81260" marR="81260" marT="40630" marB="4063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393153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553375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Assignment # 2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5" y="1532588"/>
            <a:ext cx="5875616" cy="494282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Provide </a:t>
            </a:r>
            <a:r>
              <a:rPr lang="en-US" sz="2000" dirty="0" err="1"/>
              <a:t>Minterms</a:t>
            </a:r>
            <a:endParaRPr lang="en-US" sz="20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Provide Maxterms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Standard SOP equation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Standard POS equation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Waveform diagram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Logic diagram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Logic diagram using only NAND gates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Draw Karnaugh map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Find minimal SOP equation using Karnaugh map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Represent the minimal SOP equation in Canonical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48">
                <a:extLst>
                  <a:ext uri="{FF2B5EF4-FFF2-40B4-BE49-F238E27FC236}">
                    <a16:creationId xmlns:a16="http://schemas.microsoft.com/office/drawing/2014/main" id="{5905484F-C17E-B151-C2BC-36E9784AC1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8971322"/>
                  </p:ext>
                </p:extLst>
              </p:nvPr>
            </p:nvGraphicFramePr>
            <p:xfrm>
              <a:off x="6095998" y="1371600"/>
              <a:ext cx="5875617" cy="51816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175124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1175124">
                      <a:extLst>
                        <a:ext uri="{9D8B030D-6E8A-4147-A177-3AD203B41FA5}">
                          <a16:colId xmlns:a16="http://schemas.microsoft.com/office/drawing/2014/main" val="3605525640"/>
                        </a:ext>
                      </a:extLst>
                    </a:gridCol>
                    <a:gridCol w="1175123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175123">
                      <a:extLst>
                        <a:ext uri="{9D8B030D-6E8A-4147-A177-3AD203B41FA5}">
                          <a16:colId xmlns:a16="http://schemas.microsoft.com/office/drawing/2014/main" val="2002703765"/>
                        </a:ext>
                      </a:extLst>
                    </a:gridCol>
                    <a:gridCol w="1175123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</a:tblGrid>
                  <a:tr h="25300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1400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1400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1400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1400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oMath>
                            </m:oMathPara>
                          </a14:m>
                          <a:endParaRPr lang="en-US" sz="1400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2530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2530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2530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73348994"/>
                      </a:ext>
                    </a:extLst>
                  </a:tr>
                  <a:tr h="2530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1972732"/>
                      </a:ext>
                    </a:extLst>
                  </a:tr>
                  <a:tr h="2530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04988292"/>
                      </a:ext>
                    </a:extLst>
                  </a:tr>
                  <a:tr h="2530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62760824"/>
                      </a:ext>
                    </a:extLst>
                  </a:tr>
                  <a:tr h="2530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20088357"/>
                      </a:ext>
                    </a:extLst>
                  </a:tr>
                  <a:tr h="2530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9422943"/>
                      </a:ext>
                    </a:extLst>
                  </a:tr>
                  <a:tr h="2530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11804146"/>
                      </a:ext>
                    </a:extLst>
                  </a:tr>
                  <a:tr h="2530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62049918"/>
                      </a:ext>
                    </a:extLst>
                  </a:tr>
                  <a:tr h="2530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30963374"/>
                      </a:ext>
                    </a:extLst>
                  </a:tr>
                  <a:tr h="2530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6318"/>
                      </a:ext>
                    </a:extLst>
                  </a:tr>
                  <a:tr h="2530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74082674"/>
                      </a:ext>
                    </a:extLst>
                  </a:tr>
                  <a:tr h="2530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06174807"/>
                      </a:ext>
                    </a:extLst>
                  </a:tr>
                  <a:tr h="2530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3347276"/>
                      </a:ext>
                    </a:extLst>
                  </a:tr>
                  <a:tr h="2530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961984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48">
                <a:extLst>
                  <a:ext uri="{FF2B5EF4-FFF2-40B4-BE49-F238E27FC236}">
                    <a16:creationId xmlns:a16="http://schemas.microsoft.com/office/drawing/2014/main" id="{5905484F-C17E-B151-C2BC-36E9784AC1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8971322"/>
                  </p:ext>
                </p:extLst>
              </p:nvPr>
            </p:nvGraphicFramePr>
            <p:xfrm>
              <a:off x="6095998" y="1371600"/>
              <a:ext cx="5875617" cy="51816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175124">
                      <a:extLst>
                        <a:ext uri="{9D8B030D-6E8A-4147-A177-3AD203B41FA5}">
                          <a16:colId xmlns:a16="http://schemas.microsoft.com/office/drawing/2014/main" val="3293817876"/>
                        </a:ext>
                      </a:extLst>
                    </a:gridCol>
                    <a:gridCol w="1175124">
                      <a:extLst>
                        <a:ext uri="{9D8B030D-6E8A-4147-A177-3AD203B41FA5}">
                          <a16:colId xmlns:a16="http://schemas.microsoft.com/office/drawing/2014/main" val="3605525640"/>
                        </a:ext>
                      </a:extLst>
                    </a:gridCol>
                    <a:gridCol w="1175123">
                      <a:extLst>
                        <a:ext uri="{9D8B030D-6E8A-4147-A177-3AD203B41FA5}">
                          <a16:colId xmlns:a16="http://schemas.microsoft.com/office/drawing/2014/main" val="322129533"/>
                        </a:ext>
                      </a:extLst>
                    </a:gridCol>
                    <a:gridCol w="1175123">
                      <a:extLst>
                        <a:ext uri="{9D8B030D-6E8A-4147-A177-3AD203B41FA5}">
                          <a16:colId xmlns:a16="http://schemas.microsoft.com/office/drawing/2014/main" val="2002703765"/>
                        </a:ext>
                      </a:extLst>
                    </a:gridCol>
                    <a:gridCol w="1175123">
                      <a:extLst>
                        <a:ext uri="{9D8B030D-6E8A-4147-A177-3AD203B41FA5}">
                          <a16:colId xmlns:a16="http://schemas.microsoft.com/office/drawing/2014/main" val="1671210400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18" t="-4000" r="-401036" b="-16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18" t="-4000" r="-301036" b="-16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518" t="-4000" r="-201036" b="-16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518" t="-4000" r="-101036" b="-16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0518" t="-4000" r="-1036" b="-16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639918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134959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424190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7334899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197273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0498829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6276082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2008835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4942294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1180414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6204991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3096337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631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7408267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0617480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334727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9619844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08103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3703</TotalTime>
  <Words>3355</Words>
  <Application>Microsoft Office PowerPoint</Application>
  <PresentationFormat>Widescreen</PresentationFormat>
  <Paragraphs>1578</Paragraphs>
  <Slides>41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Arial Black</vt:lpstr>
      <vt:lpstr>Calibri</vt:lpstr>
      <vt:lpstr>Calibri Light</vt:lpstr>
      <vt:lpstr>Cambria Math</vt:lpstr>
      <vt:lpstr>Wingdings</vt:lpstr>
      <vt:lpstr>Office Theme</vt:lpstr>
      <vt:lpstr>DIGITAL LOGIC DESIGN (111776)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270</cp:revision>
  <dcterms:created xsi:type="dcterms:W3CDTF">2022-11-22T20:08:03Z</dcterms:created>
  <dcterms:modified xsi:type="dcterms:W3CDTF">2023-04-14T13:27:35Z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