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448" r:id="rId5"/>
    <p:sldId id="2462" r:id="rId6"/>
    <p:sldId id="2499" r:id="rId7"/>
    <p:sldId id="2479" r:id="rId8"/>
    <p:sldId id="2502" r:id="rId9"/>
    <p:sldId id="2511" r:id="rId10"/>
    <p:sldId id="2509" r:id="rId11"/>
    <p:sldId id="2508" r:id="rId12"/>
    <p:sldId id="2510" r:id="rId13"/>
    <p:sldId id="2512" r:id="rId14"/>
    <p:sldId id="2513" r:id="rId15"/>
    <p:sldId id="2501" r:id="rId16"/>
    <p:sldId id="2507" r:id="rId17"/>
    <p:sldId id="2503" r:id="rId18"/>
    <p:sldId id="2504" r:id="rId19"/>
    <p:sldId id="2506" r:id="rId20"/>
    <p:sldId id="2514" r:id="rId21"/>
    <p:sldId id="243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3F14E-211B-4AF4-BE81-F72811D69F15}" v="1" dt="2023-03-17T05:53:29.522"/>
    <p1510:client id="{CACC8309-725A-4E89-8A58-327E57842544}" v="2637" dt="2023-03-17T05:07:14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725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254A2D3D-DCA5-4B3F-A573-52F1054DFAE2}"/>
    <pc:docChg chg="undo redo custSel addSld delSld modSld sldOrd">
      <pc:chgData name="Owais Ahmed" userId="6abc7d4556b3b071" providerId="LiveId" clId="{254A2D3D-DCA5-4B3F-A573-52F1054DFAE2}" dt="2023-03-11T10:00:13.519" v="4352" actId="20577"/>
      <pc:docMkLst>
        <pc:docMk/>
      </pc:docMkLst>
      <pc:sldChg chg="modSp mod">
        <pc:chgData name="Owais Ahmed" userId="6abc7d4556b3b071" providerId="LiveId" clId="{254A2D3D-DCA5-4B3F-A573-52F1054DFAE2}" dt="2023-03-11T09:13:03.311" v="3017" actId="20577"/>
        <pc:sldMkLst>
          <pc:docMk/>
          <pc:sldMk cId="1649098948" sldId="2462"/>
        </pc:sldMkLst>
        <pc:spChg chg="mod">
          <ac:chgData name="Owais Ahmed" userId="6abc7d4556b3b071" providerId="LiveId" clId="{254A2D3D-DCA5-4B3F-A573-52F1054DFAE2}" dt="2023-03-11T09:13:03.311" v="301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 modNotesTx">
        <pc:chgData name="Owais Ahmed" userId="6abc7d4556b3b071" providerId="LiveId" clId="{254A2D3D-DCA5-4B3F-A573-52F1054DFAE2}" dt="2023-03-11T05:28:50.078" v="135" actId="20577"/>
        <pc:sldMkLst>
          <pc:docMk/>
          <pc:sldMk cId="641030253" sldId="2479"/>
        </pc:sldMkLst>
        <pc:spChg chg="mod">
          <ac:chgData name="Owais Ahmed" userId="6abc7d4556b3b071" providerId="LiveId" clId="{254A2D3D-DCA5-4B3F-A573-52F1054DFAE2}" dt="2023-03-11T05:28:50.078" v="13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5:26:00.028" v="103" actId="313"/>
          <ac:spMkLst>
            <pc:docMk/>
            <pc:sldMk cId="641030253" sldId="2479"/>
            <ac:spMk id="215" creationId="{00000000-0000-0000-0000-000000000000}"/>
          </ac:spMkLst>
        </pc:spChg>
        <pc:picChg chg="add mod">
          <ac:chgData name="Owais Ahmed" userId="6abc7d4556b3b071" providerId="LiveId" clId="{254A2D3D-DCA5-4B3F-A573-52F1054DFAE2}" dt="2023-03-11T05:27:35.454" v="113" actId="1076"/>
          <ac:picMkLst>
            <pc:docMk/>
            <pc:sldMk cId="641030253" sldId="2479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08.354" v="58" actId="47"/>
        <pc:sldMkLst>
          <pc:docMk/>
          <pc:sldMk cId="2091936453" sldId="2481"/>
        </pc:sldMkLst>
      </pc:sldChg>
      <pc:sldChg chg="del">
        <pc:chgData name="Owais Ahmed" userId="6abc7d4556b3b071" providerId="LiveId" clId="{254A2D3D-DCA5-4B3F-A573-52F1054DFAE2}" dt="2023-03-11T05:25:09.844" v="60" actId="47"/>
        <pc:sldMkLst>
          <pc:docMk/>
          <pc:sldMk cId="3995319414" sldId="2482"/>
        </pc:sldMkLst>
      </pc:sldChg>
      <pc:sldChg chg="del">
        <pc:chgData name="Owais Ahmed" userId="6abc7d4556b3b071" providerId="LiveId" clId="{254A2D3D-DCA5-4B3F-A573-52F1054DFAE2}" dt="2023-03-11T05:25:10.484" v="61" actId="47"/>
        <pc:sldMkLst>
          <pc:docMk/>
          <pc:sldMk cId="4097483409" sldId="2483"/>
        </pc:sldMkLst>
      </pc:sldChg>
      <pc:sldChg chg="del">
        <pc:chgData name="Owais Ahmed" userId="6abc7d4556b3b071" providerId="LiveId" clId="{254A2D3D-DCA5-4B3F-A573-52F1054DFAE2}" dt="2023-03-11T05:25:09.277" v="59" actId="47"/>
        <pc:sldMkLst>
          <pc:docMk/>
          <pc:sldMk cId="2130599672" sldId="2484"/>
        </pc:sldMkLst>
      </pc:sldChg>
      <pc:sldChg chg="del">
        <pc:chgData name="Owais Ahmed" userId="6abc7d4556b3b071" providerId="LiveId" clId="{254A2D3D-DCA5-4B3F-A573-52F1054DFAE2}" dt="2023-03-11T05:25:11.157" v="62" actId="47"/>
        <pc:sldMkLst>
          <pc:docMk/>
          <pc:sldMk cId="823254948" sldId="2485"/>
        </pc:sldMkLst>
      </pc:sldChg>
      <pc:sldChg chg="del">
        <pc:chgData name="Owais Ahmed" userId="6abc7d4556b3b071" providerId="LiveId" clId="{254A2D3D-DCA5-4B3F-A573-52F1054DFAE2}" dt="2023-03-11T05:25:12.572" v="63" actId="47"/>
        <pc:sldMkLst>
          <pc:docMk/>
          <pc:sldMk cId="678087267" sldId="2486"/>
        </pc:sldMkLst>
      </pc:sldChg>
      <pc:sldChg chg="del">
        <pc:chgData name="Owais Ahmed" userId="6abc7d4556b3b071" providerId="LiveId" clId="{254A2D3D-DCA5-4B3F-A573-52F1054DFAE2}" dt="2023-03-11T05:25:12.991" v="64" actId="47"/>
        <pc:sldMkLst>
          <pc:docMk/>
          <pc:sldMk cId="1323242083" sldId="2487"/>
        </pc:sldMkLst>
      </pc:sldChg>
      <pc:sldChg chg="del">
        <pc:chgData name="Owais Ahmed" userId="6abc7d4556b3b071" providerId="LiveId" clId="{254A2D3D-DCA5-4B3F-A573-52F1054DFAE2}" dt="2023-03-11T05:25:13.750" v="65" actId="47"/>
        <pc:sldMkLst>
          <pc:docMk/>
          <pc:sldMk cId="2597580398" sldId="2488"/>
        </pc:sldMkLst>
      </pc:sldChg>
      <pc:sldChg chg="del">
        <pc:chgData name="Owais Ahmed" userId="6abc7d4556b3b071" providerId="LiveId" clId="{254A2D3D-DCA5-4B3F-A573-52F1054DFAE2}" dt="2023-03-11T05:25:14.319" v="66" actId="47"/>
        <pc:sldMkLst>
          <pc:docMk/>
          <pc:sldMk cId="1889231957" sldId="2489"/>
        </pc:sldMkLst>
      </pc:sldChg>
      <pc:sldChg chg="del">
        <pc:chgData name="Owais Ahmed" userId="6abc7d4556b3b071" providerId="LiveId" clId="{254A2D3D-DCA5-4B3F-A573-52F1054DFAE2}" dt="2023-03-11T05:25:14.744" v="67" actId="47"/>
        <pc:sldMkLst>
          <pc:docMk/>
          <pc:sldMk cId="1362025451" sldId="2490"/>
        </pc:sldMkLst>
      </pc:sldChg>
      <pc:sldChg chg="del">
        <pc:chgData name="Owais Ahmed" userId="6abc7d4556b3b071" providerId="LiveId" clId="{254A2D3D-DCA5-4B3F-A573-52F1054DFAE2}" dt="2023-03-11T05:25:15.848" v="68" actId="47"/>
        <pc:sldMkLst>
          <pc:docMk/>
          <pc:sldMk cId="2844888853" sldId="2491"/>
        </pc:sldMkLst>
      </pc:sldChg>
      <pc:sldChg chg="del">
        <pc:chgData name="Owais Ahmed" userId="6abc7d4556b3b071" providerId="LiveId" clId="{254A2D3D-DCA5-4B3F-A573-52F1054DFAE2}" dt="2023-03-11T05:25:16.418" v="69" actId="47"/>
        <pc:sldMkLst>
          <pc:docMk/>
          <pc:sldMk cId="1466680951" sldId="2492"/>
        </pc:sldMkLst>
      </pc:sldChg>
      <pc:sldChg chg="del">
        <pc:chgData name="Owais Ahmed" userId="6abc7d4556b3b071" providerId="LiveId" clId="{254A2D3D-DCA5-4B3F-A573-52F1054DFAE2}" dt="2023-03-11T05:25:17.073" v="70" actId="47"/>
        <pc:sldMkLst>
          <pc:docMk/>
          <pc:sldMk cId="2451653014" sldId="2495"/>
        </pc:sldMkLst>
      </pc:sldChg>
      <pc:sldChg chg="del">
        <pc:chgData name="Owais Ahmed" userId="6abc7d4556b3b071" providerId="LiveId" clId="{254A2D3D-DCA5-4B3F-A573-52F1054DFAE2}" dt="2023-03-11T05:25:17.707" v="71" actId="47"/>
        <pc:sldMkLst>
          <pc:docMk/>
          <pc:sldMk cId="221477371" sldId="2496"/>
        </pc:sldMkLst>
      </pc:sldChg>
      <pc:sldChg chg="del">
        <pc:chgData name="Owais Ahmed" userId="6abc7d4556b3b071" providerId="LiveId" clId="{254A2D3D-DCA5-4B3F-A573-52F1054DFAE2}" dt="2023-03-11T05:25:21.037" v="73" actId="47"/>
        <pc:sldMkLst>
          <pc:docMk/>
          <pc:sldMk cId="3157158652" sldId="2497"/>
        </pc:sldMkLst>
      </pc:sldChg>
      <pc:sldChg chg="del">
        <pc:chgData name="Owais Ahmed" userId="6abc7d4556b3b071" providerId="LiveId" clId="{254A2D3D-DCA5-4B3F-A573-52F1054DFAE2}" dt="2023-03-11T05:25:19.282" v="72" actId="47"/>
        <pc:sldMkLst>
          <pc:docMk/>
          <pc:sldMk cId="246758894" sldId="2498"/>
        </pc:sldMkLst>
      </pc:sldChg>
      <pc:sldChg chg="addSp delSp modSp mod ord delAnim modAnim modNotesTx">
        <pc:chgData name="Owais Ahmed" userId="6abc7d4556b3b071" providerId="LiveId" clId="{254A2D3D-DCA5-4B3F-A573-52F1054DFAE2}" dt="2023-03-11T07:03:06.045" v="1388"/>
        <pc:sldMkLst>
          <pc:docMk/>
          <pc:sldMk cId="1392206186" sldId="2499"/>
        </pc:sldMkLst>
        <pc:spChg chg="mod">
          <ac:chgData name="Owais Ahmed" userId="6abc7d4556b3b071" providerId="LiveId" clId="{254A2D3D-DCA5-4B3F-A573-52F1054DFAE2}" dt="2023-03-11T06:52:55.887" v="1230" actId="27636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6:24:40.965" v="205" actId="20577"/>
          <ac:spMkLst>
            <pc:docMk/>
            <pc:sldMk cId="1392206186" sldId="2499"/>
            <ac:spMk id="215" creationId="{00000000-0000-0000-0000-000000000000}"/>
          </ac:spMkLst>
        </pc:spChg>
        <pc:grpChg chg="add mod">
          <ac:chgData name="Owais Ahmed" userId="6abc7d4556b3b071" providerId="LiveId" clId="{254A2D3D-DCA5-4B3F-A573-52F1054DFAE2}" dt="2023-03-11T06:58:50.642" v="1300" actId="1076"/>
          <ac:grpSpMkLst>
            <pc:docMk/>
            <pc:sldMk cId="1392206186" sldId="2499"/>
            <ac:grpSpMk id="22" creationId="{3A7C9F78-BB2A-4599-2F27-63FF3C314F73}"/>
          </ac:grpSpMkLst>
        </pc:grpChg>
        <pc:grpChg chg="add mod">
          <ac:chgData name="Owais Ahmed" userId="6abc7d4556b3b071" providerId="LiveId" clId="{254A2D3D-DCA5-4B3F-A573-52F1054DFAE2}" dt="2023-03-11T06:58:54.369" v="1301" actId="1076"/>
          <ac:grpSpMkLst>
            <pc:docMk/>
            <pc:sldMk cId="1392206186" sldId="2499"/>
            <ac:grpSpMk id="27" creationId="{FC74D2B9-6B59-8202-D5C7-44B1423588F1}"/>
          </ac:grpSpMkLst>
        </pc:grpChg>
        <pc:picChg chg="del">
          <ac:chgData name="Owais Ahmed" userId="6abc7d4556b3b071" providerId="LiveId" clId="{254A2D3D-DCA5-4B3F-A573-52F1054DFAE2}" dt="2023-03-11T06:24:43.640" v="207" actId="478"/>
          <ac:picMkLst>
            <pc:docMk/>
            <pc:sldMk cId="1392206186" sldId="2499"/>
            <ac:picMk id="6" creationId="{B9A09B40-E524-5765-2561-E1D7F3D63CA9}"/>
          </ac:picMkLst>
        </pc:picChg>
        <pc:picChg chg="del">
          <ac:chgData name="Owais Ahmed" userId="6abc7d4556b3b071" providerId="LiveId" clId="{254A2D3D-DCA5-4B3F-A573-52F1054DFAE2}" dt="2023-03-11T06:24:43.065" v="206" actId="478"/>
          <ac:picMkLst>
            <pc:docMk/>
            <pc:sldMk cId="1392206186" sldId="2499"/>
            <ac:picMk id="7" creationId="{F54EFA5F-33CE-2D86-9AFB-33A113453FAB}"/>
          </ac:picMkLst>
        </pc:picChg>
        <pc:picChg chg="add del mod modCrop">
          <ac:chgData name="Owais Ahmed" userId="6abc7d4556b3b071" providerId="LiveId" clId="{254A2D3D-DCA5-4B3F-A573-52F1054DFAE2}" dt="2023-03-11T06:54:32.927" v="1237" actId="478"/>
          <ac:picMkLst>
            <pc:docMk/>
            <pc:sldMk cId="1392206186" sldId="2499"/>
            <ac:picMk id="15" creationId="{39FD19AD-F586-50DE-75DD-1F0DCCA861D1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17" creationId="{1C330402-3A55-CE22-917A-6D773C990C47}"/>
          </ac:picMkLst>
        </pc:picChg>
        <pc:picChg chg="add del">
          <ac:chgData name="Owais Ahmed" userId="6abc7d4556b3b071" providerId="LiveId" clId="{254A2D3D-DCA5-4B3F-A573-52F1054DFAE2}" dt="2023-03-11T06:55:13.368" v="1241" actId="22"/>
          <ac:picMkLst>
            <pc:docMk/>
            <pc:sldMk cId="1392206186" sldId="2499"/>
            <ac:picMk id="19" creationId="{02AF6671-5E02-2A73-C2F5-0272C28A85B7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21" creationId="{AFDCBBB2-3302-F8E7-E645-7D736B4CA6A1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4" creationId="{36D887EA-C983-B9BF-D1D2-0152466E5C7B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6" creationId="{02AFD99D-02ED-70F0-3940-D3B729637D87}"/>
          </ac:picMkLst>
        </pc:picChg>
        <pc:picChg chg="add mod">
          <ac:chgData name="Owais Ahmed" userId="6abc7d4556b3b071" providerId="LiveId" clId="{254A2D3D-DCA5-4B3F-A573-52F1054DFAE2}" dt="2023-03-11T07:03:01.094" v="1386" actId="1076"/>
          <ac:picMkLst>
            <pc:docMk/>
            <pc:sldMk cId="1392206186" sldId="2499"/>
            <ac:picMk id="29" creationId="{26346850-16FB-F724-85FE-4A15497DCFE8}"/>
          </ac:picMkLst>
        </pc:picChg>
        <pc:inkChg chg="add del">
          <ac:chgData name="Owais Ahmed" userId="6abc7d4556b3b071" providerId="LiveId" clId="{254A2D3D-DCA5-4B3F-A573-52F1054DFAE2}" dt="2023-03-11T06:43:35.924" v="1060" actId="9405"/>
          <ac:inkMkLst>
            <pc:docMk/>
            <pc:sldMk cId="1392206186" sldId="2499"/>
            <ac:inkMk id="4" creationId="{866F5A6D-09FA-D8BB-14B0-99AAF899BD32}"/>
          </ac:inkMkLst>
        </pc:inkChg>
        <pc:cxnChg chg="add del mod">
          <ac:chgData name="Owais Ahmed" userId="6abc7d4556b3b071" providerId="LiveId" clId="{254A2D3D-DCA5-4B3F-A573-52F1054DFAE2}" dt="2023-03-11T06:50:13.577" v="1200" actId="478"/>
          <ac:cxnSpMkLst>
            <pc:docMk/>
            <pc:sldMk cId="1392206186" sldId="2499"/>
            <ac:cxnSpMk id="8" creationId="{81AD52EA-EEEA-309C-A9EE-951642655CA0}"/>
          </ac:cxnSpMkLst>
        </pc:cxnChg>
        <pc:cxnChg chg="add del mod">
          <ac:chgData name="Owais Ahmed" userId="6abc7d4556b3b071" providerId="LiveId" clId="{254A2D3D-DCA5-4B3F-A573-52F1054DFAE2}" dt="2023-03-11T06:50:07.353" v="1199"/>
          <ac:cxnSpMkLst>
            <pc:docMk/>
            <pc:sldMk cId="1392206186" sldId="2499"/>
            <ac:cxnSpMk id="9" creationId="{9E7F15E6-2DC7-42F1-4EF8-6E4D27A4AE80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0" creationId="{03FA127C-9C90-3E19-7128-EDE35627342A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1" creationId="{E8451D65-8786-091A-04FD-3D6D0FCE13D4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2" creationId="{7782791D-50F2-C6B8-6661-67A82F981F99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3" creationId="{730ADE5C-9BAA-5C00-7407-EDE34A317211}"/>
          </ac:cxnSpMkLst>
        </pc:cxnChg>
        <pc:cxnChg chg="add del mod">
          <ac:chgData name="Owais Ahmed" userId="6abc7d4556b3b071" providerId="LiveId" clId="{254A2D3D-DCA5-4B3F-A573-52F1054DFAE2}" dt="2023-03-11T06:50:06.398" v="1187"/>
          <ac:cxnSpMkLst>
            <pc:docMk/>
            <pc:sldMk cId="1392206186" sldId="2499"/>
            <ac:cxnSpMk id="14" creationId="{3B49C2CF-ED11-EA8C-2EEB-F032355E4097}"/>
          </ac:cxnSpMkLst>
        </pc:cxnChg>
      </pc:sldChg>
      <pc:sldChg chg="del">
        <pc:chgData name="Owais Ahmed" userId="6abc7d4556b3b071" providerId="LiveId" clId="{254A2D3D-DCA5-4B3F-A573-52F1054DFAE2}" dt="2023-03-11T05:25:22.404" v="74" actId="47"/>
        <pc:sldMkLst>
          <pc:docMk/>
          <pc:sldMk cId="1565563056" sldId="2500"/>
        </pc:sldMkLst>
      </pc:sldChg>
      <pc:sldChg chg="add del">
        <pc:chgData name="Owais Ahmed" userId="6abc7d4556b3b071" providerId="LiveId" clId="{254A2D3D-DCA5-4B3F-A573-52F1054DFAE2}" dt="2023-03-11T07:26:06.891" v="2080" actId="47"/>
        <pc:sldMkLst>
          <pc:docMk/>
          <pc:sldMk cId="2335412501" sldId="2500"/>
        </pc:sldMkLst>
      </pc:sldChg>
      <pc:sldChg chg="delSp modSp add mod addAnim delAnim modAnim">
        <pc:chgData name="Owais Ahmed" userId="6abc7d4556b3b071" providerId="LiveId" clId="{254A2D3D-DCA5-4B3F-A573-52F1054DFAE2}" dt="2023-03-11T09:20:49.642" v="3442" actId="21"/>
        <pc:sldMkLst>
          <pc:docMk/>
          <pc:sldMk cId="1223673830" sldId="2501"/>
        </pc:sldMkLst>
        <pc:spChg chg="mod">
          <ac:chgData name="Owais Ahmed" userId="6abc7d4556b3b071" providerId="LiveId" clId="{254A2D3D-DCA5-4B3F-A573-52F1054DFAE2}" dt="2023-03-11T09:20:49.642" v="3442" actId="21"/>
          <ac:spMkLst>
            <pc:docMk/>
            <pc:sldMk cId="1223673830" sldId="2501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7:12:57.495" v="1679" actId="20577"/>
          <ac:spMkLst>
            <pc:docMk/>
            <pc:sldMk cId="1223673830" sldId="2501"/>
            <ac:spMk id="215" creationId="{00000000-0000-0000-0000-000000000000}"/>
          </ac:spMkLst>
        </pc:spChg>
        <pc:picChg chg="del">
          <ac:chgData name="Owais Ahmed" userId="6abc7d4556b3b071" providerId="LiveId" clId="{254A2D3D-DCA5-4B3F-A573-52F1054DFAE2}" dt="2023-03-11T07:08:19.608" v="1450" actId="478"/>
          <ac:picMkLst>
            <pc:docMk/>
            <pc:sldMk cId="1223673830" sldId="2501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22.921" v="75" actId="47"/>
        <pc:sldMkLst>
          <pc:docMk/>
          <pc:sldMk cId="1703006424" sldId="2501"/>
        </pc:sldMkLst>
      </pc:sldChg>
      <pc:sldChg chg="add del">
        <pc:chgData name="Owais Ahmed" userId="6abc7d4556b3b071" providerId="LiveId" clId="{254A2D3D-DCA5-4B3F-A573-52F1054DFAE2}" dt="2023-03-11T06:37:17.641" v="1025" actId="2890"/>
        <pc:sldMkLst>
          <pc:docMk/>
          <pc:sldMk cId="3065944662" sldId="2501"/>
        </pc:sldMkLst>
      </pc:sldChg>
      <pc:sldChg chg="add del">
        <pc:chgData name="Owais Ahmed" userId="6abc7d4556b3b071" providerId="LiveId" clId="{254A2D3D-DCA5-4B3F-A573-52F1054DFAE2}" dt="2023-03-11T07:22:24.173" v="1685" actId="2890"/>
        <pc:sldMkLst>
          <pc:docMk/>
          <pc:sldMk cId="807971374" sldId="2502"/>
        </pc:sldMkLst>
      </pc:sldChg>
      <pc:sldChg chg="modSp add mod ord modAnim modNotesTx">
        <pc:chgData name="Owais Ahmed" userId="6abc7d4556b3b071" providerId="LiveId" clId="{254A2D3D-DCA5-4B3F-A573-52F1054DFAE2}" dt="2023-03-11T10:00:13.519" v="4352" actId="20577"/>
        <pc:sldMkLst>
          <pc:docMk/>
          <pc:sldMk cId="2279712319" sldId="2502"/>
        </pc:sldMkLst>
        <pc:spChg chg="mod">
          <ac:chgData name="Owais Ahmed" userId="6abc7d4556b3b071" providerId="LiveId" clId="{254A2D3D-DCA5-4B3F-A573-52F1054DFAE2}" dt="2023-03-11T10:00:13.519" v="435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3:22.632" v="3033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254A2D3D-DCA5-4B3F-A573-52F1054DFAE2}" dt="2023-03-11T05:25:28.504" v="78" actId="47"/>
        <pc:sldMkLst>
          <pc:docMk/>
          <pc:sldMk cId="2459176591" sldId="2502"/>
        </pc:sldMkLst>
      </pc:sldChg>
      <pc:sldChg chg="del">
        <pc:chgData name="Owais Ahmed" userId="6abc7d4556b3b071" providerId="LiveId" clId="{254A2D3D-DCA5-4B3F-A573-52F1054DFAE2}" dt="2023-03-11T05:25:25.484" v="77" actId="47"/>
        <pc:sldMkLst>
          <pc:docMk/>
          <pc:sldMk cId="3149883331" sldId="2503"/>
        </pc:sldMkLst>
      </pc:sldChg>
      <pc:sldChg chg="addSp delSp modSp add mod delAnim modAnim">
        <pc:chgData name="Owais Ahmed" userId="6abc7d4556b3b071" providerId="LiveId" clId="{254A2D3D-DCA5-4B3F-A573-52F1054DFAE2}" dt="2023-03-11T09:34:24.172" v="3633" actId="20577"/>
        <pc:sldMkLst>
          <pc:docMk/>
          <pc:sldMk cId="3565255470" sldId="2503"/>
        </pc:sldMkLst>
        <pc:spChg chg="del mod">
          <ac:chgData name="Owais Ahmed" userId="6abc7d4556b3b071" providerId="LiveId" clId="{254A2D3D-DCA5-4B3F-A573-52F1054DFAE2}" dt="2023-03-11T08:20:14.974" v="2617" actId="478"/>
          <ac:spMkLst>
            <pc:docMk/>
            <pc:sldMk cId="3565255470" sldId="2503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20:09.090" v="2615" actId="20577"/>
          <ac:spMkLst>
            <pc:docMk/>
            <pc:sldMk cId="3565255470" sldId="2503"/>
            <ac:spMk id="215" creationId="{00000000-0000-0000-0000-000000000000}"/>
          </ac:spMkLst>
        </pc:spChg>
        <pc:graphicFrameChg chg="add del">
          <ac:chgData name="Owais Ahmed" userId="6abc7d4556b3b071" providerId="LiveId" clId="{254A2D3D-DCA5-4B3F-A573-52F1054DFAE2}" dt="2023-03-11T07:56:49.030" v="2357" actId="3680"/>
          <ac:graphicFrameMkLst>
            <pc:docMk/>
            <pc:sldMk cId="3565255470" sldId="2503"/>
            <ac:graphicFrameMk id="4" creationId="{AD166D09-0F13-ADC2-74C5-C7B10E637296}"/>
          </ac:graphicFrameMkLst>
        </pc:graphicFrameChg>
        <pc:graphicFrameChg chg="add del mod modGraphic">
          <ac:chgData name="Owais Ahmed" userId="6abc7d4556b3b071" providerId="LiveId" clId="{254A2D3D-DCA5-4B3F-A573-52F1054DFAE2}" dt="2023-03-11T08:19:21.358" v="2586" actId="478"/>
          <ac:graphicFrameMkLst>
            <pc:docMk/>
            <pc:sldMk cId="3565255470" sldId="2503"/>
            <ac:graphicFrameMk id="5" creationId="{257BBAAD-E9ED-C47F-ED86-5506BB788763}"/>
          </ac:graphicFrameMkLst>
        </pc:graphicFrameChg>
        <pc:graphicFrameChg chg="add del mod">
          <ac:chgData name="Owais Ahmed" userId="6abc7d4556b3b071" providerId="LiveId" clId="{254A2D3D-DCA5-4B3F-A573-52F1054DFAE2}" dt="2023-03-11T08:18:04.717" v="2563"/>
          <ac:graphicFrameMkLst>
            <pc:docMk/>
            <pc:sldMk cId="3565255470" sldId="2503"/>
            <ac:graphicFrameMk id="6" creationId="{7538F9DB-2C04-6F95-0F17-F39C4318CF99}"/>
          </ac:graphicFrameMkLst>
        </pc:graphicFrameChg>
        <pc:graphicFrameChg chg="add mod modGraphic">
          <ac:chgData name="Owais Ahmed" userId="6abc7d4556b3b071" providerId="LiveId" clId="{254A2D3D-DCA5-4B3F-A573-52F1054DFAE2}" dt="2023-03-11T09:34:24.172" v="3633" actId="20577"/>
          <ac:graphicFrameMkLst>
            <pc:docMk/>
            <pc:sldMk cId="3565255470" sldId="2503"/>
            <ac:graphicFrameMk id="7" creationId="{C51EA6D3-D80B-93F6-0937-44975A2213F0}"/>
          </ac:graphicFrameMkLst>
        </pc:graphicFrameChg>
      </pc:sldChg>
      <pc:sldChg chg="addSp delSp modSp add mod ord delAnim modAnim">
        <pc:chgData name="Owais Ahmed" userId="6abc7d4556b3b071" providerId="LiveId" clId="{254A2D3D-DCA5-4B3F-A573-52F1054DFAE2}" dt="2023-03-11T08:48:30.089" v="2711" actId="20577"/>
        <pc:sldMkLst>
          <pc:docMk/>
          <pc:sldMk cId="3179459333" sldId="2504"/>
        </pc:sldMkLst>
        <pc:spChg chg="del mod">
          <ac:chgData name="Owais Ahmed" userId="6abc7d4556b3b071" providerId="LiveId" clId="{254A2D3D-DCA5-4B3F-A573-52F1054DFAE2}" dt="2023-03-11T08:23:03.391" v="2642" actId="478"/>
          <ac:spMkLst>
            <pc:docMk/>
            <pc:sldMk cId="3179459333" sldId="2504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48:30.089" v="2711" actId="20577"/>
          <ac:spMkLst>
            <pc:docMk/>
            <pc:sldMk cId="3179459333" sldId="2504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27:19.644" v="2678" actId="478"/>
          <ac:picMkLst>
            <pc:docMk/>
            <pc:sldMk cId="3179459333" sldId="2504"/>
            <ac:picMk id="4" creationId="{1C822D72-4259-4C23-11A3-B7237C00633E}"/>
          </ac:picMkLst>
        </pc:picChg>
        <pc:picChg chg="add del mod">
          <ac:chgData name="Owais Ahmed" userId="6abc7d4556b3b071" providerId="LiveId" clId="{254A2D3D-DCA5-4B3F-A573-52F1054DFAE2}" dt="2023-03-11T08:27:19.181" v="2677" actId="478"/>
          <ac:picMkLst>
            <pc:docMk/>
            <pc:sldMk cId="3179459333" sldId="2504"/>
            <ac:picMk id="5" creationId="{BFBC634B-968C-6C58-66C7-154771750D8B}"/>
          </ac:picMkLst>
        </pc:picChg>
        <pc:picChg chg="add del mod">
          <ac:chgData name="Owais Ahmed" userId="6abc7d4556b3b071" providerId="LiveId" clId="{254A2D3D-DCA5-4B3F-A573-52F1054DFAE2}" dt="2023-03-11T08:27:05.394" v="2674" actId="478"/>
          <ac:picMkLst>
            <pc:docMk/>
            <pc:sldMk cId="3179459333" sldId="2504"/>
            <ac:picMk id="6" creationId="{CBE24838-D849-058A-79C7-A31231A497E2}"/>
          </ac:picMkLst>
        </pc:picChg>
        <pc:picChg chg="add del mod">
          <ac:chgData name="Owais Ahmed" userId="6abc7d4556b3b071" providerId="LiveId" clId="{254A2D3D-DCA5-4B3F-A573-52F1054DFAE2}" dt="2023-03-11T08:26:59.584" v="2673" actId="478"/>
          <ac:picMkLst>
            <pc:docMk/>
            <pc:sldMk cId="3179459333" sldId="2504"/>
            <ac:picMk id="7" creationId="{3FB898E3-731B-9221-BB9D-7B0B0A215839}"/>
          </ac:picMkLst>
        </pc:picChg>
        <pc:picChg chg="add mod">
          <ac:chgData name="Owais Ahmed" userId="6abc7d4556b3b071" providerId="LiveId" clId="{254A2D3D-DCA5-4B3F-A573-52F1054DFAE2}" dt="2023-03-11T08:46:20.827" v="2684" actId="732"/>
          <ac:picMkLst>
            <pc:docMk/>
            <pc:sldMk cId="3179459333" sldId="2504"/>
            <ac:picMk id="8" creationId="{383FC630-BCE3-A4BB-3B78-49C90E9E46B7}"/>
          </ac:picMkLst>
        </pc:picChg>
        <pc:picChg chg="add del mod">
          <ac:chgData name="Owais Ahmed" userId="6abc7d4556b3b071" providerId="LiveId" clId="{254A2D3D-DCA5-4B3F-A573-52F1054DFAE2}" dt="2023-03-11T08:46:26.717" v="2686"/>
          <ac:picMkLst>
            <pc:docMk/>
            <pc:sldMk cId="3179459333" sldId="2504"/>
            <ac:picMk id="9" creationId="{3C483B02-9A3F-AD05-F61A-1B4DDEA2381F}"/>
          </ac:picMkLst>
        </pc:picChg>
        <pc:picChg chg="add mod">
          <ac:chgData name="Owais Ahmed" userId="6abc7d4556b3b071" providerId="LiveId" clId="{254A2D3D-DCA5-4B3F-A573-52F1054DFAE2}" dt="2023-03-11T08:47:06.735" v="2691" actId="732"/>
          <ac:picMkLst>
            <pc:docMk/>
            <pc:sldMk cId="3179459333" sldId="2504"/>
            <ac:picMk id="10" creationId="{B308A51B-EB0E-1308-B8B3-F9D575046A6B}"/>
          </ac:picMkLst>
        </pc:picChg>
        <pc:picChg chg="add mod">
          <ac:chgData name="Owais Ahmed" userId="6abc7d4556b3b071" providerId="LiveId" clId="{254A2D3D-DCA5-4B3F-A573-52F1054DFAE2}" dt="2023-03-11T08:47:38.769" v="2696" actId="732"/>
          <ac:picMkLst>
            <pc:docMk/>
            <pc:sldMk cId="3179459333" sldId="2504"/>
            <ac:picMk id="11" creationId="{17E90CBA-CCE8-E0DA-517C-F1C42B3800CD}"/>
          </ac:picMkLst>
        </pc:picChg>
        <pc:picChg chg="add mod">
          <ac:chgData name="Owais Ahmed" userId="6abc7d4556b3b071" providerId="LiveId" clId="{254A2D3D-DCA5-4B3F-A573-52F1054DFAE2}" dt="2023-03-11T08:47:39.764" v="2697"/>
          <ac:picMkLst>
            <pc:docMk/>
            <pc:sldMk cId="3179459333" sldId="2504"/>
            <ac:picMk id="12" creationId="{53E60DE2-545A-9D1F-8754-88049662D9D1}"/>
          </ac:picMkLst>
        </pc:picChg>
      </pc:sldChg>
      <pc:sldChg chg="del">
        <pc:chgData name="Owais Ahmed" userId="6abc7d4556b3b071" providerId="LiveId" clId="{254A2D3D-DCA5-4B3F-A573-52F1054DFAE2}" dt="2023-03-11T05:25:24.137" v="76" actId="47"/>
        <pc:sldMkLst>
          <pc:docMk/>
          <pc:sldMk cId="3473336835" sldId="2504"/>
        </pc:sldMkLst>
      </pc:sldChg>
      <pc:sldChg chg="addSp delSp modSp add mod ord modAnim">
        <pc:chgData name="Owais Ahmed" userId="6abc7d4556b3b071" providerId="LiveId" clId="{254A2D3D-DCA5-4B3F-A573-52F1054DFAE2}" dt="2023-03-11T09:44:33.530" v="3639" actId="14100"/>
        <pc:sldMkLst>
          <pc:docMk/>
          <pc:sldMk cId="1084053900" sldId="2505"/>
        </pc:sldMkLst>
        <pc:spChg chg="mod">
          <ac:chgData name="Owais Ahmed" userId="6abc7d4556b3b071" providerId="LiveId" clId="{254A2D3D-DCA5-4B3F-A573-52F1054DFAE2}" dt="2023-03-11T09:10:32.706" v="2933" actId="20577"/>
          <ac:spMkLst>
            <pc:docMk/>
            <pc:sldMk cId="1084053900" sldId="2505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0:41.149" v="2937" actId="20577"/>
          <ac:spMkLst>
            <pc:docMk/>
            <pc:sldMk cId="1084053900" sldId="2505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49:43.890" v="2720"/>
          <ac:picMkLst>
            <pc:docMk/>
            <pc:sldMk cId="1084053900" sldId="2505"/>
            <ac:picMk id="4" creationId="{8E086F26-8CE3-4207-966A-B9646B87830B}"/>
          </ac:picMkLst>
        </pc:picChg>
        <pc:picChg chg="add mod">
          <ac:chgData name="Owais Ahmed" userId="6abc7d4556b3b071" providerId="LiveId" clId="{254A2D3D-DCA5-4B3F-A573-52F1054DFAE2}" dt="2023-03-11T09:44:33.530" v="3639" actId="14100"/>
          <ac:picMkLst>
            <pc:docMk/>
            <pc:sldMk cId="1084053900" sldId="2505"/>
            <ac:picMk id="5" creationId="{06AB4BBE-63E2-1AF8-03C4-298EA13B4847}"/>
          </ac:picMkLst>
        </pc:picChg>
      </pc:sldChg>
      <pc:sldChg chg="addSp delSp modSp add mod modAnim">
        <pc:chgData name="Owais Ahmed" userId="6abc7d4556b3b071" providerId="LiveId" clId="{254A2D3D-DCA5-4B3F-A573-52F1054DFAE2}" dt="2023-03-11T09:37:52.608" v="3638" actId="1076"/>
        <pc:sldMkLst>
          <pc:docMk/>
          <pc:sldMk cId="3621187467" sldId="2506"/>
        </pc:sldMkLst>
        <pc:spChg chg="mod">
          <ac:chgData name="Owais Ahmed" userId="6abc7d4556b3b071" providerId="LiveId" clId="{254A2D3D-DCA5-4B3F-A573-52F1054DFAE2}" dt="2023-03-11T09:09:50.553" v="2880" actId="20577"/>
          <ac:spMkLst>
            <pc:docMk/>
            <pc:sldMk cId="3621187467" sldId="2506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9:09:11.122" v="2858" actId="478"/>
          <ac:picMkLst>
            <pc:docMk/>
            <pc:sldMk cId="3621187467" sldId="2506"/>
            <ac:picMk id="4" creationId="{0A044529-DB24-36DE-BE87-0536A0E47C20}"/>
          </ac:picMkLst>
        </pc:picChg>
        <pc:picChg chg="add del mod">
          <ac:chgData name="Owais Ahmed" userId="6abc7d4556b3b071" providerId="LiveId" clId="{254A2D3D-DCA5-4B3F-A573-52F1054DFAE2}" dt="2023-03-11T09:37:42.396" v="3634" actId="478"/>
          <ac:picMkLst>
            <pc:docMk/>
            <pc:sldMk cId="3621187467" sldId="2506"/>
            <ac:picMk id="6" creationId="{7F91A24F-5CB5-F9D4-89AD-DE862BA434B4}"/>
          </ac:picMkLst>
        </pc:picChg>
        <pc:picChg chg="del">
          <ac:chgData name="Owais Ahmed" userId="6abc7d4556b3b071" providerId="LiveId" clId="{254A2D3D-DCA5-4B3F-A573-52F1054DFAE2}" dt="2023-03-11T08:57:53.687" v="2844" actId="478"/>
          <ac:picMkLst>
            <pc:docMk/>
            <pc:sldMk cId="3621187467" sldId="2506"/>
            <ac:picMk id="8" creationId="{383FC630-BCE3-A4BB-3B78-49C90E9E46B7}"/>
          </ac:picMkLst>
        </pc:picChg>
        <pc:picChg chg="add mod">
          <ac:chgData name="Owais Ahmed" userId="6abc7d4556b3b071" providerId="LiveId" clId="{254A2D3D-DCA5-4B3F-A573-52F1054DFAE2}" dt="2023-03-11T09:37:52.608" v="3638" actId="1076"/>
          <ac:picMkLst>
            <pc:docMk/>
            <pc:sldMk cId="3621187467" sldId="2506"/>
            <ac:picMk id="9" creationId="{F2C2EA6F-F9C2-A023-9104-5C6BCC7810B9}"/>
          </ac:picMkLst>
        </pc:picChg>
        <pc:picChg chg="del">
          <ac:chgData name="Owais Ahmed" userId="6abc7d4556b3b071" providerId="LiveId" clId="{254A2D3D-DCA5-4B3F-A573-52F1054DFAE2}" dt="2023-03-11T08:57:52.412" v="2843" actId="478"/>
          <ac:picMkLst>
            <pc:docMk/>
            <pc:sldMk cId="3621187467" sldId="2506"/>
            <ac:picMk id="10" creationId="{B308A51B-EB0E-1308-B8B3-F9D575046A6B}"/>
          </ac:picMkLst>
        </pc:picChg>
        <pc:picChg chg="del">
          <ac:chgData name="Owais Ahmed" userId="6abc7d4556b3b071" providerId="LiveId" clId="{254A2D3D-DCA5-4B3F-A573-52F1054DFAE2}" dt="2023-03-11T08:57:51.903" v="2842" actId="478"/>
          <ac:picMkLst>
            <pc:docMk/>
            <pc:sldMk cId="3621187467" sldId="2506"/>
            <ac:picMk id="11" creationId="{17E90CBA-CCE8-E0DA-517C-F1C42B3800CD}"/>
          </ac:picMkLst>
        </pc:picChg>
        <pc:picChg chg="del">
          <ac:chgData name="Owais Ahmed" userId="6abc7d4556b3b071" providerId="LiveId" clId="{254A2D3D-DCA5-4B3F-A573-52F1054DFAE2}" dt="2023-03-11T08:57:51.231" v="2841" actId="478"/>
          <ac:picMkLst>
            <pc:docMk/>
            <pc:sldMk cId="3621187467" sldId="2506"/>
            <ac:picMk id="12" creationId="{53E60DE2-545A-9D1F-8754-88049662D9D1}"/>
          </ac:picMkLst>
        </pc:picChg>
      </pc:sldChg>
      <pc:sldChg chg="add del">
        <pc:chgData name="Owais Ahmed" userId="6abc7d4556b3b071" providerId="LiveId" clId="{254A2D3D-DCA5-4B3F-A573-52F1054DFAE2}" dt="2023-03-11T09:15:50.985" v="3072" actId="47"/>
        <pc:sldMkLst>
          <pc:docMk/>
          <pc:sldMk cId="1081780362" sldId="2507"/>
        </pc:sldMkLst>
      </pc:sldChg>
      <pc:sldChg chg="modSp add mod modAnim">
        <pc:chgData name="Owais Ahmed" userId="6abc7d4556b3b071" providerId="LiveId" clId="{254A2D3D-DCA5-4B3F-A573-52F1054DFAE2}" dt="2023-03-11T09:22:51.049" v="3532" actId="20577"/>
        <pc:sldMkLst>
          <pc:docMk/>
          <pc:sldMk cId="1990660398" sldId="2507"/>
        </pc:sldMkLst>
        <pc:spChg chg="mod">
          <ac:chgData name="Owais Ahmed" userId="6abc7d4556b3b071" providerId="LiveId" clId="{254A2D3D-DCA5-4B3F-A573-52F1054DFAE2}" dt="2023-03-11T09:22:35.006" v="3529"/>
          <ac:spMkLst>
            <pc:docMk/>
            <pc:sldMk cId="1990660398" sldId="2507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21:06.627" v="3478" actId="20577"/>
          <ac:spMkLst>
            <pc:docMk/>
            <pc:sldMk cId="1990660398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45:27.312" v="3677" actId="20577"/>
        <pc:sldMkLst>
          <pc:docMk/>
          <pc:sldMk cId="1508569928" sldId="2508"/>
        </pc:sldMkLst>
        <pc:spChg chg="mod">
          <ac:chgData name="Owais Ahmed" userId="6abc7d4556b3b071" providerId="LiveId" clId="{254A2D3D-DCA5-4B3F-A573-52F1054DFAE2}" dt="2023-03-11T09:45:27.312" v="3677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45:14.277" v="3662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58:49.793" v="4207" actId="20577"/>
        <pc:sldMkLst>
          <pc:docMk/>
          <pc:sldMk cId="2812469995" sldId="2509"/>
        </pc:sldMkLst>
        <pc:spChg chg="mod">
          <ac:chgData name="Owais Ahmed" userId="6abc7d4556b3b071" providerId="LiveId" clId="{254A2D3D-DCA5-4B3F-A573-52F1054DFAE2}" dt="2023-03-11T09:58:49.793" v="4207" actId="20577"/>
          <ac:spMkLst>
            <pc:docMk/>
            <pc:sldMk cId="2812469995" sldId="250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0593F14E-211B-4AF4-BE81-F72811D69F15}"/>
    <pc:docChg chg="modSld">
      <pc:chgData name="Owais Ahmed" userId="6abc7d4556b3b071" providerId="LiveId" clId="{0593F14E-211B-4AF4-BE81-F72811D69F15}" dt="2023-03-17T05:53:29.522" v="0"/>
      <pc:docMkLst>
        <pc:docMk/>
      </pc:docMkLst>
      <pc:sldChg chg="modAnim">
        <pc:chgData name="Owais Ahmed" userId="6abc7d4556b3b071" providerId="LiveId" clId="{0593F14E-211B-4AF4-BE81-F72811D69F15}" dt="2023-03-17T05:53:29.522" v="0"/>
        <pc:sldMkLst>
          <pc:docMk/>
          <pc:sldMk cId="2153317436" sldId="2513"/>
        </pc:sldMkLst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CACC8309-725A-4E89-8A58-327E57842544}"/>
    <pc:docChg chg="undo redo custSel addSld delSld modSld sldOrd">
      <pc:chgData name="Owais Ahmed" userId="6abc7d4556b3b071" providerId="LiveId" clId="{CACC8309-725A-4E89-8A58-327E57842544}" dt="2023-03-17T05:07:14.946" v="2750" actId="20577"/>
      <pc:docMkLst>
        <pc:docMk/>
      </pc:docMkLst>
      <pc:sldChg chg="modSp mod">
        <pc:chgData name="Owais Ahmed" userId="6abc7d4556b3b071" providerId="LiveId" clId="{CACC8309-725A-4E89-8A58-327E57842544}" dt="2023-03-17T05:00:18.234" v="2326" actId="20577"/>
        <pc:sldMkLst>
          <pc:docMk/>
          <pc:sldMk cId="1649098948" sldId="2462"/>
        </pc:sldMkLst>
        <pc:spChg chg="mod">
          <ac:chgData name="Owais Ahmed" userId="6abc7d4556b3b071" providerId="LiveId" clId="{CACC8309-725A-4E89-8A58-327E57842544}" dt="2023-03-17T05:00:18.234" v="232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">
        <pc:chgData name="Owais Ahmed" userId="6abc7d4556b3b071" providerId="LiveId" clId="{CACC8309-725A-4E89-8A58-327E57842544}" dt="2023-03-17T04:18:18.686" v="1429" actId="20577"/>
        <pc:sldMkLst>
          <pc:docMk/>
          <pc:sldMk cId="641030253" sldId="2479"/>
        </pc:sldMkLst>
        <pc:spChg chg="mod">
          <ac:chgData name="Owais Ahmed" userId="6abc7d4556b3b071" providerId="LiveId" clId="{CACC8309-725A-4E89-8A58-327E57842544}" dt="2023-03-17T04:18:18.686" v="142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 mod addAnim delAnim modAnim modNotesTx">
        <pc:chgData name="Owais Ahmed" userId="6abc7d4556b3b071" providerId="LiveId" clId="{CACC8309-725A-4E89-8A58-327E57842544}" dt="2023-03-17T04:20:11.070" v="1439" actId="20577"/>
        <pc:sldMkLst>
          <pc:docMk/>
          <pc:sldMk cId="2279712319" sldId="2502"/>
        </pc:sldMkLst>
        <pc:spChg chg="mod">
          <ac:chgData name="Owais Ahmed" userId="6abc7d4556b3b071" providerId="LiveId" clId="{CACC8309-725A-4E89-8A58-327E57842544}" dt="2023-03-17T04:18:35.476" v="143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18:15.296" v="1428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4:08:13.150" v="1219" actId="47"/>
        <pc:sldMkLst>
          <pc:docMk/>
          <pc:sldMk cId="1084053900" sldId="2505"/>
        </pc:sldMkLst>
      </pc:sldChg>
      <pc:sldChg chg="modSp mod modAnim modNotesTx">
        <pc:chgData name="Owais Ahmed" userId="6abc7d4556b3b071" providerId="LiveId" clId="{CACC8309-725A-4E89-8A58-327E57842544}" dt="2023-03-17T04:36:08.524" v="1746" actId="20577"/>
        <pc:sldMkLst>
          <pc:docMk/>
          <pc:sldMk cId="1508569928" sldId="2508"/>
        </pc:sldMkLst>
        <pc:spChg chg="mod">
          <ac:chgData name="Owais Ahmed" userId="6abc7d4556b3b071" providerId="LiveId" clId="{CACC8309-725A-4E89-8A58-327E57842544}" dt="2023-03-17T04:36:07.853" v="1745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37.141" v="623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">
        <pc:chgData name="Owais Ahmed" userId="6abc7d4556b3b071" providerId="LiveId" clId="{CACC8309-725A-4E89-8A58-327E57842544}" dt="2023-03-17T03:43:12.769" v="659" actId="20577"/>
        <pc:sldMkLst>
          <pc:docMk/>
          <pc:sldMk cId="2812469995" sldId="2509"/>
        </pc:sldMkLst>
        <pc:spChg chg="mod">
          <ac:chgData name="Owais Ahmed" userId="6abc7d4556b3b071" providerId="LiveId" clId="{CACC8309-725A-4E89-8A58-327E57842544}" dt="2023-03-17T03:43:12.769" v="659" actId="20577"/>
          <ac:spMkLst>
            <pc:docMk/>
            <pc:sldMk cId="2812469995" sldId="2509"/>
            <ac:spMk id="3" creationId="{4A1C0383-58FE-E486-295E-B33B8683B938}"/>
          </ac:spMkLst>
        </pc:spChg>
      </pc:sldChg>
      <pc:sldChg chg="modSp add mod ord modAnim modNotesTx">
        <pc:chgData name="Owais Ahmed" userId="6abc7d4556b3b071" providerId="LiveId" clId="{CACC8309-725A-4E89-8A58-327E57842544}" dt="2023-03-17T04:34:35.075" v="1709"/>
        <pc:sldMkLst>
          <pc:docMk/>
          <pc:sldMk cId="1057691870" sldId="2510"/>
        </pc:sldMkLst>
        <pc:spChg chg="mod">
          <ac:chgData name="Owais Ahmed" userId="6abc7d4556b3b071" providerId="LiveId" clId="{CACC8309-725A-4E89-8A58-327E57842544}" dt="2023-03-17T03:52:50.438" v="1218" actId="20577"/>
          <ac:spMkLst>
            <pc:docMk/>
            <pc:sldMk cId="1057691870" sldId="2510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49.292" v="626"/>
          <ac:spMkLst>
            <pc:docMk/>
            <pc:sldMk cId="1057691870" sldId="251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CACC8309-725A-4E89-8A58-327E57842544}" dt="2023-03-17T04:34:08.855" v="1705"/>
        <pc:sldMkLst>
          <pc:docMk/>
          <pc:sldMk cId="3839483012" sldId="2511"/>
        </pc:sldMkLst>
        <pc:spChg chg="mod">
          <ac:chgData name="Owais Ahmed" userId="6abc7d4556b3b071" providerId="LiveId" clId="{CACC8309-725A-4E89-8A58-327E57842544}" dt="2023-03-17T04:33:26.928" v="1645" actId="20577"/>
          <ac:spMkLst>
            <pc:docMk/>
            <pc:sldMk cId="3839483012" sldId="25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ACC8309-725A-4E89-8A58-327E57842544}" dt="2023-03-17T04:59:52.375" v="2295" actId="20577"/>
        <pc:sldMkLst>
          <pc:docMk/>
          <pc:sldMk cId="138766739" sldId="2512"/>
        </pc:sldMkLst>
        <pc:spChg chg="mod">
          <ac:chgData name="Owais Ahmed" userId="6abc7d4556b3b071" providerId="LiveId" clId="{CACC8309-725A-4E89-8A58-327E57842544}" dt="2023-03-17T04:59:52.375" v="2295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37:41.295" v="1774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ACC8309-725A-4E89-8A58-327E57842544}" dt="2023-03-17T05:02:15.873" v="2494" actId="20577"/>
        <pc:sldMkLst>
          <pc:docMk/>
          <pc:sldMk cId="2153317436" sldId="2513"/>
        </pc:sldMkLst>
        <pc:spChg chg="mod">
          <ac:chgData name="Owais Ahmed" userId="6abc7d4556b3b071" providerId="LiveId" clId="{CACC8309-725A-4E89-8A58-327E57842544}" dt="2023-03-17T05:02:15.873" v="2494" actId="20577"/>
          <ac:spMkLst>
            <pc:docMk/>
            <pc:sldMk cId="2153317436" sldId="2513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0:43.391" v="2369" actId="20577"/>
          <ac:spMkLst>
            <pc:docMk/>
            <pc:sldMk cId="2153317436" sldId="2513"/>
            <ac:spMk id="215" creationId="{00000000-0000-0000-0000-000000000000}"/>
          </ac:spMkLst>
        </pc:spChg>
        <pc:picChg chg="add mod modCrop">
          <ac:chgData name="Owais Ahmed" userId="6abc7d4556b3b071" providerId="LiveId" clId="{CACC8309-725A-4E89-8A58-327E57842544}" dt="2023-03-17T05:01:37.804" v="2383" actId="1076"/>
          <ac:picMkLst>
            <pc:docMk/>
            <pc:sldMk cId="2153317436" sldId="2513"/>
            <ac:picMk id="4" creationId="{21180900-F3B8-E12B-FA4E-A36E1C5CFB0F}"/>
          </ac:picMkLst>
        </pc:picChg>
      </pc:sldChg>
      <pc:sldChg chg="modSp add mod ord modAnim">
        <pc:chgData name="Owais Ahmed" userId="6abc7d4556b3b071" providerId="LiveId" clId="{CACC8309-725A-4E89-8A58-327E57842544}" dt="2023-03-17T05:07:14.946" v="2750" actId="20577"/>
        <pc:sldMkLst>
          <pc:docMk/>
          <pc:sldMk cId="864977329" sldId="2514"/>
        </pc:sldMkLst>
        <pc:spChg chg="mod">
          <ac:chgData name="Owais Ahmed" userId="6abc7d4556b3b071" providerId="LiveId" clId="{CACC8309-725A-4E89-8A58-327E57842544}" dt="2023-03-17T05:07:14.946" v="2750" actId="20577"/>
          <ac:spMkLst>
            <pc:docMk/>
            <pc:sldMk cId="864977329" sldId="2514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4:12.427" v="2501" actId="20577"/>
          <ac:spMkLst>
            <pc:docMk/>
            <pc:sldMk cId="864977329" sldId="2514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Commutative law: Order makes no difference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Associative law: If the operation is same for 3 or more variables, then it doesn’t matter which one is performed first</a:t>
                </a:r>
              </a:p>
              <a:p>
                <a:pPr marL="228600" indent="-228600" rtl="0">
                  <a:buAutoNum type="arabicPeriod"/>
                </a:pPr>
                <a:r>
                  <a:rPr lang="en-US" dirty="0"/>
                  <a:t>Distributive law: For AND </a:t>
                </a:r>
                <a:r>
                  <a:rPr lang="en-US" dirty="0" err="1"/>
                  <a:t>and</a:t>
                </a:r>
                <a:r>
                  <a:rPr lang="en-US" dirty="0"/>
                  <a:t> OR, </a:t>
                </a:r>
                <a:r>
                  <a:rPr lang="en-US" dirty="0" err="1"/>
                  <a:t>boolean</a:t>
                </a:r>
                <a:r>
                  <a:rPr lang="en-US" dirty="0"/>
                  <a:t> equation can be expanded and simplified like algebraic equations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Talk about Steve </a:t>
                </a:r>
                <a:r>
                  <a:rPr lang="en-US" dirty="0" err="1"/>
                  <a:t>Jobb’s</a:t>
                </a:r>
                <a:r>
                  <a:rPr lang="en-US" dirty="0"/>
                  <a:t> and Bill Gates’s interview and how DOS had an edge over IBM as it used floating point instead of fixed point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This value </a:t>
                </a:r>
                <a:r>
                  <a:rPr lang="en-US" sz="1200" i="0" dirty="0">
                    <a:latin typeface="Cambria Math" panose="02040503050406030204" pitchFamily="18" charset="0"/>
                  </a:rPr>
                  <a:t>299,792,400</a:t>
                </a:r>
                <a:r>
                  <a:rPr lang="en-US" dirty="0"/>
                  <a:t> is the speed of light</a:t>
                </a:r>
              </a:p>
              <a:p>
                <a:pPr marL="228600" indent="-228600">
                  <a:buAutoNum type="arabicPeriod"/>
                </a:pPr>
                <a:r>
                  <a:rPr lang="en-US" dirty="0"/>
                  <a:t>Fact! CPU’s now have a separate unit called FPU dedicated for calculations of floating points. This is to increase performance.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413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2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 rtl="0"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𝐴𝐵𝐶</m:t>
                        </m:r>
                      </m:e>
                    </m:bar>
                  </m:oMath>
                </a14:m>
                <a:endParaRPr lang="en-US" dirty="0"/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bar>
                          <m:barPr>
                            <m:pos m:val="top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𝐶</m:t>
                        </m:r>
                        <m:bar>
                          <m:barPr>
                            <m:pos m:val="top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bar>
                          <m:barPr>
                            <m:pos m:val="top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𝐶</m:t>
                        </m:r>
                        <m:bar>
                          <m:barPr>
                            <m:pos m:val="top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)(</m:t>
                    </m:r>
                    <m:bar>
                      <m:barPr>
                        <m:pos m:val="top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)(</m:t>
                    </m:r>
                    <m:bar>
                      <m:barPr>
                        <m:pos m:val="top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 rtl="0">
                  <a:buAutoNum type="arabicPeriod"/>
                </a:pPr>
                <a:r>
                  <a:rPr lang="en-US" sz="1200" b="0" i="0">
                    <a:latin typeface="Cambria Math" panose="02040503050406030204" pitchFamily="18" charset="0"/>
                  </a:rPr>
                  <a:t>¯𝐴+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𝐵+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𝐶</a:t>
                </a:r>
                <a:r>
                  <a:rPr lang="en-US" dirty="0"/>
                  <a:t>=</a:t>
                </a:r>
                <a:r>
                  <a:rPr lang="en-US" sz="1200" b="0" i="0">
                    <a:latin typeface="Cambria Math" panose="02040503050406030204" pitchFamily="18" charset="0"/>
                  </a:rPr>
                  <a:t>¯𝐴𝐵+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𝐶=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𝐴𝐵𝐶</a:t>
                </a:r>
                <a:endParaRPr lang="en-US" dirty="0"/>
              </a:p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lang="en-US" sz="1200" i="0">
                    <a:latin typeface="Cambria Math" panose="02040503050406030204" pitchFamily="18" charset="0"/>
                  </a:rPr>
                  <a:t>¯(¯𝐴 𝐵+𝐶¯𝐷+𝐸)</a:t>
                </a:r>
                <a:r>
                  <a:rPr lang="en-US" dirty="0"/>
                  <a:t>=</a:t>
                </a:r>
                <a:r>
                  <a:rPr lang="en-US" sz="1200" i="0">
                    <a:latin typeface="Cambria Math" panose="02040503050406030204" pitchFamily="18" charset="0"/>
                  </a:rPr>
                  <a:t>¯(¯𝐴 𝐵)</a:t>
                </a:r>
                <a:r>
                  <a:rPr lang="en-US" sz="1200" b="0" i="0">
                    <a:latin typeface="Cambria Math" panose="02040503050406030204" pitchFamily="18" charset="0"/>
                  </a:rPr>
                  <a:t>.</a:t>
                </a:r>
                <a:r>
                  <a:rPr lang="en-US" sz="1200" i="0">
                    <a:latin typeface="Cambria Math" panose="02040503050406030204" pitchFamily="18" charset="0"/>
                  </a:rPr>
                  <a:t>¯(𝐶¯𝐷)</a:t>
                </a:r>
                <a:r>
                  <a:rPr lang="en-US" sz="1200" b="0" i="0">
                    <a:latin typeface="Cambria Math" panose="02040503050406030204" pitchFamily="18" charset="0"/>
                  </a:rPr>
                  <a:t>.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𝐸=(𝐴+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𝐵)(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𝐵+𝐷)(</a:t>
                </a:r>
                <a:r>
                  <a:rPr lang="en-US" sz="1200" i="0">
                    <a:latin typeface="Cambria Math" panose="02040503050406030204" pitchFamily="18" charset="0"/>
                  </a:rPr>
                  <a:t>¯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𝐸)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926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lang="en-US" dirty="0"/>
                  <a:t>Class exercise: Create truth table of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200" b="0" dirty="0"/>
              </a:p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lang="en-US" dirty="0"/>
                  <a:t>Class exercise: Create truth table of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𝐴𝐵+𝐶+¯𝐴 𝐷</a:t>
                </a:r>
                <a:endParaRPr lang="en-US" sz="1200" b="0" dirty="0"/>
              </a:p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64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97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lang="en-US" sz="1200" b="0" dirty="0"/>
                  <a:t>Class exercise: create</a:t>
                </a:r>
                <a:r>
                  <a:rPr lang="en-US" sz="1200" b="0" baseline="0" dirty="0"/>
                  <a:t> truth table of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/>
              </a:p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lang="en-US" sz="1200" b="0" dirty="0"/>
                  <a:t>Class exercise: create</a:t>
                </a:r>
                <a:r>
                  <a:rPr lang="en-US" sz="1200" b="0" baseline="0" dirty="0"/>
                  <a:t> truth table of </a:t>
                </a:r>
                <a:r>
                  <a:rPr lang="en-US" sz="1200" b="0" i="0">
                    <a:latin typeface="Cambria Math" panose="02040503050406030204" pitchFamily="18" charset="0"/>
                  </a:rPr>
                  <a:t>(</a:t>
                </a:r>
                <a:r>
                  <a:rPr lang="en-US" sz="1200" i="0">
                    <a:latin typeface="Cambria Math" panose="02040503050406030204" pitchFamily="18" charset="0"/>
                  </a:rPr>
                  <a:t>¯𝐴</a:t>
                </a:r>
                <a:r>
                  <a:rPr lang="en-US" sz="1200" b="0" i="0">
                    <a:latin typeface="Cambria Math" panose="02040503050406030204" pitchFamily="18" charset="0"/>
                  </a:rPr>
                  <a:t>+𝐶)(𝐶+¯𝐷)</a:t>
                </a:r>
                <a:endParaRPr lang="en-US" sz="1200" dirty="0"/>
              </a:p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714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22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72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00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208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652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59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i="1" smtClean="0">
                        <a:latin typeface="Cambria Math" panose="02040503050406030204" pitchFamily="18" charset="0"/>
                      </a:rPr>
                      <m:t>.(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=0, and should be removed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.1=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sz="1200" i="0">
                    <a:latin typeface="Cambria Math" panose="02040503050406030204" pitchFamily="18" charset="0"/>
                  </a:rPr>
                  <a:t>𝐷.(¯𝐷)</a:t>
                </a:r>
                <a:r>
                  <a:rPr lang="en-US" dirty="0"/>
                  <a:t>=0, and should be removed</a:t>
                </a:r>
              </a:p>
              <a:p>
                <a:pPr marL="228600" indent="-228600">
                  <a:buAutoNum type="arabicPeriod"/>
                </a:pPr>
                <a:r>
                  <a:rPr lang="en-US" sz="1200" i="0">
                    <a:latin typeface="Cambria Math" panose="02040503050406030204" pitchFamily="18" charset="0"/>
                  </a:rPr>
                  <a:t>𝐷</a:t>
                </a:r>
                <a:r>
                  <a:rPr lang="en-US" sz="1200" b="0" i="0">
                    <a:latin typeface="Cambria Math" panose="02040503050406030204" pitchFamily="18" charset="0"/>
                  </a:rPr>
                  <a:t>.1=𝐷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72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i="1" smtClean="0">
                        <a:latin typeface="Cambria Math" panose="02040503050406030204" pitchFamily="18" charset="0"/>
                      </a:rPr>
                      <m:t>.(</m:t>
                    </m:r>
                    <m:bar>
                      <m:barPr>
                        <m:pos m:val="top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=0, and should be removed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.1=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sz="1200" i="0">
                    <a:latin typeface="Cambria Math" panose="02040503050406030204" pitchFamily="18" charset="0"/>
                  </a:rPr>
                  <a:t>𝐷.(¯𝐷)</a:t>
                </a:r>
                <a:r>
                  <a:rPr lang="en-US" dirty="0"/>
                  <a:t>=0, and should be removed</a:t>
                </a:r>
              </a:p>
              <a:p>
                <a:pPr marL="228600" indent="-228600">
                  <a:buAutoNum type="arabicPeriod"/>
                </a:pPr>
                <a:r>
                  <a:rPr lang="en-US" sz="1200" i="0">
                    <a:latin typeface="Cambria Math" panose="02040503050406030204" pitchFamily="18" charset="0"/>
                  </a:rPr>
                  <a:t>𝐷</a:t>
                </a:r>
                <a:r>
                  <a:rPr lang="en-US" sz="1200" b="0" i="0">
                    <a:latin typeface="Cambria Math" panose="02040503050406030204" pitchFamily="18" charset="0"/>
                  </a:rPr>
                  <a:t>.1=𝐷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0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9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1.wdp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Laws of Boolean Algebra</a:t>
            </a:r>
          </a:p>
          <a:p>
            <a:r>
              <a:rPr lang="en-US" dirty="0"/>
              <a:t>De’ Morgan’s Theorem</a:t>
            </a:r>
          </a:p>
          <a:p>
            <a:r>
              <a:rPr lang="en-US" dirty="0"/>
              <a:t>Sum of Product</a:t>
            </a:r>
          </a:p>
          <a:p>
            <a:r>
              <a:rPr lang="en-US" dirty="0"/>
              <a:t>Product of Sum</a:t>
            </a:r>
          </a:p>
          <a:p>
            <a:r>
              <a:rPr lang="en-US" dirty="0" err="1"/>
              <a:t>Minterms</a:t>
            </a:r>
            <a:r>
              <a:rPr lang="en-US" dirty="0"/>
              <a:t> and Maxterms</a:t>
            </a:r>
          </a:p>
          <a:p>
            <a:r>
              <a:rPr lang="en-US" dirty="0"/>
              <a:t>Exercise – Piecing it together</a:t>
            </a:r>
          </a:p>
          <a:p>
            <a:r>
              <a:rPr lang="en-US" dirty="0"/>
              <a:t>Quiz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Laws of Boolean Algebra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5" y="1532587"/>
                <a:ext cx="6716444" cy="4942829"/>
              </a:xfrm>
              <a:prstGeom prst="rect">
                <a:avLst/>
              </a:prstGeom>
            </p:spPr>
            <p:txBody>
              <a:bodyPr numCol="1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Annulment: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.0=0;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+1=1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Identity: </a:t>
                </a:r>
                <a14:m>
                  <m:oMath xmlns:m="http://schemas.openxmlformats.org/officeDocument/2006/math">
                    <m:r>
                      <a:rPr lang="en-US" sz="3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.1=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+0=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Double Negative: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000">
                            <a:latin typeface="Cambria Math" panose="02040503050406030204" pitchFamily="18" charset="0"/>
                          </a:rPr>
                          <m:t>(</m:t>
                        </m:r>
                        <m:bar>
                          <m:barPr>
                            <m:pos m:val="top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Idempotent: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Commutative: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Associative: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8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Distributive: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).(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5" y="1532587"/>
                <a:ext cx="6716444" cy="4942829"/>
              </a:xfrm>
              <a:prstGeom prst="rect">
                <a:avLst/>
              </a:prstGeom>
              <a:blipFill>
                <a:blip r:embed="rId3"/>
                <a:stretch>
                  <a:fillRect l="-907" t="-74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 descr="Commutative Law">
            <a:extLst>
              <a:ext uri="{FF2B5EF4-FFF2-40B4-BE49-F238E27FC236}">
                <a16:creationId xmlns:a16="http://schemas.microsoft.com/office/drawing/2014/main" id="{3A7C9F78-BB2A-4599-2F27-63FF3C314F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7916829" y="2926122"/>
            <a:ext cx="4046571" cy="1578262"/>
            <a:chOff x="7916829" y="2094415"/>
            <a:chExt cx="4046571" cy="15782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330402-3A55-CE22-917A-6D773C990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6829" y="2094415"/>
              <a:ext cx="4046571" cy="77730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FDCBBB2-3302-F8E7-E645-7D736B4CA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41788" y="2895370"/>
              <a:ext cx="3641068" cy="777307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C74D2B9-6B59-8202-D5C7-44B1423588F1}"/>
              </a:ext>
            </a:extLst>
          </p:cNvPr>
          <p:cNvGrpSpPr/>
          <p:nvPr/>
        </p:nvGrpSpPr>
        <p:grpSpPr>
          <a:xfrm>
            <a:off x="6599049" y="2451348"/>
            <a:ext cx="5372566" cy="2504162"/>
            <a:chOff x="6699455" y="3139893"/>
            <a:chExt cx="5372566" cy="250416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6D887EA-C983-B9BF-D1D2-0152466E5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99455" y="3139893"/>
              <a:ext cx="5372566" cy="115072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2AFD99D-02ED-70F0-3940-D3B729637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08381" y="4290613"/>
              <a:ext cx="5363640" cy="1353442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6346850-16FB-F724-85FE-4A15497DCF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1961" y="2764418"/>
            <a:ext cx="6129654" cy="187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0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De’ Morgan’s Theorem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2421203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theorem states: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latin typeface="Cambria Math"/>
                          </a:rPr>
                          <m:t>𝐴𝐵</m:t>
                        </m:r>
                      </m:e>
                    </m:acc>
                    <m:r>
                      <a:rPr lang="en-US" sz="36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US" sz="3600" i="1">
                        <a:latin typeface="Cambria Math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i="1">
                            <a:latin typeface="Cambria Math"/>
                          </a:rPr>
                          <m:t>𝐵</m:t>
                        </m:r>
                      </m:e>
                    </m:acc>
                  </m:oMath>
                </a14:m>
                <a:endParaRPr lang="en-US" sz="3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With the help of this theorem, 3 logical gates can be reduced to 1 gate. Thus, simplifying the circuits.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2421203"/>
              </a:xfrm>
              <a:prstGeom prst="rect">
                <a:avLst/>
              </a:prstGeom>
              <a:blipFill>
                <a:blip r:embed="rId3"/>
                <a:stretch>
                  <a:fillRect l="-1297" r="-311" b="-678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27137C5-63F1-6A39-DC4A-30E30E4B3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" y="4091445"/>
            <a:ext cx="9972675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10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De’ Morgan’s Theorem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Exercise: Can the given Boolean expressions be reduced into fewer gates using De’ Morgan’s Theorem?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sz="34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71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Sum of Product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SOP: Two or more product terms are summed by Boolean addition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3200" b="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𝐴𝐵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3200" b="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SOP tells us that if any of the products is 1, then eq. will be 1, i.e., an SOP expression = 1 if any of the product terms = 1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example, binary representation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Similarly, binary representation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𝐴𝐵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bar>
                    <m:r>
                      <a:rPr lang="en-US" sz="32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when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FYI: The domain of expression is the set of Boolean variables used in an expression. For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𝐴𝐵</m:t>
                    </m:r>
                    <m:bar>
                      <m:barPr>
                        <m:pos m:val="top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6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bar>
                    <m:r>
                      <a:rPr lang="en-US" sz="3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400" dirty="0"/>
                  <a:t>, the DOE is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48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Sum of Product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Exercise: Convert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400" dirty="0"/>
                  <a:t> to standard SOP form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is missing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, therefore multiplying with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is missing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, therefore multiplying with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 is already in standard form, therefore: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sz="3200" dirty="0"/>
                  <a:t>+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𝐴𝐵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Caution! Standard SOP is not an optimal solution; it should only be used for analysis, not in actual implementation.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675" r="-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46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 of Sum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POS: An expression represented as single variable term of </a:t>
                </a:r>
                <a:r>
                  <a:rPr lang="en-US" sz="3400" i="1" dirty="0"/>
                  <a:t>summed up terms</a:t>
                </a:r>
                <a:r>
                  <a:rPr lang="en-US" sz="3400" dirty="0"/>
                  <a:t>. For example: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 POS, a complement (overbar) can only be on a single variable at a time, meaning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sz="3400" dirty="0"/>
                  <a:t> is allowed, but not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sz="3400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SOP tells us that if any of the products is 0, then eq. will be 0, i.e., an SOP expression = 0 if any of the summed terms = 0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example, binary representation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3200" dirty="0"/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</a:t>
                </a:r>
                <a:r>
                  <a:rPr lang="en-US" sz="3400" u="sng" dirty="0"/>
                  <a:t>Standard POS</a:t>
                </a:r>
                <a:r>
                  <a:rPr lang="en-US" sz="3400" dirty="0"/>
                  <a:t> expression consists of products of summed terms such that each summed term contains all the variables in the domain.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519" r="-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56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Product of Sum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Exercise: Convert </a:t>
                </a:r>
                <a14:m>
                  <m:oMath xmlns:m="http://schemas.openxmlformats.org/officeDocument/2006/math"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400" dirty="0"/>
                  <a:t> to standard POS form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missing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, therefore adding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</m:d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second term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missing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, therefore adding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Now adding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</m:oMath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Last summed term already contains the 4 variables in the domain; therefore the standard POS is:</a:t>
                </a:r>
                <a:br>
                  <a:rPr lang="en-US" sz="3200" dirty="0"/>
                </a:b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)(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Tip! Double check all the summed terms. If you find duplicates, </a:t>
                </a:r>
                <a:r>
                  <a:rPr lang="en-US" sz="3400"/>
                  <a:t>apply Idempotent rule.</a:t>
                </a:r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519" b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69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Binary to SOP and POS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Exercise: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output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=1111</m:t>
                    </m:r>
                  </m:oMath>
                </a14:m>
                <a:r>
                  <a:rPr lang="en-US" sz="3200" dirty="0"/>
                  <a:t> where the domain is 3 variables. The input signals to the variables are 011, 100, 110 and 111 respectively. Find out the standard SOP equation using timing diagram, truth table and logic diagram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output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=0000</m:t>
                    </m:r>
                  </m:oMath>
                </a14:m>
                <a:r>
                  <a:rPr lang="en-US" sz="3200" dirty="0"/>
                  <a:t> where the domain is 3 variables. The input signals to the variables are 000, 001, 010, 101. Find out the standard POS using timing diagram, truth table and logic diagram.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6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Minterms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and Maxterms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84746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400" dirty="0" err="1"/>
              <a:t>Minterms</a:t>
            </a:r>
            <a:r>
              <a:rPr lang="en-US" sz="3400" dirty="0"/>
              <a:t> and Maxterms are simply representations in Sum term or Product term</a:t>
            </a:r>
            <a:endParaRPr lang="en-US" sz="3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1180900-F3B8-E12B-FA4E-A36E1C5CF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5759" t="26577" r="11283"/>
          <a:stretch/>
        </p:blipFill>
        <p:spPr bwMode="auto">
          <a:xfrm>
            <a:off x="2927131" y="2457837"/>
            <a:ext cx="6337738" cy="405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5331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 – Piecing it all Together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Equation: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.(</m:t>
                        </m:r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ba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ba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.1</m:t>
                            </m:r>
                          </m:e>
                        </m:d>
                      </m:e>
                    </m:bar>
                  </m:oMath>
                </a14:m>
                <a:endParaRPr lang="en-US" sz="3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Use the Boolean laws to see if this equation can be simplified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Create a complete Truth Table of the equation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Draw the Logic diagram using applicable gates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Construct a Waveform and Timing Diagram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Reconstruct the Logic diagram using only NAND gates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090" b="-369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67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 – Simplifying the equation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Equation: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.(</m:t>
                        </m:r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ba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ba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.1</m:t>
                            </m:r>
                          </m:e>
                        </m:d>
                      </m:e>
                    </m:bar>
                  </m:oMath>
                </a14:m>
                <a:endParaRPr lang="en-US" sz="34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Simplify: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.(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32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Simplify: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.1</m:t>
                        </m:r>
                      </m:e>
                    </m:d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</m:e>
                    </m:d>
                    <m:r>
                      <a:rPr lang="en-US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d>
                          <m:d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ba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ba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bar>
                  </m:oMath>
                </a14:m>
                <a:endParaRPr lang="en-US" sz="3400" dirty="0"/>
              </a:p>
              <a:p>
                <a:pPr marL="0" indent="0">
                  <a:buNone/>
                </a:pPr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66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 – Truth Table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51EA6D3-D80B-93F6-0937-44975A2213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0779967"/>
                  </p:ext>
                </p:extLst>
              </p:nvPr>
            </p:nvGraphicFramePr>
            <p:xfrm>
              <a:off x="220384" y="1371600"/>
              <a:ext cx="11743016" cy="5181602"/>
            </p:xfrm>
            <a:graphic>
              <a:graphicData uri="http://schemas.openxmlformats.org/drawingml/2006/table">
                <a:tbl>
                  <a:tblPr>
                    <a:tableStyleId>{BDBED569-4797-4DF1-A0F4-6AAB3CD982D8}</a:tableStyleId>
                  </a:tblPr>
                  <a:tblGrid>
                    <a:gridCol w="493649">
                      <a:extLst>
                        <a:ext uri="{9D8B030D-6E8A-4147-A177-3AD203B41FA5}">
                          <a16:colId xmlns:a16="http://schemas.microsoft.com/office/drawing/2014/main" val="4011720191"/>
                        </a:ext>
                      </a:extLst>
                    </a:gridCol>
                    <a:gridCol w="484600">
                      <a:extLst>
                        <a:ext uri="{9D8B030D-6E8A-4147-A177-3AD203B41FA5}">
                          <a16:colId xmlns:a16="http://schemas.microsoft.com/office/drawing/2014/main" val="1983669774"/>
                        </a:ext>
                      </a:extLst>
                    </a:gridCol>
                    <a:gridCol w="480077">
                      <a:extLst>
                        <a:ext uri="{9D8B030D-6E8A-4147-A177-3AD203B41FA5}">
                          <a16:colId xmlns:a16="http://schemas.microsoft.com/office/drawing/2014/main" val="4044614165"/>
                        </a:ext>
                      </a:extLst>
                    </a:gridCol>
                    <a:gridCol w="504962">
                      <a:extLst>
                        <a:ext uri="{9D8B030D-6E8A-4147-A177-3AD203B41FA5}">
                          <a16:colId xmlns:a16="http://schemas.microsoft.com/office/drawing/2014/main" val="2630254867"/>
                        </a:ext>
                      </a:extLst>
                    </a:gridCol>
                    <a:gridCol w="416364">
                      <a:extLst>
                        <a:ext uri="{9D8B030D-6E8A-4147-A177-3AD203B41FA5}">
                          <a16:colId xmlns:a16="http://schemas.microsoft.com/office/drawing/2014/main" val="95292589"/>
                        </a:ext>
                      </a:extLst>
                    </a:gridCol>
                    <a:gridCol w="394753">
                      <a:extLst>
                        <a:ext uri="{9D8B030D-6E8A-4147-A177-3AD203B41FA5}">
                          <a16:colId xmlns:a16="http://schemas.microsoft.com/office/drawing/2014/main" val="1600717813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1791338376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1412833283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3281813889"/>
                        </a:ext>
                      </a:extLst>
                    </a:gridCol>
                    <a:gridCol w="1745207">
                      <a:extLst>
                        <a:ext uri="{9D8B030D-6E8A-4147-A177-3AD203B41FA5}">
                          <a16:colId xmlns:a16="http://schemas.microsoft.com/office/drawing/2014/main" val="1794773204"/>
                        </a:ext>
                      </a:extLst>
                    </a:gridCol>
                    <a:gridCol w="1730288">
                      <a:extLst>
                        <a:ext uri="{9D8B030D-6E8A-4147-A177-3AD203B41FA5}">
                          <a16:colId xmlns:a16="http://schemas.microsoft.com/office/drawing/2014/main" val="2626393452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3621038630"/>
                        </a:ext>
                      </a:extLst>
                    </a:gridCol>
                  </a:tblGrid>
                  <a:tr h="839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A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1600" b="1" dirty="0"/>
                            <a:t>B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1600" b="1" dirty="0"/>
                            <a:t>C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1600" b="1" dirty="0"/>
                            <a:t>D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𝐂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bar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𝐀</m:t>
                                    </m:r>
                                  </m:e>
                                </m:bar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𝐁</m:t>
                                </m:r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𝐂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𝐂</m:t>
                                    </m:r>
                                  </m:e>
                                </m:bar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𝐃</m:t>
                                </m:r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sz="1600" b="1" smtClean="0">
                                            <a:latin typeface="Cambria Math" panose="02040503050406030204" pitchFamily="18" charset="0"/>
                                          </a:rPr>
                                          <m:t>𝐀</m:t>
                                        </m:r>
                                      </m:e>
                                    </m:bar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𝐁</m:t>
                                    </m:r>
                                  </m:e>
                                </m:d>
                                <m:r>
                                  <a:rPr lang="en-US" sz="1600" b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d>
                                  <m:d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ar>
                                      <m:barPr>
                                        <m:pos m:val="top"/>
                                        <m:ctrlPr>
                                          <a:rPr lang="en-US" sz="1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n-US" sz="1600" b="1" smtClean="0">
                                            <a:latin typeface="Cambria Math" panose="02040503050406030204" pitchFamily="18" charset="0"/>
                                          </a:rPr>
                                          <m:t>𝐂</m:t>
                                        </m:r>
                                      </m:e>
                                    </m:bar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d>
                                      <m:d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bar>
                                          <m:barPr>
                                            <m:pos m:val="top"/>
                                            <m:ctrlPr>
                                              <a:rPr lang="en-US" sz="16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arPr>
                                          <m:e>
                                            <m:r>
                                              <a:rPr lang="en-US" sz="1600" b="1" smtClean="0">
                                                <a:latin typeface="Cambria Math" panose="02040503050406030204" pitchFamily="18" charset="0"/>
                                              </a:rPr>
                                              <m:t>𝐀</m:t>
                                            </m:r>
                                          </m:e>
                                        </m:bar>
                                        <m:r>
                                          <a:rPr lang="en-US" sz="1600" b="1" smtClean="0"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  <m:r>
                                          <a:rPr lang="en-US" sz="1600" b="1" smtClean="0">
                                            <a:latin typeface="Cambria Math" panose="02040503050406030204" pitchFamily="18" charset="0"/>
                                          </a:rPr>
                                          <m:t>𝐁</m:t>
                                        </m:r>
                                      </m:e>
                                    </m:d>
                                    <m:r>
                                      <a:rPr lang="en-US" sz="1600" b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d>
                                      <m:dPr>
                                        <m:ctrlPr>
                                          <a:rPr lang="en-US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bar>
                                          <m:barPr>
                                            <m:pos m:val="top"/>
                                            <m:ctrlPr>
                                              <a:rPr lang="en-US" sz="16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arPr>
                                          <m:e>
                                            <m:r>
                                              <a:rPr lang="en-US" sz="1600" b="1" smtClean="0">
                                                <a:latin typeface="Cambria Math" panose="02040503050406030204" pitchFamily="18" charset="0"/>
                                              </a:rPr>
                                              <m:t>𝐂</m:t>
                                            </m:r>
                                          </m:e>
                                        </m:bar>
                                        <m:r>
                                          <a:rPr lang="en-US" sz="1600" b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600" b="1" smtClean="0">
                                            <a:latin typeface="Cambria Math" panose="02040503050406030204" pitchFamily="18" charset="0"/>
                                          </a:rPr>
                                          <m:t>𝐃</m:t>
                                        </m:r>
                                      </m:e>
                                    </m:d>
                                  </m:e>
                                </m:bar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dirty="0" smtClean="0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oMath>
                            </m:oMathPara>
                          </a14:m>
                          <a:endParaRPr lang="en-PK" sz="16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401254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609555521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022533819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115745637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461712612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565598263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440956130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649837256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415224023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52562182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189538965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46831948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688792541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044997208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654607217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115662131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6155993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51EA6D3-D80B-93F6-0937-44975A2213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0779967"/>
                  </p:ext>
                </p:extLst>
              </p:nvPr>
            </p:nvGraphicFramePr>
            <p:xfrm>
              <a:off x="220384" y="1371600"/>
              <a:ext cx="11743016" cy="5181602"/>
            </p:xfrm>
            <a:graphic>
              <a:graphicData uri="http://schemas.openxmlformats.org/drawingml/2006/table">
                <a:tbl>
                  <a:tblPr>
                    <a:tableStyleId>{BDBED569-4797-4DF1-A0F4-6AAB3CD982D8}</a:tableStyleId>
                  </a:tblPr>
                  <a:tblGrid>
                    <a:gridCol w="493649">
                      <a:extLst>
                        <a:ext uri="{9D8B030D-6E8A-4147-A177-3AD203B41FA5}">
                          <a16:colId xmlns:a16="http://schemas.microsoft.com/office/drawing/2014/main" val="4011720191"/>
                        </a:ext>
                      </a:extLst>
                    </a:gridCol>
                    <a:gridCol w="484600">
                      <a:extLst>
                        <a:ext uri="{9D8B030D-6E8A-4147-A177-3AD203B41FA5}">
                          <a16:colId xmlns:a16="http://schemas.microsoft.com/office/drawing/2014/main" val="1983669774"/>
                        </a:ext>
                      </a:extLst>
                    </a:gridCol>
                    <a:gridCol w="480077">
                      <a:extLst>
                        <a:ext uri="{9D8B030D-6E8A-4147-A177-3AD203B41FA5}">
                          <a16:colId xmlns:a16="http://schemas.microsoft.com/office/drawing/2014/main" val="4044614165"/>
                        </a:ext>
                      </a:extLst>
                    </a:gridCol>
                    <a:gridCol w="504962">
                      <a:extLst>
                        <a:ext uri="{9D8B030D-6E8A-4147-A177-3AD203B41FA5}">
                          <a16:colId xmlns:a16="http://schemas.microsoft.com/office/drawing/2014/main" val="2630254867"/>
                        </a:ext>
                      </a:extLst>
                    </a:gridCol>
                    <a:gridCol w="416364">
                      <a:extLst>
                        <a:ext uri="{9D8B030D-6E8A-4147-A177-3AD203B41FA5}">
                          <a16:colId xmlns:a16="http://schemas.microsoft.com/office/drawing/2014/main" val="95292589"/>
                        </a:ext>
                      </a:extLst>
                    </a:gridCol>
                    <a:gridCol w="394753">
                      <a:extLst>
                        <a:ext uri="{9D8B030D-6E8A-4147-A177-3AD203B41FA5}">
                          <a16:colId xmlns:a16="http://schemas.microsoft.com/office/drawing/2014/main" val="1600717813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1791338376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1412833283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3281813889"/>
                        </a:ext>
                      </a:extLst>
                    </a:gridCol>
                    <a:gridCol w="1745207">
                      <a:extLst>
                        <a:ext uri="{9D8B030D-6E8A-4147-A177-3AD203B41FA5}">
                          <a16:colId xmlns:a16="http://schemas.microsoft.com/office/drawing/2014/main" val="1794773204"/>
                        </a:ext>
                      </a:extLst>
                    </a:gridCol>
                    <a:gridCol w="1730288">
                      <a:extLst>
                        <a:ext uri="{9D8B030D-6E8A-4147-A177-3AD203B41FA5}">
                          <a16:colId xmlns:a16="http://schemas.microsoft.com/office/drawing/2014/main" val="2626393452"/>
                        </a:ext>
                      </a:extLst>
                    </a:gridCol>
                    <a:gridCol w="1373279">
                      <a:extLst>
                        <a:ext uri="{9D8B030D-6E8A-4147-A177-3AD203B41FA5}">
                          <a16:colId xmlns:a16="http://schemas.microsoft.com/office/drawing/2014/main" val="3621038630"/>
                        </a:ext>
                      </a:extLst>
                    </a:gridCol>
                  </a:tblGrid>
                  <a:tr h="8395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/>
                            <a:t>A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1600" b="1" dirty="0"/>
                            <a:t>B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1600" b="1" dirty="0"/>
                            <a:t>C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1600" b="1" dirty="0"/>
                            <a:t>D</a:t>
                          </a:r>
                          <a:endParaRPr lang="en-PK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475000" t="-2174" r="-2263235" b="-531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601538" t="-2174" r="-2267692" b="-531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201770" t="-2174" r="-552212" b="-531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303111" t="-2174" r="-454667" b="-531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403111" t="-2174" r="-354667" b="-531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394425" t="-2174" r="-178049" b="-531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499648" t="-2174" r="-79930" b="-531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756889" t="-2174" r="-889" b="-5311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401254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609555521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022533819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115745637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461712612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565598263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3440956130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649837256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415224023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52562182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189538965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46831948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1688792541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044997208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654607217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4115662131"/>
                      </a:ext>
                    </a:extLst>
                  </a:tr>
                  <a:tr h="2713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PK" sz="1600" b="0" u="none" strike="noStrike" dirty="0">
                              <a:solidFill>
                                <a:srgbClr val="000000"/>
                              </a:solidFill>
                              <a:effectLst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PK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7620" marR="7620" marT="7620" marB="0" anchor="b"/>
                    </a:tc>
                    <a:extLst>
                      <a:ext uri="{0D108BD9-81ED-4DB2-BD59-A6C34878D82A}">
                        <a16:rowId xmlns:a16="http://schemas.microsoft.com/office/drawing/2014/main" val="26155993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5255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 – Logic Diagram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83FC630-BCE3-A4BB-3B78-49C90E9E46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22"/>
          <a:stretch/>
        </p:blipFill>
        <p:spPr bwMode="auto">
          <a:xfrm>
            <a:off x="2184924" y="1371600"/>
            <a:ext cx="1687829" cy="5103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B308A51B-EB0E-1308-B8B3-F9D575046A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92"/>
          <a:stretch/>
        </p:blipFill>
        <p:spPr bwMode="auto">
          <a:xfrm>
            <a:off x="2184924" y="1371600"/>
            <a:ext cx="3731782" cy="5103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17E90CBA-CCE8-E0DA-517C-F1C42B3800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14"/>
          <a:stretch/>
        </p:blipFill>
        <p:spPr bwMode="auto">
          <a:xfrm>
            <a:off x="2184924" y="1371600"/>
            <a:ext cx="5044215" cy="5103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3E60DE2-545A-9D1F-8754-88049662D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924" y="1371600"/>
            <a:ext cx="7822152" cy="5103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945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 – Waveform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C2EA6F-F9C2-A023-9104-5C6BCC781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10" y="1511409"/>
            <a:ext cx="11886979" cy="471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87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Learn about Canonical Forms of Boolean expressions.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Create a 3-variable truth table with all possible input signals and write </a:t>
            </a:r>
            <a:r>
              <a:rPr lang="en-US" sz="3400" dirty="0" err="1"/>
              <a:t>Minterms</a:t>
            </a:r>
            <a:r>
              <a:rPr lang="en-US" sz="3400" dirty="0"/>
              <a:t> and Maxterms in </a:t>
            </a:r>
            <a:r>
              <a:rPr lang="en-US" sz="3400"/>
              <a:t>Canonical form.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86497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2306</TotalTime>
  <Words>1541</Words>
  <Application>Microsoft Office PowerPoint</Application>
  <PresentationFormat>Widescreen</PresentationFormat>
  <Paragraphs>338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152</cp:revision>
  <dcterms:created xsi:type="dcterms:W3CDTF">2022-11-22T20:08:03Z</dcterms:created>
  <dcterms:modified xsi:type="dcterms:W3CDTF">2023-03-17T05:53:40Z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