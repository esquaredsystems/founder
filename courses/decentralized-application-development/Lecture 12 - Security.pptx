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6"/>
  </p:notesMasterIdLst>
  <p:handoutMasterIdLst>
    <p:handoutMasterId r:id="rId47"/>
  </p:handoutMasterIdLst>
  <p:sldIdLst>
    <p:sldId id="2503" r:id="rId5"/>
    <p:sldId id="2671" r:id="rId6"/>
    <p:sldId id="2462" r:id="rId7"/>
    <p:sldId id="2600" r:id="rId8"/>
    <p:sldId id="2634" r:id="rId9"/>
    <p:sldId id="2636" r:id="rId10"/>
    <p:sldId id="2637" r:id="rId11"/>
    <p:sldId id="2639" r:id="rId12"/>
    <p:sldId id="2657" r:id="rId13"/>
    <p:sldId id="2638" r:id="rId14"/>
    <p:sldId id="2659" r:id="rId15"/>
    <p:sldId id="2640" r:id="rId16"/>
    <p:sldId id="2641" r:id="rId17"/>
    <p:sldId id="2643" r:id="rId18"/>
    <p:sldId id="2642" r:id="rId19"/>
    <p:sldId id="2644" r:id="rId20"/>
    <p:sldId id="2645" r:id="rId21"/>
    <p:sldId id="2658" r:id="rId22"/>
    <p:sldId id="2646" r:id="rId23"/>
    <p:sldId id="2647" r:id="rId24"/>
    <p:sldId id="2648" r:id="rId25"/>
    <p:sldId id="2649" r:id="rId26"/>
    <p:sldId id="2650" r:id="rId27"/>
    <p:sldId id="2651" r:id="rId28"/>
    <p:sldId id="2653" r:id="rId29"/>
    <p:sldId id="2654" r:id="rId30"/>
    <p:sldId id="2652" r:id="rId31"/>
    <p:sldId id="2655" r:id="rId32"/>
    <p:sldId id="2656" r:id="rId33"/>
    <p:sldId id="2660" r:id="rId34"/>
    <p:sldId id="2661" r:id="rId35"/>
    <p:sldId id="2663" r:id="rId36"/>
    <p:sldId id="2664" r:id="rId37"/>
    <p:sldId id="2667" r:id="rId38"/>
    <p:sldId id="2665" r:id="rId39"/>
    <p:sldId id="2666" r:id="rId40"/>
    <p:sldId id="2668" r:id="rId41"/>
    <p:sldId id="2669" r:id="rId42"/>
    <p:sldId id="2670" r:id="rId43"/>
    <p:sldId id="2589" r:id="rId44"/>
    <p:sldId id="2436"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92" userDrawn="1">
          <p15:clr>
            <a:srgbClr val="A4A3A4"/>
          </p15:clr>
        </p15:guide>
        <p15:guide id="2" pos="3840" userDrawn="1">
          <p15:clr>
            <a:srgbClr val="A4A3A4"/>
          </p15:clr>
        </p15:guide>
        <p15:guide id="3" orient="horz" pos="141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9757"/>
    <a:srgbClr val="01023B"/>
    <a:srgbClr val="898989"/>
    <a:srgbClr val="2F3342"/>
    <a:srgbClr val="A53F52"/>
    <a:srgbClr val="2C215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C0DFC16-B077-D340-8120-8E705F104BF1}" v="1250" dt="2026-01-03T09:20:44.891"/>
    <p1510:client id="{F74BC659-D70C-4D18-A680-3AD4A90B76DA}" v="16456" dt="2026-01-03T06:55:08.29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193" autoAdjust="0"/>
    <p:restoredTop sz="94743" autoAdjust="0"/>
  </p:normalViewPr>
  <p:slideViewPr>
    <p:cSldViewPr snapToGrid="0">
      <p:cViewPr varScale="1">
        <p:scale>
          <a:sx n="128" d="100"/>
          <a:sy n="128" d="100"/>
        </p:scale>
        <p:origin x="728" y="480"/>
      </p:cViewPr>
      <p:guideLst>
        <p:guide orient="horz" pos="1992"/>
        <p:guide pos="3840"/>
        <p:guide orient="horz" pos="1416"/>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microsoft.com/office/2015/10/relationships/revisionInfo" Target="revisionInfo.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wais Ahmed" userId="6abc7d4556b3b071" providerId="LiveId" clId="{641304C9-537E-56B8-9D3B-F295291B91EB}"/>
    <pc:docChg chg="undo custSel addSld delSld modSld sldOrd">
      <pc:chgData name="Owais Ahmed" userId="6abc7d4556b3b071" providerId="LiveId" clId="{641304C9-537E-56B8-9D3B-F295291B91EB}" dt="2026-01-03T09:20:44.891" v="6912" actId="767"/>
      <pc:docMkLst>
        <pc:docMk/>
      </pc:docMkLst>
      <pc:sldChg chg="modSp mod">
        <pc:chgData name="Owais Ahmed" userId="6abc7d4556b3b071" providerId="LiveId" clId="{641304C9-537E-56B8-9D3B-F295291B91EB}" dt="2025-12-20T13:07:41.598" v="5613" actId="20577"/>
        <pc:sldMkLst>
          <pc:docMk/>
          <pc:sldMk cId="1649098948" sldId="2462"/>
        </pc:sldMkLst>
        <pc:spChg chg="mod">
          <ac:chgData name="Owais Ahmed" userId="6abc7d4556b3b071" providerId="LiveId" clId="{641304C9-537E-56B8-9D3B-F295291B91EB}" dt="2025-12-20T13:07:41.598" v="5613" actId="20577"/>
          <ac:spMkLst>
            <pc:docMk/>
            <pc:sldMk cId="1649098948" sldId="2462"/>
            <ac:spMk id="6" creationId="{F3C89A40-EEAA-43AB-9A3A-B2CFDE450F1B}"/>
          </ac:spMkLst>
        </pc:spChg>
      </pc:sldChg>
      <pc:sldChg chg="modSp mod">
        <pc:chgData name="Owais Ahmed" userId="6abc7d4556b3b071" providerId="LiveId" clId="{641304C9-537E-56B8-9D3B-F295291B91EB}" dt="2025-12-20T08:38:23.953" v="3855" actId="20577"/>
        <pc:sldMkLst>
          <pc:docMk/>
          <pc:sldMk cId="1581582830" sldId="2589"/>
        </pc:sldMkLst>
        <pc:spChg chg="mod">
          <ac:chgData name="Owais Ahmed" userId="6abc7d4556b3b071" providerId="LiveId" clId="{641304C9-537E-56B8-9D3B-F295291B91EB}" dt="2025-12-20T08:38:23.953" v="3855" actId="20577"/>
          <ac:spMkLst>
            <pc:docMk/>
            <pc:sldMk cId="1581582830" sldId="2589"/>
            <ac:spMk id="3" creationId="{81D92D59-559F-841E-6F2C-7A803969B811}"/>
          </ac:spMkLst>
        </pc:spChg>
      </pc:sldChg>
      <pc:sldChg chg="modSp mod">
        <pc:chgData name="Owais Ahmed" userId="6abc7d4556b3b071" providerId="LiveId" clId="{641304C9-537E-56B8-9D3B-F295291B91EB}" dt="2025-12-20T07:44:25.723" v="357" actId="14100"/>
        <pc:sldMkLst>
          <pc:docMk/>
          <pc:sldMk cId="3709269129" sldId="2634"/>
        </pc:sldMkLst>
        <pc:spChg chg="mod">
          <ac:chgData name="Owais Ahmed" userId="6abc7d4556b3b071" providerId="LiveId" clId="{641304C9-537E-56B8-9D3B-F295291B91EB}" dt="2025-12-20T07:44:25.723" v="357" actId="14100"/>
          <ac:spMkLst>
            <pc:docMk/>
            <pc:sldMk cId="3709269129" sldId="2634"/>
            <ac:spMk id="3" creationId="{077C8483-A918-0FF1-2F74-F1F64E85E628}"/>
          </ac:spMkLst>
        </pc:spChg>
      </pc:sldChg>
      <pc:sldChg chg="modAnim">
        <pc:chgData name="Owais Ahmed" userId="6abc7d4556b3b071" providerId="LiveId" clId="{641304C9-537E-56B8-9D3B-F295291B91EB}" dt="2026-01-03T07:45:58.565" v="5616"/>
        <pc:sldMkLst>
          <pc:docMk/>
          <pc:sldMk cId="1816589911" sldId="2636"/>
        </pc:sldMkLst>
      </pc:sldChg>
      <pc:sldChg chg="modSp mod">
        <pc:chgData name="Owais Ahmed" userId="6abc7d4556b3b071" providerId="LiveId" clId="{641304C9-537E-56B8-9D3B-F295291B91EB}" dt="2026-01-03T07:51:32.307" v="5627" actId="13822"/>
        <pc:sldMkLst>
          <pc:docMk/>
          <pc:sldMk cId="1707994018" sldId="2643"/>
        </pc:sldMkLst>
        <pc:spChg chg="mod">
          <ac:chgData name="Owais Ahmed" userId="6abc7d4556b3b071" providerId="LiveId" clId="{641304C9-537E-56B8-9D3B-F295291B91EB}" dt="2026-01-03T07:51:32.307" v="5627" actId="13822"/>
          <ac:spMkLst>
            <pc:docMk/>
            <pc:sldMk cId="1707994018" sldId="2643"/>
            <ac:spMk id="9" creationId="{AFDF55C1-08C2-B817-0732-49126BA12BD4}"/>
          </ac:spMkLst>
        </pc:spChg>
      </pc:sldChg>
      <pc:sldChg chg="addSp delSp modSp add mod ord modAnim">
        <pc:chgData name="Owais Ahmed" userId="6abc7d4556b3b071" providerId="LiveId" clId="{641304C9-537E-56B8-9D3B-F295291B91EB}" dt="2026-01-03T09:20:44.891" v="6912" actId="767"/>
        <pc:sldMkLst>
          <pc:docMk/>
          <pc:sldMk cId="39676530" sldId="2671"/>
        </pc:sldMkLst>
        <pc:spChg chg="mod">
          <ac:chgData name="Owais Ahmed" userId="6abc7d4556b3b071" providerId="LiveId" clId="{641304C9-537E-56B8-9D3B-F295291B91EB}" dt="2026-01-03T08:27:56.707" v="6901" actId="20577"/>
          <ac:spMkLst>
            <pc:docMk/>
            <pc:sldMk cId="39676530" sldId="2671"/>
            <ac:spMk id="3" creationId="{398539B5-7FE7-1C88-D722-FF3D905F4217}"/>
          </ac:spMkLst>
        </pc:spChg>
        <pc:spChg chg="add del mod">
          <ac:chgData name="Owais Ahmed" userId="6abc7d4556b3b071" providerId="LiveId" clId="{641304C9-537E-56B8-9D3B-F295291B91EB}" dt="2026-01-03T09:20:44.891" v="6912" actId="767"/>
          <ac:spMkLst>
            <pc:docMk/>
            <pc:sldMk cId="39676530" sldId="2671"/>
            <ac:spMk id="4" creationId="{7E6C47FC-FE3A-1F6B-31A8-3BB3FFD9F1BC}"/>
          </ac:spMkLst>
        </pc:spChg>
        <pc:spChg chg="mod">
          <ac:chgData name="Owais Ahmed" userId="6abc7d4556b3b071" providerId="LiveId" clId="{641304C9-537E-56B8-9D3B-F295291B91EB}" dt="2026-01-03T08:05:15.830" v="6367" actId="20577"/>
          <ac:spMkLst>
            <pc:docMk/>
            <pc:sldMk cId="39676530" sldId="2671"/>
            <ac:spMk id="215" creationId="{548CA666-A23A-CE53-6E28-246E99F1BDFB}"/>
          </ac:spMkLst>
        </pc:spChg>
      </pc:sldChg>
    </pc:docChg>
  </pc:docChgLst>
  <pc:docChgLst>
    <pc:chgData name="Owais Ahmed" userId="6abc7d4556b3b071" providerId="LiveId" clId="{D0A51F83-B713-4A4D-8105-C75936B8E1D2}"/>
    <pc:docChg chg="undo redo custSel addSld delSld modSld sldOrd">
      <pc:chgData name="Owais Ahmed" userId="6abc7d4556b3b071" providerId="LiveId" clId="{D0A51F83-B713-4A4D-8105-C75936B8E1D2}" dt="2026-01-03T06:55:12.962" v="31721" actId="114"/>
      <pc:docMkLst>
        <pc:docMk/>
      </pc:docMkLst>
      <pc:sldChg chg="modSp mod">
        <pc:chgData name="Owais Ahmed" userId="6abc7d4556b3b071" providerId="LiveId" clId="{D0A51F83-B713-4A4D-8105-C75936B8E1D2}" dt="2026-01-02T18:00:42.020" v="26351" actId="6549"/>
        <pc:sldMkLst>
          <pc:docMk/>
          <pc:sldMk cId="1649098948" sldId="2462"/>
        </pc:sldMkLst>
        <pc:spChg chg="mod">
          <ac:chgData name="Owais Ahmed" userId="6abc7d4556b3b071" providerId="LiveId" clId="{D0A51F83-B713-4A4D-8105-C75936B8E1D2}" dt="2026-01-02T18:00:42.020" v="26351" actId="6549"/>
          <ac:spMkLst>
            <pc:docMk/>
            <pc:sldMk cId="1649098948" sldId="2462"/>
            <ac:spMk id="6" creationId="{F3C89A40-EEAA-43AB-9A3A-B2CFDE450F1B}"/>
          </ac:spMkLst>
        </pc:spChg>
      </pc:sldChg>
      <pc:sldChg chg="modSp add del mod">
        <pc:chgData name="Owais Ahmed" userId="6abc7d4556b3b071" providerId="LiveId" clId="{D0A51F83-B713-4A4D-8105-C75936B8E1D2}" dt="2026-01-03T06:55:12.962" v="31721" actId="114"/>
        <pc:sldMkLst>
          <pc:docMk/>
          <pc:sldMk cId="1581582830" sldId="2589"/>
        </pc:sldMkLst>
        <pc:spChg chg="mod">
          <ac:chgData name="Owais Ahmed" userId="6abc7d4556b3b071" providerId="LiveId" clId="{D0A51F83-B713-4A4D-8105-C75936B8E1D2}" dt="2026-01-03T06:55:12.962" v="31721" actId="114"/>
          <ac:spMkLst>
            <pc:docMk/>
            <pc:sldMk cId="1581582830" sldId="2589"/>
            <ac:spMk id="3" creationId="{81D92D59-559F-841E-6F2C-7A803969B811}"/>
          </ac:spMkLst>
        </pc:spChg>
        <pc:spChg chg="mod">
          <ac:chgData name="Owais Ahmed" userId="6abc7d4556b3b071" providerId="LiveId" clId="{D0A51F83-B713-4A4D-8105-C75936B8E1D2}" dt="2026-01-01T11:53:22.107" v="11102" actId="20577"/>
          <ac:spMkLst>
            <pc:docMk/>
            <pc:sldMk cId="1581582830" sldId="2589"/>
            <ac:spMk id="215" creationId="{10FE282B-A8E5-9667-3952-11D8E2AEBDD3}"/>
          </ac:spMkLst>
        </pc:spChg>
      </pc:sldChg>
      <pc:sldChg chg="modSp mod modAnim">
        <pc:chgData name="Owais Ahmed" userId="6abc7d4556b3b071" providerId="LiveId" clId="{D0A51F83-B713-4A4D-8105-C75936B8E1D2}" dt="2026-01-01T11:54:06.921" v="11190" actId="20577"/>
        <pc:sldMkLst>
          <pc:docMk/>
          <pc:sldMk cId="4050993620" sldId="2600"/>
        </pc:sldMkLst>
        <pc:spChg chg="mod">
          <ac:chgData name="Owais Ahmed" userId="6abc7d4556b3b071" providerId="LiveId" clId="{D0A51F83-B713-4A4D-8105-C75936B8E1D2}" dt="2026-01-01T11:54:06.921" v="11190" actId="20577"/>
          <ac:spMkLst>
            <pc:docMk/>
            <pc:sldMk cId="4050993620" sldId="2600"/>
            <ac:spMk id="3" creationId="{6AC14122-E486-7AFB-C42F-6774F29A59FE}"/>
          </ac:spMkLst>
        </pc:spChg>
      </pc:sldChg>
      <pc:sldChg chg="modSp add mod modAnim modNotesTx">
        <pc:chgData name="Owais Ahmed" userId="6abc7d4556b3b071" providerId="LiveId" clId="{D0A51F83-B713-4A4D-8105-C75936B8E1D2}" dt="2026-01-01T12:02:19.380" v="11555" actId="20577"/>
        <pc:sldMkLst>
          <pc:docMk/>
          <pc:sldMk cId="3709269129" sldId="2634"/>
        </pc:sldMkLst>
        <pc:spChg chg="mod">
          <ac:chgData name="Owais Ahmed" userId="6abc7d4556b3b071" providerId="LiveId" clId="{D0A51F83-B713-4A4D-8105-C75936B8E1D2}" dt="2026-01-01T12:01:24.603" v="11548" actId="27636"/>
          <ac:spMkLst>
            <pc:docMk/>
            <pc:sldMk cId="3709269129" sldId="2634"/>
            <ac:spMk id="3" creationId="{077C8483-A918-0FF1-2F74-F1F64E85E628}"/>
          </ac:spMkLst>
        </pc:spChg>
        <pc:spChg chg="mod">
          <ac:chgData name="Owais Ahmed" userId="6abc7d4556b3b071" providerId="LiveId" clId="{D0A51F83-B713-4A4D-8105-C75936B8E1D2}" dt="2026-01-01T11:54:16.586" v="11207" actId="20577"/>
          <ac:spMkLst>
            <pc:docMk/>
            <pc:sldMk cId="3709269129" sldId="2634"/>
            <ac:spMk id="215" creationId="{CC46482F-7900-FFF1-CBCD-D39F13DE2E2F}"/>
          </ac:spMkLst>
        </pc:spChg>
      </pc:sldChg>
      <pc:sldChg chg="modSp add mod modAnim modNotesTx">
        <pc:chgData name="Owais Ahmed" userId="6abc7d4556b3b071" providerId="LiveId" clId="{D0A51F83-B713-4A4D-8105-C75936B8E1D2}" dt="2026-01-01T13:34:23.996" v="12409" actId="20577"/>
        <pc:sldMkLst>
          <pc:docMk/>
          <pc:sldMk cId="1816589911" sldId="2636"/>
        </pc:sldMkLst>
        <pc:spChg chg="mod">
          <ac:chgData name="Owais Ahmed" userId="6abc7d4556b3b071" providerId="LiveId" clId="{D0A51F83-B713-4A4D-8105-C75936B8E1D2}" dt="2026-01-01T13:34:23.996" v="12409" actId="20577"/>
          <ac:spMkLst>
            <pc:docMk/>
            <pc:sldMk cId="1816589911" sldId="2636"/>
            <ac:spMk id="3" creationId="{779FF16E-3D5E-5275-83D4-40DFCE0A632C}"/>
          </ac:spMkLst>
        </pc:spChg>
        <pc:picChg chg="mod">
          <ac:chgData name="Owais Ahmed" userId="6abc7d4556b3b071" providerId="LiveId" clId="{D0A51F83-B713-4A4D-8105-C75936B8E1D2}" dt="2026-01-01T12:09:25.895" v="11660" actId="1076"/>
          <ac:picMkLst>
            <pc:docMk/>
            <pc:sldMk cId="1816589911" sldId="2636"/>
            <ac:picMk id="4" creationId="{D89F01B6-E68A-F680-F1B6-277338DFE0C2}"/>
          </ac:picMkLst>
        </pc:picChg>
      </pc:sldChg>
      <pc:sldChg chg="modSp add mod ord modAnim modNotesTx">
        <pc:chgData name="Owais Ahmed" userId="6abc7d4556b3b071" providerId="LiveId" clId="{D0A51F83-B713-4A4D-8105-C75936B8E1D2}" dt="2026-01-01T13:22:17.093" v="12264" actId="20577"/>
        <pc:sldMkLst>
          <pc:docMk/>
          <pc:sldMk cId="3233337332" sldId="2637"/>
        </pc:sldMkLst>
        <pc:spChg chg="mod">
          <ac:chgData name="Owais Ahmed" userId="6abc7d4556b3b071" providerId="LiveId" clId="{D0A51F83-B713-4A4D-8105-C75936B8E1D2}" dt="2026-01-01T13:21:26.904" v="12102" actId="27636"/>
          <ac:spMkLst>
            <pc:docMk/>
            <pc:sldMk cId="3233337332" sldId="2637"/>
            <ac:spMk id="3" creationId="{245F5F70-6489-3BAF-000C-F7045ED0F10D}"/>
          </ac:spMkLst>
        </pc:spChg>
        <pc:spChg chg="mod">
          <ac:chgData name="Owais Ahmed" userId="6abc7d4556b3b071" providerId="LiveId" clId="{D0A51F83-B713-4A4D-8105-C75936B8E1D2}" dt="2026-01-01T13:17:27.863" v="11928" actId="20577"/>
          <ac:spMkLst>
            <pc:docMk/>
            <pc:sldMk cId="3233337332" sldId="2637"/>
            <ac:spMk id="215" creationId="{6A9BC9B5-02D9-EEBE-A015-B5AA69C25FE6}"/>
          </ac:spMkLst>
        </pc:spChg>
      </pc:sldChg>
      <pc:sldChg chg="modSp add mod modAnim modNotesTx">
        <pc:chgData name="Owais Ahmed" userId="6abc7d4556b3b071" providerId="LiveId" clId="{D0A51F83-B713-4A4D-8105-C75936B8E1D2}" dt="2026-01-02T15:18:03.867" v="19446" actId="20577"/>
        <pc:sldMkLst>
          <pc:docMk/>
          <pc:sldMk cId="1650654194" sldId="2638"/>
        </pc:sldMkLst>
        <pc:spChg chg="mod">
          <ac:chgData name="Owais Ahmed" userId="6abc7d4556b3b071" providerId="LiveId" clId="{D0A51F83-B713-4A4D-8105-C75936B8E1D2}" dt="2026-01-01T15:06:12.949" v="13456" actId="27636"/>
          <ac:spMkLst>
            <pc:docMk/>
            <pc:sldMk cId="1650654194" sldId="2638"/>
            <ac:spMk id="3" creationId="{E6C3E994-120B-6558-8DA8-C2D2FC782EBC}"/>
          </ac:spMkLst>
        </pc:spChg>
        <pc:spChg chg="mod">
          <ac:chgData name="Owais Ahmed" userId="6abc7d4556b3b071" providerId="LiveId" clId="{D0A51F83-B713-4A4D-8105-C75936B8E1D2}" dt="2026-01-01T14:55:20.237" v="13092" actId="20577"/>
          <ac:spMkLst>
            <pc:docMk/>
            <pc:sldMk cId="1650654194" sldId="2638"/>
            <ac:spMk id="215" creationId="{5E399DC4-D567-06B1-98CD-0BF598ED19CC}"/>
          </ac:spMkLst>
        </pc:spChg>
      </pc:sldChg>
      <pc:sldChg chg="modSp add mod modAnim modNotesTx">
        <pc:chgData name="Owais Ahmed" userId="6abc7d4556b3b071" providerId="LiveId" clId="{D0A51F83-B713-4A4D-8105-C75936B8E1D2}" dt="2026-01-01T14:50:02.744" v="12866" actId="20577"/>
        <pc:sldMkLst>
          <pc:docMk/>
          <pc:sldMk cId="4232128182" sldId="2639"/>
        </pc:sldMkLst>
        <pc:spChg chg="mod">
          <ac:chgData name="Owais Ahmed" userId="6abc7d4556b3b071" providerId="LiveId" clId="{D0A51F83-B713-4A4D-8105-C75936B8E1D2}" dt="2026-01-01T14:50:02.744" v="12866" actId="20577"/>
          <ac:spMkLst>
            <pc:docMk/>
            <pc:sldMk cId="4232128182" sldId="2639"/>
            <ac:spMk id="3" creationId="{D399B3BE-D0D5-B020-5E6B-132AA948C316}"/>
          </ac:spMkLst>
        </pc:spChg>
      </pc:sldChg>
      <pc:sldChg chg="modSp add mod modAnim modNotesTx">
        <pc:chgData name="Owais Ahmed" userId="6abc7d4556b3b071" providerId="LiveId" clId="{D0A51F83-B713-4A4D-8105-C75936B8E1D2}" dt="2026-01-01T15:14:47.256" v="14228" actId="20577"/>
        <pc:sldMkLst>
          <pc:docMk/>
          <pc:sldMk cId="1767926836" sldId="2640"/>
        </pc:sldMkLst>
        <pc:spChg chg="mod">
          <ac:chgData name="Owais Ahmed" userId="6abc7d4556b3b071" providerId="LiveId" clId="{D0A51F83-B713-4A4D-8105-C75936B8E1D2}" dt="2026-01-01T15:13:27.800" v="14044" actId="20577"/>
          <ac:spMkLst>
            <pc:docMk/>
            <pc:sldMk cId="1767926836" sldId="2640"/>
            <ac:spMk id="3" creationId="{52BA6F16-4686-4C18-47D1-F1DC88165D6C}"/>
          </ac:spMkLst>
        </pc:spChg>
        <pc:spChg chg="mod">
          <ac:chgData name="Owais Ahmed" userId="6abc7d4556b3b071" providerId="LiveId" clId="{D0A51F83-B713-4A4D-8105-C75936B8E1D2}" dt="2026-01-01T15:05:39.718" v="13404" actId="20577"/>
          <ac:spMkLst>
            <pc:docMk/>
            <pc:sldMk cId="1767926836" sldId="2640"/>
            <ac:spMk id="215" creationId="{619F7C2C-2D66-771D-FAF3-A1EC9934FFCB}"/>
          </ac:spMkLst>
        </pc:spChg>
      </pc:sldChg>
      <pc:sldChg chg="modSp add mod modAnim modNotesTx">
        <pc:chgData name="Owais Ahmed" userId="6abc7d4556b3b071" providerId="LiveId" clId="{D0A51F83-B713-4A4D-8105-C75936B8E1D2}" dt="2026-01-01T15:24:05.678" v="15261" actId="27636"/>
        <pc:sldMkLst>
          <pc:docMk/>
          <pc:sldMk cId="1769996673" sldId="2641"/>
        </pc:sldMkLst>
        <pc:spChg chg="mod">
          <ac:chgData name="Owais Ahmed" userId="6abc7d4556b3b071" providerId="LiveId" clId="{D0A51F83-B713-4A4D-8105-C75936B8E1D2}" dt="2026-01-01T15:24:05.678" v="15261" actId="27636"/>
          <ac:spMkLst>
            <pc:docMk/>
            <pc:sldMk cId="1769996673" sldId="2641"/>
            <ac:spMk id="3" creationId="{43359696-2023-EB21-D436-5591F0FD8E09}"/>
          </ac:spMkLst>
        </pc:spChg>
        <pc:spChg chg="mod">
          <ac:chgData name="Owais Ahmed" userId="6abc7d4556b3b071" providerId="LiveId" clId="{D0A51F83-B713-4A4D-8105-C75936B8E1D2}" dt="2026-01-01T15:16:49.766" v="14250" actId="20577"/>
          <ac:spMkLst>
            <pc:docMk/>
            <pc:sldMk cId="1769996673" sldId="2641"/>
            <ac:spMk id="215" creationId="{D6998A29-568F-3284-86F2-DB8978E928AE}"/>
          </ac:spMkLst>
        </pc:spChg>
      </pc:sldChg>
      <pc:sldChg chg="modSp add mod modAnim modNotesTx">
        <pc:chgData name="Owais Ahmed" userId="6abc7d4556b3b071" providerId="LiveId" clId="{D0A51F83-B713-4A4D-8105-C75936B8E1D2}" dt="2026-01-02T05:46:39.651" v="16170" actId="20577"/>
        <pc:sldMkLst>
          <pc:docMk/>
          <pc:sldMk cId="4226379735" sldId="2642"/>
        </pc:sldMkLst>
        <pc:spChg chg="mod">
          <ac:chgData name="Owais Ahmed" userId="6abc7d4556b3b071" providerId="LiveId" clId="{D0A51F83-B713-4A4D-8105-C75936B8E1D2}" dt="2026-01-02T05:46:08.467" v="16040" actId="20577"/>
          <ac:spMkLst>
            <pc:docMk/>
            <pc:sldMk cId="4226379735" sldId="2642"/>
            <ac:spMk id="3" creationId="{BE66A333-476A-F641-5EE4-1B1A6AFE3E00}"/>
          </ac:spMkLst>
        </pc:spChg>
        <pc:spChg chg="mod">
          <ac:chgData name="Owais Ahmed" userId="6abc7d4556b3b071" providerId="LiveId" clId="{D0A51F83-B713-4A4D-8105-C75936B8E1D2}" dt="2026-01-01T15:35:40.801" v="15284" actId="20577"/>
          <ac:spMkLst>
            <pc:docMk/>
            <pc:sldMk cId="4226379735" sldId="2642"/>
            <ac:spMk id="215" creationId="{A2F7CFFF-3C14-9F7A-D4BB-EB4EC4411DBC}"/>
          </ac:spMkLst>
        </pc:spChg>
      </pc:sldChg>
      <pc:sldChg chg="addSp delSp modSp add mod addAnim delAnim modAnim">
        <pc:chgData name="Owais Ahmed" userId="6abc7d4556b3b071" providerId="LiveId" clId="{D0A51F83-B713-4A4D-8105-C75936B8E1D2}" dt="2026-01-01T15:40:50.986" v="15565"/>
        <pc:sldMkLst>
          <pc:docMk/>
          <pc:sldMk cId="1707994018" sldId="2643"/>
        </pc:sldMkLst>
        <pc:spChg chg="add mod">
          <ac:chgData name="Owais Ahmed" userId="6abc7d4556b3b071" providerId="LiveId" clId="{D0A51F83-B713-4A4D-8105-C75936B8E1D2}" dt="2026-01-01T15:40:50.986" v="15565"/>
          <ac:spMkLst>
            <pc:docMk/>
            <pc:sldMk cId="1707994018" sldId="2643"/>
            <ac:spMk id="9" creationId="{AFDF55C1-08C2-B817-0732-49126BA12BD4}"/>
          </ac:spMkLst>
        </pc:spChg>
        <pc:spChg chg="mod">
          <ac:chgData name="Owais Ahmed" userId="6abc7d4556b3b071" providerId="LiveId" clId="{D0A51F83-B713-4A4D-8105-C75936B8E1D2}" dt="2026-01-01T15:37:36.568" v="15500" actId="20577"/>
          <ac:spMkLst>
            <pc:docMk/>
            <pc:sldMk cId="1707994018" sldId="2643"/>
            <ac:spMk id="215" creationId="{B7CD61A4-B77C-2E61-5F57-AE0EEF0EDC84}"/>
          </ac:spMkLst>
        </pc:spChg>
      </pc:sldChg>
      <pc:sldChg chg="modSp add mod modAnim modNotesTx">
        <pc:chgData name="Owais Ahmed" userId="6abc7d4556b3b071" providerId="LiveId" clId="{D0A51F83-B713-4A4D-8105-C75936B8E1D2}" dt="2026-01-02T07:55:35.401" v="16832" actId="6549"/>
        <pc:sldMkLst>
          <pc:docMk/>
          <pc:sldMk cId="2782678816" sldId="2644"/>
        </pc:sldMkLst>
        <pc:spChg chg="mod">
          <ac:chgData name="Owais Ahmed" userId="6abc7d4556b3b071" providerId="LiveId" clId="{D0A51F83-B713-4A4D-8105-C75936B8E1D2}" dt="2026-01-02T07:55:19.520" v="16773" actId="20577"/>
          <ac:spMkLst>
            <pc:docMk/>
            <pc:sldMk cId="2782678816" sldId="2644"/>
            <ac:spMk id="3" creationId="{23F1C64A-F98F-A08C-AB0A-9FC4B8B78157}"/>
          </ac:spMkLst>
        </pc:spChg>
        <pc:spChg chg="mod">
          <ac:chgData name="Owais Ahmed" userId="6abc7d4556b3b071" providerId="LiveId" clId="{D0A51F83-B713-4A4D-8105-C75936B8E1D2}" dt="2026-01-02T07:49:30.237" v="16195" actId="20577"/>
          <ac:spMkLst>
            <pc:docMk/>
            <pc:sldMk cId="2782678816" sldId="2644"/>
            <ac:spMk id="215" creationId="{2D942EC6-1ACA-5E34-3530-2B03B8ECC377}"/>
          </ac:spMkLst>
        </pc:spChg>
      </pc:sldChg>
      <pc:sldChg chg="modSp add mod modAnim modNotesTx">
        <pc:chgData name="Owais Ahmed" userId="6abc7d4556b3b071" providerId="LiveId" clId="{D0A51F83-B713-4A4D-8105-C75936B8E1D2}" dt="2026-01-02T08:09:02.655" v="17740" actId="20577"/>
        <pc:sldMkLst>
          <pc:docMk/>
          <pc:sldMk cId="3119486654" sldId="2645"/>
        </pc:sldMkLst>
        <pc:spChg chg="mod">
          <ac:chgData name="Owais Ahmed" userId="6abc7d4556b3b071" providerId="LiveId" clId="{D0A51F83-B713-4A4D-8105-C75936B8E1D2}" dt="2026-01-02T08:07:42.528" v="17509" actId="20577"/>
          <ac:spMkLst>
            <pc:docMk/>
            <pc:sldMk cId="3119486654" sldId="2645"/>
            <ac:spMk id="3" creationId="{C760FE1F-3CCD-E5BD-17F5-6E82503FCC98}"/>
          </ac:spMkLst>
        </pc:spChg>
        <pc:spChg chg="mod">
          <ac:chgData name="Owais Ahmed" userId="6abc7d4556b3b071" providerId="LiveId" clId="{D0A51F83-B713-4A4D-8105-C75936B8E1D2}" dt="2026-01-02T07:56:14.312" v="16854" actId="20577"/>
          <ac:spMkLst>
            <pc:docMk/>
            <pc:sldMk cId="3119486654" sldId="2645"/>
            <ac:spMk id="215" creationId="{79B34744-9D11-7EF6-57AE-17296C6236DE}"/>
          </ac:spMkLst>
        </pc:spChg>
      </pc:sldChg>
      <pc:sldChg chg="modSp add mod modAnim modNotesTx">
        <pc:chgData name="Owais Ahmed" userId="6abc7d4556b3b071" providerId="LiveId" clId="{D0A51F83-B713-4A4D-8105-C75936B8E1D2}" dt="2026-01-02T08:16:34.546" v="18735" actId="20577"/>
        <pc:sldMkLst>
          <pc:docMk/>
          <pc:sldMk cId="67590369" sldId="2646"/>
        </pc:sldMkLst>
        <pc:spChg chg="mod">
          <ac:chgData name="Owais Ahmed" userId="6abc7d4556b3b071" providerId="LiveId" clId="{D0A51F83-B713-4A4D-8105-C75936B8E1D2}" dt="2026-01-02T08:15:57.111" v="18603" actId="27636"/>
          <ac:spMkLst>
            <pc:docMk/>
            <pc:sldMk cId="67590369" sldId="2646"/>
            <ac:spMk id="3" creationId="{743DC188-68CC-79B4-FF95-0516C19741CC}"/>
          </ac:spMkLst>
        </pc:spChg>
        <pc:spChg chg="mod">
          <ac:chgData name="Owais Ahmed" userId="6abc7d4556b3b071" providerId="LiveId" clId="{D0A51F83-B713-4A4D-8105-C75936B8E1D2}" dt="2026-01-02T08:09:39.006" v="17753" actId="20577"/>
          <ac:spMkLst>
            <pc:docMk/>
            <pc:sldMk cId="67590369" sldId="2646"/>
            <ac:spMk id="215" creationId="{8175FEFE-8D64-3E48-2749-B41803AD4B24}"/>
          </ac:spMkLst>
        </pc:spChg>
      </pc:sldChg>
      <pc:sldChg chg="modSp add mod modAnim modNotesTx">
        <pc:chgData name="Owais Ahmed" userId="6abc7d4556b3b071" providerId="LiveId" clId="{D0A51F83-B713-4A4D-8105-C75936B8E1D2}" dt="2026-01-02T08:20:55.583" v="19239" actId="6549"/>
        <pc:sldMkLst>
          <pc:docMk/>
          <pc:sldMk cId="3412152739" sldId="2647"/>
        </pc:sldMkLst>
        <pc:spChg chg="mod">
          <ac:chgData name="Owais Ahmed" userId="6abc7d4556b3b071" providerId="LiveId" clId="{D0A51F83-B713-4A4D-8105-C75936B8E1D2}" dt="2026-01-02T08:20:55.583" v="19239" actId="6549"/>
          <ac:spMkLst>
            <pc:docMk/>
            <pc:sldMk cId="3412152739" sldId="2647"/>
            <ac:spMk id="3" creationId="{9B92A146-D14D-89C0-1DFC-47E0486758C3}"/>
          </ac:spMkLst>
        </pc:spChg>
        <pc:spChg chg="mod">
          <ac:chgData name="Owais Ahmed" userId="6abc7d4556b3b071" providerId="LiveId" clId="{D0A51F83-B713-4A4D-8105-C75936B8E1D2}" dt="2026-01-02T08:14:27.315" v="18467" actId="20577"/>
          <ac:spMkLst>
            <pc:docMk/>
            <pc:sldMk cId="3412152739" sldId="2647"/>
            <ac:spMk id="215" creationId="{4618C8BE-19E4-E943-7D3D-86A34BE34352}"/>
          </ac:spMkLst>
        </pc:spChg>
      </pc:sldChg>
      <pc:sldChg chg="modSp add mod addAnim delAnim modAnim modNotesTx">
        <pc:chgData name="Owais Ahmed" userId="6abc7d4556b3b071" providerId="LiveId" clId="{D0A51F83-B713-4A4D-8105-C75936B8E1D2}" dt="2026-01-02T18:26:42.812" v="28382" actId="20577"/>
        <pc:sldMkLst>
          <pc:docMk/>
          <pc:sldMk cId="419672218" sldId="2648"/>
        </pc:sldMkLst>
        <pc:spChg chg="mod">
          <ac:chgData name="Owais Ahmed" userId="6abc7d4556b3b071" providerId="LiveId" clId="{D0A51F83-B713-4A4D-8105-C75936B8E1D2}" dt="2026-01-02T18:26:42.812" v="28382" actId="20577"/>
          <ac:spMkLst>
            <pc:docMk/>
            <pc:sldMk cId="419672218" sldId="2648"/>
            <ac:spMk id="3" creationId="{00D74D09-4862-EC6C-FE7C-0B66D3550FAB}"/>
          </ac:spMkLst>
        </pc:spChg>
        <pc:spChg chg="mod">
          <ac:chgData name="Owais Ahmed" userId="6abc7d4556b3b071" providerId="LiveId" clId="{D0A51F83-B713-4A4D-8105-C75936B8E1D2}" dt="2026-01-02T15:18:47.729" v="19457" actId="20577"/>
          <ac:spMkLst>
            <pc:docMk/>
            <pc:sldMk cId="419672218" sldId="2648"/>
            <ac:spMk id="215" creationId="{F2DC2191-96DE-1D7E-676A-8BB6139402EC}"/>
          </ac:spMkLst>
        </pc:spChg>
      </pc:sldChg>
      <pc:sldChg chg="modSp add mod modAnim modNotesTx">
        <pc:chgData name="Owais Ahmed" userId="6abc7d4556b3b071" providerId="LiveId" clId="{D0A51F83-B713-4A4D-8105-C75936B8E1D2}" dt="2026-01-02T16:01:53.209" v="22941"/>
        <pc:sldMkLst>
          <pc:docMk/>
          <pc:sldMk cId="1407404388" sldId="2649"/>
        </pc:sldMkLst>
        <pc:spChg chg="mod">
          <ac:chgData name="Owais Ahmed" userId="6abc7d4556b3b071" providerId="LiveId" clId="{D0A51F83-B713-4A4D-8105-C75936B8E1D2}" dt="2026-01-02T15:42:51.073" v="21338" actId="27636"/>
          <ac:spMkLst>
            <pc:docMk/>
            <pc:sldMk cId="1407404388" sldId="2649"/>
            <ac:spMk id="3" creationId="{C6D2E84B-4B26-3AB7-2A64-7489B6E42944}"/>
          </ac:spMkLst>
        </pc:spChg>
        <pc:spChg chg="mod">
          <ac:chgData name="Owais Ahmed" userId="6abc7d4556b3b071" providerId="LiveId" clId="{D0A51F83-B713-4A4D-8105-C75936B8E1D2}" dt="2026-01-02T16:01:53.209" v="22941"/>
          <ac:spMkLst>
            <pc:docMk/>
            <pc:sldMk cId="1407404388" sldId="2649"/>
            <ac:spMk id="215" creationId="{77443FF9-E9E3-7D9A-0430-435E27CD4932}"/>
          </ac:spMkLst>
        </pc:spChg>
      </pc:sldChg>
      <pc:sldChg chg="modSp add mod modAnim modNotesTx">
        <pc:chgData name="Owais Ahmed" userId="6abc7d4556b3b071" providerId="LiveId" clId="{D0A51F83-B713-4A4D-8105-C75936B8E1D2}" dt="2026-01-02T16:01:50.753" v="22940"/>
        <pc:sldMkLst>
          <pc:docMk/>
          <pc:sldMk cId="2613770063" sldId="2650"/>
        </pc:sldMkLst>
        <pc:spChg chg="mod">
          <ac:chgData name="Owais Ahmed" userId="6abc7d4556b3b071" providerId="LiveId" clId="{D0A51F83-B713-4A4D-8105-C75936B8E1D2}" dt="2026-01-02T15:48:36.424" v="22010" actId="20577"/>
          <ac:spMkLst>
            <pc:docMk/>
            <pc:sldMk cId="2613770063" sldId="2650"/>
            <ac:spMk id="3" creationId="{793005C4-B99B-DA12-E51B-60CD0321320C}"/>
          </ac:spMkLst>
        </pc:spChg>
        <pc:spChg chg="mod">
          <ac:chgData name="Owais Ahmed" userId="6abc7d4556b3b071" providerId="LiveId" clId="{D0A51F83-B713-4A4D-8105-C75936B8E1D2}" dt="2026-01-02T16:01:50.753" v="22940"/>
          <ac:spMkLst>
            <pc:docMk/>
            <pc:sldMk cId="2613770063" sldId="2650"/>
            <ac:spMk id="215" creationId="{CA7EB112-9639-3EB5-49B7-45BC27130796}"/>
          </ac:spMkLst>
        </pc:spChg>
      </pc:sldChg>
      <pc:sldChg chg="modSp add mod modAnim modNotesTx">
        <pc:chgData name="Owais Ahmed" userId="6abc7d4556b3b071" providerId="LiveId" clId="{D0A51F83-B713-4A4D-8105-C75936B8E1D2}" dt="2026-01-02T16:01:44.885" v="22938" actId="20577"/>
        <pc:sldMkLst>
          <pc:docMk/>
          <pc:sldMk cId="633473900" sldId="2651"/>
        </pc:sldMkLst>
        <pc:spChg chg="mod">
          <ac:chgData name="Owais Ahmed" userId="6abc7d4556b3b071" providerId="LiveId" clId="{D0A51F83-B713-4A4D-8105-C75936B8E1D2}" dt="2026-01-02T15:56:48.386" v="22658" actId="14"/>
          <ac:spMkLst>
            <pc:docMk/>
            <pc:sldMk cId="633473900" sldId="2651"/>
            <ac:spMk id="3" creationId="{CD334255-31A6-FA07-ACF7-EE0E251A7F93}"/>
          </ac:spMkLst>
        </pc:spChg>
        <pc:spChg chg="mod">
          <ac:chgData name="Owais Ahmed" userId="6abc7d4556b3b071" providerId="LiveId" clId="{D0A51F83-B713-4A4D-8105-C75936B8E1D2}" dt="2026-01-02T16:01:44.885" v="22938" actId="20577"/>
          <ac:spMkLst>
            <pc:docMk/>
            <pc:sldMk cId="633473900" sldId="2651"/>
            <ac:spMk id="215" creationId="{2AE4949F-E11A-884B-45D5-021DE5928682}"/>
          </ac:spMkLst>
        </pc:spChg>
      </pc:sldChg>
      <pc:sldChg chg="modSp add mod modAnim">
        <pc:chgData name="Owais Ahmed" userId="6abc7d4556b3b071" providerId="LiveId" clId="{D0A51F83-B713-4A4D-8105-C75936B8E1D2}" dt="2026-01-02T16:22:00.396" v="23413" actId="20577"/>
        <pc:sldMkLst>
          <pc:docMk/>
          <pc:sldMk cId="1145645225" sldId="2652"/>
        </pc:sldMkLst>
        <pc:spChg chg="mod">
          <ac:chgData name="Owais Ahmed" userId="6abc7d4556b3b071" providerId="LiveId" clId="{D0A51F83-B713-4A4D-8105-C75936B8E1D2}" dt="2026-01-02T16:22:00.396" v="23413" actId="20577"/>
          <ac:spMkLst>
            <pc:docMk/>
            <pc:sldMk cId="1145645225" sldId="2652"/>
            <ac:spMk id="3" creationId="{38466126-07C4-2705-C3A5-9229CEC9C830}"/>
          </ac:spMkLst>
        </pc:spChg>
        <pc:spChg chg="mod">
          <ac:chgData name="Owais Ahmed" userId="6abc7d4556b3b071" providerId="LiveId" clId="{D0A51F83-B713-4A4D-8105-C75936B8E1D2}" dt="2026-01-02T16:01:48.935" v="22939"/>
          <ac:spMkLst>
            <pc:docMk/>
            <pc:sldMk cId="1145645225" sldId="2652"/>
            <ac:spMk id="215" creationId="{6C713FFD-D1F3-FB53-B400-D80F7F646D4E}"/>
          </ac:spMkLst>
        </pc:spChg>
      </pc:sldChg>
      <pc:sldChg chg="add del">
        <pc:chgData name="Owais Ahmed" userId="6abc7d4556b3b071" providerId="LiveId" clId="{D0A51F83-B713-4A4D-8105-C75936B8E1D2}" dt="2026-01-02T17:03:58.531" v="24015" actId="2890"/>
        <pc:sldMkLst>
          <pc:docMk/>
          <pc:sldMk cId="1921320221" sldId="2653"/>
        </pc:sldMkLst>
      </pc:sldChg>
      <pc:sldChg chg="modSp add del modAnim">
        <pc:chgData name="Owais Ahmed" userId="6abc7d4556b3b071" providerId="LiveId" clId="{D0A51F83-B713-4A4D-8105-C75936B8E1D2}" dt="2026-01-02T16:59:27.574" v="23703" actId="47"/>
        <pc:sldMkLst>
          <pc:docMk/>
          <pc:sldMk cId="1975883127" sldId="2653"/>
        </pc:sldMkLst>
        <pc:spChg chg="mod">
          <ac:chgData name="Owais Ahmed" userId="6abc7d4556b3b071" providerId="LiveId" clId="{D0A51F83-B713-4A4D-8105-C75936B8E1D2}" dt="2026-01-02T16:57:18.503" v="23702" actId="6549"/>
          <ac:spMkLst>
            <pc:docMk/>
            <pc:sldMk cId="1975883127" sldId="2653"/>
            <ac:spMk id="3" creationId="{3EC4BB90-9515-A93F-FCD6-82EDA031EE97}"/>
          </ac:spMkLst>
        </pc:spChg>
      </pc:sldChg>
      <pc:sldChg chg="modSp add mod modAnim">
        <pc:chgData name="Owais Ahmed" userId="6abc7d4556b3b071" providerId="LiveId" clId="{D0A51F83-B713-4A4D-8105-C75936B8E1D2}" dt="2026-01-02T17:10:04.228" v="24294" actId="27636"/>
        <pc:sldMkLst>
          <pc:docMk/>
          <pc:sldMk cId="3055043270" sldId="2653"/>
        </pc:sldMkLst>
        <pc:spChg chg="mod">
          <ac:chgData name="Owais Ahmed" userId="6abc7d4556b3b071" providerId="LiveId" clId="{D0A51F83-B713-4A4D-8105-C75936B8E1D2}" dt="2026-01-02T17:10:04.228" v="24294" actId="27636"/>
          <ac:spMkLst>
            <pc:docMk/>
            <pc:sldMk cId="3055043270" sldId="2653"/>
            <ac:spMk id="3" creationId="{7D0945B3-BE4E-CEA0-8CE2-85764C2AB02B}"/>
          </ac:spMkLst>
        </pc:spChg>
      </pc:sldChg>
      <pc:sldChg chg="modSp add mod modAnim modNotesTx">
        <pc:chgData name="Owais Ahmed" userId="6abc7d4556b3b071" providerId="LiveId" clId="{D0A51F83-B713-4A4D-8105-C75936B8E1D2}" dt="2026-01-02T17:17:54.885" v="25199" actId="20577"/>
        <pc:sldMkLst>
          <pc:docMk/>
          <pc:sldMk cId="1489950453" sldId="2654"/>
        </pc:sldMkLst>
        <pc:spChg chg="mod">
          <ac:chgData name="Owais Ahmed" userId="6abc7d4556b3b071" providerId="LiveId" clId="{D0A51F83-B713-4A4D-8105-C75936B8E1D2}" dt="2026-01-02T17:17:24.389" v="25121" actId="20577"/>
          <ac:spMkLst>
            <pc:docMk/>
            <pc:sldMk cId="1489950453" sldId="2654"/>
            <ac:spMk id="3" creationId="{5AEF8315-9215-5710-8083-AEF66429360E}"/>
          </ac:spMkLst>
        </pc:spChg>
      </pc:sldChg>
      <pc:sldChg chg="modSp add mod modAnim">
        <pc:chgData name="Owais Ahmed" userId="6abc7d4556b3b071" providerId="LiveId" clId="{D0A51F83-B713-4A4D-8105-C75936B8E1D2}" dt="2026-01-02T17:25:44.303" v="25767" actId="20577"/>
        <pc:sldMkLst>
          <pc:docMk/>
          <pc:sldMk cId="1879073566" sldId="2655"/>
        </pc:sldMkLst>
        <pc:spChg chg="mod">
          <ac:chgData name="Owais Ahmed" userId="6abc7d4556b3b071" providerId="LiveId" clId="{D0A51F83-B713-4A4D-8105-C75936B8E1D2}" dt="2026-01-02T17:25:44.303" v="25767" actId="20577"/>
          <ac:spMkLst>
            <pc:docMk/>
            <pc:sldMk cId="1879073566" sldId="2655"/>
            <ac:spMk id="3" creationId="{9C2D3532-038C-72A9-D6D9-4B906E8210EC}"/>
          </ac:spMkLst>
        </pc:spChg>
      </pc:sldChg>
      <pc:sldChg chg="modSp add mod modAnim">
        <pc:chgData name="Owais Ahmed" userId="6abc7d4556b3b071" providerId="LiveId" clId="{D0A51F83-B713-4A4D-8105-C75936B8E1D2}" dt="2026-01-02T17:58:32.947" v="26342" actId="20577"/>
        <pc:sldMkLst>
          <pc:docMk/>
          <pc:sldMk cId="162420392" sldId="2656"/>
        </pc:sldMkLst>
        <pc:spChg chg="mod">
          <ac:chgData name="Owais Ahmed" userId="6abc7d4556b3b071" providerId="LiveId" clId="{D0A51F83-B713-4A4D-8105-C75936B8E1D2}" dt="2026-01-02T17:58:32.947" v="26342" actId="20577"/>
          <ac:spMkLst>
            <pc:docMk/>
            <pc:sldMk cId="162420392" sldId="2656"/>
            <ac:spMk id="3" creationId="{ED76F44F-4985-74B8-2E50-00882A55E0B8}"/>
          </ac:spMkLst>
        </pc:spChg>
        <pc:spChg chg="mod">
          <ac:chgData name="Owais Ahmed" userId="6abc7d4556b3b071" providerId="LiveId" clId="{D0A51F83-B713-4A4D-8105-C75936B8E1D2}" dt="2026-01-02T17:27:44.405" v="25781" actId="20577"/>
          <ac:spMkLst>
            <pc:docMk/>
            <pc:sldMk cId="162420392" sldId="2656"/>
            <ac:spMk id="215" creationId="{BDCAD869-5840-30FF-3611-41670439CE97}"/>
          </ac:spMkLst>
        </pc:spChg>
      </pc:sldChg>
      <pc:sldChg chg="modSp add mod modAnim">
        <pc:chgData name="Owais Ahmed" userId="6abc7d4556b3b071" providerId="LiveId" clId="{D0A51F83-B713-4A4D-8105-C75936B8E1D2}" dt="2026-01-02T18:05:50.132" v="26868" actId="20577"/>
        <pc:sldMkLst>
          <pc:docMk/>
          <pc:sldMk cId="1763031343" sldId="2657"/>
        </pc:sldMkLst>
        <pc:spChg chg="mod">
          <ac:chgData name="Owais Ahmed" userId="6abc7d4556b3b071" providerId="LiveId" clId="{D0A51F83-B713-4A4D-8105-C75936B8E1D2}" dt="2026-01-02T18:05:50.132" v="26868" actId="20577"/>
          <ac:spMkLst>
            <pc:docMk/>
            <pc:sldMk cId="1763031343" sldId="2657"/>
            <ac:spMk id="3" creationId="{08559E1F-5BE4-B548-8836-AD80FF939550}"/>
          </ac:spMkLst>
        </pc:spChg>
        <pc:spChg chg="mod">
          <ac:chgData name="Owais Ahmed" userId="6abc7d4556b3b071" providerId="LiveId" clId="{D0A51F83-B713-4A4D-8105-C75936B8E1D2}" dt="2026-01-02T18:01:51.249" v="26401" actId="20577"/>
          <ac:spMkLst>
            <pc:docMk/>
            <pc:sldMk cId="1763031343" sldId="2657"/>
            <ac:spMk id="215" creationId="{037AB468-244F-1185-FB18-A765FE51A8AE}"/>
          </ac:spMkLst>
        </pc:spChg>
      </pc:sldChg>
      <pc:sldChg chg="modSp add mod modAnim modNotesTx">
        <pc:chgData name="Owais Ahmed" userId="6abc7d4556b3b071" providerId="LiveId" clId="{D0A51F83-B713-4A4D-8105-C75936B8E1D2}" dt="2026-01-02T18:12:44.568" v="27399" actId="20577"/>
        <pc:sldMkLst>
          <pc:docMk/>
          <pc:sldMk cId="1671418242" sldId="2658"/>
        </pc:sldMkLst>
        <pc:spChg chg="mod">
          <ac:chgData name="Owais Ahmed" userId="6abc7d4556b3b071" providerId="LiveId" clId="{D0A51F83-B713-4A4D-8105-C75936B8E1D2}" dt="2026-01-02T18:12:44.568" v="27399" actId="20577"/>
          <ac:spMkLst>
            <pc:docMk/>
            <pc:sldMk cId="1671418242" sldId="2658"/>
            <ac:spMk id="3" creationId="{D77167BB-8110-0F4F-4A8C-2C232B835A9D}"/>
          </ac:spMkLst>
        </pc:spChg>
      </pc:sldChg>
      <pc:sldChg chg="modSp add mod modAnim modNotesTx">
        <pc:chgData name="Owais Ahmed" userId="6abc7d4556b3b071" providerId="LiveId" clId="{D0A51F83-B713-4A4D-8105-C75936B8E1D2}" dt="2026-01-02T18:16:45.580" v="27535" actId="20577"/>
        <pc:sldMkLst>
          <pc:docMk/>
          <pc:sldMk cId="2415414705" sldId="2659"/>
        </pc:sldMkLst>
        <pc:spChg chg="mod">
          <ac:chgData name="Owais Ahmed" userId="6abc7d4556b3b071" providerId="LiveId" clId="{D0A51F83-B713-4A4D-8105-C75936B8E1D2}" dt="2026-01-02T18:16:45.580" v="27535" actId="20577"/>
          <ac:spMkLst>
            <pc:docMk/>
            <pc:sldMk cId="2415414705" sldId="2659"/>
            <ac:spMk id="3" creationId="{D701B274-A754-505E-459D-47463854E988}"/>
          </ac:spMkLst>
        </pc:spChg>
      </pc:sldChg>
      <pc:sldChg chg="modSp add mod modAnim">
        <pc:chgData name="Owais Ahmed" userId="6abc7d4556b3b071" providerId="LiveId" clId="{D0A51F83-B713-4A4D-8105-C75936B8E1D2}" dt="2026-01-02T18:20:04.609" v="27883" actId="20577"/>
        <pc:sldMkLst>
          <pc:docMk/>
          <pc:sldMk cId="3618819008" sldId="2660"/>
        </pc:sldMkLst>
        <pc:spChg chg="mod">
          <ac:chgData name="Owais Ahmed" userId="6abc7d4556b3b071" providerId="LiveId" clId="{D0A51F83-B713-4A4D-8105-C75936B8E1D2}" dt="2026-01-02T18:20:04.609" v="27883" actId="20577"/>
          <ac:spMkLst>
            <pc:docMk/>
            <pc:sldMk cId="3618819008" sldId="2660"/>
            <ac:spMk id="3" creationId="{A5885F3E-0B38-ACDD-DA42-79533BDD4736}"/>
          </ac:spMkLst>
        </pc:spChg>
      </pc:sldChg>
      <pc:sldChg chg="modSp add mod ord modAnim modNotesTx">
        <pc:chgData name="Owais Ahmed" userId="6abc7d4556b3b071" providerId="LiveId" clId="{D0A51F83-B713-4A4D-8105-C75936B8E1D2}" dt="2026-01-02T18:28:38.785" v="28640" actId="20577"/>
        <pc:sldMkLst>
          <pc:docMk/>
          <pc:sldMk cId="2719308784" sldId="2661"/>
        </pc:sldMkLst>
        <pc:spChg chg="mod">
          <ac:chgData name="Owais Ahmed" userId="6abc7d4556b3b071" providerId="LiveId" clId="{D0A51F83-B713-4A4D-8105-C75936B8E1D2}" dt="2026-01-02T18:28:02.259" v="28483" actId="20577"/>
          <ac:spMkLst>
            <pc:docMk/>
            <pc:sldMk cId="2719308784" sldId="2661"/>
            <ac:spMk id="3" creationId="{F349439E-FE76-468E-0018-2896E2760C61}"/>
          </ac:spMkLst>
        </pc:spChg>
      </pc:sldChg>
      <pc:sldChg chg="modSp add del mod ord modAnim modNotesTx">
        <pc:chgData name="Owais Ahmed" userId="6abc7d4556b3b071" providerId="LiveId" clId="{D0A51F83-B713-4A4D-8105-C75936B8E1D2}" dt="2026-01-03T06:50:54.307" v="31512" actId="47"/>
        <pc:sldMkLst>
          <pc:docMk/>
          <pc:sldMk cId="2258294934" sldId="2662"/>
        </pc:sldMkLst>
        <pc:spChg chg="mod">
          <ac:chgData name="Owais Ahmed" userId="6abc7d4556b3b071" providerId="LiveId" clId="{D0A51F83-B713-4A4D-8105-C75936B8E1D2}" dt="2026-01-03T06:46:42.863" v="31201" actId="6549"/>
          <ac:spMkLst>
            <pc:docMk/>
            <pc:sldMk cId="2258294934" sldId="2662"/>
            <ac:spMk id="3" creationId="{3A92C5FF-80E9-C70C-2937-F3E5D760C052}"/>
          </ac:spMkLst>
        </pc:spChg>
        <pc:spChg chg="mod">
          <ac:chgData name="Owais Ahmed" userId="6abc7d4556b3b071" providerId="LiveId" clId="{D0A51F83-B713-4A4D-8105-C75936B8E1D2}" dt="2026-01-03T05:51:47.513" v="29059" actId="20577"/>
          <ac:spMkLst>
            <pc:docMk/>
            <pc:sldMk cId="2258294934" sldId="2662"/>
            <ac:spMk id="215" creationId="{6BF01ACF-07C5-1DF1-0132-C6350D4415CB}"/>
          </ac:spMkLst>
        </pc:spChg>
      </pc:sldChg>
      <pc:sldChg chg="add del">
        <pc:chgData name="Owais Ahmed" userId="6abc7d4556b3b071" providerId="LiveId" clId="{D0A51F83-B713-4A4D-8105-C75936B8E1D2}" dt="2026-01-03T05:55:39.882" v="29117" actId="2890"/>
        <pc:sldMkLst>
          <pc:docMk/>
          <pc:sldMk cId="150887790" sldId="2663"/>
        </pc:sldMkLst>
      </pc:sldChg>
      <pc:sldChg chg="modSp add mod modAnim">
        <pc:chgData name="Owais Ahmed" userId="6abc7d4556b3b071" providerId="LiveId" clId="{D0A51F83-B713-4A4D-8105-C75936B8E1D2}" dt="2026-01-03T06:02:00.530" v="29401" actId="20577"/>
        <pc:sldMkLst>
          <pc:docMk/>
          <pc:sldMk cId="2162066596" sldId="2663"/>
        </pc:sldMkLst>
        <pc:spChg chg="mod">
          <ac:chgData name="Owais Ahmed" userId="6abc7d4556b3b071" providerId="LiveId" clId="{D0A51F83-B713-4A4D-8105-C75936B8E1D2}" dt="2026-01-03T06:02:00.530" v="29401" actId="20577"/>
          <ac:spMkLst>
            <pc:docMk/>
            <pc:sldMk cId="2162066596" sldId="2663"/>
            <ac:spMk id="3" creationId="{479278F8-5219-7195-B310-3AD239E14C69}"/>
          </ac:spMkLst>
        </pc:spChg>
        <pc:spChg chg="mod">
          <ac:chgData name="Owais Ahmed" userId="6abc7d4556b3b071" providerId="LiveId" clId="{D0A51F83-B713-4A4D-8105-C75936B8E1D2}" dt="2026-01-03T05:58:05.797" v="29147" actId="20577"/>
          <ac:spMkLst>
            <pc:docMk/>
            <pc:sldMk cId="2162066596" sldId="2663"/>
            <ac:spMk id="215" creationId="{FFD893EB-B62E-1C85-6D67-C49B6B014240}"/>
          </ac:spMkLst>
        </pc:spChg>
      </pc:sldChg>
      <pc:sldChg chg="modSp add mod modAnim modNotesTx">
        <pc:chgData name="Owais Ahmed" userId="6abc7d4556b3b071" providerId="LiveId" clId="{D0A51F83-B713-4A4D-8105-C75936B8E1D2}" dt="2026-01-03T06:12:29.859" v="30046" actId="20577"/>
        <pc:sldMkLst>
          <pc:docMk/>
          <pc:sldMk cId="3521859993" sldId="2664"/>
        </pc:sldMkLst>
        <pc:spChg chg="mod">
          <ac:chgData name="Owais Ahmed" userId="6abc7d4556b3b071" providerId="LiveId" clId="{D0A51F83-B713-4A4D-8105-C75936B8E1D2}" dt="2026-01-03T06:12:29.859" v="30046" actId="20577"/>
          <ac:spMkLst>
            <pc:docMk/>
            <pc:sldMk cId="3521859993" sldId="2664"/>
            <ac:spMk id="3" creationId="{74790BF8-ABC3-46BF-B1A7-12E0BAEB3C62}"/>
          </ac:spMkLst>
        </pc:spChg>
        <pc:spChg chg="mod">
          <ac:chgData name="Owais Ahmed" userId="6abc7d4556b3b071" providerId="LiveId" clId="{D0A51F83-B713-4A4D-8105-C75936B8E1D2}" dt="2026-01-03T06:02:07.787" v="29410" actId="20577"/>
          <ac:spMkLst>
            <pc:docMk/>
            <pc:sldMk cId="3521859993" sldId="2664"/>
            <ac:spMk id="215" creationId="{79EBFDE1-C85D-6CEE-00CC-18762019ACBD}"/>
          </ac:spMkLst>
        </pc:spChg>
      </pc:sldChg>
      <pc:sldChg chg="modSp add mod modAnim modNotesTx">
        <pc:chgData name="Owais Ahmed" userId="6abc7d4556b3b071" providerId="LiveId" clId="{D0A51F83-B713-4A4D-8105-C75936B8E1D2}" dt="2026-01-03T06:14:28.626" v="30238" actId="20577"/>
        <pc:sldMkLst>
          <pc:docMk/>
          <pc:sldMk cId="4032175091" sldId="2665"/>
        </pc:sldMkLst>
        <pc:spChg chg="mod">
          <ac:chgData name="Owais Ahmed" userId="6abc7d4556b3b071" providerId="LiveId" clId="{D0A51F83-B713-4A4D-8105-C75936B8E1D2}" dt="2026-01-03T06:14:28.626" v="30238" actId="20577"/>
          <ac:spMkLst>
            <pc:docMk/>
            <pc:sldMk cId="4032175091" sldId="2665"/>
            <ac:spMk id="3" creationId="{161BA22A-1225-6F1E-F3D6-751D16D82115}"/>
          </ac:spMkLst>
        </pc:spChg>
        <pc:spChg chg="mod">
          <ac:chgData name="Owais Ahmed" userId="6abc7d4556b3b071" providerId="LiveId" clId="{D0A51F83-B713-4A4D-8105-C75936B8E1D2}" dt="2026-01-03T06:08:13.487" v="29789" actId="20577"/>
          <ac:spMkLst>
            <pc:docMk/>
            <pc:sldMk cId="4032175091" sldId="2665"/>
            <ac:spMk id="215" creationId="{655E89E4-7BD5-C55A-2E87-C6D61E497B43}"/>
          </ac:spMkLst>
        </pc:spChg>
      </pc:sldChg>
      <pc:sldChg chg="modSp add mod modAnim modNotesTx">
        <pc:chgData name="Owais Ahmed" userId="6abc7d4556b3b071" providerId="LiveId" clId="{D0A51F83-B713-4A4D-8105-C75936B8E1D2}" dt="2026-01-03T06:21:47.454" v="30374" actId="20577"/>
        <pc:sldMkLst>
          <pc:docMk/>
          <pc:sldMk cId="64049986" sldId="2666"/>
        </pc:sldMkLst>
        <pc:spChg chg="mod">
          <ac:chgData name="Owais Ahmed" userId="6abc7d4556b3b071" providerId="LiveId" clId="{D0A51F83-B713-4A4D-8105-C75936B8E1D2}" dt="2026-01-03T06:21:47.454" v="30374" actId="20577"/>
          <ac:spMkLst>
            <pc:docMk/>
            <pc:sldMk cId="64049986" sldId="2666"/>
            <ac:spMk id="3" creationId="{3E99CE74-078D-A4F8-925F-5281171D87EC}"/>
          </ac:spMkLst>
        </pc:spChg>
        <pc:spChg chg="mod">
          <ac:chgData name="Owais Ahmed" userId="6abc7d4556b3b071" providerId="LiveId" clId="{D0A51F83-B713-4A4D-8105-C75936B8E1D2}" dt="2026-01-03T06:15:04.866" v="30248" actId="20577"/>
          <ac:spMkLst>
            <pc:docMk/>
            <pc:sldMk cId="64049986" sldId="2666"/>
            <ac:spMk id="215" creationId="{87858C50-73D1-01EF-7589-41D61F1233EE}"/>
          </ac:spMkLst>
        </pc:spChg>
      </pc:sldChg>
      <pc:sldChg chg="modSp add mod ord modAnim modNotesTx">
        <pc:chgData name="Owais Ahmed" userId="6abc7d4556b3b071" providerId="LiveId" clId="{D0A51F83-B713-4A4D-8105-C75936B8E1D2}" dt="2026-01-03T06:32:55.302" v="30780" actId="20577"/>
        <pc:sldMkLst>
          <pc:docMk/>
          <pc:sldMk cId="3137986615" sldId="2667"/>
        </pc:sldMkLst>
        <pc:spChg chg="mod">
          <ac:chgData name="Owais Ahmed" userId="6abc7d4556b3b071" providerId="LiveId" clId="{D0A51F83-B713-4A4D-8105-C75936B8E1D2}" dt="2026-01-03T06:32:10.704" v="30648" actId="20577"/>
          <ac:spMkLst>
            <pc:docMk/>
            <pc:sldMk cId="3137986615" sldId="2667"/>
            <ac:spMk id="3" creationId="{6559F237-FAE3-8637-D7AD-DB19860820C2}"/>
          </ac:spMkLst>
        </pc:spChg>
        <pc:spChg chg="mod">
          <ac:chgData name="Owais Ahmed" userId="6abc7d4556b3b071" providerId="LiveId" clId="{D0A51F83-B713-4A4D-8105-C75936B8E1D2}" dt="2026-01-03T06:22:51.765" v="30391" actId="20577"/>
          <ac:spMkLst>
            <pc:docMk/>
            <pc:sldMk cId="3137986615" sldId="2667"/>
            <ac:spMk id="215" creationId="{55C11090-E445-68C6-D718-AC96E9BF0AA2}"/>
          </ac:spMkLst>
        </pc:spChg>
      </pc:sldChg>
      <pc:sldChg chg="modSp add mod modAnim modNotesTx">
        <pc:chgData name="Owais Ahmed" userId="6abc7d4556b3b071" providerId="LiveId" clId="{D0A51F83-B713-4A4D-8105-C75936B8E1D2}" dt="2026-01-03T06:36:57.204" v="30919" actId="20577"/>
        <pc:sldMkLst>
          <pc:docMk/>
          <pc:sldMk cId="821147025" sldId="2668"/>
        </pc:sldMkLst>
        <pc:spChg chg="mod">
          <ac:chgData name="Owais Ahmed" userId="6abc7d4556b3b071" providerId="LiveId" clId="{D0A51F83-B713-4A4D-8105-C75936B8E1D2}" dt="2026-01-03T06:36:57.204" v="30919" actId="20577"/>
          <ac:spMkLst>
            <pc:docMk/>
            <pc:sldMk cId="821147025" sldId="2668"/>
            <ac:spMk id="3" creationId="{A9632F4C-84B8-1031-89D2-DDCEE0753F72}"/>
          </ac:spMkLst>
        </pc:spChg>
        <pc:spChg chg="mod">
          <ac:chgData name="Owais Ahmed" userId="6abc7d4556b3b071" providerId="LiveId" clId="{D0A51F83-B713-4A4D-8105-C75936B8E1D2}" dt="2026-01-03T06:30:06.080" v="30634" actId="20577"/>
          <ac:spMkLst>
            <pc:docMk/>
            <pc:sldMk cId="821147025" sldId="2668"/>
            <ac:spMk id="215" creationId="{CA619773-9CCC-BF66-F9EA-46BF2995C756}"/>
          </ac:spMkLst>
        </pc:spChg>
      </pc:sldChg>
      <pc:sldChg chg="modSp add mod modAnim modNotesTx">
        <pc:chgData name="Owais Ahmed" userId="6abc7d4556b3b071" providerId="LiveId" clId="{D0A51F83-B713-4A4D-8105-C75936B8E1D2}" dt="2026-01-03T06:41:33.785" v="31198" actId="6549"/>
        <pc:sldMkLst>
          <pc:docMk/>
          <pc:sldMk cId="2336043632" sldId="2669"/>
        </pc:sldMkLst>
        <pc:spChg chg="mod">
          <ac:chgData name="Owais Ahmed" userId="6abc7d4556b3b071" providerId="LiveId" clId="{D0A51F83-B713-4A4D-8105-C75936B8E1D2}" dt="2026-01-03T06:41:28.518" v="31197" actId="27636"/>
          <ac:spMkLst>
            <pc:docMk/>
            <pc:sldMk cId="2336043632" sldId="2669"/>
            <ac:spMk id="3" creationId="{3EB4753A-F7B1-D122-E163-49967D51A40C}"/>
          </ac:spMkLst>
        </pc:spChg>
        <pc:spChg chg="mod">
          <ac:chgData name="Owais Ahmed" userId="6abc7d4556b3b071" providerId="LiveId" clId="{D0A51F83-B713-4A4D-8105-C75936B8E1D2}" dt="2026-01-03T06:37:25.428" v="30929" actId="20577"/>
          <ac:spMkLst>
            <pc:docMk/>
            <pc:sldMk cId="2336043632" sldId="2669"/>
            <ac:spMk id="215" creationId="{F1F7D1C5-6257-334F-5017-5C92DE7F90CD}"/>
          </ac:spMkLst>
        </pc:spChg>
      </pc:sldChg>
      <pc:sldChg chg="modSp add mod modAnim modNotesTx">
        <pc:chgData name="Owais Ahmed" userId="6abc7d4556b3b071" providerId="LiveId" clId="{D0A51F83-B713-4A4D-8105-C75936B8E1D2}" dt="2026-01-03T06:50:43.995" v="31511" actId="20577"/>
        <pc:sldMkLst>
          <pc:docMk/>
          <pc:sldMk cId="1014630288" sldId="2670"/>
        </pc:sldMkLst>
        <pc:spChg chg="mod">
          <ac:chgData name="Owais Ahmed" userId="6abc7d4556b3b071" providerId="LiveId" clId="{D0A51F83-B713-4A4D-8105-C75936B8E1D2}" dt="2026-01-03T06:50:43.995" v="31511" actId="20577"/>
          <ac:spMkLst>
            <pc:docMk/>
            <pc:sldMk cId="1014630288" sldId="2670"/>
            <ac:spMk id="3" creationId="{F9ACCDE8-1CD5-61B9-2C5F-31A3DFD7F712}"/>
          </ac:spMkLst>
        </pc:spChg>
        <pc:spChg chg="mod">
          <ac:chgData name="Owais Ahmed" userId="6abc7d4556b3b071" providerId="LiveId" clId="{D0A51F83-B713-4A4D-8105-C75936B8E1D2}" dt="2026-01-03T06:46:58.420" v="31217" actId="20577"/>
          <ac:spMkLst>
            <pc:docMk/>
            <pc:sldMk cId="1014630288" sldId="2670"/>
            <ac:spMk id="215" creationId="{43822790-32D1-AB1A-7E4E-BC4495E41479}"/>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F97DFCF-F890-A143-9133-C8B65C9B01E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FE2C281-2434-D94F-B4BD-BA3CD4DB8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66D5B4E-BF3E-3B45-A4BA-D6C3B92870D7}" type="datetimeFigureOut">
              <a:rPr lang="en-US" smtClean="0"/>
              <a:t>1/3/26</a:t>
            </a:fld>
            <a:endParaRPr lang="en-US"/>
          </a:p>
        </p:txBody>
      </p:sp>
      <p:sp>
        <p:nvSpPr>
          <p:cNvPr id="4" name="Footer Placeholder 3">
            <a:extLst>
              <a:ext uri="{FF2B5EF4-FFF2-40B4-BE49-F238E27FC236}">
                <a16:creationId xmlns:a16="http://schemas.microsoft.com/office/drawing/2014/main" id="{5C17CBFA-633D-5540-AFAA-BE1F495EC62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26B5631-D714-AD41-853B-A883ADC344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5AE8BC-2AB3-9E4C-9797-2A6F8A74C74E}" type="slidenum">
              <a:rPr lang="en-US" smtClean="0"/>
              <a:t>‹#›</a:t>
            </a:fld>
            <a:endParaRPr lang="en-US"/>
          </a:p>
        </p:txBody>
      </p:sp>
    </p:spTree>
    <p:extLst>
      <p:ext uri="{BB962C8B-B14F-4D97-AF65-F5344CB8AC3E}">
        <p14:creationId xmlns:p14="http://schemas.microsoft.com/office/powerpoint/2010/main" val="42739870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A8621B-8C8E-49BA-8772-41D0FE75A082}" type="datetimeFigureOut">
              <a:rPr lang="en-US" smtClean="0"/>
              <a:t>1/3/26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8B34ED-4CDD-41C9-90F7-D768D5559A6F}" type="slidenum">
              <a:rPr lang="en-US" smtClean="0"/>
              <a:t>‹#›</a:t>
            </a:fld>
            <a:endParaRPr lang="en-US"/>
          </a:p>
        </p:txBody>
      </p:sp>
    </p:spTree>
    <p:extLst>
      <p:ext uri="{BB962C8B-B14F-4D97-AF65-F5344CB8AC3E}">
        <p14:creationId xmlns:p14="http://schemas.microsoft.com/office/powerpoint/2010/main" val="422597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7DC74-05E1-6601-973E-917B6531C7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DDE75E-067C-E536-B34C-89FB0DE41339}"/>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F1DAE913-8947-8662-10B3-7D1E61E5E8C2}"/>
              </a:ext>
            </a:extLst>
          </p:cNvPr>
          <p:cNvSpPr>
            <a:spLocks noGrp="1"/>
          </p:cNvSpPr>
          <p:nvPr>
            <p:ph type="body" idx="1"/>
          </p:nvPr>
        </p:nvSpPr>
        <p:spPr/>
        <p:txBody>
          <a:bodyPr/>
          <a:lstStyle/>
          <a:p>
            <a:pPr marL="228600" indent="-228600">
              <a:buAutoNum type="arabicPeriod"/>
            </a:pPr>
            <a:endParaRPr lang="en-GB" sz="1200" dirty="0"/>
          </a:p>
        </p:txBody>
      </p:sp>
      <p:sp>
        <p:nvSpPr>
          <p:cNvPr id="4" name="Slide Number Placeholder 3">
            <a:extLst>
              <a:ext uri="{FF2B5EF4-FFF2-40B4-BE49-F238E27FC236}">
                <a16:creationId xmlns:a16="http://schemas.microsoft.com/office/drawing/2014/main" id="{5D8C0B6F-7901-1D49-C273-464330E7BEF8}"/>
              </a:ext>
            </a:extLst>
          </p:cNvPr>
          <p:cNvSpPr>
            <a:spLocks noGrp="1"/>
          </p:cNvSpPr>
          <p:nvPr>
            <p:ph type="sldNum" sz="quarter" idx="10"/>
          </p:nvPr>
        </p:nvSpPr>
        <p:spPr/>
        <p:txBody>
          <a:bodyPr/>
          <a:lstStyle/>
          <a:p>
            <a:fld id="{B0FCC8D5-6D68-A443-97C0-91AE5977134B}" type="slidenum">
              <a:rPr lang="en-US" smtClean="0"/>
              <a:pPr/>
              <a:t>2</a:t>
            </a:fld>
            <a:endParaRPr lang="en-US"/>
          </a:p>
        </p:txBody>
      </p:sp>
    </p:spTree>
    <p:extLst>
      <p:ext uri="{BB962C8B-B14F-4D97-AF65-F5344CB8AC3E}">
        <p14:creationId xmlns:p14="http://schemas.microsoft.com/office/powerpoint/2010/main" val="14504855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K"/>
          </a:p>
        </p:txBody>
      </p:sp>
      <p:sp>
        <p:nvSpPr>
          <p:cNvPr id="3" name="Notes Placeholder 2"/>
          <p:cNvSpPr>
            <a:spLocks noGrp="1"/>
          </p:cNvSpPr>
          <p:nvPr>
            <p:ph type="body" idx="1"/>
          </p:nvPr>
        </p:nvSpPr>
        <p:spPr/>
        <p:txBody>
          <a:bodyPr/>
          <a:lstStyle/>
          <a:p>
            <a:endParaRPr lang="en-PK"/>
          </a:p>
        </p:txBody>
      </p:sp>
      <p:sp>
        <p:nvSpPr>
          <p:cNvPr id="4" name="Slide Number Placeholder 3"/>
          <p:cNvSpPr>
            <a:spLocks noGrp="1"/>
          </p:cNvSpPr>
          <p:nvPr>
            <p:ph type="sldNum" sz="quarter" idx="5"/>
          </p:nvPr>
        </p:nvSpPr>
        <p:spPr/>
        <p:txBody>
          <a:bodyPr/>
          <a:lstStyle/>
          <a:p>
            <a:fld id="{228B34ED-4CDD-41C9-90F7-D768D5559A6F}" type="slidenum">
              <a:rPr lang="en-US" smtClean="0"/>
              <a:t>3</a:t>
            </a:fld>
            <a:endParaRPr lang="en-US"/>
          </a:p>
        </p:txBody>
      </p:sp>
    </p:spTree>
    <p:extLst>
      <p:ext uri="{BB962C8B-B14F-4D97-AF65-F5344CB8AC3E}">
        <p14:creationId xmlns:p14="http://schemas.microsoft.com/office/powerpoint/2010/main" val="10762040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9DF96-CE9A-9B1D-6A04-0F9307FD06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790E95-7439-0945-8E67-3C512DAEF381}"/>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A038709D-F6E8-C71B-E7DE-C63543990272}"/>
              </a:ext>
            </a:extLst>
          </p:cNvPr>
          <p:cNvSpPr>
            <a:spLocks noGrp="1"/>
          </p:cNvSpPr>
          <p:nvPr>
            <p:ph type="body" idx="1"/>
          </p:nvPr>
        </p:nvSpPr>
        <p:spPr/>
        <p:txBody>
          <a:bodyPr/>
          <a:lstStyle/>
          <a:p>
            <a:pPr marL="228600" indent="-228600">
              <a:buAutoNum type="arabicPeriod"/>
            </a:pPr>
            <a:endParaRPr lang="en-GB" sz="1200" dirty="0"/>
          </a:p>
        </p:txBody>
      </p:sp>
      <p:sp>
        <p:nvSpPr>
          <p:cNvPr id="4" name="Slide Number Placeholder 3">
            <a:extLst>
              <a:ext uri="{FF2B5EF4-FFF2-40B4-BE49-F238E27FC236}">
                <a16:creationId xmlns:a16="http://schemas.microsoft.com/office/drawing/2014/main" id="{60F740E6-7441-6831-B8F6-5FA13016211B}"/>
              </a:ext>
            </a:extLst>
          </p:cNvPr>
          <p:cNvSpPr>
            <a:spLocks noGrp="1"/>
          </p:cNvSpPr>
          <p:nvPr>
            <p:ph type="sldNum" sz="quarter" idx="10"/>
          </p:nvPr>
        </p:nvSpPr>
        <p:spPr/>
        <p:txBody>
          <a:bodyPr/>
          <a:lstStyle/>
          <a:p>
            <a:fld id="{B0FCC8D5-6D68-A443-97C0-91AE5977134B}" type="slidenum">
              <a:rPr lang="en-US" smtClean="0"/>
              <a:pPr/>
              <a:t>4</a:t>
            </a:fld>
            <a:endParaRPr lang="en-US"/>
          </a:p>
        </p:txBody>
      </p:sp>
    </p:spTree>
    <p:extLst>
      <p:ext uri="{BB962C8B-B14F-4D97-AF65-F5344CB8AC3E}">
        <p14:creationId xmlns:p14="http://schemas.microsoft.com/office/powerpoint/2010/main" val="7592526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6F26B-4A3A-E55B-3EF9-EC4C2D2B72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D6979B-8A62-10EE-4F31-02E35AB0D88D}"/>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60B4FF50-45AC-EC42-A695-D558DBACBE8A}"/>
              </a:ext>
            </a:extLst>
          </p:cNvPr>
          <p:cNvSpPr>
            <a:spLocks noGrp="1"/>
          </p:cNvSpPr>
          <p:nvPr>
            <p:ph type="body" idx="1"/>
          </p:nvPr>
        </p:nvSpPr>
        <p:spPr/>
        <p:txBody>
          <a:bodyPr/>
          <a:lstStyle/>
          <a:p>
            <a:pPr marL="228600" indent="-228600">
              <a:buAutoNum type="arabicPeriod"/>
            </a:pPr>
            <a:r>
              <a:rPr lang="en-GB" sz="1200" dirty="0"/>
              <a:t>Hashes are to avoid collisions; Merkle trees provide proofs; Digital Signs are for authorization; Randomness eliminates bias.</a:t>
            </a:r>
          </a:p>
          <a:p>
            <a:pPr marL="228600" indent="-228600">
              <a:buAutoNum type="arabicPeriod"/>
            </a:pPr>
            <a:r>
              <a:rPr lang="en-GB" sz="1200" b="0" i="0" kern="1200" dirty="0">
                <a:solidFill>
                  <a:schemeClr val="tx1"/>
                </a:solidFill>
                <a:effectLst/>
                <a:latin typeface="+mn-lt"/>
                <a:ea typeface="+mn-ea"/>
                <a:cs typeface="+mn-cs"/>
              </a:rPr>
              <a:t>PBKDF2 (Password-Based Key Derivation Function 2) derives cryptographic keys from passwords using hashing and salting.</a:t>
            </a:r>
            <a:endParaRPr lang="en-GB" sz="1200" dirty="0"/>
          </a:p>
        </p:txBody>
      </p:sp>
      <p:sp>
        <p:nvSpPr>
          <p:cNvPr id="4" name="Slide Number Placeholder 3">
            <a:extLst>
              <a:ext uri="{FF2B5EF4-FFF2-40B4-BE49-F238E27FC236}">
                <a16:creationId xmlns:a16="http://schemas.microsoft.com/office/drawing/2014/main" id="{DD2BD909-B35F-8A28-BCDE-A5EAA254E7EB}"/>
              </a:ext>
            </a:extLst>
          </p:cNvPr>
          <p:cNvSpPr>
            <a:spLocks noGrp="1"/>
          </p:cNvSpPr>
          <p:nvPr>
            <p:ph type="sldNum" sz="quarter" idx="10"/>
          </p:nvPr>
        </p:nvSpPr>
        <p:spPr/>
        <p:txBody>
          <a:bodyPr/>
          <a:lstStyle/>
          <a:p>
            <a:fld id="{B0FCC8D5-6D68-A443-97C0-91AE5977134B}" type="slidenum">
              <a:rPr lang="en-US" smtClean="0"/>
              <a:pPr/>
              <a:t>5</a:t>
            </a:fld>
            <a:endParaRPr lang="en-US"/>
          </a:p>
        </p:txBody>
      </p:sp>
    </p:spTree>
    <p:extLst>
      <p:ext uri="{BB962C8B-B14F-4D97-AF65-F5344CB8AC3E}">
        <p14:creationId xmlns:p14="http://schemas.microsoft.com/office/powerpoint/2010/main" val="22874038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6AC9B-D012-EB8F-AD56-23BEA48993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EB4CA2-6DCB-E89C-6C7B-8BA5A12624EE}"/>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61B67E56-FB6B-E429-D4C1-C514108609A8}"/>
              </a:ext>
            </a:extLst>
          </p:cNvPr>
          <p:cNvSpPr>
            <a:spLocks noGrp="1"/>
          </p:cNvSpPr>
          <p:nvPr>
            <p:ph type="body" idx="1"/>
          </p:nvPr>
        </p:nvSpPr>
        <p:spPr/>
        <p:txBody>
          <a:bodyPr/>
          <a:lstStyle/>
          <a:p>
            <a:pPr marL="228600" indent="-228600">
              <a:buAutoNum type="arabicPeriod"/>
            </a:pPr>
            <a:r>
              <a:rPr lang="en-GB" dirty="0"/>
              <a:t>Hot wallets are connected to the internet and attack prone. Browser extensions and mobile wallets fall here and are exposed to malware, phishing, and supply chain attacks.</a:t>
            </a:r>
          </a:p>
          <a:p>
            <a:pPr marL="228600" indent="-228600">
              <a:buAutoNum type="arabicPeriod"/>
            </a:pPr>
            <a:r>
              <a:rPr lang="en-GB" dirty="0"/>
              <a:t>Ideal for long-term, cold wallets keep private keys offline. Hardware wallets introduce physical and human risks.</a:t>
            </a:r>
          </a:p>
          <a:p>
            <a:pPr marL="228600" indent="-228600">
              <a:buAutoNum type="arabicPeriod"/>
            </a:pPr>
            <a:r>
              <a:rPr lang="en-GB" dirty="0"/>
              <a:t>Hot wallets are for execution and interaction.</a:t>
            </a:r>
            <a:endParaRPr lang="en-GB" sz="1200" dirty="0"/>
          </a:p>
        </p:txBody>
      </p:sp>
      <p:sp>
        <p:nvSpPr>
          <p:cNvPr id="4" name="Slide Number Placeholder 3">
            <a:extLst>
              <a:ext uri="{FF2B5EF4-FFF2-40B4-BE49-F238E27FC236}">
                <a16:creationId xmlns:a16="http://schemas.microsoft.com/office/drawing/2014/main" id="{1A69163E-7965-7E19-70EA-E5AD7C8CFDAD}"/>
              </a:ext>
            </a:extLst>
          </p:cNvPr>
          <p:cNvSpPr>
            <a:spLocks noGrp="1"/>
          </p:cNvSpPr>
          <p:nvPr>
            <p:ph type="sldNum" sz="quarter" idx="10"/>
          </p:nvPr>
        </p:nvSpPr>
        <p:spPr/>
        <p:txBody>
          <a:bodyPr/>
          <a:lstStyle/>
          <a:p>
            <a:fld id="{B0FCC8D5-6D68-A443-97C0-91AE5977134B}" type="slidenum">
              <a:rPr lang="en-US" smtClean="0"/>
              <a:pPr/>
              <a:t>6</a:t>
            </a:fld>
            <a:endParaRPr lang="en-US"/>
          </a:p>
        </p:txBody>
      </p:sp>
    </p:spTree>
    <p:extLst>
      <p:ext uri="{BB962C8B-B14F-4D97-AF65-F5344CB8AC3E}">
        <p14:creationId xmlns:p14="http://schemas.microsoft.com/office/powerpoint/2010/main" val="4644166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62301-2707-BAF8-197F-FF10F0CC1E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F921C3-ADD1-4318-B195-3F310BA03E73}"/>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1D905BC1-84BC-E412-C58C-C793F2B285DB}"/>
              </a:ext>
            </a:extLst>
          </p:cNvPr>
          <p:cNvSpPr>
            <a:spLocks noGrp="1"/>
          </p:cNvSpPr>
          <p:nvPr>
            <p:ph type="body" idx="1"/>
          </p:nvPr>
        </p:nvSpPr>
        <p:spPr/>
        <p:txBody>
          <a:bodyPr/>
          <a:lstStyle/>
          <a:p>
            <a:pPr marL="228600" indent="-228600">
              <a:buAutoNum type="arabicPeriod"/>
            </a:pPr>
            <a:r>
              <a:rPr lang="en-GB" sz="1200" dirty="0"/>
              <a:t>Note that </a:t>
            </a:r>
            <a:r>
              <a:rPr lang="en-GB" sz="1200" dirty="0" err="1"/>
              <a:t>Multisig</a:t>
            </a:r>
            <a:r>
              <a:rPr lang="en-GB" sz="1200" dirty="0"/>
              <a:t> is different from MCP (Multi-party Computation) wallets in which each member holds some part of they key. Nobody owns full key.</a:t>
            </a:r>
          </a:p>
        </p:txBody>
      </p:sp>
      <p:sp>
        <p:nvSpPr>
          <p:cNvPr id="4" name="Slide Number Placeholder 3">
            <a:extLst>
              <a:ext uri="{FF2B5EF4-FFF2-40B4-BE49-F238E27FC236}">
                <a16:creationId xmlns:a16="http://schemas.microsoft.com/office/drawing/2014/main" id="{D9CC85F4-3E46-F76D-43B8-3554997B3F7A}"/>
              </a:ext>
            </a:extLst>
          </p:cNvPr>
          <p:cNvSpPr>
            <a:spLocks noGrp="1"/>
          </p:cNvSpPr>
          <p:nvPr>
            <p:ph type="sldNum" sz="quarter" idx="10"/>
          </p:nvPr>
        </p:nvSpPr>
        <p:spPr/>
        <p:txBody>
          <a:bodyPr/>
          <a:lstStyle/>
          <a:p>
            <a:fld id="{B0FCC8D5-6D68-A443-97C0-91AE5977134B}" type="slidenum">
              <a:rPr lang="en-US" smtClean="0"/>
              <a:pPr/>
              <a:t>7</a:t>
            </a:fld>
            <a:endParaRPr lang="en-US"/>
          </a:p>
        </p:txBody>
      </p:sp>
    </p:spTree>
    <p:extLst>
      <p:ext uri="{BB962C8B-B14F-4D97-AF65-F5344CB8AC3E}">
        <p14:creationId xmlns:p14="http://schemas.microsoft.com/office/powerpoint/2010/main" val="29562829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822E1-662A-7A79-2A74-CA8201A730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0784D6-B5E4-F530-F7AA-8D48977C3FB0}"/>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958AC6A4-FF7C-604A-0A6A-8F74ED10DE55}"/>
              </a:ext>
            </a:extLst>
          </p:cNvPr>
          <p:cNvSpPr>
            <a:spLocks noGrp="1"/>
          </p:cNvSpPr>
          <p:nvPr>
            <p:ph type="body" idx="1"/>
          </p:nvPr>
        </p:nvSpPr>
        <p:spPr/>
        <p:txBody>
          <a:bodyPr/>
          <a:lstStyle/>
          <a:p>
            <a:pPr marL="228600" indent="-228600">
              <a:buAutoNum type="arabicPeriod"/>
            </a:pPr>
            <a:endParaRPr lang="en-GB" sz="1200" dirty="0"/>
          </a:p>
        </p:txBody>
      </p:sp>
      <p:sp>
        <p:nvSpPr>
          <p:cNvPr id="4" name="Slide Number Placeholder 3">
            <a:extLst>
              <a:ext uri="{FF2B5EF4-FFF2-40B4-BE49-F238E27FC236}">
                <a16:creationId xmlns:a16="http://schemas.microsoft.com/office/drawing/2014/main" id="{36F5F5CC-0E83-F640-B743-5D5BD3F55F62}"/>
              </a:ext>
            </a:extLst>
          </p:cNvPr>
          <p:cNvSpPr>
            <a:spLocks noGrp="1"/>
          </p:cNvSpPr>
          <p:nvPr>
            <p:ph type="sldNum" sz="quarter" idx="10"/>
          </p:nvPr>
        </p:nvSpPr>
        <p:spPr/>
        <p:txBody>
          <a:bodyPr/>
          <a:lstStyle/>
          <a:p>
            <a:fld id="{B0FCC8D5-6D68-A443-97C0-91AE5977134B}" type="slidenum">
              <a:rPr lang="en-US" smtClean="0"/>
              <a:pPr/>
              <a:t>8</a:t>
            </a:fld>
            <a:endParaRPr lang="en-US"/>
          </a:p>
        </p:txBody>
      </p:sp>
    </p:spTree>
    <p:extLst>
      <p:ext uri="{BB962C8B-B14F-4D97-AF65-F5344CB8AC3E}">
        <p14:creationId xmlns:p14="http://schemas.microsoft.com/office/powerpoint/2010/main" val="15282505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E4DCC-4054-CC3D-CFA9-6130678501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9D4000-4D05-7431-B32F-00C8F247B053}"/>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421F8111-A281-BCF0-7A7A-F415F4856E87}"/>
              </a:ext>
            </a:extLst>
          </p:cNvPr>
          <p:cNvSpPr>
            <a:spLocks noGrp="1"/>
          </p:cNvSpPr>
          <p:nvPr>
            <p:ph type="body" idx="1"/>
          </p:nvPr>
        </p:nvSpPr>
        <p:spPr/>
        <p:txBody>
          <a:bodyPr/>
          <a:lstStyle/>
          <a:p>
            <a:pPr marL="228600" indent="-228600">
              <a:buAutoNum type="arabicPeriod"/>
            </a:pPr>
            <a:endParaRPr lang="en-GB" sz="1200" dirty="0"/>
          </a:p>
        </p:txBody>
      </p:sp>
      <p:sp>
        <p:nvSpPr>
          <p:cNvPr id="4" name="Slide Number Placeholder 3">
            <a:extLst>
              <a:ext uri="{FF2B5EF4-FFF2-40B4-BE49-F238E27FC236}">
                <a16:creationId xmlns:a16="http://schemas.microsoft.com/office/drawing/2014/main" id="{3168FE9B-BC80-C518-AAE7-63C4C07C0A7E}"/>
              </a:ext>
            </a:extLst>
          </p:cNvPr>
          <p:cNvSpPr>
            <a:spLocks noGrp="1"/>
          </p:cNvSpPr>
          <p:nvPr>
            <p:ph type="sldNum" sz="quarter" idx="10"/>
          </p:nvPr>
        </p:nvSpPr>
        <p:spPr/>
        <p:txBody>
          <a:bodyPr/>
          <a:lstStyle/>
          <a:p>
            <a:fld id="{B0FCC8D5-6D68-A443-97C0-91AE5977134B}" type="slidenum">
              <a:rPr lang="en-US" smtClean="0"/>
              <a:pPr/>
              <a:t>9</a:t>
            </a:fld>
            <a:endParaRPr lang="en-US"/>
          </a:p>
        </p:txBody>
      </p:sp>
    </p:spTree>
    <p:extLst>
      <p:ext uri="{BB962C8B-B14F-4D97-AF65-F5344CB8AC3E}">
        <p14:creationId xmlns:p14="http://schemas.microsoft.com/office/powerpoint/2010/main" val="38708717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67CA2-DF51-F8B9-81DD-E8DCD3445D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0EB360-8E24-D86E-02AF-1E5314A24EC0}"/>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4D5118A0-5453-C5BF-6C3D-17040CA98EC0}"/>
              </a:ext>
            </a:extLst>
          </p:cNvPr>
          <p:cNvSpPr>
            <a:spLocks noGrp="1"/>
          </p:cNvSpPr>
          <p:nvPr>
            <p:ph type="body" idx="1"/>
          </p:nvPr>
        </p:nvSpPr>
        <p:spPr/>
        <p:txBody>
          <a:bodyPr/>
          <a:lstStyle/>
          <a:p>
            <a:pPr marL="228600" indent="-228600">
              <a:buAutoNum type="arabicPeriod"/>
            </a:pPr>
            <a:r>
              <a:rPr lang="en-GB" dirty="0"/>
              <a:t>Use </a:t>
            </a:r>
            <a:r>
              <a:rPr lang="en-GB" dirty="0" err="1"/>
              <a:t>reentrancy</a:t>
            </a:r>
            <a:r>
              <a:rPr lang="en-GB" dirty="0"/>
              <a:t> guards on functions that transfers value. Avoid calling untrusted contracts.</a:t>
            </a:r>
          </a:p>
          <a:p>
            <a:pPr marL="228600" indent="-228600">
              <a:buAutoNum type="arabicPeriod"/>
            </a:pPr>
            <a:r>
              <a:rPr lang="en-GB" dirty="0"/>
              <a:t>Pull based withdrawals are safer than push based payments. This isn’t only UX; push is dangerous as it executes transfers immediately, while in pull, each individual user initiates the transfer request.</a:t>
            </a:r>
            <a:endParaRPr lang="en-GB" sz="1200" dirty="0"/>
          </a:p>
        </p:txBody>
      </p:sp>
      <p:sp>
        <p:nvSpPr>
          <p:cNvPr id="4" name="Slide Number Placeholder 3">
            <a:extLst>
              <a:ext uri="{FF2B5EF4-FFF2-40B4-BE49-F238E27FC236}">
                <a16:creationId xmlns:a16="http://schemas.microsoft.com/office/drawing/2014/main" id="{0F2424FC-569C-2C79-577C-0F1D37F291D7}"/>
              </a:ext>
            </a:extLst>
          </p:cNvPr>
          <p:cNvSpPr>
            <a:spLocks noGrp="1"/>
          </p:cNvSpPr>
          <p:nvPr>
            <p:ph type="sldNum" sz="quarter" idx="10"/>
          </p:nvPr>
        </p:nvSpPr>
        <p:spPr/>
        <p:txBody>
          <a:bodyPr/>
          <a:lstStyle/>
          <a:p>
            <a:fld id="{B0FCC8D5-6D68-A443-97C0-91AE5977134B}" type="slidenum">
              <a:rPr lang="en-US" smtClean="0"/>
              <a:pPr/>
              <a:t>10</a:t>
            </a:fld>
            <a:endParaRPr lang="en-US"/>
          </a:p>
        </p:txBody>
      </p:sp>
    </p:spTree>
    <p:extLst>
      <p:ext uri="{BB962C8B-B14F-4D97-AF65-F5344CB8AC3E}">
        <p14:creationId xmlns:p14="http://schemas.microsoft.com/office/powerpoint/2010/main" val="7990721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30E5C-89F2-EF96-02F3-74D4430751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3EB29E-517A-DCB5-80CD-1706D439FD71}"/>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10FDC69A-E60A-F8CF-5C70-D723A0418009}"/>
              </a:ext>
            </a:extLst>
          </p:cNvPr>
          <p:cNvSpPr>
            <a:spLocks noGrp="1"/>
          </p:cNvSpPr>
          <p:nvPr>
            <p:ph type="body" idx="1"/>
          </p:nvPr>
        </p:nvSpPr>
        <p:spPr/>
        <p:txBody>
          <a:bodyPr/>
          <a:lstStyle/>
          <a:p>
            <a:pPr marL="228600" indent="-228600">
              <a:buAutoNum type="arabicPeriod"/>
            </a:pPr>
            <a:endParaRPr lang="en-GB" sz="1200" dirty="0"/>
          </a:p>
        </p:txBody>
      </p:sp>
      <p:sp>
        <p:nvSpPr>
          <p:cNvPr id="4" name="Slide Number Placeholder 3">
            <a:extLst>
              <a:ext uri="{FF2B5EF4-FFF2-40B4-BE49-F238E27FC236}">
                <a16:creationId xmlns:a16="http://schemas.microsoft.com/office/drawing/2014/main" id="{33C5F7DB-5BFD-B306-24EE-D7296CE8E7E7}"/>
              </a:ext>
            </a:extLst>
          </p:cNvPr>
          <p:cNvSpPr>
            <a:spLocks noGrp="1"/>
          </p:cNvSpPr>
          <p:nvPr>
            <p:ph type="sldNum" sz="quarter" idx="10"/>
          </p:nvPr>
        </p:nvSpPr>
        <p:spPr/>
        <p:txBody>
          <a:bodyPr/>
          <a:lstStyle/>
          <a:p>
            <a:fld id="{B0FCC8D5-6D68-A443-97C0-91AE5977134B}" type="slidenum">
              <a:rPr lang="en-US" smtClean="0"/>
              <a:pPr/>
              <a:t>11</a:t>
            </a:fld>
            <a:endParaRPr lang="en-US"/>
          </a:p>
        </p:txBody>
      </p:sp>
    </p:spTree>
    <p:extLst>
      <p:ext uri="{BB962C8B-B14F-4D97-AF65-F5344CB8AC3E}">
        <p14:creationId xmlns:p14="http://schemas.microsoft.com/office/powerpoint/2010/main" val="37288464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990ED-2200-AA24-A34C-E588F3D5CF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A49A59-AFF5-DF1F-B2DA-11B396B1E11D}"/>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8DACF5D3-232F-0719-F420-FC4AF5923794}"/>
              </a:ext>
            </a:extLst>
          </p:cNvPr>
          <p:cNvSpPr>
            <a:spLocks noGrp="1"/>
          </p:cNvSpPr>
          <p:nvPr>
            <p:ph type="body" idx="1"/>
          </p:nvPr>
        </p:nvSpPr>
        <p:spPr/>
        <p:txBody>
          <a:bodyPr/>
          <a:lstStyle/>
          <a:p>
            <a:pPr marL="228600" indent="-228600">
              <a:buAutoNum type="arabicPeriod"/>
            </a:pPr>
            <a:r>
              <a:rPr lang="en-GB" sz="1200" dirty="0"/>
              <a:t>Global variable </a:t>
            </a:r>
            <a:r>
              <a:rPr lang="en-GB" sz="1200" dirty="0" err="1"/>
              <a:t>tx.origin</a:t>
            </a:r>
            <a:r>
              <a:rPr lang="en-GB" sz="1200" dirty="0"/>
              <a:t> will always point to the address that initiated a transaction; </a:t>
            </a:r>
            <a:r>
              <a:rPr lang="en-GB" sz="1200" dirty="0" err="1"/>
              <a:t>msg.sender</a:t>
            </a:r>
            <a:r>
              <a:rPr lang="en-GB" sz="1200" dirty="0"/>
              <a:t> is the immediate address that called the function.</a:t>
            </a:r>
          </a:p>
        </p:txBody>
      </p:sp>
      <p:sp>
        <p:nvSpPr>
          <p:cNvPr id="4" name="Slide Number Placeholder 3">
            <a:extLst>
              <a:ext uri="{FF2B5EF4-FFF2-40B4-BE49-F238E27FC236}">
                <a16:creationId xmlns:a16="http://schemas.microsoft.com/office/drawing/2014/main" id="{685183ED-D980-81F3-00FE-E8C02B723071}"/>
              </a:ext>
            </a:extLst>
          </p:cNvPr>
          <p:cNvSpPr>
            <a:spLocks noGrp="1"/>
          </p:cNvSpPr>
          <p:nvPr>
            <p:ph type="sldNum" sz="quarter" idx="10"/>
          </p:nvPr>
        </p:nvSpPr>
        <p:spPr/>
        <p:txBody>
          <a:bodyPr/>
          <a:lstStyle/>
          <a:p>
            <a:fld id="{B0FCC8D5-6D68-A443-97C0-91AE5977134B}" type="slidenum">
              <a:rPr lang="en-US" smtClean="0"/>
              <a:pPr/>
              <a:t>12</a:t>
            </a:fld>
            <a:endParaRPr lang="en-US"/>
          </a:p>
        </p:txBody>
      </p:sp>
    </p:spTree>
    <p:extLst>
      <p:ext uri="{BB962C8B-B14F-4D97-AF65-F5344CB8AC3E}">
        <p14:creationId xmlns:p14="http://schemas.microsoft.com/office/powerpoint/2010/main" val="18826789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0A85E-5750-1938-4066-50DF3EAC5E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81D7E5-72C5-9BA2-3B84-ED2EA87A6916}"/>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09BE5484-B501-12F7-6D78-3F9D0C8122FE}"/>
              </a:ext>
            </a:extLst>
          </p:cNvPr>
          <p:cNvSpPr>
            <a:spLocks noGrp="1"/>
          </p:cNvSpPr>
          <p:nvPr>
            <p:ph type="body" idx="1"/>
          </p:nvPr>
        </p:nvSpPr>
        <p:spPr/>
        <p:txBody>
          <a:bodyPr/>
          <a:lstStyle/>
          <a:p>
            <a:pPr marL="228600" indent="-228600">
              <a:buAutoNum type="arabicPeriod"/>
            </a:pPr>
            <a:r>
              <a:rPr lang="en-GB" sz="1200" dirty="0"/>
              <a:t>Proxy contract keeps the address of business logic contract and makes function calls to it. It is called upgradable, because one can clone logic contract with some changes and update the contract address is proxy contract to point to new logic contract.</a:t>
            </a:r>
          </a:p>
        </p:txBody>
      </p:sp>
      <p:sp>
        <p:nvSpPr>
          <p:cNvPr id="4" name="Slide Number Placeholder 3">
            <a:extLst>
              <a:ext uri="{FF2B5EF4-FFF2-40B4-BE49-F238E27FC236}">
                <a16:creationId xmlns:a16="http://schemas.microsoft.com/office/drawing/2014/main" id="{5DC817B3-64F0-023E-585D-12DD588EB216}"/>
              </a:ext>
            </a:extLst>
          </p:cNvPr>
          <p:cNvSpPr>
            <a:spLocks noGrp="1"/>
          </p:cNvSpPr>
          <p:nvPr>
            <p:ph type="sldNum" sz="quarter" idx="10"/>
          </p:nvPr>
        </p:nvSpPr>
        <p:spPr/>
        <p:txBody>
          <a:bodyPr/>
          <a:lstStyle/>
          <a:p>
            <a:fld id="{B0FCC8D5-6D68-A443-97C0-91AE5977134B}" type="slidenum">
              <a:rPr lang="en-US" smtClean="0"/>
              <a:pPr/>
              <a:t>13</a:t>
            </a:fld>
            <a:endParaRPr lang="en-US"/>
          </a:p>
        </p:txBody>
      </p:sp>
    </p:spTree>
    <p:extLst>
      <p:ext uri="{BB962C8B-B14F-4D97-AF65-F5344CB8AC3E}">
        <p14:creationId xmlns:p14="http://schemas.microsoft.com/office/powerpoint/2010/main" val="18913586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C5416-F827-78A5-2AC0-2C46F60F1B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DB40E8-5424-9A0D-CC96-A11C34E4E165}"/>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E07D0228-0EBE-5D9C-F03F-4464F1F147FD}"/>
              </a:ext>
            </a:extLst>
          </p:cNvPr>
          <p:cNvSpPr>
            <a:spLocks noGrp="1"/>
          </p:cNvSpPr>
          <p:nvPr>
            <p:ph type="body" idx="1"/>
          </p:nvPr>
        </p:nvSpPr>
        <p:spPr/>
        <p:txBody>
          <a:bodyPr/>
          <a:lstStyle/>
          <a:p>
            <a:pPr marL="228600" indent="-228600">
              <a:buAutoNum type="arabicPeriod"/>
            </a:pPr>
            <a:r>
              <a:rPr lang="en-GB" sz="1200" dirty="0"/>
              <a:t>Proxy contract keeps the address of business logic contract and makes function calls to it. It is called upgradable, because one can clone logic contract with some changes and update the contract address is proxy contract to point to new logic contract.</a:t>
            </a:r>
          </a:p>
        </p:txBody>
      </p:sp>
      <p:sp>
        <p:nvSpPr>
          <p:cNvPr id="4" name="Slide Number Placeholder 3">
            <a:extLst>
              <a:ext uri="{FF2B5EF4-FFF2-40B4-BE49-F238E27FC236}">
                <a16:creationId xmlns:a16="http://schemas.microsoft.com/office/drawing/2014/main" id="{49F1242B-4BBD-24FE-197A-3A0528FA8A54}"/>
              </a:ext>
            </a:extLst>
          </p:cNvPr>
          <p:cNvSpPr>
            <a:spLocks noGrp="1"/>
          </p:cNvSpPr>
          <p:nvPr>
            <p:ph type="sldNum" sz="quarter" idx="10"/>
          </p:nvPr>
        </p:nvSpPr>
        <p:spPr/>
        <p:txBody>
          <a:bodyPr/>
          <a:lstStyle/>
          <a:p>
            <a:fld id="{B0FCC8D5-6D68-A443-97C0-91AE5977134B}" type="slidenum">
              <a:rPr lang="en-US" smtClean="0"/>
              <a:pPr/>
              <a:t>14</a:t>
            </a:fld>
            <a:endParaRPr lang="en-US"/>
          </a:p>
        </p:txBody>
      </p:sp>
    </p:spTree>
    <p:extLst>
      <p:ext uri="{BB962C8B-B14F-4D97-AF65-F5344CB8AC3E}">
        <p14:creationId xmlns:p14="http://schemas.microsoft.com/office/powerpoint/2010/main" val="29318721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64511-781F-493A-7B3F-A04457C9E3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2F044D-8E7C-5289-5438-9ADFCF03D995}"/>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B9653FBF-C297-1264-B735-91EE415F7038}"/>
              </a:ext>
            </a:extLst>
          </p:cNvPr>
          <p:cNvSpPr>
            <a:spLocks noGrp="1"/>
          </p:cNvSpPr>
          <p:nvPr>
            <p:ph type="body" idx="1"/>
          </p:nvPr>
        </p:nvSpPr>
        <p:spPr/>
        <p:txBody>
          <a:bodyPr/>
          <a:lstStyle/>
          <a:p>
            <a:pPr marL="228600" indent="-228600">
              <a:buAutoNum type="arabicPeriod"/>
            </a:pPr>
            <a:r>
              <a:rPr lang="en-GB" sz="1200" dirty="0"/>
              <a:t>This is again related to upgradeable contracts.</a:t>
            </a:r>
          </a:p>
          <a:p>
            <a:pPr marL="228600" indent="-228600">
              <a:buAutoNum type="arabicPeriod"/>
            </a:pPr>
            <a:r>
              <a:rPr lang="en-GB" sz="1200" dirty="0"/>
              <a:t>Another way to mitigate this abuse is to have a “cooldown” time before the implementation address can be changed.</a:t>
            </a:r>
          </a:p>
        </p:txBody>
      </p:sp>
      <p:sp>
        <p:nvSpPr>
          <p:cNvPr id="4" name="Slide Number Placeholder 3">
            <a:extLst>
              <a:ext uri="{FF2B5EF4-FFF2-40B4-BE49-F238E27FC236}">
                <a16:creationId xmlns:a16="http://schemas.microsoft.com/office/drawing/2014/main" id="{D624B6B2-1740-B178-06FC-FFBF72B6297E}"/>
              </a:ext>
            </a:extLst>
          </p:cNvPr>
          <p:cNvSpPr>
            <a:spLocks noGrp="1"/>
          </p:cNvSpPr>
          <p:nvPr>
            <p:ph type="sldNum" sz="quarter" idx="10"/>
          </p:nvPr>
        </p:nvSpPr>
        <p:spPr/>
        <p:txBody>
          <a:bodyPr/>
          <a:lstStyle/>
          <a:p>
            <a:fld id="{B0FCC8D5-6D68-A443-97C0-91AE5977134B}" type="slidenum">
              <a:rPr lang="en-US" smtClean="0"/>
              <a:pPr/>
              <a:t>15</a:t>
            </a:fld>
            <a:endParaRPr lang="en-US"/>
          </a:p>
        </p:txBody>
      </p:sp>
    </p:spTree>
    <p:extLst>
      <p:ext uri="{BB962C8B-B14F-4D97-AF65-F5344CB8AC3E}">
        <p14:creationId xmlns:p14="http://schemas.microsoft.com/office/powerpoint/2010/main" val="3645349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E28C70-2458-80E1-9727-187420569D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D79001-660F-4938-AEEE-953ECEC9BF02}"/>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6838090C-48FD-FD85-95C8-884E91ED31DF}"/>
              </a:ext>
            </a:extLst>
          </p:cNvPr>
          <p:cNvSpPr>
            <a:spLocks noGrp="1"/>
          </p:cNvSpPr>
          <p:nvPr>
            <p:ph type="body" idx="1"/>
          </p:nvPr>
        </p:nvSpPr>
        <p:spPr/>
        <p:txBody>
          <a:bodyPr/>
          <a:lstStyle/>
          <a:p>
            <a:pPr marL="228600" indent="-228600">
              <a:buAutoNum type="arabicPeriod"/>
            </a:pPr>
            <a:endParaRPr lang="en-GB" sz="1200" dirty="0"/>
          </a:p>
        </p:txBody>
      </p:sp>
      <p:sp>
        <p:nvSpPr>
          <p:cNvPr id="4" name="Slide Number Placeholder 3">
            <a:extLst>
              <a:ext uri="{FF2B5EF4-FFF2-40B4-BE49-F238E27FC236}">
                <a16:creationId xmlns:a16="http://schemas.microsoft.com/office/drawing/2014/main" id="{3E5645FF-459D-1806-682E-058C84E75427}"/>
              </a:ext>
            </a:extLst>
          </p:cNvPr>
          <p:cNvSpPr>
            <a:spLocks noGrp="1"/>
          </p:cNvSpPr>
          <p:nvPr>
            <p:ph type="sldNum" sz="quarter" idx="10"/>
          </p:nvPr>
        </p:nvSpPr>
        <p:spPr/>
        <p:txBody>
          <a:bodyPr/>
          <a:lstStyle/>
          <a:p>
            <a:fld id="{B0FCC8D5-6D68-A443-97C0-91AE5977134B}" type="slidenum">
              <a:rPr lang="en-US" smtClean="0"/>
              <a:pPr/>
              <a:t>16</a:t>
            </a:fld>
            <a:endParaRPr lang="en-US"/>
          </a:p>
        </p:txBody>
      </p:sp>
    </p:spTree>
    <p:extLst>
      <p:ext uri="{BB962C8B-B14F-4D97-AF65-F5344CB8AC3E}">
        <p14:creationId xmlns:p14="http://schemas.microsoft.com/office/powerpoint/2010/main" val="24683564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D53D4-7135-0D0A-7CA7-33FA5D8C06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0F10FF-0EE3-ACF7-B8AD-DC30DD230B8B}"/>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0F37EEFB-93D4-52D5-AE9F-18DCED1D9714}"/>
              </a:ext>
            </a:extLst>
          </p:cNvPr>
          <p:cNvSpPr>
            <a:spLocks noGrp="1"/>
          </p:cNvSpPr>
          <p:nvPr>
            <p:ph type="body" idx="1"/>
          </p:nvPr>
        </p:nvSpPr>
        <p:spPr/>
        <p:txBody>
          <a:bodyPr/>
          <a:lstStyle/>
          <a:p>
            <a:pPr marL="228600" indent="-228600">
              <a:buAutoNum type="arabicPeriod"/>
            </a:pPr>
            <a:r>
              <a:rPr lang="en-GB" sz="1200" dirty="0"/>
              <a:t>TWAP, or Time-weighted average price-based transactions can execute large orders without significantly impacting the market, as they split a large trade into smaller chunks and execute over time.</a:t>
            </a:r>
          </a:p>
          <a:p>
            <a:pPr marL="228600" indent="-228600">
              <a:buAutoNum type="arabicPeriod"/>
            </a:pPr>
            <a:endParaRPr lang="en-GB" sz="1200" dirty="0"/>
          </a:p>
        </p:txBody>
      </p:sp>
      <p:sp>
        <p:nvSpPr>
          <p:cNvPr id="4" name="Slide Number Placeholder 3">
            <a:extLst>
              <a:ext uri="{FF2B5EF4-FFF2-40B4-BE49-F238E27FC236}">
                <a16:creationId xmlns:a16="http://schemas.microsoft.com/office/drawing/2014/main" id="{F67F22DA-3133-6FA8-06EB-2CDF80898692}"/>
              </a:ext>
            </a:extLst>
          </p:cNvPr>
          <p:cNvSpPr>
            <a:spLocks noGrp="1"/>
          </p:cNvSpPr>
          <p:nvPr>
            <p:ph type="sldNum" sz="quarter" idx="10"/>
          </p:nvPr>
        </p:nvSpPr>
        <p:spPr/>
        <p:txBody>
          <a:bodyPr/>
          <a:lstStyle/>
          <a:p>
            <a:fld id="{B0FCC8D5-6D68-A443-97C0-91AE5977134B}" type="slidenum">
              <a:rPr lang="en-US" smtClean="0"/>
              <a:pPr/>
              <a:t>17</a:t>
            </a:fld>
            <a:endParaRPr lang="en-US"/>
          </a:p>
        </p:txBody>
      </p:sp>
    </p:spTree>
    <p:extLst>
      <p:ext uri="{BB962C8B-B14F-4D97-AF65-F5344CB8AC3E}">
        <p14:creationId xmlns:p14="http://schemas.microsoft.com/office/powerpoint/2010/main" val="32876336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08DEF-EA1C-1BA0-D5AC-3EA7E8A9B1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984C51-DF57-B52C-655E-CDB19FC0748F}"/>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BB1DCD52-68F1-453C-7396-700D3D623D94}"/>
              </a:ext>
            </a:extLst>
          </p:cNvPr>
          <p:cNvSpPr>
            <a:spLocks noGrp="1"/>
          </p:cNvSpPr>
          <p:nvPr>
            <p:ph type="body" idx="1"/>
          </p:nvPr>
        </p:nvSpPr>
        <p:spPr/>
        <p:txBody>
          <a:bodyPr/>
          <a:lstStyle/>
          <a:p>
            <a:pPr marL="228600" indent="-228600">
              <a:buAutoNum type="arabicPeriod"/>
            </a:pPr>
            <a:endParaRPr lang="en-GB" sz="1200" dirty="0"/>
          </a:p>
        </p:txBody>
      </p:sp>
      <p:sp>
        <p:nvSpPr>
          <p:cNvPr id="4" name="Slide Number Placeholder 3">
            <a:extLst>
              <a:ext uri="{FF2B5EF4-FFF2-40B4-BE49-F238E27FC236}">
                <a16:creationId xmlns:a16="http://schemas.microsoft.com/office/drawing/2014/main" id="{E37D8CA7-0963-BE8A-520E-4B958D7B4DD7}"/>
              </a:ext>
            </a:extLst>
          </p:cNvPr>
          <p:cNvSpPr>
            <a:spLocks noGrp="1"/>
          </p:cNvSpPr>
          <p:nvPr>
            <p:ph type="sldNum" sz="quarter" idx="10"/>
          </p:nvPr>
        </p:nvSpPr>
        <p:spPr/>
        <p:txBody>
          <a:bodyPr/>
          <a:lstStyle/>
          <a:p>
            <a:fld id="{B0FCC8D5-6D68-A443-97C0-91AE5977134B}" type="slidenum">
              <a:rPr lang="en-US" smtClean="0"/>
              <a:pPr/>
              <a:t>18</a:t>
            </a:fld>
            <a:endParaRPr lang="en-US"/>
          </a:p>
        </p:txBody>
      </p:sp>
    </p:spTree>
    <p:extLst>
      <p:ext uri="{BB962C8B-B14F-4D97-AF65-F5344CB8AC3E}">
        <p14:creationId xmlns:p14="http://schemas.microsoft.com/office/powerpoint/2010/main" val="9732928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49C89-6D35-0358-9C23-0C6D8F53CF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F2561C-5C57-9A3C-F2F7-90BD2A46FA73}"/>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B2873D10-B3FA-AE93-15A5-35FF1AF8DEB5}"/>
              </a:ext>
            </a:extLst>
          </p:cNvPr>
          <p:cNvSpPr>
            <a:spLocks noGrp="1"/>
          </p:cNvSpPr>
          <p:nvPr>
            <p:ph type="body" idx="1"/>
          </p:nvPr>
        </p:nvSpPr>
        <p:spPr/>
        <p:txBody>
          <a:bodyPr/>
          <a:lstStyle/>
          <a:p>
            <a:pPr marL="228600" indent="-228600">
              <a:buAutoNum type="arabicPeriod"/>
            </a:pPr>
            <a:r>
              <a:rPr lang="en-GB" sz="1200" dirty="0"/>
              <a:t>ETH has 18 decimal points. This may lead to confusion that 18 is a fixed value, which is not the case.</a:t>
            </a:r>
          </a:p>
        </p:txBody>
      </p:sp>
      <p:sp>
        <p:nvSpPr>
          <p:cNvPr id="4" name="Slide Number Placeholder 3">
            <a:extLst>
              <a:ext uri="{FF2B5EF4-FFF2-40B4-BE49-F238E27FC236}">
                <a16:creationId xmlns:a16="http://schemas.microsoft.com/office/drawing/2014/main" id="{37692D13-2B59-062C-D93E-AB9072617572}"/>
              </a:ext>
            </a:extLst>
          </p:cNvPr>
          <p:cNvSpPr>
            <a:spLocks noGrp="1"/>
          </p:cNvSpPr>
          <p:nvPr>
            <p:ph type="sldNum" sz="quarter" idx="10"/>
          </p:nvPr>
        </p:nvSpPr>
        <p:spPr/>
        <p:txBody>
          <a:bodyPr/>
          <a:lstStyle/>
          <a:p>
            <a:fld id="{B0FCC8D5-6D68-A443-97C0-91AE5977134B}" type="slidenum">
              <a:rPr lang="en-US" smtClean="0"/>
              <a:pPr/>
              <a:t>19</a:t>
            </a:fld>
            <a:endParaRPr lang="en-US"/>
          </a:p>
        </p:txBody>
      </p:sp>
    </p:spTree>
    <p:extLst>
      <p:ext uri="{BB962C8B-B14F-4D97-AF65-F5344CB8AC3E}">
        <p14:creationId xmlns:p14="http://schemas.microsoft.com/office/powerpoint/2010/main" val="30221813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67825-D0D9-55BF-3AFC-9222A61CD4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DD533B-A397-F3C1-0B64-81778CFB97A0}"/>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E2593458-B704-2AE3-A46C-5F7C2B0C86E7}"/>
              </a:ext>
            </a:extLst>
          </p:cNvPr>
          <p:cNvSpPr>
            <a:spLocks noGrp="1"/>
          </p:cNvSpPr>
          <p:nvPr>
            <p:ph type="body" idx="1"/>
          </p:nvPr>
        </p:nvSpPr>
        <p:spPr/>
        <p:txBody>
          <a:bodyPr/>
          <a:lstStyle/>
          <a:p>
            <a:pPr marL="228600" indent="-228600">
              <a:buAutoNum type="arabicPeriod"/>
            </a:pPr>
            <a:endParaRPr lang="en-GB" sz="1200" dirty="0"/>
          </a:p>
        </p:txBody>
      </p:sp>
      <p:sp>
        <p:nvSpPr>
          <p:cNvPr id="4" name="Slide Number Placeholder 3">
            <a:extLst>
              <a:ext uri="{FF2B5EF4-FFF2-40B4-BE49-F238E27FC236}">
                <a16:creationId xmlns:a16="http://schemas.microsoft.com/office/drawing/2014/main" id="{FA56087B-AD84-5D13-926F-5F28F30DBCD0}"/>
              </a:ext>
            </a:extLst>
          </p:cNvPr>
          <p:cNvSpPr>
            <a:spLocks noGrp="1"/>
          </p:cNvSpPr>
          <p:nvPr>
            <p:ph type="sldNum" sz="quarter" idx="10"/>
          </p:nvPr>
        </p:nvSpPr>
        <p:spPr/>
        <p:txBody>
          <a:bodyPr/>
          <a:lstStyle/>
          <a:p>
            <a:fld id="{B0FCC8D5-6D68-A443-97C0-91AE5977134B}" type="slidenum">
              <a:rPr lang="en-US" smtClean="0"/>
              <a:pPr/>
              <a:t>20</a:t>
            </a:fld>
            <a:endParaRPr lang="en-US"/>
          </a:p>
        </p:txBody>
      </p:sp>
    </p:spTree>
    <p:extLst>
      <p:ext uri="{BB962C8B-B14F-4D97-AF65-F5344CB8AC3E}">
        <p14:creationId xmlns:p14="http://schemas.microsoft.com/office/powerpoint/2010/main" val="17290892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118D5-13EB-605C-ACD1-14864F7C6E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7619AA-9C59-91E1-1A00-977B02FC05FE}"/>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DEBBD9E5-F1EA-7AB2-027B-E28C33A23E7B}"/>
              </a:ext>
            </a:extLst>
          </p:cNvPr>
          <p:cNvSpPr>
            <a:spLocks noGrp="1"/>
          </p:cNvSpPr>
          <p:nvPr>
            <p:ph type="body" idx="1"/>
          </p:nvPr>
        </p:nvSpPr>
        <p:spPr/>
        <p:txBody>
          <a:bodyPr/>
          <a:lstStyle/>
          <a:p>
            <a:pPr marL="228600" indent="-228600">
              <a:buAutoNum type="arabicPeriod"/>
            </a:pPr>
            <a:r>
              <a:rPr lang="en-GB" dirty="0"/>
              <a:t>In pull transaction design, UX is worse if users forget to withdraw. This is a product problem, not a security one.</a:t>
            </a:r>
          </a:p>
          <a:p>
            <a:pPr marL="228600" indent="-228600">
              <a:buAutoNum type="arabicPeriod"/>
            </a:pPr>
            <a:r>
              <a:rPr lang="en-GB" sz="1200" dirty="0" err="1"/>
              <a:t>Timelocks</a:t>
            </a:r>
            <a:r>
              <a:rPr lang="en-GB" sz="1200" dirty="0"/>
              <a:t> and guardians usually work together.</a:t>
            </a:r>
          </a:p>
        </p:txBody>
      </p:sp>
      <p:sp>
        <p:nvSpPr>
          <p:cNvPr id="4" name="Slide Number Placeholder 3">
            <a:extLst>
              <a:ext uri="{FF2B5EF4-FFF2-40B4-BE49-F238E27FC236}">
                <a16:creationId xmlns:a16="http://schemas.microsoft.com/office/drawing/2014/main" id="{88112916-1F22-68BD-D133-D399003FE845}"/>
              </a:ext>
            </a:extLst>
          </p:cNvPr>
          <p:cNvSpPr>
            <a:spLocks noGrp="1"/>
          </p:cNvSpPr>
          <p:nvPr>
            <p:ph type="sldNum" sz="quarter" idx="10"/>
          </p:nvPr>
        </p:nvSpPr>
        <p:spPr/>
        <p:txBody>
          <a:bodyPr/>
          <a:lstStyle/>
          <a:p>
            <a:fld id="{B0FCC8D5-6D68-A443-97C0-91AE5977134B}" type="slidenum">
              <a:rPr lang="en-US" smtClean="0"/>
              <a:pPr/>
              <a:t>21</a:t>
            </a:fld>
            <a:endParaRPr lang="en-US"/>
          </a:p>
        </p:txBody>
      </p:sp>
    </p:spTree>
    <p:extLst>
      <p:ext uri="{BB962C8B-B14F-4D97-AF65-F5344CB8AC3E}">
        <p14:creationId xmlns:p14="http://schemas.microsoft.com/office/powerpoint/2010/main" val="17288704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F34E0E-2033-79CE-610D-189121C008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F2B552-A76D-F405-99D1-22F4584B0307}"/>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94F99559-04BC-5494-4E4A-7BBE54289CFC}"/>
              </a:ext>
            </a:extLst>
          </p:cNvPr>
          <p:cNvSpPr>
            <a:spLocks noGrp="1"/>
          </p:cNvSpPr>
          <p:nvPr>
            <p:ph type="body" idx="1"/>
          </p:nvPr>
        </p:nvSpPr>
        <p:spPr/>
        <p:txBody>
          <a:bodyPr/>
          <a:lstStyle/>
          <a:p>
            <a:pPr marL="228600" indent="-228600">
              <a:buAutoNum type="arabicPeriod"/>
            </a:pPr>
            <a:r>
              <a:rPr lang="en-GB" sz="1200" dirty="0"/>
              <a:t>Funny irony! You might come across some services which claim to automate a process for you to execute MEV attacks. They are mostly scams, so be careful if you choose to become a scammer yourself.</a:t>
            </a:r>
          </a:p>
        </p:txBody>
      </p:sp>
      <p:sp>
        <p:nvSpPr>
          <p:cNvPr id="4" name="Slide Number Placeholder 3">
            <a:extLst>
              <a:ext uri="{FF2B5EF4-FFF2-40B4-BE49-F238E27FC236}">
                <a16:creationId xmlns:a16="http://schemas.microsoft.com/office/drawing/2014/main" id="{A5D39A61-0708-B55B-BA8D-11199D8BA466}"/>
              </a:ext>
            </a:extLst>
          </p:cNvPr>
          <p:cNvSpPr>
            <a:spLocks noGrp="1"/>
          </p:cNvSpPr>
          <p:nvPr>
            <p:ph type="sldNum" sz="quarter" idx="10"/>
          </p:nvPr>
        </p:nvSpPr>
        <p:spPr/>
        <p:txBody>
          <a:bodyPr/>
          <a:lstStyle/>
          <a:p>
            <a:fld id="{B0FCC8D5-6D68-A443-97C0-91AE5977134B}" type="slidenum">
              <a:rPr lang="en-US" smtClean="0"/>
              <a:pPr/>
              <a:t>22</a:t>
            </a:fld>
            <a:endParaRPr lang="en-US"/>
          </a:p>
        </p:txBody>
      </p:sp>
    </p:spTree>
    <p:extLst>
      <p:ext uri="{BB962C8B-B14F-4D97-AF65-F5344CB8AC3E}">
        <p14:creationId xmlns:p14="http://schemas.microsoft.com/office/powerpoint/2010/main" val="14138209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852F3-1F15-70FC-89F4-56F36AEB49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6B341A-2D90-1544-8E1F-0DE58B6E4720}"/>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3BB1412F-0835-868B-E0B4-65431B3BF777}"/>
              </a:ext>
            </a:extLst>
          </p:cNvPr>
          <p:cNvSpPr>
            <a:spLocks noGrp="1"/>
          </p:cNvSpPr>
          <p:nvPr>
            <p:ph type="body" idx="1"/>
          </p:nvPr>
        </p:nvSpPr>
        <p:spPr/>
        <p:txBody>
          <a:bodyPr/>
          <a:lstStyle/>
          <a:p>
            <a:pPr marL="228600" indent="-228600">
              <a:buAutoNum type="arabicPeriod"/>
            </a:pPr>
            <a:endParaRPr lang="en-GB" sz="1200" dirty="0"/>
          </a:p>
        </p:txBody>
      </p:sp>
      <p:sp>
        <p:nvSpPr>
          <p:cNvPr id="4" name="Slide Number Placeholder 3">
            <a:extLst>
              <a:ext uri="{FF2B5EF4-FFF2-40B4-BE49-F238E27FC236}">
                <a16:creationId xmlns:a16="http://schemas.microsoft.com/office/drawing/2014/main" id="{41F9BF7C-FFBA-D6F3-6DBF-17242FBAC1E0}"/>
              </a:ext>
            </a:extLst>
          </p:cNvPr>
          <p:cNvSpPr>
            <a:spLocks noGrp="1"/>
          </p:cNvSpPr>
          <p:nvPr>
            <p:ph type="sldNum" sz="quarter" idx="10"/>
          </p:nvPr>
        </p:nvSpPr>
        <p:spPr/>
        <p:txBody>
          <a:bodyPr/>
          <a:lstStyle/>
          <a:p>
            <a:fld id="{B0FCC8D5-6D68-A443-97C0-91AE5977134B}" type="slidenum">
              <a:rPr lang="en-US" smtClean="0"/>
              <a:pPr/>
              <a:t>23</a:t>
            </a:fld>
            <a:endParaRPr lang="en-US"/>
          </a:p>
        </p:txBody>
      </p:sp>
    </p:spTree>
    <p:extLst>
      <p:ext uri="{BB962C8B-B14F-4D97-AF65-F5344CB8AC3E}">
        <p14:creationId xmlns:p14="http://schemas.microsoft.com/office/powerpoint/2010/main" val="14494234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80114-9599-5601-8E0A-9E5EBFDCB7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FE977B-2E6B-3A8E-8672-BDD070EB7454}"/>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52DAAB75-B5C6-2241-DA66-E4328BE52905}"/>
              </a:ext>
            </a:extLst>
          </p:cNvPr>
          <p:cNvSpPr>
            <a:spLocks noGrp="1"/>
          </p:cNvSpPr>
          <p:nvPr>
            <p:ph type="body" idx="1"/>
          </p:nvPr>
        </p:nvSpPr>
        <p:spPr/>
        <p:txBody>
          <a:bodyPr/>
          <a:lstStyle/>
          <a:p>
            <a:pPr marL="228600" indent="-228600">
              <a:buAutoNum type="arabicPeriod"/>
            </a:pPr>
            <a:endParaRPr lang="en-GB" sz="1200" dirty="0"/>
          </a:p>
        </p:txBody>
      </p:sp>
      <p:sp>
        <p:nvSpPr>
          <p:cNvPr id="4" name="Slide Number Placeholder 3">
            <a:extLst>
              <a:ext uri="{FF2B5EF4-FFF2-40B4-BE49-F238E27FC236}">
                <a16:creationId xmlns:a16="http://schemas.microsoft.com/office/drawing/2014/main" id="{B6974BFA-7A88-9C85-2E33-97AA357ED16D}"/>
              </a:ext>
            </a:extLst>
          </p:cNvPr>
          <p:cNvSpPr>
            <a:spLocks noGrp="1"/>
          </p:cNvSpPr>
          <p:nvPr>
            <p:ph type="sldNum" sz="quarter" idx="10"/>
          </p:nvPr>
        </p:nvSpPr>
        <p:spPr/>
        <p:txBody>
          <a:bodyPr/>
          <a:lstStyle/>
          <a:p>
            <a:fld id="{B0FCC8D5-6D68-A443-97C0-91AE5977134B}" type="slidenum">
              <a:rPr lang="en-US" smtClean="0"/>
              <a:pPr/>
              <a:t>24</a:t>
            </a:fld>
            <a:endParaRPr lang="en-US"/>
          </a:p>
        </p:txBody>
      </p:sp>
    </p:spTree>
    <p:extLst>
      <p:ext uri="{BB962C8B-B14F-4D97-AF65-F5344CB8AC3E}">
        <p14:creationId xmlns:p14="http://schemas.microsoft.com/office/powerpoint/2010/main" val="15713884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48562-CAE3-A908-2C9F-51950B1662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5C729A-1514-DBB3-CB4E-0BD9A3031C19}"/>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CFFD07CA-95F3-F3AD-4BAC-B7B38840AD59}"/>
              </a:ext>
            </a:extLst>
          </p:cNvPr>
          <p:cNvSpPr>
            <a:spLocks noGrp="1"/>
          </p:cNvSpPr>
          <p:nvPr>
            <p:ph type="body" idx="1"/>
          </p:nvPr>
        </p:nvSpPr>
        <p:spPr/>
        <p:txBody>
          <a:bodyPr/>
          <a:lstStyle/>
          <a:p>
            <a:pPr marL="228600" indent="-228600">
              <a:buAutoNum type="arabicPeriod"/>
            </a:pPr>
            <a:endParaRPr lang="en-GB" sz="1200" dirty="0"/>
          </a:p>
        </p:txBody>
      </p:sp>
      <p:sp>
        <p:nvSpPr>
          <p:cNvPr id="4" name="Slide Number Placeholder 3">
            <a:extLst>
              <a:ext uri="{FF2B5EF4-FFF2-40B4-BE49-F238E27FC236}">
                <a16:creationId xmlns:a16="http://schemas.microsoft.com/office/drawing/2014/main" id="{D1D77902-23BE-D483-9668-FD4847692FBE}"/>
              </a:ext>
            </a:extLst>
          </p:cNvPr>
          <p:cNvSpPr>
            <a:spLocks noGrp="1"/>
          </p:cNvSpPr>
          <p:nvPr>
            <p:ph type="sldNum" sz="quarter" idx="10"/>
          </p:nvPr>
        </p:nvSpPr>
        <p:spPr/>
        <p:txBody>
          <a:bodyPr/>
          <a:lstStyle/>
          <a:p>
            <a:fld id="{B0FCC8D5-6D68-A443-97C0-91AE5977134B}" type="slidenum">
              <a:rPr lang="en-US" smtClean="0"/>
              <a:pPr/>
              <a:t>25</a:t>
            </a:fld>
            <a:endParaRPr lang="en-US"/>
          </a:p>
        </p:txBody>
      </p:sp>
    </p:spTree>
    <p:extLst>
      <p:ext uri="{BB962C8B-B14F-4D97-AF65-F5344CB8AC3E}">
        <p14:creationId xmlns:p14="http://schemas.microsoft.com/office/powerpoint/2010/main" val="25426957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AE659-E23C-697D-939D-E447016FD7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6F6830-E3C4-3D08-EFF7-E171A4AAAF31}"/>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6202AC0F-5931-7961-71A0-64B6CB73C478}"/>
              </a:ext>
            </a:extLst>
          </p:cNvPr>
          <p:cNvSpPr>
            <a:spLocks noGrp="1"/>
          </p:cNvSpPr>
          <p:nvPr>
            <p:ph type="body" idx="1"/>
          </p:nvPr>
        </p:nvSpPr>
        <p:spPr/>
        <p:txBody>
          <a:bodyPr/>
          <a:lstStyle/>
          <a:p>
            <a:pPr marL="228600" indent="-228600">
              <a:buAutoNum type="arabicPeriod"/>
            </a:pPr>
            <a:r>
              <a:rPr lang="en-GB" sz="1200" dirty="0"/>
              <a:t>The malicious one is actually exploiting the inefficient sync process.</a:t>
            </a:r>
          </a:p>
        </p:txBody>
      </p:sp>
      <p:sp>
        <p:nvSpPr>
          <p:cNvPr id="4" name="Slide Number Placeholder 3">
            <a:extLst>
              <a:ext uri="{FF2B5EF4-FFF2-40B4-BE49-F238E27FC236}">
                <a16:creationId xmlns:a16="http://schemas.microsoft.com/office/drawing/2014/main" id="{DFFDEA0D-39E7-1160-9D3C-8A1A0440F591}"/>
              </a:ext>
            </a:extLst>
          </p:cNvPr>
          <p:cNvSpPr>
            <a:spLocks noGrp="1"/>
          </p:cNvSpPr>
          <p:nvPr>
            <p:ph type="sldNum" sz="quarter" idx="10"/>
          </p:nvPr>
        </p:nvSpPr>
        <p:spPr/>
        <p:txBody>
          <a:bodyPr/>
          <a:lstStyle/>
          <a:p>
            <a:fld id="{B0FCC8D5-6D68-A443-97C0-91AE5977134B}" type="slidenum">
              <a:rPr lang="en-US" smtClean="0"/>
              <a:pPr/>
              <a:t>26</a:t>
            </a:fld>
            <a:endParaRPr lang="en-US"/>
          </a:p>
        </p:txBody>
      </p:sp>
    </p:spTree>
    <p:extLst>
      <p:ext uri="{BB962C8B-B14F-4D97-AF65-F5344CB8AC3E}">
        <p14:creationId xmlns:p14="http://schemas.microsoft.com/office/powerpoint/2010/main" val="204467578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A8A8A-B0E0-551B-ECCE-66945F9A66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2792A0-8CD6-1872-99E8-C183A0FAFB83}"/>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832A0366-5E57-9567-89C2-6E9DF161B851}"/>
              </a:ext>
            </a:extLst>
          </p:cNvPr>
          <p:cNvSpPr>
            <a:spLocks noGrp="1"/>
          </p:cNvSpPr>
          <p:nvPr>
            <p:ph type="body" idx="1"/>
          </p:nvPr>
        </p:nvSpPr>
        <p:spPr/>
        <p:txBody>
          <a:bodyPr/>
          <a:lstStyle/>
          <a:p>
            <a:pPr marL="228600" indent="-228600">
              <a:buAutoNum type="arabicPeriod"/>
            </a:pPr>
            <a:endParaRPr lang="en-GB" sz="1200" dirty="0"/>
          </a:p>
        </p:txBody>
      </p:sp>
      <p:sp>
        <p:nvSpPr>
          <p:cNvPr id="4" name="Slide Number Placeholder 3">
            <a:extLst>
              <a:ext uri="{FF2B5EF4-FFF2-40B4-BE49-F238E27FC236}">
                <a16:creationId xmlns:a16="http://schemas.microsoft.com/office/drawing/2014/main" id="{441220F8-D5E3-2D6A-545F-6A0BC8226CBC}"/>
              </a:ext>
            </a:extLst>
          </p:cNvPr>
          <p:cNvSpPr>
            <a:spLocks noGrp="1"/>
          </p:cNvSpPr>
          <p:nvPr>
            <p:ph type="sldNum" sz="quarter" idx="10"/>
          </p:nvPr>
        </p:nvSpPr>
        <p:spPr/>
        <p:txBody>
          <a:bodyPr/>
          <a:lstStyle/>
          <a:p>
            <a:fld id="{B0FCC8D5-6D68-A443-97C0-91AE5977134B}" type="slidenum">
              <a:rPr lang="en-US" smtClean="0"/>
              <a:pPr/>
              <a:t>27</a:t>
            </a:fld>
            <a:endParaRPr lang="en-US"/>
          </a:p>
        </p:txBody>
      </p:sp>
    </p:spTree>
    <p:extLst>
      <p:ext uri="{BB962C8B-B14F-4D97-AF65-F5344CB8AC3E}">
        <p14:creationId xmlns:p14="http://schemas.microsoft.com/office/powerpoint/2010/main" val="22306915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60E3C-D414-7EBA-ABEB-34F408C2E8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51A9D2-52CD-6D61-48FF-3D85E0959F32}"/>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FA2E1C6F-D8D3-E1ED-553B-A26D47EAFEC7}"/>
              </a:ext>
            </a:extLst>
          </p:cNvPr>
          <p:cNvSpPr>
            <a:spLocks noGrp="1"/>
          </p:cNvSpPr>
          <p:nvPr>
            <p:ph type="body" idx="1"/>
          </p:nvPr>
        </p:nvSpPr>
        <p:spPr/>
        <p:txBody>
          <a:bodyPr/>
          <a:lstStyle/>
          <a:p>
            <a:pPr marL="228600" indent="-228600">
              <a:buAutoNum type="arabicPeriod"/>
            </a:pPr>
            <a:endParaRPr lang="en-GB" sz="1200" dirty="0"/>
          </a:p>
        </p:txBody>
      </p:sp>
      <p:sp>
        <p:nvSpPr>
          <p:cNvPr id="4" name="Slide Number Placeholder 3">
            <a:extLst>
              <a:ext uri="{FF2B5EF4-FFF2-40B4-BE49-F238E27FC236}">
                <a16:creationId xmlns:a16="http://schemas.microsoft.com/office/drawing/2014/main" id="{29F0ED74-38AC-503D-FBC9-9D9C7B718729}"/>
              </a:ext>
            </a:extLst>
          </p:cNvPr>
          <p:cNvSpPr>
            <a:spLocks noGrp="1"/>
          </p:cNvSpPr>
          <p:nvPr>
            <p:ph type="sldNum" sz="quarter" idx="10"/>
          </p:nvPr>
        </p:nvSpPr>
        <p:spPr/>
        <p:txBody>
          <a:bodyPr/>
          <a:lstStyle/>
          <a:p>
            <a:fld id="{B0FCC8D5-6D68-A443-97C0-91AE5977134B}" type="slidenum">
              <a:rPr lang="en-US" smtClean="0"/>
              <a:pPr/>
              <a:t>28</a:t>
            </a:fld>
            <a:endParaRPr lang="en-US"/>
          </a:p>
        </p:txBody>
      </p:sp>
    </p:spTree>
    <p:extLst>
      <p:ext uri="{BB962C8B-B14F-4D97-AF65-F5344CB8AC3E}">
        <p14:creationId xmlns:p14="http://schemas.microsoft.com/office/powerpoint/2010/main" val="159404088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5F360-7726-FD30-0360-7651F5633F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703759-EEE1-3B64-DC5D-8956EA660F23}"/>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2E558809-40F3-2925-D43A-E317FB40B4B2}"/>
              </a:ext>
            </a:extLst>
          </p:cNvPr>
          <p:cNvSpPr>
            <a:spLocks noGrp="1"/>
          </p:cNvSpPr>
          <p:nvPr>
            <p:ph type="body" idx="1"/>
          </p:nvPr>
        </p:nvSpPr>
        <p:spPr/>
        <p:txBody>
          <a:bodyPr/>
          <a:lstStyle/>
          <a:p>
            <a:pPr marL="228600" indent="-228600">
              <a:buAutoNum type="arabicPeriod"/>
            </a:pPr>
            <a:endParaRPr lang="en-GB" sz="1200" dirty="0"/>
          </a:p>
        </p:txBody>
      </p:sp>
      <p:sp>
        <p:nvSpPr>
          <p:cNvPr id="4" name="Slide Number Placeholder 3">
            <a:extLst>
              <a:ext uri="{FF2B5EF4-FFF2-40B4-BE49-F238E27FC236}">
                <a16:creationId xmlns:a16="http://schemas.microsoft.com/office/drawing/2014/main" id="{6E8EB774-652F-2001-F296-A24AA3451F31}"/>
              </a:ext>
            </a:extLst>
          </p:cNvPr>
          <p:cNvSpPr>
            <a:spLocks noGrp="1"/>
          </p:cNvSpPr>
          <p:nvPr>
            <p:ph type="sldNum" sz="quarter" idx="10"/>
          </p:nvPr>
        </p:nvSpPr>
        <p:spPr/>
        <p:txBody>
          <a:bodyPr/>
          <a:lstStyle/>
          <a:p>
            <a:fld id="{B0FCC8D5-6D68-A443-97C0-91AE5977134B}" type="slidenum">
              <a:rPr lang="en-US" smtClean="0"/>
              <a:pPr/>
              <a:t>29</a:t>
            </a:fld>
            <a:endParaRPr lang="en-US"/>
          </a:p>
        </p:txBody>
      </p:sp>
    </p:spTree>
    <p:extLst>
      <p:ext uri="{BB962C8B-B14F-4D97-AF65-F5344CB8AC3E}">
        <p14:creationId xmlns:p14="http://schemas.microsoft.com/office/powerpoint/2010/main" val="19179352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08E3A-D992-17C5-B6F0-5B88AD546E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44A782-DD0B-9DB2-BA94-7C9A6864CC01}"/>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F43C8AB1-E89B-99A3-2E4B-D88C351BB2A2}"/>
              </a:ext>
            </a:extLst>
          </p:cNvPr>
          <p:cNvSpPr>
            <a:spLocks noGrp="1"/>
          </p:cNvSpPr>
          <p:nvPr>
            <p:ph type="body" idx="1"/>
          </p:nvPr>
        </p:nvSpPr>
        <p:spPr/>
        <p:txBody>
          <a:bodyPr/>
          <a:lstStyle/>
          <a:p>
            <a:pPr marL="228600" indent="-228600">
              <a:buAutoNum type="arabicPeriod"/>
            </a:pPr>
            <a:endParaRPr lang="en-GB" sz="1200" dirty="0"/>
          </a:p>
        </p:txBody>
      </p:sp>
      <p:sp>
        <p:nvSpPr>
          <p:cNvPr id="4" name="Slide Number Placeholder 3">
            <a:extLst>
              <a:ext uri="{FF2B5EF4-FFF2-40B4-BE49-F238E27FC236}">
                <a16:creationId xmlns:a16="http://schemas.microsoft.com/office/drawing/2014/main" id="{2AAB71ED-B049-B9C9-7519-8F782640DE5D}"/>
              </a:ext>
            </a:extLst>
          </p:cNvPr>
          <p:cNvSpPr>
            <a:spLocks noGrp="1"/>
          </p:cNvSpPr>
          <p:nvPr>
            <p:ph type="sldNum" sz="quarter" idx="10"/>
          </p:nvPr>
        </p:nvSpPr>
        <p:spPr/>
        <p:txBody>
          <a:bodyPr/>
          <a:lstStyle/>
          <a:p>
            <a:fld id="{B0FCC8D5-6D68-A443-97C0-91AE5977134B}" type="slidenum">
              <a:rPr lang="en-US" smtClean="0"/>
              <a:pPr/>
              <a:t>30</a:t>
            </a:fld>
            <a:endParaRPr lang="en-US"/>
          </a:p>
        </p:txBody>
      </p:sp>
    </p:spTree>
    <p:extLst>
      <p:ext uri="{BB962C8B-B14F-4D97-AF65-F5344CB8AC3E}">
        <p14:creationId xmlns:p14="http://schemas.microsoft.com/office/powerpoint/2010/main" val="40092940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112B0-A835-DB39-4B34-82C76CB014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C12540-9C47-1AC5-E2EF-0FC730571042}"/>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290D7924-6652-5C82-C737-153CBB1D0D64}"/>
              </a:ext>
            </a:extLst>
          </p:cNvPr>
          <p:cNvSpPr>
            <a:spLocks noGrp="1"/>
          </p:cNvSpPr>
          <p:nvPr>
            <p:ph type="body" idx="1"/>
          </p:nvPr>
        </p:nvSpPr>
        <p:spPr/>
        <p:txBody>
          <a:bodyPr/>
          <a:lstStyle/>
          <a:p>
            <a:pPr marL="228600" indent="-228600">
              <a:buAutoNum type="arabicPeriod"/>
            </a:pPr>
            <a:r>
              <a:rPr lang="en-GB" sz="1200" dirty="0"/>
              <a:t>Sybil attacks require damage control rather than prevention. Ensure that even after a successful Sybil attack, the system still remains intact.</a:t>
            </a:r>
          </a:p>
        </p:txBody>
      </p:sp>
      <p:sp>
        <p:nvSpPr>
          <p:cNvPr id="4" name="Slide Number Placeholder 3">
            <a:extLst>
              <a:ext uri="{FF2B5EF4-FFF2-40B4-BE49-F238E27FC236}">
                <a16:creationId xmlns:a16="http://schemas.microsoft.com/office/drawing/2014/main" id="{12020DE2-E2A3-AC8A-11EC-69ED173EBB44}"/>
              </a:ext>
            </a:extLst>
          </p:cNvPr>
          <p:cNvSpPr>
            <a:spLocks noGrp="1"/>
          </p:cNvSpPr>
          <p:nvPr>
            <p:ph type="sldNum" sz="quarter" idx="10"/>
          </p:nvPr>
        </p:nvSpPr>
        <p:spPr/>
        <p:txBody>
          <a:bodyPr/>
          <a:lstStyle/>
          <a:p>
            <a:fld id="{B0FCC8D5-6D68-A443-97C0-91AE5977134B}" type="slidenum">
              <a:rPr lang="en-US" smtClean="0"/>
              <a:pPr/>
              <a:t>31</a:t>
            </a:fld>
            <a:endParaRPr lang="en-US"/>
          </a:p>
        </p:txBody>
      </p:sp>
    </p:spTree>
    <p:extLst>
      <p:ext uri="{BB962C8B-B14F-4D97-AF65-F5344CB8AC3E}">
        <p14:creationId xmlns:p14="http://schemas.microsoft.com/office/powerpoint/2010/main" val="171635577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F787B-337B-F17D-0C5A-1A7C4036F4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3F8E4-ABF3-9192-F114-E07D043946C0}"/>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BFF6C4AD-FCC4-14A4-2772-D536F9FD2788}"/>
              </a:ext>
            </a:extLst>
          </p:cNvPr>
          <p:cNvSpPr>
            <a:spLocks noGrp="1"/>
          </p:cNvSpPr>
          <p:nvPr>
            <p:ph type="body" idx="1"/>
          </p:nvPr>
        </p:nvSpPr>
        <p:spPr/>
        <p:txBody>
          <a:bodyPr/>
          <a:lstStyle/>
          <a:p>
            <a:pPr marL="228600" indent="-228600">
              <a:buAutoNum type="arabicPeriod"/>
            </a:pPr>
            <a:endParaRPr lang="en-GB" sz="1200" dirty="0"/>
          </a:p>
        </p:txBody>
      </p:sp>
      <p:sp>
        <p:nvSpPr>
          <p:cNvPr id="4" name="Slide Number Placeholder 3">
            <a:extLst>
              <a:ext uri="{FF2B5EF4-FFF2-40B4-BE49-F238E27FC236}">
                <a16:creationId xmlns:a16="http://schemas.microsoft.com/office/drawing/2014/main" id="{49050B0C-C0E3-193D-74DB-24F2EE097136}"/>
              </a:ext>
            </a:extLst>
          </p:cNvPr>
          <p:cNvSpPr>
            <a:spLocks noGrp="1"/>
          </p:cNvSpPr>
          <p:nvPr>
            <p:ph type="sldNum" sz="quarter" idx="10"/>
          </p:nvPr>
        </p:nvSpPr>
        <p:spPr/>
        <p:txBody>
          <a:bodyPr/>
          <a:lstStyle/>
          <a:p>
            <a:fld id="{B0FCC8D5-6D68-A443-97C0-91AE5977134B}" type="slidenum">
              <a:rPr lang="en-US" smtClean="0"/>
              <a:pPr/>
              <a:t>32</a:t>
            </a:fld>
            <a:endParaRPr lang="en-US"/>
          </a:p>
        </p:txBody>
      </p:sp>
    </p:spTree>
    <p:extLst>
      <p:ext uri="{BB962C8B-B14F-4D97-AF65-F5344CB8AC3E}">
        <p14:creationId xmlns:p14="http://schemas.microsoft.com/office/powerpoint/2010/main" val="41432532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6D638-36B2-C016-ACB2-A453654959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9FA687-EE3D-EDA7-9AB9-007800CB953A}"/>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90E7567D-6B85-1105-D1F7-71A6870BADD9}"/>
              </a:ext>
            </a:extLst>
          </p:cNvPr>
          <p:cNvSpPr>
            <a:spLocks noGrp="1"/>
          </p:cNvSpPr>
          <p:nvPr>
            <p:ph type="body" idx="1"/>
          </p:nvPr>
        </p:nvSpPr>
        <p:spPr/>
        <p:txBody>
          <a:bodyPr/>
          <a:lstStyle/>
          <a:p>
            <a:pPr marL="228600" indent="-228600">
              <a:buAutoNum type="arabicPeriod"/>
            </a:pPr>
            <a:r>
              <a:rPr lang="en-GB" sz="1200" dirty="0"/>
              <a:t>Run internal audits before external ones. Do not pay auditors to find obvious bugs. A contract that’s audited by a 3</a:t>
            </a:r>
            <a:r>
              <a:rPr lang="en-GB" sz="1200" baseline="30000" dirty="0"/>
              <a:t>rd</a:t>
            </a:r>
            <a:r>
              <a:rPr lang="en-GB" sz="1200" dirty="0"/>
              <a:t> party has higher credibility.</a:t>
            </a:r>
          </a:p>
        </p:txBody>
      </p:sp>
      <p:sp>
        <p:nvSpPr>
          <p:cNvPr id="4" name="Slide Number Placeholder 3">
            <a:extLst>
              <a:ext uri="{FF2B5EF4-FFF2-40B4-BE49-F238E27FC236}">
                <a16:creationId xmlns:a16="http://schemas.microsoft.com/office/drawing/2014/main" id="{46E28315-C2EE-EBAC-69EC-483C984684FA}"/>
              </a:ext>
            </a:extLst>
          </p:cNvPr>
          <p:cNvSpPr>
            <a:spLocks noGrp="1"/>
          </p:cNvSpPr>
          <p:nvPr>
            <p:ph type="sldNum" sz="quarter" idx="10"/>
          </p:nvPr>
        </p:nvSpPr>
        <p:spPr/>
        <p:txBody>
          <a:bodyPr/>
          <a:lstStyle/>
          <a:p>
            <a:fld id="{B0FCC8D5-6D68-A443-97C0-91AE5977134B}" type="slidenum">
              <a:rPr lang="en-US" smtClean="0"/>
              <a:pPr/>
              <a:t>33</a:t>
            </a:fld>
            <a:endParaRPr lang="en-US"/>
          </a:p>
        </p:txBody>
      </p:sp>
    </p:spTree>
    <p:extLst>
      <p:ext uri="{BB962C8B-B14F-4D97-AF65-F5344CB8AC3E}">
        <p14:creationId xmlns:p14="http://schemas.microsoft.com/office/powerpoint/2010/main" val="423208085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6D7CA-32D3-F330-DD95-7781DCED75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F3BC76-1AEE-D79D-B618-D120DDDE8A87}"/>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407616BD-AA78-D2CF-0DC8-CACB50E902F1}"/>
              </a:ext>
            </a:extLst>
          </p:cNvPr>
          <p:cNvSpPr>
            <a:spLocks noGrp="1"/>
          </p:cNvSpPr>
          <p:nvPr>
            <p:ph type="body" idx="1"/>
          </p:nvPr>
        </p:nvSpPr>
        <p:spPr/>
        <p:txBody>
          <a:bodyPr/>
          <a:lstStyle/>
          <a:p>
            <a:pPr marL="228600" indent="-228600">
              <a:buAutoNum type="arabicPeriod"/>
            </a:pPr>
            <a:r>
              <a:rPr lang="en-GB" sz="1200" dirty="0"/>
              <a:t>Slither is a python-based tool for static analysis. It catches several vulnerabilities.</a:t>
            </a:r>
          </a:p>
        </p:txBody>
      </p:sp>
      <p:sp>
        <p:nvSpPr>
          <p:cNvPr id="4" name="Slide Number Placeholder 3">
            <a:extLst>
              <a:ext uri="{FF2B5EF4-FFF2-40B4-BE49-F238E27FC236}">
                <a16:creationId xmlns:a16="http://schemas.microsoft.com/office/drawing/2014/main" id="{E90E11E9-81F6-C77D-6F42-2AE538AE75CA}"/>
              </a:ext>
            </a:extLst>
          </p:cNvPr>
          <p:cNvSpPr>
            <a:spLocks noGrp="1"/>
          </p:cNvSpPr>
          <p:nvPr>
            <p:ph type="sldNum" sz="quarter" idx="10"/>
          </p:nvPr>
        </p:nvSpPr>
        <p:spPr/>
        <p:txBody>
          <a:bodyPr/>
          <a:lstStyle/>
          <a:p>
            <a:fld id="{B0FCC8D5-6D68-A443-97C0-91AE5977134B}" type="slidenum">
              <a:rPr lang="en-US" smtClean="0"/>
              <a:pPr/>
              <a:t>34</a:t>
            </a:fld>
            <a:endParaRPr lang="en-US"/>
          </a:p>
        </p:txBody>
      </p:sp>
    </p:spTree>
    <p:extLst>
      <p:ext uri="{BB962C8B-B14F-4D97-AF65-F5344CB8AC3E}">
        <p14:creationId xmlns:p14="http://schemas.microsoft.com/office/powerpoint/2010/main" val="152678398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509F3-D82C-6FC0-5C58-D9DA597ACD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4FEF2E-473B-8544-488F-B105FC3B7F31}"/>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7BBCCC55-F328-840A-5F81-9A1F3E2CCE57}"/>
              </a:ext>
            </a:extLst>
          </p:cNvPr>
          <p:cNvSpPr>
            <a:spLocks noGrp="1"/>
          </p:cNvSpPr>
          <p:nvPr>
            <p:ph type="body" idx="1"/>
          </p:nvPr>
        </p:nvSpPr>
        <p:spPr/>
        <p:txBody>
          <a:bodyPr/>
          <a:lstStyle/>
          <a:p>
            <a:pPr marL="228600" indent="-228600">
              <a:buAutoNum type="arabicPeriod"/>
            </a:pPr>
            <a:endParaRPr lang="en-GB" sz="1200" dirty="0"/>
          </a:p>
        </p:txBody>
      </p:sp>
      <p:sp>
        <p:nvSpPr>
          <p:cNvPr id="4" name="Slide Number Placeholder 3">
            <a:extLst>
              <a:ext uri="{FF2B5EF4-FFF2-40B4-BE49-F238E27FC236}">
                <a16:creationId xmlns:a16="http://schemas.microsoft.com/office/drawing/2014/main" id="{FCAB5F02-9A85-92D0-0645-FE8394AE999D}"/>
              </a:ext>
            </a:extLst>
          </p:cNvPr>
          <p:cNvSpPr>
            <a:spLocks noGrp="1"/>
          </p:cNvSpPr>
          <p:nvPr>
            <p:ph type="sldNum" sz="quarter" idx="10"/>
          </p:nvPr>
        </p:nvSpPr>
        <p:spPr/>
        <p:txBody>
          <a:bodyPr/>
          <a:lstStyle/>
          <a:p>
            <a:fld id="{B0FCC8D5-6D68-A443-97C0-91AE5977134B}" type="slidenum">
              <a:rPr lang="en-US" smtClean="0"/>
              <a:pPr/>
              <a:t>35</a:t>
            </a:fld>
            <a:endParaRPr lang="en-US"/>
          </a:p>
        </p:txBody>
      </p:sp>
    </p:spTree>
    <p:extLst>
      <p:ext uri="{BB962C8B-B14F-4D97-AF65-F5344CB8AC3E}">
        <p14:creationId xmlns:p14="http://schemas.microsoft.com/office/powerpoint/2010/main" val="387809696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C2D54-790F-D695-489F-5C929ECC77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6105DA-1E89-77B1-452E-1A9691FE0F3B}"/>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04BABFE3-F9BA-72AC-16B4-B442964A7700}"/>
              </a:ext>
            </a:extLst>
          </p:cNvPr>
          <p:cNvSpPr>
            <a:spLocks noGrp="1"/>
          </p:cNvSpPr>
          <p:nvPr>
            <p:ph type="body" idx="1"/>
          </p:nvPr>
        </p:nvSpPr>
        <p:spPr/>
        <p:txBody>
          <a:bodyPr/>
          <a:lstStyle/>
          <a:p>
            <a:pPr marL="228600" indent="-228600">
              <a:buAutoNum type="arabicPeriod"/>
            </a:pPr>
            <a:r>
              <a:rPr lang="en-GB" sz="1200" dirty="0"/>
              <a:t>The goal is not realism, but test out extreme cases humans do not think about.</a:t>
            </a:r>
          </a:p>
        </p:txBody>
      </p:sp>
      <p:sp>
        <p:nvSpPr>
          <p:cNvPr id="4" name="Slide Number Placeholder 3">
            <a:extLst>
              <a:ext uri="{FF2B5EF4-FFF2-40B4-BE49-F238E27FC236}">
                <a16:creationId xmlns:a16="http://schemas.microsoft.com/office/drawing/2014/main" id="{B78BF5FA-7FFB-637A-CB8C-CA5898A0C432}"/>
              </a:ext>
            </a:extLst>
          </p:cNvPr>
          <p:cNvSpPr>
            <a:spLocks noGrp="1"/>
          </p:cNvSpPr>
          <p:nvPr>
            <p:ph type="sldNum" sz="quarter" idx="10"/>
          </p:nvPr>
        </p:nvSpPr>
        <p:spPr/>
        <p:txBody>
          <a:bodyPr/>
          <a:lstStyle/>
          <a:p>
            <a:fld id="{B0FCC8D5-6D68-A443-97C0-91AE5977134B}" type="slidenum">
              <a:rPr lang="en-US" smtClean="0"/>
              <a:pPr/>
              <a:t>36</a:t>
            </a:fld>
            <a:endParaRPr lang="en-US"/>
          </a:p>
        </p:txBody>
      </p:sp>
    </p:spTree>
    <p:extLst>
      <p:ext uri="{BB962C8B-B14F-4D97-AF65-F5344CB8AC3E}">
        <p14:creationId xmlns:p14="http://schemas.microsoft.com/office/powerpoint/2010/main" val="204046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81FFC-F277-2B32-FA57-B4A08FC4F6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C9C525-52C8-FC92-DB74-27B32702F01E}"/>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1D6F1851-D5DF-871C-204A-AA27BA8D8EC3}"/>
              </a:ext>
            </a:extLst>
          </p:cNvPr>
          <p:cNvSpPr>
            <a:spLocks noGrp="1"/>
          </p:cNvSpPr>
          <p:nvPr>
            <p:ph type="body" idx="1"/>
          </p:nvPr>
        </p:nvSpPr>
        <p:spPr/>
        <p:txBody>
          <a:bodyPr/>
          <a:lstStyle/>
          <a:p>
            <a:pPr marL="228600" indent="-228600">
              <a:buAutoNum type="arabicPeriod"/>
            </a:pPr>
            <a:r>
              <a:rPr lang="en-GB" sz="1200" dirty="0"/>
              <a:t>Tools like </a:t>
            </a:r>
            <a:r>
              <a:rPr lang="en-GB" sz="1200" dirty="0" err="1"/>
              <a:t>Mythril</a:t>
            </a:r>
            <a:r>
              <a:rPr lang="en-GB" sz="1200" dirty="0"/>
              <a:t> and Manticore excel at symbolic execution.</a:t>
            </a:r>
          </a:p>
        </p:txBody>
      </p:sp>
      <p:sp>
        <p:nvSpPr>
          <p:cNvPr id="4" name="Slide Number Placeholder 3">
            <a:extLst>
              <a:ext uri="{FF2B5EF4-FFF2-40B4-BE49-F238E27FC236}">
                <a16:creationId xmlns:a16="http://schemas.microsoft.com/office/drawing/2014/main" id="{D21B7382-F968-5151-073B-38E1414EE374}"/>
              </a:ext>
            </a:extLst>
          </p:cNvPr>
          <p:cNvSpPr>
            <a:spLocks noGrp="1"/>
          </p:cNvSpPr>
          <p:nvPr>
            <p:ph type="sldNum" sz="quarter" idx="10"/>
          </p:nvPr>
        </p:nvSpPr>
        <p:spPr/>
        <p:txBody>
          <a:bodyPr/>
          <a:lstStyle/>
          <a:p>
            <a:fld id="{B0FCC8D5-6D68-A443-97C0-91AE5977134B}" type="slidenum">
              <a:rPr lang="en-US" smtClean="0"/>
              <a:pPr/>
              <a:t>37</a:t>
            </a:fld>
            <a:endParaRPr lang="en-US"/>
          </a:p>
        </p:txBody>
      </p:sp>
    </p:spTree>
    <p:extLst>
      <p:ext uri="{BB962C8B-B14F-4D97-AF65-F5344CB8AC3E}">
        <p14:creationId xmlns:p14="http://schemas.microsoft.com/office/powerpoint/2010/main" val="350981394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2B7F0-FEE6-0C0E-E6D9-F5BCDEAA80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BF4B0D-62D8-43BD-0A95-26794133622A}"/>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9CCD306A-2232-5CD5-EF93-8281C9ACA989}"/>
              </a:ext>
            </a:extLst>
          </p:cNvPr>
          <p:cNvSpPr>
            <a:spLocks noGrp="1"/>
          </p:cNvSpPr>
          <p:nvPr>
            <p:ph type="body" idx="1"/>
          </p:nvPr>
        </p:nvSpPr>
        <p:spPr/>
        <p:txBody>
          <a:bodyPr/>
          <a:lstStyle/>
          <a:p>
            <a:pPr marL="228600" indent="-228600">
              <a:buAutoNum type="arabicPeriod"/>
            </a:pPr>
            <a:r>
              <a:rPr lang="en-GB" sz="1200" dirty="0"/>
              <a:t>Public bounties are extremely risky but build immense trust if they are left unclaimed.</a:t>
            </a:r>
          </a:p>
        </p:txBody>
      </p:sp>
      <p:sp>
        <p:nvSpPr>
          <p:cNvPr id="4" name="Slide Number Placeholder 3">
            <a:extLst>
              <a:ext uri="{FF2B5EF4-FFF2-40B4-BE49-F238E27FC236}">
                <a16:creationId xmlns:a16="http://schemas.microsoft.com/office/drawing/2014/main" id="{E95C0403-5D92-AAF0-24DE-62E657314293}"/>
              </a:ext>
            </a:extLst>
          </p:cNvPr>
          <p:cNvSpPr>
            <a:spLocks noGrp="1"/>
          </p:cNvSpPr>
          <p:nvPr>
            <p:ph type="sldNum" sz="quarter" idx="10"/>
          </p:nvPr>
        </p:nvSpPr>
        <p:spPr/>
        <p:txBody>
          <a:bodyPr/>
          <a:lstStyle/>
          <a:p>
            <a:fld id="{B0FCC8D5-6D68-A443-97C0-91AE5977134B}" type="slidenum">
              <a:rPr lang="en-US" smtClean="0"/>
              <a:pPr/>
              <a:t>38</a:t>
            </a:fld>
            <a:endParaRPr lang="en-US"/>
          </a:p>
        </p:txBody>
      </p:sp>
    </p:spTree>
    <p:extLst>
      <p:ext uri="{BB962C8B-B14F-4D97-AF65-F5344CB8AC3E}">
        <p14:creationId xmlns:p14="http://schemas.microsoft.com/office/powerpoint/2010/main" val="39175363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4A9C2-E1A3-8A82-54C1-E7246D8AA3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B6AA54-AEDA-6C6D-B9D7-246E2E56CB5E}"/>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EBBA709F-BAEF-4DD8-E8CA-34040CD719C1}"/>
              </a:ext>
            </a:extLst>
          </p:cNvPr>
          <p:cNvSpPr>
            <a:spLocks noGrp="1"/>
          </p:cNvSpPr>
          <p:nvPr>
            <p:ph type="body" idx="1"/>
          </p:nvPr>
        </p:nvSpPr>
        <p:spPr/>
        <p:txBody>
          <a:bodyPr/>
          <a:lstStyle/>
          <a:p>
            <a:pPr marL="228600" indent="-228600">
              <a:buAutoNum type="arabicPeriod"/>
            </a:pPr>
            <a:endParaRPr lang="en-GB" sz="1200" dirty="0"/>
          </a:p>
        </p:txBody>
      </p:sp>
      <p:sp>
        <p:nvSpPr>
          <p:cNvPr id="4" name="Slide Number Placeholder 3">
            <a:extLst>
              <a:ext uri="{FF2B5EF4-FFF2-40B4-BE49-F238E27FC236}">
                <a16:creationId xmlns:a16="http://schemas.microsoft.com/office/drawing/2014/main" id="{E544D917-D6CD-393D-E7EE-77364B71C2AE}"/>
              </a:ext>
            </a:extLst>
          </p:cNvPr>
          <p:cNvSpPr>
            <a:spLocks noGrp="1"/>
          </p:cNvSpPr>
          <p:nvPr>
            <p:ph type="sldNum" sz="quarter" idx="10"/>
          </p:nvPr>
        </p:nvSpPr>
        <p:spPr/>
        <p:txBody>
          <a:bodyPr/>
          <a:lstStyle/>
          <a:p>
            <a:fld id="{B0FCC8D5-6D68-A443-97C0-91AE5977134B}" type="slidenum">
              <a:rPr lang="en-US" smtClean="0"/>
              <a:pPr/>
              <a:t>39</a:t>
            </a:fld>
            <a:endParaRPr lang="en-US"/>
          </a:p>
        </p:txBody>
      </p:sp>
    </p:spTree>
    <p:extLst>
      <p:ext uri="{BB962C8B-B14F-4D97-AF65-F5344CB8AC3E}">
        <p14:creationId xmlns:p14="http://schemas.microsoft.com/office/powerpoint/2010/main" val="398794547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C8AA2-6004-3DF6-C8DD-59E9CEE4FE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01081E-736D-473B-5B92-1A9C46CF7865}"/>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2C13C7FC-428E-08B2-36BD-652F0698091D}"/>
              </a:ext>
            </a:extLst>
          </p:cNvPr>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GB"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94B1AFFE-6365-08E9-87F1-F3B96111C76D}"/>
              </a:ext>
            </a:extLst>
          </p:cNvPr>
          <p:cNvSpPr>
            <a:spLocks noGrp="1"/>
          </p:cNvSpPr>
          <p:nvPr>
            <p:ph type="sldNum" sz="quarter" idx="10"/>
          </p:nvPr>
        </p:nvSpPr>
        <p:spPr/>
        <p:txBody>
          <a:bodyPr/>
          <a:lstStyle/>
          <a:p>
            <a:fld id="{B0FCC8D5-6D68-A443-97C0-91AE5977134B}" type="slidenum">
              <a:rPr lang="en-US" smtClean="0"/>
              <a:pPr/>
              <a:t>40</a:t>
            </a:fld>
            <a:endParaRPr lang="en-US"/>
          </a:p>
        </p:txBody>
      </p:sp>
    </p:spTree>
    <p:extLst>
      <p:ext uri="{BB962C8B-B14F-4D97-AF65-F5344CB8AC3E}">
        <p14:creationId xmlns:p14="http://schemas.microsoft.com/office/powerpoint/2010/main" val="32636593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p:nvPr>
        </p:nvSpPr>
        <p:spPr>
          <a:xfrm>
            <a:off x="3512343" y="5922140"/>
            <a:ext cx="5167313" cy="518795"/>
          </a:xfrm>
        </p:spPr>
        <p:txBody>
          <a:bodyPr>
            <a:noAutofit/>
          </a:bodyPr>
          <a:lstStyle>
            <a:lvl1pPr marL="0" indent="0" algn="ctr">
              <a:buNone/>
              <a:defRPr sz="1800" spc="300">
                <a:solidFill>
                  <a:schemeClr val="tx1"/>
                </a:solidFill>
              </a:defRPr>
            </a:lvl1pPr>
            <a:lvl2pPr marL="457200" indent="0">
              <a:buNone/>
              <a:defRPr/>
            </a:lvl2pPr>
          </a:lstStyle>
          <a:p>
            <a:pPr lvl="0"/>
            <a:r>
              <a:rPr lang="en-US"/>
              <a:t>Click to edit Master text styles</a:t>
            </a:r>
          </a:p>
        </p:txBody>
      </p:sp>
      <p:sp>
        <p:nvSpPr>
          <p:cNvPr id="7" name="Text Placeholder 6">
            <a:extLst>
              <a:ext uri="{FF2B5EF4-FFF2-40B4-BE49-F238E27FC236}">
                <a16:creationId xmlns:a16="http://schemas.microsoft.com/office/drawing/2014/main" id="{758235C5-25B1-4243-9762-4AAD3C08E8BE}"/>
              </a:ext>
            </a:extLst>
          </p:cNvPr>
          <p:cNvSpPr>
            <a:spLocks noGrp="1"/>
          </p:cNvSpPr>
          <p:nvPr>
            <p:ph type="body" idx="1" hasCustomPrompt="1"/>
          </p:nvPr>
        </p:nvSpPr>
        <p:spPr>
          <a:xfrm>
            <a:off x="4038600" y="3608511"/>
            <a:ext cx="4114800"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cap="all" baseline="0"/>
            </a:lvl1pPr>
          </a:lstStyle>
          <a:p>
            <a:r>
              <a:rPr lang="en-US" spc="300"/>
              <a:t>ANNUAL REVIEW</a:t>
            </a:r>
          </a:p>
        </p:txBody>
      </p:sp>
      <p:sp>
        <p:nvSpPr>
          <p:cNvPr id="2" name="Title 1">
            <a:extLst>
              <a:ext uri="{FF2B5EF4-FFF2-40B4-BE49-F238E27FC236}">
                <a16:creationId xmlns:a16="http://schemas.microsoft.com/office/drawing/2014/main" id="{298B2C6E-DB6F-4476-8E95-9F6EC79392FD}"/>
              </a:ext>
            </a:extLst>
          </p:cNvPr>
          <p:cNvSpPr>
            <a:spLocks noGrp="1"/>
          </p:cNvSpPr>
          <p:nvPr>
            <p:ph type="title" hasCustomPrompt="1"/>
          </p:nvPr>
        </p:nvSpPr>
        <p:spPr>
          <a:xfrm>
            <a:off x="350836" y="2445633"/>
            <a:ext cx="11490325" cy="823913"/>
          </a:xfrm>
        </p:spPr>
        <p:txBody>
          <a:bodyPr>
            <a:noAutofit/>
          </a:bodyPr>
          <a:lstStyle>
            <a:lvl1pPr>
              <a:lnSpc>
                <a:spcPct val="150000"/>
              </a:lnSpc>
              <a:spcBef>
                <a:spcPts val="1000"/>
              </a:spcBef>
              <a:defRPr sz="4000" cap="all" spc="300" baseline="0"/>
            </a:lvl1pPr>
          </a:lstStyle>
          <a:p>
            <a:r>
              <a:rPr lang="en-US"/>
              <a:t>Click to edit Master TEXT styles</a:t>
            </a:r>
          </a:p>
        </p:txBody>
      </p:sp>
    </p:spTree>
    <p:extLst>
      <p:ext uri="{BB962C8B-B14F-4D97-AF65-F5344CB8AC3E}">
        <p14:creationId xmlns:p14="http://schemas.microsoft.com/office/powerpoint/2010/main" val="318230312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58000"/>
          </a:xfrm>
          <a:prstGeom prst="parallelogram">
            <a:avLst/>
          </a:prstGeom>
          <a:effectLst/>
        </p:spPr>
        <p:txBody>
          <a:bodyPr anchor="ctr"/>
          <a:lstStyle>
            <a:lvl1pPr marL="0" indent="0" algn="ctr">
              <a:buNone/>
              <a:defRPr/>
            </a:lvl1pPr>
          </a:lstStyle>
          <a:p>
            <a:r>
              <a:rPr lang="en-US"/>
              <a:t>Click icon to add picture</a:t>
            </a:r>
          </a:p>
        </p:txBody>
      </p:sp>
      <p:sp>
        <p:nvSpPr>
          <p:cNvPr id="2" name="Title 1">
            <a:extLst>
              <a:ext uri="{FF2B5EF4-FFF2-40B4-BE49-F238E27FC236}">
                <a16:creationId xmlns:a16="http://schemas.microsoft.com/office/drawing/2014/main" id="{7C83D428-B974-43F4-9246-0A2EECA11A5B}"/>
              </a:ext>
            </a:extLst>
          </p:cNvPr>
          <p:cNvSpPr>
            <a:spLocks noGrp="1"/>
          </p:cNvSpPr>
          <p:nvPr>
            <p:ph type="title" hasCustomPrompt="1"/>
          </p:nvPr>
        </p:nvSpPr>
        <p:spPr>
          <a:xfrm>
            <a:off x="7068819" y="642927"/>
            <a:ext cx="4846320" cy="1435947"/>
          </a:xfrm>
        </p:spPr>
        <p:txBody>
          <a:bodyPr anchor="t">
            <a:noAutofit/>
          </a:bodyPr>
          <a:lstStyle>
            <a:lvl1pPr algn="l">
              <a:lnSpc>
                <a:spcPct val="150000"/>
              </a:lnSpc>
              <a:spcBef>
                <a:spcPts val="1000"/>
              </a:spcBef>
              <a:defRPr sz="5400" baseline="0"/>
            </a:lvl1pPr>
          </a:lstStyle>
          <a:p>
            <a:r>
              <a:rPr lang="en-US"/>
              <a:t>Title</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a:p>
        </p:txBody>
      </p:sp>
      <p:sp>
        <p:nvSpPr>
          <p:cNvPr id="13" name="Text Placeholder 12">
            <a:extLst>
              <a:ext uri="{FF2B5EF4-FFF2-40B4-BE49-F238E27FC236}">
                <a16:creationId xmlns:a16="http://schemas.microsoft.com/office/drawing/2014/main" id="{9D00A38D-CFE8-4333-B9D2-D3E7EACA4F0E}"/>
              </a:ext>
            </a:extLst>
          </p:cNvPr>
          <p:cNvSpPr>
            <a:spLocks noGrp="1"/>
          </p:cNvSpPr>
          <p:nvPr>
            <p:ph type="body" sz="quarter" idx="15" hasCustomPrompt="1"/>
          </p:nvPr>
        </p:nvSpPr>
        <p:spPr>
          <a:xfrm>
            <a:off x="7068820" y="2078875"/>
            <a:ext cx="4114800" cy="3798888"/>
          </a:xfrm>
        </p:spPr>
        <p:txBody>
          <a:bodyPr>
            <a:noAutofit/>
          </a:bodyPr>
          <a:lstStyle>
            <a:lvl1pPr marL="0" indent="0">
              <a:buNone/>
              <a:defRPr sz="1800" spc="300"/>
            </a:lvl1pPr>
          </a:lstStyle>
          <a:p>
            <a:pPr lvl="0"/>
            <a:r>
              <a:rPr lang="en-US"/>
              <a:t>CLICK TO EDIT MASTER TEXT STYLES</a:t>
            </a:r>
          </a:p>
        </p:txBody>
      </p:sp>
      <p:sp>
        <p:nvSpPr>
          <p:cNvPr id="3" name="Rectangle 2">
            <a:extLst>
              <a:ext uri="{FF2B5EF4-FFF2-40B4-BE49-F238E27FC236}">
                <a16:creationId xmlns:a16="http://schemas.microsoft.com/office/drawing/2014/main" id="{1AA8588E-221D-4931-A290-C5C4184435AD}"/>
              </a:ext>
              <a:ext uri="{C183D7F6-B498-43B3-948B-1728B52AA6E4}">
                <adec:decorative xmlns:adec="http://schemas.microsoft.com/office/drawing/2017/decorative" val="1"/>
              </a:ext>
            </a:extLst>
          </p:cNvPr>
          <p:cNvSpPr/>
          <p:nvPr userDrawn="1"/>
        </p:nvSpPr>
        <p:spPr>
          <a:xfrm>
            <a:off x="7068820"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29115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E5539E44-E270-49B4-8B0A-07870325AA91}"/>
              </a:ext>
            </a:extLst>
          </p:cNvPr>
          <p:cNvSpPr>
            <a:spLocks noGrp="1"/>
          </p:cNvSpPr>
          <p:nvPr>
            <p:ph type="body" sz="quarter" idx="16" hasCustomPrompt="1"/>
          </p:nvPr>
        </p:nvSpPr>
        <p:spPr>
          <a:xfrm>
            <a:off x="6225539" y="1546138"/>
            <a:ext cx="4023360" cy="464871"/>
          </a:xfr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gn="ctr">
              <a:lnSpc>
                <a:spcPct val="100000"/>
              </a:lnSpc>
              <a:spcBef>
                <a:spcPts val="0"/>
              </a:spcBef>
              <a:buNone/>
              <a:defRPr lang="en-US" sz="1400" spc="300" baseline="0" dirty="0">
                <a:solidFill>
                  <a:schemeClr val="lt1"/>
                </a:solidFill>
              </a:defRPr>
            </a:lvl1pPr>
          </a:lstStyle>
          <a:p>
            <a:pPr marL="0" lvl="0" algn="ctr"/>
            <a:r>
              <a:rPr lang="en-US"/>
              <a:t>CLICK TO EDIT MASTER TEXT STYLES</a:t>
            </a:r>
          </a:p>
        </p:txBody>
      </p:sp>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46932"/>
          </a:xfrm>
          <a:effectLst/>
        </p:spPr>
        <p:txBody>
          <a:bodyPr anchor="ctr"/>
          <a:lstStyle>
            <a:lvl1pPr marL="0" indent="0" algn="ctr">
              <a:buNone/>
              <a:defRPr/>
            </a:lvl1pPr>
          </a:lstStyle>
          <a:p>
            <a:r>
              <a:rPr lang="en-US"/>
              <a:t>Click icon to add picture</a:t>
            </a:r>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2799617"/>
            <a:ext cx="4646246" cy="2218585"/>
          </a:xfrm>
        </p:spPr>
        <p:txBody>
          <a:bodyPr>
            <a:noAutofit/>
          </a:bodyPr>
          <a:lstStyle>
            <a:lvl1pPr>
              <a:defRPr/>
            </a:lvl1pPr>
          </a:lstStyle>
          <a:p>
            <a:pPr marL="0" indent="0">
              <a:lnSpc>
                <a:spcPct val="100000"/>
              </a:lnSpc>
              <a:buNone/>
            </a:pPr>
            <a:r>
              <a:rPr lang="en-US" sz="1600">
                <a:cs typeface="Biome Light" panose="020B0303030204020804" pitchFamily="34" charset="0"/>
              </a:rPr>
              <a:t>Click to edit master text style.</a:t>
            </a:r>
          </a:p>
          <a:p>
            <a:pPr marL="0" indent="0">
              <a:buNone/>
            </a:pPr>
            <a:endParaRPr lang="en-US"/>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a:p>
        </p:txBody>
      </p:sp>
      <p:sp>
        <p:nvSpPr>
          <p:cNvPr id="2" name="Title 1">
            <a:extLst>
              <a:ext uri="{FF2B5EF4-FFF2-40B4-BE49-F238E27FC236}">
                <a16:creationId xmlns:a16="http://schemas.microsoft.com/office/drawing/2014/main" id="{3CB0E4A3-5566-43FE-A59F-2C4F4FE7F32A}"/>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p>
        </p:txBody>
      </p:sp>
    </p:spTree>
    <p:extLst>
      <p:ext uri="{BB962C8B-B14F-4D97-AF65-F5344CB8AC3E}">
        <p14:creationId xmlns:p14="http://schemas.microsoft.com/office/powerpoint/2010/main" val="1247832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67922"/>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242487 w 6096000"/>
              <a:gd name="connsiteY2" fmla="*/ 6833286 h 6858000"/>
              <a:gd name="connsiteX3" fmla="*/ 0 w 6096000"/>
              <a:gd name="connsiteY3" fmla="*/ 6858000 h 6858000"/>
              <a:gd name="connsiteX4" fmla="*/ 0 w 6096000"/>
              <a:gd name="connsiteY4" fmla="*/ 0 h 6858000"/>
              <a:gd name="connsiteX0" fmla="*/ 0 w 6096000"/>
              <a:gd name="connsiteY0" fmla="*/ 0 h 6867922"/>
              <a:gd name="connsiteX1" fmla="*/ 6096000 w 6096000"/>
              <a:gd name="connsiteY1" fmla="*/ 0 h 6867922"/>
              <a:gd name="connsiteX2" fmla="*/ 4228633 w 6096000"/>
              <a:gd name="connsiteY2" fmla="*/ 6867922 h 6867922"/>
              <a:gd name="connsiteX3" fmla="*/ 0 w 6096000"/>
              <a:gd name="connsiteY3" fmla="*/ 6858000 h 6867922"/>
              <a:gd name="connsiteX4" fmla="*/ 0 w 6096000"/>
              <a:gd name="connsiteY4" fmla="*/ 0 h 6867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67922">
                <a:moveTo>
                  <a:pt x="0" y="0"/>
                </a:moveTo>
                <a:lnTo>
                  <a:pt x="6096000" y="0"/>
                </a:lnTo>
                <a:lnTo>
                  <a:pt x="4228633" y="6867922"/>
                </a:lnTo>
                <a:lnTo>
                  <a:pt x="0" y="6858000"/>
                </a:lnTo>
                <a:lnTo>
                  <a:pt x="0" y="0"/>
                </a:lnTo>
                <a:close/>
              </a:path>
            </a:pathLst>
          </a:custGeom>
          <a:effectLst/>
        </p:spPr>
        <p:txBody>
          <a:bodyPr anchor="ctr"/>
          <a:lstStyle>
            <a:lvl1pPr marL="0" indent="0" algn="ctr">
              <a:buNone/>
              <a:defRPr/>
            </a:lvl1pPr>
          </a:lstStyle>
          <a:p>
            <a:r>
              <a:rPr lang="en-US"/>
              <a:t>Click icon to add picture</a:t>
            </a:r>
          </a:p>
        </p:txBody>
      </p:sp>
      <p:sp>
        <p:nvSpPr>
          <p:cNvPr id="8" name="Title 1">
            <a:extLst>
              <a:ext uri="{FF2B5EF4-FFF2-40B4-BE49-F238E27FC236}">
                <a16:creationId xmlns:a16="http://schemas.microsoft.com/office/drawing/2014/main" id="{AABA725B-4BCB-1D48-9C5D-46706B18719E}"/>
              </a:ext>
            </a:extLst>
          </p:cNvPr>
          <p:cNvSpPr>
            <a:spLocks noGrp="1"/>
          </p:cNvSpPr>
          <p:nvPr>
            <p:ph type="title" hasCustomPrompt="1"/>
          </p:nvPr>
        </p:nvSpPr>
        <p:spPr>
          <a:xfrm>
            <a:off x="6096000" y="2262871"/>
            <a:ext cx="5251450" cy="1661297"/>
          </a:xfrm>
        </p:spPr>
        <p:txBody>
          <a:bodyPr anchor="b"/>
          <a:lstStyle>
            <a:lvl1pPr algn="l">
              <a:defRPr sz="6000" spc="300"/>
            </a:lvl1pPr>
          </a:lstStyle>
          <a:p>
            <a:r>
              <a:rPr lang="en-US"/>
              <a:t>CLICK TO EDIT MASTER TITLE</a:t>
            </a:r>
          </a:p>
        </p:txBody>
      </p:sp>
      <p:sp>
        <p:nvSpPr>
          <p:cNvPr id="3" name="Text Placeholder 2">
            <a:extLst>
              <a:ext uri="{FF2B5EF4-FFF2-40B4-BE49-F238E27FC236}">
                <a16:creationId xmlns:a16="http://schemas.microsoft.com/office/drawing/2014/main" id="{893C356F-E483-4AFD-856C-13BB8E8A5605}"/>
              </a:ext>
            </a:extLst>
          </p:cNvPr>
          <p:cNvSpPr>
            <a:spLocks noGrp="1"/>
          </p:cNvSpPr>
          <p:nvPr>
            <p:ph type="body" idx="1" hasCustomPrompt="1"/>
          </p:nvPr>
        </p:nvSpPr>
        <p:spPr>
          <a:xfrm>
            <a:off x="6096000" y="4378134"/>
            <a:ext cx="5251450" cy="36512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chor="ctr">
            <a:noAutofit/>
          </a:bodyPr>
          <a:lstStyle>
            <a:lvl1pPr marL="0" indent="0" algn="ctr">
              <a:lnSpc>
                <a:spcPct val="100000"/>
              </a:lnSpc>
              <a:buNone/>
              <a:defRPr sz="1400" cap="all" spc="600" baseline="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a:p>
        </p:txBody>
      </p:sp>
    </p:spTree>
    <p:extLst>
      <p:ext uri="{BB962C8B-B14F-4D97-AF65-F5344CB8AC3E}">
        <p14:creationId xmlns:p14="http://schemas.microsoft.com/office/powerpoint/2010/main" val="52890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074E6-E39E-4D19-B91F-8E84F37CBF3C}"/>
              </a:ext>
            </a:extLst>
          </p:cNvPr>
          <p:cNvSpPr>
            <a:spLocks noGrp="1"/>
          </p:cNvSpPr>
          <p:nvPr>
            <p:ph type="title" hasCustomPrompt="1"/>
          </p:nvPr>
        </p:nvSpPr>
        <p:spPr>
          <a:xfrm>
            <a:off x="7792279" y="365125"/>
            <a:ext cx="4018722" cy="573989"/>
          </a:xfrm>
        </p:spPr>
        <p:txBody>
          <a:bodyPr lIns="0" rIns="0">
            <a:noAutofit/>
          </a:bodyPr>
          <a:lstStyle>
            <a:lvl1pPr algn="l">
              <a:defRPr sz="3200" spc="300"/>
            </a:lvl1pPr>
          </a:lstStyle>
          <a:p>
            <a:r>
              <a:rPr lang="en-US"/>
              <a:t>SLIDE TITLE HERE</a:t>
            </a:r>
          </a:p>
        </p:txBody>
      </p:sp>
      <p:sp>
        <p:nvSpPr>
          <p:cNvPr id="3" name="Content Placeholder 2">
            <a:extLst>
              <a:ext uri="{FF2B5EF4-FFF2-40B4-BE49-F238E27FC236}">
                <a16:creationId xmlns:a16="http://schemas.microsoft.com/office/drawing/2014/main" id="{607D1B16-7058-45AD-9B19-E19CAF96683B}"/>
              </a:ext>
            </a:extLst>
          </p:cNvPr>
          <p:cNvSpPr>
            <a:spLocks noGrp="1"/>
          </p:cNvSpPr>
          <p:nvPr>
            <p:ph idx="1"/>
          </p:nvPr>
        </p:nvSpPr>
        <p:spPr>
          <a:xfrm>
            <a:off x="7792279" y="1263841"/>
            <a:ext cx="4018722" cy="4636392"/>
          </a:xfrm>
        </p:spPr>
        <p:txBody>
          <a:bodyPr lIns="0" rIns="0">
            <a:noAutofit/>
          </a:bodyPr>
          <a:lstStyle>
            <a:lvl1pPr>
              <a:lnSpc>
                <a:spcPct val="150000"/>
              </a:lnSpc>
              <a:spcBef>
                <a:spcPts val="500"/>
              </a:spcBef>
              <a:defRPr sz="1600"/>
            </a:lvl1pPr>
            <a:lvl2pPr>
              <a:lnSpc>
                <a:spcPct val="150000"/>
              </a:lnSpc>
              <a:spcBef>
                <a:spcPts val="500"/>
              </a:spcBef>
              <a:defRPr sz="1400"/>
            </a:lvl2pPr>
            <a:lvl3pPr>
              <a:lnSpc>
                <a:spcPct val="150000"/>
              </a:lnSpc>
              <a:spcBef>
                <a:spcPts val="500"/>
              </a:spcBef>
              <a:defRPr sz="1400"/>
            </a:lvl3pPr>
            <a:lvl4pPr>
              <a:lnSpc>
                <a:spcPct val="150000"/>
              </a:lnSpc>
              <a:spcBef>
                <a:spcPts val="500"/>
              </a:spcBef>
              <a:defRPr sz="1200"/>
            </a:lvl4pPr>
            <a:lvl5pPr>
              <a:lnSpc>
                <a:spcPct val="150000"/>
              </a:lnSpc>
              <a:spcBef>
                <a:spcPts val="50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9" name="Slide Number Placeholder 5">
            <a:extLst>
              <a:ext uri="{FF2B5EF4-FFF2-40B4-BE49-F238E27FC236}">
                <a16:creationId xmlns:a16="http://schemas.microsoft.com/office/drawing/2014/main" id="{3DEB48E0-328C-45EE-A8BD-90E6AB26108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noAutofit/>
          </a:bodyPr>
          <a:lstStyle>
            <a:lvl1pPr algn="r">
              <a:defRPr sz="1200">
                <a:solidFill>
                  <a:schemeClr val="tx1">
                    <a:tint val="75000"/>
                  </a:schemeClr>
                </a:solidFill>
              </a:defRPr>
            </a:lvl1pPr>
          </a:lstStyle>
          <a:p>
            <a:fld id="{8C2E478F-E849-4A8C-AF1F-CBCC78A7CBFA}" type="slidenum">
              <a:rPr lang="en-US" smtClean="0"/>
              <a:t>‹#›</a:t>
            </a:fld>
            <a:endParaRPr lang="en-US"/>
          </a:p>
        </p:txBody>
      </p:sp>
      <p:sp>
        <p:nvSpPr>
          <p:cNvPr id="5" name="Picture Placeholder 4">
            <a:extLst>
              <a:ext uri="{FF2B5EF4-FFF2-40B4-BE49-F238E27FC236}">
                <a16:creationId xmlns:a16="http://schemas.microsoft.com/office/drawing/2014/main" id="{D7CA175D-816E-4F70-96CC-8A1FD0EB16CE}"/>
              </a:ext>
            </a:extLst>
          </p:cNvPr>
          <p:cNvSpPr>
            <a:spLocks noGrp="1"/>
          </p:cNvSpPr>
          <p:nvPr>
            <p:ph type="pic" sz="quarter" idx="14"/>
          </p:nvPr>
        </p:nvSpPr>
        <p:spPr>
          <a:xfrm>
            <a:off x="736600" y="365125"/>
            <a:ext cx="2997200" cy="1781979"/>
          </a:xfrm>
        </p:spPr>
        <p:txBody>
          <a:bodyPr>
            <a:noAutofit/>
          </a:bodyPr>
          <a:lstStyle/>
          <a:p>
            <a:r>
              <a:rPr lang="en-US"/>
              <a:t>Click icon to add picture</a:t>
            </a:r>
          </a:p>
        </p:txBody>
      </p:sp>
      <p:sp>
        <p:nvSpPr>
          <p:cNvPr id="9" name="Picture Placeholder 4">
            <a:extLst>
              <a:ext uri="{FF2B5EF4-FFF2-40B4-BE49-F238E27FC236}">
                <a16:creationId xmlns:a16="http://schemas.microsoft.com/office/drawing/2014/main" id="{323519C8-24DE-471D-85A9-7A8AFACEC456}"/>
              </a:ext>
            </a:extLst>
          </p:cNvPr>
          <p:cNvSpPr>
            <a:spLocks noGrp="1"/>
          </p:cNvSpPr>
          <p:nvPr>
            <p:ph type="pic" sz="quarter" idx="15"/>
          </p:nvPr>
        </p:nvSpPr>
        <p:spPr>
          <a:xfrm>
            <a:off x="4051300" y="365125"/>
            <a:ext cx="2997200" cy="1781979"/>
          </a:xfrm>
        </p:spPr>
        <p:txBody>
          <a:bodyPr>
            <a:noAutofit/>
          </a:bodyPr>
          <a:lstStyle/>
          <a:p>
            <a:r>
              <a:rPr lang="en-US"/>
              <a:t>Click icon to add picture</a:t>
            </a:r>
          </a:p>
        </p:txBody>
      </p:sp>
      <p:sp>
        <p:nvSpPr>
          <p:cNvPr id="10" name="Picture Placeholder 4">
            <a:extLst>
              <a:ext uri="{FF2B5EF4-FFF2-40B4-BE49-F238E27FC236}">
                <a16:creationId xmlns:a16="http://schemas.microsoft.com/office/drawing/2014/main" id="{547F0F1E-7AF5-4B76-928C-7B28010C4F93}"/>
              </a:ext>
            </a:extLst>
          </p:cNvPr>
          <p:cNvSpPr>
            <a:spLocks noGrp="1"/>
          </p:cNvSpPr>
          <p:nvPr>
            <p:ph type="pic" sz="quarter" idx="16"/>
          </p:nvPr>
        </p:nvSpPr>
        <p:spPr>
          <a:xfrm>
            <a:off x="736600" y="2422525"/>
            <a:ext cx="2997200" cy="1781979"/>
          </a:xfrm>
        </p:spPr>
        <p:txBody>
          <a:bodyPr>
            <a:noAutofit/>
          </a:bodyPr>
          <a:lstStyle/>
          <a:p>
            <a:r>
              <a:rPr lang="en-US"/>
              <a:t>Click icon to add picture</a:t>
            </a:r>
          </a:p>
        </p:txBody>
      </p:sp>
      <p:sp>
        <p:nvSpPr>
          <p:cNvPr id="11" name="Picture Placeholder 4">
            <a:extLst>
              <a:ext uri="{FF2B5EF4-FFF2-40B4-BE49-F238E27FC236}">
                <a16:creationId xmlns:a16="http://schemas.microsoft.com/office/drawing/2014/main" id="{063D0E8E-9491-4AF0-918D-A0B782C5FD68}"/>
              </a:ext>
            </a:extLst>
          </p:cNvPr>
          <p:cNvSpPr>
            <a:spLocks noGrp="1"/>
          </p:cNvSpPr>
          <p:nvPr>
            <p:ph type="pic" sz="quarter" idx="17"/>
          </p:nvPr>
        </p:nvSpPr>
        <p:spPr>
          <a:xfrm>
            <a:off x="4051300" y="2422525"/>
            <a:ext cx="2997200" cy="1781979"/>
          </a:xfrm>
        </p:spPr>
        <p:txBody>
          <a:bodyPr>
            <a:noAutofit/>
          </a:bodyPr>
          <a:lstStyle/>
          <a:p>
            <a:r>
              <a:rPr lang="en-US"/>
              <a:t>Click icon to add picture</a:t>
            </a:r>
          </a:p>
        </p:txBody>
      </p:sp>
      <p:sp>
        <p:nvSpPr>
          <p:cNvPr id="12" name="Picture Placeholder 4">
            <a:extLst>
              <a:ext uri="{FF2B5EF4-FFF2-40B4-BE49-F238E27FC236}">
                <a16:creationId xmlns:a16="http://schemas.microsoft.com/office/drawing/2014/main" id="{042F54CB-9200-4D74-968A-0A3E5871D9E5}"/>
              </a:ext>
            </a:extLst>
          </p:cNvPr>
          <p:cNvSpPr>
            <a:spLocks noGrp="1"/>
          </p:cNvSpPr>
          <p:nvPr>
            <p:ph type="pic" sz="quarter" idx="18"/>
          </p:nvPr>
        </p:nvSpPr>
        <p:spPr>
          <a:xfrm>
            <a:off x="736600" y="4479925"/>
            <a:ext cx="2997200" cy="1781979"/>
          </a:xfrm>
        </p:spPr>
        <p:txBody>
          <a:bodyPr>
            <a:noAutofit/>
          </a:bodyPr>
          <a:lstStyle/>
          <a:p>
            <a:r>
              <a:rPr lang="en-US"/>
              <a:t>Click icon to add picture</a:t>
            </a:r>
          </a:p>
        </p:txBody>
      </p:sp>
      <p:sp>
        <p:nvSpPr>
          <p:cNvPr id="13" name="Picture Placeholder 4">
            <a:extLst>
              <a:ext uri="{FF2B5EF4-FFF2-40B4-BE49-F238E27FC236}">
                <a16:creationId xmlns:a16="http://schemas.microsoft.com/office/drawing/2014/main" id="{1D925119-27E3-496E-86BC-23416F94FB61}"/>
              </a:ext>
            </a:extLst>
          </p:cNvPr>
          <p:cNvSpPr>
            <a:spLocks noGrp="1"/>
          </p:cNvSpPr>
          <p:nvPr>
            <p:ph type="pic" sz="quarter" idx="19"/>
          </p:nvPr>
        </p:nvSpPr>
        <p:spPr>
          <a:xfrm>
            <a:off x="4051300" y="4479925"/>
            <a:ext cx="2997200" cy="1781979"/>
          </a:xfrm>
        </p:spPr>
        <p:txBody>
          <a:bodyPr>
            <a:noAutofit/>
          </a:bodyPr>
          <a:lstStyle/>
          <a:p>
            <a:r>
              <a:rPr lang="en-US"/>
              <a:t>Click icon to add picture</a:t>
            </a:r>
          </a:p>
        </p:txBody>
      </p:sp>
      <p:sp>
        <p:nvSpPr>
          <p:cNvPr id="4" name="Rectangle 3">
            <a:extLst>
              <a:ext uri="{FF2B5EF4-FFF2-40B4-BE49-F238E27FC236}">
                <a16:creationId xmlns:a16="http://schemas.microsoft.com/office/drawing/2014/main" id="{9DF93AF7-D4DC-42B5-8A4F-B5F3ABBB031F}"/>
              </a:ext>
              <a:ext uri="{C183D7F6-B498-43B3-948B-1728B52AA6E4}">
                <adec:decorative xmlns:adec="http://schemas.microsoft.com/office/drawing/2017/decorative" val="1"/>
              </a:ext>
            </a:extLst>
          </p:cNvPr>
          <p:cNvSpPr/>
          <p:nvPr userDrawn="1"/>
        </p:nvSpPr>
        <p:spPr>
          <a:xfrm>
            <a:off x="7781678"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Tree>
    <p:extLst>
      <p:ext uri="{BB962C8B-B14F-4D97-AF65-F5344CB8AC3E}">
        <p14:creationId xmlns:p14="http://schemas.microsoft.com/office/powerpoint/2010/main" val="17539680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45D17-D652-4766-B11C-2E8D8390D957}"/>
              </a:ext>
            </a:extLst>
          </p:cNvPr>
          <p:cNvSpPr>
            <a:spLocks noGrp="1"/>
          </p:cNvSpPr>
          <p:nvPr>
            <p:ph type="title"/>
          </p:nvPr>
        </p:nvSpPr>
        <p:spPr>
          <a:xfrm>
            <a:off x="594519" y="767791"/>
            <a:ext cx="11002962" cy="823913"/>
          </a:xfrm>
        </p:spPr>
        <p:txBody>
          <a:bodyPr>
            <a:noAutofit/>
          </a:bodyPr>
          <a:lstStyle>
            <a:lvl1pPr>
              <a:defRPr sz="4800" spc="300"/>
            </a:lvl1pPr>
          </a:lstStyle>
          <a:p>
            <a:r>
              <a:rPr lang="en-US"/>
              <a:t>Click to edit Master title style</a:t>
            </a:r>
          </a:p>
        </p:txBody>
      </p:sp>
      <p:sp>
        <p:nvSpPr>
          <p:cNvPr id="3" name="Footer Placeholder 2">
            <a:extLst>
              <a:ext uri="{FF2B5EF4-FFF2-40B4-BE49-F238E27FC236}">
                <a16:creationId xmlns:a16="http://schemas.microsoft.com/office/drawing/2014/main" id="{6BC7A58C-70BA-43E5-BD90-83ADB63B0C00}"/>
              </a:ext>
            </a:extLst>
          </p:cNvPr>
          <p:cNvSpPr>
            <a:spLocks noGrp="1"/>
          </p:cNvSpPr>
          <p:nvPr>
            <p:ph type="ftr" sz="quarter" idx="10"/>
          </p:nvPr>
        </p:nvSpPr>
        <p:spPr/>
        <p:txBody>
          <a:bodyPr/>
          <a:lstStyle/>
          <a:p>
            <a:r>
              <a:rPr lang="en-US"/>
              <a:t>Add a footer</a:t>
            </a:r>
          </a:p>
        </p:txBody>
      </p:sp>
      <p:sp>
        <p:nvSpPr>
          <p:cNvPr id="4" name="Slide Number Placeholder 3">
            <a:extLst>
              <a:ext uri="{FF2B5EF4-FFF2-40B4-BE49-F238E27FC236}">
                <a16:creationId xmlns:a16="http://schemas.microsoft.com/office/drawing/2014/main" id="{0F8A60B7-2499-42C6-8A74-ACDAE245746D}"/>
              </a:ext>
            </a:extLst>
          </p:cNvPr>
          <p:cNvSpPr>
            <a:spLocks noGrp="1"/>
          </p:cNvSpPr>
          <p:nvPr>
            <p:ph type="sldNum" sz="quarter" idx="11"/>
          </p:nvPr>
        </p:nvSpPr>
        <p:spPr/>
        <p:txBody>
          <a:bodyPr/>
          <a:lstStyle/>
          <a:p>
            <a:fld id="{8C2E478F-E849-4A8C-AF1F-CBCC78A7CBFA}" type="slidenum">
              <a:rPr lang="en-US" smtClean="0"/>
              <a:t>‹#›</a:t>
            </a:fld>
            <a:endParaRPr lang="en-US"/>
          </a:p>
        </p:txBody>
      </p:sp>
    </p:spTree>
    <p:extLst>
      <p:ext uri="{BB962C8B-B14F-4D97-AF65-F5344CB8AC3E}">
        <p14:creationId xmlns:p14="http://schemas.microsoft.com/office/powerpoint/2010/main" val="3452634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nchor="ctr"/>
          <a:lstStyle>
            <a:lvl1pPr marL="0" indent="0" algn="ctr">
              <a:buNone/>
              <a:defRPr/>
            </a:lvl1pPr>
          </a:lstStyle>
          <a:p>
            <a:r>
              <a:rPr lang="en-US"/>
              <a:t>Click icon to add picture</a:t>
            </a:r>
          </a:p>
        </p:txBody>
      </p:sp>
      <p:sp>
        <p:nvSpPr>
          <p:cNvPr id="2" name="Title 1">
            <a:extLst>
              <a:ext uri="{FF2B5EF4-FFF2-40B4-BE49-F238E27FC236}">
                <a16:creationId xmlns:a16="http://schemas.microsoft.com/office/drawing/2014/main" id="{4C179BAC-E989-4203-B9B4-66280365481B}"/>
              </a:ext>
            </a:extLst>
          </p:cNvPr>
          <p:cNvSpPr>
            <a:spLocks noGrp="1"/>
          </p:cNvSpPr>
          <p:nvPr>
            <p:ph type="title"/>
          </p:nvPr>
        </p:nvSpPr>
        <p:spPr>
          <a:xfrm>
            <a:off x="4038600" y="4607137"/>
            <a:ext cx="4114800" cy="421480"/>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a:defRPr sz="1400" spc="300" baseline="0">
                <a:latin typeface="+mn-lt"/>
              </a:defRPr>
            </a:lvl1pPr>
          </a:lstStyle>
          <a:p>
            <a:r>
              <a:rPr lang="en-US"/>
              <a:t>Click to edit Master title style</a:t>
            </a:r>
          </a:p>
        </p:txBody>
      </p:sp>
      <p:sp>
        <p:nvSpPr>
          <p:cNvPr id="7" name="Text Placeholder 6">
            <a:extLst>
              <a:ext uri="{FF2B5EF4-FFF2-40B4-BE49-F238E27FC236}">
                <a16:creationId xmlns:a16="http://schemas.microsoft.com/office/drawing/2014/main" id="{60CCC81E-A013-4315-AD13-97BA3AA95596}"/>
              </a:ext>
            </a:extLst>
          </p:cNvPr>
          <p:cNvSpPr>
            <a:spLocks noGrp="1"/>
          </p:cNvSpPr>
          <p:nvPr>
            <p:ph type="body" sz="quarter" idx="11" hasCustomPrompt="1"/>
          </p:nvPr>
        </p:nvSpPr>
        <p:spPr>
          <a:xfrm>
            <a:off x="1478756" y="1569719"/>
            <a:ext cx="9234488" cy="2651443"/>
          </a:xfrm>
        </p:spPr>
        <p:txBody>
          <a:bodyPr>
            <a:noAutofit/>
          </a:bodyPr>
          <a:lstStyle>
            <a:lvl1pPr marL="0" indent="0" algn="ctr">
              <a:buNone/>
              <a:defRPr sz="3200"/>
            </a:lvl1pPr>
          </a:lstStyle>
          <a:p>
            <a:pPr lvl="0"/>
            <a:r>
              <a:rPr lang="en-US"/>
              <a:t>CLICK TO EDIT MASTER TEXT STYLES</a:t>
            </a:r>
          </a:p>
        </p:txBody>
      </p:sp>
    </p:spTree>
    <p:extLst>
      <p:ext uri="{BB962C8B-B14F-4D97-AF65-F5344CB8AC3E}">
        <p14:creationId xmlns:p14="http://schemas.microsoft.com/office/powerpoint/2010/main" val="79555376"/>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2 Column">
    <p:spTree>
      <p:nvGrpSpPr>
        <p:cNvPr id="1" name=""/>
        <p:cNvGrpSpPr/>
        <p:nvPr/>
      </p:nvGrpSpPr>
      <p:grpSpPr>
        <a:xfrm>
          <a:off x="0" y="0"/>
          <a:ext cx="0" cy="0"/>
          <a:chOff x="0" y="0"/>
          <a:chExt cx="0" cy="0"/>
        </a:xfrm>
      </p:grpSpPr>
      <p:sp>
        <p:nvSpPr>
          <p:cNvPr id="17" name="Title 2">
            <a:extLst>
              <a:ext uri="{FF2B5EF4-FFF2-40B4-BE49-F238E27FC236}">
                <a16:creationId xmlns:a16="http://schemas.microsoft.com/office/drawing/2014/main" id="{0EF11611-8537-47CC-87AC-2E25428B72BA}"/>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p>
        </p:txBody>
      </p:sp>
      <p:sp>
        <p:nvSpPr>
          <p:cNvPr id="19" name="Picture Placeholder 17">
            <a:extLst>
              <a:ext uri="{FF2B5EF4-FFF2-40B4-BE49-F238E27FC236}">
                <a16:creationId xmlns:a16="http://schemas.microsoft.com/office/drawing/2014/main" id="{D1A63A52-1E65-414B-BBC3-D31F515791AC}"/>
              </a:ext>
            </a:extLst>
          </p:cNvPr>
          <p:cNvSpPr>
            <a:spLocks noGrp="1"/>
          </p:cNvSpPr>
          <p:nvPr>
            <p:ph type="pic" sz="quarter" idx="11"/>
          </p:nvPr>
        </p:nvSpPr>
        <p:spPr>
          <a:xfrm>
            <a:off x="6578601" y="1638300"/>
            <a:ext cx="5156200" cy="1892300"/>
          </a:xfrm>
        </p:spPr>
        <p:txBody>
          <a:bodyPr>
            <a:noAutofit/>
          </a:bodyPr>
          <a:lstStyle/>
          <a:p>
            <a:r>
              <a:rPr lang="en-US"/>
              <a:t>Click icon to add picture</a:t>
            </a:r>
          </a:p>
        </p:txBody>
      </p:sp>
      <p:sp>
        <p:nvSpPr>
          <p:cNvPr id="18" name="Picture Placeholder 17">
            <a:extLst>
              <a:ext uri="{FF2B5EF4-FFF2-40B4-BE49-F238E27FC236}">
                <a16:creationId xmlns:a16="http://schemas.microsoft.com/office/drawing/2014/main" id="{ED7E0E1A-1E64-4A9A-9C8B-69486BD1123B}"/>
              </a:ext>
            </a:extLst>
          </p:cNvPr>
          <p:cNvSpPr>
            <a:spLocks noGrp="1"/>
          </p:cNvSpPr>
          <p:nvPr>
            <p:ph type="pic" sz="quarter" idx="10"/>
          </p:nvPr>
        </p:nvSpPr>
        <p:spPr>
          <a:xfrm>
            <a:off x="469900" y="1638300"/>
            <a:ext cx="5156200" cy="1892300"/>
          </a:xfrm>
        </p:spPr>
        <p:txBody>
          <a:bodyPr>
            <a:noAutofit/>
          </a:bodyPr>
          <a:lstStyle/>
          <a:p>
            <a:r>
              <a:rPr lang="en-US"/>
              <a:t>Click icon to add picture</a:t>
            </a:r>
          </a:p>
        </p:txBody>
      </p:sp>
      <p:sp>
        <p:nvSpPr>
          <p:cNvPr id="10" name="Text Placeholder 3">
            <a:extLst>
              <a:ext uri="{FF2B5EF4-FFF2-40B4-BE49-F238E27FC236}">
                <a16:creationId xmlns:a16="http://schemas.microsoft.com/office/drawing/2014/main" id="{1E462965-19D7-4A65-B394-9AE76A5B4805}"/>
              </a:ext>
            </a:extLst>
          </p:cNvPr>
          <p:cNvSpPr>
            <a:spLocks noGrp="1"/>
          </p:cNvSpPr>
          <p:nvPr>
            <p:ph type="body" idx="1"/>
          </p:nvPr>
        </p:nvSpPr>
        <p:spPr>
          <a:xfrm>
            <a:off x="469107" y="3864355"/>
            <a:ext cx="5157787"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1" name="Content Placeholder 4">
            <a:extLst>
              <a:ext uri="{FF2B5EF4-FFF2-40B4-BE49-F238E27FC236}">
                <a16:creationId xmlns:a16="http://schemas.microsoft.com/office/drawing/2014/main" id="{FAEC14D1-0BEA-4D9A-9D96-A56B6A9B07AC}"/>
              </a:ext>
            </a:extLst>
          </p:cNvPr>
          <p:cNvSpPr>
            <a:spLocks noGrp="1"/>
          </p:cNvSpPr>
          <p:nvPr>
            <p:ph sz="half" idx="2"/>
          </p:nvPr>
        </p:nvSpPr>
        <p:spPr>
          <a:xfrm>
            <a:off x="469107" y="4531139"/>
            <a:ext cx="5157787"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12" name="Text Placeholder 5">
            <a:extLst>
              <a:ext uri="{FF2B5EF4-FFF2-40B4-BE49-F238E27FC236}">
                <a16:creationId xmlns:a16="http://schemas.microsoft.com/office/drawing/2014/main" id="{1507BB47-1AB4-42F2-99FF-453A0622B815}"/>
              </a:ext>
            </a:extLst>
          </p:cNvPr>
          <p:cNvSpPr>
            <a:spLocks noGrp="1"/>
          </p:cNvSpPr>
          <p:nvPr>
            <p:ph type="body" sz="quarter" idx="3"/>
          </p:nvPr>
        </p:nvSpPr>
        <p:spPr>
          <a:xfrm>
            <a:off x="6565107" y="3864355"/>
            <a:ext cx="5183188"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4" name="Content Placeholder 6">
            <a:extLst>
              <a:ext uri="{FF2B5EF4-FFF2-40B4-BE49-F238E27FC236}">
                <a16:creationId xmlns:a16="http://schemas.microsoft.com/office/drawing/2014/main" id="{438D6EEA-A0DB-4B5F-8F41-A9C1F2C094C0}"/>
              </a:ext>
            </a:extLst>
          </p:cNvPr>
          <p:cNvSpPr>
            <a:spLocks noGrp="1"/>
          </p:cNvSpPr>
          <p:nvPr>
            <p:ph sz="quarter" idx="4"/>
          </p:nvPr>
        </p:nvSpPr>
        <p:spPr>
          <a:xfrm>
            <a:off x="6565107" y="4531139"/>
            <a:ext cx="5183188"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20" name="Slide Number Placeholder 5">
            <a:extLst>
              <a:ext uri="{FF2B5EF4-FFF2-40B4-BE49-F238E27FC236}">
                <a16:creationId xmlns:a16="http://schemas.microsoft.com/office/drawing/2014/main" id="{A4909F59-7529-454A-A1EF-3CC1EADEFC1F}"/>
              </a:ext>
            </a:extLst>
          </p:cNvPr>
          <p:cNvSpPr>
            <a:spLocks noGrp="1"/>
          </p:cNvSpPr>
          <p:nvPr>
            <p:ph type="sldNum" sz="quarter" idx="12"/>
          </p:nvPr>
        </p:nvSpPr>
        <p:spPr>
          <a:xfrm>
            <a:off x="11549269" y="6468303"/>
            <a:ext cx="443948" cy="365125"/>
          </a:xfrm>
        </p:spPr>
        <p:txBody>
          <a:bodyPr>
            <a:noAutofit/>
          </a:bodyPr>
          <a:lstStyle/>
          <a:p>
            <a:fld id="{8C2E478F-E849-4A8C-AF1F-CBCC78A7CBFA}" type="slidenum">
              <a:rPr lang="en-US" smtClean="0"/>
              <a:t>‹#›</a:t>
            </a:fld>
            <a:endParaRPr lang="en-US"/>
          </a:p>
        </p:txBody>
      </p:sp>
    </p:spTree>
    <p:extLst>
      <p:ext uri="{BB962C8B-B14F-4D97-AF65-F5344CB8AC3E}">
        <p14:creationId xmlns:p14="http://schemas.microsoft.com/office/powerpoint/2010/main" val="1270834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sp>
        <p:nvSpPr>
          <p:cNvPr id="22" name="Title 2">
            <a:extLst>
              <a:ext uri="{FF2B5EF4-FFF2-40B4-BE49-F238E27FC236}">
                <a16:creationId xmlns:a16="http://schemas.microsoft.com/office/drawing/2014/main" id="{6186F91B-547E-43BC-9BCE-04619DAAFEC2}"/>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p>
        </p:txBody>
      </p:sp>
      <p:sp>
        <p:nvSpPr>
          <p:cNvPr id="28" name="Text Placeholder 27">
            <a:extLst>
              <a:ext uri="{FF2B5EF4-FFF2-40B4-BE49-F238E27FC236}">
                <a16:creationId xmlns:a16="http://schemas.microsoft.com/office/drawing/2014/main" id="{D635DFA1-45D2-4EFE-8BB2-BE966346691E}"/>
              </a:ext>
            </a:extLst>
          </p:cNvPr>
          <p:cNvSpPr>
            <a:spLocks noGrp="1"/>
          </p:cNvSpPr>
          <p:nvPr>
            <p:ph type="body" sz="quarter" idx="13" hasCustomPrompt="1"/>
          </p:nvPr>
        </p:nvSpPr>
        <p:spPr>
          <a:xfrm>
            <a:off x="960121" y="3669506"/>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Picture Placeholder 23">
            <a:extLst>
              <a:ext uri="{FF2B5EF4-FFF2-40B4-BE49-F238E27FC236}">
                <a16:creationId xmlns:a16="http://schemas.microsoft.com/office/drawing/2014/main" id="{2F2918FE-A84E-4303-AEF3-4FD66CDD733E}"/>
              </a:ext>
            </a:extLst>
          </p:cNvPr>
          <p:cNvSpPr>
            <a:spLocks noGrp="1"/>
          </p:cNvSpPr>
          <p:nvPr>
            <p:ph type="pic" sz="quarter" idx="10"/>
          </p:nvPr>
        </p:nvSpPr>
        <p:spPr>
          <a:xfrm>
            <a:off x="960438" y="1624013"/>
            <a:ext cx="3108325" cy="1892300"/>
          </a:xfrm>
        </p:spPr>
        <p:txBody>
          <a:bodyPr>
            <a:noAutofit/>
          </a:bodyPr>
          <a:lstStyle/>
          <a:p>
            <a:r>
              <a:rPr lang="en-US"/>
              <a:t>Click icon to add picture</a:t>
            </a:r>
          </a:p>
        </p:txBody>
      </p:sp>
      <p:sp>
        <p:nvSpPr>
          <p:cNvPr id="25" name="Picture Placeholder 23">
            <a:extLst>
              <a:ext uri="{FF2B5EF4-FFF2-40B4-BE49-F238E27FC236}">
                <a16:creationId xmlns:a16="http://schemas.microsoft.com/office/drawing/2014/main" id="{E2401025-9BC9-4BDD-97DA-CA763CF846BB}"/>
              </a:ext>
            </a:extLst>
          </p:cNvPr>
          <p:cNvSpPr>
            <a:spLocks noGrp="1"/>
          </p:cNvSpPr>
          <p:nvPr>
            <p:ph type="pic" sz="quarter" idx="11"/>
          </p:nvPr>
        </p:nvSpPr>
        <p:spPr>
          <a:xfrm>
            <a:off x="4542155" y="1623219"/>
            <a:ext cx="3108325" cy="1892300"/>
          </a:xfrm>
        </p:spPr>
        <p:txBody>
          <a:bodyPr>
            <a:noAutofit/>
          </a:bodyPr>
          <a:lstStyle/>
          <a:p>
            <a:r>
              <a:rPr lang="en-US"/>
              <a:t>Click icon to add picture</a:t>
            </a:r>
          </a:p>
        </p:txBody>
      </p:sp>
      <p:sp>
        <p:nvSpPr>
          <p:cNvPr id="26" name="Picture Placeholder 23">
            <a:extLst>
              <a:ext uri="{FF2B5EF4-FFF2-40B4-BE49-F238E27FC236}">
                <a16:creationId xmlns:a16="http://schemas.microsoft.com/office/drawing/2014/main" id="{B7C4AAB6-897A-4ABD-AD50-2D86B197E914}"/>
              </a:ext>
            </a:extLst>
          </p:cNvPr>
          <p:cNvSpPr>
            <a:spLocks noGrp="1"/>
          </p:cNvSpPr>
          <p:nvPr>
            <p:ph type="pic" sz="quarter" idx="12"/>
          </p:nvPr>
        </p:nvSpPr>
        <p:spPr>
          <a:xfrm>
            <a:off x="8122920" y="1623219"/>
            <a:ext cx="3108325" cy="1892300"/>
          </a:xfrm>
        </p:spPr>
        <p:txBody>
          <a:bodyPr>
            <a:noAutofit/>
          </a:bodyPr>
          <a:lstStyle/>
          <a:p>
            <a:r>
              <a:rPr lang="en-US"/>
              <a:t>Click icon to add picture</a:t>
            </a:r>
          </a:p>
        </p:txBody>
      </p:sp>
      <p:sp>
        <p:nvSpPr>
          <p:cNvPr id="29" name="Text Placeholder 27">
            <a:extLst>
              <a:ext uri="{FF2B5EF4-FFF2-40B4-BE49-F238E27FC236}">
                <a16:creationId xmlns:a16="http://schemas.microsoft.com/office/drawing/2014/main" id="{790D65EC-6EB4-4594-91E9-5C3DE7C3BA89}"/>
              </a:ext>
            </a:extLst>
          </p:cNvPr>
          <p:cNvSpPr>
            <a:spLocks noGrp="1"/>
          </p:cNvSpPr>
          <p:nvPr>
            <p:ph type="body" sz="quarter" idx="14" hasCustomPrompt="1"/>
          </p:nvPr>
        </p:nvSpPr>
        <p:spPr>
          <a:xfrm>
            <a:off x="4541837"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7">
            <a:extLst>
              <a:ext uri="{FF2B5EF4-FFF2-40B4-BE49-F238E27FC236}">
                <a16:creationId xmlns:a16="http://schemas.microsoft.com/office/drawing/2014/main" id="{611CF730-D055-47C2-A626-299F429D41B2}"/>
              </a:ext>
            </a:extLst>
          </p:cNvPr>
          <p:cNvSpPr>
            <a:spLocks noGrp="1"/>
          </p:cNvSpPr>
          <p:nvPr>
            <p:ph type="body" sz="quarter" idx="15" hasCustomPrompt="1"/>
          </p:nvPr>
        </p:nvSpPr>
        <p:spPr>
          <a:xfrm>
            <a:off x="8122919"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1" name="Slide Number Placeholder 5">
            <a:extLst>
              <a:ext uri="{FF2B5EF4-FFF2-40B4-BE49-F238E27FC236}">
                <a16:creationId xmlns:a16="http://schemas.microsoft.com/office/drawing/2014/main" id="{F09E06A6-BFDD-42BD-BA69-2CD3BEF0F73D}"/>
              </a:ext>
            </a:extLst>
          </p:cNvPr>
          <p:cNvSpPr>
            <a:spLocks noGrp="1"/>
          </p:cNvSpPr>
          <p:nvPr>
            <p:ph type="sldNum" sz="quarter" idx="16"/>
          </p:nvPr>
        </p:nvSpPr>
        <p:spPr>
          <a:xfrm>
            <a:off x="11549269" y="6468303"/>
            <a:ext cx="443948" cy="365125"/>
          </a:xfrm>
        </p:spPr>
        <p:txBody>
          <a:bodyPr>
            <a:noAutofit/>
          </a:bodyPr>
          <a:lstStyle/>
          <a:p>
            <a:fld id="{8C2E478F-E849-4A8C-AF1F-CBCC78A7CBFA}" type="slidenum">
              <a:rPr lang="en-US" smtClean="0"/>
              <a:t>‹#›</a:t>
            </a:fld>
            <a:endParaRPr lang="en-US"/>
          </a:p>
        </p:txBody>
      </p:sp>
    </p:spTree>
    <p:extLst>
      <p:ext uri="{BB962C8B-B14F-4D97-AF65-F5344CB8AC3E}">
        <p14:creationId xmlns:p14="http://schemas.microsoft.com/office/powerpoint/2010/main" val="4145592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58000"/>
          </a:xfrm>
          <a:effectLst/>
        </p:spPr>
        <p:txBody>
          <a:bodyPr anchor="ctr"/>
          <a:lstStyle>
            <a:lvl1pPr marL="0" indent="0" algn="ctr">
              <a:buNone/>
              <a:defRPr/>
            </a:lvl1pPr>
          </a:lstStyle>
          <a:p>
            <a:r>
              <a:rPr lang="en-US"/>
              <a:t>Click icon to add picture</a:t>
            </a:r>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1661160"/>
            <a:ext cx="4646246" cy="2218585"/>
          </a:xfrm>
        </p:spPr>
        <p:txBody>
          <a:bodyPr>
            <a:noAutofit/>
          </a:bodyPr>
          <a:lstStyle>
            <a:lvl1pPr>
              <a:defRPr/>
            </a:lvl1pPr>
          </a:lstStyle>
          <a:p>
            <a:pPr marL="0" indent="0">
              <a:lnSpc>
                <a:spcPct val="100000"/>
              </a:lnSpc>
              <a:buNone/>
            </a:pPr>
            <a:r>
              <a:rPr lang="en-US" sz="1600">
                <a:cs typeface="Biome Light" panose="020B0303030204020804" pitchFamily="34" charset="0"/>
              </a:rPr>
              <a:t>Click to edit master text style.</a:t>
            </a:r>
          </a:p>
          <a:p>
            <a:pPr marL="0" indent="0">
              <a:buNone/>
            </a:pPr>
            <a:endParaRPr lang="en-US"/>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a:p>
        </p:txBody>
      </p:sp>
      <p:sp>
        <p:nvSpPr>
          <p:cNvPr id="7" name="Title 1">
            <a:extLst>
              <a:ext uri="{FF2B5EF4-FFF2-40B4-BE49-F238E27FC236}">
                <a16:creationId xmlns:a16="http://schemas.microsoft.com/office/drawing/2014/main" id="{76CDEBF2-B5C9-4887-B717-81C3D1A73CA9}"/>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p>
        </p:txBody>
      </p:sp>
      <p:sp>
        <p:nvSpPr>
          <p:cNvPr id="2" name="Rectangle 1">
            <a:extLst>
              <a:ext uri="{FF2B5EF4-FFF2-40B4-BE49-F238E27FC236}">
                <a16:creationId xmlns:a16="http://schemas.microsoft.com/office/drawing/2014/main" id="{016A7FA3-8C13-4E5A-88C4-4357C8ACD73E}"/>
              </a:ext>
              <a:ext uri="{C183D7F6-B498-43B3-948B-1728B52AA6E4}">
                <adec:decorative xmlns:adec="http://schemas.microsoft.com/office/drawing/2017/decorative" val="1"/>
              </a:ext>
            </a:extLst>
          </p:cNvPr>
          <p:cNvSpPr/>
          <p:nvPr userDrawn="1"/>
        </p:nvSpPr>
        <p:spPr>
          <a:xfrm>
            <a:off x="6107044"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13196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p>
        </p:txBody>
      </p:sp>
      <p:sp>
        <p:nvSpPr>
          <p:cNvPr id="6" name="Title 5">
            <a:extLst>
              <a:ext uri="{FF2B5EF4-FFF2-40B4-BE49-F238E27FC236}">
                <a16:creationId xmlns:a16="http://schemas.microsoft.com/office/drawing/2014/main" id="{D9074D0F-754F-4F2C-A410-F222D2D2346E}"/>
              </a:ext>
            </a:extLst>
          </p:cNvPr>
          <p:cNvSpPr>
            <a:spLocks noGrp="1"/>
          </p:cNvSpPr>
          <p:nvPr>
            <p:ph type="title" idx="4294967295"/>
          </p:nvPr>
        </p:nvSpPr>
        <p:spPr>
          <a:xfrm>
            <a:off x="702365" y="1660810"/>
            <a:ext cx="10787270" cy="830649"/>
          </a:xfrm>
        </p:spPr>
        <p:txBody>
          <a:bodyPr>
            <a:noAutofit/>
          </a:bodyPr>
          <a:lstStyle/>
          <a:p>
            <a:r>
              <a:rPr lang="en-US" sz="4000" spc="300"/>
              <a:t>Click to edit Master title style</a:t>
            </a:r>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hasCustomPrompt="1"/>
          </p:nvPr>
        </p:nvSpPr>
        <p:spPr>
          <a:xfrm>
            <a:off x="3512343" y="5137992"/>
            <a:ext cx="5167313"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spc="300">
                <a:solidFill>
                  <a:schemeClr val="tx1"/>
                </a:solidFill>
              </a:defRPr>
            </a:lvl1pPr>
            <a:lvl2pPr marL="457200" indent="0">
              <a:buNone/>
              <a:defRPr/>
            </a:lvl2pPr>
          </a:lstStyle>
          <a:p>
            <a:pPr lvl="0"/>
            <a:r>
              <a:rPr lang="en-US"/>
              <a:t>CLICK TO EDIT MASTER TEXT STYLES</a:t>
            </a:r>
          </a:p>
        </p:txBody>
      </p:sp>
      <p:sp>
        <p:nvSpPr>
          <p:cNvPr id="31" name="Text Placeholder 13">
            <a:extLst>
              <a:ext uri="{FF2B5EF4-FFF2-40B4-BE49-F238E27FC236}">
                <a16:creationId xmlns:a16="http://schemas.microsoft.com/office/drawing/2014/main" id="{1D89734B-03E0-4ADE-8F62-C819F3E976D5}"/>
              </a:ext>
            </a:extLst>
          </p:cNvPr>
          <p:cNvSpPr>
            <a:spLocks noGrp="1"/>
          </p:cNvSpPr>
          <p:nvPr>
            <p:ph type="body" sz="quarter" idx="16" hasCustomPrompt="1"/>
          </p:nvPr>
        </p:nvSpPr>
        <p:spPr>
          <a:xfrm>
            <a:off x="588194"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a:t>CLICK TO EDIT</a:t>
            </a:r>
          </a:p>
        </p:txBody>
      </p:sp>
      <p:sp>
        <p:nvSpPr>
          <p:cNvPr id="32" name="Text Placeholder 13">
            <a:extLst>
              <a:ext uri="{FF2B5EF4-FFF2-40B4-BE49-F238E27FC236}">
                <a16:creationId xmlns:a16="http://schemas.microsoft.com/office/drawing/2014/main" id="{85971F4D-8B59-4B3E-9169-64E0EF1BA85F}"/>
              </a:ext>
            </a:extLst>
          </p:cNvPr>
          <p:cNvSpPr>
            <a:spLocks noGrp="1"/>
          </p:cNvSpPr>
          <p:nvPr>
            <p:ph type="body" sz="quarter" idx="17" hasCustomPrompt="1"/>
          </p:nvPr>
        </p:nvSpPr>
        <p:spPr>
          <a:xfrm>
            <a:off x="4563664" y="3893330"/>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a:t>click to edit</a:t>
            </a:r>
          </a:p>
        </p:txBody>
      </p:sp>
      <p:sp>
        <p:nvSpPr>
          <p:cNvPr id="33" name="Text Placeholder 13">
            <a:extLst>
              <a:ext uri="{FF2B5EF4-FFF2-40B4-BE49-F238E27FC236}">
                <a16:creationId xmlns:a16="http://schemas.microsoft.com/office/drawing/2014/main" id="{90B19777-E2ED-419C-B486-857117FD081B}"/>
              </a:ext>
            </a:extLst>
          </p:cNvPr>
          <p:cNvSpPr>
            <a:spLocks noGrp="1"/>
          </p:cNvSpPr>
          <p:nvPr>
            <p:ph type="body" sz="quarter" idx="18" hasCustomPrompt="1"/>
          </p:nvPr>
        </p:nvSpPr>
        <p:spPr>
          <a:xfrm>
            <a:off x="8539138"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a:t>click to edit</a:t>
            </a:r>
          </a:p>
        </p:txBody>
      </p:sp>
      <p:sp>
        <p:nvSpPr>
          <p:cNvPr id="34" name="Online Image Placeholder 33">
            <a:extLst>
              <a:ext uri="{FF2B5EF4-FFF2-40B4-BE49-F238E27FC236}">
                <a16:creationId xmlns:a16="http://schemas.microsoft.com/office/drawing/2014/main" id="{1A58EB44-F532-4998-B316-61C738C37BF5}"/>
              </a:ext>
            </a:extLst>
          </p:cNvPr>
          <p:cNvSpPr>
            <a:spLocks noGrp="1"/>
          </p:cNvSpPr>
          <p:nvPr>
            <p:ph type="clipArt" sz="quarter" idx="19" hasCustomPrompt="1"/>
          </p:nvPr>
        </p:nvSpPr>
        <p:spPr>
          <a:xfrm>
            <a:off x="1754768" y="3098985"/>
            <a:ext cx="731520" cy="731520"/>
          </a:xfrm>
        </p:spPr>
        <p:txBody>
          <a:bodyPr>
            <a:noAutofit/>
          </a:bodyPr>
          <a:lstStyle>
            <a:lvl1pPr marL="0" indent="0">
              <a:buNone/>
              <a:defRPr/>
            </a:lvl1pPr>
          </a:lstStyle>
          <a:p>
            <a:r>
              <a:rPr lang="en-US"/>
              <a:t>Icon</a:t>
            </a:r>
          </a:p>
        </p:txBody>
      </p:sp>
      <p:sp>
        <p:nvSpPr>
          <p:cNvPr id="35" name="Online Image Placeholder 33">
            <a:extLst>
              <a:ext uri="{FF2B5EF4-FFF2-40B4-BE49-F238E27FC236}">
                <a16:creationId xmlns:a16="http://schemas.microsoft.com/office/drawing/2014/main" id="{33763C3C-3545-40BD-9B2C-DC4C0E4CE819}"/>
              </a:ext>
            </a:extLst>
          </p:cNvPr>
          <p:cNvSpPr>
            <a:spLocks noGrp="1"/>
          </p:cNvSpPr>
          <p:nvPr>
            <p:ph type="clipArt" sz="quarter" idx="20" hasCustomPrompt="1"/>
          </p:nvPr>
        </p:nvSpPr>
        <p:spPr>
          <a:xfrm>
            <a:off x="5730240" y="3098985"/>
            <a:ext cx="731520" cy="731520"/>
          </a:xfrm>
        </p:spPr>
        <p:txBody>
          <a:bodyPr>
            <a:noAutofit/>
          </a:bodyPr>
          <a:lstStyle>
            <a:lvl1pPr marL="0" indent="0">
              <a:buNone/>
              <a:defRPr/>
            </a:lvl1pPr>
          </a:lstStyle>
          <a:p>
            <a:r>
              <a:rPr lang="en-US"/>
              <a:t>Icon</a:t>
            </a:r>
          </a:p>
        </p:txBody>
      </p:sp>
      <p:sp>
        <p:nvSpPr>
          <p:cNvPr id="36" name="Online Image Placeholder 33">
            <a:extLst>
              <a:ext uri="{FF2B5EF4-FFF2-40B4-BE49-F238E27FC236}">
                <a16:creationId xmlns:a16="http://schemas.microsoft.com/office/drawing/2014/main" id="{1C5D3777-17F3-4225-8C52-2EF1DB4FD54A}"/>
              </a:ext>
            </a:extLst>
          </p:cNvPr>
          <p:cNvSpPr>
            <a:spLocks noGrp="1"/>
          </p:cNvSpPr>
          <p:nvPr>
            <p:ph type="clipArt" sz="quarter" idx="21" hasCustomPrompt="1"/>
          </p:nvPr>
        </p:nvSpPr>
        <p:spPr>
          <a:xfrm>
            <a:off x="9705712" y="3098985"/>
            <a:ext cx="731520" cy="731520"/>
          </a:xfrm>
        </p:spPr>
        <p:txBody>
          <a:bodyPr>
            <a:noAutofit/>
          </a:bodyPr>
          <a:lstStyle>
            <a:lvl1pPr marL="0" indent="0">
              <a:buNone/>
              <a:defRPr/>
            </a:lvl1pPr>
          </a:lstStyle>
          <a:p>
            <a:r>
              <a:rPr lang="en-US"/>
              <a:t>Icon</a:t>
            </a:r>
          </a:p>
        </p:txBody>
      </p:sp>
    </p:spTree>
    <p:extLst>
      <p:ext uri="{BB962C8B-B14F-4D97-AF65-F5344CB8AC3E}">
        <p14:creationId xmlns:p14="http://schemas.microsoft.com/office/powerpoint/2010/main" val="3173740392"/>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3227223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05F96C-D634-4A69-95EC-3D002BD68752}"/>
              </a:ext>
            </a:extLst>
          </p:cNvPr>
          <p:cNvSpPr>
            <a:spLocks noGrp="1"/>
          </p:cNvSpPr>
          <p:nvPr>
            <p:ph type="title"/>
          </p:nvPr>
        </p:nvSpPr>
        <p:spPr>
          <a:xfrm>
            <a:off x="594519" y="365125"/>
            <a:ext cx="11002962" cy="823913"/>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a:extLst>
              <a:ext uri="{FF2B5EF4-FFF2-40B4-BE49-F238E27FC236}">
                <a16:creationId xmlns:a16="http://schemas.microsoft.com/office/drawing/2014/main" id="{37757E98-D0FB-43E3-98BC-711F6A2F5372}"/>
              </a:ext>
            </a:extLst>
          </p:cNvPr>
          <p:cNvSpPr>
            <a:spLocks noGrp="1"/>
          </p:cNvSpPr>
          <p:nvPr>
            <p:ph type="body" idx="1"/>
          </p:nvPr>
        </p:nvSpPr>
        <p:spPr>
          <a:xfrm>
            <a:off x="594519" y="1365813"/>
            <a:ext cx="10989920" cy="481115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FA65B72-2E86-4BA3-94F2-3ADFA40B7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Add a footer</a:t>
            </a:r>
          </a:p>
        </p:txBody>
      </p:sp>
      <p:sp>
        <p:nvSpPr>
          <p:cNvPr id="6" name="Slide Number Placeholder 5">
            <a:extLst>
              <a:ext uri="{FF2B5EF4-FFF2-40B4-BE49-F238E27FC236}">
                <a16:creationId xmlns:a16="http://schemas.microsoft.com/office/drawing/2014/main" id="{73C1F3FD-3DB9-46B7-85E1-E8B8878A401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a:p>
        </p:txBody>
      </p:sp>
    </p:spTree>
    <p:extLst>
      <p:ext uri="{BB962C8B-B14F-4D97-AF65-F5344CB8AC3E}">
        <p14:creationId xmlns:p14="http://schemas.microsoft.com/office/powerpoint/2010/main" val="69282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1" r:id="rId3"/>
    <p:sldLayoutId id="2147483651" r:id="rId4"/>
    <p:sldLayoutId id="2147483660" r:id="rId5"/>
    <p:sldLayoutId id="2147483677" r:id="rId6"/>
    <p:sldLayoutId id="2147483666" r:id="rId7"/>
    <p:sldLayoutId id="2147483679" r:id="rId8"/>
    <p:sldLayoutId id="2147483653" r:id="rId9"/>
    <p:sldLayoutId id="2147483678" r:id="rId10"/>
    <p:sldLayoutId id="2147483680" r:id="rId11"/>
    <p:sldLayoutId id="2147483681" r:id="rId12"/>
  </p:sldLayoutIdLst>
  <p:hf hdr="0" ftr="0" dt="0"/>
  <p:txStyles>
    <p:titleStyle>
      <a:lvl1pPr algn="ctr" defTabSz="914400" rtl="0" eaLnBrk="1" latinLnBrk="0" hangingPunct="1">
        <a:lnSpc>
          <a:spcPct val="10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hyperlink" Target="https://creativecommons.org/licenses/by/3.0/" TargetMode="External"/><Relationship Id="rId4" Type="http://schemas.openxmlformats.org/officeDocument/2006/relationships/hyperlink" Target="https://www.solaresearch.org/2019/12/journal-of-learning-analytics-jla-volume-6-issue-3-now-available/"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seekme94/solidity-smart-contracts" TargetMode="External"/><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hyperlink" Target="https://blog.uniswap.org/v4-bug-bounty" TargetMode="External"/><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8" Type="http://schemas.openxmlformats.org/officeDocument/2006/relationships/image" Target="../media/image10.png"/><Relationship Id="rId3" Type="http://schemas.microsoft.com/office/2007/relationships/hdphoto" Target="../media/hdphoto1.wdp"/><Relationship Id="rId7"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Layout" Target="../slideLayouts/slideLayout11.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 Id="rId9" Type="http://schemas.openxmlformats.org/officeDocument/2006/relationships/image" Target="../media/image1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abstract image">
            <a:extLst>
              <a:ext uri="{FF2B5EF4-FFF2-40B4-BE49-F238E27FC236}">
                <a16:creationId xmlns:a16="http://schemas.microsoft.com/office/drawing/2014/main" id="{9AB29DBC-55D3-49D9-BB44-4936739C4B57}"/>
              </a:ext>
            </a:extLst>
          </p:cNvPr>
          <p:cNvPicPr>
            <a:picLocks noGrp="1" noChangeAspect="1"/>
          </p:cNvPicPr>
          <p:nvPr>
            <p:ph type="pic" sz="quarter" idx="10"/>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a:stretch/>
        </p:blipFill>
        <p:spPr/>
      </p:pic>
      <p:sp>
        <p:nvSpPr>
          <p:cNvPr id="9" name="Title 8">
            <a:extLst>
              <a:ext uri="{FF2B5EF4-FFF2-40B4-BE49-F238E27FC236}">
                <a16:creationId xmlns:a16="http://schemas.microsoft.com/office/drawing/2014/main" id="{79DC1498-E692-42BA-B69F-6D37E6CFACA0}"/>
              </a:ext>
            </a:extLst>
          </p:cNvPr>
          <p:cNvSpPr>
            <a:spLocks noGrp="1"/>
          </p:cNvSpPr>
          <p:nvPr>
            <p:ph type="title"/>
          </p:nvPr>
        </p:nvSpPr>
        <p:spPr>
          <a:xfrm>
            <a:off x="350837" y="1477926"/>
            <a:ext cx="11525730" cy="2307265"/>
          </a:xfrm>
        </p:spPr>
        <p:txBody>
          <a:bodyPr/>
          <a:lstStyle/>
          <a:p>
            <a:r>
              <a:rPr lang="en-US" sz="5400" b="1"/>
              <a:t>DECENTRALIZED APPLICATION DEVELOPMENT (119389)</a:t>
            </a:r>
          </a:p>
        </p:txBody>
      </p:sp>
      <p:sp>
        <p:nvSpPr>
          <p:cNvPr id="3" name="Text Placeholder 2">
            <a:extLst>
              <a:ext uri="{FF2B5EF4-FFF2-40B4-BE49-F238E27FC236}">
                <a16:creationId xmlns:a16="http://schemas.microsoft.com/office/drawing/2014/main" id="{C0AE828D-1E63-455F-949D-0C5454A7FE88}"/>
              </a:ext>
            </a:extLst>
          </p:cNvPr>
          <p:cNvSpPr>
            <a:spLocks noGrp="1"/>
          </p:cNvSpPr>
          <p:nvPr>
            <p:ph type="body" sz="quarter" idx="12"/>
          </p:nvPr>
        </p:nvSpPr>
        <p:spPr>
          <a:xfrm>
            <a:off x="350837" y="5699050"/>
            <a:ext cx="11525730" cy="1073889"/>
          </a:xfrm>
        </p:spPr>
        <p:txBody>
          <a:bodyPr/>
          <a:lstStyle/>
          <a:p>
            <a:r>
              <a:rPr lang="en-US" sz="2000"/>
              <a:t>Dr. Owais Hussain</a:t>
            </a:r>
          </a:p>
        </p:txBody>
      </p:sp>
    </p:spTree>
    <p:extLst>
      <p:ext uri="{BB962C8B-B14F-4D97-AF65-F5344CB8AC3E}">
        <p14:creationId xmlns:p14="http://schemas.microsoft.com/office/powerpoint/2010/main" val="146856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FBEDCE-5383-1208-7AFA-E1B4E6864299}"/>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578B630D-7F47-7B9B-1325-ECF04CBB05CB}"/>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ECA46E26-E810-AC72-865E-C7F83B7C7A71}"/>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548CA666-A23A-CE53-6E28-246E99F1BDFB}"/>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Quiz 3 (30 minutes)</a:t>
            </a:r>
          </a:p>
        </p:txBody>
      </p:sp>
      <p:sp>
        <p:nvSpPr>
          <p:cNvPr id="216" name="Rectangle 215">
            <a:extLst>
              <a:ext uri="{FF2B5EF4-FFF2-40B4-BE49-F238E27FC236}">
                <a16:creationId xmlns:a16="http://schemas.microsoft.com/office/drawing/2014/main" id="{26C6A3A0-A3C4-CD34-DACD-1F92AB1C5039}"/>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0071BBEE-CA76-AE94-091D-9F8423F21989}"/>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3" name="Content Placeholder 2">
            <a:extLst>
              <a:ext uri="{FF2B5EF4-FFF2-40B4-BE49-F238E27FC236}">
                <a16:creationId xmlns:a16="http://schemas.microsoft.com/office/drawing/2014/main" id="{398539B5-7FE7-1C88-D722-FF3D905F4217}"/>
              </a:ext>
            </a:extLst>
          </p:cNvPr>
          <p:cNvSpPr txBox="1">
            <a:spLocks/>
          </p:cNvSpPr>
          <p:nvPr/>
        </p:nvSpPr>
        <p:spPr>
          <a:xfrm>
            <a:off x="220384" y="1532587"/>
            <a:ext cx="11743016" cy="4887878"/>
          </a:xfrm>
          <a:prstGeom prst="rect">
            <a:avLst/>
          </a:prstGeom>
        </p:spPr>
        <p:txBody>
          <a:bodyPr>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400" dirty="0"/>
              <a:t>An Autonomous Market Maker keeps stocks of 3 car manufacturers: Audi, BYD, Changan</a:t>
            </a:r>
          </a:p>
          <a:p>
            <a:pPr>
              <a:lnSpc>
                <a:spcPct val="100000"/>
              </a:lnSpc>
              <a:buFont typeface="Wingdings" panose="05000000000000000000" pitchFamily="2" charset="2"/>
              <a:buChar char="§"/>
            </a:pPr>
            <a:r>
              <a:rPr lang="en-GB" sz="3400" dirty="0"/>
              <a:t>The stocks initiated with a constant liquidity of 100 shares of each, but with different real-world value:</a:t>
            </a:r>
          </a:p>
          <a:p>
            <a:pPr>
              <a:lnSpc>
                <a:spcPct val="100000"/>
              </a:lnSpc>
              <a:buFont typeface="Wingdings" panose="05000000000000000000" pitchFamily="2" charset="2"/>
              <a:buChar char="§"/>
            </a:pPr>
            <a:r>
              <a:rPr lang="en-GB" sz="3400" dirty="0"/>
              <a:t>Audi: $70/share; BYD: $13; Changan: $12</a:t>
            </a:r>
          </a:p>
          <a:p>
            <a:pPr>
              <a:lnSpc>
                <a:spcPct val="100000"/>
              </a:lnSpc>
              <a:buFont typeface="Wingdings" panose="05000000000000000000" pitchFamily="2" charset="2"/>
              <a:buChar char="§"/>
            </a:pPr>
            <a:r>
              <a:rPr lang="en-GB" sz="3400" dirty="0"/>
              <a:t>A Trader sells 8 shares of Audi in exchange for Changan shares.</a:t>
            </a:r>
          </a:p>
          <a:p>
            <a:pPr>
              <a:lnSpc>
                <a:spcPct val="100000"/>
              </a:lnSpc>
              <a:buFont typeface="Wingdings" panose="05000000000000000000" pitchFamily="2" charset="2"/>
              <a:buChar char="§"/>
            </a:pPr>
            <a:r>
              <a:rPr lang="en-GB" sz="3400" dirty="0"/>
              <a:t>He then sells 15 shares of BYD in exchange for Changan shares.</a:t>
            </a:r>
          </a:p>
          <a:p>
            <a:pPr>
              <a:lnSpc>
                <a:spcPct val="100000"/>
              </a:lnSpc>
              <a:buFont typeface="Wingdings" panose="05000000000000000000" pitchFamily="2" charset="2"/>
              <a:buChar char="§"/>
            </a:pPr>
            <a:r>
              <a:rPr lang="en-GB" sz="3400" dirty="0"/>
              <a:t>After these trades, how many Changan shares will he have received.</a:t>
            </a:r>
          </a:p>
          <a:p>
            <a:pPr marL="0" indent="0" algn="ctr">
              <a:lnSpc>
                <a:spcPct val="100000"/>
              </a:lnSpc>
              <a:buNone/>
            </a:pPr>
            <a:r>
              <a:rPr lang="en-GB" sz="3400" i="1" dirty="0"/>
              <a:t>Note! You can use spot price, balancer mean formula, Uniswap equation, or a curve equation. Your choice!</a:t>
            </a:r>
          </a:p>
        </p:txBody>
      </p:sp>
    </p:spTree>
    <p:extLst>
      <p:ext uri="{BB962C8B-B14F-4D97-AF65-F5344CB8AC3E}">
        <p14:creationId xmlns:p14="http://schemas.microsoft.com/office/powerpoint/2010/main" val="396765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A87B3-0A27-4EE9-979E-B69581E476F0}"/>
              </a:ext>
            </a:extLst>
          </p:cNvPr>
          <p:cNvSpPr>
            <a:spLocks noGrp="1"/>
          </p:cNvSpPr>
          <p:nvPr>
            <p:ph type="title"/>
          </p:nvPr>
        </p:nvSpPr>
        <p:spPr/>
        <p:txBody>
          <a:bodyPr/>
          <a:lstStyle/>
          <a:p>
            <a:r>
              <a:rPr lang="en-US"/>
              <a:t>Agenda</a:t>
            </a:r>
          </a:p>
        </p:txBody>
      </p:sp>
      <p:pic>
        <p:nvPicPr>
          <p:cNvPr id="8" name="Picture Placeholder 7">
            <a:extLst>
              <a:ext uri="{FF2B5EF4-FFF2-40B4-BE49-F238E27FC236}">
                <a16:creationId xmlns:a16="http://schemas.microsoft.com/office/drawing/2014/main" id="{BB76F5AB-0940-46E1-85F9-6A870D7D04C9}"/>
              </a:ext>
            </a:extLst>
          </p:cNvPr>
          <p:cNvPicPr>
            <a:picLocks noGrp="1" noChangeAspect="1"/>
          </p:cNvPicPr>
          <p:nvPr>
            <p:ph type="pic" sz="quarter" idx="13"/>
          </p:nvPr>
        </p:nvPicPr>
        <p:blipFill>
          <a:blip r:embed="rId3">
            <a:extLst>
              <a:ext uri="{837473B0-CC2E-450A-ABE3-18F120FF3D39}">
                <a1611:picAttrSrcUrl xmlns:a1611="http://schemas.microsoft.com/office/drawing/2016/11/main" r:id="rId4"/>
              </a:ext>
            </a:extLst>
          </a:blip>
          <a:srcRect l="7684" r="33028"/>
          <a:stretch>
            <a:fillRect/>
          </a:stretch>
        </p:blipFill>
        <p:spPr>
          <a:xfrm>
            <a:off x="0" y="0"/>
            <a:ext cx="6096000" cy="6858000"/>
          </a:xfrm>
        </p:spPr>
      </p:pic>
      <p:sp>
        <p:nvSpPr>
          <p:cNvPr id="6" name="Text Placeholder 5">
            <a:extLst>
              <a:ext uri="{FF2B5EF4-FFF2-40B4-BE49-F238E27FC236}">
                <a16:creationId xmlns:a16="http://schemas.microsoft.com/office/drawing/2014/main" id="{F3C89A40-EEAA-43AB-9A3A-B2CFDE450F1B}"/>
              </a:ext>
            </a:extLst>
          </p:cNvPr>
          <p:cNvSpPr>
            <a:spLocks noGrp="1"/>
          </p:cNvSpPr>
          <p:nvPr>
            <p:ph type="body" sz="quarter" idx="15"/>
          </p:nvPr>
        </p:nvSpPr>
        <p:spPr>
          <a:xfrm>
            <a:off x="7068819" y="2078874"/>
            <a:ext cx="4114800" cy="4136198"/>
          </a:xfrm>
        </p:spPr>
        <p:txBody>
          <a:bodyPr/>
          <a:lstStyle/>
          <a:p>
            <a:r>
              <a:rPr lang="en-US" dirty="0"/>
              <a:t>Recap</a:t>
            </a:r>
          </a:p>
          <a:p>
            <a:r>
              <a:rPr lang="en-US" dirty="0"/>
              <a:t>Trustless Systems</a:t>
            </a:r>
          </a:p>
          <a:p>
            <a:r>
              <a:rPr lang="en-US" dirty="0"/>
              <a:t>Multi-sig Wallets</a:t>
            </a:r>
          </a:p>
          <a:p>
            <a:r>
              <a:rPr lang="en-US" dirty="0"/>
              <a:t>Smart-contract security</a:t>
            </a:r>
          </a:p>
          <a:p>
            <a:r>
              <a:rPr lang="en-US" dirty="0"/>
              <a:t>MEVs and Slippage</a:t>
            </a:r>
          </a:p>
          <a:p>
            <a:r>
              <a:rPr lang="en-US" dirty="0"/>
              <a:t>Sybil Attacks</a:t>
            </a:r>
          </a:p>
          <a:p>
            <a:r>
              <a:rPr lang="en-US" dirty="0"/>
              <a:t>Audit and Verification</a:t>
            </a:r>
          </a:p>
          <a:p>
            <a:r>
              <a:rPr lang="en-US" dirty="0"/>
              <a:t>Activity</a:t>
            </a:r>
          </a:p>
        </p:txBody>
      </p:sp>
      <p:sp>
        <p:nvSpPr>
          <p:cNvPr id="7" name="Slide Number Placeholder 6">
            <a:extLst>
              <a:ext uri="{FF2B5EF4-FFF2-40B4-BE49-F238E27FC236}">
                <a16:creationId xmlns:a16="http://schemas.microsoft.com/office/drawing/2014/main" id="{F29F8048-1E86-48F4-B246-D2F8C54B7EB1}"/>
              </a:ext>
            </a:extLst>
          </p:cNvPr>
          <p:cNvSpPr>
            <a:spLocks noGrp="1"/>
          </p:cNvSpPr>
          <p:nvPr>
            <p:ph type="sldNum" sz="quarter" idx="12"/>
          </p:nvPr>
        </p:nvSpPr>
        <p:spPr/>
        <p:txBody>
          <a:bodyPr/>
          <a:lstStyle/>
          <a:p>
            <a:fld id="{8C2E478F-E849-4A8C-AF1F-CBCC78A7CBFA}" type="slidenum">
              <a:rPr lang="en-US" smtClean="0"/>
              <a:pPr/>
              <a:t>3</a:t>
            </a:fld>
            <a:endParaRPr lang="en-US"/>
          </a:p>
        </p:txBody>
      </p:sp>
      <p:sp>
        <p:nvSpPr>
          <p:cNvPr id="4" name="TextBox 3">
            <a:extLst>
              <a:ext uri="{FF2B5EF4-FFF2-40B4-BE49-F238E27FC236}">
                <a16:creationId xmlns:a16="http://schemas.microsoft.com/office/drawing/2014/main" id="{D45FA580-2511-43FF-99FF-4AD8C9598CD1}"/>
              </a:ext>
            </a:extLst>
          </p:cNvPr>
          <p:cNvSpPr txBox="1"/>
          <p:nvPr/>
        </p:nvSpPr>
        <p:spPr>
          <a:xfrm>
            <a:off x="0" y="6858000"/>
            <a:ext cx="6096000" cy="230832"/>
          </a:xfrm>
          <a:prstGeom prst="rect">
            <a:avLst/>
          </a:prstGeom>
          <a:noFill/>
        </p:spPr>
        <p:txBody>
          <a:bodyPr wrap="square" rtlCol="0">
            <a:spAutoFit/>
          </a:bodyPr>
          <a:lstStyle/>
          <a:p>
            <a:r>
              <a:rPr lang="en-PK" sz="900">
                <a:hlinkClick r:id="rId4" tooltip="https://www.solaresearch.org/2019/12/journal-of-learning-analytics-jla-volume-6-issue-3-now-available/"/>
              </a:rPr>
              <a:t>This Photo</a:t>
            </a:r>
            <a:r>
              <a:rPr lang="en-PK" sz="900"/>
              <a:t> by Unknown Author is licensed under </a:t>
            </a:r>
            <a:r>
              <a:rPr lang="en-PK" sz="900">
                <a:hlinkClick r:id="rId5" tooltip="https://creativecommons.org/licenses/by/3.0/"/>
              </a:rPr>
              <a:t>CC BY</a:t>
            </a:r>
            <a:endParaRPr lang="en-PK" sz="900"/>
          </a:p>
        </p:txBody>
      </p:sp>
    </p:spTree>
    <p:extLst>
      <p:ext uri="{BB962C8B-B14F-4D97-AF65-F5344CB8AC3E}">
        <p14:creationId xmlns:p14="http://schemas.microsoft.com/office/powerpoint/2010/main" val="16490989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9D714-8AA7-1031-916E-96C5F8C6CC59}"/>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D439F561-221C-4717-5A02-4B68CA6E5769}"/>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1F597EE9-8CA1-A2AC-BCE4-37EEEA2FD7E1}"/>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53ADDF1F-53BF-BF04-6755-3D4B0474A437}"/>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Recap</a:t>
            </a:r>
          </a:p>
        </p:txBody>
      </p:sp>
      <p:sp>
        <p:nvSpPr>
          <p:cNvPr id="216" name="Rectangle 215">
            <a:extLst>
              <a:ext uri="{FF2B5EF4-FFF2-40B4-BE49-F238E27FC236}">
                <a16:creationId xmlns:a16="http://schemas.microsoft.com/office/drawing/2014/main" id="{28D9EEC2-B0E5-971B-2F7B-F18A179C9496}"/>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764937B0-3EF6-3D49-3904-B52382123FE9}"/>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3" name="Content Placeholder 2">
            <a:extLst>
              <a:ext uri="{FF2B5EF4-FFF2-40B4-BE49-F238E27FC236}">
                <a16:creationId xmlns:a16="http://schemas.microsoft.com/office/drawing/2014/main" id="{6AC14122-E486-7AFB-C42F-6774F29A59FE}"/>
              </a:ext>
            </a:extLst>
          </p:cNvPr>
          <p:cNvSpPr txBox="1">
            <a:spLocks/>
          </p:cNvSpPr>
          <p:nvPr/>
        </p:nvSpPr>
        <p:spPr>
          <a:xfrm>
            <a:off x="220384" y="1532587"/>
            <a:ext cx="117430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400" dirty="0"/>
              <a:t>We studied various aspects of Decentralized Finance.</a:t>
            </a:r>
          </a:p>
          <a:p>
            <a:pPr>
              <a:lnSpc>
                <a:spcPct val="100000"/>
              </a:lnSpc>
              <a:buFont typeface="Wingdings" panose="05000000000000000000" pitchFamily="2" charset="2"/>
              <a:buChar char="§"/>
            </a:pPr>
            <a:r>
              <a:rPr lang="en-GB" sz="3400" dirty="0"/>
              <a:t>We studied the concepts of Centralized and Decentralized exchanges and role of Stablecoins.</a:t>
            </a:r>
          </a:p>
          <a:p>
            <a:pPr>
              <a:lnSpc>
                <a:spcPct val="100000"/>
              </a:lnSpc>
              <a:buFont typeface="Wingdings" panose="05000000000000000000" pitchFamily="2" charset="2"/>
              <a:buChar char="§"/>
            </a:pPr>
            <a:r>
              <a:rPr lang="en-GB" sz="3400" dirty="0"/>
              <a:t>We examined how Market Makers work.</a:t>
            </a:r>
          </a:p>
          <a:p>
            <a:pPr>
              <a:lnSpc>
                <a:spcPct val="100000"/>
              </a:lnSpc>
              <a:buFont typeface="Wingdings" panose="05000000000000000000" pitchFamily="2" charset="2"/>
              <a:buChar char="§"/>
            </a:pPr>
            <a:r>
              <a:rPr lang="en-GB" sz="3400" dirty="0"/>
              <a:t>We briefly talked about Decentralized Autonomous Systems.</a:t>
            </a:r>
          </a:p>
          <a:p>
            <a:pPr>
              <a:lnSpc>
                <a:spcPct val="100000"/>
              </a:lnSpc>
              <a:buFont typeface="Wingdings" panose="05000000000000000000" pitchFamily="2" charset="2"/>
              <a:buChar char="§"/>
            </a:pPr>
            <a:r>
              <a:rPr lang="en-GB" sz="3400" dirty="0"/>
              <a:t>We touched base on various types of Ethereum ERC tokens.</a:t>
            </a:r>
          </a:p>
          <a:p>
            <a:pPr>
              <a:lnSpc>
                <a:spcPct val="100000"/>
              </a:lnSpc>
              <a:buFont typeface="Wingdings" panose="05000000000000000000" pitchFamily="2" charset="2"/>
              <a:buChar char="§"/>
            </a:pPr>
            <a:r>
              <a:rPr lang="en-GB" sz="3400" dirty="0"/>
              <a:t>Today, we explore the risks and threats that exist in the world of Web 3.</a:t>
            </a:r>
          </a:p>
        </p:txBody>
      </p:sp>
    </p:spTree>
    <p:extLst>
      <p:ext uri="{BB962C8B-B14F-4D97-AF65-F5344CB8AC3E}">
        <p14:creationId xmlns:p14="http://schemas.microsoft.com/office/powerpoint/2010/main" val="4050993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E681D-F937-A834-0A30-FE86D998E88C}"/>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980210AC-BE22-4803-EADC-B08285CB825F}"/>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EFE79C38-915F-ED83-22AE-FC65CDF50B25}"/>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CC46482F-7900-FFF1-CBCD-D39F13DE2E2F}"/>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Trustless Systems</a:t>
            </a:r>
          </a:p>
        </p:txBody>
      </p:sp>
      <p:sp>
        <p:nvSpPr>
          <p:cNvPr id="216" name="Rectangle 215">
            <a:extLst>
              <a:ext uri="{FF2B5EF4-FFF2-40B4-BE49-F238E27FC236}">
                <a16:creationId xmlns:a16="http://schemas.microsoft.com/office/drawing/2014/main" id="{FA1EB8D0-77A6-80A7-D285-CD29D9D9E76E}"/>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C6F9E0B4-D575-0CB5-4227-9B9B59BF7B67}"/>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3" name="Content Placeholder 2">
            <a:extLst>
              <a:ext uri="{FF2B5EF4-FFF2-40B4-BE49-F238E27FC236}">
                <a16:creationId xmlns:a16="http://schemas.microsoft.com/office/drawing/2014/main" id="{077C8483-A918-0FF1-2F74-F1F64E85E628}"/>
              </a:ext>
            </a:extLst>
          </p:cNvPr>
          <p:cNvSpPr txBox="1">
            <a:spLocks/>
          </p:cNvSpPr>
          <p:nvPr/>
        </p:nvSpPr>
        <p:spPr>
          <a:xfrm>
            <a:off x="220384" y="1532587"/>
            <a:ext cx="117430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400" b="1" dirty="0"/>
              <a:t>Security mindset</a:t>
            </a:r>
            <a:r>
              <a:rPr lang="en-GB" sz="3400" dirty="0"/>
              <a:t>: assume hostility by default, i.e. guilty unless proven otherwise.</a:t>
            </a:r>
          </a:p>
          <a:p>
            <a:pPr>
              <a:lnSpc>
                <a:spcPct val="100000"/>
              </a:lnSpc>
              <a:buFont typeface="Wingdings" panose="05000000000000000000" pitchFamily="2" charset="2"/>
              <a:buChar char="§"/>
            </a:pPr>
            <a:r>
              <a:rPr lang="en-GB" sz="3400" b="1" dirty="0"/>
              <a:t>Cryptography foundations</a:t>
            </a:r>
            <a:r>
              <a:rPr lang="en-GB" sz="3400" dirty="0"/>
              <a:t>:</a:t>
            </a:r>
          </a:p>
          <a:p>
            <a:pPr lvl="1">
              <a:lnSpc>
                <a:spcPct val="100000"/>
              </a:lnSpc>
              <a:buFont typeface="Wingdings" panose="05000000000000000000" pitchFamily="2" charset="2"/>
              <a:buChar char="§"/>
            </a:pPr>
            <a:r>
              <a:rPr lang="en-GB" sz="3200" dirty="0"/>
              <a:t>Hashes</a:t>
            </a:r>
          </a:p>
          <a:p>
            <a:pPr lvl="1">
              <a:lnSpc>
                <a:spcPct val="100000"/>
              </a:lnSpc>
              <a:buFont typeface="Wingdings" panose="05000000000000000000" pitchFamily="2" charset="2"/>
              <a:buChar char="§"/>
            </a:pPr>
            <a:r>
              <a:rPr lang="en-GB" sz="3200" dirty="0"/>
              <a:t>Merkle trees</a:t>
            </a:r>
          </a:p>
          <a:p>
            <a:pPr lvl="1">
              <a:lnSpc>
                <a:spcPct val="100000"/>
              </a:lnSpc>
              <a:buFont typeface="Wingdings" panose="05000000000000000000" pitchFamily="2" charset="2"/>
              <a:buChar char="§"/>
            </a:pPr>
            <a:r>
              <a:rPr lang="en-GB" sz="3200" dirty="0"/>
              <a:t>Digital signatures (Elliptic Curve Digital Sign Algorithm)</a:t>
            </a:r>
          </a:p>
          <a:p>
            <a:pPr lvl="1">
              <a:lnSpc>
                <a:spcPct val="100000"/>
              </a:lnSpc>
              <a:buFont typeface="Wingdings" panose="05000000000000000000" pitchFamily="2" charset="2"/>
              <a:buChar char="§"/>
            </a:pPr>
            <a:r>
              <a:rPr lang="en-GB" sz="3200" dirty="0"/>
              <a:t>Randomness (why bias kills lotteries)</a:t>
            </a:r>
          </a:p>
          <a:p>
            <a:pPr lvl="1">
              <a:lnSpc>
                <a:spcPct val="100000"/>
              </a:lnSpc>
              <a:buFont typeface="Wingdings" panose="05000000000000000000" pitchFamily="2" charset="2"/>
              <a:buChar char="§"/>
            </a:pPr>
            <a:r>
              <a:rPr lang="en-GB" sz="3200" dirty="0"/>
              <a:t>Key-derivation (Password Based Key Derivation Function)</a:t>
            </a:r>
          </a:p>
          <a:p>
            <a:pPr>
              <a:lnSpc>
                <a:spcPct val="100000"/>
              </a:lnSpc>
              <a:buFont typeface="Wingdings" panose="05000000000000000000" pitchFamily="2" charset="2"/>
              <a:buChar char="§"/>
            </a:pPr>
            <a:endParaRPr lang="en-GB" sz="3400" dirty="0"/>
          </a:p>
        </p:txBody>
      </p:sp>
    </p:spTree>
    <p:extLst>
      <p:ext uri="{BB962C8B-B14F-4D97-AF65-F5344CB8AC3E}">
        <p14:creationId xmlns:p14="http://schemas.microsoft.com/office/powerpoint/2010/main" val="3709269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6F768-6E5B-D0C4-5935-80E45FAB39F6}"/>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019F6883-9F3E-1851-3DF5-079A044A2EEA}"/>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1E0763E2-3B6B-6BE0-DBD0-6D49BFEFED15}"/>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D0128C46-7215-243C-EB90-6B9BD7C1C7C6}"/>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Trustless Systems</a:t>
            </a:r>
          </a:p>
        </p:txBody>
      </p:sp>
      <p:sp>
        <p:nvSpPr>
          <p:cNvPr id="216" name="Rectangle 215">
            <a:extLst>
              <a:ext uri="{FF2B5EF4-FFF2-40B4-BE49-F238E27FC236}">
                <a16:creationId xmlns:a16="http://schemas.microsoft.com/office/drawing/2014/main" id="{BDFB7A00-9BEF-8D6E-E572-1C515E7367E2}"/>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87CC6949-646C-046A-77FF-243D3C6E846C}"/>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3" name="Content Placeholder 2">
            <a:extLst>
              <a:ext uri="{FF2B5EF4-FFF2-40B4-BE49-F238E27FC236}">
                <a16:creationId xmlns:a16="http://schemas.microsoft.com/office/drawing/2014/main" id="{779FF16E-3D5E-5275-83D4-40DFCE0A632C}"/>
              </a:ext>
            </a:extLst>
          </p:cNvPr>
          <p:cNvSpPr txBox="1">
            <a:spLocks/>
          </p:cNvSpPr>
          <p:nvPr/>
        </p:nvSpPr>
        <p:spPr>
          <a:xfrm>
            <a:off x="220384" y="1532587"/>
            <a:ext cx="7228166" cy="4887878"/>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400" b="1" dirty="0"/>
              <a:t>Wallets</a:t>
            </a:r>
            <a:endParaRPr lang="en-GB" sz="3400" dirty="0"/>
          </a:p>
          <a:p>
            <a:pPr lvl="1">
              <a:lnSpc>
                <a:spcPct val="100000"/>
              </a:lnSpc>
              <a:buFont typeface="Wingdings" panose="05000000000000000000" pitchFamily="2" charset="2"/>
              <a:buChar char="§"/>
            </a:pPr>
            <a:r>
              <a:rPr lang="en-GB" sz="3200" dirty="0"/>
              <a:t>Hot (Custodial/Non-custodial)</a:t>
            </a:r>
          </a:p>
          <a:p>
            <a:pPr lvl="1">
              <a:lnSpc>
                <a:spcPct val="100000"/>
              </a:lnSpc>
              <a:buFont typeface="Wingdings" panose="05000000000000000000" pitchFamily="2" charset="2"/>
              <a:buChar char="§"/>
            </a:pPr>
            <a:r>
              <a:rPr lang="en-GB" sz="3200" dirty="0"/>
              <a:t>Cold (Non-custodial)</a:t>
            </a:r>
          </a:p>
          <a:p>
            <a:pPr lvl="1">
              <a:lnSpc>
                <a:spcPct val="100000"/>
              </a:lnSpc>
              <a:buFont typeface="Wingdings" panose="05000000000000000000" pitchFamily="2" charset="2"/>
              <a:buChar char="§"/>
            </a:pPr>
            <a:r>
              <a:rPr lang="en-GB" sz="3200" dirty="0"/>
              <a:t>Hardware (Non-custodial)</a:t>
            </a:r>
          </a:p>
          <a:p>
            <a:pPr>
              <a:lnSpc>
                <a:spcPct val="100000"/>
              </a:lnSpc>
              <a:buFont typeface="Wingdings" panose="05000000000000000000" pitchFamily="2" charset="2"/>
              <a:buChar char="§"/>
            </a:pPr>
            <a:r>
              <a:rPr lang="en-GB" sz="3400" dirty="0"/>
              <a:t>Real threat: exposure, not hardware/software</a:t>
            </a:r>
          </a:p>
          <a:p>
            <a:pPr>
              <a:lnSpc>
                <a:spcPct val="100000"/>
              </a:lnSpc>
              <a:buFont typeface="Wingdings" panose="05000000000000000000" pitchFamily="2" charset="2"/>
              <a:buChar char="§"/>
            </a:pPr>
            <a:r>
              <a:rPr lang="en-GB" sz="3400" dirty="0"/>
              <a:t>Use a Mix – Cold wallets for holding; Hot wallets for interaction.</a:t>
            </a:r>
          </a:p>
          <a:p>
            <a:pPr>
              <a:lnSpc>
                <a:spcPct val="100000"/>
              </a:lnSpc>
              <a:buFont typeface="Wingdings" panose="05000000000000000000" pitchFamily="2" charset="2"/>
              <a:buChar char="§"/>
            </a:pPr>
            <a:r>
              <a:rPr lang="en-GB" sz="3400" dirty="0"/>
              <a:t>Recovery: any 3</a:t>
            </a:r>
            <a:r>
              <a:rPr lang="en-GB" sz="3400" baseline="30000" dirty="0"/>
              <a:t>rd</a:t>
            </a:r>
            <a:r>
              <a:rPr lang="en-GB" sz="3400" dirty="0"/>
              <a:t> party recovery option eliminates </a:t>
            </a:r>
            <a:r>
              <a:rPr lang="en-GB" sz="3400" dirty="0" err="1"/>
              <a:t>Trustlessness</a:t>
            </a:r>
            <a:r>
              <a:rPr lang="en-GB" sz="3400" dirty="0"/>
              <a:t>.</a:t>
            </a:r>
          </a:p>
        </p:txBody>
      </p:sp>
      <p:pic>
        <p:nvPicPr>
          <p:cNvPr id="4" name="Picture 3">
            <a:extLst>
              <a:ext uri="{FF2B5EF4-FFF2-40B4-BE49-F238E27FC236}">
                <a16:creationId xmlns:a16="http://schemas.microsoft.com/office/drawing/2014/main" id="{D89F01B6-E68A-F680-F1B6-277338DFE0C2}"/>
              </a:ext>
            </a:extLst>
          </p:cNvPr>
          <p:cNvPicPr>
            <a:picLocks noChangeAspect="1"/>
          </p:cNvPicPr>
          <p:nvPr/>
        </p:nvPicPr>
        <p:blipFill>
          <a:blip r:embed="rId3"/>
          <a:stretch>
            <a:fillRect/>
          </a:stretch>
        </p:blipFill>
        <p:spPr>
          <a:xfrm>
            <a:off x="7448550" y="1924050"/>
            <a:ext cx="4514850" cy="3009900"/>
          </a:xfrm>
          <a:prstGeom prst="rect">
            <a:avLst/>
          </a:prstGeom>
        </p:spPr>
      </p:pic>
    </p:spTree>
    <p:extLst>
      <p:ext uri="{BB962C8B-B14F-4D97-AF65-F5344CB8AC3E}">
        <p14:creationId xmlns:p14="http://schemas.microsoft.com/office/powerpoint/2010/main" val="1816589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9EAC8-A064-5E7B-F460-028266E37254}"/>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F99CC5A4-232C-68DC-79F3-D79006AA7D32}"/>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2E37A2AB-E736-214F-DF73-3B058A5091FB}"/>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6A9BC9B5-02D9-EEBE-A015-B5AA69C25FE6}"/>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Multi-sig Wallets</a:t>
            </a:r>
          </a:p>
        </p:txBody>
      </p:sp>
      <p:sp>
        <p:nvSpPr>
          <p:cNvPr id="216" name="Rectangle 215">
            <a:extLst>
              <a:ext uri="{FF2B5EF4-FFF2-40B4-BE49-F238E27FC236}">
                <a16:creationId xmlns:a16="http://schemas.microsoft.com/office/drawing/2014/main" id="{F5504B20-1C8A-FFAB-89A1-D4D7CC9BD33F}"/>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7CD72CD8-4873-C748-6916-A31EF5505588}"/>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45F5F70-6489-3BAF-000C-F7045ED0F10D}"/>
                  </a:ext>
                </a:extLst>
              </p:cNvPr>
              <p:cNvSpPr txBox="1">
                <a:spLocks/>
              </p:cNvSpPr>
              <p:nvPr/>
            </p:nvSpPr>
            <p:spPr>
              <a:xfrm>
                <a:off x="220384" y="1532587"/>
                <a:ext cx="11743016" cy="4887878"/>
              </a:xfrm>
              <a:prstGeom prst="rect">
                <a:avLst/>
              </a:prstGeom>
            </p:spPr>
            <p:txBody>
              <a:bodyPr>
                <a:normAutofit fontScale="925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400" dirty="0"/>
                  <a:t>Multisig requires </a:t>
                </a:r>
                <a14:m>
                  <m:oMath xmlns:m="http://schemas.openxmlformats.org/officeDocument/2006/math">
                    <m:r>
                      <a:rPr lang="en-GB" sz="3400" i="1" dirty="0" smtClean="0">
                        <a:latin typeface="Cambria Math" panose="02040503050406030204" pitchFamily="18" charset="0"/>
                      </a:rPr>
                      <m:t>𝑀</m:t>
                    </m:r>
                  </m:oMath>
                </a14:m>
                <a:r>
                  <a:rPr lang="en-GB" sz="3400" dirty="0"/>
                  <a:t> approvals out of </a:t>
                </a:r>
                <a14:m>
                  <m:oMath xmlns:m="http://schemas.openxmlformats.org/officeDocument/2006/math">
                    <m:r>
                      <a:rPr lang="en-GB" sz="3400" i="1" dirty="0" smtClean="0">
                        <a:latin typeface="Cambria Math" panose="02040503050406030204" pitchFamily="18" charset="0"/>
                      </a:rPr>
                      <m:t>𝑁</m:t>
                    </m:r>
                  </m:oMath>
                </a14:m>
                <a:r>
                  <a:rPr lang="en-GB" sz="3400" dirty="0"/>
                  <a:t> keys to authorize a transaction.</a:t>
                </a:r>
              </a:p>
              <a:p>
                <a:pPr>
                  <a:lnSpc>
                    <a:spcPct val="100000"/>
                  </a:lnSpc>
                  <a:buFont typeface="Wingdings" panose="05000000000000000000" pitchFamily="2" charset="2"/>
                  <a:buChar char="§"/>
                </a:pPr>
                <a:r>
                  <a:rPr lang="en-GB" sz="3400" dirty="0"/>
                  <a:t>Funds are safe even if </a:t>
                </a:r>
                <a14:m>
                  <m:oMath xmlns:m="http://schemas.openxmlformats.org/officeDocument/2006/math">
                    <m:r>
                      <a:rPr lang="en-GB" sz="3400" b="0" i="1" smtClean="0">
                        <a:latin typeface="Cambria Math" panose="02040503050406030204" pitchFamily="18" charset="0"/>
                      </a:rPr>
                      <m:t>𝑀</m:t>
                    </m:r>
                    <m:r>
                      <a:rPr lang="en-GB" sz="3400" b="0" i="1" smtClean="0">
                        <a:latin typeface="Cambria Math" panose="02040503050406030204" pitchFamily="18" charset="0"/>
                      </a:rPr>
                      <m:t>−1</m:t>
                    </m:r>
                  </m:oMath>
                </a14:m>
                <a:r>
                  <a:rPr lang="en-GB" sz="3400" dirty="0"/>
                  <a:t> keys are compromised.</a:t>
                </a:r>
              </a:p>
              <a:p>
                <a:pPr>
                  <a:lnSpc>
                    <a:spcPct val="100000"/>
                  </a:lnSpc>
                  <a:buFont typeface="Wingdings" panose="05000000000000000000" pitchFamily="2" charset="2"/>
                  <a:buChar char="§"/>
                </a:pPr>
                <a:r>
                  <a:rPr lang="en-GB" sz="3400" dirty="0"/>
                  <a:t>This is operational security, not cryptography.</a:t>
                </a:r>
              </a:p>
              <a:p>
                <a:pPr>
                  <a:lnSpc>
                    <a:spcPct val="100000"/>
                  </a:lnSpc>
                  <a:buFont typeface="Wingdings" panose="05000000000000000000" pitchFamily="2" charset="2"/>
                  <a:buChar char="§"/>
                </a:pPr>
                <a:r>
                  <a:rPr lang="en-GB" sz="3400" dirty="0"/>
                  <a:t>Transparent. Anyone can see the policy and signature threshold, which improves auditability.</a:t>
                </a:r>
              </a:p>
              <a:p>
                <a:pPr>
                  <a:lnSpc>
                    <a:spcPct val="100000"/>
                  </a:lnSpc>
                  <a:buFont typeface="Wingdings" panose="05000000000000000000" pitchFamily="2" charset="2"/>
                  <a:buChar char="§"/>
                </a:pPr>
                <a:r>
                  <a:rPr lang="en-GB" sz="3400" dirty="0"/>
                  <a:t>Losing keys can permanently lock funds if the threshold is not reachable.</a:t>
                </a:r>
              </a:p>
              <a:p>
                <a:pPr>
                  <a:lnSpc>
                    <a:spcPct val="100000"/>
                  </a:lnSpc>
                  <a:buFont typeface="Wingdings" panose="05000000000000000000" pitchFamily="2" charset="2"/>
                  <a:buChar char="§"/>
                </a:pPr>
                <a:r>
                  <a:rPr lang="en-GB" sz="3400" dirty="0"/>
                  <a:t>Best for treasuries and DAOs, where delay are features, not bugs.</a:t>
                </a:r>
              </a:p>
            </p:txBody>
          </p:sp>
        </mc:Choice>
        <mc:Fallback xmlns="">
          <p:sp>
            <p:nvSpPr>
              <p:cNvPr id="3" name="Content Placeholder 2">
                <a:extLst>
                  <a:ext uri="{FF2B5EF4-FFF2-40B4-BE49-F238E27FC236}">
                    <a16:creationId xmlns:a16="http://schemas.microsoft.com/office/drawing/2014/main" id="{245F5F70-6489-3BAF-000C-F7045ED0F10D}"/>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1090" t="-1496" r="-1401"/>
                </a:stretch>
              </a:blipFill>
            </p:spPr>
            <p:txBody>
              <a:bodyPr/>
              <a:lstStyle/>
              <a:p>
                <a:r>
                  <a:rPr lang="en-PK">
                    <a:noFill/>
                  </a:rPr>
                  <a:t> </a:t>
                </a:r>
              </a:p>
            </p:txBody>
          </p:sp>
        </mc:Fallback>
      </mc:AlternateContent>
    </p:spTree>
    <p:extLst>
      <p:ext uri="{BB962C8B-B14F-4D97-AF65-F5344CB8AC3E}">
        <p14:creationId xmlns:p14="http://schemas.microsoft.com/office/powerpoint/2010/main" val="3233337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53775-7EA8-E35B-43EF-72B3BE7287FF}"/>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E4FD86E3-772F-B873-4B37-F8262D75D196}"/>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46B0C947-5AFE-4246-1441-DA644F3DDECC}"/>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3CF53D7D-982A-93A9-01DF-B4CFEA44F179}"/>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Multi-sig Wallets</a:t>
            </a:r>
          </a:p>
        </p:txBody>
      </p:sp>
      <p:sp>
        <p:nvSpPr>
          <p:cNvPr id="216" name="Rectangle 215">
            <a:extLst>
              <a:ext uri="{FF2B5EF4-FFF2-40B4-BE49-F238E27FC236}">
                <a16:creationId xmlns:a16="http://schemas.microsoft.com/office/drawing/2014/main" id="{0D39E5ED-14D6-1528-D279-F3E36AB347EB}"/>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0F28040C-0152-7A6C-0218-92615A48C3B3}"/>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399B3BE-D0D5-B020-5E6B-132AA948C316}"/>
                  </a:ext>
                </a:extLst>
              </p:cNvPr>
              <p:cNvSpPr txBox="1">
                <a:spLocks/>
              </p:cNvSpPr>
              <p:nvPr/>
            </p:nvSpPr>
            <p:spPr>
              <a:xfrm>
                <a:off x="220384" y="1532587"/>
                <a:ext cx="11743016" cy="4887878"/>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400" dirty="0"/>
                  <a:t>A working example of  </a:t>
                </a:r>
                <a14:m>
                  <m:oMath xmlns:m="http://schemas.openxmlformats.org/officeDocument/2006/math">
                    <m:r>
                      <a:rPr lang="en-GB" sz="3400" i="1" dirty="0" smtClean="0">
                        <a:latin typeface="Cambria Math" panose="02040503050406030204" pitchFamily="18" charset="0"/>
                      </a:rPr>
                      <m:t>𝑀</m:t>
                    </m:r>
                  </m:oMath>
                </a14:m>
                <a:r>
                  <a:rPr lang="en-GB" sz="3400" dirty="0"/>
                  <a:t> of </a:t>
                </a:r>
                <a14:m>
                  <m:oMath xmlns:m="http://schemas.openxmlformats.org/officeDocument/2006/math">
                    <m:r>
                      <a:rPr lang="en-GB" sz="3400" i="1" dirty="0" smtClean="0">
                        <a:latin typeface="Cambria Math" panose="02040503050406030204" pitchFamily="18" charset="0"/>
                      </a:rPr>
                      <m:t>𝑁</m:t>
                    </m:r>
                  </m:oMath>
                </a14:m>
                <a:r>
                  <a:rPr lang="en-GB" sz="3400" dirty="0"/>
                  <a:t> </a:t>
                </a:r>
                <a:r>
                  <a:rPr lang="en-GB" sz="3400" dirty="0" err="1"/>
                  <a:t>Multisig</a:t>
                </a:r>
                <a:r>
                  <a:rPr lang="en-GB" sz="3400" dirty="0"/>
                  <a:t> Wallet</a:t>
                </a:r>
              </a:p>
              <a:p>
                <a:pPr>
                  <a:lnSpc>
                    <a:spcPct val="100000"/>
                  </a:lnSpc>
                  <a:buFont typeface="Wingdings" panose="05000000000000000000" pitchFamily="2" charset="2"/>
                  <a:buChar char="§"/>
                </a:pPr>
                <a:r>
                  <a:rPr lang="en-GB" sz="3400" dirty="0"/>
                  <a:t>Visit: </a:t>
                </a:r>
                <a:r>
                  <a:rPr lang="en-GB" sz="3400" dirty="0">
                    <a:hlinkClick r:id="rId3"/>
                  </a:rPr>
                  <a:t>https://github.com/seekme94/solidity-smart-contracts</a:t>
                </a:r>
                <a:endParaRPr lang="en-GB" sz="3400" dirty="0"/>
              </a:p>
              <a:p>
                <a:pPr>
                  <a:lnSpc>
                    <a:spcPct val="100000"/>
                  </a:lnSpc>
                  <a:buFont typeface="Wingdings" panose="05000000000000000000" pitchFamily="2" charset="2"/>
                  <a:buChar char="§"/>
                </a:pPr>
                <a:r>
                  <a:rPr lang="en-GB" sz="3400" dirty="0"/>
                  <a:t>Navigate to /contracts/</a:t>
                </a:r>
                <a:r>
                  <a:rPr lang="en-GB" sz="3400" dirty="0" err="1"/>
                  <a:t>Multisig.sol</a:t>
                </a:r>
                <a:endParaRPr lang="en-GB" sz="3400" dirty="0"/>
              </a:p>
              <a:p>
                <a:pPr>
                  <a:lnSpc>
                    <a:spcPct val="100000"/>
                  </a:lnSpc>
                  <a:buFont typeface="Wingdings" panose="05000000000000000000" pitchFamily="2" charset="2"/>
                  <a:buChar char="§"/>
                </a:pPr>
                <a:r>
                  <a:rPr lang="en-GB" sz="3400" dirty="0"/>
                  <a:t>Open on Remix.</a:t>
                </a:r>
              </a:p>
              <a:p>
                <a:pPr>
                  <a:lnSpc>
                    <a:spcPct val="100000"/>
                  </a:lnSpc>
                  <a:buFont typeface="Wingdings" panose="05000000000000000000" pitchFamily="2" charset="2"/>
                  <a:buChar char="§"/>
                </a:pPr>
                <a:r>
                  <a:rPr lang="en-GB" sz="3400" dirty="0"/>
                  <a:t>The contract allows 3 operations:</a:t>
                </a:r>
              </a:p>
              <a:p>
                <a:pPr lvl="1">
                  <a:lnSpc>
                    <a:spcPct val="100000"/>
                  </a:lnSpc>
                  <a:buFont typeface="Wingdings" panose="05000000000000000000" pitchFamily="2" charset="2"/>
                  <a:buChar char="§"/>
                </a:pPr>
                <a:r>
                  <a:rPr lang="en-GB" sz="3200" dirty="0"/>
                  <a:t>Submitting a transaction</a:t>
                </a:r>
              </a:p>
              <a:p>
                <a:pPr lvl="1">
                  <a:lnSpc>
                    <a:spcPct val="100000"/>
                  </a:lnSpc>
                  <a:buFont typeface="Wingdings" panose="05000000000000000000" pitchFamily="2" charset="2"/>
                  <a:buChar char="§"/>
                </a:pPr>
                <a:r>
                  <a:rPr lang="en-GB" sz="3200" dirty="0"/>
                  <a:t>Confirming a transaction</a:t>
                </a:r>
              </a:p>
              <a:p>
                <a:pPr lvl="1">
                  <a:lnSpc>
                    <a:spcPct val="100000"/>
                  </a:lnSpc>
                  <a:buFont typeface="Wingdings" panose="05000000000000000000" pitchFamily="2" charset="2"/>
                  <a:buChar char="§"/>
                </a:pPr>
                <a:r>
                  <a:rPr lang="en-GB" sz="3200" dirty="0"/>
                  <a:t>Revoke a confirmation</a:t>
                </a:r>
              </a:p>
              <a:p>
                <a:pPr>
                  <a:lnSpc>
                    <a:spcPct val="100000"/>
                  </a:lnSpc>
                  <a:buFont typeface="Wingdings" panose="05000000000000000000" pitchFamily="2" charset="2"/>
                  <a:buChar char="§"/>
                </a:pPr>
                <a:r>
                  <a:rPr lang="en-GB" sz="3400" dirty="0"/>
                  <a:t>Transaction can only be executed if required confirmations are there.</a:t>
                </a:r>
              </a:p>
            </p:txBody>
          </p:sp>
        </mc:Choice>
        <mc:Fallback xmlns="">
          <p:sp>
            <p:nvSpPr>
              <p:cNvPr id="3" name="Content Placeholder 2">
                <a:extLst>
                  <a:ext uri="{FF2B5EF4-FFF2-40B4-BE49-F238E27FC236}">
                    <a16:creationId xmlns:a16="http://schemas.microsoft.com/office/drawing/2014/main" id="{D399B3BE-D0D5-B020-5E6B-132AA948C316}"/>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4"/>
                <a:stretch>
                  <a:fillRect l="-1090" t="-2494" b="-125"/>
                </a:stretch>
              </a:blipFill>
            </p:spPr>
            <p:txBody>
              <a:bodyPr/>
              <a:lstStyle/>
              <a:p>
                <a:r>
                  <a:rPr lang="en-PK">
                    <a:noFill/>
                  </a:rPr>
                  <a:t> </a:t>
                </a:r>
              </a:p>
            </p:txBody>
          </p:sp>
        </mc:Fallback>
      </mc:AlternateContent>
    </p:spTree>
    <p:extLst>
      <p:ext uri="{BB962C8B-B14F-4D97-AF65-F5344CB8AC3E}">
        <p14:creationId xmlns:p14="http://schemas.microsoft.com/office/powerpoint/2010/main" val="4232128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7AD04-CEA5-F4DD-BE89-6D8ADF9B99A6}"/>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27C97C47-9110-E067-0621-D72E99975260}"/>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2747F43F-2340-BF17-455C-0FB57714C1BC}"/>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037AB468-244F-1185-FB18-A765FE51A8AE}"/>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Multi-sig Wallets</a:t>
            </a:r>
          </a:p>
        </p:txBody>
      </p:sp>
      <p:sp>
        <p:nvSpPr>
          <p:cNvPr id="216" name="Rectangle 215">
            <a:extLst>
              <a:ext uri="{FF2B5EF4-FFF2-40B4-BE49-F238E27FC236}">
                <a16:creationId xmlns:a16="http://schemas.microsoft.com/office/drawing/2014/main" id="{A38FD834-25CF-DC49-D577-DBA4C52C204E}"/>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B60D155F-7912-E585-774D-322DACF5DEF5}"/>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3" name="Content Placeholder 2">
            <a:extLst>
              <a:ext uri="{FF2B5EF4-FFF2-40B4-BE49-F238E27FC236}">
                <a16:creationId xmlns:a16="http://schemas.microsoft.com/office/drawing/2014/main" id="{08559E1F-5BE4-B548-8836-AD80FF939550}"/>
              </a:ext>
            </a:extLst>
          </p:cNvPr>
          <p:cNvSpPr txBox="1">
            <a:spLocks/>
          </p:cNvSpPr>
          <p:nvPr/>
        </p:nvSpPr>
        <p:spPr>
          <a:xfrm>
            <a:off x="220384" y="1532587"/>
            <a:ext cx="11743016" cy="4887878"/>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400" dirty="0"/>
              <a:t>In 2017, a user gained access to Parity </a:t>
            </a:r>
            <a:r>
              <a:rPr lang="en-GB" sz="3400" dirty="0" err="1"/>
              <a:t>Multisig</a:t>
            </a:r>
            <a:r>
              <a:rPr lang="en-GB" sz="3400" dirty="0"/>
              <a:t> library contract.</a:t>
            </a:r>
          </a:p>
          <a:p>
            <a:pPr>
              <a:lnSpc>
                <a:spcPct val="100000"/>
              </a:lnSpc>
              <a:buFont typeface="Wingdings" panose="05000000000000000000" pitchFamily="2" charset="2"/>
              <a:buChar char="§"/>
            </a:pPr>
            <a:r>
              <a:rPr lang="en-GB" sz="3400" dirty="0"/>
              <a:t>The contract was self-destructed.</a:t>
            </a:r>
          </a:p>
          <a:p>
            <a:pPr>
              <a:lnSpc>
                <a:spcPct val="100000"/>
              </a:lnSpc>
              <a:buFont typeface="Wingdings" panose="05000000000000000000" pitchFamily="2" charset="2"/>
              <a:buChar char="§"/>
            </a:pPr>
            <a:r>
              <a:rPr lang="en-GB" sz="3400" dirty="0"/>
              <a:t>The exploit occurred due to an unprotected initialization function.</a:t>
            </a:r>
          </a:p>
          <a:p>
            <a:pPr>
              <a:lnSpc>
                <a:spcPct val="100000"/>
              </a:lnSpc>
              <a:buFont typeface="Wingdings" panose="05000000000000000000" pitchFamily="2" charset="2"/>
              <a:buChar char="§"/>
            </a:pPr>
            <a:r>
              <a:rPr lang="en-GB" sz="3400" dirty="0"/>
              <a:t>Over 500,000ETH were permanently frozen. Nobody profited</a:t>
            </a:r>
          </a:p>
          <a:p>
            <a:pPr marL="0" indent="0">
              <a:lnSpc>
                <a:spcPct val="100000"/>
              </a:lnSpc>
              <a:buNone/>
            </a:pPr>
            <a:r>
              <a:rPr lang="en-GB" sz="3400" dirty="0"/>
              <a:t>Lessons:</a:t>
            </a:r>
          </a:p>
          <a:p>
            <a:pPr>
              <a:lnSpc>
                <a:spcPct val="100000"/>
              </a:lnSpc>
              <a:buFont typeface="Wingdings" panose="05000000000000000000" pitchFamily="2" charset="2"/>
              <a:buChar char="§"/>
            </a:pPr>
            <a:r>
              <a:rPr lang="en-GB" sz="3400" dirty="0"/>
              <a:t>Immutability is a double-edged sword.</a:t>
            </a:r>
          </a:p>
          <a:p>
            <a:pPr>
              <a:lnSpc>
                <a:spcPct val="100000"/>
              </a:lnSpc>
              <a:buFont typeface="Wingdings" panose="05000000000000000000" pitchFamily="2" charset="2"/>
              <a:buChar char="§"/>
            </a:pPr>
            <a:r>
              <a:rPr lang="en-GB" sz="3400" dirty="0"/>
              <a:t>Web 3 libraries shouldn’t be used like Python/JS libraries</a:t>
            </a:r>
          </a:p>
        </p:txBody>
      </p:sp>
    </p:spTree>
    <p:extLst>
      <p:ext uri="{BB962C8B-B14F-4D97-AF65-F5344CB8AC3E}">
        <p14:creationId xmlns:p14="http://schemas.microsoft.com/office/powerpoint/2010/main" val="1763031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5FF36-BFFD-6C71-8564-67399CEAE548}"/>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FE065C1F-4802-3CFB-6144-E79C2F10987D}"/>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418D7421-7F05-2C47-8D19-08B3E6CF783F}"/>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5E399DC4-D567-06B1-98CD-0BF598ED19CC}"/>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Smart Contract Security – Reentrance</a:t>
            </a:r>
          </a:p>
        </p:txBody>
      </p:sp>
      <p:sp>
        <p:nvSpPr>
          <p:cNvPr id="216" name="Rectangle 215">
            <a:extLst>
              <a:ext uri="{FF2B5EF4-FFF2-40B4-BE49-F238E27FC236}">
                <a16:creationId xmlns:a16="http://schemas.microsoft.com/office/drawing/2014/main" id="{B6D5ABE3-16E2-518F-71EB-9BBBE0CE527A}"/>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1CF8591B-5969-422E-BC16-526439EA58E4}"/>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3" name="Content Placeholder 2">
            <a:extLst>
              <a:ext uri="{FF2B5EF4-FFF2-40B4-BE49-F238E27FC236}">
                <a16:creationId xmlns:a16="http://schemas.microsoft.com/office/drawing/2014/main" id="{E6C3E994-120B-6558-8DA8-C2D2FC782EBC}"/>
              </a:ext>
            </a:extLst>
          </p:cNvPr>
          <p:cNvSpPr txBox="1">
            <a:spLocks/>
          </p:cNvSpPr>
          <p:nvPr/>
        </p:nvSpPr>
        <p:spPr>
          <a:xfrm>
            <a:off x="220384" y="1532587"/>
            <a:ext cx="11743016" cy="4887878"/>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600" dirty="0" err="1"/>
              <a:t>Reentrance</a:t>
            </a:r>
            <a:r>
              <a:rPr lang="en-GB" sz="3600" dirty="0"/>
              <a:t> is a control flow vulnerability. Contract sends ETH or tokens to an external address using function call before reducing the sender’s balance.</a:t>
            </a:r>
          </a:p>
          <a:p>
            <a:pPr>
              <a:lnSpc>
                <a:spcPct val="100000"/>
              </a:lnSpc>
              <a:buFont typeface="Wingdings" panose="05000000000000000000" pitchFamily="2" charset="2"/>
              <a:buChar char="§"/>
            </a:pPr>
            <a:r>
              <a:rPr lang="en-GB" sz="3600" dirty="0"/>
              <a:t>The attacker’s contract has a fallback or receive function that immediately requests the tokens again.</a:t>
            </a:r>
          </a:p>
          <a:p>
            <a:pPr>
              <a:lnSpc>
                <a:spcPct val="100000"/>
              </a:lnSpc>
              <a:buFont typeface="Wingdings" panose="05000000000000000000" pitchFamily="2" charset="2"/>
              <a:buChar char="§"/>
            </a:pPr>
            <a:r>
              <a:rPr lang="en-GB" sz="3400" dirty="0"/>
              <a:t>Because the state update has not happened yet, your contract believes the attacker still has funds and releases them again.</a:t>
            </a:r>
          </a:p>
          <a:p>
            <a:pPr>
              <a:lnSpc>
                <a:spcPct val="100000"/>
              </a:lnSpc>
              <a:buFont typeface="Wingdings" panose="05000000000000000000" pitchFamily="2" charset="2"/>
              <a:buChar char="§"/>
            </a:pPr>
            <a:r>
              <a:rPr lang="en-GB" sz="3400" dirty="0"/>
              <a:t>The cycle goes on until contract runs out of funds.</a:t>
            </a:r>
          </a:p>
          <a:p>
            <a:pPr>
              <a:lnSpc>
                <a:spcPct val="100000"/>
              </a:lnSpc>
              <a:buFont typeface="Wingdings" panose="05000000000000000000" pitchFamily="2" charset="2"/>
              <a:buChar char="§"/>
            </a:pPr>
            <a:r>
              <a:rPr lang="en-GB" sz="3400" dirty="0"/>
              <a:t>To prevent, update the state </a:t>
            </a:r>
            <a:r>
              <a:rPr lang="en-GB" sz="3400" b="1" u="sng" dirty="0"/>
              <a:t>before</a:t>
            </a:r>
            <a:r>
              <a:rPr lang="en-GB" sz="3400" dirty="0"/>
              <a:t> calling external transfer functions.</a:t>
            </a:r>
          </a:p>
        </p:txBody>
      </p:sp>
    </p:spTree>
    <p:extLst>
      <p:ext uri="{BB962C8B-B14F-4D97-AF65-F5344CB8AC3E}">
        <p14:creationId xmlns:p14="http://schemas.microsoft.com/office/powerpoint/2010/main" val="1650654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9A78B-5FAF-B1BA-9711-F1F71B1D16F3}"/>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7E6FDED4-CD8F-7D46-EEA9-6CB1856F631B}"/>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22BA6F25-9F2B-B595-C83E-67BDDBF5F00A}"/>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D3BC42A9-FA4C-8617-C195-DD176CF025D0}"/>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Smart Contract Security – Reentrance</a:t>
            </a:r>
          </a:p>
        </p:txBody>
      </p:sp>
      <p:sp>
        <p:nvSpPr>
          <p:cNvPr id="216" name="Rectangle 215">
            <a:extLst>
              <a:ext uri="{FF2B5EF4-FFF2-40B4-BE49-F238E27FC236}">
                <a16:creationId xmlns:a16="http://schemas.microsoft.com/office/drawing/2014/main" id="{191E3AC3-DA10-68DE-858E-D62C75B5222D}"/>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6940AF86-3C59-01D2-9AC0-D80E9B9CC171}"/>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3" name="Content Placeholder 2">
            <a:extLst>
              <a:ext uri="{FF2B5EF4-FFF2-40B4-BE49-F238E27FC236}">
                <a16:creationId xmlns:a16="http://schemas.microsoft.com/office/drawing/2014/main" id="{D701B274-A754-505E-459D-47463854E988}"/>
              </a:ext>
            </a:extLst>
          </p:cNvPr>
          <p:cNvSpPr txBox="1">
            <a:spLocks/>
          </p:cNvSpPr>
          <p:nvPr/>
        </p:nvSpPr>
        <p:spPr>
          <a:xfrm>
            <a:off x="220384" y="1532587"/>
            <a:ext cx="117430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600" dirty="0"/>
              <a:t>Cream Finance has faced multiple exploits often involving flash loans and </a:t>
            </a:r>
            <a:r>
              <a:rPr lang="en-GB" sz="3600" dirty="0" err="1"/>
              <a:t>reentrancy</a:t>
            </a:r>
            <a:r>
              <a:rPr lang="en-GB" sz="3600" dirty="0"/>
              <a:t>.</a:t>
            </a:r>
          </a:p>
          <a:p>
            <a:pPr>
              <a:lnSpc>
                <a:spcPct val="100000"/>
              </a:lnSpc>
              <a:buFont typeface="Wingdings" panose="05000000000000000000" pitchFamily="2" charset="2"/>
              <a:buChar char="§"/>
            </a:pPr>
            <a:r>
              <a:rPr lang="en-GB" sz="3600" dirty="0"/>
              <a:t>Each time, the Attackers combined oracle manipulation with </a:t>
            </a:r>
            <a:r>
              <a:rPr lang="en-GB" sz="3600" dirty="0" err="1"/>
              <a:t>reentrant</a:t>
            </a:r>
            <a:r>
              <a:rPr lang="en-GB" sz="3600" dirty="0"/>
              <a:t> borrowing logic across markets.</a:t>
            </a:r>
          </a:p>
          <a:p>
            <a:pPr>
              <a:lnSpc>
                <a:spcPct val="100000"/>
              </a:lnSpc>
              <a:buFont typeface="Wingdings" panose="05000000000000000000" pitchFamily="2" charset="2"/>
              <a:buChar char="§"/>
            </a:pPr>
            <a:r>
              <a:rPr lang="en-GB" sz="3600" dirty="0"/>
              <a:t>Event the Audits did not save the protocol. Complexity compounded risk.</a:t>
            </a:r>
          </a:p>
        </p:txBody>
      </p:sp>
    </p:spTree>
    <p:extLst>
      <p:ext uri="{BB962C8B-B14F-4D97-AF65-F5344CB8AC3E}">
        <p14:creationId xmlns:p14="http://schemas.microsoft.com/office/powerpoint/2010/main" val="2415414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3068B-7873-CDEF-BBE4-E55F7472E49D}"/>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D0DA3DFD-8CD2-6B00-5202-142FAF9D74CC}"/>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022100D0-AE4D-0A96-1A0E-49FAB84BB604}"/>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619F7C2C-2D66-771D-FAF3-A1EC9934FFCB}"/>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Smart Contract Security – Access Control</a:t>
            </a:r>
          </a:p>
        </p:txBody>
      </p:sp>
      <p:sp>
        <p:nvSpPr>
          <p:cNvPr id="216" name="Rectangle 215">
            <a:extLst>
              <a:ext uri="{FF2B5EF4-FFF2-40B4-BE49-F238E27FC236}">
                <a16:creationId xmlns:a16="http://schemas.microsoft.com/office/drawing/2014/main" id="{C4ACA7AC-B7F2-F651-3D5D-6B7DE2761C53}"/>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0D8EF24E-BC9B-D807-23EA-F0F2AF0F8F7C}"/>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3" name="Content Placeholder 2">
            <a:extLst>
              <a:ext uri="{FF2B5EF4-FFF2-40B4-BE49-F238E27FC236}">
                <a16:creationId xmlns:a16="http://schemas.microsoft.com/office/drawing/2014/main" id="{52BA6F16-4686-4C18-47D1-F1DC88165D6C}"/>
              </a:ext>
            </a:extLst>
          </p:cNvPr>
          <p:cNvSpPr txBox="1">
            <a:spLocks/>
          </p:cNvSpPr>
          <p:nvPr/>
        </p:nvSpPr>
        <p:spPr>
          <a:xfrm>
            <a:off x="220384" y="1532587"/>
            <a:ext cx="11743016" cy="4887878"/>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600" dirty="0"/>
              <a:t>Access Control Mistakes are simply due to neglecting validation practices.</a:t>
            </a:r>
          </a:p>
          <a:p>
            <a:pPr>
              <a:lnSpc>
                <a:spcPct val="100000"/>
              </a:lnSpc>
              <a:buFont typeface="Wingdings" panose="05000000000000000000" pitchFamily="2" charset="2"/>
              <a:buChar char="§"/>
            </a:pPr>
            <a:r>
              <a:rPr lang="en-GB" sz="3600" dirty="0"/>
              <a:t>A function that should be restricted to owner or a particular role is allowed to anyone, or to wrong role.</a:t>
            </a:r>
          </a:p>
          <a:p>
            <a:pPr>
              <a:lnSpc>
                <a:spcPct val="100000"/>
              </a:lnSpc>
              <a:buFont typeface="Wingdings" panose="05000000000000000000" pitchFamily="2" charset="2"/>
              <a:buChar char="§"/>
            </a:pPr>
            <a:r>
              <a:rPr lang="en-GB" sz="3600" dirty="0"/>
              <a:t>This boring class of bugs can be avoided by using modifier functions.</a:t>
            </a:r>
          </a:p>
          <a:p>
            <a:pPr>
              <a:lnSpc>
                <a:spcPct val="100000"/>
              </a:lnSpc>
              <a:buFont typeface="Wingdings" panose="05000000000000000000" pitchFamily="2" charset="2"/>
              <a:buChar char="§"/>
            </a:pPr>
            <a:r>
              <a:rPr lang="en-GB" sz="3600" dirty="0"/>
              <a:t>NEVER use </a:t>
            </a:r>
            <a:r>
              <a:rPr lang="en-GB" sz="3600" dirty="0" err="1"/>
              <a:t>tx.origin</a:t>
            </a:r>
            <a:r>
              <a:rPr lang="en-GB" sz="3600" dirty="0"/>
              <a:t> for authorization. Use </a:t>
            </a:r>
            <a:r>
              <a:rPr lang="en-GB" sz="3600" dirty="0" err="1"/>
              <a:t>msg.sender</a:t>
            </a:r>
            <a:endParaRPr lang="en-GB" sz="3600" dirty="0"/>
          </a:p>
          <a:p>
            <a:pPr>
              <a:lnSpc>
                <a:spcPct val="100000"/>
              </a:lnSpc>
              <a:buFont typeface="Wingdings" panose="05000000000000000000" pitchFamily="2" charset="2"/>
              <a:buChar char="§"/>
            </a:pPr>
            <a:r>
              <a:rPr lang="en-GB" sz="3600" dirty="0"/>
              <a:t>Avoid designing upgradable contracts (yes! That’s a thing)</a:t>
            </a:r>
            <a:endParaRPr lang="en-GB" sz="3400" dirty="0"/>
          </a:p>
        </p:txBody>
      </p:sp>
    </p:spTree>
    <p:extLst>
      <p:ext uri="{BB962C8B-B14F-4D97-AF65-F5344CB8AC3E}">
        <p14:creationId xmlns:p14="http://schemas.microsoft.com/office/powerpoint/2010/main" val="1767926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0C294-E9A9-F1EA-0B73-90477B851DDF}"/>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01DF59C3-30D3-DAF4-46FE-69CBAD4C1C12}"/>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91A49A1B-F0E7-9B06-6F41-BC166EF98587}"/>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D6998A29-568F-3284-86F2-DB8978E928AE}"/>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Smart Contract Security – Uninitialized Proxies</a:t>
            </a:r>
          </a:p>
        </p:txBody>
      </p:sp>
      <p:sp>
        <p:nvSpPr>
          <p:cNvPr id="216" name="Rectangle 215">
            <a:extLst>
              <a:ext uri="{FF2B5EF4-FFF2-40B4-BE49-F238E27FC236}">
                <a16:creationId xmlns:a16="http://schemas.microsoft.com/office/drawing/2014/main" id="{A102BF09-5107-8D1A-3782-48BFA5F1A89A}"/>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6B4B5139-9031-7A7B-DFE3-A202B86E97CD}"/>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3" name="Content Placeholder 2">
            <a:extLst>
              <a:ext uri="{FF2B5EF4-FFF2-40B4-BE49-F238E27FC236}">
                <a16:creationId xmlns:a16="http://schemas.microsoft.com/office/drawing/2014/main" id="{43359696-2023-EB21-D436-5591F0FD8E09}"/>
              </a:ext>
            </a:extLst>
          </p:cNvPr>
          <p:cNvSpPr txBox="1">
            <a:spLocks/>
          </p:cNvSpPr>
          <p:nvPr/>
        </p:nvSpPr>
        <p:spPr>
          <a:xfrm>
            <a:off x="220384" y="1532587"/>
            <a:ext cx="11743016" cy="4887878"/>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600" dirty="0"/>
              <a:t>Uninitialized Proxies are upgradeable contracts where initialization function was not called.</a:t>
            </a:r>
          </a:p>
          <a:p>
            <a:pPr>
              <a:lnSpc>
                <a:spcPct val="100000"/>
              </a:lnSpc>
              <a:buFont typeface="Wingdings" panose="05000000000000000000" pitchFamily="2" charset="2"/>
              <a:buChar char="§"/>
            </a:pPr>
            <a:r>
              <a:rPr lang="en-GB" sz="3600" dirty="0"/>
              <a:t>An upgradable contract has two parts: proxy contract and business logic contract.</a:t>
            </a:r>
          </a:p>
          <a:p>
            <a:pPr>
              <a:lnSpc>
                <a:spcPct val="100000"/>
              </a:lnSpc>
              <a:buFont typeface="Wingdings" panose="05000000000000000000" pitchFamily="2" charset="2"/>
              <a:buChar char="§"/>
            </a:pPr>
            <a:r>
              <a:rPr lang="en-GB" sz="3600" dirty="0"/>
              <a:t>The deployer deploys them but forgets to call initialization immediately.</a:t>
            </a:r>
          </a:p>
          <a:p>
            <a:pPr>
              <a:lnSpc>
                <a:spcPct val="100000"/>
              </a:lnSpc>
              <a:buFont typeface="Wingdings" panose="05000000000000000000" pitchFamily="2" charset="2"/>
              <a:buChar char="§"/>
            </a:pPr>
            <a:r>
              <a:rPr lang="en-GB" sz="3600" dirty="0"/>
              <a:t>Attacker notices a proxy with unset ownership, roles, critical states and initializes it, thus becoming owner.</a:t>
            </a:r>
          </a:p>
          <a:p>
            <a:pPr>
              <a:lnSpc>
                <a:spcPct val="100000"/>
              </a:lnSpc>
              <a:buFont typeface="Wingdings" panose="05000000000000000000" pitchFamily="2" charset="2"/>
              <a:buChar char="§"/>
            </a:pPr>
            <a:r>
              <a:rPr lang="en-GB" sz="3400" dirty="0"/>
              <a:t>The attacker then upgrades the proxy contract and points to his own business logic contract.</a:t>
            </a:r>
          </a:p>
          <a:p>
            <a:pPr>
              <a:lnSpc>
                <a:spcPct val="100000"/>
              </a:lnSpc>
              <a:buFont typeface="Wingdings" panose="05000000000000000000" pitchFamily="2" charset="2"/>
              <a:buChar char="§"/>
            </a:pPr>
            <a:r>
              <a:rPr lang="en-GB" sz="3400" dirty="0"/>
              <a:t>To prevent such attack, deploy and initialize proxy in same transaction.</a:t>
            </a:r>
          </a:p>
        </p:txBody>
      </p:sp>
    </p:spTree>
    <p:extLst>
      <p:ext uri="{BB962C8B-B14F-4D97-AF65-F5344CB8AC3E}">
        <p14:creationId xmlns:p14="http://schemas.microsoft.com/office/powerpoint/2010/main" val="1769996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F487A-84EE-DE03-4125-6941846859D9}"/>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B90484AB-F52C-3305-15F3-70CAFBA2E833}"/>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57EBEEC5-A915-AC57-659A-EFF109D837F1}"/>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B7CD61A4-B77C-2E61-5F57-AE0EEF0EDC84}"/>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!Upgradeable Contract example</a:t>
            </a:r>
          </a:p>
        </p:txBody>
      </p:sp>
      <p:sp>
        <p:nvSpPr>
          <p:cNvPr id="216" name="Rectangle 215">
            <a:extLst>
              <a:ext uri="{FF2B5EF4-FFF2-40B4-BE49-F238E27FC236}">
                <a16:creationId xmlns:a16="http://schemas.microsoft.com/office/drawing/2014/main" id="{42ACD4BE-E7D7-C3F2-2D4C-CF116823E08D}"/>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368AEDA4-4D02-1F7F-CAEA-E6A7BF364D6E}"/>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9" name="TextBox 8">
            <a:extLst>
              <a:ext uri="{FF2B5EF4-FFF2-40B4-BE49-F238E27FC236}">
                <a16:creationId xmlns:a16="http://schemas.microsoft.com/office/drawing/2014/main" id="{AFDF55C1-08C2-B817-0732-49126BA12BD4}"/>
              </a:ext>
            </a:extLst>
          </p:cNvPr>
          <p:cNvSpPr txBox="1"/>
          <p:nvPr/>
        </p:nvSpPr>
        <p:spPr>
          <a:xfrm>
            <a:off x="220384" y="1497231"/>
            <a:ext cx="11743016" cy="5016758"/>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a:spAutoFit/>
          </a:bodyPr>
          <a:lstStyle/>
          <a:p>
            <a:pPr>
              <a:buNone/>
            </a:pPr>
            <a:r>
              <a:rPr lang="en-GB" sz="1600" b="1" dirty="0">
                <a:solidFill>
                  <a:srgbClr val="569CD6"/>
                </a:solidFill>
                <a:effectLst/>
                <a:latin typeface="Consolas" panose="020B0609020204030204" pitchFamily="49" charset="0"/>
              </a:rPr>
              <a:t>contract</a:t>
            </a:r>
            <a:r>
              <a:rPr lang="en-GB" sz="1600" b="1" dirty="0">
                <a:solidFill>
                  <a:srgbClr val="A2A3BD"/>
                </a:solidFill>
                <a:effectLst/>
                <a:latin typeface="Consolas" panose="020B0609020204030204" pitchFamily="49" charset="0"/>
              </a:rPr>
              <a:t> Callee </a:t>
            </a:r>
            <a:r>
              <a:rPr lang="en-GB" sz="1600" b="1" dirty="0">
                <a:solidFill>
                  <a:srgbClr val="DCDCDC"/>
                </a:solidFill>
                <a:effectLst/>
                <a:latin typeface="Consolas" panose="020B0609020204030204" pitchFamily="49" charset="0"/>
              </a:rPr>
              <a:t>{</a:t>
            </a:r>
            <a:endParaRPr lang="en-GB" sz="1600" b="1" dirty="0">
              <a:solidFill>
                <a:srgbClr val="A2A3BD"/>
              </a:solidFill>
              <a:effectLst/>
              <a:latin typeface="Consolas" panose="020B0609020204030204" pitchFamily="49" charset="0"/>
            </a:endParaRPr>
          </a:p>
          <a:p>
            <a:pPr>
              <a:buNone/>
            </a:pPr>
            <a:r>
              <a:rPr lang="en-GB" sz="1600" b="1" dirty="0">
                <a:solidFill>
                  <a:srgbClr val="A2A3BD"/>
                </a:solidFill>
                <a:effectLst/>
                <a:latin typeface="Consolas" panose="020B0609020204030204" pitchFamily="49" charset="0"/>
              </a:rPr>
              <a:t>    </a:t>
            </a:r>
            <a:r>
              <a:rPr lang="en-GB" sz="1600" b="1" dirty="0" err="1">
                <a:solidFill>
                  <a:srgbClr val="569CD6"/>
                </a:solidFill>
                <a:effectLst/>
                <a:latin typeface="Consolas" panose="020B0609020204030204" pitchFamily="49" charset="0"/>
              </a:rPr>
              <a:t>uint</a:t>
            </a:r>
            <a:r>
              <a:rPr lang="en-GB" sz="1600" b="1" dirty="0">
                <a:solidFill>
                  <a:srgbClr val="A2A3BD"/>
                </a:solidFill>
                <a:effectLst/>
                <a:latin typeface="Consolas" panose="020B0609020204030204" pitchFamily="49" charset="0"/>
              </a:rPr>
              <a:t> </a:t>
            </a:r>
            <a:r>
              <a:rPr lang="en-GB" sz="1600" b="1" dirty="0">
                <a:solidFill>
                  <a:srgbClr val="00BC8C"/>
                </a:solidFill>
                <a:effectLst/>
                <a:latin typeface="Consolas" panose="020B0609020204030204" pitchFamily="49" charset="0"/>
              </a:rPr>
              <a:t>public</a:t>
            </a:r>
            <a:r>
              <a:rPr lang="en-GB" sz="1600" b="1" dirty="0">
                <a:solidFill>
                  <a:srgbClr val="A2A3BD"/>
                </a:solidFill>
                <a:effectLst/>
                <a:latin typeface="Consolas" panose="020B0609020204030204" pitchFamily="49" charset="0"/>
              </a:rPr>
              <a:t> limit</a:t>
            </a:r>
            <a:r>
              <a:rPr lang="en-GB" sz="1600" b="1" dirty="0">
                <a:solidFill>
                  <a:srgbClr val="DCDCDC"/>
                </a:solidFill>
                <a:effectLst/>
                <a:latin typeface="Consolas" panose="020B0609020204030204" pitchFamily="49" charset="0"/>
              </a:rPr>
              <a:t>;</a:t>
            </a:r>
            <a:endParaRPr lang="en-GB" sz="1600" b="1" dirty="0">
              <a:solidFill>
                <a:srgbClr val="A2A3BD"/>
              </a:solidFill>
              <a:effectLst/>
              <a:latin typeface="Consolas" panose="020B0609020204030204" pitchFamily="49" charset="0"/>
            </a:endParaRPr>
          </a:p>
          <a:p>
            <a:pPr>
              <a:buNone/>
            </a:pPr>
            <a:r>
              <a:rPr lang="en-GB" sz="1600" b="1" dirty="0">
                <a:solidFill>
                  <a:srgbClr val="A2A3BD"/>
                </a:solidFill>
                <a:effectLst/>
                <a:latin typeface="Consolas" panose="020B0609020204030204" pitchFamily="49" charset="0"/>
              </a:rPr>
              <a:t>    </a:t>
            </a:r>
            <a:r>
              <a:rPr lang="en-GB" sz="1600" b="1" dirty="0">
                <a:solidFill>
                  <a:srgbClr val="569CD6"/>
                </a:solidFill>
                <a:effectLst/>
                <a:latin typeface="Consolas" panose="020B0609020204030204" pitchFamily="49" charset="0"/>
              </a:rPr>
              <a:t>function</a:t>
            </a:r>
            <a:r>
              <a:rPr lang="en-GB" sz="1600" b="1" dirty="0">
                <a:solidFill>
                  <a:srgbClr val="A2A3BD"/>
                </a:solidFill>
                <a:effectLst/>
                <a:latin typeface="Consolas" panose="020B0609020204030204" pitchFamily="49" charset="0"/>
              </a:rPr>
              <a:t> </a:t>
            </a:r>
            <a:r>
              <a:rPr lang="en-GB" sz="1600" b="1" dirty="0" err="1">
                <a:solidFill>
                  <a:srgbClr val="A2A3BD"/>
                </a:solidFill>
                <a:effectLst/>
                <a:latin typeface="Consolas" panose="020B0609020204030204" pitchFamily="49" charset="0"/>
              </a:rPr>
              <a:t>setLimit</a:t>
            </a:r>
            <a:r>
              <a:rPr lang="en-GB" sz="1600" b="1" dirty="0">
                <a:solidFill>
                  <a:srgbClr val="DCDCDC"/>
                </a:solidFill>
                <a:effectLst/>
                <a:latin typeface="Consolas" panose="020B0609020204030204" pitchFamily="49" charset="0"/>
              </a:rPr>
              <a:t>(</a:t>
            </a:r>
            <a:r>
              <a:rPr lang="en-GB" sz="1600" b="1" dirty="0" err="1">
                <a:solidFill>
                  <a:srgbClr val="569CD6"/>
                </a:solidFill>
                <a:effectLst/>
                <a:latin typeface="Consolas" panose="020B0609020204030204" pitchFamily="49" charset="0"/>
              </a:rPr>
              <a:t>uint</a:t>
            </a:r>
            <a:r>
              <a:rPr lang="en-GB" sz="1600" b="1" dirty="0">
                <a:solidFill>
                  <a:srgbClr val="A2A3BD"/>
                </a:solidFill>
                <a:effectLst/>
                <a:latin typeface="Consolas" panose="020B0609020204030204" pitchFamily="49" charset="0"/>
              </a:rPr>
              <a:t> _</a:t>
            </a:r>
            <a:r>
              <a:rPr lang="en-GB" sz="1600" b="1" dirty="0">
                <a:solidFill>
                  <a:srgbClr val="A2A3BD"/>
                </a:solidFill>
                <a:latin typeface="Consolas" panose="020B0609020204030204" pitchFamily="49" charset="0"/>
              </a:rPr>
              <a:t>limit</a:t>
            </a:r>
            <a:r>
              <a:rPr lang="en-GB" sz="1600" b="1" dirty="0">
                <a:solidFill>
                  <a:srgbClr val="DCDCDC"/>
                </a:solidFill>
                <a:effectLst/>
                <a:latin typeface="Consolas" panose="020B0609020204030204" pitchFamily="49" charset="0"/>
              </a:rPr>
              <a:t>)</a:t>
            </a:r>
            <a:r>
              <a:rPr lang="en-GB" sz="1600" b="1" dirty="0">
                <a:solidFill>
                  <a:srgbClr val="A2A3BD"/>
                </a:solidFill>
                <a:effectLst/>
                <a:latin typeface="Consolas" panose="020B0609020204030204" pitchFamily="49" charset="0"/>
              </a:rPr>
              <a:t> </a:t>
            </a:r>
            <a:r>
              <a:rPr lang="en-GB" sz="1600" b="1" dirty="0">
                <a:solidFill>
                  <a:srgbClr val="00BC8C"/>
                </a:solidFill>
                <a:effectLst/>
                <a:latin typeface="Consolas" panose="020B0609020204030204" pitchFamily="49" charset="0"/>
              </a:rPr>
              <a:t>public</a:t>
            </a:r>
            <a:r>
              <a:rPr lang="en-GB" sz="1600" b="1" dirty="0">
                <a:solidFill>
                  <a:srgbClr val="A2A3BD"/>
                </a:solidFill>
                <a:effectLst/>
                <a:latin typeface="Consolas" panose="020B0609020204030204" pitchFamily="49" charset="0"/>
              </a:rPr>
              <a:t> </a:t>
            </a:r>
            <a:r>
              <a:rPr lang="en-GB" sz="1600" b="1" dirty="0">
                <a:solidFill>
                  <a:srgbClr val="DCDCDC"/>
                </a:solidFill>
                <a:effectLst/>
                <a:latin typeface="Consolas" panose="020B0609020204030204" pitchFamily="49" charset="0"/>
              </a:rPr>
              <a:t>{</a:t>
            </a:r>
            <a:endParaRPr lang="en-GB" sz="1600" b="1" dirty="0">
              <a:solidFill>
                <a:srgbClr val="A2A3BD"/>
              </a:solidFill>
              <a:effectLst/>
              <a:latin typeface="Consolas" panose="020B0609020204030204" pitchFamily="49" charset="0"/>
            </a:endParaRPr>
          </a:p>
          <a:p>
            <a:pPr>
              <a:buNone/>
            </a:pPr>
            <a:r>
              <a:rPr lang="en-GB" sz="1600" b="1" dirty="0">
                <a:solidFill>
                  <a:srgbClr val="A2A3BD"/>
                </a:solidFill>
                <a:effectLst/>
                <a:latin typeface="Consolas" panose="020B0609020204030204" pitchFamily="49" charset="0"/>
              </a:rPr>
              <a:t>        </a:t>
            </a:r>
            <a:r>
              <a:rPr lang="en-GB" sz="1600" b="1" dirty="0">
                <a:solidFill>
                  <a:srgbClr val="A2A3BD"/>
                </a:solidFill>
                <a:latin typeface="Consolas" panose="020B0609020204030204" pitchFamily="49" charset="0"/>
              </a:rPr>
              <a:t>limit</a:t>
            </a:r>
            <a:r>
              <a:rPr lang="en-GB" sz="1600" b="1" dirty="0">
                <a:solidFill>
                  <a:srgbClr val="A2A3BD"/>
                </a:solidFill>
                <a:effectLst/>
                <a:latin typeface="Consolas" panose="020B0609020204030204" pitchFamily="49" charset="0"/>
              </a:rPr>
              <a:t> </a:t>
            </a:r>
            <a:r>
              <a:rPr lang="en-GB" sz="1600" b="1" dirty="0">
                <a:solidFill>
                  <a:srgbClr val="DCDCDC"/>
                </a:solidFill>
                <a:effectLst/>
                <a:latin typeface="Consolas" panose="020B0609020204030204" pitchFamily="49" charset="0"/>
              </a:rPr>
              <a:t>=</a:t>
            </a:r>
            <a:r>
              <a:rPr lang="en-GB" sz="1600" b="1" dirty="0">
                <a:solidFill>
                  <a:srgbClr val="A2A3BD"/>
                </a:solidFill>
                <a:effectLst/>
                <a:latin typeface="Consolas" panose="020B0609020204030204" pitchFamily="49" charset="0"/>
              </a:rPr>
              <a:t> _</a:t>
            </a:r>
            <a:r>
              <a:rPr lang="en-GB" sz="1600" b="1" dirty="0">
                <a:solidFill>
                  <a:srgbClr val="A2A3BD"/>
                </a:solidFill>
                <a:latin typeface="Consolas" panose="020B0609020204030204" pitchFamily="49" charset="0"/>
              </a:rPr>
              <a:t>limit</a:t>
            </a:r>
            <a:r>
              <a:rPr lang="en-GB" sz="1600" b="1" dirty="0">
                <a:solidFill>
                  <a:srgbClr val="DCDCDC"/>
                </a:solidFill>
                <a:effectLst/>
                <a:latin typeface="Consolas" panose="020B0609020204030204" pitchFamily="49" charset="0"/>
              </a:rPr>
              <a:t>;</a:t>
            </a:r>
            <a:endParaRPr lang="en-GB" sz="1600" b="1" dirty="0">
              <a:solidFill>
                <a:srgbClr val="A2A3BD"/>
              </a:solidFill>
              <a:effectLst/>
              <a:latin typeface="Consolas" panose="020B0609020204030204" pitchFamily="49" charset="0"/>
            </a:endParaRPr>
          </a:p>
          <a:p>
            <a:pPr>
              <a:buNone/>
            </a:pPr>
            <a:r>
              <a:rPr lang="en-GB" sz="1600" b="1" dirty="0">
                <a:solidFill>
                  <a:srgbClr val="A2A3BD"/>
                </a:solidFill>
                <a:effectLst/>
                <a:latin typeface="Consolas" panose="020B0609020204030204" pitchFamily="49" charset="0"/>
              </a:rPr>
              <a:t>    </a:t>
            </a:r>
            <a:r>
              <a:rPr lang="en-GB" sz="1600" b="1" dirty="0">
                <a:solidFill>
                  <a:srgbClr val="DCDCDC"/>
                </a:solidFill>
                <a:effectLst/>
                <a:latin typeface="Consolas" panose="020B0609020204030204" pitchFamily="49" charset="0"/>
              </a:rPr>
              <a:t>}</a:t>
            </a:r>
            <a:endParaRPr lang="en-GB" sz="1600" b="1" dirty="0">
              <a:solidFill>
                <a:srgbClr val="A2A3BD"/>
              </a:solidFill>
              <a:effectLst/>
              <a:latin typeface="Consolas" panose="020B0609020204030204" pitchFamily="49" charset="0"/>
            </a:endParaRPr>
          </a:p>
          <a:p>
            <a:pPr>
              <a:buNone/>
            </a:pPr>
            <a:r>
              <a:rPr lang="en-GB" sz="1600" b="1" dirty="0">
                <a:solidFill>
                  <a:srgbClr val="DCDCDC"/>
                </a:solidFill>
                <a:effectLst/>
                <a:latin typeface="Consolas" panose="020B0609020204030204" pitchFamily="49" charset="0"/>
              </a:rPr>
              <a:t>}</a:t>
            </a:r>
          </a:p>
          <a:p>
            <a:pPr>
              <a:buNone/>
            </a:pPr>
            <a:endParaRPr lang="en-GB" sz="1600" b="1" dirty="0">
              <a:solidFill>
                <a:srgbClr val="A2A3BD"/>
              </a:solidFill>
              <a:effectLst/>
              <a:latin typeface="Consolas" panose="020B0609020204030204" pitchFamily="49" charset="0"/>
            </a:endParaRPr>
          </a:p>
          <a:p>
            <a:pPr>
              <a:buNone/>
            </a:pPr>
            <a:r>
              <a:rPr lang="en-GB" sz="1600" b="1" dirty="0">
                <a:solidFill>
                  <a:srgbClr val="569CD6"/>
                </a:solidFill>
                <a:effectLst/>
                <a:latin typeface="Consolas" panose="020B0609020204030204" pitchFamily="49" charset="0"/>
              </a:rPr>
              <a:t>contract</a:t>
            </a:r>
            <a:r>
              <a:rPr lang="en-GB" sz="1600" b="1" dirty="0">
                <a:solidFill>
                  <a:srgbClr val="A2A3BD"/>
                </a:solidFill>
                <a:effectLst/>
                <a:latin typeface="Consolas" panose="020B0609020204030204" pitchFamily="49" charset="0"/>
              </a:rPr>
              <a:t> Caller </a:t>
            </a:r>
            <a:r>
              <a:rPr lang="en-GB" sz="1600" b="1" dirty="0">
                <a:solidFill>
                  <a:srgbClr val="DCDCDC"/>
                </a:solidFill>
                <a:effectLst/>
                <a:latin typeface="Consolas" panose="020B0609020204030204" pitchFamily="49" charset="0"/>
              </a:rPr>
              <a:t>{</a:t>
            </a:r>
            <a:endParaRPr lang="en-GB" sz="1600" b="1" dirty="0">
              <a:solidFill>
                <a:srgbClr val="A2A3BD"/>
              </a:solidFill>
              <a:effectLst/>
              <a:latin typeface="Consolas" panose="020B0609020204030204" pitchFamily="49" charset="0"/>
            </a:endParaRPr>
          </a:p>
          <a:p>
            <a:pPr>
              <a:buNone/>
            </a:pPr>
            <a:r>
              <a:rPr lang="en-GB" sz="1600" b="1" dirty="0">
                <a:solidFill>
                  <a:srgbClr val="A2A3BD"/>
                </a:solidFill>
                <a:effectLst/>
                <a:latin typeface="Consolas" panose="020B0609020204030204" pitchFamily="49" charset="0"/>
              </a:rPr>
              <a:t>    </a:t>
            </a:r>
            <a:r>
              <a:rPr lang="en-GB" sz="1600" b="1" dirty="0" err="1">
                <a:solidFill>
                  <a:srgbClr val="569CD6"/>
                </a:solidFill>
                <a:effectLst/>
                <a:latin typeface="Consolas" panose="020B0609020204030204" pitchFamily="49" charset="0"/>
              </a:rPr>
              <a:t>uint</a:t>
            </a:r>
            <a:r>
              <a:rPr lang="en-GB" sz="1600" b="1" dirty="0">
                <a:solidFill>
                  <a:srgbClr val="A2A3BD"/>
                </a:solidFill>
                <a:effectLst/>
                <a:latin typeface="Consolas" panose="020B0609020204030204" pitchFamily="49" charset="0"/>
              </a:rPr>
              <a:t> </a:t>
            </a:r>
            <a:r>
              <a:rPr lang="en-GB" sz="1600" b="1" dirty="0">
                <a:solidFill>
                  <a:srgbClr val="00BC8C"/>
                </a:solidFill>
                <a:effectLst/>
                <a:latin typeface="Consolas" panose="020B0609020204030204" pitchFamily="49" charset="0"/>
              </a:rPr>
              <a:t>public</a:t>
            </a:r>
            <a:r>
              <a:rPr lang="en-GB" sz="1600" b="1" dirty="0">
                <a:solidFill>
                  <a:srgbClr val="A2A3BD"/>
                </a:solidFill>
                <a:effectLst/>
                <a:latin typeface="Consolas" panose="020B0609020204030204" pitchFamily="49" charset="0"/>
              </a:rPr>
              <a:t> limit</a:t>
            </a:r>
            <a:r>
              <a:rPr lang="en-GB" sz="1600" b="1" dirty="0">
                <a:solidFill>
                  <a:srgbClr val="DCDCDC"/>
                </a:solidFill>
                <a:effectLst/>
                <a:latin typeface="Consolas" panose="020B0609020204030204" pitchFamily="49" charset="0"/>
              </a:rPr>
              <a:t>;</a:t>
            </a:r>
            <a:endParaRPr lang="en-GB" sz="1600" b="1" dirty="0">
              <a:solidFill>
                <a:srgbClr val="A2A3BD"/>
              </a:solidFill>
              <a:effectLst/>
              <a:latin typeface="Consolas" panose="020B0609020204030204" pitchFamily="49" charset="0"/>
            </a:endParaRPr>
          </a:p>
          <a:p>
            <a:pPr>
              <a:buNone/>
            </a:pPr>
            <a:r>
              <a:rPr lang="en-GB" sz="1600" b="1" dirty="0">
                <a:solidFill>
                  <a:srgbClr val="A2A3BD"/>
                </a:solidFill>
                <a:effectLst/>
                <a:latin typeface="Consolas" panose="020B0609020204030204" pitchFamily="49" charset="0"/>
              </a:rPr>
              <a:t>    </a:t>
            </a:r>
            <a:r>
              <a:rPr lang="en-GB" sz="1600" b="1" dirty="0">
                <a:solidFill>
                  <a:srgbClr val="569CD6"/>
                </a:solidFill>
                <a:effectLst/>
                <a:latin typeface="Consolas" panose="020B0609020204030204" pitchFamily="49" charset="0"/>
              </a:rPr>
              <a:t>address</a:t>
            </a:r>
            <a:r>
              <a:rPr lang="en-GB" sz="1600" b="1" dirty="0">
                <a:solidFill>
                  <a:srgbClr val="A2A3BD"/>
                </a:solidFill>
                <a:effectLst/>
                <a:latin typeface="Consolas" panose="020B0609020204030204" pitchFamily="49" charset="0"/>
              </a:rPr>
              <a:t> </a:t>
            </a:r>
            <a:r>
              <a:rPr lang="en-GB" sz="1600" b="1" dirty="0">
                <a:solidFill>
                  <a:srgbClr val="00BC8C"/>
                </a:solidFill>
                <a:effectLst/>
                <a:latin typeface="Consolas" panose="020B0609020204030204" pitchFamily="49" charset="0"/>
              </a:rPr>
              <a:t>public</a:t>
            </a:r>
            <a:r>
              <a:rPr lang="en-GB" sz="1600" b="1" dirty="0">
                <a:solidFill>
                  <a:srgbClr val="A2A3BD"/>
                </a:solidFill>
                <a:effectLst/>
                <a:latin typeface="Consolas" panose="020B0609020204030204" pitchFamily="49" charset="0"/>
              </a:rPr>
              <a:t> </a:t>
            </a:r>
            <a:r>
              <a:rPr lang="en-GB" sz="1600" b="1" dirty="0" err="1">
                <a:solidFill>
                  <a:srgbClr val="A2A3BD"/>
                </a:solidFill>
                <a:effectLst/>
                <a:latin typeface="Consolas" panose="020B0609020204030204" pitchFamily="49" charset="0"/>
              </a:rPr>
              <a:t>calleeAddress</a:t>
            </a:r>
            <a:r>
              <a:rPr lang="en-GB" sz="1600" b="1" dirty="0">
                <a:solidFill>
                  <a:srgbClr val="DCDCDC"/>
                </a:solidFill>
                <a:effectLst/>
                <a:latin typeface="Consolas" panose="020B0609020204030204" pitchFamily="49" charset="0"/>
              </a:rPr>
              <a:t>;</a:t>
            </a:r>
            <a:endParaRPr lang="en-GB" sz="1600" b="1" dirty="0">
              <a:solidFill>
                <a:srgbClr val="A2A3BD"/>
              </a:solidFill>
              <a:effectLst/>
              <a:latin typeface="Consolas" panose="020B0609020204030204" pitchFamily="49" charset="0"/>
            </a:endParaRPr>
          </a:p>
          <a:p>
            <a:pPr>
              <a:buNone/>
            </a:pPr>
            <a:r>
              <a:rPr lang="en-GB" sz="1600" b="1" dirty="0">
                <a:solidFill>
                  <a:srgbClr val="A2A3BD"/>
                </a:solidFill>
                <a:effectLst/>
                <a:latin typeface="Consolas" panose="020B0609020204030204" pitchFamily="49" charset="0"/>
              </a:rPr>
              <a:t>    </a:t>
            </a:r>
            <a:r>
              <a:rPr lang="en-GB" sz="1600" b="1" dirty="0">
                <a:solidFill>
                  <a:srgbClr val="569CD6"/>
                </a:solidFill>
                <a:effectLst/>
                <a:latin typeface="Consolas" panose="020B0609020204030204" pitchFamily="49" charset="0"/>
              </a:rPr>
              <a:t>function</a:t>
            </a:r>
            <a:r>
              <a:rPr lang="en-GB" sz="1600" b="1" dirty="0">
                <a:solidFill>
                  <a:srgbClr val="A2A3BD"/>
                </a:solidFill>
                <a:effectLst/>
                <a:latin typeface="Consolas" panose="020B0609020204030204" pitchFamily="49" charset="0"/>
              </a:rPr>
              <a:t> </a:t>
            </a:r>
            <a:r>
              <a:rPr lang="en-GB" sz="1600" b="1" dirty="0" err="1">
                <a:solidFill>
                  <a:srgbClr val="A2A3BD"/>
                </a:solidFill>
                <a:effectLst/>
                <a:latin typeface="Consolas" panose="020B0609020204030204" pitchFamily="49" charset="0"/>
              </a:rPr>
              <a:t>setCalleeAddress</a:t>
            </a:r>
            <a:r>
              <a:rPr lang="en-GB" sz="1600" b="1" dirty="0">
                <a:solidFill>
                  <a:srgbClr val="DCDCDC"/>
                </a:solidFill>
                <a:effectLst/>
                <a:latin typeface="Consolas" panose="020B0609020204030204" pitchFamily="49" charset="0"/>
              </a:rPr>
              <a:t>(</a:t>
            </a:r>
            <a:r>
              <a:rPr lang="en-GB" sz="1600" b="1" dirty="0">
                <a:solidFill>
                  <a:srgbClr val="569CD6"/>
                </a:solidFill>
                <a:effectLst/>
                <a:latin typeface="Consolas" panose="020B0609020204030204" pitchFamily="49" charset="0"/>
              </a:rPr>
              <a:t>address</a:t>
            </a:r>
            <a:r>
              <a:rPr lang="en-GB" sz="1600" b="1" dirty="0">
                <a:solidFill>
                  <a:srgbClr val="A2A3BD"/>
                </a:solidFill>
                <a:effectLst/>
                <a:latin typeface="Consolas" panose="020B0609020204030204" pitchFamily="49" charset="0"/>
              </a:rPr>
              <a:t> _</a:t>
            </a:r>
            <a:r>
              <a:rPr lang="en-GB" sz="1600" b="1" dirty="0" err="1">
                <a:solidFill>
                  <a:srgbClr val="A2A3BD"/>
                </a:solidFill>
                <a:effectLst/>
                <a:latin typeface="Consolas" panose="020B0609020204030204" pitchFamily="49" charset="0"/>
              </a:rPr>
              <a:t>calleeAddress</a:t>
            </a:r>
            <a:r>
              <a:rPr lang="en-GB" sz="1600" b="1" dirty="0">
                <a:solidFill>
                  <a:srgbClr val="DCDCDC"/>
                </a:solidFill>
                <a:effectLst/>
                <a:latin typeface="Consolas" panose="020B0609020204030204" pitchFamily="49" charset="0"/>
              </a:rPr>
              <a:t>)</a:t>
            </a:r>
            <a:r>
              <a:rPr lang="en-GB" sz="1600" b="1" dirty="0">
                <a:solidFill>
                  <a:srgbClr val="A2A3BD"/>
                </a:solidFill>
                <a:effectLst/>
                <a:latin typeface="Consolas" panose="020B0609020204030204" pitchFamily="49" charset="0"/>
              </a:rPr>
              <a:t> </a:t>
            </a:r>
            <a:r>
              <a:rPr lang="en-GB" sz="1600" b="1" dirty="0">
                <a:solidFill>
                  <a:srgbClr val="00BC8C"/>
                </a:solidFill>
                <a:effectLst/>
                <a:latin typeface="Consolas" panose="020B0609020204030204" pitchFamily="49" charset="0"/>
              </a:rPr>
              <a:t>public</a:t>
            </a:r>
            <a:r>
              <a:rPr lang="en-GB" sz="1600" b="1" dirty="0">
                <a:solidFill>
                  <a:srgbClr val="A2A3BD"/>
                </a:solidFill>
                <a:effectLst/>
                <a:latin typeface="Consolas" panose="020B0609020204030204" pitchFamily="49" charset="0"/>
              </a:rPr>
              <a:t> </a:t>
            </a:r>
            <a:r>
              <a:rPr lang="en-GB" sz="1600" b="1" dirty="0">
                <a:solidFill>
                  <a:srgbClr val="DCDCDC"/>
                </a:solidFill>
                <a:effectLst/>
                <a:latin typeface="Consolas" panose="020B0609020204030204" pitchFamily="49" charset="0"/>
              </a:rPr>
              <a:t>{</a:t>
            </a:r>
            <a:endParaRPr lang="en-GB" sz="1600" b="1" dirty="0">
              <a:solidFill>
                <a:srgbClr val="A2A3BD"/>
              </a:solidFill>
              <a:effectLst/>
              <a:latin typeface="Consolas" panose="020B0609020204030204" pitchFamily="49" charset="0"/>
            </a:endParaRPr>
          </a:p>
          <a:p>
            <a:pPr>
              <a:buNone/>
            </a:pPr>
            <a:r>
              <a:rPr lang="en-GB" sz="1600" b="1" dirty="0">
                <a:solidFill>
                  <a:srgbClr val="A2A3BD"/>
                </a:solidFill>
                <a:effectLst/>
                <a:latin typeface="Consolas" panose="020B0609020204030204" pitchFamily="49" charset="0"/>
              </a:rPr>
              <a:t>        </a:t>
            </a:r>
            <a:r>
              <a:rPr lang="en-GB" sz="1600" b="1" dirty="0" err="1">
                <a:solidFill>
                  <a:srgbClr val="A2A3BD"/>
                </a:solidFill>
                <a:effectLst/>
                <a:latin typeface="Consolas" panose="020B0609020204030204" pitchFamily="49" charset="0"/>
              </a:rPr>
              <a:t>calleeAddress</a:t>
            </a:r>
            <a:r>
              <a:rPr lang="en-GB" sz="1600" b="1" dirty="0">
                <a:solidFill>
                  <a:srgbClr val="A2A3BD"/>
                </a:solidFill>
                <a:effectLst/>
                <a:latin typeface="Consolas" panose="020B0609020204030204" pitchFamily="49" charset="0"/>
              </a:rPr>
              <a:t> </a:t>
            </a:r>
            <a:r>
              <a:rPr lang="en-GB" sz="1600" b="1" dirty="0">
                <a:solidFill>
                  <a:srgbClr val="DCDCDC"/>
                </a:solidFill>
                <a:effectLst/>
                <a:latin typeface="Consolas" panose="020B0609020204030204" pitchFamily="49" charset="0"/>
              </a:rPr>
              <a:t>=</a:t>
            </a:r>
            <a:r>
              <a:rPr lang="en-GB" sz="1600" b="1" dirty="0">
                <a:solidFill>
                  <a:srgbClr val="A2A3BD"/>
                </a:solidFill>
                <a:effectLst/>
                <a:latin typeface="Consolas" panose="020B0609020204030204" pitchFamily="49" charset="0"/>
              </a:rPr>
              <a:t> _</a:t>
            </a:r>
            <a:r>
              <a:rPr lang="en-GB" sz="1600" b="1" dirty="0" err="1">
                <a:solidFill>
                  <a:srgbClr val="A2A3BD"/>
                </a:solidFill>
                <a:effectLst/>
                <a:latin typeface="Consolas" panose="020B0609020204030204" pitchFamily="49" charset="0"/>
              </a:rPr>
              <a:t>calleeAddress</a:t>
            </a:r>
            <a:r>
              <a:rPr lang="en-GB" sz="1600" b="1" dirty="0">
                <a:solidFill>
                  <a:srgbClr val="DCDCDC"/>
                </a:solidFill>
                <a:effectLst/>
                <a:latin typeface="Consolas" panose="020B0609020204030204" pitchFamily="49" charset="0"/>
              </a:rPr>
              <a:t>;</a:t>
            </a:r>
            <a:endParaRPr lang="en-GB" sz="1600" b="1" dirty="0">
              <a:solidFill>
                <a:srgbClr val="A2A3BD"/>
              </a:solidFill>
              <a:effectLst/>
              <a:latin typeface="Consolas" panose="020B0609020204030204" pitchFamily="49" charset="0"/>
            </a:endParaRPr>
          </a:p>
          <a:p>
            <a:pPr>
              <a:buNone/>
            </a:pPr>
            <a:r>
              <a:rPr lang="en-GB" sz="1600" b="1" dirty="0">
                <a:solidFill>
                  <a:srgbClr val="A2A3BD"/>
                </a:solidFill>
                <a:effectLst/>
                <a:latin typeface="Consolas" panose="020B0609020204030204" pitchFamily="49" charset="0"/>
              </a:rPr>
              <a:t>    </a:t>
            </a:r>
            <a:r>
              <a:rPr lang="en-GB" sz="1600" b="1" dirty="0">
                <a:solidFill>
                  <a:srgbClr val="DCDCDC"/>
                </a:solidFill>
                <a:effectLst/>
                <a:latin typeface="Consolas" panose="020B0609020204030204" pitchFamily="49" charset="0"/>
              </a:rPr>
              <a:t>}</a:t>
            </a:r>
            <a:endParaRPr lang="en-GB" sz="1600" b="1" dirty="0">
              <a:solidFill>
                <a:srgbClr val="A2A3BD"/>
              </a:solidFill>
              <a:effectLst/>
              <a:latin typeface="Consolas" panose="020B0609020204030204" pitchFamily="49" charset="0"/>
            </a:endParaRPr>
          </a:p>
          <a:p>
            <a:pPr>
              <a:buNone/>
            </a:pPr>
            <a:r>
              <a:rPr lang="en-GB" sz="1600" b="1" dirty="0">
                <a:solidFill>
                  <a:srgbClr val="A2A3BD"/>
                </a:solidFill>
                <a:effectLst/>
                <a:latin typeface="Consolas" panose="020B0609020204030204" pitchFamily="49" charset="0"/>
              </a:rPr>
              <a:t>    </a:t>
            </a:r>
            <a:r>
              <a:rPr lang="en-GB" sz="1600" b="1" dirty="0">
                <a:solidFill>
                  <a:srgbClr val="569CD6"/>
                </a:solidFill>
                <a:effectLst/>
                <a:latin typeface="Consolas" panose="020B0609020204030204" pitchFamily="49" charset="0"/>
              </a:rPr>
              <a:t>function</a:t>
            </a:r>
            <a:r>
              <a:rPr lang="en-GB" sz="1600" b="1" dirty="0">
                <a:solidFill>
                  <a:srgbClr val="A2A3BD"/>
                </a:solidFill>
                <a:effectLst/>
                <a:latin typeface="Consolas" panose="020B0609020204030204" pitchFamily="49" charset="0"/>
              </a:rPr>
              <a:t> </a:t>
            </a:r>
            <a:r>
              <a:rPr lang="en-GB" sz="1600" b="1" dirty="0" err="1">
                <a:solidFill>
                  <a:srgbClr val="A2A3BD"/>
                </a:solidFill>
                <a:effectLst/>
                <a:latin typeface="Consolas" panose="020B0609020204030204" pitchFamily="49" charset="0"/>
              </a:rPr>
              <a:t>delegateSetLimit</a:t>
            </a:r>
            <a:r>
              <a:rPr lang="en-GB" sz="1600" b="1" dirty="0">
                <a:solidFill>
                  <a:srgbClr val="DCDCDC"/>
                </a:solidFill>
                <a:effectLst/>
                <a:latin typeface="Consolas" panose="020B0609020204030204" pitchFamily="49" charset="0"/>
              </a:rPr>
              <a:t>(</a:t>
            </a:r>
            <a:r>
              <a:rPr lang="en-GB" sz="1600" b="1" dirty="0" err="1">
                <a:solidFill>
                  <a:srgbClr val="569CD6"/>
                </a:solidFill>
                <a:effectLst/>
                <a:latin typeface="Consolas" panose="020B0609020204030204" pitchFamily="49" charset="0"/>
              </a:rPr>
              <a:t>uint</a:t>
            </a:r>
            <a:r>
              <a:rPr lang="en-GB" sz="1600" b="1" dirty="0">
                <a:solidFill>
                  <a:srgbClr val="A2A3BD"/>
                </a:solidFill>
                <a:effectLst/>
                <a:latin typeface="Consolas" panose="020B0609020204030204" pitchFamily="49" charset="0"/>
              </a:rPr>
              <a:t> _</a:t>
            </a:r>
            <a:r>
              <a:rPr lang="en-GB" sz="1600" b="1" dirty="0">
                <a:solidFill>
                  <a:srgbClr val="A2A3BD"/>
                </a:solidFill>
                <a:latin typeface="Consolas" panose="020B0609020204030204" pitchFamily="49" charset="0"/>
              </a:rPr>
              <a:t>limit</a:t>
            </a:r>
            <a:r>
              <a:rPr lang="en-GB" sz="1600" b="1" dirty="0">
                <a:solidFill>
                  <a:srgbClr val="DCDCDC"/>
                </a:solidFill>
                <a:effectLst/>
                <a:latin typeface="Consolas" panose="020B0609020204030204" pitchFamily="49" charset="0"/>
              </a:rPr>
              <a:t>)</a:t>
            </a:r>
            <a:r>
              <a:rPr lang="en-GB" sz="1600" b="1" dirty="0">
                <a:solidFill>
                  <a:srgbClr val="A2A3BD"/>
                </a:solidFill>
                <a:effectLst/>
                <a:latin typeface="Consolas" panose="020B0609020204030204" pitchFamily="49" charset="0"/>
              </a:rPr>
              <a:t> </a:t>
            </a:r>
            <a:r>
              <a:rPr lang="en-GB" sz="1600" b="1" dirty="0">
                <a:solidFill>
                  <a:srgbClr val="00BC8C"/>
                </a:solidFill>
                <a:effectLst/>
                <a:latin typeface="Consolas" panose="020B0609020204030204" pitchFamily="49" charset="0"/>
              </a:rPr>
              <a:t>public</a:t>
            </a:r>
            <a:r>
              <a:rPr lang="en-GB" sz="1600" b="1" dirty="0">
                <a:solidFill>
                  <a:srgbClr val="A2A3BD"/>
                </a:solidFill>
                <a:effectLst/>
                <a:latin typeface="Consolas" panose="020B0609020204030204" pitchFamily="49" charset="0"/>
              </a:rPr>
              <a:t> </a:t>
            </a:r>
            <a:r>
              <a:rPr lang="en-GB" sz="1600" b="1" dirty="0">
                <a:solidFill>
                  <a:srgbClr val="DCDCDC"/>
                </a:solidFill>
                <a:effectLst/>
                <a:latin typeface="Consolas" panose="020B0609020204030204" pitchFamily="49" charset="0"/>
              </a:rPr>
              <a:t>{</a:t>
            </a:r>
            <a:endParaRPr lang="en-GB" sz="1600" b="1" dirty="0">
              <a:solidFill>
                <a:srgbClr val="A2A3BD"/>
              </a:solidFill>
              <a:effectLst/>
              <a:latin typeface="Consolas" panose="020B0609020204030204" pitchFamily="49" charset="0"/>
            </a:endParaRPr>
          </a:p>
          <a:p>
            <a:pPr>
              <a:buNone/>
            </a:pPr>
            <a:r>
              <a:rPr lang="en-GB" sz="1600" b="1" dirty="0">
                <a:solidFill>
                  <a:srgbClr val="A2A3BD"/>
                </a:solidFill>
                <a:effectLst/>
                <a:latin typeface="Consolas" panose="020B0609020204030204" pitchFamily="49" charset="0"/>
              </a:rPr>
              <a:t>        </a:t>
            </a:r>
            <a:r>
              <a:rPr lang="en-GB" sz="1600" b="1" dirty="0">
                <a:solidFill>
                  <a:srgbClr val="DCDCDC"/>
                </a:solidFill>
                <a:effectLst/>
                <a:latin typeface="Consolas" panose="020B0609020204030204" pitchFamily="49" charset="0"/>
              </a:rPr>
              <a:t>(</a:t>
            </a:r>
            <a:r>
              <a:rPr lang="en-GB" sz="1600" b="1" dirty="0">
                <a:solidFill>
                  <a:srgbClr val="569CD6"/>
                </a:solidFill>
                <a:effectLst/>
                <a:latin typeface="Consolas" panose="020B0609020204030204" pitchFamily="49" charset="0"/>
              </a:rPr>
              <a:t>bool</a:t>
            </a:r>
            <a:r>
              <a:rPr lang="en-GB" sz="1600" b="1" dirty="0">
                <a:solidFill>
                  <a:srgbClr val="A2A3BD"/>
                </a:solidFill>
                <a:effectLst/>
                <a:latin typeface="Consolas" panose="020B0609020204030204" pitchFamily="49" charset="0"/>
              </a:rPr>
              <a:t> success</a:t>
            </a:r>
            <a:r>
              <a:rPr lang="en-GB" sz="1600" b="1" dirty="0">
                <a:solidFill>
                  <a:srgbClr val="DCDCDC"/>
                </a:solidFill>
                <a:effectLst/>
                <a:latin typeface="Consolas" panose="020B0609020204030204" pitchFamily="49" charset="0"/>
              </a:rPr>
              <a:t>,</a:t>
            </a:r>
            <a:r>
              <a:rPr lang="en-GB" sz="1600" b="1" dirty="0">
                <a:solidFill>
                  <a:srgbClr val="A2A3BD"/>
                </a:solidFill>
                <a:effectLst/>
                <a:latin typeface="Consolas" panose="020B0609020204030204" pitchFamily="49" charset="0"/>
              </a:rPr>
              <a:t> </a:t>
            </a:r>
            <a:r>
              <a:rPr lang="en-GB" sz="1600" b="1" dirty="0">
                <a:solidFill>
                  <a:srgbClr val="375A7F"/>
                </a:solidFill>
                <a:effectLst/>
                <a:latin typeface="Consolas" panose="020B0609020204030204" pitchFamily="49" charset="0"/>
              </a:rPr>
              <a:t>bytes</a:t>
            </a:r>
            <a:r>
              <a:rPr lang="en-GB" sz="1600" b="1" dirty="0">
                <a:solidFill>
                  <a:srgbClr val="A2A3BD"/>
                </a:solidFill>
                <a:effectLst/>
                <a:latin typeface="Consolas" panose="020B0609020204030204" pitchFamily="49" charset="0"/>
              </a:rPr>
              <a:t> </a:t>
            </a:r>
            <a:r>
              <a:rPr lang="en-GB" sz="1600" b="1" dirty="0">
                <a:solidFill>
                  <a:srgbClr val="9E7E08"/>
                </a:solidFill>
                <a:effectLst/>
                <a:latin typeface="Consolas" panose="020B0609020204030204" pitchFamily="49" charset="0"/>
              </a:rPr>
              <a:t>memory</a:t>
            </a:r>
            <a:r>
              <a:rPr lang="en-GB" sz="1600" b="1" dirty="0">
                <a:solidFill>
                  <a:srgbClr val="A2A3BD"/>
                </a:solidFill>
                <a:effectLst/>
                <a:latin typeface="Consolas" panose="020B0609020204030204" pitchFamily="49" charset="0"/>
              </a:rPr>
              <a:t> data</a:t>
            </a:r>
            <a:r>
              <a:rPr lang="en-GB" sz="1600" b="1" dirty="0">
                <a:solidFill>
                  <a:srgbClr val="DCDCDC"/>
                </a:solidFill>
                <a:effectLst/>
                <a:latin typeface="Consolas" panose="020B0609020204030204" pitchFamily="49" charset="0"/>
              </a:rPr>
              <a:t>)</a:t>
            </a:r>
            <a:r>
              <a:rPr lang="en-GB" sz="1600" b="1" dirty="0">
                <a:solidFill>
                  <a:srgbClr val="A2A3BD"/>
                </a:solidFill>
                <a:effectLst/>
                <a:latin typeface="Consolas" panose="020B0609020204030204" pitchFamily="49" charset="0"/>
              </a:rPr>
              <a:t> </a:t>
            </a:r>
            <a:r>
              <a:rPr lang="en-GB" sz="1600" b="1" dirty="0">
                <a:solidFill>
                  <a:srgbClr val="DCDCDC"/>
                </a:solidFill>
                <a:effectLst/>
                <a:latin typeface="Consolas" panose="020B0609020204030204" pitchFamily="49" charset="0"/>
              </a:rPr>
              <a:t>=</a:t>
            </a:r>
            <a:r>
              <a:rPr lang="en-GB" sz="1600" b="1" dirty="0">
                <a:solidFill>
                  <a:srgbClr val="A2A3BD"/>
                </a:solidFill>
                <a:effectLst/>
                <a:latin typeface="Consolas" panose="020B0609020204030204" pitchFamily="49" charset="0"/>
              </a:rPr>
              <a:t> </a:t>
            </a:r>
            <a:r>
              <a:rPr lang="en-GB" sz="1600" b="1" dirty="0" err="1">
                <a:solidFill>
                  <a:srgbClr val="A2A3BD"/>
                </a:solidFill>
                <a:effectLst/>
                <a:latin typeface="Consolas" panose="020B0609020204030204" pitchFamily="49" charset="0"/>
              </a:rPr>
              <a:t>calleeAddress</a:t>
            </a:r>
            <a:r>
              <a:rPr lang="en-GB" sz="1600" b="1" dirty="0" err="1">
                <a:solidFill>
                  <a:srgbClr val="DCDCDC"/>
                </a:solidFill>
                <a:effectLst/>
                <a:latin typeface="Consolas" panose="020B0609020204030204" pitchFamily="49" charset="0"/>
              </a:rPr>
              <a:t>.</a:t>
            </a:r>
            <a:r>
              <a:rPr lang="en-GB" sz="1600" b="1" dirty="0" err="1">
                <a:solidFill>
                  <a:srgbClr val="A2A3BD"/>
                </a:solidFill>
                <a:effectLst/>
                <a:latin typeface="Consolas" panose="020B0609020204030204" pitchFamily="49" charset="0"/>
              </a:rPr>
              <a:t>delegatecall</a:t>
            </a:r>
            <a:r>
              <a:rPr lang="en-GB" sz="1600" b="1" dirty="0">
                <a:solidFill>
                  <a:srgbClr val="DCDCDC"/>
                </a:solidFill>
                <a:effectLst/>
                <a:latin typeface="Consolas" panose="020B0609020204030204" pitchFamily="49" charset="0"/>
              </a:rPr>
              <a:t>(</a:t>
            </a:r>
            <a:endParaRPr lang="en-GB" sz="1600" b="1" dirty="0">
              <a:solidFill>
                <a:srgbClr val="A2A3BD"/>
              </a:solidFill>
              <a:effectLst/>
              <a:latin typeface="Consolas" panose="020B0609020204030204" pitchFamily="49" charset="0"/>
            </a:endParaRPr>
          </a:p>
          <a:p>
            <a:pPr>
              <a:buNone/>
            </a:pPr>
            <a:r>
              <a:rPr lang="en-GB" sz="1600" b="1" dirty="0">
                <a:solidFill>
                  <a:srgbClr val="A2A3BD"/>
                </a:solidFill>
                <a:effectLst/>
                <a:latin typeface="Consolas" panose="020B0609020204030204" pitchFamily="49" charset="0"/>
              </a:rPr>
              <a:t>            </a:t>
            </a:r>
            <a:r>
              <a:rPr lang="en-GB" sz="1600" b="1" dirty="0" err="1">
                <a:solidFill>
                  <a:srgbClr val="375A7F"/>
                </a:solidFill>
                <a:effectLst/>
                <a:latin typeface="Consolas" panose="020B0609020204030204" pitchFamily="49" charset="0"/>
              </a:rPr>
              <a:t>abi</a:t>
            </a:r>
            <a:r>
              <a:rPr lang="en-GB" sz="1600" b="1" dirty="0" err="1">
                <a:solidFill>
                  <a:srgbClr val="DCDCDC"/>
                </a:solidFill>
                <a:effectLst/>
                <a:latin typeface="Consolas" panose="020B0609020204030204" pitchFamily="49" charset="0"/>
              </a:rPr>
              <a:t>.</a:t>
            </a:r>
            <a:r>
              <a:rPr lang="en-GB" sz="1600" b="1" dirty="0" err="1">
                <a:solidFill>
                  <a:srgbClr val="A2A3BD"/>
                </a:solidFill>
                <a:effectLst/>
                <a:latin typeface="Consolas" panose="020B0609020204030204" pitchFamily="49" charset="0"/>
              </a:rPr>
              <a:t>encodeWithSignature</a:t>
            </a:r>
            <a:r>
              <a:rPr lang="en-GB" sz="1600" b="1" dirty="0">
                <a:solidFill>
                  <a:srgbClr val="DCDCDC"/>
                </a:solidFill>
                <a:effectLst/>
                <a:latin typeface="Consolas" panose="020B0609020204030204" pitchFamily="49" charset="0"/>
              </a:rPr>
              <a:t>(</a:t>
            </a:r>
            <a:r>
              <a:rPr lang="en-GB" sz="1600" b="1" dirty="0">
                <a:solidFill>
                  <a:srgbClr val="CE9178"/>
                </a:solidFill>
                <a:effectLst/>
                <a:latin typeface="Consolas" panose="020B0609020204030204" pitchFamily="49" charset="0"/>
              </a:rPr>
              <a:t>"</a:t>
            </a:r>
            <a:r>
              <a:rPr lang="en-GB" sz="1600" b="1" dirty="0" err="1">
                <a:solidFill>
                  <a:srgbClr val="CE9178"/>
                </a:solidFill>
                <a:effectLst/>
                <a:latin typeface="Consolas" panose="020B0609020204030204" pitchFamily="49" charset="0"/>
              </a:rPr>
              <a:t>setLimit</a:t>
            </a:r>
            <a:r>
              <a:rPr lang="en-GB" sz="1600" b="1" dirty="0">
                <a:solidFill>
                  <a:srgbClr val="CE9178"/>
                </a:solidFill>
                <a:effectLst/>
                <a:latin typeface="Consolas" panose="020B0609020204030204" pitchFamily="49" charset="0"/>
              </a:rPr>
              <a:t>(uint256)"</a:t>
            </a:r>
            <a:r>
              <a:rPr lang="en-GB" sz="1600" b="1" dirty="0">
                <a:solidFill>
                  <a:srgbClr val="DCDCDC"/>
                </a:solidFill>
                <a:effectLst/>
                <a:latin typeface="Consolas" panose="020B0609020204030204" pitchFamily="49" charset="0"/>
              </a:rPr>
              <a:t>,</a:t>
            </a:r>
            <a:r>
              <a:rPr lang="en-GB" sz="1600" b="1" dirty="0">
                <a:solidFill>
                  <a:srgbClr val="A2A3BD"/>
                </a:solidFill>
                <a:effectLst/>
                <a:latin typeface="Consolas" panose="020B0609020204030204" pitchFamily="49" charset="0"/>
              </a:rPr>
              <a:t> _</a:t>
            </a:r>
            <a:r>
              <a:rPr lang="en-GB" sz="1600" b="1" dirty="0">
                <a:solidFill>
                  <a:srgbClr val="A2A3BD"/>
                </a:solidFill>
                <a:latin typeface="Consolas" panose="020B0609020204030204" pitchFamily="49" charset="0"/>
              </a:rPr>
              <a:t> limit</a:t>
            </a:r>
            <a:r>
              <a:rPr lang="en-GB" sz="1600" b="1" dirty="0">
                <a:solidFill>
                  <a:srgbClr val="DCDCDC"/>
                </a:solidFill>
                <a:effectLst/>
                <a:latin typeface="Consolas" panose="020B0609020204030204" pitchFamily="49" charset="0"/>
              </a:rPr>
              <a:t>)</a:t>
            </a:r>
            <a:endParaRPr lang="en-GB" sz="1600" b="1" dirty="0">
              <a:solidFill>
                <a:srgbClr val="A2A3BD"/>
              </a:solidFill>
              <a:effectLst/>
              <a:latin typeface="Consolas" panose="020B0609020204030204" pitchFamily="49" charset="0"/>
            </a:endParaRPr>
          </a:p>
          <a:p>
            <a:pPr>
              <a:buNone/>
            </a:pPr>
            <a:r>
              <a:rPr lang="en-GB" sz="1600" b="1" dirty="0">
                <a:solidFill>
                  <a:srgbClr val="A2A3BD"/>
                </a:solidFill>
                <a:effectLst/>
                <a:latin typeface="Consolas" panose="020B0609020204030204" pitchFamily="49" charset="0"/>
              </a:rPr>
              <a:t>        </a:t>
            </a:r>
            <a:r>
              <a:rPr lang="en-GB" sz="1600" b="1" dirty="0">
                <a:solidFill>
                  <a:srgbClr val="DCDCDC"/>
                </a:solidFill>
                <a:effectLst/>
                <a:latin typeface="Consolas" panose="020B0609020204030204" pitchFamily="49" charset="0"/>
              </a:rPr>
              <a:t>);</a:t>
            </a:r>
            <a:endParaRPr lang="en-GB" sz="1600" b="1" dirty="0">
              <a:solidFill>
                <a:srgbClr val="A2A3BD"/>
              </a:solidFill>
              <a:effectLst/>
              <a:latin typeface="Consolas" panose="020B0609020204030204" pitchFamily="49" charset="0"/>
            </a:endParaRPr>
          </a:p>
          <a:p>
            <a:pPr>
              <a:buNone/>
            </a:pPr>
            <a:r>
              <a:rPr lang="en-GB" sz="1600" b="1" dirty="0">
                <a:solidFill>
                  <a:srgbClr val="A2A3BD"/>
                </a:solidFill>
                <a:effectLst/>
                <a:latin typeface="Consolas" panose="020B0609020204030204" pitchFamily="49" charset="0"/>
              </a:rPr>
              <a:t>        </a:t>
            </a:r>
            <a:r>
              <a:rPr lang="en-GB" sz="1600" b="1" dirty="0">
                <a:solidFill>
                  <a:srgbClr val="375A7F"/>
                </a:solidFill>
                <a:effectLst/>
                <a:latin typeface="Consolas" panose="020B0609020204030204" pitchFamily="49" charset="0"/>
              </a:rPr>
              <a:t>require</a:t>
            </a:r>
            <a:r>
              <a:rPr lang="en-GB" sz="1600" b="1" dirty="0">
                <a:solidFill>
                  <a:srgbClr val="DCDCDC"/>
                </a:solidFill>
                <a:effectLst/>
                <a:latin typeface="Consolas" panose="020B0609020204030204" pitchFamily="49" charset="0"/>
              </a:rPr>
              <a:t>(</a:t>
            </a:r>
            <a:r>
              <a:rPr lang="en-GB" sz="1600" b="1" dirty="0">
                <a:solidFill>
                  <a:srgbClr val="A2A3BD"/>
                </a:solidFill>
                <a:effectLst/>
                <a:latin typeface="Consolas" panose="020B0609020204030204" pitchFamily="49" charset="0"/>
              </a:rPr>
              <a:t>success</a:t>
            </a:r>
            <a:r>
              <a:rPr lang="en-GB" sz="1600" b="1" dirty="0">
                <a:solidFill>
                  <a:srgbClr val="DCDCDC"/>
                </a:solidFill>
                <a:effectLst/>
                <a:latin typeface="Consolas" panose="020B0609020204030204" pitchFamily="49" charset="0"/>
              </a:rPr>
              <a:t>,</a:t>
            </a:r>
            <a:r>
              <a:rPr lang="en-GB" sz="1600" b="1" dirty="0">
                <a:solidFill>
                  <a:srgbClr val="A2A3BD"/>
                </a:solidFill>
                <a:effectLst/>
                <a:latin typeface="Consolas" panose="020B0609020204030204" pitchFamily="49" charset="0"/>
              </a:rPr>
              <a:t> </a:t>
            </a:r>
            <a:r>
              <a:rPr lang="en-GB" sz="1600" b="1" dirty="0">
                <a:solidFill>
                  <a:srgbClr val="CE9178"/>
                </a:solidFill>
                <a:effectLst/>
                <a:latin typeface="Consolas" panose="020B0609020204030204" pitchFamily="49" charset="0"/>
              </a:rPr>
              <a:t>"</a:t>
            </a:r>
            <a:r>
              <a:rPr lang="en-GB" sz="1600" b="1" dirty="0" err="1">
                <a:solidFill>
                  <a:srgbClr val="CE9178"/>
                </a:solidFill>
                <a:effectLst/>
                <a:latin typeface="Consolas" panose="020B0609020204030204" pitchFamily="49" charset="0"/>
              </a:rPr>
              <a:t>delegatecall</a:t>
            </a:r>
            <a:r>
              <a:rPr lang="en-GB" sz="1600" b="1" dirty="0">
                <a:solidFill>
                  <a:srgbClr val="CE9178"/>
                </a:solidFill>
                <a:effectLst/>
                <a:latin typeface="Consolas" panose="020B0609020204030204" pitchFamily="49" charset="0"/>
              </a:rPr>
              <a:t> failed"</a:t>
            </a:r>
            <a:r>
              <a:rPr lang="en-GB" sz="1600" b="1" dirty="0">
                <a:solidFill>
                  <a:srgbClr val="DCDCDC"/>
                </a:solidFill>
                <a:effectLst/>
                <a:latin typeface="Consolas" panose="020B0609020204030204" pitchFamily="49" charset="0"/>
              </a:rPr>
              <a:t>);</a:t>
            </a:r>
            <a:endParaRPr lang="en-GB" sz="1600" b="1" dirty="0">
              <a:solidFill>
                <a:srgbClr val="A2A3BD"/>
              </a:solidFill>
              <a:effectLst/>
              <a:latin typeface="Consolas" panose="020B0609020204030204" pitchFamily="49" charset="0"/>
            </a:endParaRPr>
          </a:p>
          <a:p>
            <a:pPr>
              <a:buNone/>
            </a:pPr>
            <a:r>
              <a:rPr lang="en-GB" sz="1600" b="1" dirty="0">
                <a:solidFill>
                  <a:srgbClr val="A2A3BD"/>
                </a:solidFill>
                <a:effectLst/>
                <a:latin typeface="Consolas" panose="020B0609020204030204" pitchFamily="49" charset="0"/>
              </a:rPr>
              <a:t>    </a:t>
            </a:r>
            <a:r>
              <a:rPr lang="en-GB" sz="1600" b="1" dirty="0">
                <a:solidFill>
                  <a:srgbClr val="DCDCDC"/>
                </a:solidFill>
                <a:effectLst/>
                <a:latin typeface="Consolas" panose="020B0609020204030204" pitchFamily="49" charset="0"/>
              </a:rPr>
              <a:t>}</a:t>
            </a:r>
            <a:endParaRPr lang="en-GB" sz="1600" b="1" dirty="0">
              <a:solidFill>
                <a:srgbClr val="A2A3BD"/>
              </a:solidFill>
              <a:effectLst/>
              <a:latin typeface="Consolas" panose="020B0609020204030204" pitchFamily="49" charset="0"/>
            </a:endParaRPr>
          </a:p>
          <a:p>
            <a:pPr>
              <a:buNone/>
            </a:pPr>
            <a:r>
              <a:rPr lang="en-GB" sz="1600" b="1" dirty="0">
                <a:solidFill>
                  <a:srgbClr val="DCDCDC"/>
                </a:solidFill>
                <a:effectLst/>
                <a:latin typeface="Consolas" panose="020B0609020204030204" pitchFamily="49" charset="0"/>
              </a:rPr>
              <a:t>}</a:t>
            </a:r>
            <a:endParaRPr lang="en-GB" sz="1600" b="1" dirty="0">
              <a:solidFill>
                <a:srgbClr val="A2A3BD"/>
              </a:solidFill>
              <a:effectLst/>
              <a:latin typeface="Consolas" panose="020B0609020204030204" pitchFamily="49" charset="0"/>
            </a:endParaRPr>
          </a:p>
        </p:txBody>
      </p:sp>
    </p:spTree>
    <p:extLst>
      <p:ext uri="{BB962C8B-B14F-4D97-AF65-F5344CB8AC3E}">
        <p14:creationId xmlns:p14="http://schemas.microsoft.com/office/powerpoint/2010/main" val="17079940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7B44D-6ABA-BAE9-0B15-0E04260B296A}"/>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F4C126E8-0DD5-6990-C139-641F88251179}"/>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29608F33-6FD6-1B66-0BBD-EB56281AEDBA}"/>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A2F7CFFF-3C14-9F7A-D4BB-EB4EC4411DBC}"/>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Smart Contract Security – </a:t>
            </a:r>
            <a:r>
              <a:rPr lang="en-US" sz="3200" dirty="0" err="1">
                <a:solidFill>
                  <a:srgbClr val="FFFFFF"/>
                </a:solidFill>
                <a:latin typeface="Arial"/>
                <a:cs typeface="Arial"/>
              </a:rPr>
              <a:t>Delegatecall</a:t>
            </a:r>
            <a:r>
              <a:rPr lang="en-US" sz="3200" dirty="0">
                <a:solidFill>
                  <a:srgbClr val="FFFFFF"/>
                </a:solidFill>
                <a:latin typeface="Arial"/>
                <a:cs typeface="Arial"/>
              </a:rPr>
              <a:t> Abuse</a:t>
            </a:r>
          </a:p>
        </p:txBody>
      </p:sp>
      <p:sp>
        <p:nvSpPr>
          <p:cNvPr id="216" name="Rectangle 215">
            <a:extLst>
              <a:ext uri="{FF2B5EF4-FFF2-40B4-BE49-F238E27FC236}">
                <a16:creationId xmlns:a16="http://schemas.microsoft.com/office/drawing/2014/main" id="{A5EE84E2-778D-4648-D3F6-FFE80F4BF8ED}"/>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B29029E6-C42C-998D-A07A-22A8F67A8269}"/>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3" name="Content Placeholder 2">
            <a:extLst>
              <a:ext uri="{FF2B5EF4-FFF2-40B4-BE49-F238E27FC236}">
                <a16:creationId xmlns:a16="http://schemas.microsoft.com/office/drawing/2014/main" id="{BE66A333-476A-F641-5EE4-1B1A6AFE3E00}"/>
              </a:ext>
            </a:extLst>
          </p:cNvPr>
          <p:cNvSpPr txBox="1">
            <a:spLocks/>
          </p:cNvSpPr>
          <p:nvPr/>
        </p:nvSpPr>
        <p:spPr>
          <a:xfrm>
            <a:off x="220384" y="1532587"/>
            <a:ext cx="11743016" cy="4887878"/>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600" dirty="0" err="1"/>
              <a:t>Delegatecall</a:t>
            </a:r>
            <a:r>
              <a:rPr lang="en-GB" sz="3600" dirty="0"/>
              <a:t> is a low-level function to delegate execution to other contracts.</a:t>
            </a:r>
          </a:p>
          <a:p>
            <a:pPr>
              <a:lnSpc>
                <a:spcPct val="100000"/>
              </a:lnSpc>
              <a:buFont typeface="Wingdings" panose="05000000000000000000" pitchFamily="2" charset="2"/>
              <a:buChar char="§"/>
            </a:pPr>
            <a:r>
              <a:rPr lang="en-GB" sz="3600" dirty="0"/>
              <a:t>This function enables upgradeability but also contains a public state variable which points to the logic contract.</a:t>
            </a:r>
          </a:p>
          <a:p>
            <a:pPr>
              <a:lnSpc>
                <a:spcPct val="100000"/>
              </a:lnSpc>
              <a:buFont typeface="Wingdings" panose="05000000000000000000" pitchFamily="2" charset="2"/>
              <a:buChar char="§"/>
            </a:pPr>
            <a:r>
              <a:rPr lang="en-GB" sz="3600" dirty="0"/>
              <a:t>An attacker may point this </a:t>
            </a:r>
            <a:r>
              <a:rPr lang="en-GB" sz="3600" dirty="0" err="1"/>
              <a:t>delegatecall</a:t>
            </a:r>
            <a:r>
              <a:rPr lang="en-GB" sz="3600" dirty="0"/>
              <a:t> to malicious code.</a:t>
            </a:r>
          </a:p>
          <a:p>
            <a:pPr>
              <a:lnSpc>
                <a:spcPct val="100000"/>
              </a:lnSpc>
              <a:buFont typeface="Wingdings" panose="05000000000000000000" pitchFamily="2" charset="2"/>
              <a:buChar char="§"/>
            </a:pPr>
            <a:r>
              <a:rPr lang="en-GB" sz="3600" dirty="0"/>
              <a:t>Since that code runs with full access to caller’s storage, attacker overwrites critical variables.</a:t>
            </a:r>
          </a:p>
          <a:p>
            <a:pPr>
              <a:lnSpc>
                <a:spcPct val="100000"/>
              </a:lnSpc>
              <a:buFont typeface="Wingdings" panose="05000000000000000000" pitchFamily="2" charset="2"/>
              <a:buChar char="§"/>
            </a:pPr>
            <a:r>
              <a:rPr lang="en-GB" sz="3600" dirty="0"/>
              <a:t>To prevent the attack, let only the owner change the implementation address.</a:t>
            </a:r>
            <a:endParaRPr lang="en-GB" sz="3400" dirty="0"/>
          </a:p>
        </p:txBody>
      </p:sp>
    </p:spTree>
    <p:extLst>
      <p:ext uri="{BB962C8B-B14F-4D97-AF65-F5344CB8AC3E}">
        <p14:creationId xmlns:p14="http://schemas.microsoft.com/office/powerpoint/2010/main" val="4226379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D821D-3074-D52C-F413-2703E4027759}"/>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EC593191-CABA-C79C-7817-1CFE30FE124F}"/>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95251F76-4BDC-83A8-B9AA-3EA6EBC2BAF3}"/>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2D942EC6-1ACA-5E34-3530-2B03B8ECC377}"/>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Smart Contract Security – Unchecked External Calls</a:t>
            </a:r>
          </a:p>
        </p:txBody>
      </p:sp>
      <p:sp>
        <p:nvSpPr>
          <p:cNvPr id="216" name="Rectangle 215">
            <a:extLst>
              <a:ext uri="{FF2B5EF4-FFF2-40B4-BE49-F238E27FC236}">
                <a16:creationId xmlns:a16="http://schemas.microsoft.com/office/drawing/2014/main" id="{98D89AB6-C38C-DE2E-A521-92EB90C6984E}"/>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E2444FE7-E9A0-CDCF-9EB8-F3CA1ADBE773}"/>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3" name="Content Placeholder 2">
            <a:extLst>
              <a:ext uri="{FF2B5EF4-FFF2-40B4-BE49-F238E27FC236}">
                <a16:creationId xmlns:a16="http://schemas.microsoft.com/office/drawing/2014/main" id="{23F1C64A-F98F-A08C-AB0A-9FC4B8B78157}"/>
              </a:ext>
            </a:extLst>
          </p:cNvPr>
          <p:cNvSpPr txBox="1">
            <a:spLocks/>
          </p:cNvSpPr>
          <p:nvPr/>
        </p:nvSpPr>
        <p:spPr>
          <a:xfrm>
            <a:off x="220384" y="1532587"/>
            <a:ext cx="11743016" cy="4887878"/>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600" dirty="0"/>
              <a:t>Unchecked External Calls: calling another contract and assuming it succeeded without verifying the results.</a:t>
            </a:r>
          </a:p>
          <a:p>
            <a:pPr>
              <a:lnSpc>
                <a:spcPct val="100000"/>
              </a:lnSpc>
              <a:buFont typeface="Wingdings" panose="05000000000000000000" pitchFamily="2" charset="2"/>
              <a:buChar char="§"/>
            </a:pPr>
            <a:r>
              <a:rPr lang="en-GB" sz="3600" dirty="0"/>
              <a:t>Consequently, the states are updated based on false assumption that the external call had succeeded.</a:t>
            </a:r>
          </a:p>
          <a:p>
            <a:pPr>
              <a:lnSpc>
                <a:spcPct val="100000"/>
              </a:lnSpc>
              <a:buFont typeface="Wingdings" panose="05000000000000000000" pitchFamily="2" charset="2"/>
              <a:buChar char="§"/>
            </a:pPr>
            <a:r>
              <a:rPr lang="en-GB" sz="3600" dirty="0"/>
              <a:t>May result in loss of funds, accounting errors, privilege escalation.</a:t>
            </a:r>
          </a:p>
          <a:p>
            <a:pPr>
              <a:lnSpc>
                <a:spcPct val="100000"/>
              </a:lnSpc>
              <a:buFont typeface="Wingdings" panose="05000000000000000000" pitchFamily="2" charset="2"/>
              <a:buChar char="§"/>
            </a:pPr>
            <a:r>
              <a:rPr lang="en-GB" sz="3600" dirty="0"/>
              <a:t>Attackers intentional cause external calls to fail at the right moment.</a:t>
            </a:r>
          </a:p>
          <a:p>
            <a:pPr>
              <a:lnSpc>
                <a:spcPct val="100000"/>
              </a:lnSpc>
              <a:buFont typeface="Wingdings" panose="05000000000000000000" pitchFamily="2" charset="2"/>
              <a:buChar char="§"/>
            </a:pPr>
            <a:r>
              <a:rPr lang="en-GB" sz="3600" dirty="0"/>
              <a:t>To prevent such attacks, </a:t>
            </a:r>
            <a:r>
              <a:rPr lang="en-GB" sz="3600" i="1" dirty="0"/>
              <a:t>require</a:t>
            </a:r>
            <a:r>
              <a:rPr lang="en-GB" sz="3600" dirty="0"/>
              <a:t> success; prefer using interfaces supporting reverting.</a:t>
            </a:r>
            <a:endParaRPr lang="en-GB" sz="3400" dirty="0"/>
          </a:p>
        </p:txBody>
      </p:sp>
    </p:spTree>
    <p:extLst>
      <p:ext uri="{BB962C8B-B14F-4D97-AF65-F5344CB8AC3E}">
        <p14:creationId xmlns:p14="http://schemas.microsoft.com/office/powerpoint/2010/main" val="2782678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B1F2C-5A6D-AA01-DD69-245DFA594217}"/>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72236A51-72B1-737F-6A6C-4E15A88AE535}"/>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2F98CD5E-FA65-8C57-4BC9-24C9FCF0ADA4}"/>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79B34744-9D11-7EF6-57AE-17296C6236DE}"/>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Smart Contract Security – Price Oracle Exploits</a:t>
            </a:r>
          </a:p>
        </p:txBody>
      </p:sp>
      <p:sp>
        <p:nvSpPr>
          <p:cNvPr id="216" name="Rectangle 215">
            <a:extLst>
              <a:ext uri="{FF2B5EF4-FFF2-40B4-BE49-F238E27FC236}">
                <a16:creationId xmlns:a16="http://schemas.microsoft.com/office/drawing/2014/main" id="{5E27FEC5-10A2-1AEB-2930-56012F52701F}"/>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E5C1E585-9595-C3FC-D762-04CECF93499C}"/>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3" name="Content Placeholder 2">
            <a:extLst>
              <a:ext uri="{FF2B5EF4-FFF2-40B4-BE49-F238E27FC236}">
                <a16:creationId xmlns:a16="http://schemas.microsoft.com/office/drawing/2014/main" id="{C760FE1F-3CCD-E5BD-17F5-6E82503FCC98}"/>
              </a:ext>
            </a:extLst>
          </p:cNvPr>
          <p:cNvSpPr txBox="1">
            <a:spLocks/>
          </p:cNvSpPr>
          <p:nvPr/>
        </p:nvSpPr>
        <p:spPr>
          <a:xfrm>
            <a:off x="220384" y="1532587"/>
            <a:ext cx="11743016" cy="4887878"/>
          </a:xfrm>
          <a:prstGeom prst="rect">
            <a:avLst/>
          </a:prstGeom>
        </p:spPr>
        <p:txBody>
          <a:bodyPr>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600" dirty="0"/>
              <a:t>Price Oracle Exploits happen when prices of an asset change during on-chain execution.</a:t>
            </a:r>
          </a:p>
          <a:p>
            <a:pPr>
              <a:lnSpc>
                <a:spcPct val="100000"/>
              </a:lnSpc>
              <a:buFont typeface="Wingdings" panose="05000000000000000000" pitchFamily="2" charset="2"/>
              <a:buChar char="§"/>
            </a:pPr>
            <a:r>
              <a:rPr lang="en-GB" sz="3600" dirty="0"/>
              <a:t>The attacker manipulates the price source which the contract relies on (often a low liquidity DEX pair).</a:t>
            </a:r>
          </a:p>
          <a:p>
            <a:pPr>
              <a:lnSpc>
                <a:spcPct val="100000"/>
              </a:lnSpc>
              <a:buFont typeface="Wingdings" panose="05000000000000000000" pitchFamily="2" charset="2"/>
              <a:buChar char="§"/>
            </a:pPr>
            <a:r>
              <a:rPr lang="en-GB" sz="3600" dirty="0"/>
              <a:t>They use flash loans or large capital to move price sharply for a short window.</a:t>
            </a:r>
          </a:p>
          <a:p>
            <a:pPr>
              <a:lnSpc>
                <a:spcPct val="100000"/>
              </a:lnSpc>
              <a:buFont typeface="Wingdings" panose="05000000000000000000" pitchFamily="2" charset="2"/>
              <a:buChar char="§"/>
            </a:pPr>
            <a:r>
              <a:rPr lang="en-GB" sz="3600" dirty="0"/>
              <a:t>The contract reads old prices and executes a swap or trade at a loss.</a:t>
            </a:r>
          </a:p>
          <a:p>
            <a:pPr>
              <a:lnSpc>
                <a:spcPct val="100000"/>
              </a:lnSpc>
              <a:buFont typeface="Wingdings" panose="05000000000000000000" pitchFamily="2" charset="2"/>
              <a:buChar char="§"/>
            </a:pPr>
            <a:r>
              <a:rPr lang="en-GB" sz="3600" dirty="0"/>
              <a:t>The attacker immediately reverses the price in same or next block.</a:t>
            </a:r>
          </a:p>
          <a:p>
            <a:pPr>
              <a:lnSpc>
                <a:spcPct val="100000"/>
              </a:lnSpc>
              <a:buFont typeface="Wingdings" panose="05000000000000000000" pitchFamily="2" charset="2"/>
              <a:buChar char="§"/>
            </a:pPr>
            <a:r>
              <a:rPr lang="en-GB" sz="3400" dirty="0"/>
              <a:t>To prevent such attacks, use TWAP instead of spot price.</a:t>
            </a:r>
          </a:p>
        </p:txBody>
      </p:sp>
    </p:spTree>
    <p:extLst>
      <p:ext uri="{BB962C8B-B14F-4D97-AF65-F5344CB8AC3E}">
        <p14:creationId xmlns:p14="http://schemas.microsoft.com/office/powerpoint/2010/main" val="3119486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12178-BEFF-DC27-51F4-7F17D7CA83FC}"/>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F9EC469E-E35D-D978-0251-3327BCAA1A40}"/>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EDE26BAD-FAE2-5E9A-13CF-416A8025FC7D}"/>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E08F4585-AB19-1C13-BB97-7BE2B156E067}"/>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Smart Contract Security – Price Oracle Exploits</a:t>
            </a:r>
          </a:p>
        </p:txBody>
      </p:sp>
      <p:sp>
        <p:nvSpPr>
          <p:cNvPr id="216" name="Rectangle 215">
            <a:extLst>
              <a:ext uri="{FF2B5EF4-FFF2-40B4-BE49-F238E27FC236}">
                <a16:creationId xmlns:a16="http://schemas.microsoft.com/office/drawing/2014/main" id="{4855FBF3-C468-9CB5-1037-2EA38EAC562C}"/>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6EBB8B0C-D27E-C07B-83B4-0F2D9A48BA40}"/>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3" name="Content Placeholder 2">
            <a:extLst>
              <a:ext uri="{FF2B5EF4-FFF2-40B4-BE49-F238E27FC236}">
                <a16:creationId xmlns:a16="http://schemas.microsoft.com/office/drawing/2014/main" id="{D77167BB-8110-0F4F-4A8C-2C232B835A9D}"/>
              </a:ext>
            </a:extLst>
          </p:cNvPr>
          <p:cNvSpPr txBox="1">
            <a:spLocks/>
          </p:cNvSpPr>
          <p:nvPr/>
        </p:nvSpPr>
        <p:spPr>
          <a:xfrm>
            <a:off x="220384" y="1532587"/>
            <a:ext cx="11743016" cy="4887878"/>
          </a:xfrm>
          <a:prstGeom prst="rect">
            <a:avLst/>
          </a:prstGeom>
        </p:spPr>
        <p:txBody>
          <a:bodyPr>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600" dirty="0" err="1"/>
              <a:t>bZx</a:t>
            </a:r>
            <a:r>
              <a:rPr lang="en-GB" sz="3600" dirty="0"/>
              <a:t> protocol’s smart contract relied on a vulnerable on-chain price from a low-liquidity DEX.</a:t>
            </a:r>
          </a:p>
          <a:p>
            <a:pPr>
              <a:lnSpc>
                <a:spcPct val="100000"/>
              </a:lnSpc>
              <a:buFont typeface="Wingdings" panose="05000000000000000000" pitchFamily="2" charset="2"/>
              <a:buChar char="§"/>
            </a:pPr>
            <a:r>
              <a:rPr lang="en-GB" sz="3600" dirty="0"/>
              <a:t>The attacker first split $10M worth USDC across two Mango market accounts.</a:t>
            </a:r>
          </a:p>
          <a:p>
            <a:pPr>
              <a:lnSpc>
                <a:spcPct val="100000"/>
              </a:lnSpc>
              <a:buFont typeface="Wingdings" panose="05000000000000000000" pitchFamily="2" charset="2"/>
              <a:buChar char="§"/>
            </a:pPr>
            <a:r>
              <a:rPr lang="en-GB" sz="3400" dirty="0"/>
              <a:t>The attacker then simultaneously sold MNGO token on one account and bought equal quantity on the other.</a:t>
            </a:r>
          </a:p>
          <a:p>
            <a:pPr>
              <a:lnSpc>
                <a:spcPct val="100000"/>
              </a:lnSpc>
              <a:buFont typeface="Wingdings" panose="05000000000000000000" pitchFamily="2" charset="2"/>
              <a:buChar char="§"/>
            </a:pPr>
            <a:r>
              <a:rPr lang="en-GB" sz="3400" dirty="0"/>
              <a:t>Due to artificial inflation of MNGO, buying account value surged to $400M.</a:t>
            </a:r>
          </a:p>
          <a:p>
            <a:pPr>
              <a:lnSpc>
                <a:spcPct val="100000"/>
              </a:lnSpc>
              <a:buFont typeface="Wingdings" panose="05000000000000000000" pitchFamily="2" charset="2"/>
              <a:buChar char="§"/>
            </a:pPr>
            <a:r>
              <a:rPr lang="en-GB" sz="3400" dirty="0"/>
              <a:t>The attacker leveraged this value and borrowed Mango Market’s other assets, nearly depleting all liquid funds.</a:t>
            </a:r>
          </a:p>
        </p:txBody>
      </p:sp>
    </p:spTree>
    <p:extLst>
      <p:ext uri="{BB962C8B-B14F-4D97-AF65-F5344CB8AC3E}">
        <p14:creationId xmlns:p14="http://schemas.microsoft.com/office/powerpoint/2010/main" val="1671418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709CF-3260-45F6-D9BD-3AE8FB59564E}"/>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67E42257-5AF3-BEBB-5C60-EF5B9EC3963E}"/>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D7182B86-6B6C-F4D0-226A-2225AFDC452C}"/>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8175FEFE-8D64-3E48-2749-B41803AD4B24}"/>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Smart Contract Security – Integer Math</a:t>
            </a:r>
          </a:p>
        </p:txBody>
      </p:sp>
      <p:sp>
        <p:nvSpPr>
          <p:cNvPr id="216" name="Rectangle 215">
            <a:extLst>
              <a:ext uri="{FF2B5EF4-FFF2-40B4-BE49-F238E27FC236}">
                <a16:creationId xmlns:a16="http://schemas.microsoft.com/office/drawing/2014/main" id="{2BC8C907-F1D1-2893-25D5-3740C14EC6FC}"/>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4B7D19B7-3E6E-7C90-D97B-2A7C7724758E}"/>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3" name="Content Placeholder 2">
            <a:extLst>
              <a:ext uri="{FF2B5EF4-FFF2-40B4-BE49-F238E27FC236}">
                <a16:creationId xmlns:a16="http://schemas.microsoft.com/office/drawing/2014/main" id="{743DC188-68CC-79B4-FF95-0516C19741CC}"/>
              </a:ext>
            </a:extLst>
          </p:cNvPr>
          <p:cNvSpPr txBox="1">
            <a:spLocks/>
          </p:cNvSpPr>
          <p:nvPr/>
        </p:nvSpPr>
        <p:spPr>
          <a:xfrm>
            <a:off x="220384" y="1532587"/>
            <a:ext cx="11743016" cy="4887878"/>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600" dirty="0"/>
              <a:t>These errors arise from bad handling of numbers. There are no floats, only integers. Therefore:</a:t>
            </a:r>
          </a:p>
          <a:p>
            <a:pPr lvl="1">
              <a:lnSpc>
                <a:spcPct val="100000"/>
              </a:lnSpc>
              <a:buFont typeface="Wingdings" panose="05000000000000000000" pitchFamily="2" charset="2"/>
              <a:buChar char="§"/>
            </a:pPr>
            <a:r>
              <a:rPr lang="en-GB" sz="3400" dirty="0"/>
              <a:t>Divisions can truncate numbers</a:t>
            </a:r>
          </a:p>
          <a:p>
            <a:pPr lvl="1">
              <a:lnSpc>
                <a:spcPct val="100000"/>
              </a:lnSpc>
              <a:buFont typeface="Wingdings" panose="05000000000000000000" pitchFamily="2" charset="2"/>
              <a:buChar char="§"/>
            </a:pPr>
            <a:r>
              <a:rPr lang="en-GB" sz="3400" dirty="0"/>
              <a:t>Multiplications can cause overflow</a:t>
            </a:r>
          </a:p>
          <a:p>
            <a:pPr lvl="1">
              <a:lnSpc>
                <a:spcPct val="100000"/>
              </a:lnSpc>
              <a:buFont typeface="Wingdings" panose="05000000000000000000" pitchFamily="2" charset="2"/>
              <a:buChar char="§"/>
            </a:pPr>
            <a:r>
              <a:rPr lang="en-GB" sz="3400" dirty="0"/>
              <a:t>Rounding off may change economic outcomes</a:t>
            </a:r>
          </a:p>
          <a:p>
            <a:pPr>
              <a:lnSpc>
                <a:spcPct val="100000"/>
              </a:lnSpc>
              <a:buFont typeface="Wingdings" panose="05000000000000000000" pitchFamily="2" charset="2"/>
              <a:buChar char="§"/>
            </a:pPr>
            <a:r>
              <a:rPr lang="en-GB" sz="3400" dirty="0"/>
              <a:t>Attackers can chain small rounding errors to extract real value.</a:t>
            </a:r>
          </a:p>
          <a:p>
            <a:pPr>
              <a:lnSpc>
                <a:spcPct val="100000"/>
              </a:lnSpc>
              <a:buFont typeface="Wingdings" panose="05000000000000000000" pitchFamily="2" charset="2"/>
              <a:buChar char="§"/>
            </a:pPr>
            <a:r>
              <a:rPr lang="en-GB" sz="3400" dirty="0"/>
              <a:t>To prevent, always fetch the decimal points of tokens involved.</a:t>
            </a:r>
          </a:p>
          <a:p>
            <a:pPr>
              <a:lnSpc>
                <a:spcPct val="100000"/>
              </a:lnSpc>
              <a:buFont typeface="Wingdings" panose="05000000000000000000" pitchFamily="2" charset="2"/>
              <a:buChar char="§"/>
            </a:pPr>
            <a:r>
              <a:rPr lang="en-GB" sz="3400" dirty="0"/>
              <a:t>Also, import </a:t>
            </a:r>
            <a:r>
              <a:rPr lang="en-GB" sz="3400" dirty="0" err="1"/>
              <a:t>SafeMath</a:t>
            </a:r>
            <a:r>
              <a:rPr lang="en-GB" sz="3400" dirty="0"/>
              <a:t> (from </a:t>
            </a:r>
            <a:r>
              <a:rPr lang="en-GB" sz="3400" dirty="0" err="1"/>
              <a:t>OpenZeppelin</a:t>
            </a:r>
            <a:r>
              <a:rPr lang="en-GB" sz="3400" dirty="0"/>
              <a:t>) and use its revertible math functions which handle overflows and other issues.</a:t>
            </a:r>
          </a:p>
        </p:txBody>
      </p:sp>
    </p:spTree>
    <p:extLst>
      <p:ext uri="{BB962C8B-B14F-4D97-AF65-F5344CB8AC3E}">
        <p14:creationId xmlns:p14="http://schemas.microsoft.com/office/powerpoint/2010/main" val="67590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97B14-F02C-0A9A-6A19-DAF8C3935EE3}"/>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7743D91D-B643-C5BD-2965-5D3155EA5ECA}"/>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56E28868-100D-9253-C291-5030232D1826}"/>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4618C8BE-19E4-E943-7D3D-86A34BE34352}"/>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Smart Contract Security – Signature Replay</a:t>
            </a:r>
          </a:p>
        </p:txBody>
      </p:sp>
      <p:sp>
        <p:nvSpPr>
          <p:cNvPr id="216" name="Rectangle 215">
            <a:extLst>
              <a:ext uri="{FF2B5EF4-FFF2-40B4-BE49-F238E27FC236}">
                <a16:creationId xmlns:a16="http://schemas.microsoft.com/office/drawing/2014/main" id="{946826CE-E924-A41B-1BD5-A353F5345A08}"/>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35B20214-A517-415D-A4F1-EF65FCF10E5C}"/>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3" name="Content Placeholder 2">
            <a:extLst>
              <a:ext uri="{FF2B5EF4-FFF2-40B4-BE49-F238E27FC236}">
                <a16:creationId xmlns:a16="http://schemas.microsoft.com/office/drawing/2014/main" id="{9B92A146-D14D-89C0-1DFC-47E0486758C3}"/>
              </a:ext>
            </a:extLst>
          </p:cNvPr>
          <p:cNvSpPr txBox="1">
            <a:spLocks/>
          </p:cNvSpPr>
          <p:nvPr/>
        </p:nvSpPr>
        <p:spPr>
          <a:xfrm>
            <a:off x="220384" y="1532587"/>
            <a:ext cx="11743016" cy="4887878"/>
          </a:xfrm>
          <a:prstGeom prst="rect">
            <a:avLst/>
          </a:prstGeom>
        </p:spPr>
        <p:txBody>
          <a:bodyPr>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600" dirty="0"/>
              <a:t>Replay attacks happen when a valid signature is reused in different context than intended.</a:t>
            </a:r>
          </a:p>
          <a:p>
            <a:pPr>
              <a:lnSpc>
                <a:spcPct val="100000"/>
              </a:lnSpc>
              <a:buFont typeface="Wingdings" panose="05000000000000000000" pitchFamily="2" charset="2"/>
              <a:buChar char="§"/>
            </a:pPr>
            <a:r>
              <a:rPr lang="en-GB" sz="3600" dirty="0"/>
              <a:t>The user may sign a message off-chain (often for gasless transactions) without a specific contract address, nonce or expiry.</a:t>
            </a:r>
          </a:p>
          <a:p>
            <a:pPr>
              <a:lnSpc>
                <a:spcPct val="100000"/>
              </a:lnSpc>
              <a:buFont typeface="Wingdings" panose="05000000000000000000" pitchFamily="2" charset="2"/>
              <a:buChar char="§"/>
            </a:pPr>
            <a:r>
              <a:rPr lang="en-GB" sz="3600" dirty="0"/>
              <a:t>The attacker may read and reuse same signature multiple times or to execute a different contract function.</a:t>
            </a:r>
          </a:p>
          <a:p>
            <a:pPr>
              <a:lnSpc>
                <a:spcPct val="100000"/>
              </a:lnSpc>
              <a:buFont typeface="Wingdings" panose="05000000000000000000" pitchFamily="2" charset="2"/>
              <a:buChar char="§"/>
            </a:pPr>
            <a:r>
              <a:rPr lang="en-GB" sz="3600" dirty="0"/>
              <a:t>Each replay is accepted because the signature can still recover the authentic signer.</a:t>
            </a:r>
          </a:p>
          <a:p>
            <a:pPr>
              <a:lnSpc>
                <a:spcPct val="100000"/>
              </a:lnSpc>
              <a:buFont typeface="Wingdings" panose="05000000000000000000" pitchFamily="2" charset="2"/>
              <a:buChar char="§"/>
            </a:pPr>
            <a:r>
              <a:rPr lang="en-GB" sz="3600" dirty="0"/>
              <a:t>To prevent this, always include Nonce and expiry so that each sign can be used only once. </a:t>
            </a:r>
            <a:r>
              <a:rPr lang="en-GB" sz="3600"/>
              <a:t>Use signatures </a:t>
            </a:r>
            <a:r>
              <a:rPr lang="en-GB" sz="3600" dirty="0"/>
              <a:t>like OTP.</a:t>
            </a:r>
            <a:endParaRPr lang="en-GB" sz="3400" dirty="0"/>
          </a:p>
        </p:txBody>
      </p:sp>
    </p:spTree>
    <p:extLst>
      <p:ext uri="{BB962C8B-B14F-4D97-AF65-F5344CB8AC3E}">
        <p14:creationId xmlns:p14="http://schemas.microsoft.com/office/powerpoint/2010/main" val="3412152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210BB-5441-0EE4-60DB-EA7EA18AE2C9}"/>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A7EFAF76-73D4-86A0-693F-DB36B3715595}"/>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84515211-14A7-E362-F828-44894EFCD115}"/>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F2DC2191-96DE-1D7E-676A-8BB6139402EC}"/>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Smart Contract Security – Safeguards</a:t>
            </a:r>
          </a:p>
        </p:txBody>
      </p:sp>
      <p:sp>
        <p:nvSpPr>
          <p:cNvPr id="216" name="Rectangle 215">
            <a:extLst>
              <a:ext uri="{FF2B5EF4-FFF2-40B4-BE49-F238E27FC236}">
                <a16:creationId xmlns:a16="http://schemas.microsoft.com/office/drawing/2014/main" id="{84CAF959-5DE1-1E30-4F0C-8477162E7ABE}"/>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E81B3BEB-9C42-439D-0CE9-5DC78ACE3525}"/>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3" name="Content Placeholder 2">
            <a:extLst>
              <a:ext uri="{FF2B5EF4-FFF2-40B4-BE49-F238E27FC236}">
                <a16:creationId xmlns:a16="http://schemas.microsoft.com/office/drawing/2014/main" id="{00D74D09-4862-EC6C-FE7C-0B66D3550FAB}"/>
              </a:ext>
            </a:extLst>
          </p:cNvPr>
          <p:cNvSpPr txBox="1">
            <a:spLocks/>
          </p:cNvSpPr>
          <p:nvPr/>
        </p:nvSpPr>
        <p:spPr>
          <a:xfrm>
            <a:off x="220384" y="1532587"/>
            <a:ext cx="11743016" cy="4887878"/>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600" dirty="0"/>
              <a:t>Most of the security threats can be fixed using best programming practices.</a:t>
            </a:r>
          </a:p>
          <a:p>
            <a:pPr>
              <a:lnSpc>
                <a:spcPct val="100000"/>
              </a:lnSpc>
              <a:buFont typeface="Wingdings" panose="05000000000000000000" pitchFamily="2" charset="2"/>
              <a:buChar char="§"/>
            </a:pPr>
            <a:r>
              <a:rPr lang="en-GB" sz="3600" dirty="0"/>
              <a:t>Push vs Pull transfers: push is immediate, automatic and prone to bulk execution while pull is user-initiated.</a:t>
            </a:r>
          </a:p>
          <a:p>
            <a:pPr>
              <a:lnSpc>
                <a:spcPct val="100000"/>
              </a:lnSpc>
              <a:buFont typeface="Wingdings" panose="05000000000000000000" pitchFamily="2" charset="2"/>
              <a:buChar char="§"/>
            </a:pPr>
            <a:r>
              <a:rPr lang="en-GB" sz="3600" dirty="0" err="1"/>
              <a:t>Timelocks</a:t>
            </a:r>
            <a:r>
              <a:rPr lang="en-GB" sz="3600" dirty="0"/>
              <a:t>: contract queues sensitive actions like upgrades or fund movement. Actions execute after certain delay enforced by code.</a:t>
            </a:r>
          </a:p>
          <a:p>
            <a:pPr>
              <a:lnSpc>
                <a:spcPct val="100000"/>
              </a:lnSpc>
              <a:buFont typeface="Wingdings" panose="05000000000000000000" pitchFamily="2" charset="2"/>
              <a:buChar char="§"/>
            </a:pPr>
            <a:r>
              <a:rPr lang="en-GB" sz="3600" dirty="0"/>
              <a:t>Guardians: emergency addresses which can pause contracts, cancel queued actions or extend delays.</a:t>
            </a:r>
          </a:p>
          <a:p>
            <a:pPr>
              <a:lnSpc>
                <a:spcPct val="100000"/>
              </a:lnSpc>
              <a:buFont typeface="Wingdings" panose="05000000000000000000" pitchFamily="2" charset="2"/>
              <a:buChar char="§"/>
            </a:pPr>
            <a:r>
              <a:rPr lang="en-GB" sz="3600" dirty="0"/>
              <a:t>Circuit breakers: contract enforces bounds on sensitive variables like price movement and withdrawal amount. Execution is halted, slowed, or partially disabled if the operation exceeds defined thresholds.</a:t>
            </a:r>
          </a:p>
        </p:txBody>
      </p:sp>
    </p:spTree>
    <p:extLst>
      <p:ext uri="{BB962C8B-B14F-4D97-AF65-F5344CB8AC3E}">
        <p14:creationId xmlns:p14="http://schemas.microsoft.com/office/powerpoint/2010/main" val="419672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0AB46-7028-30F1-2E03-F2265BFD5C58}"/>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8AA566E3-70C9-1F38-F9B6-0F2E6219E257}"/>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E90C13C9-4F1B-52AF-5001-E713FF89C0BA}"/>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77443FF9-E9E3-7D9A-0430-435E27CD4932}"/>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MEVs and Slippage</a:t>
            </a:r>
          </a:p>
        </p:txBody>
      </p:sp>
      <p:sp>
        <p:nvSpPr>
          <p:cNvPr id="216" name="Rectangle 215">
            <a:extLst>
              <a:ext uri="{FF2B5EF4-FFF2-40B4-BE49-F238E27FC236}">
                <a16:creationId xmlns:a16="http://schemas.microsoft.com/office/drawing/2014/main" id="{3DDDBF3A-1A4D-80FB-214C-2BA9C9E7B772}"/>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273ADA29-E7B4-2EF8-5076-00998077098C}"/>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3" name="Content Placeholder 2">
            <a:extLst>
              <a:ext uri="{FF2B5EF4-FFF2-40B4-BE49-F238E27FC236}">
                <a16:creationId xmlns:a16="http://schemas.microsoft.com/office/drawing/2014/main" id="{C6D2E84B-4B26-3AB7-2A64-7489B6E42944}"/>
              </a:ext>
            </a:extLst>
          </p:cNvPr>
          <p:cNvSpPr txBox="1">
            <a:spLocks/>
          </p:cNvSpPr>
          <p:nvPr/>
        </p:nvSpPr>
        <p:spPr>
          <a:xfrm>
            <a:off x="220384" y="1532587"/>
            <a:ext cx="11743016" cy="4887878"/>
          </a:xfrm>
          <a:prstGeom prst="rect">
            <a:avLst/>
          </a:prstGeom>
        </p:spPr>
        <p:txBody>
          <a:bodyPr>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600" dirty="0"/>
              <a:t>Maximum (or </a:t>
            </a:r>
            <a:r>
              <a:rPr lang="en-GB" sz="3600" i="1" dirty="0"/>
              <a:t>Miner</a:t>
            </a:r>
            <a:r>
              <a:rPr lang="en-GB" sz="3600" dirty="0"/>
              <a:t> in PoW) Extractable Value (MEV) attacks exist mainly in DEXs because </a:t>
            </a:r>
            <a:r>
              <a:rPr lang="en-GB" sz="3600" dirty="0" err="1"/>
              <a:t>MemPools</a:t>
            </a:r>
            <a:r>
              <a:rPr lang="en-GB" sz="3600" dirty="0"/>
              <a:t> are public.</a:t>
            </a:r>
          </a:p>
          <a:p>
            <a:pPr>
              <a:lnSpc>
                <a:spcPct val="100000"/>
              </a:lnSpc>
              <a:buFont typeface="Wingdings" panose="05000000000000000000" pitchFamily="2" charset="2"/>
              <a:buChar char="§"/>
            </a:pPr>
            <a:r>
              <a:rPr lang="en-GB" sz="3600" dirty="0"/>
              <a:t>Traders, Miners, Bots, Validators try to rearrange transactions in </a:t>
            </a:r>
            <a:r>
              <a:rPr lang="en-GB" sz="3600" dirty="0" err="1"/>
              <a:t>MemPool</a:t>
            </a:r>
            <a:r>
              <a:rPr lang="en-GB" sz="3600" dirty="0"/>
              <a:t> to make maximum profits.</a:t>
            </a:r>
          </a:p>
          <a:p>
            <a:pPr lvl="1">
              <a:lnSpc>
                <a:spcPct val="100000"/>
              </a:lnSpc>
              <a:buFont typeface="Wingdings" panose="05000000000000000000" pitchFamily="2" charset="2"/>
              <a:buChar char="§"/>
            </a:pPr>
            <a:r>
              <a:rPr lang="en-GB" sz="3400" dirty="0"/>
              <a:t>Validators prefer validating transactions offering higher fees first.</a:t>
            </a:r>
          </a:p>
          <a:p>
            <a:pPr lvl="1">
              <a:lnSpc>
                <a:spcPct val="100000"/>
              </a:lnSpc>
              <a:buFont typeface="Wingdings" panose="05000000000000000000" pitchFamily="2" charset="2"/>
              <a:buChar char="§"/>
            </a:pPr>
            <a:r>
              <a:rPr lang="en-GB" sz="3400" dirty="0"/>
              <a:t>Traders prefer paying lower fees.</a:t>
            </a:r>
          </a:p>
          <a:p>
            <a:pPr lvl="1">
              <a:lnSpc>
                <a:spcPct val="100000"/>
              </a:lnSpc>
              <a:buFont typeface="Wingdings" panose="05000000000000000000" pitchFamily="2" charset="2"/>
              <a:buChar char="§"/>
            </a:pPr>
            <a:r>
              <a:rPr lang="en-GB" sz="3400" dirty="0"/>
              <a:t>Miners prefer creating new blocks faster than other </a:t>
            </a:r>
            <a:r>
              <a:rPr lang="en-GB" sz="3400" dirty="0" err="1"/>
              <a:t>Omers</a:t>
            </a:r>
            <a:r>
              <a:rPr lang="en-GB" sz="3400" dirty="0"/>
              <a:t>.</a:t>
            </a:r>
          </a:p>
          <a:p>
            <a:pPr lvl="1">
              <a:lnSpc>
                <a:spcPct val="100000"/>
              </a:lnSpc>
              <a:buFont typeface="Wingdings" panose="05000000000000000000" pitchFamily="2" charset="2"/>
              <a:buChar char="§"/>
            </a:pPr>
            <a:r>
              <a:rPr lang="en-GB" sz="3400" dirty="0"/>
              <a:t>Bots are fast automated processes launched by attackers.</a:t>
            </a:r>
          </a:p>
          <a:p>
            <a:pPr>
              <a:lnSpc>
                <a:spcPct val="100000"/>
              </a:lnSpc>
              <a:buFont typeface="Wingdings" panose="05000000000000000000" pitchFamily="2" charset="2"/>
              <a:buChar char="§"/>
            </a:pPr>
            <a:r>
              <a:rPr lang="en-GB" sz="3600" dirty="0"/>
              <a:t>MEV per se isn’t something negative. There are some negative uses of it.</a:t>
            </a:r>
          </a:p>
        </p:txBody>
      </p:sp>
    </p:spTree>
    <p:extLst>
      <p:ext uri="{BB962C8B-B14F-4D97-AF65-F5344CB8AC3E}">
        <p14:creationId xmlns:p14="http://schemas.microsoft.com/office/powerpoint/2010/main" val="1407404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43CEE-5636-184F-B475-55A6D79D0C21}"/>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26CE7303-4911-358A-C0AC-EA78BDFC5A7D}"/>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46635463-FE31-3C16-F710-D1C4B318AC52}"/>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CA7EB112-9639-3EB5-49B7-45BC27130796}"/>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MEVs and Slippage</a:t>
            </a:r>
          </a:p>
        </p:txBody>
      </p:sp>
      <p:sp>
        <p:nvSpPr>
          <p:cNvPr id="216" name="Rectangle 215">
            <a:extLst>
              <a:ext uri="{FF2B5EF4-FFF2-40B4-BE49-F238E27FC236}">
                <a16:creationId xmlns:a16="http://schemas.microsoft.com/office/drawing/2014/main" id="{1B0F94D5-960C-40AB-8EF5-DEF9805C353A}"/>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5ECA092C-626A-EFFE-5D12-D8020663A62F}"/>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3" name="Content Placeholder 2">
            <a:extLst>
              <a:ext uri="{FF2B5EF4-FFF2-40B4-BE49-F238E27FC236}">
                <a16:creationId xmlns:a16="http://schemas.microsoft.com/office/drawing/2014/main" id="{793005C4-B99B-DA12-E51B-60CD0321320C}"/>
              </a:ext>
            </a:extLst>
          </p:cNvPr>
          <p:cNvSpPr txBox="1">
            <a:spLocks/>
          </p:cNvSpPr>
          <p:nvPr/>
        </p:nvSpPr>
        <p:spPr>
          <a:xfrm>
            <a:off x="220384" y="1532587"/>
            <a:ext cx="117430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600" dirty="0"/>
              <a:t>Front-running: it’s like peeking into bids in a secret auction to gain advantage.</a:t>
            </a:r>
          </a:p>
          <a:p>
            <a:pPr lvl="1">
              <a:lnSpc>
                <a:spcPct val="100000"/>
              </a:lnSpc>
              <a:buFont typeface="Wingdings" panose="05000000000000000000" pitchFamily="2" charset="2"/>
              <a:buChar char="§"/>
            </a:pPr>
            <a:r>
              <a:rPr lang="en-GB" sz="3400" dirty="0"/>
              <a:t>You submit a trade/swap transaction for profit.</a:t>
            </a:r>
          </a:p>
          <a:p>
            <a:pPr lvl="1">
              <a:lnSpc>
                <a:spcPct val="100000"/>
              </a:lnSpc>
              <a:buFont typeface="Wingdings" panose="05000000000000000000" pitchFamily="2" charset="2"/>
              <a:buChar char="§"/>
            </a:pPr>
            <a:r>
              <a:rPr lang="en-GB" sz="3400" dirty="0"/>
              <a:t>An attack bot reads your gas fee and submits exactly similar transaction with slightly more fee.</a:t>
            </a:r>
          </a:p>
          <a:p>
            <a:pPr lvl="1">
              <a:lnSpc>
                <a:spcPct val="100000"/>
              </a:lnSpc>
              <a:buFont typeface="Wingdings" panose="05000000000000000000" pitchFamily="2" charset="2"/>
              <a:buChar char="§"/>
            </a:pPr>
            <a:r>
              <a:rPr lang="en-GB" sz="3400" dirty="0"/>
              <a:t>The attack bot takes a chunk of your profit.</a:t>
            </a:r>
          </a:p>
          <a:p>
            <a:pPr lvl="1">
              <a:lnSpc>
                <a:spcPct val="100000"/>
              </a:lnSpc>
              <a:buFont typeface="Wingdings" panose="05000000000000000000" pitchFamily="2" charset="2"/>
              <a:buChar char="§"/>
            </a:pPr>
            <a:r>
              <a:rPr lang="en-GB" sz="3400" dirty="0"/>
              <a:t>That’s because on your transaction’s turn, AMM’s will have moved the prices.</a:t>
            </a:r>
          </a:p>
        </p:txBody>
      </p:sp>
    </p:spTree>
    <p:extLst>
      <p:ext uri="{BB962C8B-B14F-4D97-AF65-F5344CB8AC3E}">
        <p14:creationId xmlns:p14="http://schemas.microsoft.com/office/powerpoint/2010/main" val="2613770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7829F-79DE-7B9E-DFE5-334FAB1EA68E}"/>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AFE95503-6381-9312-CEAF-2838C1CC8A72}"/>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40A10EEE-A0FA-7DFE-B0E9-510D8891FC1E}"/>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2AE4949F-E11A-884B-45D5-021DE5928682}"/>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MEVs and Slippage</a:t>
            </a:r>
          </a:p>
        </p:txBody>
      </p:sp>
      <p:sp>
        <p:nvSpPr>
          <p:cNvPr id="216" name="Rectangle 215">
            <a:extLst>
              <a:ext uri="{FF2B5EF4-FFF2-40B4-BE49-F238E27FC236}">
                <a16:creationId xmlns:a16="http://schemas.microsoft.com/office/drawing/2014/main" id="{DF29C4FA-DFFB-E98C-9FA4-16AE43FA78A0}"/>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3E22B62C-D7E2-4229-A6ED-444F3C89C66B}"/>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3" name="Content Placeholder 2">
            <a:extLst>
              <a:ext uri="{FF2B5EF4-FFF2-40B4-BE49-F238E27FC236}">
                <a16:creationId xmlns:a16="http://schemas.microsoft.com/office/drawing/2014/main" id="{CD334255-31A6-FA07-ACF7-EE0E251A7F93}"/>
              </a:ext>
            </a:extLst>
          </p:cNvPr>
          <p:cNvSpPr txBox="1">
            <a:spLocks/>
          </p:cNvSpPr>
          <p:nvPr/>
        </p:nvSpPr>
        <p:spPr>
          <a:xfrm>
            <a:off x="220384" y="1532587"/>
            <a:ext cx="117430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600" dirty="0"/>
              <a:t>Back-running: reverse of front-running.</a:t>
            </a:r>
          </a:p>
          <a:p>
            <a:pPr lvl="1">
              <a:lnSpc>
                <a:spcPct val="100000"/>
              </a:lnSpc>
              <a:buFont typeface="Wingdings" panose="05000000000000000000" pitchFamily="2" charset="2"/>
              <a:buChar char="§"/>
            </a:pPr>
            <a:r>
              <a:rPr lang="en-GB" sz="3400" dirty="0"/>
              <a:t>You submit a trade/swap transaction for profit.</a:t>
            </a:r>
          </a:p>
          <a:p>
            <a:pPr lvl="1">
              <a:lnSpc>
                <a:spcPct val="100000"/>
              </a:lnSpc>
              <a:buFont typeface="Wingdings" panose="05000000000000000000" pitchFamily="2" charset="2"/>
              <a:buChar char="§"/>
            </a:pPr>
            <a:r>
              <a:rPr lang="en-GB" sz="3400" dirty="0"/>
              <a:t>An attack bot silently takes notes of trade.</a:t>
            </a:r>
          </a:p>
          <a:p>
            <a:pPr lvl="1">
              <a:lnSpc>
                <a:spcPct val="100000"/>
              </a:lnSpc>
              <a:buFont typeface="Wingdings" panose="05000000000000000000" pitchFamily="2" charset="2"/>
              <a:buChar char="§"/>
            </a:pPr>
            <a:r>
              <a:rPr lang="en-GB" sz="3400" dirty="0"/>
              <a:t>Then immediately places a trade to take advantage of price movement.</a:t>
            </a:r>
          </a:p>
          <a:p>
            <a:pPr>
              <a:lnSpc>
                <a:spcPct val="100000"/>
              </a:lnSpc>
              <a:buFont typeface="Wingdings" panose="05000000000000000000" pitchFamily="2" charset="2"/>
              <a:buChar char="§"/>
            </a:pPr>
            <a:r>
              <a:rPr lang="en-GB" sz="3600" dirty="0"/>
              <a:t>This is successful if people hold an asset to sell right after prices move up after a big trade. The bot ruins their party.</a:t>
            </a:r>
          </a:p>
        </p:txBody>
      </p:sp>
    </p:spTree>
    <p:extLst>
      <p:ext uri="{BB962C8B-B14F-4D97-AF65-F5344CB8AC3E}">
        <p14:creationId xmlns:p14="http://schemas.microsoft.com/office/powerpoint/2010/main" val="633473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3EDBB-B84D-4419-23FB-C6C9A3B9F2C9}"/>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E0512FF2-39A6-3997-1E4B-EF0AF13CC79B}"/>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31513A9F-3B84-54E9-CE7F-0503603B0392}"/>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EAE9C467-A42C-A0A5-E7B8-2CD000381505}"/>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MEVs and Slippage</a:t>
            </a:r>
          </a:p>
        </p:txBody>
      </p:sp>
      <p:sp>
        <p:nvSpPr>
          <p:cNvPr id="216" name="Rectangle 215">
            <a:extLst>
              <a:ext uri="{FF2B5EF4-FFF2-40B4-BE49-F238E27FC236}">
                <a16:creationId xmlns:a16="http://schemas.microsoft.com/office/drawing/2014/main" id="{36CB6C83-4248-01CB-6E83-EE0175B2717E}"/>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1F5DF96E-FB6D-AB92-65D7-A3A0D1E8BA04}"/>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3" name="Content Placeholder 2">
            <a:extLst>
              <a:ext uri="{FF2B5EF4-FFF2-40B4-BE49-F238E27FC236}">
                <a16:creationId xmlns:a16="http://schemas.microsoft.com/office/drawing/2014/main" id="{7D0945B3-BE4E-CEA0-8CE2-85764C2AB02B}"/>
              </a:ext>
            </a:extLst>
          </p:cNvPr>
          <p:cNvSpPr txBox="1">
            <a:spLocks/>
          </p:cNvSpPr>
          <p:nvPr/>
        </p:nvSpPr>
        <p:spPr>
          <a:xfrm>
            <a:off x="220384" y="1532587"/>
            <a:ext cx="117430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600" dirty="0"/>
              <a:t>Sandwich attack: combination of front and back running.</a:t>
            </a:r>
          </a:p>
          <a:p>
            <a:pPr lvl="1">
              <a:lnSpc>
                <a:spcPct val="100000"/>
              </a:lnSpc>
              <a:buFont typeface="Wingdings" panose="05000000000000000000" pitchFamily="2" charset="2"/>
              <a:buChar char="§"/>
            </a:pPr>
            <a:r>
              <a:rPr lang="en-GB" sz="3400" dirty="0"/>
              <a:t>You submit a trade/swap transaction for profit.</a:t>
            </a:r>
          </a:p>
          <a:p>
            <a:pPr lvl="1">
              <a:lnSpc>
                <a:spcPct val="100000"/>
              </a:lnSpc>
              <a:buFont typeface="Wingdings" panose="05000000000000000000" pitchFamily="2" charset="2"/>
              <a:buChar char="§"/>
            </a:pPr>
            <a:r>
              <a:rPr lang="en-GB" sz="3400" dirty="0"/>
              <a:t>An attack bot submits two transactions.</a:t>
            </a:r>
          </a:p>
          <a:p>
            <a:pPr lvl="1">
              <a:lnSpc>
                <a:spcPct val="100000"/>
              </a:lnSpc>
              <a:buFont typeface="Wingdings" panose="05000000000000000000" pitchFamily="2" charset="2"/>
              <a:buChar char="§"/>
            </a:pPr>
            <a:r>
              <a:rPr lang="en-GB" sz="3400" dirty="0"/>
              <a:t>The first one before yours replicates your transaction with higher fee.</a:t>
            </a:r>
          </a:p>
          <a:p>
            <a:pPr lvl="1">
              <a:lnSpc>
                <a:spcPct val="100000"/>
              </a:lnSpc>
              <a:buFont typeface="Wingdings" panose="05000000000000000000" pitchFamily="2" charset="2"/>
              <a:buChar char="§"/>
            </a:pPr>
            <a:r>
              <a:rPr lang="en-GB" sz="3400" dirty="0"/>
              <a:t>The second one after yours that will sell the assets back for higher profits.</a:t>
            </a:r>
          </a:p>
        </p:txBody>
      </p:sp>
    </p:spTree>
    <p:extLst>
      <p:ext uri="{BB962C8B-B14F-4D97-AF65-F5344CB8AC3E}">
        <p14:creationId xmlns:p14="http://schemas.microsoft.com/office/powerpoint/2010/main" val="3055043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1BCC0-3D08-E944-0ED8-C780ABA1B599}"/>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002E5E69-2951-0F36-CE79-36E98BDE7751}"/>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99E34C76-7BA5-D2BD-B98B-4ACDD0AD9B18}"/>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E00B462B-5DEB-6FC5-D10D-2DB7A0217B4B}"/>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MEVs and Slippage</a:t>
            </a:r>
          </a:p>
        </p:txBody>
      </p:sp>
      <p:sp>
        <p:nvSpPr>
          <p:cNvPr id="216" name="Rectangle 215">
            <a:extLst>
              <a:ext uri="{FF2B5EF4-FFF2-40B4-BE49-F238E27FC236}">
                <a16:creationId xmlns:a16="http://schemas.microsoft.com/office/drawing/2014/main" id="{200ECB4E-B081-3144-05F0-F8522719A64E}"/>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FCE4BB51-07D6-514E-1A5C-2BD6FC4BE58A}"/>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3" name="Content Placeholder 2">
            <a:extLst>
              <a:ext uri="{FF2B5EF4-FFF2-40B4-BE49-F238E27FC236}">
                <a16:creationId xmlns:a16="http://schemas.microsoft.com/office/drawing/2014/main" id="{5AEF8315-9215-5710-8083-AEF66429360E}"/>
              </a:ext>
            </a:extLst>
          </p:cNvPr>
          <p:cNvSpPr txBox="1">
            <a:spLocks/>
          </p:cNvSpPr>
          <p:nvPr/>
        </p:nvSpPr>
        <p:spPr>
          <a:xfrm>
            <a:off x="220384" y="1532587"/>
            <a:ext cx="11743016" cy="4887878"/>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600" dirty="0"/>
              <a:t>Healthy Arbitrage: not an attack. It is like buying a phone in bulk when the stock is full and selling when it’s low.</a:t>
            </a:r>
          </a:p>
          <a:p>
            <a:pPr>
              <a:lnSpc>
                <a:spcPct val="100000"/>
              </a:lnSpc>
              <a:buFont typeface="Wingdings" panose="05000000000000000000" pitchFamily="2" charset="2"/>
              <a:buChar char="§"/>
            </a:pPr>
            <a:r>
              <a:rPr lang="en-GB" sz="3600" dirty="0"/>
              <a:t>Malicious Arbitrage:</a:t>
            </a:r>
          </a:p>
          <a:p>
            <a:pPr lvl="1">
              <a:lnSpc>
                <a:spcPct val="100000"/>
              </a:lnSpc>
              <a:buFont typeface="Wingdings" panose="05000000000000000000" pitchFamily="2" charset="2"/>
              <a:buChar char="§"/>
            </a:pPr>
            <a:r>
              <a:rPr lang="en-GB" sz="3400" dirty="0"/>
              <a:t>A bot scan two or more exchanges for prices of an asset.</a:t>
            </a:r>
          </a:p>
          <a:p>
            <a:pPr lvl="1">
              <a:lnSpc>
                <a:spcPct val="100000"/>
              </a:lnSpc>
              <a:buFont typeface="Wingdings" panose="05000000000000000000" pitchFamily="2" charset="2"/>
              <a:buChar char="§"/>
            </a:pPr>
            <a:r>
              <a:rPr lang="en-GB" sz="3400" dirty="0"/>
              <a:t>The bot waits until price sync is delayed between any two exchanges.</a:t>
            </a:r>
          </a:p>
          <a:p>
            <a:pPr lvl="1">
              <a:lnSpc>
                <a:spcPct val="100000"/>
              </a:lnSpc>
              <a:buFont typeface="Wingdings" panose="05000000000000000000" pitchFamily="2" charset="2"/>
              <a:buChar char="§"/>
            </a:pPr>
            <a:r>
              <a:rPr lang="en-GB" sz="3400" dirty="0"/>
              <a:t>If there’s more than marginal difference in price, the bot buys the asset from cheaper exchange.</a:t>
            </a:r>
          </a:p>
          <a:p>
            <a:pPr lvl="1">
              <a:lnSpc>
                <a:spcPct val="100000"/>
              </a:lnSpc>
              <a:buFont typeface="Wingdings" panose="05000000000000000000" pitchFamily="2" charset="2"/>
              <a:buChar char="§"/>
            </a:pPr>
            <a:r>
              <a:rPr lang="en-GB" sz="3400" dirty="0"/>
              <a:t>As the price is synchronized, the assets are sold again.</a:t>
            </a:r>
          </a:p>
        </p:txBody>
      </p:sp>
    </p:spTree>
    <p:extLst>
      <p:ext uri="{BB962C8B-B14F-4D97-AF65-F5344CB8AC3E}">
        <p14:creationId xmlns:p14="http://schemas.microsoft.com/office/powerpoint/2010/main" val="1489950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91862-66CC-59BB-DDF6-AB91C9A293D1}"/>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67B7C288-CCCD-3244-F810-4DD133811936}"/>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761FD144-0248-6E1F-29C1-64673ACC1F2A}"/>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6C713FFD-D1F3-FB53-B400-D80F7F646D4E}"/>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MEVs and Slippage</a:t>
            </a:r>
          </a:p>
        </p:txBody>
      </p:sp>
      <p:sp>
        <p:nvSpPr>
          <p:cNvPr id="216" name="Rectangle 215">
            <a:extLst>
              <a:ext uri="{FF2B5EF4-FFF2-40B4-BE49-F238E27FC236}">
                <a16:creationId xmlns:a16="http://schemas.microsoft.com/office/drawing/2014/main" id="{BEBF3105-F409-1AB1-2666-5B151C1A3559}"/>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DBB8ABC8-943C-199A-56A0-01BA5724BB83}"/>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3" name="Content Placeholder 2">
            <a:extLst>
              <a:ext uri="{FF2B5EF4-FFF2-40B4-BE49-F238E27FC236}">
                <a16:creationId xmlns:a16="http://schemas.microsoft.com/office/drawing/2014/main" id="{38466126-07C4-2705-C3A5-9229CEC9C830}"/>
              </a:ext>
            </a:extLst>
          </p:cNvPr>
          <p:cNvSpPr txBox="1">
            <a:spLocks/>
          </p:cNvSpPr>
          <p:nvPr/>
        </p:nvSpPr>
        <p:spPr>
          <a:xfrm>
            <a:off x="220384" y="1532587"/>
            <a:ext cx="117430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600" dirty="0"/>
              <a:t>These attacks cannot be prevented but mitigated limiting </a:t>
            </a:r>
            <a:r>
              <a:rPr lang="en-GB" sz="3600" i="1" dirty="0"/>
              <a:t>Slippage</a:t>
            </a:r>
            <a:r>
              <a:rPr lang="en-GB" sz="3600" dirty="0"/>
              <a:t>.</a:t>
            </a:r>
          </a:p>
          <a:p>
            <a:pPr>
              <a:lnSpc>
                <a:spcPct val="100000"/>
              </a:lnSpc>
              <a:buFont typeface="Wingdings" panose="05000000000000000000" pitchFamily="2" charset="2"/>
              <a:buChar char="§"/>
            </a:pPr>
            <a:r>
              <a:rPr lang="en-GB" sz="3600" dirty="0"/>
              <a:t>Slippage is the difference between actual and expected price after a transaction.</a:t>
            </a:r>
          </a:p>
          <a:p>
            <a:pPr>
              <a:lnSpc>
                <a:spcPct val="100000"/>
              </a:lnSpc>
              <a:buFont typeface="Wingdings" panose="05000000000000000000" pitchFamily="2" charset="2"/>
              <a:buChar char="§"/>
            </a:pPr>
            <a:r>
              <a:rPr lang="en-GB" sz="3600" dirty="0"/>
              <a:t>Setting up slippage to 1% means your transaction will not run if that difference is above 1%.</a:t>
            </a:r>
          </a:p>
          <a:p>
            <a:pPr>
              <a:lnSpc>
                <a:spcPct val="100000"/>
              </a:lnSpc>
              <a:buFont typeface="Wingdings" panose="05000000000000000000" pitchFamily="2" charset="2"/>
              <a:buChar char="§"/>
            </a:pPr>
            <a:r>
              <a:rPr lang="en-GB" sz="3600" dirty="0"/>
              <a:t>It’s best to keep slippage very low on stable assets, but slightly higher for volatile ones. Can you guess why?</a:t>
            </a:r>
          </a:p>
        </p:txBody>
      </p:sp>
    </p:spTree>
    <p:extLst>
      <p:ext uri="{BB962C8B-B14F-4D97-AF65-F5344CB8AC3E}">
        <p14:creationId xmlns:p14="http://schemas.microsoft.com/office/powerpoint/2010/main" val="1145645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38F1E-AA87-41DB-49F0-3D5ABBC24841}"/>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2208EF8D-583F-E602-A742-0BBC23EDE7D9}"/>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27A33E20-ED1D-F372-EABA-600A01C488C2}"/>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640447D3-D5D7-3E90-96CD-EC756D117F60}"/>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MEVs and Slippage</a:t>
            </a:r>
          </a:p>
        </p:txBody>
      </p:sp>
      <p:sp>
        <p:nvSpPr>
          <p:cNvPr id="216" name="Rectangle 215">
            <a:extLst>
              <a:ext uri="{FF2B5EF4-FFF2-40B4-BE49-F238E27FC236}">
                <a16:creationId xmlns:a16="http://schemas.microsoft.com/office/drawing/2014/main" id="{CF8C04BA-10CF-AA81-1AC2-2BE2CC371855}"/>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D5698D6C-66B1-B370-259E-FC324FA6FA97}"/>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3" name="Content Placeholder 2">
            <a:extLst>
              <a:ext uri="{FF2B5EF4-FFF2-40B4-BE49-F238E27FC236}">
                <a16:creationId xmlns:a16="http://schemas.microsoft.com/office/drawing/2014/main" id="{9C2D3532-038C-72A9-D6D9-4B906E8210EC}"/>
              </a:ext>
            </a:extLst>
          </p:cNvPr>
          <p:cNvSpPr txBox="1">
            <a:spLocks/>
          </p:cNvSpPr>
          <p:nvPr/>
        </p:nvSpPr>
        <p:spPr>
          <a:xfrm>
            <a:off x="220384" y="1532587"/>
            <a:ext cx="11743016" cy="4887878"/>
          </a:xfrm>
          <a:prstGeom prst="rect">
            <a:avLst/>
          </a:prstGeom>
        </p:spPr>
        <p:txBody>
          <a:bodyPr>
            <a:normAutofit fontScale="925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600" dirty="0"/>
              <a:t>Some blockchains implemented various counter measures:</a:t>
            </a:r>
          </a:p>
          <a:p>
            <a:pPr lvl="1">
              <a:lnSpc>
                <a:spcPct val="100000"/>
              </a:lnSpc>
              <a:buFont typeface="Wingdings" panose="05000000000000000000" pitchFamily="2" charset="2"/>
              <a:buChar char="§"/>
            </a:pPr>
            <a:r>
              <a:rPr lang="en-GB" sz="3400" dirty="0"/>
              <a:t>Using TWAP instead of Spot prices.</a:t>
            </a:r>
          </a:p>
          <a:p>
            <a:pPr lvl="1">
              <a:lnSpc>
                <a:spcPct val="100000"/>
              </a:lnSpc>
              <a:buFont typeface="Wingdings" panose="05000000000000000000" pitchFamily="2" charset="2"/>
              <a:buChar char="§"/>
            </a:pPr>
            <a:r>
              <a:rPr lang="en-GB" sz="3400" dirty="0"/>
              <a:t>Private </a:t>
            </a:r>
            <a:r>
              <a:rPr lang="en-GB" sz="3400" dirty="0" err="1"/>
              <a:t>MemPool</a:t>
            </a:r>
            <a:r>
              <a:rPr lang="en-GB" sz="3400" dirty="0"/>
              <a:t>: stops bots, but validators can still extract MEV.</a:t>
            </a:r>
          </a:p>
          <a:p>
            <a:pPr lvl="1">
              <a:lnSpc>
                <a:spcPct val="100000"/>
              </a:lnSpc>
              <a:buFont typeface="Wingdings" panose="05000000000000000000" pitchFamily="2" charset="2"/>
              <a:buChar char="§"/>
            </a:pPr>
            <a:r>
              <a:rPr lang="en-GB" sz="3400" dirty="0"/>
              <a:t>FIFO model: limits the chances of changing the transaction order.</a:t>
            </a:r>
          </a:p>
          <a:p>
            <a:pPr lvl="1">
              <a:lnSpc>
                <a:spcPct val="100000"/>
              </a:lnSpc>
              <a:buFont typeface="Wingdings" panose="05000000000000000000" pitchFamily="2" charset="2"/>
              <a:buChar char="§"/>
            </a:pPr>
            <a:r>
              <a:rPr lang="en-GB" sz="3400" dirty="0"/>
              <a:t>Randomizer: reordering transactions randomly. However, this may also cause harm to legitimate users.</a:t>
            </a:r>
          </a:p>
          <a:p>
            <a:pPr lvl="1">
              <a:lnSpc>
                <a:spcPct val="100000"/>
              </a:lnSpc>
              <a:buFont typeface="Wingdings" panose="05000000000000000000" pitchFamily="2" charset="2"/>
              <a:buChar char="§"/>
            </a:pPr>
            <a:r>
              <a:rPr lang="en-GB" sz="3400" dirty="0"/>
              <a:t>Auctioning: allows traders and bots to win a bid transparently and submit transactions to validators.</a:t>
            </a:r>
          </a:p>
        </p:txBody>
      </p:sp>
    </p:spTree>
    <p:extLst>
      <p:ext uri="{BB962C8B-B14F-4D97-AF65-F5344CB8AC3E}">
        <p14:creationId xmlns:p14="http://schemas.microsoft.com/office/powerpoint/2010/main" val="1879073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1DC14-7DC8-42A6-1BCA-DDDB74A29F86}"/>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AF70A6F8-D982-45D7-A710-C82CA0754A52}"/>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5C412765-FD07-D663-C3C5-DC1CAB5C3A4C}"/>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BDCAD869-5840-30FF-3611-41670439CE97}"/>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Sybil Attacks</a:t>
            </a:r>
          </a:p>
        </p:txBody>
      </p:sp>
      <p:sp>
        <p:nvSpPr>
          <p:cNvPr id="216" name="Rectangle 215">
            <a:extLst>
              <a:ext uri="{FF2B5EF4-FFF2-40B4-BE49-F238E27FC236}">
                <a16:creationId xmlns:a16="http://schemas.microsoft.com/office/drawing/2014/main" id="{98FE8551-F435-E87B-8330-C29CF3C9B756}"/>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63E52538-969C-E247-482B-4BECD9440372}"/>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3" name="Content Placeholder 2">
            <a:extLst>
              <a:ext uri="{FF2B5EF4-FFF2-40B4-BE49-F238E27FC236}">
                <a16:creationId xmlns:a16="http://schemas.microsoft.com/office/drawing/2014/main" id="{ED76F44F-4985-74B8-2E50-00882A55E0B8}"/>
              </a:ext>
            </a:extLst>
          </p:cNvPr>
          <p:cNvSpPr txBox="1">
            <a:spLocks/>
          </p:cNvSpPr>
          <p:nvPr/>
        </p:nvSpPr>
        <p:spPr>
          <a:xfrm>
            <a:off x="220384" y="1532587"/>
            <a:ext cx="117430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600" dirty="0"/>
              <a:t>Sybil Attack happens when one person creates several identities.</a:t>
            </a:r>
          </a:p>
          <a:p>
            <a:pPr>
              <a:lnSpc>
                <a:spcPct val="100000"/>
              </a:lnSpc>
              <a:buFont typeface="Wingdings" panose="05000000000000000000" pitchFamily="2" charset="2"/>
              <a:buChar char="§"/>
            </a:pPr>
            <a:r>
              <a:rPr lang="en-GB" sz="3600" dirty="0"/>
              <a:t>Creating new addresses is free; an attacker can create hundreds of accounts.</a:t>
            </a:r>
          </a:p>
          <a:p>
            <a:pPr>
              <a:lnSpc>
                <a:spcPct val="100000"/>
              </a:lnSpc>
              <a:buFont typeface="Wingdings" panose="05000000000000000000" pitchFamily="2" charset="2"/>
              <a:buChar char="§"/>
            </a:pPr>
            <a:r>
              <a:rPr lang="en-GB" sz="3600" dirty="0"/>
              <a:t>These identities can gain disproportionate influence in voting, governance, airdrops, etc.</a:t>
            </a:r>
          </a:p>
          <a:p>
            <a:pPr>
              <a:lnSpc>
                <a:spcPct val="100000"/>
              </a:lnSpc>
              <a:buFont typeface="Wingdings" panose="05000000000000000000" pitchFamily="2" charset="2"/>
              <a:buChar char="§"/>
            </a:pPr>
            <a:r>
              <a:rPr lang="en-GB" sz="3600" dirty="0"/>
              <a:t>Successful Sybil attacks can drain contracts, manipulate markets, disrupt exchanges, and more.</a:t>
            </a:r>
          </a:p>
        </p:txBody>
      </p:sp>
    </p:spTree>
    <p:extLst>
      <p:ext uri="{BB962C8B-B14F-4D97-AF65-F5344CB8AC3E}">
        <p14:creationId xmlns:p14="http://schemas.microsoft.com/office/powerpoint/2010/main" val="162420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E54DD-D2D8-75F6-8F96-908D8E7075D4}"/>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7CB1984E-F0FB-520F-D0DA-86050CB68207}"/>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B7B243B5-7D76-69E6-1777-3897A64A2F40}"/>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4F14324F-7D97-CE57-9C2D-9A57682B6F5E}"/>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Sybil Attacks</a:t>
            </a:r>
          </a:p>
        </p:txBody>
      </p:sp>
      <p:sp>
        <p:nvSpPr>
          <p:cNvPr id="216" name="Rectangle 215">
            <a:extLst>
              <a:ext uri="{FF2B5EF4-FFF2-40B4-BE49-F238E27FC236}">
                <a16:creationId xmlns:a16="http://schemas.microsoft.com/office/drawing/2014/main" id="{EAD4FF9F-CC5B-4057-C523-8A6714A26BB7}"/>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85EF15BD-41F3-1365-C3EF-86B39AE7631B}"/>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3" name="Content Placeholder 2">
            <a:extLst>
              <a:ext uri="{FF2B5EF4-FFF2-40B4-BE49-F238E27FC236}">
                <a16:creationId xmlns:a16="http://schemas.microsoft.com/office/drawing/2014/main" id="{A5885F3E-0B38-ACDD-DA42-79533BDD4736}"/>
              </a:ext>
            </a:extLst>
          </p:cNvPr>
          <p:cNvSpPr txBox="1">
            <a:spLocks/>
          </p:cNvSpPr>
          <p:nvPr/>
        </p:nvSpPr>
        <p:spPr>
          <a:xfrm>
            <a:off x="220384" y="1532587"/>
            <a:ext cx="11743016" cy="4887878"/>
          </a:xfrm>
          <a:prstGeom prst="rect">
            <a:avLst/>
          </a:prstGeom>
        </p:spPr>
        <p:txBody>
          <a:bodyPr>
            <a:normAutofit fontScale="925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600" dirty="0"/>
              <a:t>The famous Ronin Bridge Hack was a Sybil Attack.</a:t>
            </a:r>
          </a:p>
          <a:p>
            <a:pPr>
              <a:lnSpc>
                <a:spcPct val="100000"/>
              </a:lnSpc>
              <a:buFont typeface="Wingdings" panose="05000000000000000000" pitchFamily="2" charset="2"/>
              <a:buChar char="§"/>
            </a:pPr>
            <a:r>
              <a:rPr lang="en-GB" sz="3600" dirty="0"/>
              <a:t>Axie’s Infinity Ronin validators were controlled by too few entities.</a:t>
            </a:r>
          </a:p>
          <a:p>
            <a:pPr>
              <a:lnSpc>
                <a:spcPct val="100000"/>
              </a:lnSpc>
              <a:buFont typeface="Wingdings" panose="05000000000000000000" pitchFamily="2" charset="2"/>
              <a:buChar char="§"/>
            </a:pPr>
            <a:r>
              <a:rPr lang="en-GB" sz="3600" dirty="0"/>
              <a:t>The attacker compromised enough validator keys to approve fake withdrawals.</a:t>
            </a:r>
          </a:p>
          <a:p>
            <a:pPr>
              <a:lnSpc>
                <a:spcPct val="100000"/>
              </a:lnSpc>
              <a:buFont typeface="Wingdings" panose="05000000000000000000" pitchFamily="2" charset="2"/>
              <a:buChar char="§"/>
            </a:pPr>
            <a:r>
              <a:rPr lang="en-GB" sz="3600" dirty="0"/>
              <a:t>Over $600M lost.</a:t>
            </a:r>
          </a:p>
          <a:p>
            <a:pPr marL="0" indent="0">
              <a:lnSpc>
                <a:spcPct val="100000"/>
              </a:lnSpc>
              <a:buNone/>
            </a:pPr>
            <a:r>
              <a:rPr lang="en-GB" sz="3600" dirty="0"/>
              <a:t>Lessons</a:t>
            </a:r>
          </a:p>
          <a:p>
            <a:pPr>
              <a:lnSpc>
                <a:spcPct val="100000"/>
              </a:lnSpc>
              <a:buFont typeface="Wingdings" panose="05000000000000000000" pitchFamily="2" charset="2"/>
              <a:buChar char="§"/>
            </a:pPr>
            <a:r>
              <a:rPr lang="en-GB" sz="3600" dirty="0"/>
              <a:t>M of N is useless if N is small.</a:t>
            </a:r>
          </a:p>
          <a:p>
            <a:pPr>
              <a:lnSpc>
                <a:spcPct val="100000"/>
              </a:lnSpc>
              <a:buFont typeface="Wingdings" panose="05000000000000000000" pitchFamily="2" charset="2"/>
              <a:buChar char="§"/>
            </a:pPr>
            <a:r>
              <a:rPr lang="en-GB" sz="3600" dirty="0"/>
              <a:t>Governance failures are as damaging as bugs.</a:t>
            </a:r>
          </a:p>
        </p:txBody>
      </p:sp>
    </p:spTree>
    <p:extLst>
      <p:ext uri="{BB962C8B-B14F-4D97-AF65-F5344CB8AC3E}">
        <p14:creationId xmlns:p14="http://schemas.microsoft.com/office/powerpoint/2010/main" val="3618819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F56C8-B8B5-25A6-C426-C8156F4B2B72}"/>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F1FD93C5-E600-3E34-2AA7-01AD741E3162}"/>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1F3D8D74-F330-8E90-08D5-CD571A684CF1}"/>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C89AF19D-0B52-EDCF-63A4-0B434BDD29A0}"/>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Sybil Attacks</a:t>
            </a:r>
          </a:p>
        </p:txBody>
      </p:sp>
      <p:sp>
        <p:nvSpPr>
          <p:cNvPr id="216" name="Rectangle 215">
            <a:extLst>
              <a:ext uri="{FF2B5EF4-FFF2-40B4-BE49-F238E27FC236}">
                <a16:creationId xmlns:a16="http://schemas.microsoft.com/office/drawing/2014/main" id="{6C70C0A8-4906-F077-0F5F-6B3AA0DC5675}"/>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73AFF48F-1FD0-BC1A-3886-AFF22236126B}"/>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3" name="Content Placeholder 2">
            <a:extLst>
              <a:ext uri="{FF2B5EF4-FFF2-40B4-BE49-F238E27FC236}">
                <a16:creationId xmlns:a16="http://schemas.microsoft.com/office/drawing/2014/main" id="{F349439E-FE76-468E-0018-2896E2760C61}"/>
              </a:ext>
            </a:extLst>
          </p:cNvPr>
          <p:cNvSpPr txBox="1">
            <a:spLocks/>
          </p:cNvSpPr>
          <p:nvPr/>
        </p:nvSpPr>
        <p:spPr>
          <a:xfrm>
            <a:off x="220384" y="1532587"/>
            <a:ext cx="11743016" cy="4887878"/>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600" dirty="0"/>
              <a:t>Sybil Attack can be mitigated through various strategies:</a:t>
            </a:r>
          </a:p>
          <a:p>
            <a:pPr lvl="1">
              <a:lnSpc>
                <a:spcPct val="100000"/>
              </a:lnSpc>
              <a:buFont typeface="Wingdings" panose="05000000000000000000" pitchFamily="2" charset="2"/>
              <a:buChar char="§"/>
            </a:pPr>
            <a:r>
              <a:rPr lang="en-GB" sz="3400" dirty="0"/>
              <a:t>Imposing cost to new identities.</a:t>
            </a:r>
          </a:p>
          <a:p>
            <a:pPr lvl="1">
              <a:lnSpc>
                <a:spcPct val="100000"/>
              </a:lnSpc>
              <a:buFont typeface="Wingdings" panose="05000000000000000000" pitchFamily="2" charset="2"/>
              <a:buChar char="§"/>
            </a:pPr>
            <a:r>
              <a:rPr lang="en-GB" sz="3400" dirty="0"/>
              <a:t>Applying rate limiting and hard caps per time window.</a:t>
            </a:r>
          </a:p>
          <a:p>
            <a:pPr lvl="1">
              <a:lnSpc>
                <a:spcPct val="100000"/>
              </a:lnSpc>
              <a:buFont typeface="Wingdings" panose="05000000000000000000" pitchFamily="2" charset="2"/>
              <a:buChar char="§"/>
            </a:pPr>
            <a:r>
              <a:rPr lang="en-GB" sz="3400" dirty="0"/>
              <a:t>Applying pull-based transactions so that the attacker bears the cost of transaction initiation.</a:t>
            </a:r>
          </a:p>
          <a:p>
            <a:pPr lvl="1">
              <a:lnSpc>
                <a:spcPct val="100000"/>
              </a:lnSpc>
              <a:buFont typeface="Wingdings" panose="05000000000000000000" pitchFamily="2" charset="2"/>
              <a:buChar char="§"/>
            </a:pPr>
            <a:r>
              <a:rPr lang="en-GB" sz="3400" dirty="0"/>
              <a:t>Enforce KYC to make it significantly hard to create fake IDs.</a:t>
            </a:r>
          </a:p>
          <a:p>
            <a:pPr>
              <a:lnSpc>
                <a:spcPct val="100000"/>
              </a:lnSpc>
              <a:buFont typeface="Wingdings" panose="05000000000000000000" pitchFamily="2" charset="2"/>
              <a:buChar char="§"/>
            </a:pPr>
            <a:r>
              <a:rPr lang="en-GB" sz="3600" dirty="0"/>
              <a:t>Combine cost + delays + KYC + monitoring + circuit breakers + </a:t>
            </a:r>
            <a:r>
              <a:rPr lang="en-GB" sz="3600" dirty="0" err="1"/>
              <a:t>timelocks</a:t>
            </a:r>
            <a:r>
              <a:rPr lang="en-GB" sz="3600" dirty="0"/>
              <a:t> + guardians for strong systems (but still expect successful attacks)</a:t>
            </a:r>
          </a:p>
        </p:txBody>
      </p:sp>
    </p:spTree>
    <p:extLst>
      <p:ext uri="{BB962C8B-B14F-4D97-AF65-F5344CB8AC3E}">
        <p14:creationId xmlns:p14="http://schemas.microsoft.com/office/powerpoint/2010/main" val="2719308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6AE6C-1D05-563E-7F7B-0B30B921E7AF}"/>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75E42F5B-D0E4-1E42-F815-311BCBF36D5E}"/>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78835CB5-A81A-D252-A670-2BF2AC58D894}"/>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FFD893EB-B62E-1C85-6D67-C49B6B014240}"/>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Audit and Verification – Internal Audit</a:t>
            </a:r>
          </a:p>
        </p:txBody>
      </p:sp>
      <p:sp>
        <p:nvSpPr>
          <p:cNvPr id="216" name="Rectangle 215">
            <a:extLst>
              <a:ext uri="{FF2B5EF4-FFF2-40B4-BE49-F238E27FC236}">
                <a16:creationId xmlns:a16="http://schemas.microsoft.com/office/drawing/2014/main" id="{9863F8A7-2433-BFDC-FFD1-8E8FA3C2FC05}"/>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C4F66398-C08E-85C1-F387-A13011B30C47}"/>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3" name="Content Placeholder 2">
            <a:extLst>
              <a:ext uri="{FF2B5EF4-FFF2-40B4-BE49-F238E27FC236}">
                <a16:creationId xmlns:a16="http://schemas.microsoft.com/office/drawing/2014/main" id="{479278F8-5219-7195-B310-3AD239E14C69}"/>
              </a:ext>
            </a:extLst>
          </p:cNvPr>
          <p:cNvSpPr txBox="1">
            <a:spLocks/>
          </p:cNvSpPr>
          <p:nvPr/>
        </p:nvSpPr>
        <p:spPr>
          <a:xfrm>
            <a:off x="220384" y="1532587"/>
            <a:ext cx="11743016" cy="4887878"/>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600" dirty="0"/>
              <a:t>Internal Audit is a continuous activity, especially during development.</a:t>
            </a:r>
          </a:p>
          <a:p>
            <a:pPr>
              <a:lnSpc>
                <a:spcPct val="100000"/>
              </a:lnSpc>
              <a:buFont typeface="Wingdings" panose="05000000000000000000" pitchFamily="2" charset="2"/>
              <a:buChar char="§"/>
            </a:pPr>
            <a:r>
              <a:rPr lang="en-GB" sz="3600" dirty="0"/>
              <a:t>Reviewers already understand the intent, architecture, and constraints.</a:t>
            </a:r>
          </a:p>
          <a:p>
            <a:pPr>
              <a:lnSpc>
                <a:spcPct val="100000"/>
              </a:lnSpc>
              <a:buFont typeface="Wingdings" panose="05000000000000000000" pitchFamily="2" charset="2"/>
              <a:buChar char="§"/>
            </a:pPr>
            <a:r>
              <a:rPr lang="en-GB" sz="3600" dirty="0"/>
              <a:t>Best at catching logic mismatches between what the protocol’s expected behaviour and actual behaviour.</a:t>
            </a:r>
          </a:p>
          <a:p>
            <a:pPr>
              <a:lnSpc>
                <a:spcPct val="100000"/>
              </a:lnSpc>
              <a:buFont typeface="Wingdings" panose="05000000000000000000" pitchFamily="2" charset="2"/>
              <a:buChar char="§"/>
            </a:pPr>
            <a:r>
              <a:rPr lang="en-GB" sz="3600" dirty="0"/>
              <a:t>Their weakness is familiarity. Teams tend to share blind spots and assumptions.</a:t>
            </a:r>
          </a:p>
          <a:p>
            <a:pPr>
              <a:lnSpc>
                <a:spcPct val="100000"/>
              </a:lnSpc>
              <a:buFont typeface="Wingdings" panose="05000000000000000000" pitchFamily="2" charset="2"/>
              <a:buChar char="§"/>
            </a:pPr>
            <a:r>
              <a:rPr lang="en-GB" sz="3600" dirty="0"/>
              <a:t>Internal audit almost is always limited to </a:t>
            </a:r>
            <a:r>
              <a:rPr lang="en-GB" sz="3600" dirty="0" err="1"/>
              <a:t>Testnets</a:t>
            </a:r>
            <a:r>
              <a:rPr lang="en-GB" sz="3600" dirty="0"/>
              <a:t>.</a:t>
            </a:r>
          </a:p>
        </p:txBody>
      </p:sp>
    </p:spTree>
    <p:extLst>
      <p:ext uri="{BB962C8B-B14F-4D97-AF65-F5344CB8AC3E}">
        <p14:creationId xmlns:p14="http://schemas.microsoft.com/office/powerpoint/2010/main" val="2162066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DACBE-DE8D-095D-5BE3-1626257D362D}"/>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DEC87AED-F9C2-E41D-FB0B-79BE1161CC38}"/>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3F6F8F2B-5472-5037-BB9E-A853D6D8C18A}"/>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79EBFDE1-C85D-6CEE-00CC-18762019ACBD}"/>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Audit and Verification – External Audit</a:t>
            </a:r>
          </a:p>
        </p:txBody>
      </p:sp>
      <p:sp>
        <p:nvSpPr>
          <p:cNvPr id="216" name="Rectangle 215">
            <a:extLst>
              <a:ext uri="{FF2B5EF4-FFF2-40B4-BE49-F238E27FC236}">
                <a16:creationId xmlns:a16="http://schemas.microsoft.com/office/drawing/2014/main" id="{272A5880-D0FB-F2AB-3A88-6E9B786383D4}"/>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0C9428C3-3592-38CD-105A-51A2A79271B9}"/>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3" name="Content Placeholder 2">
            <a:extLst>
              <a:ext uri="{FF2B5EF4-FFF2-40B4-BE49-F238E27FC236}">
                <a16:creationId xmlns:a16="http://schemas.microsoft.com/office/drawing/2014/main" id="{74790BF8-ABC3-46BF-B1A7-12E0BAEB3C62}"/>
              </a:ext>
            </a:extLst>
          </p:cNvPr>
          <p:cNvSpPr txBox="1">
            <a:spLocks/>
          </p:cNvSpPr>
          <p:nvPr/>
        </p:nvSpPr>
        <p:spPr>
          <a:xfrm>
            <a:off x="220384" y="1532587"/>
            <a:ext cx="11743016" cy="4887878"/>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600" dirty="0"/>
              <a:t>External Audit is true audit in which an external entity examines all layers from architecture to code without assuming or trusting anything.</a:t>
            </a:r>
          </a:p>
          <a:p>
            <a:pPr>
              <a:lnSpc>
                <a:spcPct val="100000"/>
              </a:lnSpc>
              <a:buFont typeface="Wingdings" panose="05000000000000000000" pitchFamily="2" charset="2"/>
              <a:buChar char="§"/>
            </a:pPr>
            <a:r>
              <a:rPr lang="en-GB" sz="3600" dirty="0"/>
              <a:t>Protocols are tried against historical exploits across the ecosystem.</a:t>
            </a:r>
          </a:p>
          <a:p>
            <a:pPr>
              <a:lnSpc>
                <a:spcPct val="100000"/>
              </a:lnSpc>
              <a:buFont typeface="Wingdings" panose="05000000000000000000" pitchFamily="2" charset="2"/>
              <a:buChar char="§"/>
            </a:pPr>
            <a:r>
              <a:rPr lang="en-GB" sz="3600" dirty="0"/>
              <a:t>They provide credibility to users and integrators.</a:t>
            </a:r>
          </a:p>
          <a:p>
            <a:pPr>
              <a:lnSpc>
                <a:spcPct val="100000"/>
              </a:lnSpc>
              <a:buFont typeface="Wingdings" panose="05000000000000000000" pitchFamily="2" charset="2"/>
              <a:buChar char="§"/>
            </a:pPr>
            <a:r>
              <a:rPr lang="en-GB" sz="3600" dirty="0"/>
              <a:t>Process:</a:t>
            </a:r>
          </a:p>
          <a:p>
            <a:pPr lvl="1">
              <a:lnSpc>
                <a:spcPct val="100000"/>
              </a:lnSpc>
              <a:buFont typeface="Wingdings" panose="05000000000000000000" pitchFamily="2" charset="2"/>
              <a:buChar char="§"/>
            </a:pPr>
            <a:r>
              <a:rPr lang="en-GB" sz="3400" dirty="0"/>
              <a:t>Code is frozen or scoped to a specific commit.</a:t>
            </a:r>
          </a:p>
          <a:p>
            <a:pPr lvl="1">
              <a:lnSpc>
                <a:spcPct val="100000"/>
              </a:lnSpc>
              <a:buFont typeface="Wingdings" panose="05000000000000000000" pitchFamily="2" charset="2"/>
              <a:buChar char="§"/>
            </a:pPr>
            <a:r>
              <a:rPr lang="en-GB" sz="3400" dirty="0"/>
              <a:t>Manual review is combined with automated tooling.</a:t>
            </a:r>
          </a:p>
          <a:p>
            <a:pPr lvl="1">
              <a:lnSpc>
                <a:spcPct val="100000"/>
              </a:lnSpc>
              <a:buFont typeface="Wingdings" panose="05000000000000000000" pitchFamily="2" charset="2"/>
              <a:buChar char="§"/>
            </a:pPr>
            <a:r>
              <a:rPr lang="en-GB" sz="3400" dirty="0"/>
              <a:t>Findings are ranked by severity and exploitability.</a:t>
            </a:r>
          </a:p>
          <a:p>
            <a:pPr lvl="1">
              <a:lnSpc>
                <a:spcPct val="100000"/>
              </a:lnSpc>
              <a:buFont typeface="Wingdings" panose="05000000000000000000" pitchFamily="2" charset="2"/>
              <a:buChar char="§"/>
            </a:pPr>
            <a:r>
              <a:rPr lang="en-GB" sz="3400" dirty="0"/>
              <a:t>Fixes are proposed but correctness of fixes is still the team’s responsibility.</a:t>
            </a:r>
          </a:p>
          <a:p>
            <a:pPr>
              <a:lnSpc>
                <a:spcPct val="100000"/>
              </a:lnSpc>
              <a:buFont typeface="Wingdings" panose="05000000000000000000" pitchFamily="2" charset="2"/>
              <a:buChar char="§"/>
            </a:pPr>
            <a:r>
              <a:rPr lang="en-GB" sz="3600" dirty="0"/>
              <a:t>External Audits suffer from context unawareness issues if the contracts are not well-documented.</a:t>
            </a:r>
          </a:p>
        </p:txBody>
      </p:sp>
    </p:spTree>
    <p:extLst>
      <p:ext uri="{BB962C8B-B14F-4D97-AF65-F5344CB8AC3E}">
        <p14:creationId xmlns:p14="http://schemas.microsoft.com/office/powerpoint/2010/main" val="3521859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E2704-F36D-9A40-E7DD-ADF15B91EE61}"/>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32581A33-55BA-A497-8F85-853FD7B8231F}"/>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C7C28751-67A3-CB42-5F58-65FA80EEA74A}"/>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55C11090-E445-68C6-D718-AC96E9BF0AA2}"/>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Audit and Verification – Static Analysis</a:t>
            </a:r>
          </a:p>
        </p:txBody>
      </p:sp>
      <p:sp>
        <p:nvSpPr>
          <p:cNvPr id="216" name="Rectangle 215">
            <a:extLst>
              <a:ext uri="{FF2B5EF4-FFF2-40B4-BE49-F238E27FC236}">
                <a16:creationId xmlns:a16="http://schemas.microsoft.com/office/drawing/2014/main" id="{66A14A8F-379D-08F5-E986-C72658D1C73A}"/>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AD372D0B-276E-E4EF-599D-AF9FDC826D62}"/>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3" name="Content Placeholder 2">
            <a:extLst>
              <a:ext uri="{FF2B5EF4-FFF2-40B4-BE49-F238E27FC236}">
                <a16:creationId xmlns:a16="http://schemas.microsoft.com/office/drawing/2014/main" id="{6559F237-FAE3-8637-D7AD-DB19860820C2}"/>
              </a:ext>
            </a:extLst>
          </p:cNvPr>
          <p:cNvSpPr txBox="1">
            <a:spLocks/>
          </p:cNvSpPr>
          <p:nvPr/>
        </p:nvSpPr>
        <p:spPr>
          <a:xfrm>
            <a:off x="220384" y="1532587"/>
            <a:ext cx="11743016" cy="4887878"/>
          </a:xfrm>
          <a:prstGeom prst="rect">
            <a:avLst/>
          </a:prstGeom>
        </p:spPr>
        <p:txBody>
          <a:bodyPr>
            <a:normAutofit fontScale="850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400" dirty="0"/>
              <a:t>Static Analysis evaluates code without executing.</a:t>
            </a:r>
          </a:p>
          <a:p>
            <a:pPr>
              <a:lnSpc>
                <a:spcPct val="100000"/>
              </a:lnSpc>
              <a:buFont typeface="Wingdings" panose="05000000000000000000" pitchFamily="2" charset="2"/>
              <a:buChar char="§"/>
            </a:pPr>
            <a:r>
              <a:rPr lang="en-GB" sz="3200" dirty="0"/>
              <a:t>The Analyzer parses the code into an abstract syntax tree and control flow graph.</a:t>
            </a:r>
          </a:p>
          <a:p>
            <a:pPr>
              <a:lnSpc>
                <a:spcPct val="100000"/>
              </a:lnSpc>
              <a:buFont typeface="Wingdings" panose="05000000000000000000" pitchFamily="2" charset="2"/>
              <a:buChar char="§"/>
            </a:pPr>
            <a:r>
              <a:rPr lang="en-GB" sz="3200" dirty="0"/>
              <a:t>Then applies a large set of detectors that look for known vulnerability patterns.</a:t>
            </a:r>
          </a:p>
          <a:p>
            <a:pPr>
              <a:lnSpc>
                <a:spcPct val="100000"/>
              </a:lnSpc>
              <a:buFont typeface="Wingdings" panose="05000000000000000000" pitchFamily="2" charset="2"/>
              <a:buChar char="§"/>
            </a:pPr>
            <a:r>
              <a:rPr lang="en-GB" sz="3200" dirty="0"/>
              <a:t>It flags suspicious constructs with context and file locations.</a:t>
            </a:r>
          </a:p>
          <a:p>
            <a:pPr>
              <a:lnSpc>
                <a:spcPct val="100000"/>
              </a:lnSpc>
              <a:buFont typeface="Wingdings" panose="05000000000000000000" pitchFamily="2" charset="2"/>
              <a:buChar char="§"/>
            </a:pPr>
            <a:r>
              <a:rPr lang="en-GB" sz="3200" dirty="0"/>
              <a:t>The output is a list of warnings, similar to code linting.</a:t>
            </a:r>
          </a:p>
          <a:p>
            <a:pPr>
              <a:lnSpc>
                <a:spcPct val="100000"/>
              </a:lnSpc>
              <a:buFont typeface="Wingdings" panose="05000000000000000000" pitchFamily="2" charset="2"/>
              <a:buChar char="§"/>
            </a:pPr>
            <a:r>
              <a:rPr lang="en-GB" sz="3200" dirty="0"/>
              <a:t>Such analysis is already provided by Remix IDE, e.g.:</a:t>
            </a:r>
          </a:p>
          <a:p>
            <a:pPr lvl="1">
              <a:lnSpc>
                <a:spcPct val="100000"/>
              </a:lnSpc>
              <a:buFont typeface="Wingdings" panose="05000000000000000000" pitchFamily="2" charset="2"/>
              <a:buChar char="§"/>
            </a:pPr>
            <a:r>
              <a:rPr lang="en-GB" sz="3000" dirty="0"/>
              <a:t>Finding unprotected functions, incorrect visibility, and unused modifiers.</a:t>
            </a:r>
          </a:p>
          <a:p>
            <a:pPr lvl="1">
              <a:lnSpc>
                <a:spcPct val="100000"/>
              </a:lnSpc>
              <a:buFont typeface="Wingdings" panose="05000000000000000000" pitchFamily="2" charset="2"/>
              <a:buChar char="§"/>
            </a:pPr>
            <a:r>
              <a:rPr lang="en-GB" sz="3000" dirty="0"/>
              <a:t>Highlighting dangerous uses of </a:t>
            </a:r>
            <a:r>
              <a:rPr lang="en-GB" sz="3000" dirty="0" err="1"/>
              <a:t>delegatecall</a:t>
            </a:r>
            <a:r>
              <a:rPr lang="en-GB" sz="3000" dirty="0"/>
              <a:t>, </a:t>
            </a:r>
            <a:r>
              <a:rPr lang="en-GB" sz="3000" dirty="0" err="1"/>
              <a:t>tx.origin</a:t>
            </a:r>
            <a:r>
              <a:rPr lang="en-GB" sz="3000" dirty="0"/>
              <a:t>, </a:t>
            </a:r>
            <a:r>
              <a:rPr lang="en-GB" sz="3000" dirty="0" err="1"/>
              <a:t>selfdestruct</a:t>
            </a:r>
            <a:r>
              <a:rPr lang="en-GB" sz="3000" dirty="0"/>
              <a:t>.</a:t>
            </a:r>
          </a:p>
          <a:p>
            <a:pPr lvl="1">
              <a:lnSpc>
                <a:spcPct val="100000"/>
              </a:lnSpc>
              <a:buFont typeface="Wingdings" panose="05000000000000000000" pitchFamily="2" charset="2"/>
              <a:buChar char="§"/>
            </a:pPr>
            <a:r>
              <a:rPr lang="en-GB" sz="3000" dirty="0"/>
              <a:t>Catching uninitialized storage variables and shadowed variables.</a:t>
            </a:r>
          </a:p>
          <a:p>
            <a:pPr lvl="1">
              <a:lnSpc>
                <a:spcPct val="100000"/>
              </a:lnSpc>
              <a:buFont typeface="Wingdings" panose="05000000000000000000" pitchFamily="2" charset="2"/>
              <a:buChar char="§"/>
            </a:pPr>
            <a:r>
              <a:rPr lang="en-GB" sz="3000" dirty="0"/>
              <a:t>Surfacing code complexity and inheritance hazards that humans miss.</a:t>
            </a:r>
          </a:p>
        </p:txBody>
      </p:sp>
    </p:spTree>
    <p:extLst>
      <p:ext uri="{BB962C8B-B14F-4D97-AF65-F5344CB8AC3E}">
        <p14:creationId xmlns:p14="http://schemas.microsoft.com/office/powerpoint/2010/main" val="3137986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27C42-2D35-1FFE-14B7-2D2DD5E8BE2B}"/>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5EAEDE61-0C05-380D-CBAF-B036DF8227C0}"/>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4099E149-801B-EF6E-3A49-0C00C40F30D2}"/>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655E89E4-7BD5-C55A-2E87-C6D61E497B43}"/>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Audit and Verification – Testing</a:t>
            </a:r>
          </a:p>
        </p:txBody>
      </p:sp>
      <p:sp>
        <p:nvSpPr>
          <p:cNvPr id="216" name="Rectangle 215">
            <a:extLst>
              <a:ext uri="{FF2B5EF4-FFF2-40B4-BE49-F238E27FC236}">
                <a16:creationId xmlns:a16="http://schemas.microsoft.com/office/drawing/2014/main" id="{357FB0D1-B65A-4474-1905-8EE9DBF3CD12}"/>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ABF34E0F-5971-8F12-E6AE-BEE77097E2BB}"/>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3" name="Content Placeholder 2">
            <a:extLst>
              <a:ext uri="{FF2B5EF4-FFF2-40B4-BE49-F238E27FC236}">
                <a16:creationId xmlns:a16="http://schemas.microsoft.com/office/drawing/2014/main" id="{161BA22A-1225-6F1E-F3D6-751D16D82115}"/>
              </a:ext>
            </a:extLst>
          </p:cNvPr>
          <p:cNvSpPr txBox="1">
            <a:spLocks/>
          </p:cNvSpPr>
          <p:nvPr/>
        </p:nvSpPr>
        <p:spPr>
          <a:xfrm>
            <a:off x="220384" y="1532587"/>
            <a:ext cx="11743016" cy="4887878"/>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400" dirty="0"/>
              <a:t>Unit tests verify functions with known inputs and expected outputs.</a:t>
            </a:r>
          </a:p>
          <a:p>
            <a:pPr>
              <a:lnSpc>
                <a:spcPct val="100000"/>
              </a:lnSpc>
              <a:buFont typeface="Wingdings" panose="05000000000000000000" pitchFamily="2" charset="2"/>
              <a:buChar char="§"/>
            </a:pPr>
            <a:r>
              <a:rPr lang="en-GB" sz="3400" dirty="0"/>
              <a:t>They are deterministic, readable, and fast.</a:t>
            </a:r>
          </a:p>
          <a:p>
            <a:pPr>
              <a:lnSpc>
                <a:spcPct val="100000"/>
              </a:lnSpc>
              <a:buFont typeface="Wingdings" panose="05000000000000000000" pitchFamily="2" charset="2"/>
              <a:buChar char="§"/>
            </a:pPr>
            <a:r>
              <a:rPr lang="en-GB" sz="3400" dirty="0"/>
              <a:t>Property tests validate general rules (especially financial) that should hold across the board.</a:t>
            </a:r>
          </a:p>
          <a:p>
            <a:pPr>
              <a:lnSpc>
                <a:spcPct val="100000"/>
              </a:lnSpc>
              <a:buFont typeface="Wingdings" panose="05000000000000000000" pitchFamily="2" charset="2"/>
              <a:buChar char="§"/>
            </a:pPr>
            <a:r>
              <a:rPr lang="en-GB" sz="3400" dirty="0"/>
              <a:t>Instead of checking exact outputs, they check relationships, like balances never decrease incorrectly or total supply remains conserved.</a:t>
            </a:r>
          </a:p>
          <a:p>
            <a:pPr>
              <a:lnSpc>
                <a:spcPct val="100000"/>
              </a:lnSpc>
              <a:buFont typeface="Wingdings" panose="05000000000000000000" pitchFamily="2" charset="2"/>
              <a:buChar char="§"/>
            </a:pPr>
            <a:r>
              <a:rPr lang="en-GB" sz="3400" dirty="0"/>
              <a:t>Test environments simulate the EVM with predictable state.</a:t>
            </a:r>
          </a:p>
          <a:p>
            <a:pPr>
              <a:lnSpc>
                <a:spcPct val="100000"/>
              </a:lnSpc>
              <a:buFont typeface="Wingdings" panose="05000000000000000000" pitchFamily="2" charset="2"/>
              <a:buChar char="§"/>
            </a:pPr>
            <a:r>
              <a:rPr lang="en-GB" sz="3400" dirty="0"/>
              <a:t>Contracts are deployed fresh for each test or test suite.</a:t>
            </a:r>
          </a:p>
          <a:p>
            <a:pPr>
              <a:lnSpc>
                <a:spcPct val="100000"/>
              </a:lnSpc>
              <a:buFont typeface="Wingdings" panose="05000000000000000000" pitchFamily="2" charset="2"/>
              <a:buChar char="§"/>
            </a:pPr>
            <a:r>
              <a:rPr lang="en-GB" sz="3400" dirty="0"/>
              <a:t>State is mutated deliberately and checked after every step.</a:t>
            </a:r>
          </a:p>
          <a:p>
            <a:pPr>
              <a:lnSpc>
                <a:spcPct val="100000"/>
              </a:lnSpc>
              <a:buFont typeface="Wingdings" panose="05000000000000000000" pitchFamily="2" charset="2"/>
              <a:buChar char="§"/>
            </a:pPr>
            <a:r>
              <a:rPr lang="en-GB" sz="3400" dirty="0"/>
              <a:t>These tests are hard to write to counter most of the market manipulation attacks – that we covered earlier slides.</a:t>
            </a:r>
          </a:p>
        </p:txBody>
      </p:sp>
    </p:spTree>
    <p:extLst>
      <p:ext uri="{BB962C8B-B14F-4D97-AF65-F5344CB8AC3E}">
        <p14:creationId xmlns:p14="http://schemas.microsoft.com/office/powerpoint/2010/main" val="4032175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AA06E-5A40-EB24-550E-3CE71A3F5584}"/>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2AB557B7-D892-DE1C-FD9F-96BB7781F22A}"/>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4EE8F3D3-A827-FF68-610E-871AEA04A160}"/>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87858C50-73D1-01EF-7589-41D61F1233EE}"/>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Audit and Verification – Fuzzing</a:t>
            </a:r>
          </a:p>
        </p:txBody>
      </p:sp>
      <p:sp>
        <p:nvSpPr>
          <p:cNvPr id="216" name="Rectangle 215">
            <a:extLst>
              <a:ext uri="{FF2B5EF4-FFF2-40B4-BE49-F238E27FC236}">
                <a16:creationId xmlns:a16="http://schemas.microsoft.com/office/drawing/2014/main" id="{2FF03F39-5CD8-6DB1-9050-A35426397B57}"/>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9C1E5465-BE02-A59E-7A35-A01725683111}"/>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3" name="Content Placeholder 2">
            <a:extLst>
              <a:ext uri="{FF2B5EF4-FFF2-40B4-BE49-F238E27FC236}">
                <a16:creationId xmlns:a16="http://schemas.microsoft.com/office/drawing/2014/main" id="{3E99CE74-078D-A4F8-925F-5281171D87EC}"/>
              </a:ext>
            </a:extLst>
          </p:cNvPr>
          <p:cNvSpPr txBox="1">
            <a:spLocks/>
          </p:cNvSpPr>
          <p:nvPr/>
        </p:nvSpPr>
        <p:spPr>
          <a:xfrm>
            <a:off x="220384" y="1532587"/>
            <a:ext cx="11743016" cy="4887878"/>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400" dirty="0"/>
              <a:t>Fuzzing is automated adversarial testing. The tool generates large volumes of random inputs and tries to break your assumptions.</a:t>
            </a:r>
          </a:p>
          <a:p>
            <a:pPr>
              <a:lnSpc>
                <a:spcPct val="100000"/>
              </a:lnSpc>
              <a:buFont typeface="Wingdings" panose="05000000000000000000" pitchFamily="2" charset="2"/>
              <a:buChar char="§"/>
            </a:pPr>
            <a:r>
              <a:rPr lang="en-GB" sz="3400" dirty="0"/>
              <a:t>Echidna fuzzing:</a:t>
            </a:r>
          </a:p>
          <a:p>
            <a:pPr lvl="1">
              <a:lnSpc>
                <a:spcPct val="100000"/>
              </a:lnSpc>
              <a:buFont typeface="Wingdings" panose="05000000000000000000" pitchFamily="2" charset="2"/>
              <a:buChar char="§"/>
            </a:pPr>
            <a:r>
              <a:rPr lang="en-GB" sz="3200" dirty="0"/>
              <a:t>You write invariant functions directly in Solidity.</a:t>
            </a:r>
          </a:p>
          <a:p>
            <a:pPr lvl="1">
              <a:lnSpc>
                <a:spcPct val="100000"/>
              </a:lnSpc>
              <a:buFont typeface="Wingdings" panose="05000000000000000000" pitchFamily="2" charset="2"/>
              <a:buChar char="§"/>
            </a:pPr>
            <a:r>
              <a:rPr lang="en-GB" sz="3200" dirty="0"/>
              <a:t>Echidna treats your contract as hostile and calls it in arbitrary ways.</a:t>
            </a:r>
          </a:p>
          <a:p>
            <a:pPr lvl="1">
              <a:lnSpc>
                <a:spcPct val="100000"/>
              </a:lnSpc>
              <a:buFont typeface="Wingdings" panose="05000000000000000000" pitchFamily="2" charset="2"/>
              <a:buChar char="§"/>
            </a:pPr>
            <a:r>
              <a:rPr lang="en-GB" sz="3200" dirty="0"/>
              <a:t>It is very good at finding </a:t>
            </a:r>
            <a:r>
              <a:rPr lang="en-GB" sz="3200" dirty="0" err="1"/>
              <a:t>Reentrancy</a:t>
            </a:r>
            <a:r>
              <a:rPr lang="en-GB" sz="3200" dirty="0"/>
              <a:t>, state desynchronization, and authorization bugs.</a:t>
            </a:r>
          </a:p>
          <a:p>
            <a:pPr>
              <a:lnSpc>
                <a:spcPct val="100000"/>
              </a:lnSpc>
              <a:buFont typeface="Wingdings" panose="05000000000000000000" pitchFamily="2" charset="2"/>
              <a:buChar char="§"/>
            </a:pPr>
            <a:r>
              <a:rPr lang="en-GB" sz="3400" dirty="0"/>
              <a:t>Foundry fuzzing:</a:t>
            </a:r>
          </a:p>
          <a:p>
            <a:pPr lvl="1">
              <a:lnSpc>
                <a:spcPct val="100000"/>
              </a:lnSpc>
              <a:buFont typeface="Wingdings" panose="05000000000000000000" pitchFamily="2" charset="2"/>
              <a:buChar char="§"/>
            </a:pPr>
            <a:r>
              <a:rPr lang="en-GB" sz="3200" dirty="0"/>
              <a:t>You write normal tests but allow inputs to vary randomly.</a:t>
            </a:r>
          </a:p>
          <a:p>
            <a:pPr lvl="1">
              <a:lnSpc>
                <a:spcPct val="100000"/>
              </a:lnSpc>
              <a:buFont typeface="Wingdings" panose="05000000000000000000" pitchFamily="2" charset="2"/>
              <a:buChar char="§"/>
            </a:pPr>
            <a:r>
              <a:rPr lang="en-GB" sz="3200" dirty="0"/>
              <a:t>It shines at finding edge cases in arithmetic and access control.</a:t>
            </a:r>
          </a:p>
          <a:p>
            <a:pPr lvl="1">
              <a:lnSpc>
                <a:spcPct val="100000"/>
              </a:lnSpc>
              <a:buFont typeface="Wingdings" panose="05000000000000000000" pitchFamily="2" charset="2"/>
              <a:buChar char="§"/>
            </a:pPr>
            <a:r>
              <a:rPr lang="en-GB" sz="3200" dirty="0"/>
              <a:t>It is less powerful than Echidna for long multi-step attack sequences.</a:t>
            </a:r>
          </a:p>
        </p:txBody>
      </p:sp>
    </p:spTree>
    <p:extLst>
      <p:ext uri="{BB962C8B-B14F-4D97-AF65-F5344CB8AC3E}">
        <p14:creationId xmlns:p14="http://schemas.microsoft.com/office/powerpoint/2010/main" val="64049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265CF-6B94-6C9A-E4C1-C27DBB2A2382}"/>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099ED989-EF1B-2ABB-C04B-92E81C4BB1FD}"/>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1E3C62FA-BF9B-694E-F0AF-E2906EBFCB4D}"/>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CA619773-9CCC-BF66-F9EA-46BF2995C756}"/>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Audit and Verification – Symbolic Execution</a:t>
            </a:r>
          </a:p>
        </p:txBody>
      </p:sp>
      <p:sp>
        <p:nvSpPr>
          <p:cNvPr id="216" name="Rectangle 215">
            <a:extLst>
              <a:ext uri="{FF2B5EF4-FFF2-40B4-BE49-F238E27FC236}">
                <a16:creationId xmlns:a16="http://schemas.microsoft.com/office/drawing/2014/main" id="{68BCE72F-DA20-CFEB-97DE-EBE0942EFC58}"/>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822DB7AB-C511-A726-024E-7412FE997ABD}"/>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3" name="Content Placeholder 2">
            <a:extLst>
              <a:ext uri="{FF2B5EF4-FFF2-40B4-BE49-F238E27FC236}">
                <a16:creationId xmlns:a16="http://schemas.microsoft.com/office/drawing/2014/main" id="{A9632F4C-84B8-1031-89D2-DDCEE0753F72}"/>
              </a:ext>
            </a:extLst>
          </p:cNvPr>
          <p:cNvSpPr txBox="1">
            <a:spLocks/>
          </p:cNvSpPr>
          <p:nvPr/>
        </p:nvSpPr>
        <p:spPr>
          <a:xfrm>
            <a:off x="220384" y="1532587"/>
            <a:ext cx="11743016" cy="4887878"/>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400" dirty="0"/>
              <a:t>Symbolic execution is an exhaustive technique that explores all possible execution paths of a contract by treating inputs as symbols rather than concrete values.</a:t>
            </a:r>
          </a:p>
          <a:p>
            <a:pPr>
              <a:lnSpc>
                <a:spcPct val="100000"/>
              </a:lnSpc>
              <a:buFont typeface="Wingdings" panose="05000000000000000000" pitchFamily="2" charset="2"/>
              <a:buChar char="§"/>
            </a:pPr>
            <a:r>
              <a:rPr lang="en-GB" sz="3400" dirty="0"/>
              <a:t>Instead of running the code once with specific inputs, the engine asks what inputs could exist that would cause this branch to execute or this assertion to fail.</a:t>
            </a:r>
          </a:p>
          <a:p>
            <a:pPr>
              <a:lnSpc>
                <a:spcPct val="100000"/>
              </a:lnSpc>
              <a:buFont typeface="Wingdings" panose="05000000000000000000" pitchFamily="2" charset="2"/>
              <a:buChar char="§"/>
            </a:pPr>
            <a:r>
              <a:rPr lang="en-GB" sz="3400" dirty="0"/>
              <a:t>Inputs like </a:t>
            </a:r>
            <a:r>
              <a:rPr lang="en-GB" sz="3400" dirty="0" err="1"/>
              <a:t>msg.sender</a:t>
            </a:r>
            <a:r>
              <a:rPr lang="en-GB" sz="3400" dirty="0"/>
              <a:t>, </a:t>
            </a:r>
            <a:r>
              <a:rPr lang="en-GB" sz="3400" dirty="0" err="1"/>
              <a:t>calldata</a:t>
            </a:r>
            <a:r>
              <a:rPr lang="en-GB" sz="3400" dirty="0"/>
              <a:t>, and storage values are modelled as symbolic variables.</a:t>
            </a:r>
          </a:p>
          <a:p>
            <a:pPr>
              <a:lnSpc>
                <a:spcPct val="100000"/>
              </a:lnSpc>
              <a:buFont typeface="Wingdings" panose="05000000000000000000" pitchFamily="2" charset="2"/>
              <a:buChar char="§"/>
            </a:pPr>
            <a:r>
              <a:rPr lang="en-GB" sz="3400" dirty="0"/>
              <a:t>The engine walks through the contract bytecode, branching whenever a condition is encountered.</a:t>
            </a:r>
          </a:p>
          <a:p>
            <a:pPr>
              <a:lnSpc>
                <a:spcPct val="100000"/>
              </a:lnSpc>
              <a:buFont typeface="Wingdings" panose="05000000000000000000" pitchFamily="2" charset="2"/>
              <a:buChar char="§"/>
            </a:pPr>
            <a:r>
              <a:rPr lang="en-GB" sz="3400" dirty="0"/>
              <a:t>For each branch, it accumulates constraints that must be satisfied for that path to be reachable.</a:t>
            </a:r>
          </a:p>
          <a:p>
            <a:pPr>
              <a:lnSpc>
                <a:spcPct val="100000"/>
              </a:lnSpc>
              <a:buFont typeface="Wingdings" panose="05000000000000000000" pitchFamily="2" charset="2"/>
              <a:buChar char="§"/>
            </a:pPr>
            <a:r>
              <a:rPr lang="en-GB" sz="3400" dirty="0"/>
              <a:t>If it finds a path that violates a safety property, it produces a concrete exploit which is a real transaction that can break the contract.</a:t>
            </a:r>
          </a:p>
        </p:txBody>
      </p:sp>
    </p:spTree>
    <p:extLst>
      <p:ext uri="{BB962C8B-B14F-4D97-AF65-F5344CB8AC3E}">
        <p14:creationId xmlns:p14="http://schemas.microsoft.com/office/powerpoint/2010/main" val="821147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12D1A-C380-BF75-7B14-6DBDD486AF1D}"/>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36560270-B88B-6CB9-97F4-FCC471B91339}"/>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C427AA88-3EE1-44E9-6306-89AF2266C100}"/>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F1F7D1C5-6257-334F-5017-5C92DE7F90CD}"/>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Audit and Verification – Bounties</a:t>
            </a:r>
          </a:p>
        </p:txBody>
      </p:sp>
      <p:sp>
        <p:nvSpPr>
          <p:cNvPr id="216" name="Rectangle 215">
            <a:extLst>
              <a:ext uri="{FF2B5EF4-FFF2-40B4-BE49-F238E27FC236}">
                <a16:creationId xmlns:a16="http://schemas.microsoft.com/office/drawing/2014/main" id="{C45CA1F3-0879-1F30-71F7-64A8E69D690E}"/>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7D4FAE90-7B12-3A72-DD0A-D93A5864CFFC}"/>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3" name="Content Placeholder 2">
            <a:extLst>
              <a:ext uri="{FF2B5EF4-FFF2-40B4-BE49-F238E27FC236}">
                <a16:creationId xmlns:a16="http://schemas.microsoft.com/office/drawing/2014/main" id="{3EB4753A-F7B1-D122-E163-49967D51A40C}"/>
              </a:ext>
            </a:extLst>
          </p:cNvPr>
          <p:cNvSpPr txBox="1">
            <a:spLocks/>
          </p:cNvSpPr>
          <p:nvPr/>
        </p:nvSpPr>
        <p:spPr>
          <a:xfrm>
            <a:off x="220384" y="1532587"/>
            <a:ext cx="11743016" cy="4887878"/>
          </a:xfrm>
          <a:prstGeom prst="rect">
            <a:avLst/>
          </a:prstGeom>
        </p:spPr>
        <p:txBody>
          <a:bodyPr>
            <a:normAutofit fontScale="850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400" dirty="0"/>
              <a:t>A standing invitation to the world to attack your system in exchange for money.</a:t>
            </a:r>
          </a:p>
          <a:p>
            <a:pPr>
              <a:lnSpc>
                <a:spcPct val="100000"/>
              </a:lnSpc>
              <a:buFont typeface="Wingdings" panose="05000000000000000000" pitchFamily="2" charset="2"/>
              <a:buChar char="§"/>
            </a:pPr>
            <a:r>
              <a:rPr lang="en-GB" sz="3400" dirty="0"/>
              <a:t>The bounty scope defines what is fair game and what is out of bounds. Without scope, bounties suffer legal risk.</a:t>
            </a:r>
          </a:p>
          <a:p>
            <a:pPr>
              <a:lnSpc>
                <a:spcPct val="100000"/>
              </a:lnSpc>
              <a:buFont typeface="Wingdings" panose="05000000000000000000" pitchFamily="2" charset="2"/>
              <a:buChar char="§"/>
            </a:pPr>
            <a:r>
              <a:rPr lang="en-GB" sz="3400" dirty="0"/>
              <a:t>Researchers independently </a:t>
            </a:r>
            <a:r>
              <a:rPr lang="en-GB" sz="3400" dirty="0" err="1"/>
              <a:t>analyze</a:t>
            </a:r>
            <a:r>
              <a:rPr lang="en-GB" sz="3400" dirty="0"/>
              <a:t> the system and find exploitable vulnerabilities.</a:t>
            </a:r>
          </a:p>
          <a:p>
            <a:pPr>
              <a:lnSpc>
                <a:spcPct val="100000"/>
              </a:lnSpc>
              <a:buFont typeface="Wingdings" panose="05000000000000000000" pitchFamily="2" charset="2"/>
              <a:buChar char="§"/>
            </a:pPr>
            <a:r>
              <a:rPr lang="en-GB" sz="3400" dirty="0"/>
              <a:t>Valid reports are disclosed privately, fixed, and rewarded based on impact.</a:t>
            </a:r>
          </a:p>
          <a:p>
            <a:pPr>
              <a:lnSpc>
                <a:spcPct val="100000"/>
              </a:lnSpc>
              <a:buFont typeface="Wingdings" panose="05000000000000000000" pitchFamily="2" charset="2"/>
              <a:buChar char="§"/>
            </a:pPr>
            <a:r>
              <a:rPr lang="en-GB" sz="3400" dirty="0"/>
              <a:t>Unlike audit, the bounty stays live as code evolves.</a:t>
            </a:r>
          </a:p>
          <a:p>
            <a:pPr marL="0" indent="0">
              <a:lnSpc>
                <a:spcPct val="100000"/>
              </a:lnSpc>
              <a:buNone/>
            </a:pPr>
            <a:r>
              <a:rPr lang="en-GB" sz="3400" i="1" dirty="0"/>
              <a:t>Read about </a:t>
            </a:r>
            <a:r>
              <a:rPr lang="en-GB" sz="3600" i="1" dirty="0">
                <a:hlinkClick r:id="rId3"/>
              </a:rPr>
              <a:t>$15.5M Uniswap v4 Bounty: The Largest in History</a:t>
            </a:r>
            <a:r>
              <a:rPr lang="en-GB" sz="3600" i="1" dirty="0"/>
              <a:t> (https://blog.uniswap.org/v4-bug-bounty)</a:t>
            </a:r>
            <a:endParaRPr lang="en-GB" sz="3400" i="1" dirty="0"/>
          </a:p>
        </p:txBody>
      </p:sp>
    </p:spTree>
    <p:extLst>
      <p:ext uri="{BB962C8B-B14F-4D97-AF65-F5344CB8AC3E}">
        <p14:creationId xmlns:p14="http://schemas.microsoft.com/office/powerpoint/2010/main" val="2336043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70E97-18A0-29ED-419F-EEE2BB6ED1A5}"/>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3EB03361-8056-FDFC-3AFC-331F918B406C}"/>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A474215C-D0B5-E8A9-57CA-AC238A8E632E}"/>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43822790-32D1-AB1A-7E4E-BC4495E41479}"/>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Audit and Verification – Kill-switch</a:t>
            </a:r>
          </a:p>
        </p:txBody>
      </p:sp>
      <p:sp>
        <p:nvSpPr>
          <p:cNvPr id="216" name="Rectangle 215">
            <a:extLst>
              <a:ext uri="{FF2B5EF4-FFF2-40B4-BE49-F238E27FC236}">
                <a16:creationId xmlns:a16="http://schemas.microsoft.com/office/drawing/2014/main" id="{8BF5928C-859E-5F7B-093A-C789226ECCFE}"/>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D5F5B6C5-F717-ECE9-F23D-3B1A36C291C1}"/>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3" name="Content Placeholder 2">
            <a:extLst>
              <a:ext uri="{FF2B5EF4-FFF2-40B4-BE49-F238E27FC236}">
                <a16:creationId xmlns:a16="http://schemas.microsoft.com/office/drawing/2014/main" id="{F9ACCDE8-1CD5-61B9-2C5F-31A3DFD7F712}"/>
              </a:ext>
            </a:extLst>
          </p:cNvPr>
          <p:cNvSpPr txBox="1">
            <a:spLocks/>
          </p:cNvSpPr>
          <p:nvPr/>
        </p:nvSpPr>
        <p:spPr>
          <a:xfrm>
            <a:off x="220384" y="1532587"/>
            <a:ext cx="11743016" cy="4887878"/>
          </a:xfrm>
          <a:prstGeom prst="rect">
            <a:avLst/>
          </a:prstGeom>
        </p:spPr>
        <p:txBody>
          <a:bodyPr>
            <a:normAutofit fontScale="850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400" dirty="0"/>
              <a:t>A Kill-switch is your last line of </a:t>
            </a:r>
            <a:r>
              <a:rPr lang="en-GB" sz="3400" dirty="0" err="1"/>
              <a:t>defense</a:t>
            </a:r>
            <a:r>
              <a:rPr lang="en-GB" sz="3400" dirty="0"/>
              <a:t>.</a:t>
            </a:r>
          </a:p>
          <a:p>
            <a:pPr>
              <a:lnSpc>
                <a:spcPct val="100000"/>
              </a:lnSpc>
              <a:buFont typeface="Wingdings" panose="05000000000000000000" pitchFamily="2" charset="2"/>
              <a:buChar char="§"/>
            </a:pPr>
            <a:r>
              <a:rPr lang="en-GB" sz="3400" dirty="0"/>
              <a:t>It is a predefined, limited mechanism that can halt a contract when things go wrong:</a:t>
            </a:r>
          </a:p>
          <a:p>
            <a:pPr lvl="1">
              <a:lnSpc>
                <a:spcPct val="100000"/>
              </a:lnSpc>
              <a:buFont typeface="Wingdings" panose="05000000000000000000" pitchFamily="2" charset="2"/>
              <a:buChar char="§"/>
            </a:pPr>
            <a:r>
              <a:rPr lang="en-GB" sz="3200" dirty="0"/>
              <a:t>Specific emergency actions are encoded in the contracts ahead of time.</a:t>
            </a:r>
          </a:p>
          <a:p>
            <a:pPr lvl="1">
              <a:lnSpc>
                <a:spcPct val="100000"/>
              </a:lnSpc>
              <a:buFont typeface="Wingdings" panose="05000000000000000000" pitchFamily="2" charset="2"/>
              <a:buChar char="§"/>
            </a:pPr>
            <a:r>
              <a:rPr lang="en-GB" sz="3200" dirty="0"/>
              <a:t>These actions can be triggered only by defined roles, thresholds, or processes.</a:t>
            </a:r>
          </a:p>
          <a:p>
            <a:pPr lvl="1">
              <a:lnSpc>
                <a:spcPct val="100000"/>
              </a:lnSpc>
              <a:buFont typeface="Wingdings" panose="05000000000000000000" pitchFamily="2" charset="2"/>
              <a:buChar char="§"/>
            </a:pPr>
            <a:r>
              <a:rPr lang="en-GB" sz="3200" dirty="0"/>
              <a:t>The switch does not fix bugs. It stops the system from making things worse.</a:t>
            </a:r>
          </a:p>
          <a:p>
            <a:pPr lvl="1">
              <a:lnSpc>
                <a:spcPct val="100000"/>
              </a:lnSpc>
              <a:buFont typeface="Wingdings" panose="05000000000000000000" pitchFamily="2" charset="2"/>
              <a:buChar char="§"/>
            </a:pPr>
            <a:r>
              <a:rPr lang="en-GB" sz="3200" dirty="0"/>
              <a:t>Once activated, recovery requires a separate, slower governance path.</a:t>
            </a:r>
          </a:p>
          <a:p>
            <a:pPr>
              <a:lnSpc>
                <a:spcPct val="100000"/>
              </a:lnSpc>
              <a:buFont typeface="Wingdings" panose="05000000000000000000" pitchFamily="2" charset="2"/>
              <a:buChar char="§"/>
            </a:pPr>
            <a:r>
              <a:rPr lang="en-GB" sz="3400" dirty="0"/>
              <a:t>A good strategy is to create a response ladder, like </a:t>
            </a:r>
            <a:r>
              <a:rPr lang="en-GB" sz="3600" dirty="0"/>
              <a:t>pause functions </a:t>
            </a:r>
            <a:r>
              <a:rPr lang="en-GB" sz="3600" dirty="0">
                <a:sym typeface="Wingdings" panose="05000000000000000000" pitchFamily="2" charset="2"/>
              </a:rPr>
              <a:t> </a:t>
            </a:r>
            <a:r>
              <a:rPr lang="en-GB" sz="3600" dirty="0"/>
              <a:t>freezing upgrades </a:t>
            </a:r>
            <a:r>
              <a:rPr lang="en-GB" sz="3600" dirty="0">
                <a:sym typeface="Wingdings" panose="05000000000000000000" pitchFamily="2" charset="2"/>
              </a:rPr>
              <a:t> </a:t>
            </a:r>
            <a:r>
              <a:rPr lang="en-GB" sz="3600" dirty="0"/>
              <a:t>capping withdrawals </a:t>
            </a:r>
            <a:r>
              <a:rPr lang="en-GB" sz="3600" dirty="0">
                <a:sym typeface="Wingdings" panose="05000000000000000000" pitchFamily="2" charset="2"/>
              </a:rPr>
              <a:t> move funds  migrate and self-destruct.</a:t>
            </a:r>
            <a:endParaRPr lang="en-GB" sz="3600" dirty="0"/>
          </a:p>
          <a:p>
            <a:pPr>
              <a:lnSpc>
                <a:spcPct val="100000"/>
              </a:lnSpc>
              <a:buFont typeface="Wingdings" panose="05000000000000000000" pitchFamily="2" charset="2"/>
              <a:buChar char="§"/>
            </a:pPr>
            <a:endParaRPr lang="en-GB" sz="3400" dirty="0"/>
          </a:p>
        </p:txBody>
      </p:sp>
    </p:spTree>
    <p:extLst>
      <p:ext uri="{BB962C8B-B14F-4D97-AF65-F5344CB8AC3E}">
        <p14:creationId xmlns:p14="http://schemas.microsoft.com/office/powerpoint/2010/main" val="1014630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53FDE-01C4-31C9-6840-D06B6D559A37}"/>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4E0EFBA7-025F-740A-625E-703D57EFE1C3}"/>
              </a:ext>
            </a:extLst>
          </p:cNvPr>
          <p:cNvSpPr>
            <a:spLocks noGrp="1"/>
          </p:cNvSpPr>
          <p:nvPr>
            <p:ph type="title"/>
          </p:nvPr>
        </p:nvSpPr>
        <p:spPr/>
        <p:txBody>
          <a:bodyPr/>
          <a:lstStyle/>
          <a:p>
            <a:r>
              <a:rPr lang="en-US"/>
              <a:t>Sample 2</a:t>
            </a:r>
          </a:p>
        </p:txBody>
      </p:sp>
      <p:sp>
        <p:nvSpPr>
          <p:cNvPr id="89" name="Rectangle 88">
            <a:extLst>
              <a:ext uri="{FF2B5EF4-FFF2-40B4-BE49-F238E27FC236}">
                <a16:creationId xmlns:a16="http://schemas.microsoft.com/office/drawing/2014/main" id="{06971249-3503-E348-73E4-428615A55F89}"/>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a:p>
        </p:txBody>
      </p:sp>
      <p:sp>
        <p:nvSpPr>
          <p:cNvPr id="215" name="TextBox 214">
            <a:extLst>
              <a:ext uri="{FF2B5EF4-FFF2-40B4-BE49-F238E27FC236}">
                <a16:creationId xmlns:a16="http://schemas.microsoft.com/office/drawing/2014/main" id="{10FE282B-A8E5-9667-3952-11D8E2AEBDD3}"/>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Activity 8</a:t>
            </a:r>
          </a:p>
        </p:txBody>
      </p:sp>
      <p:sp>
        <p:nvSpPr>
          <p:cNvPr id="216" name="Rectangle 215">
            <a:extLst>
              <a:ext uri="{FF2B5EF4-FFF2-40B4-BE49-F238E27FC236}">
                <a16:creationId xmlns:a16="http://schemas.microsoft.com/office/drawing/2014/main" id="{9BA2329B-8D3A-D601-AD55-88A265A99CD8}"/>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a:p>
        </p:txBody>
      </p:sp>
      <p:sp>
        <p:nvSpPr>
          <p:cNvPr id="214" name="Rectangle 213">
            <a:extLst>
              <a:ext uri="{FF2B5EF4-FFF2-40B4-BE49-F238E27FC236}">
                <a16:creationId xmlns:a16="http://schemas.microsoft.com/office/drawing/2014/main" id="{A84EB53B-CEE2-3122-2186-D0E4E6C76517}"/>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a:p>
        </p:txBody>
      </p:sp>
      <p:sp>
        <p:nvSpPr>
          <p:cNvPr id="3" name="Content Placeholder 2">
            <a:extLst>
              <a:ext uri="{FF2B5EF4-FFF2-40B4-BE49-F238E27FC236}">
                <a16:creationId xmlns:a16="http://schemas.microsoft.com/office/drawing/2014/main" id="{81D92D59-559F-841E-6F2C-7A803969B811}"/>
              </a:ext>
            </a:extLst>
          </p:cNvPr>
          <p:cNvSpPr txBox="1">
            <a:spLocks/>
          </p:cNvSpPr>
          <p:nvPr/>
        </p:nvSpPr>
        <p:spPr>
          <a:xfrm>
            <a:off x="220384" y="1532587"/>
            <a:ext cx="11743016" cy="5020613"/>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lnSpc>
                <a:spcPct val="100000"/>
              </a:lnSpc>
              <a:buFont typeface="+mj-lt"/>
              <a:buAutoNum type="arabicPeriod"/>
            </a:pPr>
            <a:r>
              <a:rPr lang="en-GB" sz="3400" dirty="0"/>
              <a:t>Construct an upgradeable version of </a:t>
            </a:r>
            <a:r>
              <a:rPr lang="en-GB" sz="3400" dirty="0" err="1"/>
              <a:t>Enahnced</a:t>
            </a:r>
            <a:r>
              <a:rPr lang="en-GB" sz="3400" dirty="0"/>
              <a:t> Voting smart contract.</a:t>
            </a:r>
          </a:p>
          <a:p>
            <a:pPr marL="514350" indent="-514350">
              <a:lnSpc>
                <a:spcPct val="100000"/>
              </a:lnSpc>
              <a:buFont typeface="+mj-lt"/>
              <a:buAutoNum type="arabicPeriod"/>
            </a:pPr>
            <a:r>
              <a:rPr lang="en-GB" sz="3400" dirty="0"/>
              <a:t>The contract must be able to point to a new logic contract and use </a:t>
            </a:r>
            <a:r>
              <a:rPr lang="en-GB" sz="3400" dirty="0" err="1"/>
              <a:t>Delegatecall</a:t>
            </a:r>
            <a:r>
              <a:rPr lang="en-GB" sz="3400" dirty="0"/>
              <a:t>.</a:t>
            </a:r>
          </a:p>
          <a:p>
            <a:pPr marL="514350" indent="-514350">
              <a:lnSpc>
                <a:spcPct val="100000"/>
              </a:lnSpc>
              <a:buFont typeface="+mj-lt"/>
              <a:buAutoNum type="arabicPeriod"/>
            </a:pPr>
            <a:r>
              <a:rPr lang="en-US" sz="3400" dirty="0"/>
              <a:t>Add </a:t>
            </a:r>
            <a:r>
              <a:rPr lang="en-US" sz="3400" dirty="0" err="1"/>
              <a:t>Timelock</a:t>
            </a:r>
            <a:r>
              <a:rPr lang="en-US" sz="3400" dirty="0"/>
              <a:t> and Guardians to tighten the security.</a:t>
            </a:r>
          </a:p>
          <a:p>
            <a:pPr marL="0" indent="0">
              <a:lnSpc>
                <a:spcPct val="100000"/>
              </a:lnSpc>
              <a:buNone/>
            </a:pPr>
            <a:r>
              <a:rPr lang="en-US" sz="3400" i="1" dirty="0"/>
              <a:t>Tip! Inherit </a:t>
            </a:r>
            <a:r>
              <a:rPr lang="en-US" sz="3400" i="1" dirty="0" err="1"/>
              <a:t>OpenZeppelin’s</a:t>
            </a:r>
            <a:r>
              <a:rPr lang="en-US" sz="3400" i="1" dirty="0"/>
              <a:t> </a:t>
            </a:r>
            <a:r>
              <a:rPr lang="en-US" sz="3400" i="1" dirty="0" err="1"/>
              <a:t>Initializable</a:t>
            </a:r>
            <a:r>
              <a:rPr lang="en-US" sz="3400" i="1" dirty="0"/>
              <a:t> and </a:t>
            </a:r>
            <a:r>
              <a:rPr lang="en-US" sz="3400" i="1" dirty="0" err="1"/>
              <a:t>OwnableUpgradeable</a:t>
            </a:r>
            <a:r>
              <a:rPr lang="en-US" sz="3400" i="1" dirty="0"/>
              <a:t> contracts.</a:t>
            </a:r>
          </a:p>
          <a:p>
            <a:pPr marL="0" indent="0">
              <a:lnSpc>
                <a:spcPct val="100000"/>
              </a:lnSpc>
              <a:buNone/>
            </a:pPr>
            <a:endParaRPr lang="en-US" sz="3400" dirty="0"/>
          </a:p>
        </p:txBody>
      </p:sp>
    </p:spTree>
    <p:extLst>
      <p:ext uri="{BB962C8B-B14F-4D97-AF65-F5344CB8AC3E}">
        <p14:creationId xmlns:p14="http://schemas.microsoft.com/office/powerpoint/2010/main" val="15815828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 name="Picture Placeholder 7" descr="abstract image">
            <a:extLst>
              <a:ext uri="{FF2B5EF4-FFF2-40B4-BE49-F238E27FC236}">
                <a16:creationId xmlns:a16="http://schemas.microsoft.com/office/drawing/2014/main" id="{D5C5EA1B-F06D-4AD1-B526-89C2DF772232}"/>
              </a:ext>
            </a:extLst>
          </p:cNvPr>
          <p:cNvPicPr>
            <a:picLocks noChangeAspect="1"/>
          </p:cNvPicPr>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l="22717" r="45642"/>
          <a:stretch/>
        </p:blipFill>
        <p:spPr>
          <a:xfrm rot="16200000">
            <a:off x="2667001" y="-2666999"/>
            <a:ext cx="6858000" cy="12192000"/>
          </a:xfrm>
          <a:prstGeom prst="rect">
            <a:avLst/>
          </a:prstGeom>
          <a:noFill/>
        </p:spPr>
      </p:pic>
      <p:sp>
        <p:nvSpPr>
          <p:cNvPr id="6" name="Title 5">
            <a:extLst>
              <a:ext uri="{FF2B5EF4-FFF2-40B4-BE49-F238E27FC236}">
                <a16:creationId xmlns:a16="http://schemas.microsoft.com/office/drawing/2014/main" id="{4F7706BE-EF2E-459C-8778-01DDD354C634}"/>
              </a:ext>
            </a:extLst>
          </p:cNvPr>
          <p:cNvSpPr>
            <a:spLocks noGrp="1"/>
          </p:cNvSpPr>
          <p:nvPr>
            <p:ph type="title" idx="4294967295"/>
          </p:nvPr>
        </p:nvSpPr>
        <p:spPr>
          <a:xfrm>
            <a:off x="702365" y="1660810"/>
            <a:ext cx="10787270" cy="830649"/>
          </a:xfrm>
        </p:spPr>
        <p:txBody>
          <a:bodyPr>
            <a:normAutofit/>
          </a:bodyPr>
          <a:lstStyle/>
          <a:p>
            <a:r>
              <a:rPr lang="en-US" sz="4000" spc="300"/>
              <a:t>THANK YOU</a:t>
            </a:r>
          </a:p>
        </p:txBody>
      </p:sp>
      <p:pic>
        <p:nvPicPr>
          <p:cNvPr id="24" name="Online Image Placeholder 23" descr="User">
            <a:extLst>
              <a:ext uri="{FF2B5EF4-FFF2-40B4-BE49-F238E27FC236}">
                <a16:creationId xmlns:a16="http://schemas.microsoft.com/office/drawing/2014/main" id="{E896B487-8C07-495F-95BF-B8F4960E1E8D}"/>
              </a:ext>
            </a:extLst>
          </p:cNvPr>
          <p:cNvPicPr>
            <a:picLocks noGrp="1" noChangeAspect="1"/>
          </p:cNvPicPr>
          <p:nvPr>
            <p:ph type="clipArt" sz="quarter" idx="19"/>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p:pic>
      <p:pic>
        <p:nvPicPr>
          <p:cNvPr id="12" name="Online Image Placeholder 11" descr="Smart Phone">
            <a:extLst>
              <a:ext uri="{FF2B5EF4-FFF2-40B4-BE49-F238E27FC236}">
                <a16:creationId xmlns:a16="http://schemas.microsoft.com/office/drawing/2014/main" id="{4E709B75-16EA-4581-AED9-567DEF45A6B2}"/>
              </a:ext>
            </a:extLst>
          </p:cNvPr>
          <p:cNvPicPr>
            <a:picLocks noGrp="1" noChangeAspect="1"/>
          </p:cNvPicPr>
          <p:nvPr>
            <p:ph type="clipArt" sz="quarter" idx="20"/>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730873" y="3118670"/>
            <a:ext cx="730250" cy="730250"/>
          </a:xfrm>
        </p:spPr>
      </p:pic>
      <p:pic>
        <p:nvPicPr>
          <p:cNvPr id="28" name="Online Image Placeholder 27" descr="Envelope">
            <a:extLst>
              <a:ext uri="{FF2B5EF4-FFF2-40B4-BE49-F238E27FC236}">
                <a16:creationId xmlns:a16="http://schemas.microsoft.com/office/drawing/2014/main" id="{D4D09222-33EB-4F99-9A89-51E2E1E97584}"/>
              </a:ext>
            </a:extLst>
          </p:cNvPr>
          <p:cNvPicPr>
            <a:picLocks noGrp="1" noChangeAspect="1"/>
          </p:cNvPicPr>
          <p:nvPr>
            <p:ph type="clipArt" sz="quarter" idx="21"/>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p:pic>
      <p:sp>
        <p:nvSpPr>
          <p:cNvPr id="8" name="Text Placeholder 7">
            <a:extLst>
              <a:ext uri="{FF2B5EF4-FFF2-40B4-BE49-F238E27FC236}">
                <a16:creationId xmlns:a16="http://schemas.microsoft.com/office/drawing/2014/main" id="{0B070B25-2BBC-49AC-9CFA-1CD7195DF2D6}"/>
              </a:ext>
            </a:extLst>
          </p:cNvPr>
          <p:cNvSpPr>
            <a:spLocks noGrp="1"/>
          </p:cNvSpPr>
          <p:nvPr>
            <p:ph type="body" sz="quarter" idx="16"/>
          </p:nvPr>
        </p:nvSpPr>
        <p:spPr/>
        <p:txBody>
          <a:bodyPr/>
          <a:lstStyle/>
          <a:p>
            <a:r>
              <a:rPr lang="en-US"/>
              <a:t>Owais Hussain</a:t>
            </a:r>
          </a:p>
        </p:txBody>
      </p:sp>
      <p:sp>
        <p:nvSpPr>
          <p:cNvPr id="9" name="Text Placeholder 8">
            <a:extLst>
              <a:ext uri="{FF2B5EF4-FFF2-40B4-BE49-F238E27FC236}">
                <a16:creationId xmlns:a16="http://schemas.microsoft.com/office/drawing/2014/main" id="{9E2524A0-105C-4170-BB48-CD0756FB3DFE}"/>
              </a:ext>
            </a:extLst>
          </p:cNvPr>
          <p:cNvSpPr>
            <a:spLocks noGrp="1"/>
          </p:cNvSpPr>
          <p:nvPr>
            <p:ph type="body" sz="quarter" idx="17"/>
          </p:nvPr>
        </p:nvSpPr>
        <p:spPr/>
        <p:txBody>
          <a:bodyPr/>
          <a:lstStyle/>
          <a:p>
            <a:r>
              <a:rPr lang="en-US"/>
              <a:t>+92 345-3174270</a:t>
            </a:r>
          </a:p>
        </p:txBody>
      </p:sp>
      <p:sp>
        <p:nvSpPr>
          <p:cNvPr id="10" name="Text Placeholder 9">
            <a:extLst>
              <a:ext uri="{FF2B5EF4-FFF2-40B4-BE49-F238E27FC236}">
                <a16:creationId xmlns:a16="http://schemas.microsoft.com/office/drawing/2014/main" id="{6E57A531-5B0F-485D-A015-BC78AD089BA6}"/>
              </a:ext>
            </a:extLst>
          </p:cNvPr>
          <p:cNvSpPr>
            <a:spLocks noGrp="1"/>
          </p:cNvSpPr>
          <p:nvPr>
            <p:ph type="body" sz="quarter" idx="18"/>
          </p:nvPr>
        </p:nvSpPr>
        <p:spPr>
          <a:xfrm>
            <a:off x="8216525" y="3903126"/>
            <a:ext cx="3572351" cy="518795"/>
          </a:xfrm>
        </p:spPr>
        <p:txBody>
          <a:bodyPr>
            <a:normAutofit fontScale="92500"/>
          </a:bodyPr>
          <a:lstStyle/>
          <a:p>
            <a:r>
              <a:rPr lang="en-US"/>
              <a:t>owais.hussain@kiet.edu.pk</a:t>
            </a:r>
          </a:p>
        </p:txBody>
      </p:sp>
      <p:sp>
        <p:nvSpPr>
          <p:cNvPr id="3" name="Text Placeholder 2">
            <a:extLst>
              <a:ext uri="{FF2B5EF4-FFF2-40B4-BE49-F238E27FC236}">
                <a16:creationId xmlns:a16="http://schemas.microsoft.com/office/drawing/2014/main" id="{C747C414-85D9-40D6-9BB3-5AF68A84F413}"/>
              </a:ext>
            </a:extLst>
          </p:cNvPr>
          <p:cNvSpPr>
            <a:spLocks noGrp="1"/>
          </p:cNvSpPr>
          <p:nvPr>
            <p:ph type="body" sz="quarter" idx="12"/>
          </p:nvPr>
        </p:nvSpPr>
        <p:spPr>
          <a:xfrm>
            <a:off x="2486288" y="5137992"/>
            <a:ext cx="7219423" cy="518795"/>
          </a:xfrm>
        </p:spPr>
        <p:txBody>
          <a:bodyPr/>
          <a:lstStyle/>
          <a:p>
            <a:r>
              <a:rPr lang="en-US" sz="1700"/>
              <a:t>https://www.researchgate.net/profile/Owais-Hussain-3</a:t>
            </a:r>
          </a:p>
        </p:txBody>
      </p:sp>
    </p:spTree>
    <p:extLst>
      <p:ext uri="{BB962C8B-B14F-4D97-AF65-F5344CB8AC3E}">
        <p14:creationId xmlns:p14="http://schemas.microsoft.com/office/powerpoint/2010/main" val="927727573"/>
      </p:ext>
    </p:extLst>
  </p:cSld>
  <p:clrMapOvr>
    <a:masterClrMapping/>
  </p:clrMapOvr>
</p:sld>
</file>

<file path=ppt/theme/theme1.xml><?xml version="1.0" encoding="utf-8"?>
<a:theme xmlns:a="http://schemas.openxmlformats.org/drawingml/2006/main" name="Office Theme">
  <a:themeElements>
    <a:clrScheme name="Custom 5">
      <a:dk1>
        <a:sysClr val="windowText" lastClr="000000"/>
      </a:dk1>
      <a:lt1>
        <a:sysClr val="window" lastClr="FFFFFF"/>
      </a:lt1>
      <a:dk2>
        <a:srgbClr val="44546A"/>
      </a:dk2>
      <a:lt2>
        <a:srgbClr val="E7E6E6"/>
      </a:lt2>
      <a:accent1>
        <a:srgbClr val="A53F52"/>
      </a:accent1>
      <a:accent2>
        <a:srgbClr val="E99757"/>
      </a:accent2>
      <a:accent3>
        <a:srgbClr val="2F3342"/>
      </a:accent3>
      <a:accent4>
        <a:srgbClr val="2C2153"/>
      </a:accent4>
      <a:accent5>
        <a:srgbClr val="01023B"/>
      </a:accent5>
      <a:accent6>
        <a:srgbClr val="7F7F7F"/>
      </a:accent6>
      <a:hlink>
        <a:srgbClr val="3A3838"/>
      </a:hlink>
      <a:folHlink>
        <a:srgbClr val="D0CEC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ch presentation_Win32_LW_v2.potx" id="{3AEEB70B-72AA-432B-B699-7833EBF4B1FE}" vid="{14A49A59-25D4-4203-BE02-DE6939C7C5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55BB9993-D5F9-46FA-B2E5-80E3632E9820}">
  <ds:schemaRefs>
    <ds:schemaRef ds:uri="16c05727-aa75-4e4a-9b5f-8a80a1165891"/>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1B7E2D32-4FDD-4266-880C-17595B801432}">
  <ds:schemaRefs>
    <ds:schemaRef ds:uri="http://schemas.microsoft.com/sharepoint/v3/contenttype/forms"/>
  </ds:schemaRefs>
</ds:datastoreItem>
</file>

<file path=customXml/itemProps3.xml><?xml version="1.0" encoding="utf-8"?>
<ds:datastoreItem xmlns:ds="http://schemas.openxmlformats.org/officeDocument/2006/customXml" ds:itemID="{E3D9F223-918A-45AF-9B53-56AB9E5E2182}">
  <ds:schemaRefs>
    <ds:schemaRef ds:uri="71af3243-3dd4-4a8d-8c0d-dd76da1f02a5"/>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Tech presentation</Template>
  <TotalTime>3804</TotalTime>
  <Words>3879</Words>
  <Application>Microsoft Macintosh PowerPoint</Application>
  <PresentationFormat>Widescreen</PresentationFormat>
  <Paragraphs>403</Paragraphs>
  <Slides>41</Slides>
  <Notes>39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41</vt:i4>
      </vt:variant>
    </vt:vector>
  </HeadingPairs>
  <TitlesOfParts>
    <vt:vector size="49" baseType="lpstr">
      <vt:lpstr>Arial</vt:lpstr>
      <vt:lpstr>Biome Light</vt:lpstr>
      <vt:lpstr>Calibri</vt:lpstr>
      <vt:lpstr>Calibri Light</vt:lpstr>
      <vt:lpstr>Cambria Math</vt:lpstr>
      <vt:lpstr>Consolas</vt:lpstr>
      <vt:lpstr>Wingdings</vt:lpstr>
      <vt:lpstr>Office Theme</vt:lpstr>
      <vt:lpstr>DECENTRALIZED APPLICATION DEVELOPMENT (119389)</vt:lpstr>
      <vt:lpstr>Sample 2</vt:lpstr>
      <vt:lpstr>Agenda</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INFLUENCE MINING IN COMPLEX NETWORKS</dc:title>
  <dc:creator>Owais Ahmed</dc:creator>
  <cp:lastModifiedBy>Owais Ahmed</cp:lastModifiedBy>
  <cp:revision>3</cp:revision>
  <dcterms:created xsi:type="dcterms:W3CDTF">2022-11-22T20:08:03Z</dcterms:created>
  <dcterms:modified xsi:type="dcterms:W3CDTF">2026-01-03T09:20:46Z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