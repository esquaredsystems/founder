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03" r:id="rId5"/>
    <p:sldId id="2462" r:id="rId6"/>
    <p:sldId id="2616" r:id="rId7"/>
    <p:sldId id="2579" r:id="rId8"/>
    <p:sldId id="2585" r:id="rId9"/>
    <p:sldId id="2592" r:id="rId10"/>
    <p:sldId id="2593" r:id="rId11"/>
    <p:sldId id="2594" r:id="rId12"/>
    <p:sldId id="2591" r:id="rId13"/>
    <p:sldId id="2595" r:id="rId14"/>
    <p:sldId id="2596" r:id="rId15"/>
    <p:sldId id="2597" r:id="rId16"/>
    <p:sldId id="2598" r:id="rId17"/>
    <p:sldId id="2599" r:id="rId18"/>
    <p:sldId id="2606" r:id="rId19"/>
    <p:sldId id="2607" r:id="rId20"/>
    <p:sldId id="2609" r:id="rId21"/>
    <p:sldId id="2610" r:id="rId22"/>
    <p:sldId id="2611" r:id="rId23"/>
    <p:sldId id="2589" r:id="rId24"/>
    <p:sldId id="243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60"/>
    <p:restoredTop sz="94687"/>
  </p:normalViewPr>
  <p:slideViewPr>
    <p:cSldViewPr snapToGrid="0">
      <p:cViewPr varScale="1">
        <p:scale>
          <a:sx n="127" d="100"/>
          <a:sy n="127" d="100"/>
        </p:scale>
        <p:origin x="1304" y="480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">
      <pc:chgData name="Owais Ahmed" userId="6abc7d4556b3b071" providerId="LiveId" clId="{641304C9-537E-56B8-9D3B-F295291B91EB}" dt="2025-11-08T09:05:18.551" v="5776" actId="2696"/>
      <pc:docMkLst>
        <pc:docMk/>
      </pc:docMkLst>
      <pc:sldChg chg="modSp mod">
        <pc:chgData name="Owais Ahmed" userId="6abc7d4556b3b071" providerId="LiveId" clId="{641304C9-537E-56B8-9D3B-F295291B91EB}" dt="2025-11-01T07:20:48.307" v="3371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5-11-01T07:20:48.307" v="337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641304C9-537E-56B8-9D3B-F295291B91EB}" dt="2025-11-01T09:30:24.182" v="5775" actId="20577"/>
        <pc:sldMkLst>
          <pc:docMk/>
          <pc:sldMk cId="1581582830" sldId="2589"/>
        </pc:sldMkLst>
        <pc:spChg chg="mod">
          <ac:chgData name="Owais Ahmed" userId="6abc7d4556b3b071" providerId="LiveId" clId="{641304C9-537E-56B8-9D3B-F295291B91EB}" dt="2025-11-01T09:30:24.182" v="5775" actId="20577"/>
          <ac:spMkLst>
            <pc:docMk/>
            <pc:sldMk cId="1581582830" sldId="2589"/>
            <ac:spMk id="3" creationId="{81D92D59-559F-841E-6F2C-7A803969B811}"/>
          </ac:spMkLst>
        </pc:spChg>
      </pc:sldChg>
      <pc:sldChg chg="modNotesTx">
        <pc:chgData name="Owais Ahmed" userId="6abc7d4556b3b071" providerId="LiveId" clId="{641304C9-537E-56B8-9D3B-F295291B91EB}" dt="2025-11-01T08:20:33.404" v="5419" actId="20577"/>
        <pc:sldMkLst>
          <pc:docMk/>
          <pc:sldMk cId="337178473" sldId="2595"/>
        </pc:sldMkLst>
      </pc:sldChg>
      <pc:sldChg chg="modSp mod">
        <pc:chgData name="Owais Ahmed" userId="6abc7d4556b3b071" providerId="LiveId" clId="{641304C9-537E-56B8-9D3B-F295291B91EB}" dt="2025-10-31T14:14:24.585" v="3348" actId="20577"/>
        <pc:sldMkLst>
          <pc:docMk/>
          <pc:sldMk cId="3815344790" sldId="2598"/>
        </pc:sldMkLst>
        <pc:spChg chg="mod">
          <ac:chgData name="Owais Ahmed" userId="6abc7d4556b3b071" providerId="LiveId" clId="{641304C9-537E-56B8-9D3B-F295291B91EB}" dt="2025-10-31T14:14:24.585" v="3348" actId="20577"/>
          <ac:spMkLst>
            <pc:docMk/>
            <pc:sldMk cId="3815344790" sldId="2598"/>
            <ac:spMk id="9" creationId="{2DFA8C65-A5E6-095F-88CA-A9FF92498EC2}"/>
          </ac:spMkLst>
        </pc:spChg>
      </pc:sldChg>
      <pc:sldChg chg="modSp">
        <pc:chgData name="Owais Ahmed" userId="6abc7d4556b3b071" providerId="LiveId" clId="{641304C9-537E-56B8-9D3B-F295291B91EB}" dt="2025-11-01T08:16:24.924" v="5141" actId="20577"/>
        <pc:sldMkLst>
          <pc:docMk/>
          <pc:sldMk cId="2690771706" sldId="2606"/>
        </pc:sldMkLst>
        <pc:spChg chg="mod">
          <ac:chgData name="Owais Ahmed" userId="6abc7d4556b3b071" providerId="LiveId" clId="{641304C9-537E-56B8-9D3B-F295291B91EB}" dt="2025-11-01T08:16:24.924" v="5141" actId="20577"/>
          <ac:spMkLst>
            <pc:docMk/>
            <pc:sldMk cId="2690771706" sldId="2606"/>
            <ac:spMk id="3" creationId="{55154634-7BB5-D80D-1A79-4B3556E0103D}"/>
          </ac:spMkLst>
        </pc:spChg>
      </pc:sldChg>
      <pc:sldChg chg="modSp">
        <pc:chgData name="Owais Ahmed" userId="6abc7d4556b3b071" providerId="LiveId" clId="{641304C9-537E-56B8-9D3B-F295291B91EB}" dt="2025-11-01T08:16:56.076" v="5143" actId="20577"/>
        <pc:sldMkLst>
          <pc:docMk/>
          <pc:sldMk cId="2824923562" sldId="2611"/>
        </pc:sldMkLst>
        <pc:spChg chg="mod">
          <ac:chgData name="Owais Ahmed" userId="6abc7d4556b3b071" providerId="LiveId" clId="{641304C9-537E-56B8-9D3B-F295291B91EB}" dt="2025-11-01T08:16:56.076" v="5143" actId="20577"/>
          <ac:spMkLst>
            <pc:docMk/>
            <pc:sldMk cId="2824923562" sldId="2611"/>
            <ac:spMk id="3" creationId="{940875F8-F58C-6D43-6DAF-155E77F9A917}"/>
          </ac:spMkLst>
        </pc:spChg>
      </pc:sldChg>
      <pc:sldChg chg="del">
        <pc:chgData name="Owais Ahmed" userId="6abc7d4556b3b071" providerId="LiveId" clId="{641304C9-537E-56B8-9D3B-F295291B91EB}" dt="2025-11-08T09:05:18.551" v="5776" actId="2696"/>
        <pc:sldMkLst>
          <pc:docMk/>
          <pc:sldMk cId="2217576316" sldId="2615"/>
        </pc:sldMkLst>
      </pc:sldChg>
    </pc:docChg>
  </pc:docChgLst>
  <pc:docChgLst>
    <pc:chgData name="Owais Ahmed" userId="6abc7d4556b3b071" providerId="LiveId" clId="{D0A51F83-B713-4A4D-8105-C75936B8E1D2}"/>
    <pc:docChg chg="undo redo custSel addSld delSld modSld sldOrd">
      <pc:chgData name="Owais Ahmed" userId="6abc7d4556b3b071" providerId="LiveId" clId="{D0A51F83-B713-4A4D-8105-C75936B8E1D2}" dt="2025-11-04T11:09:55.317" v="34706" actId="20577"/>
      <pc:docMkLst>
        <pc:docMk/>
      </pc:docMkLst>
      <pc:sldChg chg="modSp mod">
        <pc:chgData name="Owais Ahmed" userId="6abc7d4556b3b071" providerId="LiveId" clId="{D0A51F83-B713-4A4D-8105-C75936B8E1D2}" dt="2025-11-04T11:09:55.317" v="34706" actId="20577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5-11-04T11:09:55.317" v="3470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del mod modAnim modNotesTx">
        <pc:chgData name="Owais Ahmed" userId="6abc7d4556b3b071" providerId="LiveId" clId="{D0A51F83-B713-4A4D-8105-C75936B8E1D2}" dt="2025-11-01T09:43:28.258" v="34493" actId="20577"/>
        <pc:sldMkLst>
          <pc:docMk/>
          <pc:sldMk cId="91717767" sldId="2579"/>
        </pc:sldMkLst>
        <pc:spChg chg="mod">
          <ac:chgData name="Owais Ahmed" userId="6abc7d4556b3b071" providerId="LiveId" clId="{D0A51F83-B713-4A4D-8105-C75936B8E1D2}" dt="2025-10-30T07:22:11.830" v="21061" actId="20577"/>
          <ac:spMkLst>
            <pc:docMk/>
            <pc:sldMk cId="91717767" sldId="2579"/>
            <ac:spMk id="3" creationId="{C1311566-FAF7-7771-B9BE-D3F74ED84CB1}"/>
          </ac:spMkLst>
        </pc:spChg>
        <pc:spChg chg="mod">
          <ac:chgData name="Owais Ahmed" userId="6abc7d4556b3b071" providerId="LiveId" clId="{D0A51F83-B713-4A4D-8105-C75936B8E1D2}" dt="2025-11-01T09:43:28.258" v="34493" actId="20577"/>
          <ac:spMkLst>
            <pc:docMk/>
            <pc:sldMk cId="91717767" sldId="2579"/>
            <ac:spMk id="215" creationId="{BA930FD2-E332-E760-FC3A-243FB5DD1124}"/>
          </ac:spMkLst>
        </pc:spChg>
      </pc:sldChg>
      <pc:sldChg chg="addSp modSp add mod modAnim">
        <pc:chgData name="Owais Ahmed" userId="6abc7d4556b3b071" providerId="LiveId" clId="{D0A51F83-B713-4A4D-8105-C75936B8E1D2}" dt="2025-10-30T07:37:20.272" v="22105" actId="14"/>
        <pc:sldMkLst>
          <pc:docMk/>
          <pc:sldMk cId="700569511" sldId="2585"/>
        </pc:sldMkLst>
        <pc:spChg chg="mod">
          <ac:chgData name="Owais Ahmed" userId="6abc7d4556b3b071" providerId="LiveId" clId="{D0A51F83-B713-4A4D-8105-C75936B8E1D2}" dt="2025-10-30T07:37:20.272" v="22105" actId="14"/>
          <ac:spMkLst>
            <pc:docMk/>
            <pc:sldMk cId="700569511" sldId="2585"/>
            <ac:spMk id="3" creationId="{441E6BE4-0E4C-F7FE-941B-AFD005552D0D}"/>
          </ac:spMkLst>
        </pc:spChg>
        <pc:spChg chg="mod">
          <ac:chgData name="Owais Ahmed" userId="6abc7d4556b3b071" providerId="LiveId" clId="{D0A51F83-B713-4A4D-8105-C75936B8E1D2}" dt="2025-10-30T07:22:23.126" v="21076" actId="20577"/>
          <ac:spMkLst>
            <pc:docMk/>
            <pc:sldMk cId="700569511" sldId="2585"/>
            <ac:spMk id="215" creationId="{549ACB91-30BD-48F8-0761-3F515855E619}"/>
          </ac:spMkLst>
        </pc:spChg>
      </pc:sldChg>
      <pc:sldChg chg="modSp add mod modAnim">
        <pc:chgData name="Owais Ahmed" userId="6abc7d4556b3b071" providerId="LiveId" clId="{D0A51F83-B713-4A4D-8105-C75936B8E1D2}" dt="2025-10-30T16:22:19.585" v="34266" actId="20577"/>
        <pc:sldMkLst>
          <pc:docMk/>
          <pc:sldMk cId="1581582830" sldId="2589"/>
        </pc:sldMkLst>
        <pc:spChg chg="mod">
          <ac:chgData name="Owais Ahmed" userId="6abc7d4556b3b071" providerId="LiveId" clId="{D0A51F83-B713-4A4D-8105-C75936B8E1D2}" dt="2025-10-30T16:22:19.585" v="34266" actId="20577"/>
          <ac:spMkLst>
            <pc:docMk/>
            <pc:sldMk cId="1581582830" sldId="2589"/>
            <ac:spMk id="3" creationId="{81D92D59-559F-841E-6F2C-7A803969B811}"/>
          </ac:spMkLst>
        </pc:spChg>
        <pc:spChg chg="mod">
          <ac:chgData name="Owais Ahmed" userId="6abc7d4556b3b071" providerId="LiveId" clId="{D0A51F83-B713-4A4D-8105-C75936B8E1D2}" dt="2025-10-30T08:21:43.760" v="26041" actId="20577"/>
          <ac:spMkLst>
            <pc:docMk/>
            <pc:sldMk cId="1581582830" sldId="2589"/>
            <ac:spMk id="215" creationId="{10FE282B-A8E5-9667-3952-11D8E2AEBDD3}"/>
          </ac:spMkLst>
        </pc:spChg>
      </pc:sldChg>
      <pc:sldChg chg="addSp delSp modSp add mod ord delAnim modAnim modNotesTx">
        <pc:chgData name="Owais Ahmed" userId="6abc7d4556b3b071" providerId="LiveId" clId="{D0A51F83-B713-4A4D-8105-C75936B8E1D2}" dt="2025-10-30T10:22:12.981" v="27494"/>
        <pc:sldMkLst>
          <pc:docMk/>
          <pc:sldMk cId="219774404" sldId="2591"/>
        </pc:sldMkLst>
        <pc:picChg chg="add mod">
          <ac:chgData name="Owais Ahmed" userId="6abc7d4556b3b071" providerId="LiveId" clId="{D0A51F83-B713-4A4D-8105-C75936B8E1D2}" dt="2025-10-30T07:25:29.875" v="21124" actId="1076"/>
          <ac:picMkLst>
            <pc:docMk/>
            <pc:sldMk cId="219774404" sldId="2591"/>
            <ac:picMk id="2050" creationId="{E6A6E79F-A512-8193-37AC-DD11A5DE70F4}"/>
          </ac:picMkLst>
        </pc:picChg>
      </pc:sldChg>
      <pc:sldChg chg="modSp add mod modAnim">
        <pc:chgData name="Owais Ahmed" userId="6abc7d4556b3b071" providerId="LiveId" clId="{D0A51F83-B713-4A4D-8105-C75936B8E1D2}" dt="2025-10-30T07:51:00.598" v="23730" actId="27636"/>
        <pc:sldMkLst>
          <pc:docMk/>
          <pc:sldMk cId="3590942691" sldId="2592"/>
        </pc:sldMkLst>
        <pc:spChg chg="mod">
          <ac:chgData name="Owais Ahmed" userId="6abc7d4556b3b071" providerId="LiveId" clId="{D0A51F83-B713-4A4D-8105-C75936B8E1D2}" dt="2025-10-30T07:51:00.598" v="23730" actId="27636"/>
          <ac:spMkLst>
            <pc:docMk/>
            <pc:sldMk cId="3590942691" sldId="2592"/>
            <ac:spMk id="3" creationId="{CA0C416A-7832-B013-48C2-326CBFE7FE4C}"/>
          </ac:spMkLst>
        </pc:spChg>
      </pc:sldChg>
      <pc:sldChg chg="modSp add mod modAnim">
        <pc:chgData name="Owais Ahmed" userId="6abc7d4556b3b071" providerId="LiveId" clId="{D0A51F83-B713-4A4D-8105-C75936B8E1D2}" dt="2025-10-30T07:54:33.581" v="23975" actId="20577"/>
        <pc:sldMkLst>
          <pc:docMk/>
          <pc:sldMk cId="249138935" sldId="2593"/>
        </pc:sldMkLst>
        <pc:spChg chg="mod">
          <ac:chgData name="Owais Ahmed" userId="6abc7d4556b3b071" providerId="LiveId" clId="{D0A51F83-B713-4A4D-8105-C75936B8E1D2}" dt="2025-10-30T07:54:33.581" v="23975" actId="20577"/>
          <ac:spMkLst>
            <pc:docMk/>
            <pc:sldMk cId="249138935" sldId="2593"/>
            <ac:spMk id="3" creationId="{147AA87E-AAE3-6EEE-66C0-241DB908F4EC}"/>
          </ac:spMkLst>
        </pc:spChg>
      </pc:sldChg>
      <pc:sldChg chg="modSp add mod ord addAnim delAnim modAnim modNotesTx">
        <pc:chgData name="Owais Ahmed" userId="6abc7d4556b3b071" providerId="LiveId" clId="{D0A51F83-B713-4A4D-8105-C75936B8E1D2}" dt="2025-10-30T08:21:16.072" v="26039" actId="20577"/>
        <pc:sldMkLst>
          <pc:docMk/>
          <pc:sldMk cId="1685708578" sldId="2594"/>
        </pc:sldMkLst>
        <pc:spChg chg="mod">
          <ac:chgData name="Owais Ahmed" userId="6abc7d4556b3b071" providerId="LiveId" clId="{D0A51F83-B713-4A4D-8105-C75936B8E1D2}" dt="2025-10-30T08:21:16.072" v="26039" actId="20577"/>
          <ac:spMkLst>
            <pc:docMk/>
            <pc:sldMk cId="1685708578" sldId="2594"/>
            <ac:spMk id="3" creationId="{0F589B02-88B3-3B01-3487-E463C34BA39E}"/>
          </ac:spMkLst>
        </pc:spChg>
      </pc:sldChg>
      <pc:sldChg chg="modSp add mod ord modAnim">
        <pc:chgData name="Owais Ahmed" userId="6abc7d4556b3b071" providerId="LiveId" clId="{D0A51F83-B713-4A4D-8105-C75936B8E1D2}" dt="2025-10-30T08:06:05.260" v="24842" actId="20577"/>
        <pc:sldMkLst>
          <pc:docMk/>
          <pc:sldMk cId="337178473" sldId="2595"/>
        </pc:sldMkLst>
        <pc:spChg chg="mod">
          <ac:chgData name="Owais Ahmed" userId="6abc7d4556b3b071" providerId="LiveId" clId="{D0A51F83-B713-4A4D-8105-C75936B8E1D2}" dt="2025-10-30T08:06:05.260" v="24842" actId="20577"/>
          <ac:spMkLst>
            <pc:docMk/>
            <pc:sldMk cId="337178473" sldId="2595"/>
            <ac:spMk id="3" creationId="{CDE6C730-AF2E-566B-33BA-C2010A0DF99B}"/>
          </ac:spMkLst>
        </pc:spChg>
        <pc:spChg chg="mod">
          <ac:chgData name="Owais Ahmed" userId="6abc7d4556b3b071" providerId="LiveId" clId="{D0A51F83-B713-4A4D-8105-C75936B8E1D2}" dt="2025-10-30T08:00:59.744" v="24406" actId="20577"/>
          <ac:spMkLst>
            <pc:docMk/>
            <pc:sldMk cId="337178473" sldId="2595"/>
            <ac:spMk id="215" creationId="{1E1DB069-7960-76A5-7517-F1F4F0DA34FD}"/>
          </ac:spMkLst>
        </pc:spChg>
      </pc:sldChg>
      <pc:sldChg chg="modSp add mod modAnim">
        <pc:chgData name="Owais Ahmed" userId="6abc7d4556b3b071" providerId="LiveId" clId="{D0A51F83-B713-4A4D-8105-C75936B8E1D2}" dt="2025-10-30T08:30:09.449" v="26949" actId="20577"/>
        <pc:sldMkLst>
          <pc:docMk/>
          <pc:sldMk cId="3987741719" sldId="2596"/>
        </pc:sldMkLst>
        <pc:spChg chg="mod">
          <ac:chgData name="Owais Ahmed" userId="6abc7d4556b3b071" providerId="LiveId" clId="{D0A51F83-B713-4A4D-8105-C75936B8E1D2}" dt="2025-10-30T08:30:03.683" v="26935" actId="27636"/>
          <ac:spMkLst>
            <pc:docMk/>
            <pc:sldMk cId="3987741719" sldId="2596"/>
            <ac:spMk id="3" creationId="{84CD26DA-043E-C010-F6B7-F520932D85AD}"/>
          </ac:spMkLst>
        </pc:spChg>
        <pc:spChg chg="mod">
          <ac:chgData name="Owais Ahmed" userId="6abc7d4556b3b071" providerId="LiveId" clId="{D0A51F83-B713-4A4D-8105-C75936B8E1D2}" dt="2025-10-30T08:30:09.449" v="26949" actId="20577"/>
          <ac:spMkLst>
            <pc:docMk/>
            <pc:sldMk cId="3987741719" sldId="2596"/>
            <ac:spMk id="215" creationId="{BEE50591-3F77-75C6-DCDB-E8D4F510D163}"/>
          </ac:spMkLst>
        </pc:spChg>
      </pc:sldChg>
      <pc:sldChg chg="modSp add mod modAnim">
        <pc:chgData name="Owais Ahmed" userId="6abc7d4556b3b071" providerId="LiveId" clId="{D0A51F83-B713-4A4D-8105-C75936B8E1D2}" dt="2025-10-30T13:06:21.353" v="29390" actId="20577"/>
        <pc:sldMkLst>
          <pc:docMk/>
          <pc:sldMk cId="87112700" sldId="2597"/>
        </pc:sldMkLst>
        <pc:spChg chg="mod">
          <ac:chgData name="Owais Ahmed" userId="6abc7d4556b3b071" providerId="LiveId" clId="{D0A51F83-B713-4A4D-8105-C75936B8E1D2}" dt="2025-10-30T13:06:21.353" v="29390" actId="20577"/>
          <ac:spMkLst>
            <pc:docMk/>
            <pc:sldMk cId="87112700" sldId="2597"/>
            <ac:spMk id="3" creationId="{A2CD1611-DA6C-068B-4D24-84C5568BC26C}"/>
          </ac:spMkLst>
        </pc:spChg>
        <pc:spChg chg="mod">
          <ac:chgData name="Owais Ahmed" userId="6abc7d4556b3b071" providerId="LiveId" clId="{D0A51F83-B713-4A4D-8105-C75936B8E1D2}" dt="2025-10-30T08:30:29.609" v="26969" actId="20577"/>
          <ac:spMkLst>
            <pc:docMk/>
            <pc:sldMk cId="87112700" sldId="2597"/>
            <ac:spMk id="215" creationId="{5A8B789E-5953-40B7-CDD7-188F93802EFD}"/>
          </ac:spMkLst>
        </pc:spChg>
      </pc:sldChg>
      <pc:sldChg chg="addSp delSp modSp add mod addAnim delAnim modAnim">
        <pc:chgData name="Owais Ahmed" userId="6abc7d4556b3b071" providerId="LiveId" clId="{D0A51F83-B713-4A4D-8105-C75936B8E1D2}" dt="2025-10-30T13:00:01.774" v="28957" actId="20577"/>
        <pc:sldMkLst>
          <pc:docMk/>
          <pc:sldMk cId="3815344790" sldId="2598"/>
        </pc:sldMkLst>
        <pc:spChg chg="add mod">
          <ac:chgData name="Owais Ahmed" userId="6abc7d4556b3b071" providerId="LiveId" clId="{D0A51F83-B713-4A4D-8105-C75936B8E1D2}" dt="2025-10-30T13:00:01.774" v="28957" actId="20577"/>
          <ac:spMkLst>
            <pc:docMk/>
            <pc:sldMk cId="3815344790" sldId="2598"/>
            <ac:spMk id="9" creationId="{2DFA8C65-A5E6-095F-88CA-A9FF92498EC2}"/>
          </ac:spMkLst>
        </pc:spChg>
      </pc:sldChg>
      <pc:sldChg chg="modSp add mod ord modAnim modNotesTx">
        <pc:chgData name="Owais Ahmed" userId="6abc7d4556b3b071" providerId="LiveId" clId="{D0A51F83-B713-4A4D-8105-C75936B8E1D2}" dt="2025-10-30T11:32:10.525" v="28887" actId="20577"/>
        <pc:sldMkLst>
          <pc:docMk/>
          <pc:sldMk cId="4200189884" sldId="2599"/>
        </pc:sldMkLst>
        <pc:spChg chg="mod">
          <ac:chgData name="Owais Ahmed" userId="6abc7d4556b3b071" providerId="LiveId" clId="{D0A51F83-B713-4A4D-8105-C75936B8E1D2}" dt="2025-10-30T11:30:11.645" v="28724" actId="20577"/>
          <ac:spMkLst>
            <pc:docMk/>
            <pc:sldMk cId="4200189884" sldId="2599"/>
            <ac:spMk id="3" creationId="{2DEB8415-6A8B-4D47-FCE4-6B61A1C41527}"/>
          </ac:spMkLst>
        </pc:spChg>
      </pc:sldChg>
      <pc:sldChg chg="modSp add mod ord modAnim">
        <pc:chgData name="Owais Ahmed" userId="6abc7d4556b3b071" providerId="LiveId" clId="{D0A51F83-B713-4A4D-8105-C75936B8E1D2}" dt="2025-10-30T14:18:48.233" v="31819" actId="20577"/>
        <pc:sldMkLst>
          <pc:docMk/>
          <pc:sldMk cId="2690771706" sldId="2606"/>
        </pc:sldMkLst>
        <pc:spChg chg="mod">
          <ac:chgData name="Owais Ahmed" userId="6abc7d4556b3b071" providerId="LiveId" clId="{D0A51F83-B713-4A4D-8105-C75936B8E1D2}" dt="2025-10-30T14:18:48.233" v="31819" actId="20577"/>
          <ac:spMkLst>
            <pc:docMk/>
            <pc:sldMk cId="2690771706" sldId="2606"/>
            <ac:spMk id="3" creationId="{55154634-7BB5-D80D-1A79-4B3556E0103D}"/>
          </ac:spMkLst>
        </pc:spChg>
        <pc:spChg chg="mod">
          <ac:chgData name="Owais Ahmed" userId="6abc7d4556b3b071" providerId="LiveId" clId="{D0A51F83-B713-4A4D-8105-C75936B8E1D2}" dt="2025-10-30T14:09:34.008" v="31238" actId="20577"/>
          <ac:spMkLst>
            <pc:docMk/>
            <pc:sldMk cId="2690771706" sldId="2606"/>
            <ac:spMk id="215" creationId="{21FE74CF-DFFB-9CAF-FE84-C07B749DBD80}"/>
          </ac:spMkLst>
        </pc:spChg>
      </pc:sldChg>
      <pc:sldChg chg="modSp add mod modAnim">
        <pc:chgData name="Owais Ahmed" userId="6abc7d4556b3b071" providerId="LiveId" clId="{D0A51F83-B713-4A4D-8105-C75936B8E1D2}" dt="2025-10-30T14:24:36.076" v="32137" actId="20577"/>
        <pc:sldMkLst>
          <pc:docMk/>
          <pc:sldMk cId="1998190458" sldId="2607"/>
        </pc:sldMkLst>
        <pc:spChg chg="mod">
          <ac:chgData name="Owais Ahmed" userId="6abc7d4556b3b071" providerId="LiveId" clId="{D0A51F83-B713-4A4D-8105-C75936B8E1D2}" dt="2025-10-30T14:24:36.076" v="32137" actId="20577"/>
          <ac:spMkLst>
            <pc:docMk/>
            <pc:sldMk cId="1998190458" sldId="2607"/>
            <ac:spMk id="3" creationId="{7A0A2111-A696-D9F4-3DDE-A93943894ED8}"/>
          </ac:spMkLst>
        </pc:spChg>
      </pc:sldChg>
      <pc:sldChg chg="addSp delSp modSp add mod addAnim delAnim modAnim">
        <pc:chgData name="Owais Ahmed" userId="6abc7d4556b3b071" providerId="LiveId" clId="{D0A51F83-B713-4A4D-8105-C75936B8E1D2}" dt="2025-10-30T15:30:55.547" v="32941" actId="114"/>
        <pc:sldMkLst>
          <pc:docMk/>
          <pc:sldMk cId="1332004455" sldId="2609"/>
        </pc:sldMkLst>
        <pc:spChg chg="add del mod">
          <ac:chgData name="Owais Ahmed" userId="6abc7d4556b3b071" providerId="LiveId" clId="{D0A51F83-B713-4A4D-8105-C75936B8E1D2}" dt="2025-10-30T15:30:55.547" v="32941" actId="114"/>
          <ac:spMkLst>
            <pc:docMk/>
            <pc:sldMk cId="1332004455" sldId="2609"/>
            <ac:spMk id="3" creationId="{0DB3E6A2-F3D3-4E8F-3D72-719D050810C9}"/>
          </ac:spMkLst>
        </pc:spChg>
      </pc:sldChg>
      <pc:sldChg chg="addSp delSp modSp add mod delAnim">
        <pc:chgData name="Owais Ahmed" userId="6abc7d4556b3b071" providerId="LiveId" clId="{D0A51F83-B713-4A4D-8105-C75936B8E1D2}" dt="2025-10-30T15:26:14.448" v="32939" actId="255"/>
        <pc:sldMkLst>
          <pc:docMk/>
          <pc:sldMk cId="101316674" sldId="2610"/>
        </pc:sldMkLst>
        <pc:spChg chg="add mod">
          <ac:chgData name="Owais Ahmed" userId="6abc7d4556b3b071" providerId="LiveId" clId="{D0A51F83-B713-4A4D-8105-C75936B8E1D2}" dt="2025-10-30T15:26:14.448" v="32939" actId="255"/>
          <ac:spMkLst>
            <pc:docMk/>
            <pc:sldMk cId="101316674" sldId="2610"/>
            <ac:spMk id="11" creationId="{0A454A13-F8ED-25DD-6B2B-CA2D5CC0C270}"/>
          </ac:spMkLst>
        </pc:spChg>
      </pc:sldChg>
      <pc:sldChg chg="modSp add mod ord modAnim">
        <pc:chgData name="Owais Ahmed" userId="6abc7d4556b3b071" providerId="LiveId" clId="{D0A51F83-B713-4A4D-8105-C75936B8E1D2}" dt="2025-10-30T15:35:02.628" v="33572" actId="20577"/>
        <pc:sldMkLst>
          <pc:docMk/>
          <pc:sldMk cId="2824923562" sldId="2611"/>
        </pc:sldMkLst>
        <pc:spChg chg="mod">
          <ac:chgData name="Owais Ahmed" userId="6abc7d4556b3b071" providerId="LiveId" clId="{D0A51F83-B713-4A4D-8105-C75936B8E1D2}" dt="2025-10-30T15:35:02.628" v="33572" actId="20577"/>
          <ac:spMkLst>
            <pc:docMk/>
            <pc:sldMk cId="2824923562" sldId="2611"/>
            <ac:spMk id="3" creationId="{940875F8-F58C-6D43-6DAF-155E77F9A917}"/>
          </ac:spMkLst>
        </pc:spChg>
      </pc:sldChg>
      <pc:sldChg chg="modSp add mod modAnim">
        <pc:chgData name="Owais Ahmed" userId="6abc7d4556b3b071" providerId="LiveId" clId="{D0A51F83-B713-4A4D-8105-C75936B8E1D2}" dt="2025-11-01T09:53:12.791" v="34675" actId="20577"/>
        <pc:sldMkLst>
          <pc:docMk/>
          <pc:sldMk cId="3394572268" sldId="2616"/>
        </pc:sldMkLst>
        <pc:spChg chg="mod">
          <ac:chgData name="Owais Ahmed" userId="6abc7d4556b3b071" providerId="LiveId" clId="{D0A51F83-B713-4A4D-8105-C75936B8E1D2}" dt="2025-11-01T09:53:12.791" v="34675" actId="20577"/>
          <ac:spMkLst>
            <pc:docMk/>
            <pc:sldMk cId="3394572268" sldId="2616"/>
            <ac:spMk id="3" creationId="{EC52755F-7FFE-5D5D-2CA5-9E5E7E0F5637}"/>
          </ac:spMkLst>
        </pc:spChg>
        <pc:spChg chg="mod">
          <ac:chgData name="Owais Ahmed" userId="6abc7d4556b3b071" providerId="LiveId" clId="{D0A51F83-B713-4A4D-8105-C75936B8E1D2}" dt="2025-11-01T09:52:26.712" v="34510" actId="20577"/>
          <ac:spMkLst>
            <pc:docMk/>
            <pc:sldMk cId="3394572268" sldId="2616"/>
            <ac:spMk id="215" creationId="{3521B58F-B3C5-5B7E-0146-7ACBAF34095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lidity/smart-contracts-in-blockchai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7615-366B-B50A-EFAC-7E5D6E81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4998A-AE24-9F67-284E-CA358E650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4EF517-179D-8BF6-50E7-9A2C8F857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D9224-6695-2EF4-D291-B16DAE4E4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2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A754A-CD25-4CCD-9705-A1F44562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685F6-BF8C-B09C-D910-002123CB3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27792-11D8-8102-9E7C-2593ACD2F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16B81-F6EF-B498-733E-77C729E3BF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05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B0303-F80B-4DE8-F744-82F74A370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DE99E3-0C3F-2EE4-EC9D-80F2E8D6F5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ED4AB-85B6-ECBF-49F8-D1A71813F9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8935F-D745-AE85-BAD8-961E6DEB4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99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EED9C-C728-8104-F57B-B6F1E4F00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C85F9-1322-F1D7-4ADA-2ED29844D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236AF6-B541-524E-584F-56E55D58F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594EA-D472-C047-9209-D48382354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CFFE-4B32-46C7-F6CC-7698AF531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3E886C-B2DA-909E-0701-8C4F6C39D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4F72E6-9BBA-D7C9-1C90-C690BA227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EFB93-20B7-7755-AAD1-7817DBC00C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45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AD9CB-2101-7718-2334-765BFD308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C5618-4B51-3BB9-0279-D51AB4342B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9135B-4BED-873A-F78E-1DA1BD445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Accurate because the code always behaves in exactly the same way for everyone.</a:t>
            </a:r>
          </a:p>
          <a:p>
            <a:pPr marL="228600" indent="-228600"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Autonomous because the code is executed automatically without need for user’s input.</a:t>
            </a:r>
          </a:p>
          <a:p>
            <a:pPr marL="228600" indent="-228600"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because no manual tasks or human intervention is needed.</a:t>
            </a:r>
          </a:p>
          <a:p>
            <a:pPr marL="228600" indent="-228600"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Secure because they use strong cryptography.</a:t>
            </a:r>
          </a:p>
          <a:p>
            <a:pPr marL="228600" indent="-228600"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Backed-up because each node has a copy of the contract.</a:t>
            </a:r>
          </a:p>
          <a:p>
            <a:pPr marL="228600" indent="-228600"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Economic because intermediary parties are eliminated. Much of the logistics cost is saved.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9B79B-C11A-9A2F-063B-60765CBEC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5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B664-AFAB-4317-3A02-B6809991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75762-A559-2DAA-E685-4EB8AA91F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1B14E1-9339-71E9-535C-B47EBBA5E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source: </a:t>
            </a:r>
            <a:r>
              <a:rPr lang="en-GB">
                <a:hlinkClick r:id="rId3"/>
              </a:rPr>
              <a:t>Smart Contracts in Blockchain - </a:t>
            </a:r>
            <a:r>
              <a:rPr lang="en-GB" err="1">
                <a:hlinkClick r:id="rId3"/>
              </a:rPr>
              <a:t>GeeksforGeeks</a:t>
            </a: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C54A8-5967-EE1B-A30A-BB056D5036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10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1B642-5DF2-08E2-56EA-05485A084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81580-35DB-3716-6C10-CCEF67794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6B96E-28CD-F735-CC0A-7032120F1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quick clarification. Transparency does NOT mean breach of privacy. Personal data can still be private and locked with keys, but the operations of the contract can be viewed and verified.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609B3-4E5B-8B6A-D77C-8A23E1141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24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033F-FA1C-8474-46D4-0E5C30CA8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F8E2D-A767-0DCF-CE07-31673C876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AE350-959A-EA6C-7B69-9E9CBCAC6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92957-7E3C-D428-2DFD-4365A4525F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03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2555B-F202-F981-D8D7-BC485F31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FCC40-2486-BE37-902F-6454C5F41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88A22-66AD-EB7E-7B36-8C5C248E8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E8C09-B478-BA9D-1BE0-C39B195AB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08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6D944-4AD4-9A3C-E631-40598572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190EC-2F63-4229-A629-14F5EA81E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33266B-A47C-7362-4AB3-C33ADEE67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DB5DA-951C-AB82-CEDD-9C65EA1CE1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398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9D78A-F52E-3207-D5B4-F24D9F6A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20EE1-8167-C982-292F-090517A1E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1AFFF-88DC-E03A-5C04-E4ADDD4F7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GB" sz="1200"/>
              <a:t>Pragma instruction is executed before the actual compilation. It helps the code future incompatibility.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35A18-9610-E5B1-4AE5-26477CF79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C5E5-A24D-F591-2632-E9BDC0DE8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A41EB-5391-EF9A-1A4E-B426823AA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D1BEF7-07FE-4421-E699-1269288E1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7966B-3E02-64BD-C674-A86E10154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D2CD-D892-C3B7-BB81-AD075FBB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5E4A3-4090-3ADE-1154-315C85211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3F759F-6F8E-1023-AB92-90E1426DB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13FED-FC0B-EA2F-60FE-AC2FFE9D3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5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D9E55-5B5A-64B7-A70D-F6D220189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2D56E-A261-B67D-C0A8-BA5FFCDF1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17FF33-9287-39E7-FC63-3980822E1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2F0AB-0E10-F075-89CA-716323EDCD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7749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4CD6-6F78-CEEA-0BDF-A5F05ED5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0B5BA-EBDE-3BB5-1087-C2818D6FB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FAF4B-1F0C-21D3-7D8B-F02E734F7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E785D-B0D2-4570-9CAE-D45C3D56C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4831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67A3-43C5-25A8-EF84-76A8A9C9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287AE-9CB1-3047-7493-A02A744BD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FDED55-5CC5-DD33-5A57-874B552C7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296B4-2FF9-5FB5-FB0C-5484CBBE0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9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C8AA2-6004-3DF6-C8DD-59E9CEE4F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01081E-736D-473B-5B92-1A9C46CF7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3C7FC-428E-08B2-36BD-652F06980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GB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1AFFE-6365-08E9-87F1-F3B96111C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65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DECENTRALIZED APPLICATION DEVELOPMENT (119389)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114800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Smart Contracts</a:t>
            </a:r>
          </a:p>
          <a:p>
            <a:r>
              <a:rPr lang="en-US" dirty="0"/>
              <a:t>Smart Contract Rules</a:t>
            </a:r>
          </a:p>
          <a:p>
            <a:r>
              <a:rPr lang="en-US" dirty="0"/>
              <a:t>Smart Contract Challenges</a:t>
            </a:r>
          </a:p>
          <a:p>
            <a:r>
              <a:rPr lang="en-US" dirty="0"/>
              <a:t>Solidity Language</a:t>
            </a:r>
          </a:p>
          <a:p>
            <a:r>
              <a:rPr lang="en-US" dirty="0"/>
              <a:t>Writing your First Contract</a:t>
            </a:r>
          </a:p>
          <a:p>
            <a:r>
              <a:rPr lang="en-US" dirty="0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09B66-3C0C-85B5-020B-2E946BD24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BE3DF25-36F8-113C-81F0-D7087605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7323EFA-5502-8F96-1850-A973B865F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521B58F-B3C5-5B7E-0146-7ACBAF34095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Supplementary Activity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5B3B878-4956-1CB5-DA8B-576B6707E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8ED8332-0BC4-CAEF-F6DF-6F0AA0289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755F-7FFE-5D5D-2CA5-9E5E7E0F563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400" b="1"/>
              <a:t>Objectives: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Enable Windows Subsystem for Linux on Windows.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Install Ubuntu distro.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Create and access a workspace from Visual Studio code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GB" sz="3400"/>
          </a:p>
        </p:txBody>
      </p:sp>
    </p:spTree>
    <p:extLst>
      <p:ext uri="{BB962C8B-B14F-4D97-AF65-F5344CB8AC3E}">
        <p14:creationId xmlns:p14="http://schemas.microsoft.com/office/powerpoint/2010/main" val="339457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5669E-2AC3-CD5E-920B-70F2B8AD8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67AEB03-0017-1F94-56F6-348BB5D8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E186CA8-FC01-05CA-9ADB-D86D6AF50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A930FD2-E332-E760-FC3A-243FB5DD1124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6077D69-9EFF-8442-4573-D7C08A48F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95A5850-8CDA-5861-6C70-AFE710E87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11566-FAF7-7771-B9BE-D3F74ED84CB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We have discussed Ethereum blockchain and its advantages over Bitcoin blockchain.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We explored how Ethereum structures its data in blocks, transactions and receipts.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We examined custom data structures Ethereum uses to maintain the state of data and why.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We studied Merkle Trees, </a:t>
            </a:r>
            <a:r>
              <a:rPr lang="en-GB" sz="3600" err="1"/>
              <a:t>Perkle</a:t>
            </a:r>
            <a:r>
              <a:rPr lang="en-GB" sz="3600"/>
              <a:t> Patricia Tries and Logs Bloom filters used by Ethereum.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Now we move to the next phase of Smart Contracts and how to develop them.</a:t>
            </a:r>
          </a:p>
        </p:txBody>
      </p:sp>
    </p:spTree>
    <p:extLst>
      <p:ext uri="{BB962C8B-B14F-4D97-AF65-F5344CB8AC3E}">
        <p14:creationId xmlns:p14="http://schemas.microsoft.com/office/powerpoint/2010/main" val="9171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F8844-91C4-CDE7-98E0-59B24D84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0DA01C5F-E623-CAAE-1A1C-F6A32C4F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1D9A173-79AF-14E0-E435-EADA731DB2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49ACB91-30BD-48F8-0761-3F515855E619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Smart Contracts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1E53D43-804B-DA28-6D96-05408F919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7E18614-4820-CD37-60DA-11B603A1C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E6BE4-0E4C-F7FE-941B-AFD005552D0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/>
              <a:t>A real-life transaction: </a:t>
            </a:r>
            <a:r>
              <a:rPr lang="en-GB" sz="3400"/>
              <a:t>Omar is selling his car. Sara is buying a car.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Omar places an Ad on a 3</a:t>
            </a:r>
            <a:r>
              <a:rPr lang="en-GB" sz="3400" baseline="30000"/>
              <a:t>rd</a:t>
            </a:r>
            <a:r>
              <a:rPr lang="en-GB" sz="3400"/>
              <a:t> party classified platform - </a:t>
            </a:r>
            <a:r>
              <a:rPr lang="en-GB" sz="3400" err="1"/>
              <a:t>PakWheels</a:t>
            </a:r>
            <a:r>
              <a:rPr lang="en-GB" sz="3400"/>
              <a:t> for 3M.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Sara contacts him and expresses her interest in the car.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Sara calls a 3</a:t>
            </a:r>
            <a:r>
              <a:rPr lang="en-GB" sz="3400" baseline="30000"/>
              <a:t>rd</a:t>
            </a:r>
            <a:r>
              <a:rPr lang="en-GB" sz="3400"/>
              <a:t> party inspection service – Ali.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Ali contacts Omar and comes for inspection.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Ali rates the car and send an inspection report to Sara.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Sara contacts Omar and negotiates the price to 2.8M.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Omar and Sara sign a Sale deed via a 3</a:t>
            </a:r>
            <a:r>
              <a:rPr lang="en-GB" sz="3400" baseline="30000"/>
              <a:t>rd</a:t>
            </a:r>
            <a:r>
              <a:rPr lang="en-GB" sz="3400"/>
              <a:t> party – Excise &amp; Taxation Dept.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Sara deposits 2.8M into Omar’s bank account.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The Sale deed is executed, and car Ownership is transferred to Sara.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Sara drives away with the car.</a:t>
            </a:r>
          </a:p>
        </p:txBody>
      </p:sp>
    </p:spTree>
    <p:extLst>
      <p:ext uri="{BB962C8B-B14F-4D97-AF65-F5344CB8AC3E}">
        <p14:creationId xmlns:p14="http://schemas.microsoft.com/office/powerpoint/2010/main" val="70056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D80AD-5607-2536-C343-CB9CD12C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D60AADCA-0137-0611-043D-0159446A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56F6C0A-7319-1733-DDEE-723048261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5F60354-D3A9-7AF9-178A-4C62CAED53B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Smart Contracts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DF301F3-4767-5B9F-5101-0B37AAC39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9FD9BD-CAF4-3264-A8B4-C841FB320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416A-7832-B013-48C2-326CBFE7FE4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How many 3</a:t>
            </a:r>
            <a:r>
              <a:rPr lang="en-GB" sz="3400" baseline="30000"/>
              <a:t>rd</a:t>
            </a:r>
            <a:r>
              <a:rPr lang="en-GB" sz="3400"/>
              <a:t> parties are involved in this transaction?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These 3</a:t>
            </a:r>
            <a:r>
              <a:rPr lang="en-GB" sz="3400" baseline="30000"/>
              <a:t>rd</a:t>
            </a:r>
            <a:r>
              <a:rPr lang="en-GB" sz="3400"/>
              <a:t> parties are: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Getting paid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Obtaining personal information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Gaining control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What if we were to remove all 3</a:t>
            </a:r>
            <a:r>
              <a:rPr lang="en-GB" sz="3400" baseline="30000"/>
              <a:t>rd</a:t>
            </a:r>
            <a:r>
              <a:rPr lang="en-GB" sz="3400"/>
              <a:t> parties?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Each 3</a:t>
            </a:r>
            <a:r>
              <a:rPr lang="en-GB" sz="3400" baseline="30000"/>
              <a:t>rd</a:t>
            </a:r>
            <a:r>
              <a:rPr lang="en-GB" sz="3400"/>
              <a:t> party is executing a series of steps and producing an output.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Each step expects some input, a process and produces a result.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If a step can be expressed as a function, it can be automated.</a:t>
            </a:r>
          </a:p>
        </p:txBody>
      </p:sp>
    </p:spTree>
    <p:extLst>
      <p:ext uri="{BB962C8B-B14F-4D97-AF65-F5344CB8AC3E}">
        <p14:creationId xmlns:p14="http://schemas.microsoft.com/office/powerpoint/2010/main" val="359094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6FB9-E791-6A78-377C-958FBEB3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700DBC-6F4D-025A-C144-8888351A9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2EFAAAB-BDDA-624B-79BC-881C8CF8F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44E54BD-D92F-A04F-C1A8-45F412F916B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Smart Contracts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38FED8A-9186-CD3B-5B40-9C81C7B3D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5F36320-940F-2EE6-A01A-05CB16C0A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7AA87E-AAE3-6EEE-66C0-241DB908F4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In an ideal and automated world: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/>
                  <a:t>Omar would lock his car in a garage and write his terms of sale on a database.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/>
                  <a:t>Sara would lock her money in a safe and write her terms of purchase on the same database.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The car will be inspected by a function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400"/>
                  <a:t> via its sensors and cameras.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This function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3400"/>
                  <a:t> will rank the car and price it accordingly.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If another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3400"/>
                  <a:t> matches Sara’s terms, she will be chosen as potential buyer.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If another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sz="3400"/>
                  <a:t> matches Omar’s terms, Sara’s money will be transferred to Omar’s wallet.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sz="3400"/>
                  <a:t> will change Garage’s lock to another code.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Car’s ownership will be transferred to Sara’s account by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GB" sz="3400"/>
                  <a:t>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GB" sz="3400"/>
                  <a:t> will read the new lock code from </a:t>
                </a:r>
                <a14:m>
                  <m:oMath xmlns:m="http://schemas.openxmlformats.org/officeDocument/2006/math">
                    <m:r>
                      <a:rPr lang="en-US" sz="3400" b="0" i="1" smtClean="0">
                        <a:latin typeface="Cambria Math" panose="02040503050406030204" pitchFamily="18" charset="0"/>
                      </a:rPr>
                      <m:t>𝐹</m:t>
                    </m:r>
                    <m:sSub>
                      <m:sSubPr>
                        <m:ctrlPr>
                          <a:rPr lang="en-US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3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sz="3400"/>
                  <a:t> and issue it to Sara.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400"/>
                  <a:t>Sara will drive away with the car.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47AA87E-AAE3-6EEE-66C0-241DB908F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78" t="-2494" b="-1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3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98A2-7AFC-4DF1-79E1-1D208988B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AD7A311-41E9-6683-F320-7F13B92D5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F7780DE-D765-5D48-DA4D-5A1086063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7AEA732-D379-1AFC-6E03-93555AE4D96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Smart Contracts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687FBC1C-B496-C30D-440F-D42C325D8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F3162F8-629B-7AC6-2C2F-52C90DF00F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89B02-88B3-3B01-3487-E463C34BA39E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A smart contract is a program in which steps to execute certain transaction are predefined.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In programming terms, a smart contract is where the Business logic is implemented to execute a transaction.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Traditional contracts are enforceable by law; smart contracts are enforceable by code.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Smart contracts are </a:t>
            </a:r>
            <a:r>
              <a:rPr lang="en-GB" sz="3400" b="1" dirty="0"/>
              <a:t>Accurate, Autonomous, Fast, Secure, Backed-up and Economic</a:t>
            </a:r>
            <a:r>
              <a:rPr lang="en-GB" sz="34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Smart contracts execute simple IF-THEN logic, for example: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you send NFT 0xaabb…</a:t>
            </a:r>
            <a:r>
              <a:rPr lang="en-GB" sz="3400" dirty="0" err="1"/>
              <a:t>eeff</a:t>
            </a:r>
            <a:r>
              <a:rPr lang="en-GB" sz="3400" dirty="0"/>
              <a:t>, then 0.025ETH will be transferred to your wallet.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you transfer 0.1ETH to wallet address 0xa1b2…d4e5, domain name “</a:t>
            </a:r>
            <a:r>
              <a:rPr lang="en-GB" sz="3400" dirty="0" err="1"/>
              <a:t>omar.eth</a:t>
            </a:r>
            <a:r>
              <a:rPr lang="en-GB" sz="3400" dirty="0"/>
              <a:t>” will be registered to your address.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If “</a:t>
            </a:r>
            <a:r>
              <a:rPr lang="en-GB" sz="3400" dirty="0" err="1"/>
              <a:t>sarathedev</a:t>
            </a:r>
            <a:r>
              <a:rPr lang="en-GB" sz="3400" dirty="0"/>
              <a:t>” commits v0.1.5 to repository “https://</a:t>
            </a:r>
            <a:r>
              <a:rPr lang="en-GB" sz="3400" dirty="0" err="1"/>
              <a:t>github.com</a:t>
            </a:r>
            <a:r>
              <a:rPr lang="en-GB" sz="3400" dirty="0"/>
              <a:t>/</a:t>
            </a:r>
            <a:r>
              <a:rPr lang="en-GB" sz="3400" dirty="0" err="1"/>
              <a:t>ethereum</a:t>
            </a:r>
            <a:r>
              <a:rPr lang="en-GB" sz="3400" dirty="0"/>
              <a:t>/</a:t>
            </a:r>
            <a:r>
              <a:rPr lang="en-GB" sz="3400" dirty="0" err="1"/>
              <a:t>verkletree-api</a:t>
            </a:r>
            <a:r>
              <a:rPr lang="en-GB" sz="3400" dirty="0"/>
              <a:t>” AND the unit test coverage report is above 80%, then 1.5ETH will be transferred to wallet address 0xa1b2…d4e5.</a:t>
            </a:r>
          </a:p>
        </p:txBody>
      </p:sp>
    </p:spTree>
    <p:extLst>
      <p:ext uri="{BB962C8B-B14F-4D97-AF65-F5344CB8AC3E}">
        <p14:creationId xmlns:p14="http://schemas.microsoft.com/office/powerpoint/2010/main" val="168570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3D0A0-540A-1C41-C51A-AB96CA88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07736AF-CD43-22EC-1AFD-E4948FC1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7E0BC80-A69C-9085-02F8-4FC6DBF51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EC00DE63-58CD-AE7B-942D-3212C3D7399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Smart Contracts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754972A-1C20-2B95-3460-32C2D4124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1ED34EC-771A-B581-CC77-3E23FA53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Smart Contracts in Blockchain | GeeksforGeeks">
            <a:extLst>
              <a:ext uri="{FF2B5EF4-FFF2-40B4-BE49-F238E27FC236}">
                <a16:creationId xmlns:a16="http://schemas.microsoft.com/office/drawing/2014/main" id="{E6A6E79F-A512-8193-37AC-DD11A5DE70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3" t="28481" r="2899" b="5200"/>
          <a:stretch>
            <a:fillRect/>
          </a:stretch>
        </p:blipFill>
        <p:spPr bwMode="auto">
          <a:xfrm>
            <a:off x="616531" y="1686545"/>
            <a:ext cx="10958937" cy="412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7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51EE-8064-1AF0-ED60-DCCACAE4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78EF917-FFBC-2BD7-309C-7A2A54E3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20F34B6-8870-1DF3-DC36-C28A38DD0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E1DB069-7960-76A5-7517-F1F4F0DA34F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Smart Contract Rules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9483415-CC1E-218C-DE72-1045BF9B8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B58D39A-9132-745B-E634-90A7EEEE6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6C730-AF2E-566B-33BA-C2010A0DF99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Distributed: Every node has copy of conditions of the smart contract.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Deterministic: Smart contracts executes only when the required conditions are met. The output will not vary, irrespective of who executes the smart contract.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Immutable: they cannot be changed once deployed.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Autonomous: no 3</a:t>
            </a:r>
            <a:r>
              <a:rPr lang="en-GB" sz="3400" baseline="30000"/>
              <a:t>rd</a:t>
            </a:r>
            <a:r>
              <a:rPr lang="en-GB" sz="3400"/>
              <a:t> party is involved. All functions are executed automatically, thus removing any external control.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Transparent: Smart contracts are open-source and fully accessible.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Trustless: they do not require 3</a:t>
            </a:r>
            <a:r>
              <a:rPr lang="en-GB" sz="3400" baseline="30000"/>
              <a:t>rd</a:t>
            </a:r>
            <a:r>
              <a:rPr lang="en-GB" sz="3400"/>
              <a:t> parties to verify the integrity of the process or to check if the conditions are fulfilled.</a:t>
            </a:r>
          </a:p>
        </p:txBody>
      </p:sp>
    </p:spTree>
    <p:extLst>
      <p:ext uri="{BB962C8B-B14F-4D97-AF65-F5344CB8AC3E}">
        <p14:creationId xmlns:p14="http://schemas.microsoft.com/office/powerpoint/2010/main" val="337178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4038-74CD-093C-DA63-10DCC703B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8882D0A-E3D4-881A-4E89-986042816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2EA4DD8-7CEB-E9FD-080B-1E2D0D21D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BEE50591-3F77-75C6-DCDB-E8D4F510D16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Smart Contract Challenges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8106736-5E53-FE2E-A359-D666AD8B3D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B50622C-4B73-F4AA-68BA-B06F8380C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D26DA-043E-C010-F6B7-F520932D85A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HOWEVER! Smart Contracts are also: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Unregulated: a fraudulent activity committed via Smart contracts is difficult to take any action against.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Must be Autonomous: with zero human intervention, each process must be fully automated. This makes complex contracts hard to implement.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Immutable: a new contract must be deployed to make any change, even if it’s a bug fix.</a:t>
            </a:r>
          </a:p>
        </p:txBody>
      </p:sp>
    </p:spTree>
    <p:extLst>
      <p:ext uri="{BB962C8B-B14F-4D97-AF65-F5344CB8AC3E}">
        <p14:creationId xmlns:p14="http://schemas.microsoft.com/office/powerpoint/2010/main" val="3987741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D2EE8-3CB9-BA4D-71E4-25E8219AA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0CF724C-8F91-15C1-18FB-E65568F6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4A90F41-C7B2-6C63-B64A-A342F2D76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A8B789E-5953-40B7-CDD7-188F93802EF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B915632-C797-3456-D537-6592487F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2E1A975-281A-9757-36B3-1681950CB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D1611-DA6C-068B-4D24-84C5568BC26C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An object-oriented language for Smart contract programming.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Its code is executed on Ethereum Virtual Machine (EVM).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Statically typed and heavily influenced by C++, Python, and JavaScript.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Arithmetic and Logical operators are exactly as they are used in C++.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Conditional operators are also borrowed from C++.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Useful for create contracts such as voting, crowdfunding, blind auctions, zero-knowledge proofs, multi-signature wallets and more.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3400" i="1"/>
              <a:t>Note! Solidity is NOT the only smart contract language. There is </a:t>
            </a:r>
            <a:r>
              <a:rPr lang="en-GB" sz="3400" i="1" err="1"/>
              <a:t>Vyper</a:t>
            </a:r>
            <a:r>
              <a:rPr lang="en-GB" sz="3400" i="1"/>
              <a:t>, Yul/Yul+, Cairo, Noir, etc. but we will use Solidity.</a:t>
            </a:r>
          </a:p>
        </p:txBody>
      </p:sp>
    </p:spTree>
    <p:extLst>
      <p:ext uri="{BB962C8B-B14F-4D97-AF65-F5344CB8AC3E}">
        <p14:creationId xmlns:p14="http://schemas.microsoft.com/office/powerpoint/2010/main" val="8711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F4190-EE0D-84A7-ACE9-6EA66BD1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1461D00-49C1-9299-4636-A1C1801C3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98B238E-00AD-AFB0-A1DD-42A38EA82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7A210638-108B-759B-549C-F2FD8FDBD55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D0195E3-73CA-7435-76A5-9D88C1EAE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F6A7A0A8-8BBE-F27E-093A-DD3A45E7A0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A8C65-A5E6-095F-88CA-A9FF92498EC2}"/>
              </a:ext>
            </a:extLst>
          </p:cNvPr>
          <p:cNvSpPr txBox="1"/>
          <p:nvPr/>
        </p:nvSpPr>
        <p:spPr>
          <a:xfrm>
            <a:off x="220384" y="1676768"/>
            <a:ext cx="11743016" cy="495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SPDX-License-Identifier: MIT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pragma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solidity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0.4.0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0.9.0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@title Demo contract for DApp Development course which calculates the sum of two numbers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/// @author Owais Hussain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b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</a:b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contract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err="1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SumContract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state variables 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32BA8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num1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32BA8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num2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32BA8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sum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spcAft>
                <a:spcPts val="200"/>
              </a:spcAft>
            </a:pPr>
            <a:r>
              <a:rPr lang="en-GB">
                <a:solidFill>
                  <a:srgbClr val="3B445E"/>
                </a:solidFill>
                <a:latin typeface="Consolas" panose="020B0609020204030204" pitchFamily="49" charset="0"/>
              </a:rPr>
              <a:t>    </a:t>
            </a:r>
            <a:r>
              <a:rPr lang="en-GB">
                <a:solidFill>
                  <a:srgbClr val="008000"/>
                </a:solidFill>
                <a:latin typeface="Consolas" panose="020B0609020204030204" pitchFamily="49" charset="0"/>
              </a:rPr>
              <a:t>// Function to set the value of state variables</a:t>
            </a:r>
            <a:endParaRPr lang="en-GB">
              <a:solidFill>
                <a:srgbClr val="3B445E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set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32BA8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    num1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x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    num2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y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    sum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num1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num2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b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</a:b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get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32BA89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28A745"/>
                </a:solidFill>
                <a:effectLst/>
                <a:latin typeface="Consolas" panose="020B0609020204030204" pitchFamily="49" charset="0"/>
              </a:rPr>
              <a:t>returns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>
                <a:solidFill>
                  <a:srgbClr val="28A745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sum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GB" b="0">
                <a:solidFill>
                  <a:srgbClr val="3B445E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spcAft>
                <a:spcPts val="200"/>
              </a:spcAft>
              <a:buNone/>
            </a:pPr>
            <a:r>
              <a:rPr lang="en-GB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B" b="0">
              <a:solidFill>
                <a:srgbClr val="3B445E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344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38C87-065E-9FA5-E397-610A91423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DB0C95E-375B-3A70-964C-CE3EE7342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0EB80C0-D76B-257B-1F1C-60D43375D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F88B467-2C9F-0FDB-0B73-8CB8C975B20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Solidity Language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D30FD6FE-407A-1E8D-B661-310C2F65A4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DFF79E5-9F22-4497-078D-054F65377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B8415-6A8B-4D47-FCE4-6B61A1C4152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>
                <a:solidFill>
                  <a:srgbClr val="0000FF"/>
                </a:solidFill>
                <a:latin typeface="Consolas" panose="020B0609020204030204" pitchFamily="49" charset="0"/>
              </a:rPr>
              <a:t>pragma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>
                <a:solidFill>
                  <a:srgbClr val="0000FF"/>
                </a:solidFill>
                <a:latin typeface="Consolas" panose="020B0609020204030204" pitchFamily="49" charset="0"/>
              </a:rPr>
              <a:t>solidity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>
                <a:solidFill>
                  <a:srgbClr val="000000"/>
                </a:solidFill>
                <a:latin typeface="Consolas" panose="020B0609020204030204" pitchFamily="49" charset="0"/>
              </a:rPr>
              <a:t>&gt;=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>
                <a:solidFill>
                  <a:srgbClr val="098658"/>
                </a:solidFill>
                <a:latin typeface="Consolas" panose="020B0609020204030204" pitchFamily="49" charset="0"/>
              </a:rPr>
              <a:t>0.4.0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>
                <a:solidFill>
                  <a:srgbClr val="098658"/>
                </a:solidFill>
                <a:latin typeface="Consolas" panose="020B0609020204030204" pitchFamily="49" charset="0"/>
              </a:rPr>
              <a:t>0.9.0</a:t>
            </a:r>
            <a:r>
              <a:rPr lang="en-GB" sz="3400"/>
              <a:t>;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Pragma instruction to declare solidity compiler version to use.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“pragma” and “solidity” are keywords and versions are defined as either strictly (=) or within a compatible range.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>
                <a:solidFill>
                  <a:srgbClr val="0000FF"/>
                </a:solidFill>
                <a:latin typeface="Consolas" panose="020B0609020204030204" pitchFamily="49" charset="0"/>
              </a:rPr>
              <a:t>contract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 err="1">
                <a:solidFill>
                  <a:srgbClr val="3B445E"/>
                </a:solidFill>
                <a:latin typeface="Consolas" panose="020B0609020204030204" pitchFamily="49" charset="0"/>
              </a:rPr>
              <a:t>SumContract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{…}</a:t>
            </a:r>
            <a:endParaRPr lang="en-GB" sz="340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“contract” is a keyword  to declare a Smart Contract, followed by its name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 err="1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>
                <a:solidFill>
                  <a:srgbClr val="32BA89"/>
                </a:solidFill>
                <a:latin typeface="Consolas" panose="020B0609020204030204" pitchFamily="49" charset="0"/>
              </a:rPr>
              <a:t>public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num1</a:t>
            </a:r>
            <a:r>
              <a:rPr lang="en-GB" sz="36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GB" sz="340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These are state variables which are permanently stored in contract storage in Blockchain.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“unit” represents unsigned integer of 256 bits; “public” keyword is access modifier; “num1” is the variable name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60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set</a:t>
            </a:r>
            <a:r>
              <a:rPr lang="en-GB" sz="3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3600" err="1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x</a:t>
            </a:r>
            <a:r>
              <a:rPr lang="en-GB" sz="360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 err="1">
                <a:solidFill>
                  <a:srgbClr val="0000FF"/>
                </a:solidFill>
                <a:latin typeface="Consolas" panose="020B0609020204030204" pitchFamily="49" charset="0"/>
              </a:rPr>
              <a:t>uint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y</a:t>
            </a:r>
            <a:r>
              <a:rPr lang="en-GB" sz="36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sz="3600">
                <a:solidFill>
                  <a:srgbClr val="3B445E"/>
                </a:solidFill>
                <a:latin typeface="Consolas" panose="020B0609020204030204" pitchFamily="49" charset="0"/>
              </a:rPr>
              <a:t> </a:t>
            </a:r>
            <a:r>
              <a:rPr lang="en-GB" sz="3600">
                <a:solidFill>
                  <a:srgbClr val="32BA89"/>
                </a:solidFill>
                <a:latin typeface="Consolas" panose="020B0609020204030204" pitchFamily="49" charset="0"/>
              </a:rPr>
              <a:t>public </a:t>
            </a:r>
            <a:r>
              <a:rPr lang="en-GB" sz="3200">
                <a:solidFill>
                  <a:srgbClr val="3B445E"/>
                </a:solidFill>
                <a:latin typeface="Consolas" panose="020B0609020204030204" pitchFamily="49" charset="0"/>
              </a:rPr>
              <a:t>{…}</a:t>
            </a:r>
            <a:endParaRPr lang="en-GB" sz="340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“function” keyword declares the function, followed by a function name. Function’s input parameters are inside round brackets.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“public” is an access modifier.</a:t>
            </a:r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420018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D4106-56B3-A6F8-E13F-F1D1A4D44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3081CAF-430F-6AE7-EFF6-81C7CEAE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81A7CA2-F7FF-610F-3440-66BC81B6E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1FE74CF-DFFB-9CAF-FE84-C07B749DBD8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Writing your First Contract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C746C6C-F6AB-7666-9EDF-16DA330E8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8363E5A-88E8-CD93-200A-19A5626B9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54634-7BB5-D80D-1A79-4B3556E0103D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First, we will try a bare-metal approach.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Open your Linux terminal and run: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apt update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apt install -y </a:t>
            </a: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nodejs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endParaRPr lang="en-GB" sz="320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mkdir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workspace &amp;&amp; cd workspace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install -g </a:t>
            </a: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solc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ganache-cli web3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Create a new file inside workspace called “</a:t>
            </a:r>
            <a:r>
              <a:rPr lang="en-GB" sz="3400" err="1"/>
              <a:t>sum_contract.sol</a:t>
            </a:r>
            <a:r>
              <a:rPr lang="en-GB" sz="3400"/>
              <a:t>” and create a contract that sums two numbers.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Compile using Solidity Compiler: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solc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--bin --</a:t>
            </a: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abi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sum_contract.sol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-o build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If the compiler is not installed, you can install via: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 err="1">
                <a:latin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GB" sz="3400">
                <a:latin typeface="Cascadia Code" panose="020B0609020000020004" pitchFamily="49" charset="0"/>
                <a:cs typeface="Cascadia Code" panose="020B0609020000020004" pitchFamily="49" charset="0"/>
              </a:rPr>
              <a:t> snap install </a:t>
            </a:r>
            <a:r>
              <a:rPr lang="en-GB" sz="3400" err="1">
                <a:latin typeface="Cascadia Code" panose="020B0609020000020004" pitchFamily="49" charset="0"/>
                <a:cs typeface="Cascadia Code" panose="020B0609020000020004" pitchFamily="49" charset="0"/>
              </a:rPr>
              <a:t>solc</a:t>
            </a:r>
            <a:endParaRPr lang="en-GB" sz="340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400"/>
          </a:p>
        </p:txBody>
      </p:sp>
    </p:spTree>
    <p:extLst>
      <p:ext uri="{BB962C8B-B14F-4D97-AF65-F5344CB8AC3E}">
        <p14:creationId xmlns:p14="http://schemas.microsoft.com/office/powerpoint/2010/main" val="269077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AD677-D64B-413F-FF77-91051810C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990D9D7-2E81-4357-FC35-72ADC70A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EC6ED8C-8383-06AA-09AB-DE434FE7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CCCADE4-952E-D5A3-805F-A3E39D4DB4FC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Writing your First Contract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5AF2587-5740-0C20-0D6F-459C775E5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13E66E6-2A73-8D4C-D475-60082242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A2111-A696-D9F4-3DDE-A93943894ED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Upon successful build, a build directory will be created with an .</a:t>
            </a:r>
            <a:r>
              <a:rPr lang="en-GB" sz="3400" err="1"/>
              <a:t>abi</a:t>
            </a:r>
            <a:r>
              <a:rPr lang="en-GB" sz="3400"/>
              <a:t> file and a .bin file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Now run the Ganache CLI utility: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ganache-cli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The Ganache CLI should launch a local Blockchain at port 8545.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On startup, it will create 10 random accounts with 100ETH in each of them.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DO NOT close this Terminal window and open a new one.</a:t>
            </a:r>
          </a:p>
        </p:txBody>
      </p:sp>
    </p:spTree>
    <p:extLst>
      <p:ext uri="{BB962C8B-B14F-4D97-AF65-F5344CB8AC3E}">
        <p14:creationId xmlns:p14="http://schemas.microsoft.com/office/powerpoint/2010/main" val="1998190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005A7-9DD0-01FD-CB94-84A90736B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B5628AD-9927-D918-00BC-8C71A6808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2F44BF-2E2E-600B-2C06-465AE46A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7C9C074-9E19-9657-F5BB-849489B5296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Writing your First Contract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915DCAC-81F0-F34E-89DB-DA769A4C8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EF3D4ADC-BB48-E7CC-BBFB-FCA5AEBB2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3E6A2-F3D3-4E8F-3D72-719D050810C9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We now need another script to Deploy the smart contract’s ABI and Bytecode.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This script can be written in </a:t>
            </a:r>
            <a:r>
              <a:rPr lang="en-GB" sz="3400" err="1"/>
              <a:t>Javascript</a:t>
            </a:r>
            <a:r>
              <a:rPr lang="en-GB" sz="3400"/>
              <a:t>, Python, or any language that supports Web3 libraries.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We will use </a:t>
            </a:r>
            <a:r>
              <a:rPr lang="en-GB" sz="3400" err="1"/>
              <a:t>Javascript</a:t>
            </a:r>
            <a:r>
              <a:rPr lang="en-GB" sz="3400"/>
              <a:t>. Go to your workspace directory: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cd workspace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init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–y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 err="1">
                <a:latin typeface="Cascadia Code" panose="020B0609020000020004" pitchFamily="49" charset="0"/>
                <a:cs typeface="Cascadia Code" panose="020B0609020000020004" pitchFamily="49" charset="0"/>
              </a:rPr>
              <a:t>npm</a:t>
            </a:r>
            <a:r>
              <a:rPr lang="en-GB" sz="3200">
                <a:latin typeface="Cascadia Code" panose="020B0609020000020004" pitchFamily="49" charset="0"/>
                <a:cs typeface="Cascadia Code" panose="020B0609020000020004" pitchFamily="49" charset="0"/>
              </a:rPr>
              <a:t> install web3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Create a run_contract.js file (copy the script from </a:t>
            </a:r>
            <a:r>
              <a:rPr lang="en-GB" sz="3400" i="1"/>
              <a:t>t.ly/326w_</a:t>
            </a:r>
            <a:r>
              <a:rPr lang="en-GB" sz="3400"/>
              <a:t>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GB" sz="3200"/>
          </a:p>
        </p:txBody>
      </p:sp>
    </p:spTree>
    <p:extLst>
      <p:ext uri="{BB962C8B-B14F-4D97-AF65-F5344CB8AC3E}">
        <p14:creationId xmlns:p14="http://schemas.microsoft.com/office/powerpoint/2010/main" val="133200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55A62-FE30-F108-CFDC-3D19CC02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FA8015D-B4E9-8304-A3D6-AA347B7C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454A13-F8ED-25DD-6B2B-CA2D5CC0C270}"/>
              </a:ext>
            </a:extLst>
          </p:cNvPr>
          <p:cNvSpPr txBox="1"/>
          <p:nvPr/>
        </p:nvSpPr>
        <p:spPr>
          <a:xfrm>
            <a:off x="224492" y="0"/>
            <a:ext cx="11743016" cy="6786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GB" sz="15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Web3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= 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'web3'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import Web3 constructor from web3 package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5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fs'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  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filesystem helper for reading ABI/bytecode files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web3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Web3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'http://127.0.0.1:8545'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connect to local Ethereum node (Ganache)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read contract ABI and bytecode from build artifacts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abi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readFileSync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'./build/</a:t>
            </a:r>
            <a:r>
              <a:rPr lang="en-GB" sz="15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sum_contract.abi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bytecode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readFileSync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'./build/</a:t>
            </a:r>
            <a:r>
              <a:rPr lang="en-GB" sz="1500" b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sum_contract.bin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'utf8'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fetch available accounts from the node (used to sign/send transactions)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web3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eth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getAccounts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get current gas price from the node (Ganache sometimes requires an explicit </a:t>
            </a:r>
            <a:r>
              <a:rPr lang="en-GB" sz="1500" b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gasPrice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gasPrice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web3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eth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getGasPrice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create a Contract abstraction using the ABI (no address yet)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SumContract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web3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eth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Contract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abi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deployment transaction parameters (who pays gas, gas limit, gas price)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instance_obj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from: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5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gas: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1000000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5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gasPrice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deploy the contract (bytecode) and wait for the transaction to be mined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SumContract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deploy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 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data: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'0x'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bytecode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}).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instance_obj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'Deployed at:'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options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transaction parameters for calling state-changing methods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call_obj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from: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accounts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sz="15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gas: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100000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5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gasPrice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send() is used for transactions that modify state (set stores the sum on-chain)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methods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5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call_obj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call() is used for read-only calls that do not create a transaction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await the returned Promise to get the actual value</a:t>
            </a:r>
            <a:endParaRPr lang="en-GB" sz="15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sz="15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500" b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methods</a:t>
            </a:r>
            <a:r>
              <a:rPr lang="en-GB" sz="1500" b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1500" b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5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'7 + 5 ='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15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GB" sz="15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GB" sz="15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01316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AAAE2-AFBB-24CC-30DA-C3ACED9B8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1F26400-7F40-AF9E-AE31-89A3106BD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0BFF2B1-3BA3-A629-F75B-1647ABD46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C341BBF-C745-0EEE-F7AE-819445B900E0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Writing your First Contract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3E3B197A-B2C6-5ECC-D63C-E11E0932F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3CFEC82-C684-B4D0-7983-A177D02F4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75F8-F58C-6D43-6DAF-155E77F9A917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400"/>
              <a:t>Depending on the version of your NodeJS, Web3 library, Ganache CLI, or Solidity compiler, you may run into issues.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Help yourself and debug without using AI.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If the script successfully deployed the contract and called the setter and getter functions in the contract, you might see something like:</a:t>
            </a:r>
            <a:br>
              <a:rPr lang="en-GB" sz="3200"/>
            </a:br>
            <a:r>
              <a:rPr lang="en-GB" sz="3200" b="1"/>
              <a:t>Deployed at: 0xC5c03b361a0013A5ADC83F00E1948f713AE5F1CC</a:t>
            </a:r>
            <a:br>
              <a:rPr lang="en-GB" sz="3200" b="1"/>
            </a:br>
            <a:r>
              <a:rPr lang="en-GB" sz="3200" b="1"/>
              <a:t>7 + 5 = 12n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The output indicates that the contract was deployed on your local node.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3200"/>
              <a:t>Check the updates on the other Terminal (</a:t>
            </a:r>
            <a:r>
              <a:rPr lang="en-GB" sz="3200" err="1"/>
              <a:t>Ganeche</a:t>
            </a:r>
            <a:r>
              <a:rPr lang="en-GB" sz="3200"/>
              <a:t>-CLI) as well.</a:t>
            </a:r>
          </a:p>
        </p:txBody>
      </p:sp>
    </p:spTree>
    <p:extLst>
      <p:ext uri="{BB962C8B-B14F-4D97-AF65-F5344CB8AC3E}">
        <p14:creationId xmlns:p14="http://schemas.microsoft.com/office/powerpoint/2010/main" val="282492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53FDE-01C4-31C9-6840-D06B6D55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E0EFBA7-025F-740A-625E-703D57EFE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971249-3503-E348-73E4-428615A55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10FE282B-A8E5-9667-3952-11D8E2AEBDD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Arial"/>
                <a:cs typeface="Arial"/>
              </a:rPr>
              <a:t>Activity 4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BA2329B-8D3A-D601-AD55-88A265A99C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84EB53B-CEE2-3122-2186-D0E4E6C76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2D59-559F-841E-6F2C-7A803969B81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sz="3400" b="1"/>
              <a:t>Objectives: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Write a Solidity smart contract that allows students to vote to provide Lecture feedback from 3 fixed options: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0 = Unsatisfactory; 1 = No opinion; 2 = Satisfactory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Each address can only vote once.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GB" sz="3400"/>
              <a:t>Users should be able to view the current vote count for any candidate and cast their vote by specifying the option.</a:t>
            </a:r>
          </a:p>
        </p:txBody>
      </p:sp>
    </p:spTree>
    <p:extLst>
      <p:ext uri="{BB962C8B-B14F-4D97-AF65-F5344CB8AC3E}">
        <p14:creationId xmlns:p14="http://schemas.microsoft.com/office/powerpoint/2010/main" val="158158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7</TotalTime>
  <Words>2215</Words>
  <Application>Microsoft Macintosh PowerPoint</Application>
  <PresentationFormat>Widescreen</PresentationFormat>
  <Paragraphs>241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Biome Light</vt:lpstr>
      <vt:lpstr>Calibri</vt:lpstr>
      <vt:lpstr>Calibri Light</vt:lpstr>
      <vt:lpstr>Cambria Math</vt:lpstr>
      <vt:lpstr>Cascadia Code</vt:lpstr>
      <vt:lpstr>Consolas</vt:lpstr>
      <vt:lpstr>Wingdings</vt:lpstr>
      <vt:lpstr>Office Theme</vt:lpstr>
      <vt:lpstr>DECENTRALIZED APPLICATION DEVELOPMENT (119389)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</cp:revision>
  <dcterms:created xsi:type="dcterms:W3CDTF">2022-11-22T20:08:03Z</dcterms:created>
  <dcterms:modified xsi:type="dcterms:W3CDTF">2025-11-08T09:10:32Z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