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03" r:id="rId5"/>
    <p:sldId id="2462" r:id="rId6"/>
    <p:sldId id="2600" r:id="rId7"/>
    <p:sldId id="2649" r:id="rId8"/>
    <p:sldId id="2650" r:id="rId9"/>
    <p:sldId id="2651" r:id="rId10"/>
    <p:sldId id="2653" r:id="rId11"/>
    <p:sldId id="2654" r:id="rId12"/>
    <p:sldId id="2652" r:id="rId13"/>
    <p:sldId id="2655" r:id="rId14"/>
    <p:sldId id="2656" r:id="rId15"/>
    <p:sldId id="2660" r:id="rId16"/>
    <p:sldId id="2661" r:id="rId17"/>
    <p:sldId id="2648" r:id="rId18"/>
    <p:sldId id="2663" r:id="rId19"/>
    <p:sldId id="2664" r:id="rId20"/>
    <p:sldId id="2667" r:id="rId21"/>
    <p:sldId id="2665" r:id="rId22"/>
    <p:sldId id="2666" r:id="rId23"/>
    <p:sldId id="2668" r:id="rId24"/>
    <p:sldId id="2669" r:id="rId25"/>
    <p:sldId id="2670" r:id="rId26"/>
    <p:sldId id="2589" r:id="rId27"/>
    <p:sldId id="243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757"/>
    <a:srgbClr val="01023B"/>
    <a:srgbClr val="898989"/>
    <a:srgbClr val="2F3342"/>
    <a:srgbClr val="A53F52"/>
    <a:srgbClr val="2C2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AAFAF1-8464-9F49-AD93-CE93FEEB42D8}" v="416" dt="2026-01-10T09:08:02.6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0" autoAdjust="0"/>
    <p:restoredTop sz="92778" autoAdjust="0"/>
  </p:normalViewPr>
  <p:slideViewPr>
    <p:cSldViewPr snapToGrid="0">
      <p:cViewPr varScale="1">
        <p:scale>
          <a:sx n="119" d="100"/>
          <a:sy n="119" d="100"/>
        </p:scale>
        <p:origin x="1336" y="480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custSel addSld delSld modSld sldOrd">
      <pc:chgData name="Owais Ahmed" userId="6abc7d4556b3b071" providerId="LiveId" clId="{641304C9-537E-56B8-9D3B-F295291B91EB}" dt="2026-01-10T09:40:01.291" v="7364" actId="20578"/>
      <pc:docMkLst>
        <pc:docMk/>
      </pc:docMkLst>
      <pc:sldChg chg="modSp mod">
        <pc:chgData name="Owais Ahmed" userId="6abc7d4556b3b071" providerId="LiveId" clId="{641304C9-537E-56B8-9D3B-F295291B91EB}" dt="2026-01-10T09:06:09.066" v="6914" actId="20577"/>
        <pc:sldMkLst>
          <pc:docMk/>
          <pc:sldMk cId="1649098948" sldId="2462"/>
        </pc:sldMkLst>
        <pc:spChg chg="mod">
          <ac:chgData name="Owais Ahmed" userId="6abc7d4556b3b071" providerId="LiveId" clId="{641304C9-537E-56B8-9D3B-F295291B91EB}" dt="2026-01-10T09:06:09.066" v="6914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">
        <pc:chgData name="Owais Ahmed" userId="6abc7d4556b3b071" providerId="LiveId" clId="{641304C9-537E-56B8-9D3B-F295291B91EB}" dt="2025-12-20T08:38:23.953" v="3855" actId="20577"/>
        <pc:sldMkLst>
          <pc:docMk/>
          <pc:sldMk cId="1581582830" sldId="2589"/>
        </pc:sldMkLst>
        <pc:spChg chg="mod">
          <ac:chgData name="Owais Ahmed" userId="6abc7d4556b3b071" providerId="LiveId" clId="{641304C9-537E-56B8-9D3B-F295291B91EB}" dt="2025-12-20T08:38:23.953" v="3855" actId="20577"/>
          <ac:spMkLst>
            <pc:docMk/>
            <pc:sldMk cId="1581582830" sldId="2589"/>
            <ac:spMk id="3" creationId="{81D92D59-559F-841E-6F2C-7A803969B811}"/>
          </ac:spMkLst>
        </pc:spChg>
      </pc:sldChg>
      <pc:sldChg chg="modSp modAnim">
        <pc:chgData name="Owais Ahmed" userId="6abc7d4556b3b071" providerId="LiveId" clId="{641304C9-537E-56B8-9D3B-F295291B91EB}" dt="2026-01-10T09:08:02.658" v="7330" actId="20577"/>
        <pc:sldMkLst>
          <pc:docMk/>
          <pc:sldMk cId="4050993620" sldId="2600"/>
        </pc:sldMkLst>
        <pc:spChg chg="mod">
          <ac:chgData name="Owais Ahmed" userId="6abc7d4556b3b071" providerId="LiveId" clId="{641304C9-537E-56B8-9D3B-F295291B91EB}" dt="2026-01-10T09:08:02.658" v="7330" actId="20577"/>
          <ac:spMkLst>
            <pc:docMk/>
            <pc:sldMk cId="4050993620" sldId="2600"/>
            <ac:spMk id="3" creationId="{6AC14122-E486-7AFB-C42F-6774F29A59FE}"/>
          </ac:spMkLst>
        </pc:spChg>
      </pc:sldChg>
      <pc:sldChg chg="modSp del mod">
        <pc:chgData name="Owais Ahmed" userId="6abc7d4556b3b071" providerId="LiveId" clId="{641304C9-537E-56B8-9D3B-F295291B91EB}" dt="2026-01-10T09:08:23.058" v="7331" actId="2696"/>
        <pc:sldMkLst>
          <pc:docMk/>
          <pc:sldMk cId="3709269129" sldId="2634"/>
        </pc:sldMkLst>
      </pc:sldChg>
      <pc:sldChg chg="del modAnim">
        <pc:chgData name="Owais Ahmed" userId="6abc7d4556b3b071" providerId="LiveId" clId="{641304C9-537E-56B8-9D3B-F295291B91EB}" dt="2026-01-10T09:08:23.990" v="7332" actId="2696"/>
        <pc:sldMkLst>
          <pc:docMk/>
          <pc:sldMk cId="1816589911" sldId="2636"/>
        </pc:sldMkLst>
      </pc:sldChg>
      <pc:sldChg chg="del">
        <pc:chgData name="Owais Ahmed" userId="6abc7d4556b3b071" providerId="LiveId" clId="{641304C9-537E-56B8-9D3B-F295291B91EB}" dt="2026-01-10T09:08:24.650" v="7333" actId="2696"/>
        <pc:sldMkLst>
          <pc:docMk/>
          <pc:sldMk cId="3233337332" sldId="2637"/>
        </pc:sldMkLst>
      </pc:sldChg>
      <pc:sldChg chg="del">
        <pc:chgData name="Owais Ahmed" userId="6abc7d4556b3b071" providerId="LiveId" clId="{641304C9-537E-56B8-9D3B-F295291B91EB}" dt="2026-01-10T09:08:26.735" v="7336" actId="2696"/>
        <pc:sldMkLst>
          <pc:docMk/>
          <pc:sldMk cId="1650654194" sldId="2638"/>
        </pc:sldMkLst>
      </pc:sldChg>
      <pc:sldChg chg="del">
        <pc:chgData name="Owais Ahmed" userId="6abc7d4556b3b071" providerId="LiveId" clId="{641304C9-537E-56B8-9D3B-F295291B91EB}" dt="2026-01-10T09:08:25.303" v="7334" actId="2696"/>
        <pc:sldMkLst>
          <pc:docMk/>
          <pc:sldMk cId="4232128182" sldId="2639"/>
        </pc:sldMkLst>
      </pc:sldChg>
      <pc:sldChg chg="del">
        <pc:chgData name="Owais Ahmed" userId="6abc7d4556b3b071" providerId="LiveId" clId="{641304C9-537E-56B8-9D3B-F295291B91EB}" dt="2026-01-10T09:08:27.371" v="7338" actId="2696"/>
        <pc:sldMkLst>
          <pc:docMk/>
          <pc:sldMk cId="1767926836" sldId="2640"/>
        </pc:sldMkLst>
      </pc:sldChg>
      <pc:sldChg chg="del">
        <pc:chgData name="Owais Ahmed" userId="6abc7d4556b3b071" providerId="LiveId" clId="{641304C9-537E-56B8-9D3B-F295291B91EB}" dt="2026-01-10T09:08:27.670" v="7339" actId="2696"/>
        <pc:sldMkLst>
          <pc:docMk/>
          <pc:sldMk cId="1769996673" sldId="2641"/>
        </pc:sldMkLst>
      </pc:sldChg>
      <pc:sldChg chg="del">
        <pc:chgData name="Owais Ahmed" userId="6abc7d4556b3b071" providerId="LiveId" clId="{641304C9-537E-56B8-9D3B-F295291B91EB}" dt="2026-01-10T09:08:28.601" v="7341" actId="2696"/>
        <pc:sldMkLst>
          <pc:docMk/>
          <pc:sldMk cId="4226379735" sldId="2642"/>
        </pc:sldMkLst>
      </pc:sldChg>
      <pc:sldChg chg="modSp del mod">
        <pc:chgData name="Owais Ahmed" userId="6abc7d4556b3b071" providerId="LiveId" clId="{641304C9-537E-56B8-9D3B-F295291B91EB}" dt="2026-01-10T09:08:27.972" v="7340" actId="2696"/>
        <pc:sldMkLst>
          <pc:docMk/>
          <pc:sldMk cId="1707994018" sldId="2643"/>
        </pc:sldMkLst>
      </pc:sldChg>
      <pc:sldChg chg="del">
        <pc:chgData name="Owais Ahmed" userId="6abc7d4556b3b071" providerId="LiveId" clId="{641304C9-537E-56B8-9D3B-F295291B91EB}" dt="2026-01-10T09:08:29.020" v="7342" actId="2696"/>
        <pc:sldMkLst>
          <pc:docMk/>
          <pc:sldMk cId="2782678816" sldId="2644"/>
        </pc:sldMkLst>
      </pc:sldChg>
      <pc:sldChg chg="del">
        <pc:chgData name="Owais Ahmed" userId="6abc7d4556b3b071" providerId="LiveId" clId="{641304C9-537E-56B8-9D3B-F295291B91EB}" dt="2026-01-10T09:08:29.578" v="7343" actId="2696"/>
        <pc:sldMkLst>
          <pc:docMk/>
          <pc:sldMk cId="3119486654" sldId="2645"/>
        </pc:sldMkLst>
      </pc:sldChg>
      <pc:sldChg chg="del">
        <pc:chgData name="Owais Ahmed" userId="6abc7d4556b3b071" providerId="LiveId" clId="{641304C9-537E-56B8-9D3B-F295291B91EB}" dt="2026-01-10T09:08:30.607" v="7345" actId="2696"/>
        <pc:sldMkLst>
          <pc:docMk/>
          <pc:sldMk cId="67590369" sldId="2646"/>
        </pc:sldMkLst>
      </pc:sldChg>
      <pc:sldChg chg="del">
        <pc:chgData name="Owais Ahmed" userId="6abc7d4556b3b071" providerId="LiveId" clId="{641304C9-537E-56B8-9D3B-F295291B91EB}" dt="2026-01-10T09:08:32.319" v="7346" actId="2696"/>
        <pc:sldMkLst>
          <pc:docMk/>
          <pc:sldMk cId="3412152739" sldId="2647"/>
        </pc:sldMkLst>
      </pc:sldChg>
      <pc:sldChg chg="modSp mod ord">
        <pc:chgData name="Owais Ahmed" userId="6abc7d4556b3b071" providerId="LiveId" clId="{641304C9-537E-56B8-9D3B-F295291B91EB}" dt="2026-01-10T09:40:01.291" v="7364" actId="20578"/>
        <pc:sldMkLst>
          <pc:docMk/>
          <pc:sldMk cId="419672218" sldId="2648"/>
        </pc:sldMkLst>
        <pc:spChg chg="mod">
          <ac:chgData name="Owais Ahmed" userId="6abc7d4556b3b071" providerId="LiveId" clId="{641304C9-537E-56B8-9D3B-F295291B91EB}" dt="2026-01-10T09:08:41.496" v="7347" actId="20577"/>
          <ac:spMkLst>
            <pc:docMk/>
            <pc:sldMk cId="419672218" sldId="2648"/>
            <ac:spMk id="215" creationId="{F2DC2191-96DE-1D7E-676A-8BB6139402EC}"/>
          </ac:spMkLst>
        </pc:spChg>
      </pc:sldChg>
      <pc:sldChg chg="modNotesTx">
        <pc:chgData name="Owais Ahmed" userId="6abc7d4556b3b071" providerId="LiveId" clId="{641304C9-537E-56B8-9D3B-F295291B91EB}" dt="2026-01-10T09:12:01.455" v="7363" actId="20577"/>
        <pc:sldMkLst>
          <pc:docMk/>
          <pc:sldMk cId="1489950453" sldId="2654"/>
        </pc:sldMkLst>
      </pc:sldChg>
      <pc:sldChg chg="del">
        <pc:chgData name="Owais Ahmed" userId="6abc7d4556b3b071" providerId="LiveId" clId="{641304C9-537E-56B8-9D3B-F295291B91EB}" dt="2026-01-10T09:08:25.921" v="7335" actId="2696"/>
        <pc:sldMkLst>
          <pc:docMk/>
          <pc:sldMk cId="1763031343" sldId="2657"/>
        </pc:sldMkLst>
      </pc:sldChg>
      <pc:sldChg chg="del">
        <pc:chgData name="Owais Ahmed" userId="6abc7d4556b3b071" providerId="LiveId" clId="{641304C9-537E-56B8-9D3B-F295291B91EB}" dt="2026-01-10T09:08:30.064" v="7344" actId="2696"/>
        <pc:sldMkLst>
          <pc:docMk/>
          <pc:sldMk cId="1671418242" sldId="2658"/>
        </pc:sldMkLst>
      </pc:sldChg>
      <pc:sldChg chg="del">
        <pc:chgData name="Owais Ahmed" userId="6abc7d4556b3b071" providerId="LiveId" clId="{641304C9-537E-56B8-9D3B-F295291B91EB}" dt="2026-01-10T09:08:26.975" v="7337" actId="2696"/>
        <pc:sldMkLst>
          <pc:docMk/>
          <pc:sldMk cId="2415414705" sldId="2659"/>
        </pc:sldMkLst>
      </pc:sldChg>
      <pc:sldChg chg="addSp delSp modSp add del mod ord modAnim">
        <pc:chgData name="Owais Ahmed" userId="6abc7d4556b3b071" providerId="LiveId" clId="{641304C9-537E-56B8-9D3B-F295291B91EB}" dt="2026-01-10T09:05:57.710" v="6913" actId="2696"/>
        <pc:sldMkLst>
          <pc:docMk/>
          <pc:sldMk cId="39676530" sldId="2671"/>
        </pc:sldMkLst>
      </pc:sldChg>
    </pc:docChg>
  </pc:docChgLst>
  <pc:docChgLst>
    <pc:chgData name="Owais Ahmed" userId="6abc7d4556b3b071" providerId="LiveId" clId="{D0A51F83-B713-4A4D-8105-C75936B8E1D2}"/>
    <pc:docChg chg="undo redo custSel addSld delSld modSld sldOrd">
      <pc:chgData name="Owais Ahmed" userId="6abc7d4556b3b071" providerId="LiveId" clId="{D0A51F83-B713-4A4D-8105-C75936B8E1D2}" dt="2026-01-03T06:55:12.962" v="31721" actId="114"/>
      <pc:docMkLst>
        <pc:docMk/>
      </pc:docMkLst>
      <pc:sldChg chg="modSp mod">
        <pc:chgData name="Owais Ahmed" userId="6abc7d4556b3b071" providerId="LiveId" clId="{D0A51F83-B713-4A4D-8105-C75936B8E1D2}" dt="2026-01-02T18:00:42.020" v="26351" actId="6549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6-01-02T18:00:42.020" v="26351" actId="6549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del mod">
        <pc:chgData name="Owais Ahmed" userId="6abc7d4556b3b071" providerId="LiveId" clId="{D0A51F83-B713-4A4D-8105-C75936B8E1D2}" dt="2026-01-03T06:55:12.962" v="31721" actId="114"/>
        <pc:sldMkLst>
          <pc:docMk/>
          <pc:sldMk cId="1581582830" sldId="2589"/>
        </pc:sldMkLst>
        <pc:spChg chg="mod">
          <ac:chgData name="Owais Ahmed" userId="6abc7d4556b3b071" providerId="LiveId" clId="{D0A51F83-B713-4A4D-8105-C75936B8E1D2}" dt="2026-01-03T06:55:12.962" v="31721" actId="114"/>
          <ac:spMkLst>
            <pc:docMk/>
            <pc:sldMk cId="1581582830" sldId="2589"/>
            <ac:spMk id="3" creationId="{81D92D59-559F-841E-6F2C-7A803969B811}"/>
          </ac:spMkLst>
        </pc:spChg>
        <pc:spChg chg="mod">
          <ac:chgData name="Owais Ahmed" userId="6abc7d4556b3b071" providerId="LiveId" clId="{D0A51F83-B713-4A4D-8105-C75936B8E1D2}" dt="2026-01-01T11:53:22.107" v="11102" actId="20577"/>
          <ac:spMkLst>
            <pc:docMk/>
            <pc:sldMk cId="1581582830" sldId="2589"/>
            <ac:spMk id="215" creationId="{10FE282B-A8E5-9667-3952-11D8E2AEBDD3}"/>
          </ac:spMkLst>
        </pc:spChg>
      </pc:sldChg>
      <pc:sldChg chg="modSp mod modAnim">
        <pc:chgData name="Owais Ahmed" userId="6abc7d4556b3b071" providerId="LiveId" clId="{D0A51F83-B713-4A4D-8105-C75936B8E1D2}" dt="2026-01-01T11:54:06.921" v="11190" actId="20577"/>
        <pc:sldMkLst>
          <pc:docMk/>
          <pc:sldMk cId="4050993620" sldId="2600"/>
        </pc:sldMkLst>
        <pc:spChg chg="mod">
          <ac:chgData name="Owais Ahmed" userId="6abc7d4556b3b071" providerId="LiveId" clId="{D0A51F83-B713-4A4D-8105-C75936B8E1D2}" dt="2026-01-01T11:54:06.921" v="11190" actId="20577"/>
          <ac:spMkLst>
            <pc:docMk/>
            <pc:sldMk cId="4050993620" sldId="2600"/>
            <ac:spMk id="3" creationId="{6AC14122-E486-7AFB-C42F-6774F29A59FE}"/>
          </ac:spMkLst>
        </pc:spChg>
      </pc:sldChg>
      <pc:sldChg chg="modSp add mod addAnim delAnim modAnim modNotesTx">
        <pc:chgData name="Owais Ahmed" userId="6abc7d4556b3b071" providerId="LiveId" clId="{D0A51F83-B713-4A4D-8105-C75936B8E1D2}" dt="2026-01-02T18:26:42.812" v="28382" actId="20577"/>
        <pc:sldMkLst>
          <pc:docMk/>
          <pc:sldMk cId="419672218" sldId="2648"/>
        </pc:sldMkLst>
        <pc:spChg chg="mod">
          <ac:chgData name="Owais Ahmed" userId="6abc7d4556b3b071" providerId="LiveId" clId="{D0A51F83-B713-4A4D-8105-C75936B8E1D2}" dt="2026-01-02T18:26:42.812" v="28382" actId="20577"/>
          <ac:spMkLst>
            <pc:docMk/>
            <pc:sldMk cId="419672218" sldId="2648"/>
            <ac:spMk id="3" creationId="{00D74D09-4862-EC6C-FE7C-0B66D3550FAB}"/>
          </ac:spMkLst>
        </pc:spChg>
        <pc:spChg chg="mod">
          <ac:chgData name="Owais Ahmed" userId="6abc7d4556b3b071" providerId="LiveId" clId="{D0A51F83-B713-4A4D-8105-C75936B8E1D2}" dt="2026-01-02T15:18:47.729" v="19457" actId="20577"/>
          <ac:spMkLst>
            <pc:docMk/>
            <pc:sldMk cId="419672218" sldId="2648"/>
            <ac:spMk id="215" creationId="{F2DC2191-96DE-1D7E-676A-8BB6139402EC}"/>
          </ac:spMkLst>
        </pc:spChg>
      </pc:sldChg>
      <pc:sldChg chg="modSp add mod modAnim modNotesTx">
        <pc:chgData name="Owais Ahmed" userId="6abc7d4556b3b071" providerId="LiveId" clId="{D0A51F83-B713-4A4D-8105-C75936B8E1D2}" dt="2026-01-02T16:01:53.209" v="22941"/>
        <pc:sldMkLst>
          <pc:docMk/>
          <pc:sldMk cId="1407404388" sldId="2649"/>
        </pc:sldMkLst>
        <pc:spChg chg="mod">
          <ac:chgData name="Owais Ahmed" userId="6abc7d4556b3b071" providerId="LiveId" clId="{D0A51F83-B713-4A4D-8105-C75936B8E1D2}" dt="2026-01-02T15:42:51.073" v="21338" actId="27636"/>
          <ac:spMkLst>
            <pc:docMk/>
            <pc:sldMk cId="1407404388" sldId="2649"/>
            <ac:spMk id="3" creationId="{C6D2E84B-4B26-3AB7-2A64-7489B6E42944}"/>
          </ac:spMkLst>
        </pc:spChg>
        <pc:spChg chg="mod">
          <ac:chgData name="Owais Ahmed" userId="6abc7d4556b3b071" providerId="LiveId" clId="{D0A51F83-B713-4A4D-8105-C75936B8E1D2}" dt="2026-01-02T16:01:53.209" v="22941"/>
          <ac:spMkLst>
            <pc:docMk/>
            <pc:sldMk cId="1407404388" sldId="2649"/>
            <ac:spMk id="215" creationId="{77443FF9-E9E3-7D9A-0430-435E27CD4932}"/>
          </ac:spMkLst>
        </pc:spChg>
      </pc:sldChg>
      <pc:sldChg chg="modSp add mod modAnim modNotesTx">
        <pc:chgData name="Owais Ahmed" userId="6abc7d4556b3b071" providerId="LiveId" clId="{D0A51F83-B713-4A4D-8105-C75936B8E1D2}" dt="2026-01-02T16:01:50.753" v="22940"/>
        <pc:sldMkLst>
          <pc:docMk/>
          <pc:sldMk cId="2613770063" sldId="2650"/>
        </pc:sldMkLst>
        <pc:spChg chg="mod">
          <ac:chgData name="Owais Ahmed" userId="6abc7d4556b3b071" providerId="LiveId" clId="{D0A51F83-B713-4A4D-8105-C75936B8E1D2}" dt="2026-01-02T15:48:36.424" v="22010" actId="20577"/>
          <ac:spMkLst>
            <pc:docMk/>
            <pc:sldMk cId="2613770063" sldId="2650"/>
            <ac:spMk id="3" creationId="{793005C4-B99B-DA12-E51B-60CD0321320C}"/>
          </ac:spMkLst>
        </pc:spChg>
        <pc:spChg chg="mod">
          <ac:chgData name="Owais Ahmed" userId="6abc7d4556b3b071" providerId="LiveId" clId="{D0A51F83-B713-4A4D-8105-C75936B8E1D2}" dt="2026-01-02T16:01:50.753" v="22940"/>
          <ac:spMkLst>
            <pc:docMk/>
            <pc:sldMk cId="2613770063" sldId="2650"/>
            <ac:spMk id="215" creationId="{CA7EB112-9639-3EB5-49B7-45BC27130796}"/>
          </ac:spMkLst>
        </pc:spChg>
      </pc:sldChg>
      <pc:sldChg chg="modSp add mod modAnim modNotesTx">
        <pc:chgData name="Owais Ahmed" userId="6abc7d4556b3b071" providerId="LiveId" clId="{D0A51F83-B713-4A4D-8105-C75936B8E1D2}" dt="2026-01-02T16:01:44.885" v="22938" actId="20577"/>
        <pc:sldMkLst>
          <pc:docMk/>
          <pc:sldMk cId="633473900" sldId="2651"/>
        </pc:sldMkLst>
        <pc:spChg chg="mod">
          <ac:chgData name="Owais Ahmed" userId="6abc7d4556b3b071" providerId="LiveId" clId="{D0A51F83-B713-4A4D-8105-C75936B8E1D2}" dt="2026-01-02T15:56:48.386" v="22658" actId="14"/>
          <ac:spMkLst>
            <pc:docMk/>
            <pc:sldMk cId="633473900" sldId="2651"/>
            <ac:spMk id="3" creationId="{CD334255-31A6-FA07-ACF7-EE0E251A7F93}"/>
          </ac:spMkLst>
        </pc:spChg>
        <pc:spChg chg="mod">
          <ac:chgData name="Owais Ahmed" userId="6abc7d4556b3b071" providerId="LiveId" clId="{D0A51F83-B713-4A4D-8105-C75936B8E1D2}" dt="2026-01-02T16:01:44.885" v="22938" actId="20577"/>
          <ac:spMkLst>
            <pc:docMk/>
            <pc:sldMk cId="633473900" sldId="2651"/>
            <ac:spMk id="215" creationId="{2AE4949F-E11A-884B-45D5-021DE5928682}"/>
          </ac:spMkLst>
        </pc:spChg>
      </pc:sldChg>
      <pc:sldChg chg="modSp add mod modAnim">
        <pc:chgData name="Owais Ahmed" userId="6abc7d4556b3b071" providerId="LiveId" clId="{D0A51F83-B713-4A4D-8105-C75936B8E1D2}" dt="2026-01-02T16:22:00.396" v="23413" actId="20577"/>
        <pc:sldMkLst>
          <pc:docMk/>
          <pc:sldMk cId="1145645225" sldId="2652"/>
        </pc:sldMkLst>
        <pc:spChg chg="mod">
          <ac:chgData name="Owais Ahmed" userId="6abc7d4556b3b071" providerId="LiveId" clId="{D0A51F83-B713-4A4D-8105-C75936B8E1D2}" dt="2026-01-02T16:22:00.396" v="23413" actId="20577"/>
          <ac:spMkLst>
            <pc:docMk/>
            <pc:sldMk cId="1145645225" sldId="2652"/>
            <ac:spMk id="3" creationId="{38466126-07C4-2705-C3A5-9229CEC9C830}"/>
          </ac:spMkLst>
        </pc:spChg>
        <pc:spChg chg="mod">
          <ac:chgData name="Owais Ahmed" userId="6abc7d4556b3b071" providerId="LiveId" clId="{D0A51F83-B713-4A4D-8105-C75936B8E1D2}" dt="2026-01-02T16:01:48.935" v="22939"/>
          <ac:spMkLst>
            <pc:docMk/>
            <pc:sldMk cId="1145645225" sldId="2652"/>
            <ac:spMk id="215" creationId="{6C713FFD-D1F3-FB53-B400-D80F7F646D4E}"/>
          </ac:spMkLst>
        </pc:spChg>
      </pc:sldChg>
      <pc:sldChg chg="modSp add mod modAnim">
        <pc:chgData name="Owais Ahmed" userId="6abc7d4556b3b071" providerId="LiveId" clId="{D0A51F83-B713-4A4D-8105-C75936B8E1D2}" dt="2026-01-02T17:10:04.228" v="24294" actId="27636"/>
        <pc:sldMkLst>
          <pc:docMk/>
          <pc:sldMk cId="3055043270" sldId="2653"/>
        </pc:sldMkLst>
        <pc:spChg chg="mod">
          <ac:chgData name="Owais Ahmed" userId="6abc7d4556b3b071" providerId="LiveId" clId="{D0A51F83-B713-4A4D-8105-C75936B8E1D2}" dt="2026-01-02T17:10:04.228" v="24294" actId="27636"/>
          <ac:spMkLst>
            <pc:docMk/>
            <pc:sldMk cId="3055043270" sldId="2653"/>
            <ac:spMk id="3" creationId="{7D0945B3-BE4E-CEA0-8CE2-85764C2AB02B}"/>
          </ac:spMkLst>
        </pc:spChg>
      </pc:sldChg>
      <pc:sldChg chg="modSp add mod modAnim modNotesTx">
        <pc:chgData name="Owais Ahmed" userId="6abc7d4556b3b071" providerId="LiveId" clId="{D0A51F83-B713-4A4D-8105-C75936B8E1D2}" dt="2026-01-02T17:17:54.885" v="25199" actId="20577"/>
        <pc:sldMkLst>
          <pc:docMk/>
          <pc:sldMk cId="1489950453" sldId="2654"/>
        </pc:sldMkLst>
        <pc:spChg chg="mod">
          <ac:chgData name="Owais Ahmed" userId="6abc7d4556b3b071" providerId="LiveId" clId="{D0A51F83-B713-4A4D-8105-C75936B8E1D2}" dt="2026-01-02T17:17:24.389" v="25121" actId="20577"/>
          <ac:spMkLst>
            <pc:docMk/>
            <pc:sldMk cId="1489950453" sldId="2654"/>
            <ac:spMk id="3" creationId="{5AEF8315-9215-5710-8083-AEF66429360E}"/>
          </ac:spMkLst>
        </pc:spChg>
      </pc:sldChg>
      <pc:sldChg chg="modSp add mod modAnim">
        <pc:chgData name="Owais Ahmed" userId="6abc7d4556b3b071" providerId="LiveId" clId="{D0A51F83-B713-4A4D-8105-C75936B8E1D2}" dt="2026-01-02T17:25:44.303" v="25767" actId="20577"/>
        <pc:sldMkLst>
          <pc:docMk/>
          <pc:sldMk cId="1879073566" sldId="2655"/>
        </pc:sldMkLst>
        <pc:spChg chg="mod">
          <ac:chgData name="Owais Ahmed" userId="6abc7d4556b3b071" providerId="LiveId" clId="{D0A51F83-B713-4A4D-8105-C75936B8E1D2}" dt="2026-01-02T17:25:44.303" v="25767" actId="20577"/>
          <ac:spMkLst>
            <pc:docMk/>
            <pc:sldMk cId="1879073566" sldId="2655"/>
            <ac:spMk id="3" creationId="{9C2D3532-038C-72A9-D6D9-4B906E8210EC}"/>
          </ac:spMkLst>
        </pc:spChg>
      </pc:sldChg>
      <pc:sldChg chg="modSp add mod modAnim">
        <pc:chgData name="Owais Ahmed" userId="6abc7d4556b3b071" providerId="LiveId" clId="{D0A51F83-B713-4A4D-8105-C75936B8E1D2}" dt="2026-01-02T17:58:32.947" v="26342" actId="20577"/>
        <pc:sldMkLst>
          <pc:docMk/>
          <pc:sldMk cId="162420392" sldId="2656"/>
        </pc:sldMkLst>
        <pc:spChg chg="mod">
          <ac:chgData name="Owais Ahmed" userId="6abc7d4556b3b071" providerId="LiveId" clId="{D0A51F83-B713-4A4D-8105-C75936B8E1D2}" dt="2026-01-02T17:58:32.947" v="26342" actId="20577"/>
          <ac:spMkLst>
            <pc:docMk/>
            <pc:sldMk cId="162420392" sldId="2656"/>
            <ac:spMk id="3" creationId="{ED76F44F-4985-74B8-2E50-00882A55E0B8}"/>
          </ac:spMkLst>
        </pc:spChg>
        <pc:spChg chg="mod">
          <ac:chgData name="Owais Ahmed" userId="6abc7d4556b3b071" providerId="LiveId" clId="{D0A51F83-B713-4A4D-8105-C75936B8E1D2}" dt="2026-01-02T17:27:44.405" v="25781" actId="20577"/>
          <ac:spMkLst>
            <pc:docMk/>
            <pc:sldMk cId="162420392" sldId="2656"/>
            <ac:spMk id="215" creationId="{BDCAD869-5840-30FF-3611-41670439CE97}"/>
          </ac:spMkLst>
        </pc:spChg>
      </pc:sldChg>
      <pc:sldChg chg="modSp add mod modAnim">
        <pc:chgData name="Owais Ahmed" userId="6abc7d4556b3b071" providerId="LiveId" clId="{D0A51F83-B713-4A4D-8105-C75936B8E1D2}" dt="2026-01-02T18:20:04.609" v="27883" actId="20577"/>
        <pc:sldMkLst>
          <pc:docMk/>
          <pc:sldMk cId="3618819008" sldId="2660"/>
        </pc:sldMkLst>
        <pc:spChg chg="mod">
          <ac:chgData name="Owais Ahmed" userId="6abc7d4556b3b071" providerId="LiveId" clId="{D0A51F83-B713-4A4D-8105-C75936B8E1D2}" dt="2026-01-02T18:20:04.609" v="27883" actId="20577"/>
          <ac:spMkLst>
            <pc:docMk/>
            <pc:sldMk cId="3618819008" sldId="2660"/>
            <ac:spMk id="3" creationId="{A5885F3E-0B38-ACDD-DA42-79533BDD4736}"/>
          </ac:spMkLst>
        </pc:spChg>
      </pc:sldChg>
      <pc:sldChg chg="modSp add mod ord modAnim modNotesTx">
        <pc:chgData name="Owais Ahmed" userId="6abc7d4556b3b071" providerId="LiveId" clId="{D0A51F83-B713-4A4D-8105-C75936B8E1D2}" dt="2026-01-02T18:28:38.785" v="28640" actId="20577"/>
        <pc:sldMkLst>
          <pc:docMk/>
          <pc:sldMk cId="2719308784" sldId="2661"/>
        </pc:sldMkLst>
        <pc:spChg chg="mod">
          <ac:chgData name="Owais Ahmed" userId="6abc7d4556b3b071" providerId="LiveId" clId="{D0A51F83-B713-4A4D-8105-C75936B8E1D2}" dt="2026-01-02T18:28:02.259" v="28483" actId="20577"/>
          <ac:spMkLst>
            <pc:docMk/>
            <pc:sldMk cId="2719308784" sldId="2661"/>
            <ac:spMk id="3" creationId="{F349439E-FE76-468E-0018-2896E2760C61}"/>
          </ac:spMkLst>
        </pc:spChg>
      </pc:sldChg>
      <pc:sldChg chg="modSp add mod modAnim">
        <pc:chgData name="Owais Ahmed" userId="6abc7d4556b3b071" providerId="LiveId" clId="{D0A51F83-B713-4A4D-8105-C75936B8E1D2}" dt="2026-01-03T06:02:00.530" v="29401" actId="20577"/>
        <pc:sldMkLst>
          <pc:docMk/>
          <pc:sldMk cId="2162066596" sldId="2663"/>
        </pc:sldMkLst>
        <pc:spChg chg="mod">
          <ac:chgData name="Owais Ahmed" userId="6abc7d4556b3b071" providerId="LiveId" clId="{D0A51F83-B713-4A4D-8105-C75936B8E1D2}" dt="2026-01-03T06:02:00.530" v="29401" actId="20577"/>
          <ac:spMkLst>
            <pc:docMk/>
            <pc:sldMk cId="2162066596" sldId="2663"/>
            <ac:spMk id="3" creationId="{479278F8-5219-7195-B310-3AD239E14C69}"/>
          </ac:spMkLst>
        </pc:spChg>
        <pc:spChg chg="mod">
          <ac:chgData name="Owais Ahmed" userId="6abc7d4556b3b071" providerId="LiveId" clId="{D0A51F83-B713-4A4D-8105-C75936B8E1D2}" dt="2026-01-03T05:58:05.797" v="29147" actId="20577"/>
          <ac:spMkLst>
            <pc:docMk/>
            <pc:sldMk cId="2162066596" sldId="2663"/>
            <ac:spMk id="215" creationId="{FFD893EB-B62E-1C85-6D67-C49B6B014240}"/>
          </ac:spMkLst>
        </pc:spChg>
      </pc:sldChg>
      <pc:sldChg chg="modSp add mod modAnim modNotesTx">
        <pc:chgData name="Owais Ahmed" userId="6abc7d4556b3b071" providerId="LiveId" clId="{D0A51F83-B713-4A4D-8105-C75936B8E1D2}" dt="2026-01-03T06:12:29.859" v="30046" actId="20577"/>
        <pc:sldMkLst>
          <pc:docMk/>
          <pc:sldMk cId="3521859993" sldId="2664"/>
        </pc:sldMkLst>
        <pc:spChg chg="mod">
          <ac:chgData name="Owais Ahmed" userId="6abc7d4556b3b071" providerId="LiveId" clId="{D0A51F83-B713-4A4D-8105-C75936B8E1D2}" dt="2026-01-03T06:12:29.859" v="30046" actId="20577"/>
          <ac:spMkLst>
            <pc:docMk/>
            <pc:sldMk cId="3521859993" sldId="2664"/>
            <ac:spMk id="3" creationId="{74790BF8-ABC3-46BF-B1A7-12E0BAEB3C62}"/>
          </ac:spMkLst>
        </pc:spChg>
        <pc:spChg chg="mod">
          <ac:chgData name="Owais Ahmed" userId="6abc7d4556b3b071" providerId="LiveId" clId="{D0A51F83-B713-4A4D-8105-C75936B8E1D2}" dt="2026-01-03T06:02:07.787" v="29410" actId="20577"/>
          <ac:spMkLst>
            <pc:docMk/>
            <pc:sldMk cId="3521859993" sldId="2664"/>
            <ac:spMk id="215" creationId="{79EBFDE1-C85D-6CEE-00CC-18762019ACBD}"/>
          </ac:spMkLst>
        </pc:spChg>
      </pc:sldChg>
      <pc:sldChg chg="modSp add mod modAnim modNotesTx">
        <pc:chgData name="Owais Ahmed" userId="6abc7d4556b3b071" providerId="LiveId" clId="{D0A51F83-B713-4A4D-8105-C75936B8E1D2}" dt="2026-01-03T06:14:28.626" v="30238" actId="20577"/>
        <pc:sldMkLst>
          <pc:docMk/>
          <pc:sldMk cId="4032175091" sldId="2665"/>
        </pc:sldMkLst>
        <pc:spChg chg="mod">
          <ac:chgData name="Owais Ahmed" userId="6abc7d4556b3b071" providerId="LiveId" clId="{D0A51F83-B713-4A4D-8105-C75936B8E1D2}" dt="2026-01-03T06:14:28.626" v="30238" actId="20577"/>
          <ac:spMkLst>
            <pc:docMk/>
            <pc:sldMk cId="4032175091" sldId="2665"/>
            <ac:spMk id="3" creationId="{161BA22A-1225-6F1E-F3D6-751D16D82115}"/>
          </ac:spMkLst>
        </pc:spChg>
        <pc:spChg chg="mod">
          <ac:chgData name="Owais Ahmed" userId="6abc7d4556b3b071" providerId="LiveId" clId="{D0A51F83-B713-4A4D-8105-C75936B8E1D2}" dt="2026-01-03T06:08:13.487" v="29789" actId="20577"/>
          <ac:spMkLst>
            <pc:docMk/>
            <pc:sldMk cId="4032175091" sldId="2665"/>
            <ac:spMk id="215" creationId="{655E89E4-7BD5-C55A-2E87-C6D61E497B43}"/>
          </ac:spMkLst>
        </pc:spChg>
      </pc:sldChg>
      <pc:sldChg chg="modSp add mod modAnim modNotesTx">
        <pc:chgData name="Owais Ahmed" userId="6abc7d4556b3b071" providerId="LiveId" clId="{D0A51F83-B713-4A4D-8105-C75936B8E1D2}" dt="2026-01-03T06:21:47.454" v="30374" actId="20577"/>
        <pc:sldMkLst>
          <pc:docMk/>
          <pc:sldMk cId="64049986" sldId="2666"/>
        </pc:sldMkLst>
        <pc:spChg chg="mod">
          <ac:chgData name="Owais Ahmed" userId="6abc7d4556b3b071" providerId="LiveId" clId="{D0A51F83-B713-4A4D-8105-C75936B8E1D2}" dt="2026-01-03T06:21:47.454" v="30374" actId="20577"/>
          <ac:spMkLst>
            <pc:docMk/>
            <pc:sldMk cId="64049986" sldId="2666"/>
            <ac:spMk id="3" creationId="{3E99CE74-078D-A4F8-925F-5281171D87EC}"/>
          </ac:spMkLst>
        </pc:spChg>
        <pc:spChg chg="mod">
          <ac:chgData name="Owais Ahmed" userId="6abc7d4556b3b071" providerId="LiveId" clId="{D0A51F83-B713-4A4D-8105-C75936B8E1D2}" dt="2026-01-03T06:15:04.866" v="30248" actId="20577"/>
          <ac:spMkLst>
            <pc:docMk/>
            <pc:sldMk cId="64049986" sldId="2666"/>
            <ac:spMk id="215" creationId="{87858C50-73D1-01EF-7589-41D61F1233EE}"/>
          </ac:spMkLst>
        </pc:spChg>
      </pc:sldChg>
      <pc:sldChg chg="modSp add mod ord modAnim modNotesTx">
        <pc:chgData name="Owais Ahmed" userId="6abc7d4556b3b071" providerId="LiveId" clId="{D0A51F83-B713-4A4D-8105-C75936B8E1D2}" dt="2026-01-03T06:32:55.302" v="30780" actId="20577"/>
        <pc:sldMkLst>
          <pc:docMk/>
          <pc:sldMk cId="3137986615" sldId="2667"/>
        </pc:sldMkLst>
        <pc:spChg chg="mod">
          <ac:chgData name="Owais Ahmed" userId="6abc7d4556b3b071" providerId="LiveId" clId="{D0A51F83-B713-4A4D-8105-C75936B8E1D2}" dt="2026-01-03T06:32:10.704" v="30648" actId="20577"/>
          <ac:spMkLst>
            <pc:docMk/>
            <pc:sldMk cId="3137986615" sldId="2667"/>
            <ac:spMk id="3" creationId="{6559F237-FAE3-8637-D7AD-DB19860820C2}"/>
          </ac:spMkLst>
        </pc:spChg>
        <pc:spChg chg="mod">
          <ac:chgData name="Owais Ahmed" userId="6abc7d4556b3b071" providerId="LiveId" clId="{D0A51F83-B713-4A4D-8105-C75936B8E1D2}" dt="2026-01-03T06:22:51.765" v="30391" actId="20577"/>
          <ac:spMkLst>
            <pc:docMk/>
            <pc:sldMk cId="3137986615" sldId="2667"/>
            <ac:spMk id="215" creationId="{55C11090-E445-68C6-D718-AC96E9BF0AA2}"/>
          </ac:spMkLst>
        </pc:spChg>
      </pc:sldChg>
      <pc:sldChg chg="modSp add mod modAnim modNotesTx">
        <pc:chgData name="Owais Ahmed" userId="6abc7d4556b3b071" providerId="LiveId" clId="{D0A51F83-B713-4A4D-8105-C75936B8E1D2}" dt="2026-01-03T06:36:57.204" v="30919" actId="20577"/>
        <pc:sldMkLst>
          <pc:docMk/>
          <pc:sldMk cId="821147025" sldId="2668"/>
        </pc:sldMkLst>
        <pc:spChg chg="mod">
          <ac:chgData name="Owais Ahmed" userId="6abc7d4556b3b071" providerId="LiveId" clId="{D0A51F83-B713-4A4D-8105-C75936B8E1D2}" dt="2026-01-03T06:36:57.204" v="30919" actId="20577"/>
          <ac:spMkLst>
            <pc:docMk/>
            <pc:sldMk cId="821147025" sldId="2668"/>
            <ac:spMk id="3" creationId="{A9632F4C-84B8-1031-89D2-DDCEE0753F72}"/>
          </ac:spMkLst>
        </pc:spChg>
        <pc:spChg chg="mod">
          <ac:chgData name="Owais Ahmed" userId="6abc7d4556b3b071" providerId="LiveId" clId="{D0A51F83-B713-4A4D-8105-C75936B8E1D2}" dt="2026-01-03T06:30:06.080" v="30634" actId="20577"/>
          <ac:spMkLst>
            <pc:docMk/>
            <pc:sldMk cId="821147025" sldId="2668"/>
            <ac:spMk id="215" creationId="{CA619773-9CCC-BF66-F9EA-46BF2995C756}"/>
          </ac:spMkLst>
        </pc:spChg>
      </pc:sldChg>
      <pc:sldChg chg="modSp add mod modAnim modNotesTx">
        <pc:chgData name="Owais Ahmed" userId="6abc7d4556b3b071" providerId="LiveId" clId="{D0A51F83-B713-4A4D-8105-C75936B8E1D2}" dt="2026-01-03T06:41:33.785" v="31198" actId="6549"/>
        <pc:sldMkLst>
          <pc:docMk/>
          <pc:sldMk cId="2336043632" sldId="2669"/>
        </pc:sldMkLst>
        <pc:spChg chg="mod">
          <ac:chgData name="Owais Ahmed" userId="6abc7d4556b3b071" providerId="LiveId" clId="{D0A51F83-B713-4A4D-8105-C75936B8E1D2}" dt="2026-01-03T06:41:28.518" v="31197" actId="27636"/>
          <ac:spMkLst>
            <pc:docMk/>
            <pc:sldMk cId="2336043632" sldId="2669"/>
            <ac:spMk id="3" creationId="{3EB4753A-F7B1-D122-E163-49967D51A40C}"/>
          </ac:spMkLst>
        </pc:spChg>
        <pc:spChg chg="mod">
          <ac:chgData name="Owais Ahmed" userId="6abc7d4556b3b071" providerId="LiveId" clId="{D0A51F83-B713-4A4D-8105-C75936B8E1D2}" dt="2026-01-03T06:37:25.428" v="30929" actId="20577"/>
          <ac:spMkLst>
            <pc:docMk/>
            <pc:sldMk cId="2336043632" sldId="2669"/>
            <ac:spMk id="215" creationId="{F1F7D1C5-6257-334F-5017-5C92DE7F90CD}"/>
          </ac:spMkLst>
        </pc:spChg>
      </pc:sldChg>
      <pc:sldChg chg="modSp add mod modAnim modNotesTx">
        <pc:chgData name="Owais Ahmed" userId="6abc7d4556b3b071" providerId="LiveId" clId="{D0A51F83-B713-4A4D-8105-C75936B8E1D2}" dt="2026-01-03T06:50:43.995" v="31511" actId="20577"/>
        <pc:sldMkLst>
          <pc:docMk/>
          <pc:sldMk cId="1014630288" sldId="2670"/>
        </pc:sldMkLst>
        <pc:spChg chg="mod">
          <ac:chgData name="Owais Ahmed" userId="6abc7d4556b3b071" providerId="LiveId" clId="{D0A51F83-B713-4A4D-8105-C75936B8E1D2}" dt="2026-01-03T06:50:43.995" v="31511" actId="20577"/>
          <ac:spMkLst>
            <pc:docMk/>
            <pc:sldMk cId="1014630288" sldId="2670"/>
            <ac:spMk id="3" creationId="{F9ACCDE8-1CD5-61B9-2C5F-31A3DFD7F712}"/>
          </ac:spMkLst>
        </pc:spChg>
        <pc:spChg chg="mod">
          <ac:chgData name="Owais Ahmed" userId="6abc7d4556b3b071" providerId="LiveId" clId="{D0A51F83-B713-4A4D-8105-C75936B8E1D2}" dt="2026-01-03T06:46:58.420" v="31217" actId="20577"/>
          <ac:spMkLst>
            <pc:docMk/>
            <pc:sldMk cId="1014630288" sldId="2670"/>
            <ac:spMk id="215" creationId="{43822790-32D1-AB1A-7E4E-BC4495E4147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9DF96-CE9A-9B1D-6A04-0F9307FD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90E95-7439-0945-8E67-3C512DAEF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8709D-F6E8-C71B-E7DE-C63543990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740E6-7441-6831-B8F6-5FA130162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52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34E0E-2033-79CE-610D-189121C00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F2B552-A76D-F405-99D1-22F4584B0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99559-04BC-5494-4E4A-7BBE54289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Funny irony! You might come across some services which claim to automate a process for you to execute MEV attacks. They are mostly scams, so be careful if you choose to become a scammer yourself.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39A61-0708-B55B-BA8D-11199D8BA4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0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852F3-1F15-70FC-89F4-56F36AEB4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6B341A-2D90-1544-8E1F-0DE58B6E4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1412F-0835-868B-E0B4-65431B3BF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9BF7C-FFBA-D6F3-6DBF-17242FBAC1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423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80114-9599-5601-8E0A-9E5EBFDCB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FE977B-2E6B-3A8E-8672-BDD070EB7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AAB75-B5C6-2241-DA66-E4328BE52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74BFA-7A88-9C85-2E33-97AA357ED1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88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48562-CAE3-A908-2C9F-51950B166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C729A-1514-DBB3-CB4E-0BD9A3031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D07CA-95F3-F3AD-4BAC-B7B38840A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77902-23BE-D483-9668-FD4847692F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95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AE659-E23C-697D-939D-E447016FD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F6830-E3C4-3D08-EFF7-E171A4AAA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2AC0F-5931-7961-71A0-64B6CB73C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The malicious </a:t>
            </a:r>
            <a:r>
              <a:rPr lang="en-GB" sz="1200" dirty="0" err="1"/>
              <a:t>arbitage</a:t>
            </a:r>
            <a:r>
              <a:rPr lang="en-GB" sz="1200" dirty="0"/>
              <a:t> is actually exploiting the inefficient sync process.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DEA0D-39E7-1160-9D3C-8A1A0440F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6757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A8A8A-B0E0-551B-ECCE-66945F9A6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2792A0-8CD6-1872-99E8-C183A0FAF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A0366-5E57-9567-89C2-6E9DF161B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220F8-D5E3-2D6A-545F-6A0BC8226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91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60E3C-D414-7EBA-ABEB-34F408C2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51A9D2-52CD-6D61-48FF-3D85E0959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E1C6F-D8D3-E1ED-553B-A26D47EAF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0ED74-38AC-503D-FBC9-9D9C7B7187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040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5F360-7726-FD30-0360-7651F563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03759-EEE1-3B64-DC5D-8956EA660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58809-40F3-2925-D43A-E317FB40B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EB774-652F-2001-F296-A24AA3451F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935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08E3A-D992-17C5-B6F0-5B88AD546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44A782-DD0B-9DB2-BA94-7C9A6864C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C8AB1-E89B-99A3-2E4B-D88C351BB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B71ED-B049-B9C9-7519-8F782640DE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94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112B0-A835-DB39-4B34-82C76CB01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C12540-9C47-1AC5-E2EF-0FC730571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0D7924-6652-5C82-C737-153CBB1D0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Sybil attacks require damage control rather than prevention. Ensure that even after a successful Sybil attack, the system still remains intact.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20DE2-E2A3-AC8A-11EC-69ED173EB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557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118D5-13EB-605C-ACD1-14864F7C6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619AA-9C59-91E1-1A00-977B02FC0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BD9E5-F1EA-7AB2-027B-E28C33A23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dirty="0"/>
              <a:t>In pull transaction design, UX is worse if users forget to withdraw. This is a product problem, not a security one.</a:t>
            </a:r>
          </a:p>
          <a:p>
            <a:pPr marL="228600" indent="-228600">
              <a:buAutoNum type="arabicPeriod"/>
            </a:pPr>
            <a:r>
              <a:rPr lang="en-GB" sz="1200" dirty="0" err="1"/>
              <a:t>Timelocks</a:t>
            </a:r>
            <a:r>
              <a:rPr lang="en-GB" sz="1200" dirty="0"/>
              <a:t> and guardians usually work together.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12916-1F22-68BD-D133-D399003FE8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70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F787B-337B-F17D-0C5A-1A7C4036F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3F8E4-ABF3-9192-F114-E07D04394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F6C4AD-FCC4-14A4-2772-D536F9FD2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50B0C-C0E3-193D-74DB-24F2EE0971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532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6D638-36B2-C016-ACB2-A45365495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FA687-EE3D-EDA7-9AB9-007800CB9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7567D-6B85-1105-D1F7-71A6870BA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Run internal audits before external ones. Do not pay auditors to find obvious bugs. A contract that’s audited by a 3</a:t>
            </a:r>
            <a:r>
              <a:rPr lang="en-GB" sz="1200" baseline="30000" dirty="0"/>
              <a:t>rd</a:t>
            </a:r>
            <a:r>
              <a:rPr lang="en-GB" sz="1200" dirty="0"/>
              <a:t> party has higher credibility.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28315-C2EE-EBAC-69EC-483C984684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808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6D7CA-32D3-F330-DD95-7781DCED7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F3BC76-1AEE-D79D-B618-D120DDDE8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7616BD-AA78-D2CF-0DC8-CACB50E90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Slither is a python-based tool for static analysis. It catches several vulnerabilities.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E11E9-81F6-C77D-6F42-2AE538AE75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839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509F3-D82C-6FC0-5C58-D9DA597AC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4FEF2E-473B-8544-488F-B105FC3B7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CCC55-F328-840A-5F81-9A1F3E2CC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B5F02-9A85-92D0-0645-FE8394AE99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969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C2D54-790F-D695-489F-5C929ECC7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105DA-1E89-77B1-452E-1A9691FE0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BABFE3-F9BA-72AC-16B4-B442964A7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The goal is not realism, but test out extreme cases humans do not think about.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BF5FA-7FFB-637A-CB8C-CA5898A0C4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6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81FFC-F277-2B32-FA57-B4A08FC4F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9C525-52C8-FC92-DB74-27B32702F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6F1851-D5DF-871C-204A-AA27BA8D8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Tools like </a:t>
            </a:r>
            <a:r>
              <a:rPr lang="en-GB" sz="1200" dirty="0" err="1"/>
              <a:t>Mythril</a:t>
            </a:r>
            <a:r>
              <a:rPr lang="en-GB" sz="1200" dirty="0"/>
              <a:t> and Manticore excel at symbolic execution.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B7382-F968-5151-073B-38E1414EE3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8139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2B7F0-FEE6-0C0E-E6D9-F5BCDEAA8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BF4B0D-62D8-43BD-0A95-267941336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CD306A-2232-5CD5-EF93-8281C9ACA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Public bounties are extremely risky but build immense trust if they are left unclaimed.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C0403-5D92-AAF0-24DE-62E6573142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36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4A9C2-E1A3-8A82-54C1-E7246D8AA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6AA54-AEDA-6C6D-B9D7-246E2E56CB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BA709F-BAEF-4DD8-E8CA-34040CD71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4D917-D6CD-393D-E7EE-77364B71C2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454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C8AA2-6004-3DF6-C8DD-59E9CEE4F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1081E-736D-473B-5B92-1A9C46CF7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3C7FC-428E-08B2-36BD-652F06980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1AFFE-6365-08E9-87F1-F3B96111C7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5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uniswap.org/v4-bug-bounty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DECENTRALIZED APPLICATION DEVELOPMENT (119389)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114800" cy="4136198"/>
          </a:xfrm>
        </p:spPr>
        <p:txBody>
          <a:bodyPr/>
          <a:lstStyle/>
          <a:p>
            <a:r>
              <a:rPr lang="en-US" dirty="0"/>
              <a:t>Recap</a:t>
            </a:r>
          </a:p>
          <a:p>
            <a:r>
              <a:rPr lang="en-US" dirty="0"/>
              <a:t>MEVs and Slippage</a:t>
            </a:r>
          </a:p>
          <a:p>
            <a:r>
              <a:rPr lang="en-US" dirty="0"/>
              <a:t>Sybil Attacks</a:t>
            </a:r>
          </a:p>
          <a:p>
            <a:r>
              <a:rPr lang="en-US" dirty="0"/>
              <a:t>Audit and Verification</a:t>
            </a:r>
          </a:p>
          <a:p>
            <a:r>
              <a:rPr lang="en-US" dirty="0"/>
              <a:t>Activity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9D714-8AA7-1031-916E-96C5F8C6C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439F561-221C-4717-5A02-4B68CA6E5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F597EE9-8CA1-A2AC-BCE4-37EEEA2FD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ADDF1F-53BF-BF04-6755-3D4B0474A43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Recap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8D9EEC2-B0E5-971B-2F7B-F18A179C9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64937B0-3EF6-3D49-3904-B52382123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14122-E486-7AFB-C42F-6774F29A59F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understood what a </a:t>
            </a:r>
            <a:r>
              <a:rPr lang="en-GB" sz="3400" dirty="0" err="1"/>
              <a:t>trustless</a:t>
            </a:r>
            <a:r>
              <a:rPr lang="en-GB" sz="3400" dirty="0"/>
              <a:t> system means and the thought behind designing them.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studied several attacks around smart contracts.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looked into some key real attacks in the world of Blockchains.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Today, we expand and discuss what MEV and slippage is. We will cover Sybil attacks.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will look at some of the techniques to mitigate threats.</a:t>
            </a:r>
          </a:p>
        </p:txBody>
      </p:sp>
    </p:spTree>
    <p:extLst>
      <p:ext uri="{BB962C8B-B14F-4D97-AF65-F5344CB8AC3E}">
        <p14:creationId xmlns:p14="http://schemas.microsoft.com/office/powerpoint/2010/main" val="405099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0AB46-7028-30F1-2E03-F2265BFD5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AA566E3-70C9-1F38-F9B6-0F2E6219E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90C13C9-4F1B-52AF-5001-E713FF89C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7443FF9-E9E3-7D9A-0430-435E27CD493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MEVs and Slippage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DDDBF3A-1A4D-80FB-214C-2BA9C9E7B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73ADA29-E7B4-2EF8-5076-009980770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2E84B-4B26-3AB7-2A64-7489B6E42944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Maximum (or </a:t>
            </a:r>
            <a:r>
              <a:rPr lang="en-GB" sz="3600" i="1" dirty="0"/>
              <a:t>Miner</a:t>
            </a:r>
            <a:r>
              <a:rPr lang="en-GB" sz="3600" dirty="0"/>
              <a:t> in PoW) Extractable Value (MEV) attacks exist mainly in DEXs because </a:t>
            </a:r>
            <a:r>
              <a:rPr lang="en-GB" sz="3600" dirty="0" err="1"/>
              <a:t>MemPools</a:t>
            </a:r>
            <a:r>
              <a:rPr lang="en-GB" sz="3600" dirty="0"/>
              <a:t> are public.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Traders, Miners, Bots, Validators try to rearrange transactions in </a:t>
            </a:r>
            <a:r>
              <a:rPr lang="en-GB" sz="3600" dirty="0" err="1"/>
              <a:t>MemPool</a:t>
            </a:r>
            <a:r>
              <a:rPr lang="en-GB" sz="3600" dirty="0"/>
              <a:t> to make maximum profits.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Validators prefer validating transactions offering higher fees first.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Traders prefer paying lower fees.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Miners prefer creating new blocks faster than other </a:t>
            </a:r>
            <a:r>
              <a:rPr lang="en-GB" sz="3400" dirty="0" err="1"/>
              <a:t>Omers</a:t>
            </a:r>
            <a:r>
              <a:rPr lang="en-GB" sz="3400" dirty="0"/>
              <a:t>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Bots are fast automated processes launched by attackers.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MEV per se isn’t something negative. There are some negative uses of it.</a:t>
            </a:r>
          </a:p>
        </p:txBody>
      </p:sp>
    </p:spTree>
    <p:extLst>
      <p:ext uri="{BB962C8B-B14F-4D97-AF65-F5344CB8AC3E}">
        <p14:creationId xmlns:p14="http://schemas.microsoft.com/office/powerpoint/2010/main" val="140740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43CEE-5636-184F-B475-55A6D79D0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6CE7303-4911-358A-C0AC-EA78BDFC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6635463-FE31-3C16-F710-D1C4B318A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A7EB112-9639-3EB5-49B7-45BC2713079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MEVs and Slippage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B0F94D5-960C-40AB-8EF5-DEF9805C3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ECA092C-626A-EFFE-5D12-D8020663A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005C4-B99B-DA12-E51B-60CD0321320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Front-running: it’s like peeking into bids in a secret auction to gain advantage.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You submit a trade/swap transaction for profit.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An attack bot reads your gas fee and submits exactly similar transaction with slightly more fee.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attack bot takes a chunk of your profit.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That’s because on your transaction’s turn, AMM’s will have moved the prices.</a:t>
            </a:r>
          </a:p>
        </p:txBody>
      </p:sp>
    </p:spTree>
    <p:extLst>
      <p:ext uri="{BB962C8B-B14F-4D97-AF65-F5344CB8AC3E}">
        <p14:creationId xmlns:p14="http://schemas.microsoft.com/office/powerpoint/2010/main" val="261377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7829F-79DE-7B9E-DFE5-334FAB1EA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FE95503-6381-9312-CEAF-2838C1CC8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0A10EEE-A0FA-7DFE-B0E9-510D8891F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AE4949F-E11A-884B-45D5-021DE592868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MEVs and Slippage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F29C4FA-DFFB-E98C-9FA4-16AE43FA7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22B62C-D7E2-4229-A6ED-444F3C89C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34255-31A6-FA07-ACF7-EE0E251A7F9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Back-running: reverse of front-running.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You submit a trade/swap transaction for profit.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An attack bot silently takes notes of trade.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Then immediately places a trade to take advantage of price movement.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This is successful if people hold an asset to sell right after prices move up after a big trade. The bot ruins their party.</a:t>
            </a:r>
          </a:p>
        </p:txBody>
      </p:sp>
    </p:spTree>
    <p:extLst>
      <p:ext uri="{BB962C8B-B14F-4D97-AF65-F5344CB8AC3E}">
        <p14:creationId xmlns:p14="http://schemas.microsoft.com/office/powerpoint/2010/main" val="633473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3EDBB-B84D-4419-23FB-C6C9A3B9F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0512FF2-39A6-3997-1E4B-EF0AF13CC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1513A9F-3B84-54E9-CE7F-0503603B0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AE9C467-A42C-A0A5-E7B8-2CD000381505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MEVs and Slippage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6CB6C83-4248-01CB-6E83-EE0175B27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F5DF96E-FB6D-AB92-65D7-A3A0D1E8B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945B3-BE4E-CEA0-8CE2-85764C2AB02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Sandwich attack: combination of front and back running.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You submit a trade/swap transaction for profit.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An attack bot submits two transactions.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first one before yours replicates your transaction with higher fee.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second one after yours that will sell the assets back for higher profits.</a:t>
            </a:r>
          </a:p>
        </p:txBody>
      </p:sp>
    </p:spTree>
    <p:extLst>
      <p:ext uri="{BB962C8B-B14F-4D97-AF65-F5344CB8AC3E}">
        <p14:creationId xmlns:p14="http://schemas.microsoft.com/office/powerpoint/2010/main" val="305504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1BCC0-3D08-E944-0ED8-C780ABA1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02E5E69-2951-0F36-CE79-36E98BDE7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9E34C76-7BA5-D2BD-B98B-4ACDD0AD9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00B462B-5DEB-6FC5-D10D-2DB7A0217B4B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MEVs and Slippage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00ECB4E-B081-3144-05F0-F8522719A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CE4BB51-07D6-514E-1A5C-2BD6FC4BE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F8315-9215-5710-8083-AEF66429360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Healthy Arbitrage: not an attack. It is like buying a phone in bulk when the stock is full and selling when it’s low.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Malicious Arbitrage: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bot scan two or more exchanges for prices of an asset.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bot waits until price sync is delayed between any two exchanges.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If there’s more than marginal difference in price, the bot buys the asset from cheaper exchange.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As the price is synchronized, the assets are sold again.</a:t>
            </a:r>
          </a:p>
        </p:txBody>
      </p:sp>
    </p:spTree>
    <p:extLst>
      <p:ext uri="{BB962C8B-B14F-4D97-AF65-F5344CB8AC3E}">
        <p14:creationId xmlns:p14="http://schemas.microsoft.com/office/powerpoint/2010/main" val="148995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91862-66CC-59BB-DDF6-AB91C9A29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7B7C288-CCCD-3244-F810-4DD13381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61FD144-0248-6E1F-29C1-64673ACC1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C713FFD-D1F3-FB53-B400-D80F7F646D4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MEVs and Slippage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EBF3105-F409-1AB1-2666-5B151C1A3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BB8ABC8-943C-199A-56A0-01BA5724B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66126-07C4-2705-C3A5-9229CEC9C83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These attacks cannot be prevented but mitigated limiting </a:t>
            </a:r>
            <a:r>
              <a:rPr lang="en-GB" sz="3600" i="1" dirty="0"/>
              <a:t>Slippage</a:t>
            </a:r>
            <a:r>
              <a:rPr lang="en-GB" sz="3600" dirty="0"/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Slippage is the difference between actual and expected price after a transaction.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Setting up slippage to 1% means your transaction will not run if that difference is above 1%.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It’s best to keep slippage very low on stable assets, but slightly higher for volatile ones. Can you guess why?</a:t>
            </a:r>
          </a:p>
        </p:txBody>
      </p:sp>
    </p:spTree>
    <p:extLst>
      <p:ext uri="{BB962C8B-B14F-4D97-AF65-F5344CB8AC3E}">
        <p14:creationId xmlns:p14="http://schemas.microsoft.com/office/powerpoint/2010/main" val="114564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38F1E-AA87-41DB-49F0-3D5ABBC24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208EF8D-583F-E602-A742-0BBC23EDE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7A33E20-ED1D-F372-EABA-600A01C48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40447D3-D5D7-3E90-96CD-EC756D117F6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MEVs and Slippage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F8C04BA-10CF-AA81-1AC2-2BE2CC371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5698D6C-66B1-B370-259E-FC324FA6F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D3532-038C-72A9-D6D9-4B906E8210E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Some blockchains implemented various counter measures: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Using TWAP instead of Spot prices.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Private </a:t>
            </a:r>
            <a:r>
              <a:rPr lang="en-GB" sz="3400" dirty="0" err="1"/>
              <a:t>MemPool</a:t>
            </a:r>
            <a:r>
              <a:rPr lang="en-GB" sz="3400" dirty="0"/>
              <a:t>: stops bots, but validators can still extract MEV.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FIFO model: limits the chances of changing the transaction order.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Randomizer: reordering transactions randomly. However, this may also cause harm to legitimate users.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Auctioning: allows traders and bots to win a bid transparently and submit transactions to validators.</a:t>
            </a:r>
          </a:p>
        </p:txBody>
      </p:sp>
    </p:spTree>
    <p:extLst>
      <p:ext uri="{BB962C8B-B14F-4D97-AF65-F5344CB8AC3E}">
        <p14:creationId xmlns:p14="http://schemas.microsoft.com/office/powerpoint/2010/main" val="187907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1DC14-7DC8-42A6-1BCA-DDDB74A29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F70A6F8-D982-45D7-A710-C82CA0754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C412765-FD07-D663-C3C5-DC1CAB5C3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DCAD869-5840-30FF-3611-41670439CE9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Sybil Attacks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FE8551-F435-E87B-8330-C29CF3C9B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63E52538-969C-E247-482B-4BECD9440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6F44F-4985-74B8-2E50-00882A55E0B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Sybil Attack happens when one person creates several identities.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Creating new addresses is free; an attacker can create hundreds of accounts.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These identities can gain disproportionate influence in voting, governance, airdrops, etc.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Successful Sybil attacks can drain contracts, manipulate markets, disrupt exchanges, and more.</a:t>
            </a:r>
          </a:p>
        </p:txBody>
      </p:sp>
    </p:spTree>
    <p:extLst>
      <p:ext uri="{BB962C8B-B14F-4D97-AF65-F5344CB8AC3E}">
        <p14:creationId xmlns:p14="http://schemas.microsoft.com/office/powerpoint/2010/main" val="16242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E54DD-D2D8-75F6-8F96-908D8E707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CB1984E-F0FB-520F-D0DA-86050CB68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7B243B5-7D76-69E6-1777-3897A64A2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F14324F-7D97-CE57-9C2D-9A57682B6F5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Sybil Attacks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AD4FF9F-CC5B-4057-C523-8A6714A26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5EF15BD-41F3-1365-C3EF-86B39AE76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85F3E-0B38-ACDD-DA42-79533BDD4736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The famous Ronin Bridge Hack was a Sybil Attack.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Axie’s Infinity Ronin validators were controlled by too few entities.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The attacker compromised enough validator keys to approve fake withdrawals.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Over $600M lost.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600" dirty="0"/>
              <a:t>Lessons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M of N is useless if N is small.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Governance failures are as damaging as bugs.</a:t>
            </a:r>
          </a:p>
        </p:txBody>
      </p:sp>
    </p:spTree>
    <p:extLst>
      <p:ext uri="{BB962C8B-B14F-4D97-AF65-F5344CB8AC3E}">
        <p14:creationId xmlns:p14="http://schemas.microsoft.com/office/powerpoint/2010/main" val="361881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F56C8-B8B5-25A6-C426-C8156F4B2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1FD93C5-E600-3E34-2AA7-01AD741E3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F3D8D74-F330-8E90-08D5-CD571A684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89AF19D-0B52-EDCF-63A4-0B434BDD29A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Sybil Attacks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C70C0A8-4906-F077-0F5F-6B3AA0DC5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3AFF48F-1FD0-BC1A-3886-AFF222361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9439E-FE76-468E-0018-2896E2760C6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Sybil Attack can be mitigated through various strategies: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Imposing cost to new identities.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Applying rate limiting and hard caps per time window.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Applying pull-based transactions so that the attacker bears the cost of transaction initiation.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Enforce KYC to make it significantly hard to create fake IDs.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Combine cost + delays + KYC + monitoring + circuit breakers + </a:t>
            </a:r>
            <a:r>
              <a:rPr lang="en-GB" sz="3600" dirty="0" err="1"/>
              <a:t>timelocks</a:t>
            </a:r>
            <a:r>
              <a:rPr lang="en-GB" sz="3600" dirty="0"/>
              <a:t> + guardians for strong systems (but still expect successful attacks)</a:t>
            </a:r>
          </a:p>
        </p:txBody>
      </p:sp>
    </p:spTree>
    <p:extLst>
      <p:ext uri="{BB962C8B-B14F-4D97-AF65-F5344CB8AC3E}">
        <p14:creationId xmlns:p14="http://schemas.microsoft.com/office/powerpoint/2010/main" val="2719308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210BB-5441-0EE4-60DB-EA7EA18AE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7EFAF76-73D4-86A0-693F-DB36B3715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4515211-14A7-E362-F828-44894EFCD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2DC2191-96DE-1D7E-676A-8BB6139402E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Safeguards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4CAF959-5DE1-1E30-4F0C-8477162E7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81B3BEB-9C42-439D-0CE9-5DC78ACE3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74D09-4862-EC6C-FE7C-0B66D3550FA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Most of the security threats can be fixed using best programming practices.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Push vs Pull transfers: push is immediate, automatic and prone to bulk execution while pull is user-initiated.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 err="1"/>
              <a:t>Timelocks</a:t>
            </a:r>
            <a:r>
              <a:rPr lang="en-GB" sz="3600" dirty="0"/>
              <a:t>: contract queues sensitive actions like upgrades or fund movement. Actions execute after certain delay enforced by code.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Guardians: emergency addresses which can pause contracts, cancel queued actions or extend delays.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Circuit breakers: contract enforces bounds on sensitive variables like price movement and withdrawal amount. Execution is halted, slowed, or partially disabled if the operation exceeds defined thresholds.</a:t>
            </a:r>
          </a:p>
        </p:txBody>
      </p:sp>
    </p:spTree>
    <p:extLst>
      <p:ext uri="{BB962C8B-B14F-4D97-AF65-F5344CB8AC3E}">
        <p14:creationId xmlns:p14="http://schemas.microsoft.com/office/powerpoint/2010/main" val="419672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6AE6C-1D05-563E-7F7B-0B30B921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5E42F5B-D0E4-1E42-F815-311BCBF36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8835CB5-A81A-D252-A670-2BF2AC58D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FD893EB-B62E-1C85-6D67-C49B6B01424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Audit and Verification – Internal Audit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63F8A7-2433-BFDC-FFD1-8E8FA3C2F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4F66398-C08E-85C1-F387-A13011B30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278F8-5219-7195-B310-3AD239E14C69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Internal Audit is a continuous activity, especially during development.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Reviewers already understand the intent, architecture, and constraints.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Best at catching logic mismatches between what the protocol’s expected behaviour and actual behaviour.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Their weakness is familiarity. Teams tend to share blind spots and assumptions.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Internal audit almost is always limited to </a:t>
            </a:r>
            <a:r>
              <a:rPr lang="en-GB" sz="3600" dirty="0" err="1"/>
              <a:t>Testnets</a:t>
            </a:r>
            <a:r>
              <a:rPr lang="en-GB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206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DACBE-DE8D-095D-5BE3-1626257D3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EC87AED-F9C2-E41D-FB0B-79BE1161C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F6F8F2B-5472-5037-BB9E-A853D6D8C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9EBFDE1-C85D-6CEE-00CC-18762019ACB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Audit and Verification – External Audit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72A5880-D0FB-F2AB-3A88-6E9B78638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C9428C3-3592-38CD-105A-51A2A792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90BF8-ABC3-46BF-B1A7-12E0BAEB3C6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External Audit is true audit in which an external entity examines all layers from architecture to code without assuming or trusting anything.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Protocols are tried against historical exploits across the ecosystem.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They provide credibility to users and integrators.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Process: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Code is frozen or scoped to a specific commit.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Manual review is combined with automated tooling.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Findings are ranked by severity and exploitability.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Fixes are proposed but correctness of fixes is still the team’s responsibility.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External Audits suffer from context unawareness issues if the contracts are not well-documented.</a:t>
            </a:r>
          </a:p>
        </p:txBody>
      </p:sp>
    </p:spTree>
    <p:extLst>
      <p:ext uri="{BB962C8B-B14F-4D97-AF65-F5344CB8AC3E}">
        <p14:creationId xmlns:p14="http://schemas.microsoft.com/office/powerpoint/2010/main" val="352185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E2704-F36D-9A40-E7DD-ADF15B91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2581A33-55BA-A497-8F85-853FD7B82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7C28751-67A3-CB42-5F58-65FA80EEA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5C11090-E445-68C6-D718-AC96E9BF0AA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Audit and Verification – Static Analysis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6A14A8F-379D-08F5-E986-C72658D1C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D372D0B-276E-E4EF-599D-AF9FDC826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9F237-FAE3-8637-D7AD-DB19860820C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Static Analysis evaluates code without executing.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The Analyzer parses the code into an abstract syntax tree and control flow graph.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Then applies a large set of detectors that look for known vulnerability patterns.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It flags suspicious constructs with context and file locations.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The output is a list of warnings, similar to code linting.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Such analysis is already provided by Remix IDE, e.g.: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Finding unprotected functions, incorrect visibility, and unused modifiers.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Highlighting dangerous uses of </a:t>
            </a:r>
            <a:r>
              <a:rPr lang="en-GB" sz="3000" dirty="0" err="1"/>
              <a:t>delegatecall</a:t>
            </a:r>
            <a:r>
              <a:rPr lang="en-GB" sz="3000" dirty="0"/>
              <a:t>, </a:t>
            </a:r>
            <a:r>
              <a:rPr lang="en-GB" sz="3000" dirty="0" err="1"/>
              <a:t>tx.origin</a:t>
            </a:r>
            <a:r>
              <a:rPr lang="en-GB" sz="3000" dirty="0"/>
              <a:t>, </a:t>
            </a:r>
            <a:r>
              <a:rPr lang="en-GB" sz="3000" dirty="0" err="1"/>
              <a:t>selfdestruct</a:t>
            </a:r>
            <a:r>
              <a:rPr lang="en-GB" sz="3000" dirty="0"/>
              <a:t>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Catching uninitialized storage variables and shadowed variables.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Surfacing code complexity and inheritance hazards that humans miss.</a:t>
            </a:r>
          </a:p>
        </p:txBody>
      </p:sp>
    </p:spTree>
    <p:extLst>
      <p:ext uri="{BB962C8B-B14F-4D97-AF65-F5344CB8AC3E}">
        <p14:creationId xmlns:p14="http://schemas.microsoft.com/office/powerpoint/2010/main" val="313798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27C42-2D35-1FFE-14B7-2D2DD5E8B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EAEDE61-0C05-380D-CBAF-B036DF822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099E149-801B-EF6E-3A49-0C00C40F3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55E89E4-7BD5-C55A-2E87-C6D61E497B4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Audit and Verification – Testing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57FB0D1-B65A-4474-1905-8EE9DBF3C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BF34E0F-5971-8F12-E6AE-BEE77097E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A22A-1225-6F1E-F3D6-751D16D82115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Unit tests verify functions with known inputs and expected outputs.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They are deterministic, readable, and fast.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Property tests validate general rules (especially financial) that should hold across the board.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Instead of checking exact outputs, they check relationships, like balances never decrease incorrectly or total supply remains conserved.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Test environments simulate the EVM with predictable state.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Contracts are deployed fresh for each test or test suite.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State is mutated deliberately and checked after every step.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These tests are hard to write to counter most of the market manipulation attacks – that we covered earlier slides.</a:t>
            </a:r>
          </a:p>
        </p:txBody>
      </p:sp>
    </p:spTree>
    <p:extLst>
      <p:ext uri="{BB962C8B-B14F-4D97-AF65-F5344CB8AC3E}">
        <p14:creationId xmlns:p14="http://schemas.microsoft.com/office/powerpoint/2010/main" val="4032175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AA06E-5A40-EB24-550E-3CE71A3F5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AB557B7-D892-DE1C-FD9F-96BB7781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EE8F3D3-A827-FF68-610E-871AEA04A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7858C50-73D1-01EF-7589-41D61F1233E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Audit and Verification – Fuzzing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FF03F39-5CD8-6DB1-9050-A35426397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C1E5465-BE02-A59E-7A35-A01725683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9CE74-078D-A4F8-925F-5281171D87E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Fuzzing is automated adversarial testing. The tool generates large volumes of random inputs and tries to break your assumptions.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Echidna fuzzing: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You write invariant functions directly in Solidity.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Echidna treats your contract as hostile and calls it in arbitrary ways.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It is very good at finding </a:t>
            </a:r>
            <a:r>
              <a:rPr lang="en-GB" sz="3200" dirty="0" err="1"/>
              <a:t>Reentrancy</a:t>
            </a:r>
            <a:r>
              <a:rPr lang="en-GB" sz="3200" dirty="0"/>
              <a:t>, state desynchronization, and authorization bugs.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Foundry fuzzing: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You write normal tests but allow inputs to vary randomly.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It shines at finding edge cases in arithmetic and access control.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It is less powerful than Echidna for long multi-step attack sequences.</a:t>
            </a:r>
          </a:p>
        </p:txBody>
      </p:sp>
    </p:spTree>
    <p:extLst>
      <p:ext uri="{BB962C8B-B14F-4D97-AF65-F5344CB8AC3E}">
        <p14:creationId xmlns:p14="http://schemas.microsoft.com/office/powerpoint/2010/main" val="6404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265CF-6B94-6C9A-E4C1-C27DBB2A2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99ED989-EF1B-2ABB-C04B-92E81C4BB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E3C62FA-BF9B-694E-F0AF-E2906EBFC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A619773-9CCC-BF66-F9EA-46BF2995C75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Audit and Verification – Symbolic Execution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8BCE72F-DA20-CFEB-97DE-EBE0942EF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22DB7AB-C511-A726-024E-7412FE997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32F4C-84B8-1031-89D2-DDCEE0753F7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Symbolic execution is an exhaustive technique that explores all possible execution paths of a contract by treating inputs as symbols rather than concrete values.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Instead of running the code once with specific inputs, the engine asks what inputs could exist that would cause this branch to execute or this assertion to fail.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Inputs like </a:t>
            </a:r>
            <a:r>
              <a:rPr lang="en-GB" sz="3400" dirty="0" err="1"/>
              <a:t>msg.sender</a:t>
            </a:r>
            <a:r>
              <a:rPr lang="en-GB" sz="3400" dirty="0"/>
              <a:t>, </a:t>
            </a:r>
            <a:r>
              <a:rPr lang="en-GB" sz="3400" dirty="0" err="1"/>
              <a:t>calldata</a:t>
            </a:r>
            <a:r>
              <a:rPr lang="en-GB" sz="3400" dirty="0"/>
              <a:t>, and storage values are modelled as symbolic variables.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engine walks through the contract bytecode, branching whenever a condition is encountered.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For each branch, it accumulates constraints that must be satisfied for that path to be reachable.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If it finds a path that violates a safety property, it produces a concrete exploit which is a real transaction that can break the contract.</a:t>
            </a:r>
          </a:p>
        </p:txBody>
      </p:sp>
    </p:spTree>
    <p:extLst>
      <p:ext uri="{BB962C8B-B14F-4D97-AF65-F5344CB8AC3E}">
        <p14:creationId xmlns:p14="http://schemas.microsoft.com/office/powerpoint/2010/main" val="821147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12D1A-C380-BF75-7B14-6DBDD486A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6560270-B88B-6CB9-97F4-FCC471B91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427AA88-3EE1-44E9-6306-89AF2266C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1F7D1C5-6257-334F-5017-5C92DE7F90C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Audit and Verification – Bounties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45CA1F3-0879-1F30-71F7-64A8E69D6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D4FAE90-7B12-3A72-DD0A-D93A5864C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4753A-F7B1-D122-E163-49967D51A40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standing invitation to the world to attack your system in exchange for money.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bounty scope defines what is fair game and what is out of bounds. Without scope, bounties suffer legal risk.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Researchers independently </a:t>
            </a:r>
            <a:r>
              <a:rPr lang="en-GB" sz="3400" dirty="0" err="1"/>
              <a:t>analyze</a:t>
            </a:r>
            <a:r>
              <a:rPr lang="en-GB" sz="3400" dirty="0"/>
              <a:t> the system and find exploitable vulnerabilities.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Valid reports are disclosed privately, fixed, and rewarded based on impact.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Unlike audit, the bounty stays live as code evolves.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400" i="1" dirty="0"/>
              <a:t>Read about </a:t>
            </a:r>
            <a:r>
              <a:rPr lang="en-GB" sz="3600" i="1" dirty="0">
                <a:hlinkClick r:id="rId3"/>
              </a:rPr>
              <a:t>$15.5M Uniswap v4 Bounty: The Largest in History</a:t>
            </a:r>
            <a:r>
              <a:rPr lang="en-GB" sz="3600" i="1" dirty="0"/>
              <a:t> (https://blog.uniswap.org/v4-bug-bounty)</a:t>
            </a:r>
            <a:endParaRPr lang="en-GB" sz="3400" i="1" dirty="0"/>
          </a:p>
        </p:txBody>
      </p:sp>
    </p:spTree>
    <p:extLst>
      <p:ext uri="{BB962C8B-B14F-4D97-AF65-F5344CB8AC3E}">
        <p14:creationId xmlns:p14="http://schemas.microsoft.com/office/powerpoint/2010/main" val="233604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70E97-18A0-29ED-419F-EEE2BB6ED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EB03361-8056-FDFC-3AFC-331F918B4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474215C-D0B5-E8A9-57CA-AC238A8E6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3822790-32D1-AB1A-7E4E-BC4495E4147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Audit and Verification – Kill-switch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BF5928C-859E-5F7B-093A-C789226EC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5F5B6C5-F717-ECE9-F23D-3B1A36C29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CCDE8-1CD5-61B9-2C5F-31A3DFD7F71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Kill-switch is your last line of </a:t>
            </a:r>
            <a:r>
              <a:rPr lang="en-GB" sz="3400" dirty="0" err="1"/>
              <a:t>defense</a:t>
            </a:r>
            <a:r>
              <a:rPr lang="en-GB" sz="3400" dirty="0"/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It is a predefined, limited mechanism that can halt a contract when things go wrong: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Specific emergency actions are encoded in the contracts ahead of time.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These actions can be triggered only by defined roles, thresholds, or processes.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The switch does not fix bugs. It stops the system from making things worse.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Once activated, recovery requires a separate, slower governance path.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good strategy is to create a response ladder, like </a:t>
            </a:r>
            <a:r>
              <a:rPr lang="en-GB" sz="3600" dirty="0"/>
              <a:t>pause functions </a:t>
            </a:r>
            <a:r>
              <a:rPr lang="en-GB" sz="3600" dirty="0">
                <a:sym typeface="Wingdings" panose="05000000000000000000" pitchFamily="2" charset="2"/>
              </a:rPr>
              <a:t> </a:t>
            </a:r>
            <a:r>
              <a:rPr lang="en-GB" sz="3600" dirty="0"/>
              <a:t>freezing upgrades </a:t>
            </a:r>
            <a:r>
              <a:rPr lang="en-GB" sz="3600" dirty="0">
                <a:sym typeface="Wingdings" panose="05000000000000000000" pitchFamily="2" charset="2"/>
              </a:rPr>
              <a:t> </a:t>
            </a:r>
            <a:r>
              <a:rPr lang="en-GB" sz="3600" dirty="0"/>
              <a:t>capping withdrawals </a:t>
            </a:r>
            <a:r>
              <a:rPr lang="en-GB" sz="3600" dirty="0">
                <a:sym typeface="Wingdings" panose="05000000000000000000" pitchFamily="2" charset="2"/>
              </a:rPr>
              <a:t> move funds  migrate and self-destruct.</a:t>
            </a:r>
            <a:endParaRPr lang="en-GB" sz="36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1014630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53FDE-01C4-31C9-6840-D06B6D559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E0EFBA7-025F-740A-625E-703D57EFE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6971249-3503-E348-73E4-428615A55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0FE282B-A8E5-9667-3952-11D8E2AEBDD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 8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BA2329B-8D3A-D601-AD55-88A265A99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84EB53B-CEE2-3122-2186-D0E4E6C76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92D59-559F-841E-6F2C-7A803969B81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Construct an upgradeable version of </a:t>
            </a:r>
            <a:r>
              <a:rPr lang="en-GB" sz="3400" dirty="0" err="1"/>
              <a:t>Enahnced</a:t>
            </a:r>
            <a:r>
              <a:rPr lang="en-GB" sz="3400" dirty="0"/>
              <a:t> Voting smart contract.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The contract must be able to point to a new logic contract and use </a:t>
            </a:r>
            <a:r>
              <a:rPr lang="en-GB" sz="3400" dirty="0" err="1"/>
              <a:t>Delegatecall</a:t>
            </a:r>
            <a:r>
              <a:rPr lang="en-GB" sz="3400" dirty="0"/>
              <a:t>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400" dirty="0"/>
              <a:t>Add </a:t>
            </a:r>
            <a:r>
              <a:rPr lang="en-US" sz="3400" dirty="0" err="1"/>
              <a:t>Timelock</a:t>
            </a:r>
            <a:r>
              <a:rPr lang="en-US" sz="3400" dirty="0"/>
              <a:t> and Guardians to tighten the security.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3400" i="1" dirty="0"/>
              <a:t>Tip! Inherit </a:t>
            </a:r>
            <a:r>
              <a:rPr lang="en-US" sz="3400" i="1" dirty="0" err="1"/>
              <a:t>OpenZeppelin’s</a:t>
            </a:r>
            <a:r>
              <a:rPr lang="en-US" sz="3400" i="1" dirty="0"/>
              <a:t> </a:t>
            </a:r>
            <a:r>
              <a:rPr lang="en-US" sz="3400" i="1" dirty="0" err="1"/>
              <a:t>Initializable</a:t>
            </a:r>
            <a:r>
              <a:rPr lang="en-US" sz="3400" i="1" dirty="0"/>
              <a:t> and </a:t>
            </a:r>
            <a:r>
              <a:rPr lang="en-US" sz="3400" i="1" dirty="0" err="1"/>
              <a:t>OwnableUpgradeable</a:t>
            </a:r>
            <a:r>
              <a:rPr lang="en-US" sz="3400" i="1" dirty="0"/>
              <a:t> contracts.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1581582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3820</TotalTime>
  <Words>2092</Words>
  <Application>Microsoft Macintosh PowerPoint</Application>
  <PresentationFormat>Widescreen</PresentationFormat>
  <Paragraphs>218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Biome Light</vt:lpstr>
      <vt:lpstr>Calibri</vt:lpstr>
      <vt:lpstr>Calibri Light</vt:lpstr>
      <vt:lpstr>Wingdings</vt:lpstr>
      <vt:lpstr>Office Theme</vt:lpstr>
      <vt:lpstr>DECENTRALIZED APPLICATION DEVELOPMENT (119389)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3</cp:revision>
  <dcterms:created xsi:type="dcterms:W3CDTF">2022-11-22T20:08:03Z</dcterms:created>
  <dcterms:modified xsi:type="dcterms:W3CDTF">2026-01-10T09:40:11Z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