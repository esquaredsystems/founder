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03" r:id="rId5"/>
    <p:sldId id="2462" r:id="rId6"/>
    <p:sldId id="2600" r:id="rId7"/>
    <p:sldId id="2618" r:id="rId8"/>
    <p:sldId id="2620" r:id="rId9"/>
    <p:sldId id="2621" r:id="rId10"/>
    <p:sldId id="2622" r:id="rId11"/>
    <p:sldId id="2623" r:id="rId12"/>
    <p:sldId id="2624" r:id="rId13"/>
    <p:sldId id="2625" r:id="rId14"/>
    <p:sldId id="2626" r:id="rId15"/>
    <p:sldId id="2627" r:id="rId16"/>
    <p:sldId id="2628" r:id="rId17"/>
    <p:sldId id="2589" r:id="rId18"/>
    <p:sldId id="243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89F2C-55D5-48B8-B014-D241C836ABA4}" v="4503" dt="2025-11-30T13:59:30.8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85" autoAdjust="0"/>
    <p:restoredTop sz="91053" autoAdjust="0"/>
  </p:normalViewPr>
  <p:slideViewPr>
    <p:cSldViewPr snapToGrid="0">
      <p:cViewPr varScale="1">
        <p:scale>
          <a:sx n="93" d="100"/>
          <a:sy n="93" d="100"/>
        </p:scale>
        <p:origin x="894" y="306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redo custSel addSld delSld modSld sldOrd">
      <pc:chgData name="Owais Ahmed" userId="6abc7d4556b3b071" providerId="LiveId" clId="{641304C9-537E-56B8-9D3B-F295291B91EB}" dt="2025-11-22T09:01:09.400" v="8309" actId="20577"/>
      <pc:docMkLst>
        <pc:docMk/>
      </pc:docMkLst>
      <pc:sldChg chg="modSp mod">
        <pc:chgData name="Owais Ahmed" userId="6abc7d4556b3b071" providerId="LiveId" clId="{641304C9-537E-56B8-9D3B-F295291B91EB}" dt="2025-11-01T07:20:48.307" v="3371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5-11-01T07:20:48.307" v="337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641304C9-537E-56B8-9D3B-F295291B91EB}" dt="2025-11-15T08:51:30.911" v="7683" actId="20577"/>
        <pc:sldMkLst>
          <pc:docMk/>
          <pc:sldMk cId="1581582830" sldId="2589"/>
        </pc:sldMkLst>
        <pc:spChg chg="mod">
          <ac:chgData name="Owais Ahmed" userId="6abc7d4556b3b071" providerId="LiveId" clId="{641304C9-537E-56B8-9D3B-F295291B91EB}" dt="2025-11-15T08:50:49.856" v="7488" actId="20577"/>
          <ac:spMkLst>
            <pc:docMk/>
            <pc:sldMk cId="1581582830" sldId="2589"/>
            <ac:spMk id="3" creationId="{81D92D59-559F-841E-6F2C-7A803969B811}"/>
          </ac:spMkLst>
        </pc:spChg>
        <pc:spChg chg="mod">
          <ac:chgData name="Owais Ahmed" userId="6abc7d4556b3b071" providerId="LiveId" clId="{641304C9-537E-56B8-9D3B-F295291B91EB}" dt="2025-11-08T08:55:13.501" v="7351" actId="20577"/>
          <ac:spMkLst>
            <pc:docMk/>
            <pc:sldMk cId="1581582830" sldId="2589"/>
            <ac:spMk id="215" creationId="{10FE282B-A8E5-9667-3952-11D8E2AEBDD3}"/>
          </ac:spMkLst>
        </pc:spChg>
      </pc:sldChg>
      <pc:sldChg chg="modSp add mod ord modAnim">
        <pc:chgData name="Owais Ahmed" userId="6abc7d4556b3b071" providerId="LiveId" clId="{641304C9-537E-56B8-9D3B-F295291B91EB}" dt="2025-11-08T08:54:16.888" v="7283" actId="313"/>
        <pc:sldMkLst>
          <pc:docMk/>
          <pc:sldMk cId="138850978" sldId="2621"/>
        </pc:sldMkLst>
        <pc:spChg chg="mod">
          <ac:chgData name="Owais Ahmed" userId="6abc7d4556b3b071" providerId="LiveId" clId="{641304C9-537E-56B8-9D3B-F295291B91EB}" dt="2025-11-08T08:54:16.888" v="7283" actId="313"/>
          <ac:spMkLst>
            <pc:docMk/>
            <pc:sldMk cId="138850978" sldId="2621"/>
            <ac:spMk id="3" creationId="{0CD47163-62A1-8837-0AD3-BB6FFCD74A02}"/>
          </ac:spMkLst>
        </pc:spChg>
      </pc:sldChg>
      <pc:sldChg chg="modSp add mod modAnim">
        <pc:chgData name="Owais Ahmed" userId="6abc7d4556b3b071" providerId="LiveId" clId="{641304C9-537E-56B8-9D3B-F295291B91EB}" dt="2025-11-08T08:54:51.106" v="7350" actId="20577"/>
        <pc:sldMkLst>
          <pc:docMk/>
          <pc:sldMk cId="458577061" sldId="2622"/>
        </pc:sldMkLst>
        <pc:spChg chg="mod">
          <ac:chgData name="Owais Ahmed" userId="6abc7d4556b3b071" providerId="LiveId" clId="{641304C9-537E-56B8-9D3B-F295291B91EB}" dt="2025-11-08T08:54:51.106" v="7350" actId="20577"/>
          <ac:spMkLst>
            <pc:docMk/>
            <pc:sldMk cId="458577061" sldId="2622"/>
            <ac:spMk id="3" creationId="{D21C7DEB-7931-D154-DAF0-CA9D892B7C2C}"/>
          </ac:spMkLst>
        </pc:spChg>
      </pc:sldChg>
      <pc:sldChg chg="modSp mod modAnim">
        <pc:chgData name="Owais Ahmed" userId="6abc7d4556b3b071" providerId="LiveId" clId="{641304C9-537E-56B8-9D3B-F295291B91EB}" dt="2025-11-22T08:12:40.009" v="7707" actId="27636"/>
        <pc:sldMkLst>
          <pc:docMk/>
          <pc:sldMk cId="4271206419" sldId="2627"/>
        </pc:sldMkLst>
        <pc:spChg chg="mod">
          <ac:chgData name="Owais Ahmed" userId="6abc7d4556b3b071" providerId="LiveId" clId="{641304C9-537E-56B8-9D3B-F295291B91EB}" dt="2025-11-22T08:12:40.009" v="7707" actId="27636"/>
          <ac:spMkLst>
            <pc:docMk/>
            <pc:sldMk cId="4271206419" sldId="2627"/>
            <ac:spMk id="3" creationId="{D385DE90-96F4-3BEC-83AF-EC06B03F47FA}"/>
          </ac:spMkLst>
        </pc:spChg>
      </pc:sldChg>
      <pc:sldChg chg="addSp delSp modSp add mod modAnim modNotesTx">
        <pc:chgData name="Owais Ahmed" userId="6abc7d4556b3b071" providerId="LiveId" clId="{641304C9-537E-56B8-9D3B-F295291B91EB}" dt="2025-11-22T09:01:09.400" v="8309" actId="20577"/>
        <pc:sldMkLst>
          <pc:docMk/>
          <pc:sldMk cId="1376116655" sldId="2628"/>
        </pc:sldMkLst>
        <pc:spChg chg="mod">
          <ac:chgData name="Owais Ahmed" userId="6abc7d4556b3b071" providerId="LiveId" clId="{641304C9-537E-56B8-9D3B-F295291B91EB}" dt="2025-11-22T09:01:09.400" v="8309" actId="20577"/>
          <ac:spMkLst>
            <pc:docMk/>
            <pc:sldMk cId="1376116655" sldId="2628"/>
            <ac:spMk id="3" creationId="{6887D3A9-798E-EE4F-7732-C9ADCA2BDE31}"/>
          </ac:spMkLst>
        </pc:spChg>
        <pc:spChg chg="add mod">
          <ac:chgData name="Owais Ahmed" userId="6abc7d4556b3b071" providerId="LiveId" clId="{641304C9-537E-56B8-9D3B-F295291B91EB}" dt="2025-11-22T08:53:11.006" v="7862" actId="1076"/>
          <ac:spMkLst>
            <pc:docMk/>
            <pc:sldMk cId="1376116655" sldId="2628"/>
            <ac:spMk id="7" creationId="{BD339C26-03BE-695D-45E6-5E51719485FD}"/>
          </ac:spMkLst>
        </pc:spChg>
      </pc:sldChg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5-11-30T13:59:30.867" v="46511" actId="20577"/>
      <pc:docMkLst>
        <pc:docMk/>
      </pc:docMkLst>
      <pc:sldChg chg="modSp mod">
        <pc:chgData name="Owais Ahmed" userId="6abc7d4556b3b071" providerId="LiveId" clId="{D0A51F83-B713-4A4D-8105-C75936B8E1D2}" dt="2025-11-20T12:33:48.370" v="44230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5-11-20T12:33:48.370" v="4423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mod modAnim modNotesTx">
        <pc:chgData name="Owais Ahmed" userId="6abc7d4556b3b071" providerId="LiveId" clId="{D0A51F83-B713-4A4D-8105-C75936B8E1D2}" dt="2025-11-30T13:59:30.867" v="46511" actId="20577"/>
        <pc:sldMkLst>
          <pc:docMk/>
          <pc:sldMk cId="1581582830" sldId="2589"/>
        </pc:sldMkLst>
        <pc:spChg chg="mod">
          <ac:chgData name="Owais Ahmed" userId="6abc7d4556b3b071" providerId="LiveId" clId="{D0A51F83-B713-4A4D-8105-C75936B8E1D2}" dt="2025-11-30T13:59:29.667" v="46504" actId="20577"/>
          <ac:spMkLst>
            <pc:docMk/>
            <pc:sldMk cId="1581582830" sldId="2589"/>
            <ac:spMk id="3" creationId="{81D92D59-559F-841E-6F2C-7A803969B811}"/>
          </ac:spMkLst>
        </pc:spChg>
      </pc:sldChg>
      <pc:sldChg chg="modSp add mod modAnim modNotesTx">
        <pc:chgData name="Owais Ahmed" userId="6abc7d4556b3b071" providerId="LiveId" clId="{D0A51F83-B713-4A4D-8105-C75936B8E1D2}" dt="2025-11-14T07:23:49.647" v="40625" actId="20577"/>
        <pc:sldMkLst>
          <pc:docMk/>
          <pc:sldMk cId="4050993620" sldId="2600"/>
        </pc:sldMkLst>
        <pc:spChg chg="mod">
          <ac:chgData name="Owais Ahmed" userId="6abc7d4556b3b071" providerId="LiveId" clId="{D0A51F83-B713-4A4D-8105-C75936B8E1D2}" dt="2025-11-14T07:23:49.647" v="40625" actId="20577"/>
          <ac:spMkLst>
            <pc:docMk/>
            <pc:sldMk cId="4050993620" sldId="2600"/>
            <ac:spMk id="3" creationId="{6AC14122-E486-7AFB-C42F-6774F29A59FE}"/>
          </ac:spMkLst>
        </pc:spChg>
        <pc:spChg chg="mod">
          <ac:chgData name="Owais Ahmed" userId="6abc7d4556b3b071" providerId="LiveId" clId="{D0A51F83-B713-4A4D-8105-C75936B8E1D2}" dt="2025-11-14T07:21:22.090" v="40143" actId="20577"/>
          <ac:spMkLst>
            <pc:docMk/>
            <pc:sldMk cId="4050993620" sldId="2600"/>
            <ac:spMk id="215" creationId="{53ADDF1F-53BF-BF04-6755-3D4B0474A437}"/>
          </ac:spMkLst>
        </pc:spChg>
      </pc:sldChg>
      <pc:sldChg chg="modSp add mod modAnim">
        <pc:chgData name="Owais Ahmed" userId="6abc7d4556b3b071" providerId="LiveId" clId="{D0A51F83-B713-4A4D-8105-C75936B8E1D2}" dt="2025-11-07T16:40:34.288" v="38608" actId="6549"/>
        <pc:sldMkLst>
          <pc:docMk/>
          <pc:sldMk cId="40858890" sldId="2618"/>
        </pc:sldMkLst>
        <pc:spChg chg="mod">
          <ac:chgData name="Owais Ahmed" userId="6abc7d4556b3b071" providerId="LiveId" clId="{D0A51F83-B713-4A4D-8105-C75936B8E1D2}" dt="2025-11-07T16:40:34.288" v="38608" actId="6549"/>
          <ac:spMkLst>
            <pc:docMk/>
            <pc:sldMk cId="40858890" sldId="2618"/>
            <ac:spMk id="3" creationId="{E2ED7FAD-7304-CA63-7F40-8A5FCBDAE606}"/>
          </ac:spMkLst>
        </pc:spChg>
        <pc:spChg chg="mod">
          <ac:chgData name="Owais Ahmed" userId="6abc7d4556b3b071" providerId="LiveId" clId="{D0A51F83-B713-4A4D-8105-C75936B8E1D2}" dt="2025-11-07T16:31:03.294" v="38582" actId="20577"/>
          <ac:spMkLst>
            <pc:docMk/>
            <pc:sldMk cId="40858890" sldId="2618"/>
            <ac:spMk id="215" creationId="{AE19CB4A-6911-C796-53E2-9B77BE8FCA33}"/>
          </ac:spMkLst>
        </pc:spChg>
      </pc:sldChg>
      <pc:sldChg chg="addSp delSp modSp add mod addAnim delAnim modAnim modNotesTx">
        <pc:chgData name="Owais Ahmed" userId="6abc7d4556b3b071" providerId="LiveId" clId="{D0A51F83-B713-4A4D-8105-C75936B8E1D2}" dt="2025-11-14T07:25:03.864" v="40662" actId="6549"/>
        <pc:sldMkLst>
          <pc:docMk/>
          <pc:sldMk cId="1147043957" sldId="2620"/>
        </pc:sldMkLst>
        <pc:spChg chg="add mod ord">
          <ac:chgData name="Owais Ahmed" userId="6abc7d4556b3b071" providerId="LiveId" clId="{D0A51F83-B713-4A4D-8105-C75936B8E1D2}" dt="2025-11-07T17:07:17.399" v="39786" actId="1076"/>
          <ac:spMkLst>
            <pc:docMk/>
            <pc:sldMk cId="1147043957" sldId="2620"/>
            <ac:spMk id="7" creationId="{F09EFC35-0784-0D2E-1E3C-0C43A482EE2C}"/>
          </ac:spMkLst>
        </pc:spChg>
        <pc:spChg chg="add mod">
          <ac:chgData name="Owais Ahmed" userId="6abc7d4556b3b071" providerId="LiveId" clId="{D0A51F83-B713-4A4D-8105-C75936B8E1D2}" dt="2025-11-14T07:25:03.864" v="40662" actId="6549"/>
          <ac:spMkLst>
            <pc:docMk/>
            <pc:sldMk cId="1147043957" sldId="2620"/>
            <ac:spMk id="9" creationId="{D945896E-B0D6-19DC-F3A8-B546BA25E7FE}"/>
          </ac:spMkLst>
        </pc:spChg>
      </pc:sldChg>
      <pc:sldChg chg="addSp delSp modSp mod modAnim modNotesTx">
        <pc:chgData name="Owais Ahmed" userId="6abc7d4556b3b071" providerId="LiveId" clId="{D0A51F83-B713-4A4D-8105-C75936B8E1D2}" dt="2025-11-14T13:13:16.314" v="42934" actId="6549"/>
        <pc:sldMkLst>
          <pc:docMk/>
          <pc:sldMk cId="138850978" sldId="2621"/>
        </pc:sldMkLst>
        <pc:spChg chg="mod">
          <ac:chgData name="Owais Ahmed" userId="6abc7d4556b3b071" providerId="LiveId" clId="{D0A51F83-B713-4A4D-8105-C75936B8E1D2}" dt="2025-11-14T13:13:16.314" v="42934" actId="6549"/>
          <ac:spMkLst>
            <pc:docMk/>
            <pc:sldMk cId="138850978" sldId="2621"/>
            <ac:spMk id="3" creationId="{0CD47163-62A1-8837-0AD3-BB6FFCD74A02}"/>
          </ac:spMkLst>
        </pc:spChg>
        <pc:spChg chg="mod">
          <ac:chgData name="Owais Ahmed" userId="6abc7d4556b3b071" providerId="LiveId" clId="{D0A51F83-B713-4A4D-8105-C75936B8E1D2}" dt="2025-11-14T07:25:07.642" v="40669" actId="20577"/>
          <ac:spMkLst>
            <pc:docMk/>
            <pc:sldMk cId="138850978" sldId="2621"/>
            <ac:spMk id="215" creationId="{0A792665-8CD7-E02E-2441-ABA1D5F35B63}"/>
          </ac:spMkLst>
        </pc:spChg>
      </pc:sldChg>
      <pc:sldChg chg="addSp delSp modSp mod modAnim">
        <pc:chgData name="Owais Ahmed" userId="6abc7d4556b3b071" providerId="LiveId" clId="{D0A51F83-B713-4A4D-8105-C75936B8E1D2}" dt="2025-11-14T13:16:38.373" v="42981" actId="403"/>
        <pc:sldMkLst>
          <pc:docMk/>
          <pc:sldMk cId="458577061" sldId="2622"/>
        </pc:sldMkLst>
        <pc:spChg chg="mod">
          <ac:chgData name="Owais Ahmed" userId="6abc7d4556b3b071" providerId="LiveId" clId="{D0A51F83-B713-4A4D-8105-C75936B8E1D2}" dt="2025-11-14T13:16:38.373" v="42981" actId="403"/>
          <ac:spMkLst>
            <pc:docMk/>
            <pc:sldMk cId="458577061" sldId="2622"/>
            <ac:spMk id="3" creationId="{D21C7DEB-7931-D154-DAF0-CA9D892B7C2C}"/>
          </ac:spMkLst>
        </pc:spChg>
        <pc:spChg chg="mod">
          <ac:chgData name="Owais Ahmed" userId="6abc7d4556b3b071" providerId="LiveId" clId="{D0A51F83-B713-4A4D-8105-C75936B8E1D2}" dt="2025-11-14T07:25:15.703" v="40676" actId="20577"/>
          <ac:spMkLst>
            <pc:docMk/>
            <pc:sldMk cId="458577061" sldId="2622"/>
            <ac:spMk id="215" creationId="{E0933061-D4F3-84FC-6C08-67C60501DB5A}"/>
          </ac:spMkLst>
        </pc:spChg>
      </pc:sldChg>
      <pc:sldChg chg="addSp delSp modSp add mod addAnim delAnim modAnim modNotesTx">
        <pc:chgData name="Owais Ahmed" userId="6abc7d4556b3b071" providerId="LiveId" clId="{D0A51F83-B713-4A4D-8105-C75936B8E1D2}" dt="2025-11-14T13:22:47.364" v="43238" actId="20577"/>
        <pc:sldMkLst>
          <pc:docMk/>
          <pc:sldMk cId="3173218411" sldId="2623"/>
        </pc:sldMkLst>
        <pc:spChg chg="mod">
          <ac:chgData name="Owais Ahmed" userId="6abc7d4556b3b071" providerId="LiveId" clId="{D0A51F83-B713-4A4D-8105-C75936B8E1D2}" dt="2025-11-14T08:18:53.856" v="41909" actId="20577"/>
          <ac:spMkLst>
            <pc:docMk/>
            <pc:sldMk cId="3173218411" sldId="2623"/>
            <ac:spMk id="3" creationId="{1632592E-5F81-3D73-1513-BC4F1038B519}"/>
          </ac:spMkLst>
        </pc:spChg>
        <pc:spChg chg="add mod">
          <ac:chgData name="Owais Ahmed" userId="6abc7d4556b3b071" providerId="LiveId" clId="{D0A51F83-B713-4A4D-8105-C75936B8E1D2}" dt="2025-11-14T08:19:52.375" v="41922" actId="6549"/>
          <ac:spMkLst>
            <pc:docMk/>
            <pc:sldMk cId="3173218411" sldId="2623"/>
            <ac:spMk id="9" creationId="{47D875EE-A139-7232-416C-90AC8A1B3989}"/>
          </ac:spMkLst>
        </pc:spChg>
        <pc:spChg chg="add mod">
          <ac:chgData name="Owais Ahmed" userId="6abc7d4556b3b071" providerId="LiveId" clId="{D0A51F83-B713-4A4D-8105-C75936B8E1D2}" dt="2025-11-14T08:19:59.861" v="41923" actId="1076"/>
          <ac:spMkLst>
            <pc:docMk/>
            <pc:sldMk cId="3173218411" sldId="2623"/>
            <ac:spMk id="13" creationId="{65EB795B-8D29-7981-E827-66BE0909AEDD}"/>
          </ac:spMkLst>
        </pc:spChg>
        <pc:spChg chg="add mod">
          <ac:chgData name="Owais Ahmed" userId="6abc7d4556b3b071" providerId="LiveId" clId="{D0A51F83-B713-4A4D-8105-C75936B8E1D2}" dt="2025-11-14T08:20:07.629" v="41924" actId="1076"/>
          <ac:spMkLst>
            <pc:docMk/>
            <pc:sldMk cId="3173218411" sldId="2623"/>
            <ac:spMk id="15" creationId="{069476B6-ECD4-147F-6A8A-58311913D829}"/>
          </ac:spMkLst>
        </pc:spChg>
        <pc:spChg chg="add mod">
          <ac:chgData name="Owais Ahmed" userId="6abc7d4556b3b071" providerId="LiveId" clId="{D0A51F83-B713-4A4D-8105-C75936B8E1D2}" dt="2025-11-14T08:20:12.582" v="41925" actId="1076"/>
          <ac:spMkLst>
            <pc:docMk/>
            <pc:sldMk cId="3173218411" sldId="2623"/>
            <ac:spMk id="17" creationId="{5DB1F969-C8B9-C2D3-1936-60BD6521CA30}"/>
          </ac:spMkLst>
        </pc:spChg>
        <pc:spChg chg="add mod">
          <ac:chgData name="Owais Ahmed" userId="6abc7d4556b3b071" providerId="LiveId" clId="{D0A51F83-B713-4A4D-8105-C75936B8E1D2}" dt="2025-11-14T08:20:59.470" v="41939" actId="6549"/>
          <ac:spMkLst>
            <pc:docMk/>
            <pc:sldMk cId="3173218411" sldId="2623"/>
            <ac:spMk id="19" creationId="{879757F1-0FBE-1737-5ED6-9C8C2922E041}"/>
          </ac:spMkLst>
        </pc:spChg>
        <pc:spChg chg="mod">
          <ac:chgData name="Owais Ahmed" userId="6abc7d4556b3b071" providerId="LiveId" clId="{D0A51F83-B713-4A4D-8105-C75936B8E1D2}" dt="2025-11-14T07:46:22.453" v="40973" actId="20577"/>
          <ac:spMkLst>
            <pc:docMk/>
            <pc:sldMk cId="3173218411" sldId="2623"/>
            <ac:spMk id="215" creationId="{5B35A4E9-A6FF-40DC-992E-F73449743FF5}"/>
          </ac:spMkLst>
        </pc:spChg>
      </pc:sldChg>
      <pc:sldChg chg="addSp delSp modSp add mod delAnim modAnim modNotesTx">
        <pc:chgData name="Owais Ahmed" userId="6abc7d4556b3b071" providerId="LiveId" clId="{D0A51F83-B713-4A4D-8105-C75936B8E1D2}" dt="2025-11-14T08:36:44.138" v="42817" actId="20577"/>
        <pc:sldMkLst>
          <pc:docMk/>
          <pc:sldMk cId="1530128511" sldId="2624"/>
        </pc:sldMkLst>
        <pc:spChg chg="mod">
          <ac:chgData name="Owais Ahmed" userId="6abc7d4556b3b071" providerId="LiveId" clId="{D0A51F83-B713-4A4D-8105-C75936B8E1D2}" dt="2025-11-14T08:35:23.410" v="42599" actId="27636"/>
          <ac:spMkLst>
            <pc:docMk/>
            <pc:sldMk cId="1530128511" sldId="2624"/>
            <ac:spMk id="3" creationId="{C2DF9F1D-A671-3D7C-DF1F-8C3A8C6D5415}"/>
          </ac:spMkLst>
        </pc:spChg>
        <pc:spChg chg="add mod">
          <ac:chgData name="Owais Ahmed" userId="6abc7d4556b3b071" providerId="LiveId" clId="{D0A51F83-B713-4A4D-8105-C75936B8E1D2}" dt="2025-11-14T08:32:20.067" v="42474" actId="1076"/>
          <ac:spMkLst>
            <pc:docMk/>
            <pc:sldMk cId="1530128511" sldId="2624"/>
            <ac:spMk id="5" creationId="{A33641D3-FAB3-7E52-FB47-E3ABCD2E96CB}"/>
          </ac:spMkLst>
        </pc:spChg>
      </pc:sldChg>
      <pc:sldChg chg="modSp add mod modAnim">
        <pc:chgData name="Owais Ahmed" userId="6abc7d4556b3b071" providerId="LiveId" clId="{D0A51F83-B713-4A4D-8105-C75936B8E1D2}" dt="2025-11-14T13:51:50.712" v="44005" actId="20577"/>
        <pc:sldMkLst>
          <pc:docMk/>
          <pc:sldMk cId="3449421578" sldId="2625"/>
        </pc:sldMkLst>
        <pc:spChg chg="mod">
          <ac:chgData name="Owais Ahmed" userId="6abc7d4556b3b071" providerId="LiveId" clId="{D0A51F83-B713-4A4D-8105-C75936B8E1D2}" dt="2025-11-14T13:51:50.712" v="44005" actId="20577"/>
          <ac:spMkLst>
            <pc:docMk/>
            <pc:sldMk cId="3449421578" sldId="2625"/>
            <ac:spMk id="3" creationId="{08C39AAE-B778-6CEB-6BD7-641D4DBC2C90}"/>
          </ac:spMkLst>
        </pc:spChg>
        <pc:spChg chg="mod">
          <ac:chgData name="Owais Ahmed" userId="6abc7d4556b3b071" providerId="LiveId" clId="{D0A51F83-B713-4A4D-8105-C75936B8E1D2}" dt="2025-11-14T13:40:08.664" v="43370" actId="20577"/>
          <ac:spMkLst>
            <pc:docMk/>
            <pc:sldMk cId="3449421578" sldId="2625"/>
            <ac:spMk id="215" creationId="{E70BDB91-EF2C-9A38-1EEF-8983148491BB}"/>
          </ac:spMkLst>
        </pc:spChg>
      </pc:sldChg>
      <pc:sldChg chg="addSp delSp modSp add mod addAnim delAnim modAnim">
        <pc:chgData name="Owais Ahmed" userId="6abc7d4556b3b071" providerId="LiveId" clId="{D0A51F83-B713-4A4D-8105-C75936B8E1D2}" dt="2025-11-14T14:00:26.979" v="44196" actId="20577"/>
        <pc:sldMkLst>
          <pc:docMk/>
          <pc:sldMk cId="1067690022" sldId="2626"/>
        </pc:sldMkLst>
        <pc:spChg chg="add del mod">
          <ac:chgData name="Owais Ahmed" userId="6abc7d4556b3b071" providerId="LiveId" clId="{D0A51F83-B713-4A4D-8105-C75936B8E1D2}" dt="2025-11-14T14:00:26.979" v="44196" actId="20577"/>
          <ac:spMkLst>
            <pc:docMk/>
            <pc:sldMk cId="1067690022" sldId="2626"/>
            <ac:spMk id="3" creationId="{A2D539F9-6487-12AC-355B-40B96834500C}"/>
          </ac:spMkLst>
        </pc:spChg>
        <pc:spChg chg="add mod">
          <ac:chgData name="Owais Ahmed" userId="6abc7d4556b3b071" providerId="LiveId" clId="{D0A51F83-B713-4A4D-8105-C75936B8E1D2}" dt="2025-11-14T13:53:34.192" v="44037" actId="20577"/>
          <ac:spMkLst>
            <pc:docMk/>
            <pc:sldMk cId="1067690022" sldId="2626"/>
            <ac:spMk id="7" creationId="{866A9A2D-021C-21E1-65D4-681EFC78F91A}"/>
          </ac:spMkLst>
        </pc:spChg>
      </pc:sldChg>
      <pc:sldChg chg="modSp add mod ord modAnim modNotesTx">
        <pc:chgData name="Owais Ahmed" userId="6abc7d4556b3b071" providerId="LiveId" clId="{D0A51F83-B713-4A4D-8105-C75936B8E1D2}" dt="2025-11-21T14:07:22.683" v="45863" actId="20577"/>
        <pc:sldMkLst>
          <pc:docMk/>
          <pc:sldMk cId="4271206419" sldId="2627"/>
        </pc:sldMkLst>
        <pc:spChg chg="mod">
          <ac:chgData name="Owais Ahmed" userId="6abc7d4556b3b071" providerId="LiveId" clId="{D0A51F83-B713-4A4D-8105-C75936B8E1D2}" dt="2025-11-21T14:07:22.683" v="45863" actId="20577"/>
          <ac:spMkLst>
            <pc:docMk/>
            <pc:sldMk cId="4271206419" sldId="2627"/>
            <ac:spMk id="3" creationId="{D385DE90-96F4-3BEC-83AF-EC06B03F47FA}"/>
          </ac:spMkLst>
        </pc:spChg>
        <pc:spChg chg="mod">
          <ac:chgData name="Owais Ahmed" userId="6abc7d4556b3b071" providerId="LiveId" clId="{D0A51F83-B713-4A4D-8105-C75936B8E1D2}" dt="2025-11-20T12:33:58.505" v="44249" actId="20577"/>
          <ac:spMkLst>
            <pc:docMk/>
            <pc:sldMk cId="4271206419" sldId="2627"/>
            <ac:spMk id="215" creationId="{1587FA37-B077-CBF3-ADFF-500DEE30BC6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9DF96-CE9A-9B1D-6A04-0F9307FD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90E95-7439-0945-8E67-3C512DAEF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38709D-F6E8-C71B-E7DE-C63543990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740E6-7441-6831-B8F6-5FA130162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52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1C6D1-4491-1BFD-BA3D-F3CF8793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26144-0B0E-04AA-19D1-C80B6D7B2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04E1F-3696-1C87-4B18-C62F2A432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E9E4F-38DB-A3A2-42B1-AC3DD1265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025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33D3-C71F-AFB2-0A91-F020630BC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43904-63B4-6D08-6E38-82374B518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50BE9-8567-2806-99CC-FEB56889E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The pure modifier tells the compiler that this function neither reads nor modifies state variables.</a:t>
            </a:r>
          </a:p>
          <a:p>
            <a:pPr marL="228600" indent="-228600">
              <a:buAutoNum type="arabicPeriod"/>
            </a:pPr>
            <a:r>
              <a:rPr lang="en-GB" sz="1200" dirty="0"/>
              <a:t>The require() is a handy function that asserts a certain condition. When failed, it sends an error (with an optional message) and aborts the function.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strings, you must explicitly specify memory (temporary) or storage (on-chain)</a:t>
            </a:r>
          </a:p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DD17B-2CB1-98E4-2653-79E4ECDA2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51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F6642-F45E-B460-D08C-1308D1B63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1F4CC-2B6D-1C50-7D4F-A90B887EE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6820A-C340-06E9-3955-ACAAB0C62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When writing unit tests, we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583EE-A5DB-CEA5-B833-0E13361C1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68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6085D-8A0C-AF4E-0840-D7146865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4B6AC-6051-BD2A-1A0F-515B23792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2F9FA-6B07-9778-201A-FAAC22C09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88605-36E2-1223-D8F2-DC9152A292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184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01881-68A8-6233-7555-A7D3B273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FF60A-BD4A-C04F-C8A7-F7D39400C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94FC6E-7E3E-4326-6650-A40087FDC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Rule of thumb! If it can be done via require, do it; if it is reusable, go with modifier function; if the condition is too complex, use revert; forget others.</a:t>
            </a:r>
          </a:p>
          <a:p>
            <a:pPr marL="228600" indent="-228600">
              <a:buAutoNum type="arabicPeriod"/>
            </a:pPr>
            <a:r>
              <a:rPr lang="en-GB" sz="1200" b="0" dirty="0"/>
              <a:t>Note that underscore statement (_;) in modifier function.</a:t>
            </a:r>
            <a:r>
              <a:rPr lang="en-GB" b="0" dirty="0"/>
              <a:t> It marks the exact point where the body of the function will be injected. Meaning the function that’s calling it will be dropped exactly at that place. Thus, the name.</a:t>
            </a:r>
            <a:endParaRPr lang="en-GB" sz="12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A422C2-5909-D88C-F3A5-40031E146D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012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5631-3D61-E7F5-7E15-DE318101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52F8E-897A-7BA1-AC0B-A2505EF99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DBA46-FD8F-CC91-6DCE-376D4D476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dirty="0"/>
              <a:t>Caution! “error” is NOT a function, or an event, or a modifier. It does not run a logic.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dirty="0"/>
              <a:t>Tip! Writing smart contracts is not about writing beautiful code. Our only objective is to get the required functionality while saving as much gas </a:t>
            </a:r>
            <a:r>
              <a:rPr lang="en-GB" sz="1200"/>
              <a:t>as possible.</a:t>
            </a: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5E7CC-AABA-BB75-ACD0-CB0C7FEC02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48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7CAF-2134-A046-70D1-240BC835A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32083-C45C-76DE-0FDA-6D57CFA11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830A83-D240-0951-4C66-B9ED57F85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44F4D-8C40-9883-ACCC-7F62186C5B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50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08023-2453-942C-5316-5C7E0C97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1961E7-5B5F-588E-2397-5C2691AEC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68DD8-5D1C-09FF-1037-AEB2025F7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F706-1857-6F56-37EA-46A862A5F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15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6459-9C9D-3E95-FAC1-B0BC1226B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484DA-5E48-9A36-EBD9-B04FDEC37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42098-BA43-5199-C139-1397193D7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dirty="0"/>
              <a:t>Predictable length strings should be kept in bytes1-32</a:t>
            </a:r>
          </a:p>
          <a:p>
            <a:pPr marL="228600" indent="-228600">
              <a:buAutoNum type="arabicPeriod"/>
            </a:pPr>
            <a:r>
              <a:rPr lang="en-GB" sz="1200" dirty="0"/>
              <a:t>There are no floating-point variables. Maximize the use of integer types for calculations.</a:t>
            </a:r>
          </a:p>
          <a:p>
            <a:pPr marL="228600" indent="-228600">
              <a:buAutoNum type="arabicPeriod"/>
            </a:pPr>
            <a:r>
              <a:rPr lang="en-GB" sz="1200" dirty="0"/>
              <a:t>Timestamp was previously called “now”, was confusing. In some languages, it represents current system time. It means the time when the block is being mined.</a:t>
            </a:r>
          </a:p>
          <a:p>
            <a:pPr marL="228600" indent="-228600">
              <a:buAutoNum type="arabicPeriod"/>
            </a:pPr>
            <a:r>
              <a:rPr lang="en-GB" sz="1200" dirty="0"/>
              <a:t>A function can be like function buy(…) </a:t>
            </a:r>
            <a:r>
              <a:rPr lang="en-GB" sz="1200" dirty="0" err="1"/>
              <a:t>isPayable</a:t>
            </a:r>
            <a:r>
              <a:rPr lang="en-GB" sz="1200" dirty="0"/>
              <a:t> </a:t>
            </a:r>
            <a:r>
              <a:rPr lang="en-GB" sz="1200" dirty="0" err="1"/>
              <a:t>hasEnoughMoney</a:t>
            </a:r>
            <a:r>
              <a:rPr lang="en-GB" sz="1200" dirty="0"/>
              <a:t> </a:t>
            </a:r>
            <a:r>
              <a:rPr lang="en-GB" sz="1200" dirty="0" err="1"/>
              <a:t>itemAvailable</a:t>
            </a:r>
            <a:r>
              <a:rPr lang="en-GB" sz="1200" dirty="0"/>
              <a:t> returns (…). There are 3 modifiers here in a natural sequence.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9E717-65C2-9119-F5CB-27C2F8981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645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A017-D435-FC51-2C7A-A3CCC6CDF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FDF00E-5CB8-2D7C-A987-F08871000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1D2EEE-7F35-A23B-5AFD-45FECD4DE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E4A80-498B-5B99-DF48-2AEB5C04C4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071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8AA2-6004-3DF6-C8DD-59E9CEE4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1081E-736D-473B-5B92-1A9C46CF7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3C7FC-428E-08B2-36BD-652F0698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GB" sz="1200" dirty="0"/>
              <a:t>To check whether two proposal (strings) are matching, you’ll have to go through a different way of matching Keccak hashes because: a == b is not supported for dynamic types; bytes(a) == bytes(b) is not supported either; custom loop to match each character consumes too much gas.</a:t>
            </a:r>
          </a:p>
          <a:p>
            <a:pPr marL="228600" indent="-228600">
              <a:buAutoNum type="arabicPeriod"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 up voting stages means that the contract should initially be in Not started stage, then move to proposing stage and so on. There should be no returning back.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1AFFE-6365-08E9-87F1-F3B96111C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5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Voter Example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Validation</a:t>
            </a:r>
          </a:p>
          <a:p>
            <a:r>
              <a:rPr lang="en-US" dirty="0"/>
              <a:t>Events</a:t>
            </a:r>
          </a:p>
          <a:p>
            <a:r>
              <a:rPr lang="en-US" dirty="0"/>
              <a:t>Best Practices</a:t>
            </a:r>
          </a:p>
          <a:p>
            <a:r>
              <a:rPr lang="en-US" dirty="0"/>
              <a:t>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9D714-8AA7-1031-916E-96C5F8C6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439F561-221C-4717-5A02-4B68CA6E5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F597EE9-8CA1-A2AC-BCE4-37EEEA2FD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ADDF1F-53BF-BF04-6755-3D4B0474A43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8D9EEC2-B0E5-971B-2F7B-F18A179C9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64937B0-3EF6-3D49-3904-B52382123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14122-E486-7AFB-C42F-6774F29A59F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studied basics of Solidity programming to design smart contracts for Ethereum blockchain.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explored its syntax, variables, functions and modifiers.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made use of Reference data types including Arrays, Mappings and Struct.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designed our first complete smart contract – Voter example.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Today, we learn about Validation, Testing and a few more tricks Solidity uses to optimize gas consumption.</a:t>
            </a:r>
          </a:p>
        </p:txBody>
      </p:sp>
    </p:spTree>
    <p:extLst>
      <p:ext uri="{BB962C8B-B14F-4D97-AF65-F5344CB8AC3E}">
        <p14:creationId xmlns:p14="http://schemas.microsoft.com/office/powerpoint/2010/main" val="405099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7777-3833-0AFE-8A59-400EFBB57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0C62A18-AD20-8C20-1466-20718CBB0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5367F48-0B7F-19FE-37F5-8491A1ED8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E19CB4A-6911-C796-53E2-9B77BE8FCA3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Examples – Simple Voter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6808A6E-2BDE-B422-30A4-AE3C9D863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1BF6613-7580-F2CD-2BE9-A76CB967D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D7FAD-7304-CA63-7F40-8A5FCBDAE606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Write a Solidity smart contract that allows students to vote to provide Lecture feedback from 3 fixed options: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0 = Unsatisfactory; 1 = No opinion; 2 = Satisfactory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Each address can only vote once.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Students should be able to view the current vote count and cast their vote by specifying the option.</a:t>
            </a:r>
          </a:p>
        </p:txBody>
      </p:sp>
    </p:spTree>
    <p:extLst>
      <p:ext uri="{BB962C8B-B14F-4D97-AF65-F5344CB8AC3E}">
        <p14:creationId xmlns:p14="http://schemas.microsoft.com/office/powerpoint/2010/main" val="4085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5571-3382-65A0-6763-DC32D8CB5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016309B-7CA3-CC3F-AE45-B454E0569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EFC35-0784-0D2E-1E3C-0C43A482EE2C}"/>
              </a:ext>
            </a:extLst>
          </p:cNvPr>
          <p:cNvSpPr txBox="1"/>
          <p:nvPr/>
        </p:nvSpPr>
        <p:spPr>
          <a:xfrm>
            <a:off x="0" y="785494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contract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Voter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option1Votes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option2Votes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option3Votes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747B90"/>
                </a:solidFill>
                <a:latin typeface="Consolas" panose="020B0609020204030204" pitchFamily="49" charset="0"/>
              </a:rPr>
              <a:t>getOptions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pure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9E7E08"/>
                </a:solidFill>
                <a:effectLst/>
                <a:latin typeface="Consolas" panose="020B0609020204030204" pitchFamily="49" charset="0"/>
              </a:rPr>
              <a:t>memory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A31515"/>
                </a:solidFill>
                <a:latin typeface="Consolas" panose="020B0609020204030204" pitchFamily="49" charset="0"/>
              </a:rPr>
              <a:t>"0 = Unsatisfactory; 1 = No opinion; 2 = Satisfactory"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</a:b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400" b="0" dirty="0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"Invalid option!"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4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    option1Votes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4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    option2Votes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4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else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    option3Votes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</a:b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result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option1Votes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option2Votes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option3Votes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</a:b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total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uint16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4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option1Votes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option2Votes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option3Votes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4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45896E-B0D6-19DC-F3A8-B546BA25E7F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/>
                <a:cs typeface="Arial"/>
              </a:rPr>
              <a:t>Simple Voter</a:t>
            </a:r>
          </a:p>
        </p:txBody>
      </p:sp>
    </p:spTree>
    <p:extLst>
      <p:ext uri="{BB962C8B-B14F-4D97-AF65-F5344CB8AC3E}">
        <p14:creationId xmlns:p14="http://schemas.microsoft.com/office/powerpoint/2010/main" val="114704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5038-F1A9-8234-9DA2-93CF67EF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53EAF41-6E43-8C80-3BF0-1E4B3D7E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9E74982-4BBA-3D0A-C592-3441A9F0D8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A792665-8CD7-E02E-2441-ABA1D5F35B6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B008A41-11EA-E403-D708-03E76414D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5A8F987-DF6C-0F39-5F33-26B61816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47163-62A1-8837-0AD3-BB6FFCD74A0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Generate a Unit test stub using Remix’s Unit testing plugin.</a:t>
            </a:r>
          </a:p>
          <a:p>
            <a:pPr>
              <a:lnSpc>
                <a:spcPts val="1425"/>
              </a:lnSpc>
              <a:buNone/>
            </a:pPr>
            <a:r>
              <a:rPr lang="en-GB" sz="3400" dirty="0"/>
              <a:t>Import:</a:t>
            </a:r>
            <a:br>
              <a:rPr lang="en-GB" sz="3400" dirty="0"/>
            </a:b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remix_tests.sol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8000"/>
                </a:solidFill>
                <a:latin typeface="Consolas" panose="020B0609020204030204" pitchFamily="49" charset="0"/>
              </a:rPr>
              <a:t>// this import is automatically injected by Remix.</a:t>
            </a:r>
            <a:br>
              <a:rPr lang="en-GB" sz="2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"hardhat/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console.sol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"../contracts/</a:t>
            </a:r>
            <a:r>
              <a:rPr lang="en-GB" sz="2600" dirty="0" err="1">
                <a:solidFill>
                  <a:srgbClr val="A31515"/>
                </a:solidFill>
                <a:latin typeface="Consolas" panose="020B0609020204030204" pitchFamily="49" charset="0"/>
              </a:rPr>
              <a:t>Voter.sol</a:t>
            </a:r>
            <a:r>
              <a:rPr lang="en-GB" sz="2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GB" sz="26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Hardhat is a development environment used by Remix for development, compilation, testing, debugging and deploying Solidity contracts.</a:t>
            </a:r>
          </a:p>
          <a:p>
            <a:pPr>
              <a:lnSpc>
                <a:spcPct val="110000"/>
              </a:lnSpc>
              <a:buNone/>
            </a:pPr>
            <a:r>
              <a:rPr lang="en-GB" sz="3400" dirty="0"/>
              <a:t>Declare a static object “</a:t>
            </a:r>
            <a:r>
              <a:rPr lang="en-GB" sz="3400" dirty="0" err="1"/>
              <a:t>voterTest</a:t>
            </a:r>
            <a:r>
              <a:rPr lang="en-GB" sz="3400" dirty="0"/>
              <a:t>” and instantiate before each test</a:t>
            </a:r>
            <a:br>
              <a:rPr lang="en-GB" sz="3400" dirty="0"/>
            </a:b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beforeAll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18BC9C"/>
                </a:solidFill>
                <a:latin typeface="Consolas" panose="020B0609020204030204" pitchFamily="49" charset="0"/>
              </a:rPr>
              <a:t>public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   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voterTest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 Voter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  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voterTest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vote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   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voterTest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vote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   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voterTest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vote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747B90"/>
                </a:solidFill>
                <a:latin typeface="Consolas" panose="020B0609020204030204" pitchFamily="49" charset="0"/>
              </a:rPr>
              <a:t>   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voterTest</a:t>
            </a:r>
            <a:r>
              <a:rPr lang="en-GB" sz="2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GB" sz="2600" dirty="0" err="1">
                <a:solidFill>
                  <a:srgbClr val="747B90"/>
                </a:solidFill>
                <a:latin typeface="Consolas" panose="020B0609020204030204" pitchFamily="49" charset="0"/>
              </a:rPr>
              <a:t>vote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2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sz="2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sz="26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Write first unit test: </a:t>
            </a:r>
            <a:r>
              <a:rPr lang="en-GB" sz="3400" dirty="0" err="1"/>
              <a:t>test_total</a:t>
            </a:r>
            <a:r>
              <a:rPr lang="en-GB" sz="3400" dirty="0"/>
              <a:t>() which should ascertain that the </a:t>
            </a:r>
            <a:r>
              <a:rPr lang="en-GB" sz="3400" dirty="0" err="1"/>
              <a:t>voterTest.total</a:t>
            </a:r>
            <a:r>
              <a:rPr lang="en-GB" sz="3400" dirty="0"/>
              <a:t>() function returns 4.</a:t>
            </a:r>
          </a:p>
        </p:txBody>
      </p:sp>
    </p:spTree>
    <p:extLst>
      <p:ext uri="{BB962C8B-B14F-4D97-AF65-F5344CB8AC3E}">
        <p14:creationId xmlns:p14="http://schemas.microsoft.com/office/powerpoint/2010/main" val="13885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53ADF-C4FE-7043-6322-108C3602C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DF219B3-B9C3-8312-7DA8-7134CBA2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B224B8C-C1DD-FFBA-3D35-5730038B7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0933061-D4F3-84FC-6C08-67C60501DB5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71DD595C-6151-E4AC-DF27-468AF8527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52F8E4C-E5AA-50B8-5CFD-D6DE43A14A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C7DEB-7931-D154-DAF0-CA9D892B7C2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 startAt="5"/>
            </a:pPr>
            <a:r>
              <a:rPr lang="en-GB" sz="3400" dirty="0"/>
              <a:t>Testing “require()” condition is tricky. You need to make a low-level call.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5"/>
            </a:pPr>
            <a:r>
              <a:rPr lang="en-GB" sz="3400" dirty="0"/>
              <a:t>Write a test: </a:t>
            </a:r>
            <a:r>
              <a:rPr lang="en-GB" sz="3400" dirty="0" err="1"/>
              <a:t>test_shouldNotVote</a:t>
            </a:r>
            <a:r>
              <a:rPr lang="en-GB" sz="3400" dirty="0"/>
              <a:t>() and pass on 9 as the selected option.</a:t>
            </a:r>
            <a:br>
              <a:rPr lang="en-GB" sz="3400" dirty="0"/>
            </a:b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rgbClr val="747B90"/>
                </a:solidFill>
                <a:latin typeface="Consolas" panose="020B0609020204030204" pitchFamily="49" charset="0"/>
              </a:rPr>
              <a:t>test_shouldNotVote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18BC9C"/>
                </a:solidFill>
                <a:latin typeface="Consolas" panose="020B0609020204030204" pitchFamily="49" charset="0"/>
              </a:rPr>
              <a:t>public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    </a:t>
            </a:r>
            <a: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  <a:t>// call vote() via low-level call to get success status</a:t>
            </a:r>
            <a:br>
              <a:rPr lang="en-GB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   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success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address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747B90"/>
                </a:solidFill>
                <a:latin typeface="Consolas" panose="020B0609020204030204" pitchFamily="49" charset="0"/>
              </a:rPr>
              <a:t>voterTest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).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call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 err="1">
                <a:solidFill>
                  <a:srgbClr val="2C3E50"/>
                </a:solidFill>
                <a:latin typeface="Consolas" panose="020B0609020204030204" pitchFamily="49" charset="0"/>
              </a:rPr>
              <a:t>abi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47B90"/>
                </a:solidFill>
                <a:latin typeface="Consolas" panose="020B0609020204030204" pitchFamily="49" charset="0"/>
              </a:rPr>
              <a:t>encodeWithSignature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"vote(uint256)"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    </a:t>
            </a:r>
            <a:r>
              <a:rPr lang="en-GB" dirty="0" err="1">
                <a:solidFill>
                  <a:srgbClr val="747B90"/>
                </a:solidFill>
                <a:latin typeface="Consolas" panose="020B0609020204030204" pitchFamily="49" charset="0"/>
              </a:rPr>
              <a:t>Assert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GB" dirty="0" err="1">
                <a:solidFill>
                  <a:srgbClr val="747B90"/>
                </a:solidFill>
                <a:latin typeface="Consolas" panose="020B0609020204030204" pitchFamily="49" charset="0"/>
              </a:rPr>
              <a:t>equal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success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GB" dirty="0">
                <a:solidFill>
                  <a:srgbClr val="747B9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A31515"/>
                </a:solidFill>
                <a:latin typeface="Consolas" panose="020B0609020204030204" pitchFamily="49" charset="0"/>
              </a:rPr>
              <a:t>"Voting with invalid option should fail"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b="1" dirty="0"/>
          </a:p>
          <a:p>
            <a:pPr marL="514350" indent="-514350">
              <a:lnSpc>
                <a:spcPct val="100000"/>
              </a:lnSpc>
              <a:buFont typeface="+mj-lt"/>
              <a:buAutoNum type="arabicPeriod" startAt="5"/>
            </a:pPr>
            <a:r>
              <a:rPr lang="en-GB" sz="3400" dirty="0"/>
              <a:t>Add tests to check each function.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 startAt="5"/>
            </a:pPr>
            <a:r>
              <a:rPr lang="en-GB" sz="3400" dirty="0"/>
              <a:t>Run the tests and ensure that all are passing.</a:t>
            </a:r>
          </a:p>
        </p:txBody>
      </p:sp>
    </p:spTree>
    <p:extLst>
      <p:ext uri="{BB962C8B-B14F-4D97-AF65-F5344CB8AC3E}">
        <p14:creationId xmlns:p14="http://schemas.microsoft.com/office/powerpoint/2010/main" val="45857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173D-9844-21E1-E9B1-9AFCE9CCC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0DFBEF7-D6C8-A51B-C8BC-5C0240D3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049FF22-7CE7-DFC7-3CC9-DAE02E83C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B35A4E9-A6FF-40DC-992E-F73449743FF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23AD345-CCDB-6E6E-A2AE-8E974B0E5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6C462C1-BA54-DE04-D126-346837316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32592E-5F81-3D73-1513-BC4F1038B5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There are multiple ways to handle data validation: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Old-school If-throw – obsolete since 0.4.13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Internal functions – good, reusable design pattern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𝑎𝑠𝑠𝑒𝑟𝑡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GB" sz="3400" dirty="0"/>
                  <a:t> functions – Consumes gas. Do NOT use for data validation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400" b="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𝑒𝑞𝑢𝑖𝑟𝑒</m:t>
                    </m:r>
                    <m:r>
                      <a:rPr lang="en-GB" sz="3400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GB" sz="3400" dirty="0"/>
                  <a:t> functions – preferred in most validation cases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Modifier functions – for reusable checks; impacts code readability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GB" sz="3400" i="1">
                        <a:latin typeface="Cambria Math" panose="02040503050406030204" pitchFamily="18" charset="0"/>
                      </a:rPr>
                      <m:t>𝑟𝑒𝑣𝑒𝑟𝑡</m:t>
                    </m:r>
                    <m:r>
                      <a:rPr lang="en-GB" sz="34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GB" sz="3400" dirty="0"/>
                  <a:t> functions – preferred for custom and complex conditions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32592E-5F81-3D73-1513-BC4F1038B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  <a:blipFill>
                <a:blip r:embed="rId3"/>
                <a:stretch>
                  <a:fillRect l="-1349" t="-236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7D875EE-A139-7232-416C-90AC8A1B3989}"/>
              </a:ext>
            </a:extLst>
          </p:cNvPr>
          <p:cNvSpPr txBox="1"/>
          <p:nvPr/>
        </p:nvSpPr>
        <p:spPr>
          <a:xfrm>
            <a:off x="6096000" y="1532587"/>
            <a:ext cx="586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dirty="0">
                <a:solidFill>
                  <a:srgbClr val="747B90"/>
                </a:solidFill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FD7E1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EB795B-8D29-7981-E827-66BE0909AEDD}"/>
              </a:ext>
            </a:extLst>
          </p:cNvPr>
          <p:cNvSpPr txBox="1"/>
          <p:nvPr/>
        </p:nvSpPr>
        <p:spPr>
          <a:xfrm>
            <a:off x="6095999" y="2198445"/>
            <a:ext cx="58674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_</a:t>
            </a:r>
            <a:r>
              <a:rPr lang="en-GB" sz="1600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validateOption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internal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"Invalid option!"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_</a:t>
            </a:r>
            <a:r>
              <a:rPr lang="en-GB" sz="1600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validateOption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9476B6-ECD4-147F-6A8A-58311913D829}"/>
              </a:ext>
            </a:extLst>
          </p:cNvPr>
          <p:cNvSpPr txBox="1"/>
          <p:nvPr/>
        </p:nvSpPr>
        <p:spPr>
          <a:xfrm>
            <a:off x="6095998" y="3602966"/>
            <a:ext cx="58674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assert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B1F969-C8B9-C2D3-1936-60BD6521CA30}"/>
              </a:ext>
            </a:extLst>
          </p:cNvPr>
          <p:cNvSpPr txBox="1"/>
          <p:nvPr/>
        </p:nvSpPr>
        <p:spPr>
          <a:xfrm>
            <a:off x="6095997" y="4272254"/>
            <a:ext cx="58674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"Invalid option!"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9757F1-0FBE-1737-5ED6-9C8C2922E041}"/>
              </a:ext>
            </a:extLst>
          </p:cNvPr>
          <p:cNvSpPr txBox="1"/>
          <p:nvPr/>
        </p:nvSpPr>
        <p:spPr>
          <a:xfrm>
            <a:off x="6095996" y="4938112"/>
            <a:ext cx="58674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modifier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validate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"Invalid option!"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_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validate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{}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21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5" grpId="0"/>
      <p:bldP spid="17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FBE21-D39C-B80A-D73A-012F2893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3B944E5-85AB-F2A6-3325-B880DF7BF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09081FC-4DE6-9390-136A-FC8B5EF95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81C0664-A48B-53A9-3037-686F849F6B0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Validation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8A92EE7-BFEF-7D8B-6503-7F185D654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FDF68FE-1E6A-AD02-5989-77C62EBFF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DF9F1D-A671-3D7C-DF1F-8C3A8C6D54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Using </a:t>
                </a:r>
                <a14:m>
                  <m:oMath xmlns:m="http://schemas.openxmlformats.org/officeDocument/2006/math">
                    <m:r>
                      <a:rPr lang="en-GB" sz="3400" i="1">
                        <a:latin typeface="Cambria Math" panose="02040503050406030204" pitchFamily="18" charset="0"/>
                      </a:rPr>
                      <m:t>𝑟𝑒𝑣𝑒𝑟𝑡</m:t>
                    </m:r>
                    <m:r>
                      <a:rPr lang="en-GB" sz="340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GB" sz="3400" dirty="0"/>
                  <a:t> function with custom errors are best used where the business logic is complex.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The keyword “error” is used to define a custom Type without incurring any gas cost, i.e. return a type rather than a string.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 dirty="0"/>
                  <a:t>When revert is called, EVM emits only a 4-byte ABI-encoded payload + the arguments.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DF9F1D-A671-3D7C-DF1F-8C3A8C6D5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  <a:blipFill>
                <a:blip r:embed="rId3"/>
                <a:stretch>
                  <a:fillRect l="-2178" t="-3242" r="-103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33641D3-FAB3-7E52-FB47-E3ABCD2E96CB}"/>
              </a:ext>
            </a:extLst>
          </p:cNvPr>
          <p:cNvSpPr txBox="1"/>
          <p:nvPr/>
        </p:nvSpPr>
        <p:spPr>
          <a:xfrm>
            <a:off x="6096000" y="1532587"/>
            <a:ext cx="5867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error Unauthorized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caller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error </a:t>
            </a:r>
            <a:r>
              <a:rPr lang="en-GB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InvalidOption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error </a:t>
            </a:r>
            <a:r>
              <a:rPr lang="en-GB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VotingComplete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</a:b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 err="1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sender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owner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revert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Unauthorized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 err="1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GB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sender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revert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InvalidOption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winnerAnnounced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revert</a:t>
            </a: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VotingComplete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2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53D4-3B30-B0A2-9B58-FAEE1EFB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41C2B32-52E1-609D-A6BD-B3DD77B4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C540879-816A-77F1-94F4-ABCA749A2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70BDB91-EF2C-9A38-1EEF-8983148491B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Events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80301F6-CA83-7DA7-5F3F-91C98C99E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02EC922-0682-1558-E91A-5E1B4A8C6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39AAE-B778-6CEB-6BD7-641D4DBC2C90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 previous lectures, we studied that Smart contracts execute functions that emit events.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This is where we see those events in action.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Their usage pattern is exactly like an error: keywork “event”, followed by event name and parameters.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Events are emitted after a function completes an operation successfully using “emit” keyword.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Other client applications can </a:t>
            </a:r>
            <a:r>
              <a:rPr lang="en-GB" sz="3400" i="1" dirty="0"/>
              <a:t>listen</a:t>
            </a:r>
            <a:r>
              <a:rPr lang="en-GB" sz="3400" dirty="0"/>
              <a:t> to these event types to choose when and what data from blockchain to read.</a:t>
            </a:r>
          </a:p>
        </p:txBody>
      </p:sp>
    </p:spTree>
    <p:extLst>
      <p:ext uri="{BB962C8B-B14F-4D97-AF65-F5344CB8AC3E}">
        <p14:creationId xmlns:p14="http://schemas.microsoft.com/office/powerpoint/2010/main" val="3449421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DDAE-1443-0A95-C2F9-C1286DB52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E775CC6-E216-98E4-A182-AD2F4075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02514C0-8B78-4D24-3092-8D49F48CC3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44990A9-5FBF-B0D4-C6E2-454E0393CE0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Events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E9843FE-EAC3-02AF-BA58-5B137C654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38E9DD1-99B0-09FD-807E-BD0CD1B79B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539F9-6487-12AC-355B-40B96834500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58756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In previous lectures, we studied that Smart contracts execute functions that emit events. We now use them.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Their usage pattern is exactly like an error: keywork “event”, followed by event name and parameters.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Events are emitted after a function completes an operation successfully using “emit” keyword.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purpose of events is to let applications </a:t>
            </a:r>
            <a:r>
              <a:rPr lang="en-GB" sz="3400" i="1" dirty="0"/>
              <a:t>listen</a:t>
            </a:r>
            <a:r>
              <a:rPr lang="en-GB" sz="3400" dirty="0"/>
              <a:t> to certain important happenings (event types) selectively.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6A9A2D-021C-21E1-65D4-681EFC78F91A}"/>
              </a:ext>
            </a:extLst>
          </p:cNvPr>
          <p:cNvSpPr txBox="1"/>
          <p:nvPr/>
        </p:nvSpPr>
        <p:spPr>
          <a:xfrm>
            <a:off x="6096000" y="1511409"/>
            <a:ext cx="5867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contract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Voter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option1Votes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option2Votes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option3Votes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Voted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voter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</a:b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uint8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18BC9C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"Invalid option!"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    option1Votes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option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    option2Votes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else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    option3Votes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Voted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dirty="0" err="1">
                <a:solidFill>
                  <a:srgbClr val="2C3E5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GB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dirty="0" err="1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sender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 option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600" b="0" dirty="0">
                <a:solidFill>
                  <a:srgbClr val="747B9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sz="1600" b="0" dirty="0">
              <a:solidFill>
                <a:srgbClr val="747B90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sz="1600" dirty="0">
              <a:solidFill>
                <a:srgbClr val="747B9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690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FF54-65D6-1101-8689-59D6B2168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16B430-DC6D-D8D6-6006-1F8C2DB8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9B3E083-BF05-F548-57D4-BBBF99014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587FA37-B077-CBF3-ADFF-500DEE30BC6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Best Practices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2E8B253A-0AA0-1FD8-6BE8-051300220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8069EF9-E595-B171-3B01-871E38F7C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5DE90-96F4-3BEC-83AF-EC06B03F47F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Always keep in mind the two pain points of Smart contracts: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200" dirty="0"/>
              <a:t>They are immutable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200" dirty="0"/>
              <a:t>They consume gas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Maximize the use of Integer for all calculations.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Avoid dynamic data types.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Beware of global variable “</a:t>
            </a:r>
            <a:r>
              <a:rPr lang="en-GB" sz="3400" dirty="0" err="1"/>
              <a:t>block.timestamp</a:t>
            </a:r>
            <a:r>
              <a:rPr lang="en-GB" sz="3400" dirty="0"/>
              <a:t>”. Its accuracy is within seconds. In fact, use block numbers where you can.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When using multiple modifier functions, be mindful of the sequence.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For hashing, use Keccak256. It’s secure and space efficient.</a:t>
            </a:r>
          </a:p>
        </p:txBody>
      </p:sp>
    </p:spTree>
    <p:extLst>
      <p:ext uri="{BB962C8B-B14F-4D97-AF65-F5344CB8AC3E}">
        <p14:creationId xmlns:p14="http://schemas.microsoft.com/office/powerpoint/2010/main" val="427120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30FE3-D166-A113-366A-BB2F9A1BB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3CA165-3084-967B-2B78-71F22B95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97AF275-8F29-38E6-31B1-4BA960AAE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653AC63-7F0F-F363-B22F-135C2842133F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Best Practices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5D9308E-CB51-3A2D-15C5-6D92F4431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9553B96-D923-9315-D388-0764848E1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7D3A9-798E-EE4F-7732-C9ADCA2BDE3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2910661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Avoid reinventing the wheel. </a:t>
            </a:r>
            <a:r>
              <a:rPr lang="en-GB" sz="3400" dirty="0" err="1"/>
              <a:t>OpenZeppelin</a:t>
            </a:r>
            <a:r>
              <a:rPr lang="en-GB" sz="3400" dirty="0"/>
              <a:t> offers a broad range of ready-to-use libraries.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following contract automatically provides common ERC20 token functions and events, as well as allow enforcing rules.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Ownable: makes the deployer the owner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Pausable</a:t>
            </a:r>
            <a:r>
              <a:rPr lang="en-GB" sz="3400" dirty="0"/>
              <a:t>: allows pausing/resuming transactions (handy during attacks)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 err="1"/>
              <a:t>AccessControl</a:t>
            </a:r>
            <a:r>
              <a:rPr lang="en-GB" sz="3400" dirty="0"/>
              <a:t> helps in checking user roles when </a:t>
            </a:r>
            <a:r>
              <a:rPr lang="en-GB" sz="3400"/>
              <a:t>calling functions</a:t>
            </a:r>
            <a:endParaRPr lang="en-GB" sz="3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39C26-03BE-695D-45E6-5E51719485FD}"/>
              </a:ext>
            </a:extLst>
          </p:cNvPr>
          <p:cNvSpPr txBox="1"/>
          <p:nvPr/>
        </p:nvSpPr>
        <p:spPr>
          <a:xfrm>
            <a:off x="214767" y="4444091"/>
            <a:ext cx="117430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"@</a:t>
            </a:r>
            <a:r>
              <a:rPr lang="en-US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openzeppelin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/contracts/token/ERC20/ERC20.sol"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b="0" dirty="0">
              <a:solidFill>
                <a:srgbClr val="747B9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"@</a:t>
            </a:r>
            <a:r>
              <a:rPr lang="en-US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openzeppelin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/contracts/access/</a:t>
            </a:r>
            <a:r>
              <a:rPr lang="en-US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Ownable.sol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b="0" dirty="0">
              <a:solidFill>
                <a:srgbClr val="747B9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"@</a:t>
            </a:r>
            <a:r>
              <a:rPr lang="en-US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openzeppelin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/contracts/security/</a:t>
            </a:r>
            <a:r>
              <a:rPr lang="en-US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Pausable.sol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b="0" dirty="0">
              <a:solidFill>
                <a:srgbClr val="747B9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"@</a:t>
            </a:r>
            <a:r>
              <a:rPr lang="en-US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openzeppelin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/contracts/access/</a:t>
            </a:r>
            <a:r>
              <a:rPr lang="en-US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AccessControl.sol</a:t>
            </a:r>
            <a:r>
              <a:rPr lang="en-US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b="0" dirty="0">
              <a:solidFill>
                <a:srgbClr val="747B9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747B90"/>
              </a:solidFill>
              <a:effectLst/>
              <a:latin typeface="Menlo" panose="020B060903080402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contract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KIET </a:t>
            </a:r>
            <a:r>
              <a:rPr lang="en-US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ERC20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Ownable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Pausable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 err="1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AccessControl</a:t>
            </a:r>
            <a:r>
              <a:rPr lang="en-US" b="0" dirty="0">
                <a:solidFill>
                  <a:srgbClr val="747B9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b="0" dirty="0">
              <a:solidFill>
                <a:srgbClr val="747B9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11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3FDE-01C4-31C9-6840-D06B6D55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0EFBA7-025F-740A-625E-703D57EF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971249-3503-E348-73E4-428615A55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0FE282B-A8E5-9667-3952-11D8E2AEBDD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Activity 5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BA2329B-8D3A-D601-AD55-88A265A99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84EB53B-CEE2-3122-2186-D0E4E6C76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2D59-559F-841E-6F2C-7A803969B81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Write a Solidity smart contract that allows users to register themselves as candidates and other users vote for them by choosing candidate number.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Workflow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GB" sz="3200" dirty="0">
                <a:solidFill>
                  <a:srgbClr val="00B050"/>
                </a:solidFill>
              </a:rPr>
              <a:t>The contract deployer defines the number of candidates required to begin voting, as well as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GB" sz="3200" dirty="0">
                <a:solidFill>
                  <a:srgbClr val="00B050"/>
                </a:solidFill>
              </a:rPr>
              <a:t>Voting does not start until all proposals are submitted.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GB" sz="3200" dirty="0">
                <a:solidFill>
                  <a:srgbClr val="0070C0"/>
                </a:solidFill>
              </a:rPr>
              <a:t>Same user cannot submit two proposals, nor cast two votes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GB" sz="3200" dirty="0">
                <a:solidFill>
                  <a:srgbClr val="0070C0"/>
                </a:solidFill>
              </a:rPr>
              <a:t>A user who submitted a proposal cannot vote.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GB" sz="3200" dirty="0">
                <a:solidFill>
                  <a:srgbClr val="C00000"/>
                </a:solidFill>
              </a:rPr>
              <a:t>Same proposal cannot be submitted twice.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GB" sz="3200" dirty="0">
                <a:solidFill>
                  <a:srgbClr val="C00000"/>
                </a:solidFill>
              </a:rPr>
              <a:t>Setup voting stages: Not Started </a:t>
            </a:r>
            <a:r>
              <a:rPr lang="en-GB" sz="3200" dirty="0">
                <a:solidFill>
                  <a:srgbClr val="C00000"/>
                </a:solidFill>
                <a:sym typeface="Wingdings" panose="05000000000000000000" pitchFamily="2" charset="2"/>
              </a:rPr>
              <a:t> </a:t>
            </a:r>
            <a:r>
              <a:rPr lang="en-GB" sz="3200" dirty="0">
                <a:solidFill>
                  <a:srgbClr val="C00000"/>
                </a:solidFill>
              </a:rPr>
              <a:t>Proposing </a:t>
            </a:r>
            <a:r>
              <a:rPr lang="en-GB" sz="3200" dirty="0">
                <a:solidFill>
                  <a:srgbClr val="C00000"/>
                </a:solidFill>
                <a:sym typeface="Wingdings" panose="05000000000000000000" pitchFamily="2" charset="2"/>
              </a:rPr>
              <a:t> </a:t>
            </a:r>
            <a:r>
              <a:rPr lang="en-GB" sz="3200" dirty="0">
                <a:solidFill>
                  <a:srgbClr val="C00000"/>
                </a:solidFill>
              </a:rPr>
              <a:t>Voting </a:t>
            </a:r>
            <a:r>
              <a:rPr lang="en-GB" sz="3200" dirty="0">
                <a:solidFill>
                  <a:srgbClr val="C00000"/>
                </a:solidFill>
                <a:sym typeface="Wingdings" pitchFamily="2" charset="2"/>
              </a:rPr>
              <a:t> Complete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lphaLcPeriod"/>
            </a:pPr>
            <a:r>
              <a:rPr lang="en-GB" sz="3200" dirty="0">
                <a:solidFill>
                  <a:srgbClr val="C00000"/>
                </a:solidFill>
              </a:rPr>
              <a:t>Winner is announced only by contract deployer. In case of a tie, the winner will the candidate who received majority votes first.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Perform unit testing for all the given conditions.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 dirty="0"/>
              <a:t>Invoke events whenever the contract moves from one state to another.</a:t>
            </a:r>
          </a:p>
        </p:txBody>
      </p:sp>
    </p:spTree>
    <p:extLst>
      <p:ext uri="{BB962C8B-B14F-4D97-AF65-F5344CB8AC3E}">
        <p14:creationId xmlns:p14="http://schemas.microsoft.com/office/powerpoint/2010/main" val="1581582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1373</TotalTime>
  <Words>1946</Words>
  <Application>Microsoft Office PowerPoint</Application>
  <PresentationFormat>Widescreen</PresentationFormat>
  <Paragraphs>211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Biome Light</vt:lpstr>
      <vt:lpstr>Calibri</vt:lpstr>
      <vt:lpstr>Calibri Light</vt:lpstr>
      <vt:lpstr>Cambria Math</vt:lpstr>
      <vt:lpstr>Consolas</vt:lpstr>
      <vt:lpstr>Menlo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2025-11-30T13:59:32Z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