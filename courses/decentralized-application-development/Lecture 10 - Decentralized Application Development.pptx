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03" r:id="rId5"/>
    <p:sldId id="2462" r:id="rId6"/>
    <p:sldId id="2600" r:id="rId7"/>
    <p:sldId id="2630" r:id="rId8"/>
    <p:sldId id="2631" r:id="rId9"/>
    <p:sldId id="2632" r:id="rId10"/>
    <p:sldId id="2634" r:id="rId11"/>
    <p:sldId id="2633" r:id="rId12"/>
    <p:sldId id="2589" r:id="rId13"/>
    <p:sldId id="24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5C372-E75F-4140-BAEA-055F7693EB0C}" v="7" dt="2025-12-18T10:25:42.839"/>
    <p1510:client id="{B0B9207F-9830-4712-9515-ACB7AC208BB0}" v="277" dt="2025-12-18T09:19:46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4" autoAdjust="0"/>
    <p:restoredTop sz="91005" autoAdjust="0"/>
  </p:normalViewPr>
  <p:slideViewPr>
    <p:cSldViewPr snapToGrid="0">
      <p:cViewPr varScale="1">
        <p:scale>
          <a:sx n="93" d="100"/>
          <a:sy n="93" d="100"/>
        </p:scale>
        <p:origin x="966" y="30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">
      <pc:chgData name="Owais Ahmed" userId="6abc7d4556b3b071" providerId="LiveId" clId="{641304C9-537E-56B8-9D3B-F295291B91EB}" dt="2025-12-18T10:25:42.890" v="8333" actId="27636"/>
      <pc:docMkLst>
        <pc:docMk/>
      </pc:docMkLst>
      <pc:sldChg chg="modSp mod">
        <pc:chgData name="Owais Ahmed" userId="6abc7d4556b3b071" providerId="LiveId" clId="{641304C9-537E-56B8-9D3B-F295291B91EB}" dt="2025-12-18T09:26:04.775" v="8320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2-18T09:26:04.775" v="832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641304C9-537E-56B8-9D3B-F295291B91EB}" dt="2025-12-18T09:26:52.984" v="8331" actId="20577"/>
        <pc:sldMkLst>
          <pc:docMk/>
          <pc:sldMk cId="1909667286" sldId="2633"/>
        </pc:sldMkLst>
        <pc:spChg chg="mod">
          <ac:chgData name="Owais Ahmed" userId="6abc7d4556b3b071" providerId="LiveId" clId="{641304C9-537E-56B8-9D3B-F295291B91EB}" dt="2025-12-18T09:26:52.984" v="8331" actId="20577"/>
          <ac:spMkLst>
            <pc:docMk/>
            <pc:sldMk cId="1909667286" sldId="2633"/>
            <ac:spMk id="3" creationId="{96899ACC-6358-7304-F867-34AB6C4F7CB5}"/>
          </ac:spMkLst>
        </pc:spChg>
      </pc:sldChg>
      <pc:sldChg chg="modSp mod modAnim">
        <pc:chgData name="Owais Ahmed" userId="6abc7d4556b3b071" providerId="LiveId" clId="{641304C9-537E-56B8-9D3B-F295291B91EB}" dt="2025-12-18T10:25:42.890" v="8333" actId="27636"/>
        <pc:sldMkLst>
          <pc:docMk/>
          <pc:sldMk cId="531446762" sldId="2634"/>
        </pc:sldMkLst>
        <pc:spChg chg="mod">
          <ac:chgData name="Owais Ahmed" userId="6abc7d4556b3b071" providerId="LiveId" clId="{641304C9-537E-56B8-9D3B-F295291B91EB}" dt="2025-12-18T10:25:42.890" v="8333" actId="27636"/>
          <ac:spMkLst>
            <pc:docMk/>
            <pc:sldMk cId="531446762" sldId="2634"/>
            <ac:spMk id="3" creationId="{8013496F-464D-1084-A4DF-3FB2D0A8BB51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5-12-18T13:48:38.799" v="51346" actId="20577"/>
      <pc:docMkLst>
        <pc:docMk/>
      </pc:docMkLst>
      <pc:sldChg chg="modSp mod">
        <pc:chgData name="Owais Ahmed" userId="6abc7d4556b3b071" providerId="LiveId" clId="{D0A51F83-B713-4A4D-8105-C75936B8E1D2}" dt="2025-12-18T09:20:02.560" v="51096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2-18T09:20:02.560" v="5109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">
        <pc:chgData name="Owais Ahmed" userId="6abc7d4556b3b071" providerId="LiveId" clId="{D0A51F83-B713-4A4D-8105-C75936B8E1D2}" dt="2025-12-18T09:04:23.677" v="50506" actId="47"/>
        <pc:sldMkLst>
          <pc:docMk/>
          <pc:sldMk cId="2775633034" sldId="2491"/>
        </pc:sldMkLst>
      </pc:sldChg>
      <pc:sldChg chg="modSp add del">
        <pc:chgData name="Owais Ahmed" userId="6abc7d4556b3b071" providerId="LiveId" clId="{D0A51F83-B713-4A4D-8105-C75936B8E1D2}" dt="2025-12-18T09:04:23.677" v="50506" actId="47"/>
        <pc:sldMkLst>
          <pc:docMk/>
          <pc:sldMk cId="3034132303" sldId="2493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1677681637" sldId="2494"/>
        </pc:sldMkLst>
      </pc:sldChg>
      <pc:sldChg chg="modSp add del mod modNotesTx">
        <pc:chgData name="Owais Ahmed" userId="6abc7d4556b3b071" providerId="LiveId" clId="{D0A51F83-B713-4A4D-8105-C75936B8E1D2}" dt="2025-12-18T09:04:23.677" v="50506" actId="47"/>
        <pc:sldMkLst>
          <pc:docMk/>
          <pc:sldMk cId="1186741925" sldId="2495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3291936064" sldId="2497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1756921486" sldId="2498"/>
        </pc:sldMkLst>
      </pc:sldChg>
      <pc:sldChg chg="modSp add del mod modAnim">
        <pc:chgData name="Owais Ahmed" userId="6abc7d4556b3b071" providerId="LiveId" clId="{D0A51F83-B713-4A4D-8105-C75936B8E1D2}" dt="2025-12-18T09:04:23.677" v="50506" actId="47"/>
        <pc:sldMkLst>
          <pc:docMk/>
          <pc:sldMk cId="372248622" sldId="2499"/>
        </pc:sldMkLst>
      </pc:sldChg>
      <pc:sldChg chg="modSp add del">
        <pc:chgData name="Owais Ahmed" userId="6abc7d4556b3b071" providerId="LiveId" clId="{D0A51F83-B713-4A4D-8105-C75936B8E1D2}" dt="2025-12-18T09:04:23.677" v="50506" actId="47"/>
        <pc:sldMkLst>
          <pc:docMk/>
          <pc:sldMk cId="1825141485" sldId="2500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4172166837" sldId="2501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418703909" sldId="2502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3713406757" sldId="2505"/>
        </pc:sldMkLst>
      </pc:sldChg>
      <pc:sldChg chg="modSp add del mod modAnim">
        <pc:chgData name="Owais Ahmed" userId="6abc7d4556b3b071" providerId="LiveId" clId="{D0A51F83-B713-4A4D-8105-C75936B8E1D2}" dt="2025-12-18T09:04:29.336" v="50508" actId="47"/>
        <pc:sldMkLst>
          <pc:docMk/>
          <pc:sldMk cId="441795695" sldId="2506"/>
        </pc:sldMkLst>
      </pc:sldChg>
      <pc:sldChg chg="add del">
        <pc:chgData name="Owais Ahmed" userId="6abc7d4556b3b071" providerId="LiveId" clId="{D0A51F83-B713-4A4D-8105-C75936B8E1D2}" dt="2025-12-18T09:04:27.721" v="50507" actId="47"/>
        <pc:sldMkLst>
          <pc:docMk/>
          <pc:sldMk cId="1002837735" sldId="2508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4215123896" sldId="2509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3077276576" sldId="2510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2740714296" sldId="2511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3676992272" sldId="2512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2716243796" sldId="2513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1408468701" sldId="2514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2866347295" sldId="2516"/>
        </pc:sldMkLst>
      </pc:sldChg>
      <pc:sldChg chg="add del">
        <pc:chgData name="Owais Ahmed" userId="6abc7d4556b3b071" providerId="LiveId" clId="{D0A51F83-B713-4A4D-8105-C75936B8E1D2}" dt="2025-12-18T09:04:27.721" v="50507" actId="47"/>
        <pc:sldMkLst>
          <pc:docMk/>
          <pc:sldMk cId="1892557797" sldId="2517"/>
        </pc:sldMkLst>
      </pc:sldChg>
      <pc:sldChg chg="add del">
        <pc:chgData name="Owais Ahmed" userId="6abc7d4556b3b071" providerId="LiveId" clId="{D0A51F83-B713-4A4D-8105-C75936B8E1D2}" dt="2025-12-18T09:04:23.677" v="50506" actId="47"/>
        <pc:sldMkLst>
          <pc:docMk/>
          <pc:sldMk cId="4234645012" sldId="2519"/>
        </pc:sldMkLst>
      </pc:sldChg>
      <pc:sldChg chg="addSp delSp modSp add del modAnim">
        <pc:chgData name="Owais Ahmed" userId="6abc7d4556b3b071" providerId="LiveId" clId="{D0A51F83-B713-4A4D-8105-C75936B8E1D2}" dt="2025-12-18T09:04:27.721" v="50507" actId="47"/>
        <pc:sldMkLst>
          <pc:docMk/>
          <pc:sldMk cId="3876370788" sldId="2522"/>
        </pc:sldMkLst>
      </pc:sldChg>
      <pc:sldChg chg="add del">
        <pc:chgData name="Owais Ahmed" userId="6abc7d4556b3b071" providerId="LiveId" clId="{D0A51F83-B713-4A4D-8105-C75936B8E1D2}" dt="2025-12-18T09:04:27.721" v="50507" actId="47"/>
        <pc:sldMkLst>
          <pc:docMk/>
          <pc:sldMk cId="440389690" sldId="2523"/>
        </pc:sldMkLst>
      </pc:sldChg>
      <pc:sldChg chg="add del">
        <pc:chgData name="Owais Ahmed" userId="6abc7d4556b3b071" providerId="LiveId" clId="{D0A51F83-B713-4A4D-8105-C75936B8E1D2}" dt="2025-12-18T09:04:27.721" v="50507" actId="47"/>
        <pc:sldMkLst>
          <pc:docMk/>
          <pc:sldMk cId="2015937632" sldId="2524"/>
        </pc:sldMkLst>
      </pc:sldChg>
      <pc:sldChg chg="add del">
        <pc:chgData name="Owais Ahmed" userId="6abc7d4556b3b071" providerId="LiveId" clId="{D0A51F83-B713-4A4D-8105-C75936B8E1D2}" dt="2025-12-18T09:04:27.721" v="50507" actId="47"/>
        <pc:sldMkLst>
          <pc:docMk/>
          <pc:sldMk cId="668053221" sldId="2525"/>
        </pc:sldMkLst>
      </pc:sldChg>
      <pc:sldChg chg="add del">
        <pc:chgData name="Owais Ahmed" userId="6abc7d4556b3b071" providerId="LiveId" clId="{D0A51F83-B713-4A4D-8105-C75936B8E1D2}" dt="2025-12-18T09:04:27.721" v="50507" actId="47"/>
        <pc:sldMkLst>
          <pc:docMk/>
          <pc:sldMk cId="1874986722" sldId="2527"/>
        </pc:sldMkLst>
      </pc:sldChg>
      <pc:sldChg chg="add del">
        <pc:chgData name="Owais Ahmed" userId="6abc7d4556b3b071" providerId="LiveId" clId="{D0A51F83-B713-4A4D-8105-C75936B8E1D2}" dt="2025-12-18T09:04:29.914" v="50509" actId="47"/>
        <pc:sldMkLst>
          <pc:docMk/>
          <pc:sldMk cId="3210216802" sldId="2528"/>
        </pc:sldMkLst>
      </pc:sldChg>
      <pc:sldChg chg="modSp add mod modAnim modNotesTx">
        <pc:chgData name="Owais Ahmed" userId="6abc7d4556b3b071" providerId="LiveId" clId="{D0A51F83-B713-4A4D-8105-C75936B8E1D2}" dt="2025-12-18T13:48:38.799" v="51346" actId="20577"/>
        <pc:sldMkLst>
          <pc:docMk/>
          <pc:sldMk cId="1581582830" sldId="2589"/>
        </pc:sldMkLst>
        <pc:spChg chg="mod">
          <ac:chgData name="Owais Ahmed" userId="6abc7d4556b3b071" providerId="LiveId" clId="{D0A51F83-B713-4A4D-8105-C75936B8E1D2}" dt="2025-12-18T13:48:38.799" v="51346" actId="20577"/>
          <ac:spMkLst>
            <pc:docMk/>
            <pc:sldMk cId="1581582830" sldId="2589"/>
            <ac:spMk id="3" creationId="{81D92D59-559F-841E-6F2C-7A803969B811}"/>
          </ac:spMkLst>
        </pc:spChg>
        <pc:spChg chg="mod">
          <ac:chgData name="Owais Ahmed" userId="6abc7d4556b3b071" providerId="LiveId" clId="{D0A51F83-B713-4A4D-8105-C75936B8E1D2}" dt="2025-12-18T13:46:38.608" v="51106" actId="20577"/>
          <ac:spMkLst>
            <pc:docMk/>
            <pc:sldMk cId="1581582830" sldId="2589"/>
            <ac:spMk id="215" creationId="{10FE282B-A8E5-9667-3952-11D8E2AEBDD3}"/>
          </ac:spMkLst>
        </pc:spChg>
      </pc:sldChg>
      <pc:sldChg chg="modSp add mod modAnim modNotesTx">
        <pc:chgData name="Owais Ahmed" userId="6abc7d4556b3b071" providerId="LiveId" clId="{D0A51F83-B713-4A4D-8105-C75936B8E1D2}" dt="2025-12-05T18:00:20.907" v="46974" actId="20577"/>
        <pc:sldMkLst>
          <pc:docMk/>
          <pc:sldMk cId="4050993620" sldId="2600"/>
        </pc:sldMkLst>
        <pc:spChg chg="mod">
          <ac:chgData name="Owais Ahmed" userId="6abc7d4556b3b071" providerId="LiveId" clId="{D0A51F83-B713-4A4D-8105-C75936B8E1D2}" dt="2025-12-05T18:00:20.907" v="46974" actId="20577"/>
          <ac:spMkLst>
            <pc:docMk/>
            <pc:sldMk cId="4050993620" sldId="2600"/>
            <ac:spMk id="3" creationId="{6AC14122-E486-7AFB-C42F-6774F29A59FE}"/>
          </ac:spMkLst>
        </pc:spChg>
      </pc:sldChg>
      <pc:sldChg chg="modSp add del">
        <pc:chgData name="Owais Ahmed" userId="6abc7d4556b3b071" providerId="LiveId" clId="{D0A51F83-B713-4A4D-8105-C75936B8E1D2}" dt="2025-12-18T09:04:23.677" v="50506" actId="47"/>
        <pc:sldMkLst>
          <pc:docMk/>
          <pc:sldMk cId="2090914717" sldId="2629"/>
        </pc:sldMkLst>
      </pc:sldChg>
      <pc:sldChg chg="addSp delSp modSp add mod modAnim chgLayout modNotesTx">
        <pc:chgData name="Owais Ahmed" userId="6abc7d4556b3b071" providerId="LiveId" clId="{D0A51F83-B713-4A4D-8105-C75936B8E1D2}" dt="2025-12-05T19:03:36.606" v="48520" actId="20577"/>
        <pc:sldMkLst>
          <pc:docMk/>
          <pc:sldMk cId="1835135804" sldId="2630"/>
        </pc:sldMkLst>
        <pc:spChg chg="mod ord">
          <ac:chgData name="Owais Ahmed" userId="6abc7d4556b3b071" providerId="LiveId" clId="{D0A51F83-B713-4A4D-8105-C75936B8E1D2}" dt="2025-12-05T19:02:29.666" v="48497" actId="6264"/>
          <ac:spMkLst>
            <pc:docMk/>
            <pc:sldMk cId="1835135804" sldId="2630"/>
            <ac:spMk id="2" creationId="{8DC7818E-00B5-2C90-6092-34FA823C03B5}"/>
          </ac:spMkLst>
        </pc:spChg>
        <pc:spChg chg="mod">
          <ac:chgData name="Owais Ahmed" userId="6abc7d4556b3b071" providerId="LiveId" clId="{D0A51F83-B713-4A4D-8105-C75936B8E1D2}" dt="2025-12-05T19:03:36.606" v="48520" actId="20577"/>
          <ac:spMkLst>
            <pc:docMk/>
            <pc:sldMk cId="1835135804" sldId="2630"/>
            <ac:spMk id="3" creationId="{9E1A9A81-5714-8307-C58B-6E0793F64175}"/>
          </ac:spMkLst>
        </pc:spChg>
        <pc:spChg chg="mod">
          <ac:chgData name="Owais Ahmed" userId="6abc7d4556b3b071" providerId="LiveId" clId="{D0A51F83-B713-4A4D-8105-C75936B8E1D2}" dt="2025-12-05T18:22:54.368" v="47176" actId="20577"/>
          <ac:spMkLst>
            <pc:docMk/>
            <pc:sldMk cId="1835135804" sldId="2630"/>
            <ac:spMk id="215" creationId="{EEE31FB0-7426-4087-796D-E04A4833AE0C}"/>
          </ac:spMkLst>
        </pc:spChg>
      </pc:sldChg>
      <pc:sldChg chg="addSp modSp add mod modAnim">
        <pc:chgData name="Owais Ahmed" userId="6abc7d4556b3b071" providerId="LiveId" clId="{D0A51F83-B713-4A4D-8105-C75936B8E1D2}" dt="2025-12-05T19:00:18.652" v="48476"/>
        <pc:sldMkLst>
          <pc:docMk/>
          <pc:sldMk cId="3827634835" sldId="2631"/>
        </pc:sldMkLst>
        <pc:spChg chg="mod">
          <ac:chgData name="Owais Ahmed" userId="6abc7d4556b3b071" providerId="LiveId" clId="{D0A51F83-B713-4A4D-8105-C75936B8E1D2}" dt="2025-12-05T18:53:14.958" v="48426" actId="14100"/>
          <ac:spMkLst>
            <pc:docMk/>
            <pc:sldMk cId="3827634835" sldId="2631"/>
            <ac:spMk id="3" creationId="{041BF42C-9C7D-AAFA-E554-16DB3559FFC7}"/>
          </ac:spMkLst>
        </pc:spChg>
        <pc:picChg chg="mod">
          <ac:chgData name="Owais Ahmed" userId="6abc7d4556b3b071" providerId="LiveId" clId="{D0A51F83-B713-4A4D-8105-C75936B8E1D2}" dt="2025-12-05T18:58:37.105" v="48430" actId="1076"/>
          <ac:picMkLst>
            <pc:docMk/>
            <pc:sldMk cId="3827634835" sldId="2631"/>
            <ac:picMk id="5" creationId="{0147861D-F76A-4078-8AC2-91A8AE9BD999}"/>
          </ac:picMkLst>
        </pc:picChg>
      </pc:sldChg>
      <pc:sldChg chg="add del">
        <pc:chgData name="Owais Ahmed" userId="6abc7d4556b3b071" providerId="LiveId" clId="{D0A51F83-B713-4A4D-8105-C75936B8E1D2}" dt="2025-12-18T09:05:43.792" v="50547" actId="47"/>
        <pc:sldMkLst>
          <pc:docMk/>
          <pc:sldMk cId="2546238716" sldId="2632"/>
        </pc:sldMkLst>
      </pc:sldChg>
      <pc:sldChg chg="modSp add del mod ord modAnim">
        <pc:chgData name="Owais Ahmed" userId="6abc7d4556b3b071" providerId="LiveId" clId="{D0A51F83-B713-4A4D-8105-C75936B8E1D2}" dt="2025-12-18T09:04:23.677" v="50506" actId="47"/>
        <pc:sldMkLst>
          <pc:docMk/>
          <pc:sldMk cId="3255803349" sldId="2632"/>
        </pc:sldMkLst>
      </pc:sldChg>
      <pc:sldChg chg="modSp add mod modAnim modNotesTx">
        <pc:chgData name="Owais Ahmed" userId="6abc7d4556b3b071" providerId="LiveId" clId="{D0A51F83-B713-4A4D-8105-C75936B8E1D2}" dt="2025-12-18T09:18:19.568" v="50951" actId="27636"/>
        <pc:sldMkLst>
          <pc:docMk/>
          <pc:sldMk cId="4114425339" sldId="2632"/>
        </pc:sldMkLst>
        <pc:spChg chg="mod">
          <ac:chgData name="Owais Ahmed" userId="6abc7d4556b3b071" providerId="LiveId" clId="{D0A51F83-B713-4A4D-8105-C75936B8E1D2}" dt="2025-12-18T09:18:19.568" v="50951" actId="27636"/>
          <ac:spMkLst>
            <pc:docMk/>
            <pc:sldMk cId="4114425339" sldId="2632"/>
            <ac:spMk id="3" creationId="{997E6846-CF03-923F-F35C-27B340F31B6B}"/>
          </ac:spMkLst>
        </pc:spChg>
        <pc:spChg chg="mod">
          <ac:chgData name="Owais Ahmed" userId="6abc7d4556b3b071" providerId="LiveId" clId="{D0A51F83-B713-4A4D-8105-C75936B8E1D2}" dt="2025-12-18T09:05:52.292" v="50582" actId="20577"/>
          <ac:spMkLst>
            <pc:docMk/>
            <pc:sldMk cId="4114425339" sldId="2632"/>
            <ac:spMk id="215" creationId="{0E3CD4C1-EA29-C4CF-F649-A3A248088149}"/>
          </ac:spMkLst>
        </pc:spChg>
      </pc:sldChg>
      <pc:sldChg chg="modSp add del mod ord modAnim">
        <pc:chgData name="Owais Ahmed" userId="6abc7d4556b3b071" providerId="LiveId" clId="{D0A51F83-B713-4A4D-8105-C75936B8E1D2}" dt="2025-12-18T09:04:23.677" v="50506" actId="47"/>
        <pc:sldMkLst>
          <pc:docMk/>
          <pc:sldMk cId="869386458" sldId="2633"/>
        </pc:sldMkLst>
      </pc:sldChg>
      <pc:sldChg chg="modSp add mod modAnim modNotesTx">
        <pc:chgData name="Owais Ahmed" userId="6abc7d4556b3b071" providerId="LiveId" clId="{D0A51F83-B713-4A4D-8105-C75936B8E1D2}" dt="2025-12-18T09:19:46.280" v="51087"/>
        <pc:sldMkLst>
          <pc:docMk/>
          <pc:sldMk cId="1909667286" sldId="2633"/>
        </pc:sldMkLst>
        <pc:spChg chg="mod">
          <ac:chgData name="Owais Ahmed" userId="6abc7d4556b3b071" providerId="LiveId" clId="{D0A51F83-B713-4A4D-8105-C75936B8E1D2}" dt="2025-12-18T09:19:33.335" v="51086" actId="27636"/>
          <ac:spMkLst>
            <pc:docMk/>
            <pc:sldMk cId="1909667286" sldId="2633"/>
            <ac:spMk id="3" creationId="{96899ACC-6358-7304-F867-34AB6C4F7CB5}"/>
          </ac:spMkLst>
        </pc:spChg>
        <pc:spChg chg="mod">
          <ac:chgData name="Owais Ahmed" userId="6abc7d4556b3b071" providerId="LiveId" clId="{D0A51F83-B713-4A4D-8105-C75936B8E1D2}" dt="2025-12-18T09:10:27.600" v="50620" actId="20577"/>
          <ac:spMkLst>
            <pc:docMk/>
            <pc:sldMk cId="1909667286" sldId="2633"/>
            <ac:spMk id="215" creationId="{E5FFCD1F-0B57-CC21-52CC-D291FC713BD9}"/>
          </ac:spMkLst>
        </pc:spChg>
      </pc:sldChg>
      <pc:sldChg chg="modSp add mod modAnim modNotesTx">
        <pc:chgData name="Owais Ahmed" userId="6abc7d4556b3b071" providerId="LiveId" clId="{D0A51F83-B713-4A4D-8105-C75936B8E1D2}" dt="2025-12-18T09:18:48.753" v="51063" actId="20577"/>
        <pc:sldMkLst>
          <pc:docMk/>
          <pc:sldMk cId="531446762" sldId="2634"/>
        </pc:sldMkLst>
        <pc:spChg chg="mod">
          <ac:chgData name="Owais Ahmed" userId="6abc7d4556b3b071" providerId="LiveId" clId="{D0A51F83-B713-4A4D-8105-C75936B8E1D2}" dt="2025-12-18T09:18:25.475" v="50953" actId="27636"/>
          <ac:spMkLst>
            <pc:docMk/>
            <pc:sldMk cId="531446762" sldId="2634"/>
            <ac:spMk id="3" creationId="{8013496F-464D-1084-A4DF-3FB2D0A8BB5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F96-CE9A-9B1D-6A04-0F9307FD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0E95-7439-0945-8E67-3C512DAE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8709D-F6E8-C71B-E7DE-C6354399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40E6-7441-6831-B8F6-5FA130162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5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F1FA-C740-AE63-0B5E-39C6470D8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9BD8B-B8C9-435D-F935-44D630CC7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651B5-0428-2B7D-FCBD-8A25B4690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dirty="0"/>
              <a:t>Opinion 1 is </a:t>
            </a:r>
            <a:r>
              <a:rPr lang="en-GB" sz="1200" b="0" dirty="0"/>
              <a:t>what most HR departments silently assume.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Many strong engineers subscribe to second opinion.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Opinion 3 is the latest, broadest interpretation and tends to come from tech influencers, founders and big companies.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0" dirty="0"/>
              <a:t>Opinion 3 is impractical. Learning API, UI, database, Containerization, Orchestration, CDN, load balancing, logging, metrics, secrets management and environment design takes 7+ years of experience. (Disclaimer! This is my personal view)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DDDD0-5198-13BE-CE36-15B8A833D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91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78DD-D6F0-96E3-0602-9335D9E7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5B828-0E4B-D13C-4FE9-2904E9ED0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AD877-B9C0-3099-25D4-8EB5F54F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dirty="0"/>
              <a:t>Opinion 1 is </a:t>
            </a:r>
            <a:r>
              <a:rPr lang="en-GB" sz="1200" b="0" dirty="0"/>
              <a:t>what most HR departments silently assume.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Many strong engineers subscribe to second opinion.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Opinion 3 is the latest, broadest interpretation and tends to come from tech influencers, founders and big companies.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0" dirty="0"/>
              <a:t>Opinion 3 is impractical. Learning API, UI, database, Containerization, Orchestration, CDN, load balancing, logging, metrics, secrets management and environment design takes 7+ years of experience. (Disclaimer! This is my personal view)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A1081-A946-F8AD-F780-229CD9902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86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4110-A735-D56D-7D33-E1A75FCA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422F6-B1B2-5A23-B8C1-F5B4440E4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253C2-84DC-8285-EE92-0020CCFDC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dirty="0"/>
              <a:t>Gaming Dapps are a little overhyped, but the Architecture is solid.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DBE8F-7BA2-BF6A-902A-12E54171FD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40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9E25-AEB1-345C-C2E3-823B621F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72989-F3AA-2F71-9D01-69E7EF17E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E5400-D7D6-2508-CFC1-E0580CF05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dirty="0" err="1"/>
              <a:t>Oraclizing</a:t>
            </a:r>
            <a:r>
              <a:rPr lang="en-GB" sz="1200" b="0" dirty="0"/>
              <a:t> is a concept in Smart contract development where contract interacts with off-chain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4EAD5-ADD4-FB09-F3D1-6B0F324F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57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BC6E-6BC8-06C1-973D-8F9085E1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40D3A-6459-2622-3CA9-2FB8CF099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4B813-CC9A-FB49-AABC-39B28F98B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3606D-4C45-A10F-5CD8-872EC69B19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06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8AA2-6004-3DF6-C8DD-59E9CEE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081E-736D-473B-5B92-1A9C46CF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C7FC-428E-08B2-36BD-652F0698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AFFE-6365-08E9-87F1-F3B96111C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What is Full-Stack?</a:t>
            </a:r>
          </a:p>
          <a:p>
            <a:r>
              <a:rPr lang="en-US" dirty="0"/>
              <a:t>Decentralized Applications</a:t>
            </a:r>
          </a:p>
          <a:p>
            <a:r>
              <a:rPr lang="en-US" dirty="0"/>
              <a:t>Hands on Activity</a:t>
            </a:r>
          </a:p>
          <a:p>
            <a:r>
              <a:rPr lang="en-US" dirty="0"/>
              <a:t>Assignment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D714-8AA7-1031-916E-96C5F8C6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39F561-221C-4717-5A02-4B68CA6E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597EE9-8CA1-A2AC-BCE4-37EEEA2FD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ADDF1F-53BF-BF04-6755-3D4B0474A4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D9EEC2-B0E5-971B-2F7B-F18A179C9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4937B0-3EF6-3D49-3904-B52382123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4122-E486-7AFB-C42F-6774F29A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Solidity programming to design smart contracts for Ethereum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designed a complete smart contract – Voter example.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improved the example using complex business logic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Today, we turn our attention towards development of Decentralized Applications which will use the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 an add-on, we will also cover some topics in Agile development to accelerate the process.</a:t>
            </a:r>
          </a:p>
        </p:txBody>
      </p:sp>
    </p:spTree>
    <p:extLst>
      <p:ext uri="{BB962C8B-B14F-4D97-AF65-F5344CB8AC3E}">
        <p14:creationId xmlns:p14="http://schemas.microsoft.com/office/powerpoint/2010/main" val="40509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95B8-8952-4170-5969-3A955F9B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C7818E-00B5-2C90-6092-34FA823C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7695FF-9A3F-7506-C2BD-78AA9B5F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EE31FB0-7426-4087-796D-E04A4833AE0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Full-Stack?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C7C665A-9870-BE5E-9356-BD2AB78D9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D14A996-D0AE-1C26-2CAF-70B178336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A9A81-5714-8307-C58B-6E0793F64175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Wrong Opinion!</a:t>
            </a:r>
            <a:r>
              <a:rPr lang="en-GB" sz="3600" dirty="0"/>
              <a:t> Full-stack means same language for front-end and back-end.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Opinion 1</a:t>
            </a:r>
            <a:r>
              <a:rPr lang="en-GB" sz="3600" dirty="0"/>
              <a:t>: Someone who can competently build both sides of a web application, i.e. back-end that manages logic and data and front-end that provides user interface. Mastery not needed here.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Opinion 2</a:t>
            </a:r>
            <a:r>
              <a:rPr lang="en-GB" sz="3600" dirty="0"/>
              <a:t>: Someone who can implement an entire “slice” of a feature across all tiers and take it to production. E.g. A Vote button shows errors correctly, hits a server endpoint, writes into a database, pushes an event into a queue, updates a dashboard and gets deployed. The emphasis is on following data flow end to end. Thus full-stack is viewed as “ownership of the whole lifecycle”.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Opinion 3</a:t>
            </a:r>
            <a:r>
              <a:rPr lang="en-GB" sz="3600" dirty="0"/>
              <a:t>: The stack is more than frontend and backend. Cloud infrastructure, CI CD, containers, reverse proxies, caching layers, distributed systems, observability and even mobile or desktop clients are part of it.</a:t>
            </a:r>
          </a:p>
        </p:txBody>
      </p:sp>
    </p:spTree>
    <p:extLst>
      <p:ext uri="{BB962C8B-B14F-4D97-AF65-F5344CB8AC3E}">
        <p14:creationId xmlns:p14="http://schemas.microsoft.com/office/powerpoint/2010/main" val="183513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BBDE-F84F-F410-2EE5-CD73E50A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58DB5B-A28E-85B2-6AF1-4A407F32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5EB7CBC-AB1C-9EEB-9D6A-F2D2B1444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0673599-3387-114B-41AF-C2576076F89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Full-Stack?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84D55D4-3367-5F5D-D555-A0A062AB6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5F08841-86FC-A9DB-4D08-FBCC059CE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F42C-9C7D-AAFA-E554-16DB3559FFC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03001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600" b="1" dirty="0"/>
              <a:t>As a DApp Developer </a:t>
            </a:r>
            <a:r>
              <a:rPr lang="en-GB" sz="3600" dirty="0"/>
              <a:t>your definition of Full-stack covers: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Smart contract development and/or integration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Blockchain security, gas optimization, storage layout, modifiers, events and errors.</a:t>
            </a:r>
            <a:endParaRPr lang="en-GB" sz="3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Web UI development using React or Next.js.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Integrate wallets using web3/ethers and common providers.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Web socket programming to talk to RPC provider like </a:t>
            </a:r>
            <a:r>
              <a:rPr lang="en-GB" sz="3600" dirty="0" err="1"/>
              <a:t>Infura</a:t>
            </a:r>
            <a:r>
              <a:rPr lang="en-GB" sz="3600" dirty="0"/>
              <a:t>, Alchemy, or Local node.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Set up basic CI for containerized deployment and tests (GitHub Actions is enough)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(Often Optional) Set up basic CI for tests (GitHub Actions is enough)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7861D-F76A-4078-8AC2-91A8AE9BD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359" y="5557631"/>
            <a:ext cx="6321282" cy="98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3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2B43-8419-9F71-017B-6362FD72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CD03A9-F753-C292-E32E-26F5E82B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F79F7B3-1CB4-1C82-23A0-F711CC2FF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E3CD4C1-EA29-C4CF-F649-A3A24808814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Decentralized Applications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1879CF0-894E-4B68-676E-0E012C93F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7B69A2D-2F97-B72A-E7DE-E60690350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E6846-CF03-923F-F35C-27B340F31B6B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Decentralized exchanges: Let users trade tokens directly from their wallets using smart contracts. (Uniswap)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DEX analytics: No trading. They index blockchain data and expose charts, liquidity, holders, pairs, etc. (Dextools.io)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Stablecoins: On chain money designed to track fiat value using smart contracts, reserves. (USDC, DAI)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NFT marketplaces: Buy, sell, mint NFTs without a centralized escrow. (</a:t>
            </a:r>
            <a:r>
              <a:rPr lang="en-GB" sz="3600" dirty="0" err="1"/>
              <a:t>OpenSea</a:t>
            </a:r>
            <a:r>
              <a:rPr lang="en-GB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42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FF35-E6B1-A0D6-6C72-F3C19070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BE4A3CF-D2EB-5F78-D6BA-B17EAB5A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053CB3F-4F71-1007-E882-9F5A9E7BE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81430C5-DB17-703A-5698-144E2222890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Decentralized Applications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0D303C0-8E5B-AE35-FBD9-2A420673D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FB47F1D-84CF-36FE-BE27-1FFA788F4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3496F-464D-1084-A4DF-3FB2D0A8BB51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/>
              <a:t>Gaming </a:t>
            </a:r>
            <a:r>
              <a:rPr lang="en-GB" sz="3600" dirty="0"/>
              <a:t>Dapps: Game assets, characters, land are NFTs and can be traded independently. (Axie Infinity)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Prediction markets: Used heavily for political and economic forecasting. (</a:t>
            </a:r>
            <a:r>
              <a:rPr lang="en-GB" sz="3600" dirty="0" err="1"/>
              <a:t>Polymarket</a:t>
            </a:r>
            <a:r>
              <a:rPr lang="en-GB" sz="3600" dirty="0"/>
              <a:t>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DAO governance: Enable DAOs to vote, manage treasuries, and execute decisions via smart contracts. (Aragon)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Oracles: Bring off chain data on chain. Every serious DeFi app depends on these. (</a:t>
            </a:r>
            <a:r>
              <a:rPr lang="en-GB" sz="3600" dirty="0" err="1"/>
              <a:t>Chainlink</a:t>
            </a:r>
            <a:r>
              <a:rPr lang="en-GB" sz="3600" dirty="0"/>
              <a:t>)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Social Dapps: Social networks where users own their data and identity. (Lens Protocol)</a:t>
            </a:r>
          </a:p>
        </p:txBody>
      </p:sp>
    </p:spTree>
    <p:extLst>
      <p:ext uri="{BB962C8B-B14F-4D97-AF65-F5344CB8AC3E}">
        <p14:creationId xmlns:p14="http://schemas.microsoft.com/office/powerpoint/2010/main" val="53144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BB76-E678-E403-0B0B-3CD1DB32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85625B-2005-3C19-9DF1-18171CCA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B939EA-BFE6-C942-F853-DDF0C2D8A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5FFCD1F-0B57-CC21-52CC-D291FC713BD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NOT Decentralized Applications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2326FA2-C9E8-9227-B300-26BEF04DA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AD57F5E-F5FC-E53D-F35B-14D5388CA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9ACC-6358-7304-F867-34AB6C4F7CB5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GB" sz="3600" b="1" dirty="0"/>
              <a:t>Ask yourself this:</a:t>
            </a:r>
            <a:br>
              <a:rPr lang="en-GB" sz="3600" dirty="0"/>
            </a:br>
            <a:r>
              <a:rPr lang="en-GB" sz="3600" dirty="0"/>
              <a:t>Can I interact with the core protocol directly using my own wallet and a script, without permission or UI?</a:t>
            </a:r>
            <a:br>
              <a:rPr lang="en-GB" sz="3600" dirty="0"/>
            </a:br>
            <a:r>
              <a:rPr lang="en-GB" sz="3600" dirty="0"/>
              <a:t>If the answer is no, it is not a DApp. It is a crypto </a:t>
            </a:r>
            <a:r>
              <a:rPr lang="en-GB" sz="3600" dirty="0" err="1"/>
              <a:t>flavored</a:t>
            </a:r>
            <a:r>
              <a:rPr lang="en-GB" sz="3600" dirty="0"/>
              <a:t> app.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Centralized exchanges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Custodial or Semi-custodial Wallets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Analytics dashboards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90966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DE-01C4-31C9-6840-D06B6D55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0EFBA7-025F-740A-625E-703D57E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971249-3503-E348-73E4-428615A5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FE282B-A8E5-9667-3952-11D8E2AEBDD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6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A2329B-8D3A-D601-AD55-88A265A99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84EB53B-CEE2-3122-2186-D0E4E6C76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D59-559F-841E-6F2C-7A803969B8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Design a front-end application, which allows the user to Login via any Wallet extension like Metamask.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JavaScript is Recommended, but not compulsory.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Take screenshots of the UI process.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b="1" dirty="0"/>
              <a:t>Note! This code base will be used in future activities. Keep it in maintainable form.</a:t>
            </a:r>
          </a:p>
        </p:txBody>
      </p:sp>
    </p:spTree>
    <p:extLst>
      <p:ext uri="{BB962C8B-B14F-4D97-AF65-F5344CB8AC3E}">
        <p14:creationId xmlns:p14="http://schemas.microsoft.com/office/powerpoint/2010/main" val="158158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1565</TotalTime>
  <Words>916</Words>
  <Application>Microsoft Office PowerPoint</Application>
  <PresentationFormat>Widescreen</PresentationFormat>
  <Paragraphs>81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Biome Light</vt:lpstr>
      <vt:lpstr>Calibri</vt:lpstr>
      <vt:lpstr>Calibri Light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</cp:revision>
  <dcterms:created xsi:type="dcterms:W3CDTF">2022-11-22T20:08:03Z</dcterms:created>
  <dcterms:modified xsi:type="dcterms:W3CDTF">2025-12-18T13:48:41Z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