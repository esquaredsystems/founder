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03" r:id="rId5"/>
    <p:sldId id="2462" r:id="rId6"/>
    <p:sldId id="2579" r:id="rId7"/>
    <p:sldId id="2585" r:id="rId8"/>
    <p:sldId id="2586" r:id="rId9"/>
    <p:sldId id="2587" r:id="rId10"/>
    <p:sldId id="2588" r:id="rId11"/>
    <p:sldId id="2563" r:id="rId12"/>
    <p:sldId id="2558" r:id="rId13"/>
    <p:sldId id="2566" r:id="rId14"/>
    <p:sldId id="2567" r:id="rId15"/>
    <p:sldId id="2568" r:id="rId16"/>
    <p:sldId id="2572" r:id="rId17"/>
    <p:sldId id="2582" r:id="rId18"/>
    <p:sldId id="2590" r:id="rId19"/>
    <p:sldId id="2581" r:id="rId20"/>
    <p:sldId id="2580" r:id="rId21"/>
    <p:sldId id="2583" r:id="rId22"/>
    <p:sldId id="2589" r:id="rId23"/>
    <p:sldId id="243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9757"/>
    <a:srgbClr val="01023B"/>
    <a:srgbClr val="898989"/>
    <a:srgbClr val="2F3342"/>
    <a:srgbClr val="A53F52"/>
    <a:srgbClr val="2C21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EA59FA-058D-4BE2-B786-AEA56C3DC7A0}" v="6361" dt="2025-10-24T14:57:12.275"/>
    <p1510:client id="{6A2CAE4A-047E-6648-84B0-A72A7FDDA934}" v="20" dt="2025-10-25T07:00:37.3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61" autoAdjust="0"/>
    <p:restoredTop sz="91499" autoAdjust="0"/>
  </p:normalViewPr>
  <p:slideViewPr>
    <p:cSldViewPr snapToGrid="0">
      <p:cViewPr varScale="1">
        <p:scale>
          <a:sx n="122" d="100"/>
          <a:sy n="122" d="100"/>
        </p:scale>
        <p:origin x="1376" y="48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641304C9-537E-56B8-9D3B-F295291B91EB}"/>
    <pc:docChg chg="undo redo custSel addSld delSld modSld">
      <pc:chgData name="Owais Ahmed" userId="6abc7d4556b3b071" providerId="LiveId" clId="{641304C9-537E-56B8-9D3B-F295291B91EB}" dt="2025-10-25T07:00:41.733" v="3345" actId="2696"/>
      <pc:docMkLst>
        <pc:docMk/>
      </pc:docMkLst>
      <pc:sldChg chg="modSp mod">
        <pc:chgData name="Owais Ahmed" userId="6abc7d4556b3b071" providerId="LiveId" clId="{641304C9-537E-56B8-9D3B-F295291B91EB}" dt="2025-10-25T06:56:05.043" v="3320" actId="20577"/>
        <pc:sldMkLst>
          <pc:docMk/>
          <pc:sldMk cId="1649098948" sldId="2462"/>
        </pc:sldMkLst>
        <pc:spChg chg="mod">
          <ac:chgData name="Owais Ahmed" userId="6abc7d4556b3b071" providerId="LiveId" clId="{641304C9-537E-56B8-9D3B-F295291B91EB}" dt="2025-10-25T06:56:05.043" v="3320" actId="20577"/>
          <ac:spMkLst>
            <pc:docMk/>
            <pc:sldMk cId="1649098948" sldId="2462"/>
            <ac:spMk id="6" creationId="{F3C89A40-EEAA-43AB-9A3A-B2CFDE450F1B}"/>
          </ac:spMkLst>
        </pc:spChg>
      </pc:sldChg>
      <pc:sldChg chg="modSp mod">
        <pc:chgData name="Owais Ahmed" userId="6abc7d4556b3b071" providerId="LiveId" clId="{641304C9-537E-56B8-9D3B-F295291B91EB}" dt="2025-10-25T06:55:52.539" v="3314" actId="20577"/>
        <pc:sldMkLst>
          <pc:docMk/>
          <pc:sldMk cId="604510805" sldId="2580"/>
        </pc:sldMkLst>
        <pc:spChg chg="mod">
          <ac:chgData name="Owais Ahmed" userId="6abc7d4556b3b071" providerId="LiveId" clId="{641304C9-537E-56B8-9D3B-F295291B91EB}" dt="2025-10-25T06:55:52.539" v="3314" actId="20577"/>
          <ac:spMkLst>
            <pc:docMk/>
            <pc:sldMk cId="604510805" sldId="2580"/>
            <ac:spMk id="215" creationId="{D8C70179-EC3A-FC0A-3730-C906239A4164}"/>
          </ac:spMkLst>
        </pc:spChg>
      </pc:sldChg>
      <pc:sldChg chg="modSp mod modAnim modNotesTx">
        <pc:chgData name="Owais Ahmed" userId="6abc7d4556b3b071" providerId="LiveId" clId="{641304C9-537E-56B8-9D3B-F295291B91EB}" dt="2025-10-25T06:55:48.430" v="3313" actId="20577"/>
        <pc:sldMkLst>
          <pc:docMk/>
          <pc:sldMk cId="2482457971" sldId="2581"/>
        </pc:sldMkLst>
        <pc:spChg chg="mod">
          <ac:chgData name="Owais Ahmed" userId="6abc7d4556b3b071" providerId="LiveId" clId="{641304C9-537E-56B8-9D3B-F295291B91EB}" dt="2025-10-18T07:28:01.069" v="1004" actId="20577"/>
          <ac:spMkLst>
            <pc:docMk/>
            <pc:sldMk cId="2482457971" sldId="2581"/>
            <ac:spMk id="3" creationId="{60E169F3-EE5A-8AB5-7101-AD9541B5B95B}"/>
          </ac:spMkLst>
        </pc:spChg>
        <pc:spChg chg="mod">
          <ac:chgData name="Owais Ahmed" userId="6abc7d4556b3b071" providerId="LiveId" clId="{641304C9-537E-56B8-9D3B-F295291B91EB}" dt="2025-10-25T06:55:48.430" v="3313" actId="20577"/>
          <ac:spMkLst>
            <pc:docMk/>
            <pc:sldMk cId="2482457971" sldId="2581"/>
            <ac:spMk id="215" creationId="{C95A3884-1987-81F5-AC79-49ED82F60A64}"/>
          </ac:spMkLst>
        </pc:spChg>
      </pc:sldChg>
      <pc:sldChg chg="addSp delSp modSp add mod addAnim delAnim modAnim modNotesTx">
        <pc:chgData name="Owais Ahmed" userId="6abc7d4556b3b071" providerId="LiveId" clId="{641304C9-537E-56B8-9D3B-F295291B91EB}" dt="2025-10-18T08:20:42.972" v="3277"/>
        <pc:sldMkLst>
          <pc:docMk/>
          <pc:sldMk cId="371062660" sldId="2582"/>
        </pc:sldMkLst>
        <pc:spChg chg="add mod">
          <ac:chgData name="Owais Ahmed" userId="6abc7d4556b3b071" providerId="LiveId" clId="{641304C9-537E-56B8-9D3B-F295291B91EB}" dt="2025-10-18T07:36:22.708" v="1126" actId="13822"/>
          <ac:spMkLst>
            <pc:docMk/>
            <pc:sldMk cId="371062660" sldId="2582"/>
            <ac:spMk id="33" creationId="{DF1BF505-D453-B1F4-F2DA-0076E3D3E600}"/>
          </ac:spMkLst>
        </pc:spChg>
        <pc:spChg chg="add mod">
          <ac:chgData name="Owais Ahmed" userId="6abc7d4556b3b071" providerId="LiveId" clId="{641304C9-537E-56B8-9D3B-F295291B91EB}" dt="2025-10-18T07:37:38.628" v="1148" actId="20577"/>
          <ac:spMkLst>
            <pc:docMk/>
            <pc:sldMk cId="371062660" sldId="2582"/>
            <ac:spMk id="39" creationId="{7ECBF04C-E48B-A176-4321-B2068F811D33}"/>
          </ac:spMkLst>
        </pc:spChg>
        <pc:spChg chg="add mod">
          <ac:chgData name="Owais Ahmed" userId="6abc7d4556b3b071" providerId="LiveId" clId="{641304C9-537E-56B8-9D3B-F295291B91EB}" dt="2025-10-18T07:37:26.172" v="1142" actId="1076"/>
          <ac:spMkLst>
            <pc:docMk/>
            <pc:sldMk cId="371062660" sldId="2582"/>
            <ac:spMk id="49" creationId="{92265F1C-F389-CAF6-2EA2-D7E5A69EAC09}"/>
          </ac:spMkLst>
        </pc:spChg>
        <pc:spChg chg="add mod">
          <ac:chgData name="Owais Ahmed" userId="6abc7d4556b3b071" providerId="LiveId" clId="{641304C9-537E-56B8-9D3B-F295291B91EB}" dt="2025-10-18T07:41:36.335" v="1198" actId="255"/>
          <ac:spMkLst>
            <pc:docMk/>
            <pc:sldMk cId="371062660" sldId="2582"/>
            <ac:spMk id="51" creationId="{507A1414-7B90-5271-7332-24287AD2E34D}"/>
          </ac:spMkLst>
        </pc:spChg>
        <pc:spChg chg="add mod">
          <ac:chgData name="Owais Ahmed" userId="6abc7d4556b3b071" providerId="LiveId" clId="{641304C9-537E-56B8-9D3B-F295291B91EB}" dt="2025-10-18T07:38:33.409" v="1158" actId="20577"/>
          <ac:spMkLst>
            <pc:docMk/>
            <pc:sldMk cId="371062660" sldId="2582"/>
            <ac:spMk id="52" creationId="{97550C38-6731-6105-70D1-91FAA8F63E2E}"/>
          </ac:spMkLst>
        </pc:spChg>
        <pc:spChg chg="add mod">
          <ac:chgData name="Owais Ahmed" userId="6abc7d4556b3b071" providerId="LiveId" clId="{641304C9-537E-56B8-9D3B-F295291B91EB}" dt="2025-10-18T07:37:56.491" v="1152" actId="1076"/>
          <ac:spMkLst>
            <pc:docMk/>
            <pc:sldMk cId="371062660" sldId="2582"/>
            <ac:spMk id="53" creationId="{4258E130-33F0-C884-8284-5FD3F949B0DD}"/>
          </ac:spMkLst>
        </pc:spChg>
        <pc:spChg chg="add mod">
          <ac:chgData name="Owais Ahmed" userId="6abc7d4556b3b071" providerId="LiveId" clId="{641304C9-537E-56B8-9D3B-F295291B91EB}" dt="2025-10-18T07:37:56.491" v="1152" actId="1076"/>
          <ac:spMkLst>
            <pc:docMk/>
            <pc:sldMk cId="371062660" sldId="2582"/>
            <ac:spMk id="54" creationId="{37273193-03EE-4193-3554-9977B6BD50C5}"/>
          </ac:spMkLst>
        </pc:spChg>
        <pc:spChg chg="add mod">
          <ac:chgData name="Owais Ahmed" userId="6abc7d4556b3b071" providerId="LiveId" clId="{641304C9-537E-56B8-9D3B-F295291B91EB}" dt="2025-10-18T07:41:36.335" v="1198" actId="255"/>
          <ac:spMkLst>
            <pc:docMk/>
            <pc:sldMk cId="371062660" sldId="2582"/>
            <ac:spMk id="55" creationId="{871D74B5-3C6E-D978-0E52-BD2BA23A7DEA}"/>
          </ac:spMkLst>
        </pc:spChg>
        <pc:spChg chg="add mod">
          <ac:chgData name="Owais Ahmed" userId="6abc7d4556b3b071" providerId="LiveId" clId="{641304C9-537E-56B8-9D3B-F295291B91EB}" dt="2025-10-18T07:41:36.335" v="1198" actId="255"/>
          <ac:spMkLst>
            <pc:docMk/>
            <pc:sldMk cId="371062660" sldId="2582"/>
            <ac:spMk id="56" creationId="{0DDDF6DE-D303-8A0A-746A-9A806BE0630D}"/>
          </ac:spMkLst>
        </pc:spChg>
        <pc:spChg chg="add mod">
          <ac:chgData name="Owais Ahmed" userId="6abc7d4556b3b071" providerId="LiveId" clId="{641304C9-537E-56B8-9D3B-F295291B91EB}" dt="2025-10-18T07:38:09.492" v="1154" actId="1076"/>
          <ac:spMkLst>
            <pc:docMk/>
            <pc:sldMk cId="371062660" sldId="2582"/>
            <ac:spMk id="57" creationId="{AF6B50D7-97EC-2D21-2FD1-4DAB9022AF59}"/>
          </ac:spMkLst>
        </pc:spChg>
        <pc:spChg chg="add mod">
          <ac:chgData name="Owais Ahmed" userId="6abc7d4556b3b071" providerId="LiveId" clId="{641304C9-537E-56B8-9D3B-F295291B91EB}" dt="2025-10-18T07:38:37.845" v="1159" actId="20577"/>
          <ac:spMkLst>
            <pc:docMk/>
            <pc:sldMk cId="371062660" sldId="2582"/>
            <ac:spMk id="58" creationId="{DF379579-B9F1-D73B-D3E0-E088DD972BF8}"/>
          </ac:spMkLst>
        </pc:spChg>
        <pc:spChg chg="add mod">
          <ac:chgData name="Owais Ahmed" userId="6abc7d4556b3b071" providerId="LiveId" clId="{641304C9-537E-56B8-9D3B-F295291B91EB}" dt="2025-10-18T07:38:09.492" v="1154" actId="1076"/>
          <ac:spMkLst>
            <pc:docMk/>
            <pc:sldMk cId="371062660" sldId="2582"/>
            <ac:spMk id="59" creationId="{872CF744-6089-0CE8-1E26-08C3DB90099B}"/>
          </ac:spMkLst>
        </pc:spChg>
        <pc:spChg chg="add mod">
          <ac:chgData name="Owais Ahmed" userId="6abc7d4556b3b071" providerId="LiveId" clId="{641304C9-537E-56B8-9D3B-F295291B91EB}" dt="2025-10-18T07:38:40.557" v="1160" actId="20577"/>
          <ac:spMkLst>
            <pc:docMk/>
            <pc:sldMk cId="371062660" sldId="2582"/>
            <ac:spMk id="60" creationId="{DC3D1852-43FF-C5C4-9673-04E9CC7D3A87}"/>
          </ac:spMkLst>
        </pc:spChg>
        <pc:spChg chg="add mod">
          <ac:chgData name="Owais Ahmed" userId="6abc7d4556b3b071" providerId="LiveId" clId="{641304C9-537E-56B8-9D3B-F295291B91EB}" dt="2025-10-18T07:38:43.084" v="1164" actId="5793"/>
          <ac:spMkLst>
            <pc:docMk/>
            <pc:sldMk cId="371062660" sldId="2582"/>
            <ac:spMk id="61" creationId="{B17F550F-CC28-84F6-D70E-CC02263A5B44}"/>
          </ac:spMkLst>
        </pc:spChg>
        <pc:spChg chg="mod">
          <ac:chgData name="Owais Ahmed" userId="6abc7d4556b3b071" providerId="LiveId" clId="{641304C9-537E-56B8-9D3B-F295291B91EB}" dt="2025-10-18T07:41:36.335" v="1198" actId="255"/>
          <ac:spMkLst>
            <pc:docMk/>
            <pc:sldMk cId="371062660" sldId="2582"/>
            <ac:spMk id="84" creationId="{8DBF2355-D3B6-4FF6-607C-33FF37E17AA7}"/>
          </ac:spMkLst>
        </pc:spChg>
        <pc:spChg chg="mod">
          <ac:chgData name="Owais Ahmed" userId="6abc7d4556b3b071" providerId="LiveId" clId="{641304C9-537E-56B8-9D3B-F295291B91EB}" dt="2025-10-18T07:41:36.335" v="1198" actId="255"/>
          <ac:spMkLst>
            <pc:docMk/>
            <pc:sldMk cId="371062660" sldId="2582"/>
            <ac:spMk id="87" creationId="{C7179A28-545C-44E1-F540-37E2BD2018F1}"/>
          </ac:spMkLst>
        </pc:spChg>
        <pc:spChg chg="mod">
          <ac:chgData name="Owais Ahmed" userId="6abc7d4556b3b071" providerId="LiveId" clId="{641304C9-537E-56B8-9D3B-F295291B91EB}" dt="2025-10-18T07:40:14.545" v="1193" actId="20577"/>
          <ac:spMkLst>
            <pc:docMk/>
            <pc:sldMk cId="371062660" sldId="2582"/>
            <ac:spMk id="88" creationId="{62F67591-229A-DAAB-709D-D3DCD6FFD731}"/>
          </ac:spMkLst>
        </pc:spChg>
        <pc:spChg chg="mod">
          <ac:chgData name="Owais Ahmed" userId="6abc7d4556b3b071" providerId="LiveId" clId="{641304C9-537E-56B8-9D3B-F295291B91EB}" dt="2025-10-18T07:41:36.335" v="1198" actId="255"/>
          <ac:spMkLst>
            <pc:docMk/>
            <pc:sldMk cId="371062660" sldId="2582"/>
            <ac:spMk id="90" creationId="{3ABBFE93-E4DF-D719-2CB9-876B98C4998C}"/>
          </ac:spMkLst>
        </pc:spChg>
        <pc:spChg chg="mod">
          <ac:chgData name="Owais Ahmed" userId="6abc7d4556b3b071" providerId="LiveId" clId="{641304C9-537E-56B8-9D3B-F295291B91EB}" dt="2025-10-18T07:41:36.335" v="1198" actId="255"/>
          <ac:spMkLst>
            <pc:docMk/>
            <pc:sldMk cId="371062660" sldId="2582"/>
            <ac:spMk id="92" creationId="{192A5804-478E-BE4C-8B09-B4943DF18436}"/>
          </ac:spMkLst>
        </pc:spChg>
        <pc:spChg chg="mod">
          <ac:chgData name="Owais Ahmed" userId="6abc7d4556b3b071" providerId="LiveId" clId="{641304C9-537E-56B8-9D3B-F295291B91EB}" dt="2025-10-18T07:41:36.335" v="1198" actId="255"/>
          <ac:spMkLst>
            <pc:docMk/>
            <pc:sldMk cId="371062660" sldId="2582"/>
            <ac:spMk id="93" creationId="{F1A58BA8-3D95-6618-FAE2-EDCB656C5682}"/>
          </ac:spMkLst>
        </pc:spChg>
        <pc:spChg chg="mod">
          <ac:chgData name="Owais Ahmed" userId="6abc7d4556b3b071" providerId="LiveId" clId="{641304C9-537E-56B8-9D3B-F295291B91EB}" dt="2025-10-18T07:39:45.617" v="1180"/>
          <ac:spMkLst>
            <pc:docMk/>
            <pc:sldMk cId="371062660" sldId="2582"/>
            <ac:spMk id="94" creationId="{F28F9F4B-D2C2-E2F4-E76F-E178EC1BBF08}"/>
          </ac:spMkLst>
        </pc:spChg>
        <pc:spChg chg="mod">
          <ac:chgData name="Owais Ahmed" userId="6abc7d4556b3b071" providerId="LiveId" clId="{641304C9-537E-56B8-9D3B-F295291B91EB}" dt="2025-10-18T07:41:36.335" v="1198" actId="255"/>
          <ac:spMkLst>
            <pc:docMk/>
            <pc:sldMk cId="371062660" sldId="2582"/>
            <ac:spMk id="95" creationId="{EFA10CD8-9337-F294-8ACE-8F7DE0CE0AC3}"/>
          </ac:spMkLst>
        </pc:spChg>
        <pc:spChg chg="mod">
          <ac:chgData name="Owais Ahmed" userId="6abc7d4556b3b071" providerId="LiveId" clId="{641304C9-537E-56B8-9D3B-F295291B91EB}" dt="2025-10-18T07:39:45.617" v="1180"/>
          <ac:spMkLst>
            <pc:docMk/>
            <pc:sldMk cId="371062660" sldId="2582"/>
            <ac:spMk id="96" creationId="{05989E3E-4936-C876-6147-B12A4C4ABD7C}"/>
          </ac:spMkLst>
        </pc:spChg>
        <pc:spChg chg="mod">
          <ac:chgData name="Owais Ahmed" userId="6abc7d4556b3b071" providerId="LiveId" clId="{641304C9-537E-56B8-9D3B-F295291B91EB}" dt="2025-10-18T07:39:45.617" v="1180"/>
          <ac:spMkLst>
            <pc:docMk/>
            <pc:sldMk cId="371062660" sldId="2582"/>
            <ac:spMk id="97" creationId="{F35963C5-8D6A-131D-AC25-159ACCE31E14}"/>
          </ac:spMkLst>
        </pc:spChg>
        <pc:spChg chg="mod">
          <ac:chgData name="Owais Ahmed" userId="6abc7d4556b3b071" providerId="LiveId" clId="{641304C9-537E-56B8-9D3B-F295291B91EB}" dt="2025-10-18T07:39:45.617" v="1180"/>
          <ac:spMkLst>
            <pc:docMk/>
            <pc:sldMk cId="371062660" sldId="2582"/>
            <ac:spMk id="98" creationId="{5A4D9ECF-A6DC-EF40-DC79-9526B8628B2C}"/>
          </ac:spMkLst>
        </pc:spChg>
        <pc:spChg chg="mod">
          <ac:chgData name="Owais Ahmed" userId="6abc7d4556b3b071" providerId="LiveId" clId="{641304C9-537E-56B8-9D3B-F295291B91EB}" dt="2025-10-18T07:41:36.335" v="1198" actId="255"/>
          <ac:spMkLst>
            <pc:docMk/>
            <pc:sldMk cId="371062660" sldId="2582"/>
            <ac:spMk id="99" creationId="{3F6E9D3A-F4A8-F0CA-48F9-C526E10B0F36}"/>
          </ac:spMkLst>
        </pc:spChg>
        <pc:spChg chg="mod">
          <ac:chgData name="Owais Ahmed" userId="6abc7d4556b3b071" providerId="LiveId" clId="{641304C9-537E-56B8-9D3B-F295291B91EB}" dt="2025-10-18T07:39:45.617" v="1180"/>
          <ac:spMkLst>
            <pc:docMk/>
            <pc:sldMk cId="371062660" sldId="2582"/>
            <ac:spMk id="100" creationId="{105BF4CB-2C48-FBEB-3A06-85CA56D81C82}"/>
          </ac:spMkLst>
        </pc:spChg>
        <pc:spChg chg="add mod">
          <ac:chgData name="Owais Ahmed" userId="6abc7d4556b3b071" providerId="LiveId" clId="{641304C9-537E-56B8-9D3B-F295291B91EB}" dt="2025-10-18T07:43:07.924" v="1210" actId="13822"/>
          <ac:spMkLst>
            <pc:docMk/>
            <pc:sldMk cId="371062660" sldId="2582"/>
            <ac:spMk id="106" creationId="{A80E418D-FC3B-D945-DFCF-FC7A728FB2B6}"/>
          </ac:spMkLst>
        </pc:spChg>
        <pc:spChg chg="mod">
          <ac:chgData name="Owais Ahmed" userId="6abc7d4556b3b071" providerId="LiveId" clId="{641304C9-537E-56B8-9D3B-F295291B91EB}" dt="2025-10-18T07:45:25.067" v="1238" actId="20577"/>
          <ac:spMkLst>
            <pc:docMk/>
            <pc:sldMk cId="371062660" sldId="2582"/>
            <ac:spMk id="109" creationId="{A8BE5043-B285-554B-6CD6-173748E1AE5D}"/>
          </ac:spMkLst>
        </pc:spChg>
        <pc:spChg chg="mod">
          <ac:chgData name="Owais Ahmed" userId="6abc7d4556b3b071" providerId="LiveId" clId="{641304C9-537E-56B8-9D3B-F295291B91EB}" dt="2025-10-18T07:45:29.110" v="1239" actId="20577"/>
          <ac:spMkLst>
            <pc:docMk/>
            <pc:sldMk cId="371062660" sldId="2582"/>
            <ac:spMk id="110" creationId="{98187F44-AA0E-FDF5-C6D4-59ED54E6426B}"/>
          </ac:spMkLst>
        </pc:spChg>
        <pc:spChg chg="mod">
          <ac:chgData name="Owais Ahmed" userId="6abc7d4556b3b071" providerId="LiveId" clId="{641304C9-537E-56B8-9D3B-F295291B91EB}" dt="2025-10-18T07:42:09.107" v="1202"/>
          <ac:spMkLst>
            <pc:docMk/>
            <pc:sldMk cId="371062660" sldId="2582"/>
            <ac:spMk id="111" creationId="{157643D4-00A9-0355-E5A7-3780E6C63840}"/>
          </ac:spMkLst>
        </pc:spChg>
        <pc:spChg chg="mod">
          <ac:chgData name="Owais Ahmed" userId="6abc7d4556b3b071" providerId="LiveId" clId="{641304C9-537E-56B8-9D3B-F295291B91EB}" dt="2025-10-18T07:42:09.107" v="1202"/>
          <ac:spMkLst>
            <pc:docMk/>
            <pc:sldMk cId="371062660" sldId="2582"/>
            <ac:spMk id="112" creationId="{541DD7AE-D5BA-1EA9-20B2-51A41427619F}"/>
          </ac:spMkLst>
        </pc:spChg>
        <pc:spChg chg="mod">
          <ac:chgData name="Owais Ahmed" userId="6abc7d4556b3b071" providerId="LiveId" clId="{641304C9-537E-56B8-9D3B-F295291B91EB}" dt="2025-10-18T07:45:36.305" v="1240" actId="20577"/>
          <ac:spMkLst>
            <pc:docMk/>
            <pc:sldMk cId="371062660" sldId="2582"/>
            <ac:spMk id="113" creationId="{C43D74D5-0FA1-3169-C95B-859C8C38C334}"/>
          </ac:spMkLst>
        </pc:spChg>
        <pc:spChg chg="mod">
          <ac:chgData name="Owais Ahmed" userId="6abc7d4556b3b071" providerId="LiveId" clId="{641304C9-537E-56B8-9D3B-F295291B91EB}" dt="2025-10-18T07:42:09.107" v="1202"/>
          <ac:spMkLst>
            <pc:docMk/>
            <pc:sldMk cId="371062660" sldId="2582"/>
            <ac:spMk id="114" creationId="{16831401-122D-3541-B031-8628DBEC2705}"/>
          </ac:spMkLst>
        </pc:spChg>
        <pc:spChg chg="mod">
          <ac:chgData name="Owais Ahmed" userId="6abc7d4556b3b071" providerId="LiveId" clId="{641304C9-537E-56B8-9D3B-F295291B91EB}" dt="2025-10-18T07:45:40.790" v="1241" actId="20577"/>
          <ac:spMkLst>
            <pc:docMk/>
            <pc:sldMk cId="371062660" sldId="2582"/>
            <ac:spMk id="116" creationId="{77A49F36-DEE4-5C8E-4990-D029C7E7A703}"/>
          </ac:spMkLst>
        </pc:spChg>
        <pc:spChg chg="mod">
          <ac:chgData name="Owais Ahmed" userId="6abc7d4556b3b071" providerId="LiveId" clId="{641304C9-537E-56B8-9D3B-F295291B91EB}" dt="2025-10-18T07:42:09.107" v="1202"/>
          <ac:spMkLst>
            <pc:docMk/>
            <pc:sldMk cId="371062660" sldId="2582"/>
            <ac:spMk id="117" creationId="{80D2A63F-F61B-0F58-762C-85DAD1BC2D9A}"/>
          </ac:spMkLst>
        </pc:spChg>
        <pc:spChg chg="mod">
          <ac:chgData name="Owais Ahmed" userId="6abc7d4556b3b071" providerId="LiveId" clId="{641304C9-537E-56B8-9D3B-F295291B91EB}" dt="2025-10-18T07:42:09.107" v="1202"/>
          <ac:spMkLst>
            <pc:docMk/>
            <pc:sldMk cId="371062660" sldId="2582"/>
            <ac:spMk id="118" creationId="{D2E28178-2403-E14E-D6BA-78981C2D971E}"/>
          </ac:spMkLst>
        </pc:spChg>
        <pc:spChg chg="mod">
          <ac:chgData name="Owais Ahmed" userId="6abc7d4556b3b071" providerId="LiveId" clId="{641304C9-537E-56B8-9D3B-F295291B91EB}" dt="2025-10-18T07:45:43.772" v="1242" actId="20577"/>
          <ac:spMkLst>
            <pc:docMk/>
            <pc:sldMk cId="371062660" sldId="2582"/>
            <ac:spMk id="120" creationId="{3DA418C5-DD2B-80B6-C64E-004E18CB9733}"/>
          </ac:spMkLst>
        </pc:spChg>
        <pc:spChg chg="add del mod topLvl">
          <ac:chgData name="Owais Ahmed" userId="6abc7d4556b3b071" providerId="LiveId" clId="{641304C9-537E-56B8-9D3B-F295291B91EB}" dt="2025-10-18T07:47:13.987" v="1259" actId="20577"/>
          <ac:spMkLst>
            <pc:docMk/>
            <pc:sldMk cId="371062660" sldId="2582"/>
            <ac:spMk id="193" creationId="{C6FF00E5-1B48-4E8D-8B73-1B0C6B812BD0}"/>
          </ac:spMkLst>
        </pc:spChg>
        <pc:spChg chg="mod">
          <ac:chgData name="Owais Ahmed" userId="6abc7d4556b3b071" providerId="LiveId" clId="{641304C9-537E-56B8-9D3B-F295291B91EB}" dt="2025-10-18T07:45:47.348" v="1243" actId="20577"/>
          <ac:spMkLst>
            <pc:docMk/>
            <pc:sldMk cId="371062660" sldId="2582"/>
            <ac:spMk id="198" creationId="{132C6AC6-04C8-25DD-BCB7-82B686C33F74}"/>
          </ac:spMkLst>
        </pc:spChg>
        <pc:spChg chg="mod">
          <ac:chgData name="Owais Ahmed" userId="6abc7d4556b3b071" providerId="LiveId" clId="{641304C9-537E-56B8-9D3B-F295291B91EB}" dt="2025-10-18T07:45:49.648" v="1244" actId="20577"/>
          <ac:spMkLst>
            <pc:docMk/>
            <pc:sldMk cId="371062660" sldId="2582"/>
            <ac:spMk id="199" creationId="{26759B14-CA61-7D13-4A5D-2F121E61BD1E}"/>
          </ac:spMkLst>
        </pc:spChg>
        <pc:spChg chg="mod">
          <ac:chgData name="Owais Ahmed" userId="6abc7d4556b3b071" providerId="LiveId" clId="{641304C9-537E-56B8-9D3B-F295291B91EB}" dt="2025-10-18T07:44:02.423" v="1215"/>
          <ac:spMkLst>
            <pc:docMk/>
            <pc:sldMk cId="371062660" sldId="2582"/>
            <ac:spMk id="202" creationId="{BCFA0D75-AF49-A972-1CDA-1BEEFB439DDC}"/>
          </ac:spMkLst>
        </pc:spChg>
        <pc:spChg chg="mod">
          <ac:chgData name="Owais Ahmed" userId="6abc7d4556b3b071" providerId="LiveId" clId="{641304C9-537E-56B8-9D3B-F295291B91EB}" dt="2025-10-18T07:45:54.694" v="1245" actId="20577"/>
          <ac:spMkLst>
            <pc:docMk/>
            <pc:sldMk cId="371062660" sldId="2582"/>
            <ac:spMk id="203" creationId="{80E3DE71-ED7E-0B45-CA2D-A32C88E5CBC9}"/>
          </ac:spMkLst>
        </pc:spChg>
        <pc:spChg chg="mod">
          <ac:chgData name="Owais Ahmed" userId="6abc7d4556b3b071" providerId="LiveId" clId="{641304C9-537E-56B8-9D3B-F295291B91EB}" dt="2025-10-18T07:44:02.423" v="1215"/>
          <ac:spMkLst>
            <pc:docMk/>
            <pc:sldMk cId="371062660" sldId="2582"/>
            <ac:spMk id="204" creationId="{15B0F6CC-9A2E-83EF-968A-2C1120800F18}"/>
          </ac:spMkLst>
        </pc:spChg>
        <pc:spChg chg="mod">
          <ac:chgData name="Owais Ahmed" userId="6abc7d4556b3b071" providerId="LiveId" clId="{641304C9-537E-56B8-9D3B-F295291B91EB}" dt="2025-10-18T07:44:02.423" v="1215"/>
          <ac:spMkLst>
            <pc:docMk/>
            <pc:sldMk cId="371062660" sldId="2582"/>
            <ac:spMk id="205" creationId="{879DAF49-01F8-1180-8D19-9EBAC653A87C}"/>
          </ac:spMkLst>
        </pc:spChg>
        <pc:spChg chg="mod">
          <ac:chgData name="Owais Ahmed" userId="6abc7d4556b3b071" providerId="LiveId" clId="{641304C9-537E-56B8-9D3B-F295291B91EB}" dt="2025-10-18T07:44:02.423" v="1215"/>
          <ac:spMkLst>
            <pc:docMk/>
            <pc:sldMk cId="371062660" sldId="2582"/>
            <ac:spMk id="206" creationId="{CB8E8630-8F51-3435-00EB-C22271F24D06}"/>
          </ac:spMkLst>
        </pc:spChg>
        <pc:spChg chg="mod">
          <ac:chgData name="Owais Ahmed" userId="6abc7d4556b3b071" providerId="LiveId" clId="{641304C9-537E-56B8-9D3B-F295291B91EB}" dt="2025-10-18T07:44:02.423" v="1215"/>
          <ac:spMkLst>
            <pc:docMk/>
            <pc:sldMk cId="371062660" sldId="2582"/>
            <ac:spMk id="207" creationId="{E0BA5FE6-8895-D366-6E9E-76293B542937}"/>
          </ac:spMkLst>
        </pc:spChg>
        <pc:spChg chg="mod">
          <ac:chgData name="Owais Ahmed" userId="6abc7d4556b3b071" providerId="LiveId" clId="{641304C9-537E-56B8-9D3B-F295291B91EB}" dt="2025-10-18T07:44:02.423" v="1215"/>
          <ac:spMkLst>
            <pc:docMk/>
            <pc:sldMk cId="371062660" sldId="2582"/>
            <ac:spMk id="208" creationId="{789E6FA7-65BF-775E-54BB-D0D4B4F8CB82}"/>
          </ac:spMkLst>
        </pc:spChg>
        <pc:spChg chg="mod">
          <ac:chgData name="Owais Ahmed" userId="6abc7d4556b3b071" providerId="LiveId" clId="{641304C9-537E-56B8-9D3B-F295291B91EB}" dt="2025-10-18T07:45:59.825" v="1246" actId="20577"/>
          <ac:spMkLst>
            <pc:docMk/>
            <pc:sldMk cId="371062660" sldId="2582"/>
            <ac:spMk id="209" creationId="{86879047-CC8F-BFAD-1141-6A941EB125D4}"/>
          </ac:spMkLst>
        </pc:spChg>
        <pc:grpChg chg="add mod">
          <ac:chgData name="Owais Ahmed" userId="6abc7d4556b3b071" providerId="LiveId" clId="{641304C9-537E-56B8-9D3B-F295291B91EB}" dt="2025-10-18T07:41:42.127" v="1199" actId="1076"/>
          <ac:grpSpMkLst>
            <pc:docMk/>
            <pc:sldMk cId="371062660" sldId="2582"/>
            <ac:grpSpMk id="62" creationId="{4E17CC79-C729-7492-A65F-21B4A9B2CCCA}"/>
          </ac:grpSpMkLst>
        </pc:grpChg>
        <pc:grpChg chg="mod">
          <ac:chgData name="Owais Ahmed" userId="6abc7d4556b3b071" providerId="LiveId" clId="{641304C9-537E-56B8-9D3B-F295291B91EB}" dt="2025-10-18T07:41:47.622" v="1200" actId="1076"/>
          <ac:grpSpMkLst>
            <pc:docMk/>
            <pc:sldMk cId="371062660" sldId="2582"/>
            <ac:grpSpMk id="86" creationId="{0CF10A70-31AF-0515-BF84-9993E333CE9D}"/>
          </ac:grpSpMkLst>
        </pc:grpChg>
        <pc:grpChg chg="add mod">
          <ac:chgData name="Owais Ahmed" userId="6abc7d4556b3b071" providerId="LiveId" clId="{641304C9-537E-56B8-9D3B-F295291B91EB}" dt="2025-10-18T07:43:58.128" v="1214" actId="1076"/>
          <ac:grpSpMkLst>
            <pc:docMk/>
            <pc:sldMk cId="371062660" sldId="2582"/>
            <ac:grpSpMk id="105" creationId="{C0CF2B62-4E7A-D659-1E0D-140113D397BA}"/>
          </ac:grpSpMkLst>
        </pc:grpChg>
        <pc:grpChg chg="mod">
          <ac:chgData name="Owais Ahmed" userId="6abc7d4556b3b071" providerId="LiveId" clId="{641304C9-537E-56B8-9D3B-F295291B91EB}" dt="2025-10-18T07:42:34.683" v="1204" actId="1076"/>
          <ac:grpSpMkLst>
            <pc:docMk/>
            <pc:sldMk cId="371062660" sldId="2582"/>
            <ac:grpSpMk id="108" creationId="{D1AC6FE4-DFF3-ED90-47D1-6AFD04992780}"/>
          </ac:grpSpMkLst>
        </pc:grpChg>
        <pc:grpChg chg="add mod">
          <ac:chgData name="Owais Ahmed" userId="6abc7d4556b3b071" providerId="LiveId" clId="{641304C9-537E-56B8-9D3B-F295291B91EB}" dt="2025-10-18T07:43:58.128" v="1214" actId="1076"/>
          <ac:grpSpMkLst>
            <pc:docMk/>
            <pc:sldMk cId="371062660" sldId="2582"/>
            <ac:grpSpMk id="124" creationId="{D7DCF470-9860-D9F8-2322-915965E7A9E4}"/>
          </ac:grpSpMkLst>
        </pc:grpChg>
        <pc:grpChg chg="add mod">
          <ac:chgData name="Owais Ahmed" userId="6abc7d4556b3b071" providerId="LiveId" clId="{641304C9-537E-56B8-9D3B-F295291B91EB}" dt="2025-10-18T07:43:58.128" v="1214" actId="1076"/>
          <ac:grpSpMkLst>
            <pc:docMk/>
            <pc:sldMk cId="371062660" sldId="2582"/>
            <ac:grpSpMk id="127" creationId="{4DC65233-773C-68E5-63F0-AB0F4BC708AD}"/>
          </ac:grpSpMkLst>
        </pc:grpChg>
        <pc:grpChg chg="add del mod topLvl">
          <ac:chgData name="Owais Ahmed" userId="6abc7d4556b3b071" providerId="LiveId" clId="{641304C9-537E-56B8-9D3B-F295291B91EB}" dt="2025-10-18T07:44:58.787" v="1226" actId="1076"/>
          <ac:grpSpMkLst>
            <pc:docMk/>
            <pc:sldMk cId="371062660" sldId="2582"/>
            <ac:grpSpMk id="195" creationId="{CDDADC2C-84C3-CA6C-8658-FA5DF6F3C102}"/>
          </ac:grpSpMkLst>
        </pc:grpChg>
        <pc:grpChg chg="add">
          <ac:chgData name="Owais Ahmed" userId="6abc7d4556b3b071" providerId="LiveId" clId="{641304C9-537E-56B8-9D3B-F295291B91EB}" dt="2025-10-18T07:47:22.114" v="1260" actId="164"/>
          <ac:grpSpMkLst>
            <pc:docMk/>
            <pc:sldMk cId="371062660" sldId="2582"/>
            <ac:grpSpMk id="213" creationId="{A67D8881-B15E-8650-E225-7E28CFC90FE3}"/>
          </ac:grpSpMkLst>
        </pc:grpChg>
        <pc:cxnChg chg="add mod">
          <ac:chgData name="Owais Ahmed" userId="6abc7d4556b3b071" providerId="LiveId" clId="{641304C9-537E-56B8-9D3B-F295291B91EB}" dt="2025-10-18T07:41:42.127" v="1199" actId="1076"/>
          <ac:cxnSpMkLst>
            <pc:docMk/>
            <pc:sldMk cId="371062660" sldId="2582"/>
            <ac:cxnSpMk id="44" creationId="{78D8FA36-697F-0BED-1396-DC24CACF06D7}"/>
          </ac:cxnSpMkLst>
        </pc:cxnChg>
        <pc:cxnChg chg="add mod">
          <ac:chgData name="Owais Ahmed" userId="6abc7d4556b3b071" providerId="LiveId" clId="{641304C9-537E-56B8-9D3B-F295291B91EB}" dt="2025-10-18T07:41:42.127" v="1199" actId="1076"/>
          <ac:cxnSpMkLst>
            <pc:docMk/>
            <pc:sldMk cId="371062660" sldId="2582"/>
            <ac:cxnSpMk id="63" creationId="{E3DFBBEC-0789-4F67-FF6E-63B1A11BF7B6}"/>
          </ac:cxnSpMkLst>
        </pc:cxnChg>
        <pc:cxnChg chg="add mod">
          <ac:chgData name="Owais Ahmed" userId="6abc7d4556b3b071" providerId="LiveId" clId="{641304C9-537E-56B8-9D3B-F295291B91EB}" dt="2025-10-18T07:41:42.127" v="1199" actId="1076"/>
          <ac:cxnSpMkLst>
            <pc:docMk/>
            <pc:sldMk cId="371062660" sldId="2582"/>
            <ac:cxnSpMk id="66" creationId="{9551FA7F-C0AC-6B38-358A-A5150A4654DC}"/>
          </ac:cxnSpMkLst>
        </pc:cxnChg>
        <pc:cxnChg chg="mod">
          <ac:chgData name="Owais Ahmed" userId="6abc7d4556b3b071" providerId="LiveId" clId="{641304C9-537E-56B8-9D3B-F295291B91EB}" dt="2025-10-18T07:41:47.622" v="1200" actId="1076"/>
          <ac:cxnSpMkLst>
            <pc:docMk/>
            <pc:sldMk cId="371062660" sldId="2582"/>
            <ac:cxnSpMk id="85" creationId="{AE13C9D7-BE6B-AB8F-2CAD-69C17222572A}"/>
          </ac:cxnSpMkLst>
        </pc:cxnChg>
        <pc:cxnChg chg="mod">
          <ac:chgData name="Owais Ahmed" userId="6abc7d4556b3b071" providerId="LiveId" clId="{641304C9-537E-56B8-9D3B-F295291B91EB}" dt="2025-10-18T07:41:47.622" v="1200" actId="1076"/>
          <ac:cxnSpMkLst>
            <pc:docMk/>
            <pc:sldMk cId="371062660" sldId="2582"/>
            <ac:cxnSpMk id="101" creationId="{947A53A3-89D3-E28D-53BB-8E05F15E2730}"/>
          </ac:cxnSpMkLst>
        </pc:cxnChg>
        <pc:cxnChg chg="mod">
          <ac:chgData name="Owais Ahmed" userId="6abc7d4556b3b071" providerId="LiveId" clId="{641304C9-537E-56B8-9D3B-F295291B91EB}" dt="2025-10-18T07:41:47.622" v="1200" actId="1076"/>
          <ac:cxnSpMkLst>
            <pc:docMk/>
            <pc:sldMk cId="371062660" sldId="2582"/>
            <ac:cxnSpMk id="102" creationId="{F492A845-3B6E-10E5-E9F0-650390BBEF51}"/>
          </ac:cxnSpMkLst>
        </pc:cxnChg>
        <pc:cxnChg chg="mod">
          <ac:chgData name="Owais Ahmed" userId="6abc7d4556b3b071" providerId="LiveId" clId="{641304C9-537E-56B8-9D3B-F295291B91EB}" dt="2025-10-18T07:42:55.659" v="1209" actId="20577"/>
          <ac:cxnSpMkLst>
            <pc:docMk/>
            <pc:sldMk cId="371062660" sldId="2582"/>
            <ac:cxnSpMk id="107" creationId="{8087DFBB-59FE-85E4-838D-B5E1ADD86C17}"/>
          </ac:cxnSpMkLst>
        </pc:cxnChg>
        <pc:cxnChg chg="mod">
          <ac:chgData name="Owais Ahmed" userId="6abc7d4556b3b071" providerId="LiveId" clId="{641304C9-537E-56B8-9D3B-F295291B91EB}" dt="2025-10-18T07:43:17.950" v="1211" actId="14100"/>
          <ac:cxnSpMkLst>
            <pc:docMk/>
            <pc:sldMk cId="371062660" sldId="2582"/>
            <ac:cxnSpMk id="122" creationId="{F44257F7-FE8A-84FC-F71C-AC2948B5BD4A}"/>
          </ac:cxnSpMkLst>
        </pc:cxnChg>
        <pc:cxnChg chg="mod">
          <ac:chgData name="Owais Ahmed" userId="6abc7d4556b3b071" providerId="LiveId" clId="{641304C9-537E-56B8-9D3B-F295291B91EB}" dt="2025-10-18T07:43:27.708" v="1212" actId="14100"/>
          <ac:cxnSpMkLst>
            <pc:docMk/>
            <pc:sldMk cId="371062660" sldId="2582"/>
            <ac:cxnSpMk id="123" creationId="{26967DD5-E9A7-9614-0DD4-3D68F449E30E}"/>
          </ac:cxnSpMkLst>
        </pc:cxnChg>
        <pc:cxnChg chg="add mod">
          <ac:chgData name="Owais Ahmed" userId="6abc7d4556b3b071" providerId="LiveId" clId="{641304C9-537E-56B8-9D3B-F295291B91EB}" dt="2025-10-18T07:47:13.987" v="1259" actId="20577"/>
          <ac:cxnSpMkLst>
            <pc:docMk/>
            <pc:sldMk cId="371062660" sldId="2582"/>
            <ac:cxnSpMk id="212" creationId="{6233AB05-46BD-9354-9E75-EB4598A20A4C}"/>
          </ac:cxnSpMkLst>
        </pc:cxnChg>
      </pc:sldChg>
      <pc:sldChg chg="modSp add mod modAnim modNotesTx">
        <pc:chgData name="Owais Ahmed" userId="6abc7d4556b3b071" providerId="LiveId" clId="{641304C9-537E-56B8-9D3B-F295291B91EB}" dt="2025-10-18T08:21:36.312" v="3278" actId="20577"/>
        <pc:sldMkLst>
          <pc:docMk/>
          <pc:sldMk cId="1463699877" sldId="2583"/>
        </pc:sldMkLst>
        <pc:spChg chg="mod">
          <ac:chgData name="Owais Ahmed" userId="6abc7d4556b3b071" providerId="LiveId" clId="{641304C9-537E-56B8-9D3B-F295291B91EB}" dt="2025-10-18T08:21:36.312" v="3278" actId="20577"/>
          <ac:spMkLst>
            <pc:docMk/>
            <pc:sldMk cId="1463699877" sldId="2583"/>
            <ac:spMk id="3" creationId="{BC0A9B45-6312-9D21-C22C-7BD1C98A41BC}"/>
          </ac:spMkLst>
        </pc:spChg>
        <pc:spChg chg="mod">
          <ac:chgData name="Owais Ahmed" userId="6abc7d4556b3b071" providerId="LiveId" clId="{641304C9-537E-56B8-9D3B-F295291B91EB}" dt="2025-10-18T07:53:11.680" v="1781" actId="20577"/>
          <ac:spMkLst>
            <pc:docMk/>
            <pc:sldMk cId="1463699877" sldId="2583"/>
            <ac:spMk id="215" creationId="{BF5E3F83-664F-45B8-5DA3-936BA7AE416A}"/>
          </ac:spMkLst>
        </pc:spChg>
      </pc:sldChg>
      <pc:sldChg chg="modSp">
        <pc:chgData name="Owais Ahmed" userId="6abc7d4556b3b071" providerId="LiveId" clId="{641304C9-537E-56B8-9D3B-F295291B91EB}" dt="2025-10-25T06:56:37.990" v="3324" actId="20577"/>
        <pc:sldMkLst>
          <pc:docMk/>
          <pc:sldMk cId="2798013519" sldId="2586"/>
        </pc:sldMkLst>
        <pc:spChg chg="mod">
          <ac:chgData name="Owais Ahmed" userId="6abc7d4556b3b071" providerId="LiveId" clId="{641304C9-537E-56B8-9D3B-F295291B91EB}" dt="2025-10-25T06:56:37.990" v="3324" actId="20577"/>
          <ac:spMkLst>
            <pc:docMk/>
            <pc:sldMk cId="2798013519" sldId="2586"/>
            <ac:spMk id="3" creationId="{08AA29A7-BEFE-F7A6-3CCC-5FE452E9B50A}"/>
          </ac:spMkLst>
        </pc:spChg>
      </pc:sldChg>
      <pc:sldChg chg="addSp modSp mod">
        <pc:chgData name="Owais Ahmed" userId="6abc7d4556b3b071" providerId="LiveId" clId="{641304C9-537E-56B8-9D3B-F295291B91EB}" dt="2025-10-25T07:00:38.092" v="3344" actId="14100"/>
        <pc:sldMkLst>
          <pc:docMk/>
          <pc:sldMk cId="517888459" sldId="2587"/>
        </pc:sldMkLst>
        <pc:spChg chg="mod">
          <ac:chgData name="Owais Ahmed" userId="6abc7d4556b3b071" providerId="LiveId" clId="{641304C9-537E-56B8-9D3B-F295291B91EB}" dt="2025-10-25T07:00:38.092" v="3344" actId="14100"/>
          <ac:spMkLst>
            <pc:docMk/>
            <pc:sldMk cId="517888459" sldId="2587"/>
            <ac:spMk id="3" creationId="{DB00CC23-E1DB-4584-188F-AA3921F7F569}"/>
          </ac:spMkLst>
        </pc:spChg>
        <pc:picChg chg="add mod">
          <ac:chgData name="Owais Ahmed" userId="6abc7d4556b3b071" providerId="LiveId" clId="{641304C9-537E-56B8-9D3B-F295291B91EB}" dt="2025-10-25T07:00:36.869" v="3343" actId="14100"/>
          <ac:picMkLst>
            <pc:docMk/>
            <pc:sldMk cId="517888459" sldId="2587"/>
            <ac:picMk id="2050" creationId="{7A594C04-3A6C-F8A7-DA66-AEDABCFF6D19}"/>
          </ac:picMkLst>
        </pc:picChg>
      </pc:sldChg>
      <pc:sldChg chg="modSp mod">
        <pc:chgData name="Owais Ahmed" userId="6abc7d4556b3b071" providerId="LiveId" clId="{641304C9-537E-56B8-9D3B-F295291B91EB}" dt="2025-10-25T06:55:41.710" v="3312" actId="20577"/>
        <pc:sldMkLst>
          <pc:docMk/>
          <pc:sldMk cId="4251395321" sldId="2590"/>
        </pc:sldMkLst>
        <pc:spChg chg="mod">
          <ac:chgData name="Owais Ahmed" userId="6abc7d4556b3b071" providerId="LiveId" clId="{641304C9-537E-56B8-9D3B-F295291B91EB}" dt="2025-10-25T06:55:41.710" v="3312" actId="20577"/>
          <ac:spMkLst>
            <pc:docMk/>
            <pc:sldMk cId="4251395321" sldId="2590"/>
            <ac:spMk id="215" creationId="{032F57D7-F47F-8C6E-397F-A01CB7781BA7}"/>
          </ac:spMkLst>
        </pc:spChg>
      </pc:sldChg>
      <pc:sldChg chg="addSp modSp add del modAnim">
        <pc:chgData name="Owais Ahmed" userId="6abc7d4556b3b071" providerId="LiveId" clId="{641304C9-537E-56B8-9D3B-F295291B91EB}" dt="2025-10-25T07:00:41.733" v="3345" actId="2696"/>
        <pc:sldMkLst>
          <pc:docMk/>
          <pc:sldMk cId="1039326397" sldId="2591"/>
        </pc:sldMkLst>
        <pc:spChg chg="mod">
          <ac:chgData name="Owais Ahmed" userId="6abc7d4556b3b071" providerId="LiveId" clId="{641304C9-537E-56B8-9D3B-F295291B91EB}" dt="2025-10-25T06:57:53.541" v="3327" actId="20577"/>
          <ac:spMkLst>
            <pc:docMk/>
            <pc:sldMk cId="1039326397" sldId="2591"/>
            <ac:spMk id="3" creationId="{7F889BBB-4B11-390C-5F96-6E0844553507}"/>
          </ac:spMkLst>
        </pc:spChg>
        <pc:picChg chg="add">
          <ac:chgData name="Owais Ahmed" userId="6abc7d4556b3b071" providerId="LiveId" clId="{641304C9-537E-56B8-9D3B-F295291B91EB}" dt="2025-10-25T06:59:34.177" v="3328"/>
          <ac:picMkLst>
            <pc:docMk/>
            <pc:sldMk cId="1039326397" sldId="2591"/>
            <ac:picMk id="1026" creationId="{44146EB6-C791-CAEC-4864-BF9537D5E911}"/>
          </ac:picMkLst>
        </pc:picChg>
      </pc:sldChg>
    </pc:docChg>
  </pc:docChgLst>
  <pc:docChgLst>
    <pc:chgData name="Owais Ahmed" userId="6abc7d4556b3b071" providerId="LiveId" clId="{D0A51F83-B713-4A4D-8105-C75936B8E1D2}"/>
    <pc:docChg chg="undo redo custSel addSld delSld modSld sldOrd">
      <pc:chgData name="Owais Ahmed" userId="6abc7d4556b3b071" providerId="LiveId" clId="{D0A51F83-B713-4A4D-8105-C75936B8E1D2}" dt="2025-10-24T14:57:12.275" v="20452" actId="113"/>
      <pc:docMkLst>
        <pc:docMk/>
      </pc:docMkLst>
      <pc:sldChg chg="modSp mod">
        <pc:chgData name="Owais Ahmed" userId="6abc7d4556b3b071" providerId="LiveId" clId="{D0A51F83-B713-4A4D-8105-C75936B8E1D2}" dt="2025-10-24T14:52:26.933" v="20317" actId="20577"/>
        <pc:sldMkLst>
          <pc:docMk/>
          <pc:sldMk cId="1649098948" sldId="2462"/>
        </pc:sldMkLst>
        <pc:spChg chg="mod">
          <ac:chgData name="Owais Ahmed" userId="6abc7d4556b3b071" providerId="LiveId" clId="{D0A51F83-B713-4A4D-8105-C75936B8E1D2}" dt="2025-10-24T14:52:26.933" v="20317" actId="20577"/>
          <ac:spMkLst>
            <pc:docMk/>
            <pc:sldMk cId="1649098948" sldId="2462"/>
            <ac:spMk id="6" creationId="{F3C89A40-EEAA-43AB-9A3A-B2CFDE450F1B}"/>
          </ac:spMkLst>
        </pc:spChg>
      </pc:sldChg>
      <pc:sldChg chg="addSp delSp modSp mod modAnim modNotesTx">
        <pc:chgData name="Owais Ahmed" userId="6abc7d4556b3b071" providerId="LiveId" clId="{D0A51F83-B713-4A4D-8105-C75936B8E1D2}" dt="2025-10-17T15:28:50.036" v="3777" actId="20577"/>
        <pc:sldMkLst>
          <pc:docMk/>
          <pc:sldMk cId="570513610" sldId="2558"/>
        </pc:sldMkLst>
        <pc:spChg chg="mod">
          <ac:chgData name="Owais Ahmed" userId="6abc7d4556b3b071" providerId="LiveId" clId="{D0A51F83-B713-4A4D-8105-C75936B8E1D2}" dt="2025-10-17T15:28:50.036" v="3777" actId="20577"/>
          <ac:spMkLst>
            <pc:docMk/>
            <pc:sldMk cId="570513610" sldId="2558"/>
            <ac:spMk id="3" creationId="{7D7EC09A-8087-7E8E-F2A2-DB71FC7FB313}"/>
          </ac:spMkLst>
        </pc:spChg>
        <pc:spChg chg="mod">
          <ac:chgData name="Owais Ahmed" userId="6abc7d4556b3b071" providerId="LiveId" clId="{D0A51F83-B713-4A4D-8105-C75936B8E1D2}" dt="2025-10-17T15:10:27.276" v="3634" actId="113"/>
          <ac:spMkLst>
            <pc:docMk/>
            <pc:sldMk cId="570513610" sldId="2558"/>
            <ac:spMk id="6" creationId="{9BC4EE31-A1FD-1A5E-E38B-98075E92171A}"/>
          </ac:spMkLst>
        </pc:spChg>
        <pc:spChg chg="mod">
          <ac:chgData name="Owais Ahmed" userId="6abc7d4556b3b071" providerId="LiveId" clId="{D0A51F83-B713-4A4D-8105-C75936B8E1D2}" dt="2025-10-17T15:08:52.420" v="3616" actId="164"/>
          <ac:spMkLst>
            <pc:docMk/>
            <pc:sldMk cId="570513610" sldId="2558"/>
            <ac:spMk id="7" creationId="{DD6E06A6-0AB8-5916-DB9A-77B6FC97DDEA}"/>
          </ac:spMkLst>
        </pc:spChg>
        <pc:spChg chg="mod">
          <ac:chgData name="Owais Ahmed" userId="6abc7d4556b3b071" providerId="LiveId" clId="{D0A51F83-B713-4A4D-8105-C75936B8E1D2}" dt="2025-10-17T15:08:27.028" v="3610" actId="164"/>
          <ac:spMkLst>
            <pc:docMk/>
            <pc:sldMk cId="570513610" sldId="2558"/>
            <ac:spMk id="8" creationId="{C3435C0A-1BC7-E1A8-3C53-EFD516FBA22A}"/>
          </ac:spMkLst>
        </pc:spChg>
        <pc:spChg chg="mod">
          <ac:chgData name="Owais Ahmed" userId="6abc7d4556b3b071" providerId="LiveId" clId="{D0A51F83-B713-4A4D-8105-C75936B8E1D2}" dt="2025-10-17T15:08:27.028" v="3610" actId="164"/>
          <ac:spMkLst>
            <pc:docMk/>
            <pc:sldMk cId="570513610" sldId="2558"/>
            <ac:spMk id="9" creationId="{03FE0D0B-0FFC-FAEC-F19A-A6453F77B2E2}"/>
          </ac:spMkLst>
        </pc:spChg>
        <pc:spChg chg="add del mod">
          <ac:chgData name="Owais Ahmed" userId="6abc7d4556b3b071" providerId="LiveId" clId="{D0A51F83-B713-4A4D-8105-C75936B8E1D2}" dt="2025-10-17T15:08:06.693" v="3606" actId="164"/>
          <ac:spMkLst>
            <pc:docMk/>
            <pc:sldMk cId="570513610" sldId="2558"/>
            <ac:spMk id="10" creationId="{979333DF-69B3-5C7E-68B6-51FECCD7A32C}"/>
          </ac:spMkLst>
        </pc:spChg>
        <pc:spChg chg="add del mod topLvl">
          <ac:chgData name="Owais Ahmed" userId="6abc7d4556b3b071" providerId="LiveId" clId="{D0A51F83-B713-4A4D-8105-C75936B8E1D2}" dt="2025-10-17T15:08:06.693" v="3606" actId="164"/>
          <ac:spMkLst>
            <pc:docMk/>
            <pc:sldMk cId="570513610" sldId="2558"/>
            <ac:spMk id="11" creationId="{52ED9954-6A7F-67D8-14DD-40D289205573}"/>
          </ac:spMkLst>
        </pc:spChg>
        <pc:spChg chg="add del mod">
          <ac:chgData name="Owais Ahmed" userId="6abc7d4556b3b071" providerId="LiveId" clId="{D0A51F83-B713-4A4D-8105-C75936B8E1D2}" dt="2025-10-17T15:07:14.541" v="3596" actId="164"/>
          <ac:spMkLst>
            <pc:docMk/>
            <pc:sldMk cId="570513610" sldId="2558"/>
            <ac:spMk id="12" creationId="{7CF20775-9E1B-C128-1583-24A30C2236F3}"/>
          </ac:spMkLst>
        </pc:spChg>
        <pc:spChg chg="mod">
          <ac:chgData name="Owais Ahmed" userId="6abc7d4556b3b071" providerId="LiveId" clId="{D0A51F83-B713-4A4D-8105-C75936B8E1D2}" dt="2025-10-17T15:07:14.541" v="3596" actId="164"/>
          <ac:spMkLst>
            <pc:docMk/>
            <pc:sldMk cId="570513610" sldId="2558"/>
            <ac:spMk id="13" creationId="{DF5EF182-1953-38FB-09FA-B87E7D0A9B99}"/>
          </ac:spMkLst>
        </pc:spChg>
        <pc:spChg chg="mod topLvl">
          <ac:chgData name="Owais Ahmed" userId="6abc7d4556b3b071" providerId="LiveId" clId="{D0A51F83-B713-4A4D-8105-C75936B8E1D2}" dt="2025-10-17T15:09:47.074" v="3625" actId="403"/>
          <ac:spMkLst>
            <pc:docMk/>
            <pc:sldMk cId="570513610" sldId="2558"/>
            <ac:spMk id="14" creationId="{098CB485-7D9E-CB87-5D8A-925E2F434A3B}"/>
          </ac:spMkLst>
        </pc:spChg>
        <pc:spChg chg="add del mod">
          <ac:chgData name="Owais Ahmed" userId="6abc7d4556b3b071" providerId="LiveId" clId="{D0A51F83-B713-4A4D-8105-C75936B8E1D2}" dt="2025-10-17T15:08:06.693" v="3606" actId="164"/>
          <ac:spMkLst>
            <pc:docMk/>
            <pc:sldMk cId="570513610" sldId="2558"/>
            <ac:spMk id="15" creationId="{03E968FD-7E8A-A26C-AF28-84111D1E34C6}"/>
          </ac:spMkLst>
        </pc:spChg>
        <pc:spChg chg="mod">
          <ac:chgData name="Owais Ahmed" userId="6abc7d4556b3b071" providerId="LiveId" clId="{D0A51F83-B713-4A4D-8105-C75936B8E1D2}" dt="2025-10-17T15:07:14.541" v="3596" actId="164"/>
          <ac:spMkLst>
            <pc:docMk/>
            <pc:sldMk cId="570513610" sldId="2558"/>
            <ac:spMk id="16" creationId="{CB4AC0DE-FFC6-CCC9-F48C-D91D32D35AE2}"/>
          </ac:spMkLst>
        </pc:spChg>
        <pc:spChg chg="mod">
          <ac:chgData name="Owais Ahmed" userId="6abc7d4556b3b071" providerId="LiveId" clId="{D0A51F83-B713-4A4D-8105-C75936B8E1D2}" dt="2025-10-17T15:07:14.541" v="3596" actId="164"/>
          <ac:spMkLst>
            <pc:docMk/>
            <pc:sldMk cId="570513610" sldId="2558"/>
            <ac:spMk id="17" creationId="{2436FAE6-0845-4993-D928-69ABEF1F4B8E}"/>
          </ac:spMkLst>
        </pc:spChg>
        <pc:spChg chg="mod">
          <ac:chgData name="Owais Ahmed" userId="6abc7d4556b3b071" providerId="LiveId" clId="{D0A51F83-B713-4A4D-8105-C75936B8E1D2}" dt="2025-10-17T15:09:47.074" v="3625" actId="403"/>
          <ac:spMkLst>
            <pc:docMk/>
            <pc:sldMk cId="570513610" sldId="2558"/>
            <ac:spMk id="18" creationId="{79FC145C-7C84-DAB6-47CC-F2AE8742FF6C}"/>
          </ac:spMkLst>
        </pc:spChg>
        <pc:spChg chg="mod">
          <ac:chgData name="Owais Ahmed" userId="6abc7d4556b3b071" providerId="LiveId" clId="{D0A51F83-B713-4A4D-8105-C75936B8E1D2}" dt="2025-10-17T15:08:27.028" v="3610" actId="164"/>
          <ac:spMkLst>
            <pc:docMk/>
            <pc:sldMk cId="570513610" sldId="2558"/>
            <ac:spMk id="19" creationId="{F8952283-C94D-D76F-67FD-41011FE307F0}"/>
          </ac:spMkLst>
        </pc:spChg>
        <pc:spChg chg="add del mod">
          <ac:chgData name="Owais Ahmed" userId="6abc7d4556b3b071" providerId="LiveId" clId="{D0A51F83-B713-4A4D-8105-C75936B8E1D2}" dt="2025-10-17T15:08:06.693" v="3606" actId="164"/>
          <ac:spMkLst>
            <pc:docMk/>
            <pc:sldMk cId="570513610" sldId="2558"/>
            <ac:spMk id="20" creationId="{87E96DCC-3FAA-2585-746F-B4CDAFC786D2}"/>
          </ac:spMkLst>
        </pc:spChg>
        <pc:spChg chg="add del mod topLvl">
          <ac:chgData name="Owais Ahmed" userId="6abc7d4556b3b071" providerId="LiveId" clId="{D0A51F83-B713-4A4D-8105-C75936B8E1D2}" dt="2025-10-17T15:08:06.693" v="3606" actId="164"/>
          <ac:spMkLst>
            <pc:docMk/>
            <pc:sldMk cId="570513610" sldId="2558"/>
            <ac:spMk id="21" creationId="{08423ADA-9F32-6D62-478D-703E6BFF3E56}"/>
          </ac:spMkLst>
        </pc:spChg>
        <pc:spChg chg="mod topLvl">
          <ac:chgData name="Owais Ahmed" userId="6abc7d4556b3b071" providerId="LiveId" clId="{D0A51F83-B713-4A4D-8105-C75936B8E1D2}" dt="2025-10-17T15:07:21.214" v="3597" actId="164"/>
          <ac:spMkLst>
            <pc:docMk/>
            <pc:sldMk cId="570513610" sldId="2558"/>
            <ac:spMk id="22" creationId="{A172BEB8-4095-7A1A-9460-D04979C50AB0}"/>
          </ac:spMkLst>
        </pc:spChg>
        <pc:spChg chg="mod">
          <ac:chgData name="Owais Ahmed" userId="6abc7d4556b3b071" providerId="LiveId" clId="{D0A51F83-B713-4A4D-8105-C75936B8E1D2}" dt="2025-10-17T15:07:21.214" v="3597" actId="164"/>
          <ac:spMkLst>
            <pc:docMk/>
            <pc:sldMk cId="570513610" sldId="2558"/>
            <ac:spMk id="23" creationId="{9604EDF8-4D2F-1163-F19D-A249B5B1A2AA}"/>
          </ac:spMkLst>
        </pc:spChg>
        <pc:spChg chg="mod">
          <ac:chgData name="Owais Ahmed" userId="6abc7d4556b3b071" providerId="LiveId" clId="{D0A51F83-B713-4A4D-8105-C75936B8E1D2}" dt="2025-10-17T15:09:47.074" v="3625" actId="403"/>
          <ac:spMkLst>
            <pc:docMk/>
            <pc:sldMk cId="570513610" sldId="2558"/>
            <ac:spMk id="24" creationId="{AF12BB23-F2A7-A07A-8746-DF59BE8FE143}"/>
          </ac:spMkLst>
        </pc:spChg>
        <pc:spChg chg="add del mod">
          <ac:chgData name="Owais Ahmed" userId="6abc7d4556b3b071" providerId="LiveId" clId="{D0A51F83-B713-4A4D-8105-C75936B8E1D2}" dt="2025-10-17T15:08:06.693" v="3606" actId="164"/>
          <ac:spMkLst>
            <pc:docMk/>
            <pc:sldMk cId="570513610" sldId="2558"/>
            <ac:spMk id="25" creationId="{F8D52116-0A36-A516-C05D-77EB89901030}"/>
          </ac:spMkLst>
        </pc:spChg>
        <pc:spChg chg="mod">
          <ac:chgData name="Owais Ahmed" userId="6abc7d4556b3b071" providerId="LiveId" clId="{D0A51F83-B713-4A4D-8105-C75936B8E1D2}" dt="2025-10-17T15:07:21.214" v="3597" actId="164"/>
          <ac:spMkLst>
            <pc:docMk/>
            <pc:sldMk cId="570513610" sldId="2558"/>
            <ac:spMk id="26" creationId="{D42329EF-A2A1-AFA3-3CA7-A581007592EF}"/>
          </ac:spMkLst>
        </pc:spChg>
        <pc:spChg chg="mod">
          <ac:chgData name="Owais Ahmed" userId="6abc7d4556b3b071" providerId="LiveId" clId="{D0A51F83-B713-4A4D-8105-C75936B8E1D2}" dt="2025-10-17T15:07:21.214" v="3597" actId="164"/>
          <ac:spMkLst>
            <pc:docMk/>
            <pc:sldMk cId="570513610" sldId="2558"/>
            <ac:spMk id="27" creationId="{0AA1606F-C6D4-7B18-25DE-8DA9A796AA58}"/>
          </ac:spMkLst>
        </pc:spChg>
        <pc:spChg chg="mod topLvl">
          <ac:chgData name="Owais Ahmed" userId="6abc7d4556b3b071" providerId="LiveId" clId="{D0A51F83-B713-4A4D-8105-C75936B8E1D2}" dt="2025-10-17T15:09:47.074" v="3625" actId="403"/>
          <ac:spMkLst>
            <pc:docMk/>
            <pc:sldMk cId="570513610" sldId="2558"/>
            <ac:spMk id="28" creationId="{E3F4E117-B8A3-C3D0-17FB-92C7AA8DC881}"/>
          </ac:spMkLst>
        </pc:spChg>
        <pc:spChg chg="mod">
          <ac:chgData name="Owais Ahmed" userId="6abc7d4556b3b071" providerId="LiveId" clId="{D0A51F83-B713-4A4D-8105-C75936B8E1D2}" dt="2025-10-17T15:08:52.420" v="3616" actId="164"/>
          <ac:spMkLst>
            <pc:docMk/>
            <pc:sldMk cId="570513610" sldId="2558"/>
            <ac:spMk id="29" creationId="{DEED450A-1E16-B50C-7D31-88EEA424D379}"/>
          </ac:spMkLst>
        </pc:spChg>
        <pc:spChg chg="mod topLvl">
          <ac:chgData name="Owais Ahmed" userId="6abc7d4556b3b071" providerId="LiveId" clId="{D0A51F83-B713-4A4D-8105-C75936B8E1D2}" dt="2025-10-17T15:08:32.631" v="3611" actId="164"/>
          <ac:spMkLst>
            <pc:docMk/>
            <pc:sldMk cId="570513610" sldId="2558"/>
            <ac:spMk id="30" creationId="{83B49CBA-9CB8-5132-8848-72A0A17C080D}"/>
          </ac:spMkLst>
        </pc:spChg>
        <pc:spChg chg="mod">
          <ac:chgData name="Owais Ahmed" userId="6abc7d4556b3b071" providerId="LiveId" clId="{D0A51F83-B713-4A4D-8105-C75936B8E1D2}" dt="2025-10-17T15:08:32.631" v="3611" actId="164"/>
          <ac:spMkLst>
            <pc:docMk/>
            <pc:sldMk cId="570513610" sldId="2558"/>
            <ac:spMk id="31" creationId="{80D6C9AD-620D-06A5-ACA5-64CDEE818ACC}"/>
          </ac:spMkLst>
        </pc:spChg>
        <pc:spChg chg="mod">
          <ac:chgData name="Owais Ahmed" userId="6abc7d4556b3b071" providerId="LiveId" clId="{D0A51F83-B713-4A4D-8105-C75936B8E1D2}" dt="2025-10-17T15:08:12.882" v="3607" actId="164"/>
          <ac:spMkLst>
            <pc:docMk/>
            <pc:sldMk cId="570513610" sldId="2558"/>
            <ac:spMk id="32" creationId="{89F83CD5-67A8-29F0-C822-B0B79C51B522}"/>
          </ac:spMkLst>
        </pc:spChg>
        <pc:spChg chg="mod topLvl">
          <ac:chgData name="Owais Ahmed" userId="6abc7d4556b3b071" providerId="LiveId" clId="{D0A51F83-B713-4A4D-8105-C75936B8E1D2}" dt="2025-10-17T15:08:12.882" v="3607" actId="164"/>
          <ac:spMkLst>
            <pc:docMk/>
            <pc:sldMk cId="570513610" sldId="2558"/>
            <ac:spMk id="33" creationId="{616748F0-00EB-F8E5-6DEE-9C69AF367065}"/>
          </ac:spMkLst>
        </pc:spChg>
        <pc:spChg chg="mod">
          <ac:chgData name="Owais Ahmed" userId="6abc7d4556b3b071" providerId="LiveId" clId="{D0A51F83-B713-4A4D-8105-C75936B8E1D2}" dt="2025-10-17T15:07:27.285" v="3598" actId="164"/>
          <ac:spMkLst>
            <pc:docMk/>
            <pc:sldMk cId="570513610" sldId="2558"/>
            <ac:spMk id="34" creationId="{3A75EF97-54B1-4190-50DE-F45C8B164025}"/>
          </ac:spMkLst>
        </pc:spChg>
        <pc:spChg chg="mod">
          <ac:chgData name="Owais Ahmed" userId="6abc7d4556b3b071" providerId="LiveId" clId="{D0A51F83-B713-4A4D-8105-C75936B8E1D2}" dt="2025-10-17T15:07:27.285" v="3598" actId="164"/>
          <ac:spMkLst>
            <pc:docMk/>
            <pc:sldMk cId="570513610" sldId="2558"/>
            <ac:spMk id="35" creationId="{812ABB77-EAD8-1F09-A5A5-47470E0F06EE}"/>
          </ac:spMkLst>
        </pc:spChg>
        <pc:spChg chg="mod topLvl">
          <ac:chgData name="Owais Ahmed" userId="6abc7d4556b3b071" providerId="LiveId" clId="{D0A51F83-B713-4A4D-8105-C75936B8E1D2}" dt="2025-10-17T15:09:47.074" v="3625" actId="403"/>
          <ac:spMkLst>
            <pc:docMk/>
            <pc:sldMk cId="570513610" sldId="2558"/>
            <ac:spMk id="36" creationId="{A93EEEC6-CCA2-DCCF-0358-652437147E78}"/>
          </ac:spMkLst>
        </pc:spChg>
        <pc:spChg chg="mod">
          <ac:chgData name="Owais Ahmed" userId="6abc7d4556b3b071" providerId="LiveId" clId="{D0A51F83-B713-4A4D-8105-C75936B8E1D2}" dt="2025-10-17T15:08:12.882" v="3607" actId="164"/>
          <ac:spMkLst>
            <pc:docMk/>
            <pc:sldMk cId="570513610" sldId="2558"/>
            <ac:spMk id="37" creationId="{C91C815E-1E40-81A8-43F6-8E1B3443FF9C}"/>
          </ac:spMkLst>
        </pc:spChg>
        <pc:spChg chg="mod">
          <ac:chgData name="Owais Ahmed" userId="6abc7d4556b3b071" providerId="LiveId" clId="{D0A51F83-B713-4A4D-8105-C75936B8E1D2}" dt="2025-10-17T15:07:27.285" v="3598" actId="164"/>
          <ac:spMkLst>
            <pc:docMk/>
            <pc:sldMk cId="570513610" sldId="2558"/>
            <ac:spMk id="38" creationId="{C51CA6D0-4E4D-F6A5-0F6F-CE210A980AD1}"/>
          </ac:spMkLst>
        </pc:spChg>
        <pc:spChg chg="mod">
          <ac:chgData name="Owais Ahmed" userId="6abc7d4556b3b071" providerId="LiveId" clId="{D0A51F83-B713-4A4D-8105-C75936B8E1D2}" dt="2025-10-17T15:07:27.285" v="3598" actId="164"/>
          <ac:spMkLst>
            <pc:docMk/>
            <pc:sldMk cId="570513610" sldId="2558"/>
            <ac:spMk id="39" creationId="{9D5A3E8C-91E4-1A2D-6D92-547170DD68AF}"/>
          </ac:spMkLst>
        </pc:spChg>
        <pc:spChg chg="mod topLvl">
          <ac:chgData name="Owais Ahmed" userId="6abc7d4556b3b071" providerId="LiveId" clId="{D0A51F83-B713-4A4D-8105-C75936B8E1D2}" dt="2025-10-17T15:09:47.074" v="3625" actId="403"/>
          <ac:spMkLst>
            <pc:docMk/>
            <pc:sldMk cId="570513610" sldId="2558"/>
            <ac:spMk id="40" creationId="{AF10A9A0-12C0-29E5-C2C3-2DFED1939BCC}"/>
          </ac:spMkLst>
        </pc:spChg>
        <pc:spChg chg="mod">
          <ac:chgData name="Owais Ahmed" userId="6abc7d4556b3b071" providerId="LiveId" clId="{D0A51F83-B713-4A4D-8105-C75936B8E1D2}" dt="2025-10-17T15:08:32.631" v="3611" actId="164"/>
          <ac:spMkLst>
            <pc:docMk/>
            <pc:sldMk cId="570513610" sldId="2558"/>
            <ac:spMk id="41" creationId="{09C5C111-DAD0-CE97-EBE0-096A58327EB2}"/>
          </ac:spMkLst>
        </pc:spChg>
        <pc:spChg chg="mod">
          <ac:chgData name="Owais Ahmed" userId="6abc7d4556b3b071" providerId="LiveId" clId="{D0A51F83-B713-4A4D-8105-C75936B8E1D2}" dt="2025-10-17T15:08:12.882" v="3607" actId="164"/>
          <ac:spMkLst>
            <pc:docMk/>
            <pc:sldMk cId="570513610" sldId="2558"/>
            <ac:spMk id="42" creationId="{F4779300-2633-DBBD-E369-E190BD87AABF}"/>
          </ac:spMkLst>
        </pc:spChg>
        <pc:spChg chg="mod">
          <ac:chgData name="Owais Ahmed" userId="6abc7d4556b3b071" providerId="LiveId" clId="{D0A51F83-B713-4A4D-8105-C75936B8E1D2}" dt="2025-10-17T15:08:12.882" v="3607" actId="164"/>
          <ac:spMkLst>
            <pc:docMk/>
            <pc:sldMk cId="570513610" sldId="2558"/>
            <ac:spMk id="43" creationId="{1459016C-9147-D621-96BC-A50A28B26F06}"/>
          </ac:spMkLst>
        </pc:spChg>
        <pc:spChg chg="mod">
          <ac:chgData name="Owais Ahmed" userId="6abc7d4556b3b071" providerId="LiveId" clId="{D0A51F83-B713-4A4D-8105-C75936B8E1D2}" dt="2025-10-17T15:07:38.132" v="3599" actId="164"/>
          <ac:spMkLst>
            <pc:docMk/>
            <pc:sldMk cId="570513610" sldId="2558"/>
            <ac:spMk id="44" creationId="{C768B8B4-51B9-36BC-6BE0-46FBB511B2BE}"/>
          </ac:spMkLst>
        </pc:spChg>
        <pc:spChg chg="mod topLvl">
          <ac:chgData name="Owais Ahmed" userId="6abc7d4556b3b071" providerId="LiveId" clId="{D0A51F83-B713-4A4D-8105-C75936B8E1D2}" dt="2025-10-17T15:07:38.132" v="3599" actId="164"/>
          <ac:spMkLst>
            <pc:docMk/>
            <pc:sldMk cId="570513610" sldId="2558"/>
            <ac:spMk id="45" creationId="{BE2E0393-799E-8F18-B85E-4B9238A359CC}"/>
          </ac:spMkLst>
        </pc:spChg>
        <pc:spChg chg="mod">
          <ac:chgData name="Owais Ahmed" userId="6abc7d4556b3b071" providerId="LiveId" clId="{D0A51F83-B713-4A4D-8105-C75936B8E1D2}" dt="2025-10-17T15:09:47.074" v="3625" actId="403"/>
          <ac:spMkLst>
            <pc:docMk/>
            <pc:sldMk cId="570513610" sldId="2558"/>
            <ac:spMk id="46" creationId="{E51E078A-EEF4-79C4-C11E-D2B8399A601C}"/>
          </ac:spMkLst>
        </pc:spChg>
        <pc:spChg chg="mod">
          <ac:chgData name="Owais Ahmed" userId="6abc7d4556b3b071" providerId="LiveId" clId="{D0A51F83-B713-4A4D-8105-C75936B8E1D2}" dt="2025-10-17T15:08:12.882" v="3607" actId="164"/>
          <ac:spMkLst>
            <pc:docMk/>
            <pc:sldMk cId="570513610" sldId="2558"/>
            <ac:spMk id="47" creationId="{8D933EFB-CD87-696B-8469-3E87C2921752}"/>
          </ac:spMkLst>
        </pc:spChg>
        <pc:spChg chg="mod">
          <ac:chgData name="Owais Ahmed" userId="6abc7d4556b3b071" providerId="LiveId" clId="{D0A51F83-B713-4A4D-8105-C75936B8E1D2}" dt="2025-10-17T15:07:38.132" v="3599" actId="164"/>
          <ac:spMkLst>
            <pc:docMk/>
            <pc:sldMk cId="570513610" sldId="2558"/>
            <ac:spMk id="48" creationId="{BC8FD826-4E92-979E-6391-8E586BAD9E31}"/>
          </ac:spMkLst>
        </pc:spChg>
        <pc:spChg chg="mod">
          <ac:chgData name="Owais Ahmed" userId="6abc7d4556b3b071" providerId="LiveId" clId="{D0A51F83-B713-4A4D-8105-C75936B8E1D2}" dt="2025-10-17T15:07:38.132" v="3599" actId="164"/>
          <ac:spMkLst>
            <pc:docMk/>
            <pc:sldMk cId="570513610" sldId="2558"/>
            <ac:spMk id="49" creationId="{82FD3BC1-3456-39B4-83B4-4B7FF0A1F20B}"/>
          </ac:spMkLst>
        </pc:spChg>
        <pc:spChg chg="mod">
          <ac:chgData name="Owais Ahmed" userId="6abc7d4556b3b071" providerId="LiveId" clId="{D0A51F83-B713-4A4D-8105-C75936B8E1D2}" dt="2025-10-17T15:09:47.074" v="3625" actId="403"/>
          <ac:spMkLst>
            <pc:docMk/>
            <pc:sldMk cId="570513610" sldId="2558"/>
            <ac:spMk id="50" creationId="{D0074F25-06B0-8E49-1E10-2890B85A9602}"/>
          </ac:spMkLst>
        </pc:spChg>
        <pc:spChg chg="add del">
          <ac:chgData name="Owais Ahmed" userId="6abc7d4556b3b071" providerId="LiveId" clId="{D0A51F83-B713-4A4D-8105-C75936B8E1D2}" dt="2025-10-17T15:09:27.397" v="3620" actId="478"/>
          <ac:spMkLst>
            <pc:docMk/>
            <pc:sldMk cId="570513610" sldId="2558"/>
            <ac:spMk id="214" creationId="{7F7D5399-C4DC-525F-4917-3C9FDD56DE82}"/>
          </ac:spMkLst>
        </pc:spChg>
        <pc:spChg chg="mod">
          <ac:chgData name="Owais Ahmed" userId="6abc7d4556b3b071" providerId="LiveId" clId="{D0A51F83-B713-4A4D-8105-C75936B8E1D2}" dt="2025-10-17T11:30:00.701" v="3241" actId="20577"/>
          <ac:spMkLst>
            <pc:docMk/>
            <pc:sldMk cId="570513610" sldId="2558"/>
            <ac:spMk id="215" creationId="{E90C0B98-0FF4-A8BE-C925-34529E548FB2}"/>
          </ac:spMkLst>
        </pc:spChg>
        <pc:grpChg chg="add mod">
          <ac:chgData name="Owais Ahmed" userId="6abc7d4556b3b071" providerId="LiveId" clId="{D0A51F83-B713-4A4D-8105-C75936B8E1D2}" dt="2025-10-17T15:06:48.759" v="3594" actId="164"/>
          <ac:grpSpMkLst>
            <pc:docMk/>
            <pc:sldMk cId="570513610" sldId="2558"/>
            <ac:grpSpMk id="51" creationId="{8F443A02-F302-58F1-109F-1D1D5AEB5BB2}"/>
          </ac:grpSpMkLst>
        </pc:grpChg>
        <pc:grpChg chg="add mod">
          <ac:chgData name="Owais Ahmed" userId="6abc7d4556b3b071" providerId="LiveId" clId="{D0A51F83-B713-4A4D-8105-C75936B8E1D2}" dt="2025-10-17T15:10:03.543" v="3627" actId="403"/>
          <ac:grpSpMkLst>
            <pc:docMk/>
            <pc:sldMk cId="570513610" sldId="2558"/>
            <ac:grpSpMk id="52" creationId="{7223E83C-DAB1-3EB2-FB1B-858B92BCDF01}"/>
          </ac:grpSpMkLst>
        </pc:grpChg>
        <pc:grpChg chg="add mod">
          <ac:chgData name="Owais Ahmed" userId="6abc7d4556b3b071" providerId="LiveId" clId="{D0A51F83-B713-4A4D-8105-C75936B8E1D2}" dt="2025-10-17T15:10:03.543" v="3627" actId="403"/>
          <ac:grpSpMkLst>
            <pc:docMk/>
            <pc:sldMk cId="570513610" sldId="2558"/>
            <ac:grpSpMk id="53" creationId="{15CB239A-24A7-D8CF-234F-C8DBE1FB8A35}"/>
          </ac:grpSpMkLst>
        </pc:grpChg>
        <pc:grpChg chg="add mod">
          <ac:chgData name="Owais Ahmed" userId="6abc7d4556b3b071" providerId="LiveId" clId="{D0A51F83-B713-4A4D-8105-C75936B8E1D2}" dt="2025-10-17T15:10:03.543" v="3627" actId="403"/>
          <ac:grpSpMkLst>
            <pc:docMk/>
            <pc:sldMk cId="570513610" sldId="2558"/>
            <ac:grpSpMk id="54" creationId="{B3A6207B-EEE1-849E-2233-3A51DF75725E}"/>
          </ac:grpSpMkLst>
        </pc:grpChg>
        <pc:grpChg chg="add mod">
          <ac:chgData name="Owais Ahmed" userId="6abc7d4556b3b071" providerId="LiveId" clId="{D0A51F83-B713-4A4D-8105-C75936B8E1D2}" dt="2025-10-17T15:10:03.543" v="3627" actId="403"/>
          <ac:grpSpMkLst>
            <pc:docMk/>
            <pc:sldMk cId="570513610" sldId="2558"/>
            <ac:grpSpMk id="55" creationId="{799C3812-D446-5001-D853-EE80019B2706}"/>
          </ac:grpSpMkLst>
        </pc:grpChg>
        <pc:grpChg chg="add mod">
          <ac:chgData name="Owais Ahmed" userId="6abc7d4556b3b071" providerId="LiveId" clId="{D0A51F83-B713-4A4D-8105-C75936B8E1D2}" dt="2025-10-17T15:10:03.543" v="3627" actId="403"/>
          <ac:grpSpMkLst>
            <pc:docMk/>
            <pc:sldMk cId="570513610" sldId="2558"/>
            <ac:grpSpMk id="56" creationId="{B03621F9-6CC5-6634-F563-BDFE29E6258B}"/>
          </ac:grpSpMkLst>
        </pc:grpChg>
        <pc:grpChg chg="add mod">
          <ac:chgData name="Owais Ahmed" userId="6abc7d4556b3b071" providerId="LiveId" clId="{D0A51F83-B713-4A4D-8105-C75936B8E1D2}" dt="2025-10-17T15:10:03.543" v="3627" actId="403"/>
          <ac:grpSpMkLst>
            <pc:docMk/>
            <pc:sldMk cId="570513610" sldId="2558"/>
            <ac:grpSpMk id="57" creationId="{68380305-C2D8-DFCA-7377-50366E940426}"/>
          </ac:grpSpMkLst>
        </pc:grpChg>
        <pc:grpChg chg="add mod">
          <ac:chgData name="Owais Ahmed" userId="6abc7d4556b3b071" providerId="LiveId" clId="{D0A51F83-B713-4A4D-8105-C75936B8E1D2}" dt="2025-10-17T15:10:03.543" v="3627" actId="403"/>
          <ac:grpSpMkLst>
            <pc:docMk/>
            <pc:sldMk cId="570513610" sldId="2558"/>
            <ac:grpSpMk id="58" creationId="{7AEAF27F-98D4-27DE-6FFC-EC47A97CA16F}"/>
          </ac:grpSpMkLst>
        </pc:grpChg>
        <pc:grpChg chg="add mod">
          <ac:chgData name="Owais Ahmed" userId="6abc7d4556b3b071" providerId="LiveId" clId="{D0A51F83-B713-4A4D-8105-C75936B8E1D2}" dt="2025-10-17T15:10:03.543" v="3627" actId="403"/>
          <ac:grpSpMkLst>
            <pc:docMk/>
            <pc:sldMk cId="570513610" sldId="2558"/>
            <ac:grpSpMk id="59" creationId="{98139E42-BEAE-693D-CB40-BD3978296F43}"/>
          </ac:grpSpMkLst>
        </pc:grpChg>
        <pc:grpChg chg="add mod">
          <ac:chgData name="Owais Ahmed" userId="6abc7d4556b3b071" providerId="LiveId" clId="{D0A51F83-B713-4A4D-8105-C75936B8E1D2}" dt="2025-10-17T15:10:03.543" v="3627" actId="403"/>
          <ac:grpSpMkLst>
            <pc:docMk/>
            <pc:sldMk cId="570513610" sldId="2558"/>
            <ac:grpSpMk id="60" creationId="{AA56F222-39AE-4BD6-F92E-3057123A4341}"/>
          </ac:grpSpMkLst>
        </pc:grpChg>
      </pc:sldChg>
      <pc:sldChg chg="addSp delSp modSp add mod modAnim modNotesTx">
        <pc:chgData name="Owais Ahmed" userId="6abc7d4556b3b071" providerId="LiveId" clId="{D0A51F83-B713-4A4D-8105-C75936B8E1D2}" dt="2025-10-24T13:32:23.025" v="17264" actId="20577"/>
        <pc:sldMkLst>
          <pc:docMk/>
          <pc:sldMk cId="110886726" sldId="2563"/>
        </pc:sldMkLst>
        <pc:spChg chg="mod">
          <ac:chgData name="Owais Ahmed" userId="6abc7d4556b3b071" providerId="LiveId" clId="{D0A51F83-B713-4A4D-8105-C75936B8E1D2}" dt="2025-10-24T13:32:23.025" v="17264" actId="20577"/>
          <ac:spMkLst>
            <pc:docMk/>
            <pc:sldMk cId="110886726" sldId="2563"/>
            <ac:spMk id="3" creationId="{971E5177-0E0B-34A0-5B75-B42260B5E5FC}"/>
          </ac:spMkLst>
        </pc:spChg>
        <pc:spChg chg="add del mod">
          <ac:chgData name="Owais Ahmed" userId="6abc7d4556b3b071" providerId="LiveId" clId="{D0A51F83-B713-4A4D-8105-C75936B8E1D2}" dt="2025-10-23T12:50:55.940" v="13048" actId="14100"/>
          <ac:spMkLst>
            <pc:docMk/>
            <pc:sldMk cId="110886726" sldId="2563"/>
            <ac:spMk id="214" creationId="{464C2338-7AE4-9E74-5485-4848DD78C0B4}"/>
          </ac:spMkLst>
        </pc:spChg>
        <pc:spChg chg="mod">
          <ac:chgData name="Owais Ahmed" userId="6abc7d4556b3b071" providerId="LiveId" clId="{D0A51F83-B713-4A4D-8105-C75936B8E1D2}" dt="2025-10-17T07:44:40.443" v="2217" actId="6549"/>
          <ac:spMkLst>
            <pc:docMk/>
            <pc:sldMk cId="110886726" sldId="2563"/>
            <ac:spMk id="215" creationId="{58568535-97DD-3CB6-05D8-649B926E1E53}"/>
          </ac:spMkLst>
        </pc:spChg>
        <pc:picChg chg="add mod">
          <ac:chgData name="Owais Ahmed" userId="6abc7d4556b3b071" providerId="LiveId" clId="{D0A51F83-B713-4A4D-8105-C75936B8E1D2}" dt="2025-10-24T13:29:14.860" v="17139" actId="1076"/>
          <ac:picMkLst>
            <pc:docMk/>
            <pc:sldMk cId="110886726" sldId="2563"/>
            <ac:picMk id="1026" creationId="{3A54A231-3127-5AAD-7B2B-7EF089CEEA9D}"/>
          </ac:picMkLst>
        </pc:picChg>
        <pc:picChg chg="add del mod">
          <ac:chgData name="Owais Ahmed" userId="6abc7d4556b3b071" providerId="LiveId" clId="{D0A51F83-B713-4A4D-8105-C75936B8E1D2}" dt="2025-10-24T13:28:27.628" v="17131" actId="478"/>
          <ac:picMkLst>
            <pc:docMk/>
            <pc:sldMk cId="110886726" sldId="2563"/>
            <ac:picMk id="1028" creationId="{53099C30-6F7E-BF30-838E-E963339D68AE}"/>
          </ac:picMkLst>
        </pc:picChg>
      </pc:sldChg>
      <pc:sldChg chg="addSp modSp add mod modAnim">
        <pc:chgData name="Owais Ahmed" userId="6abc7d4556b3b071" providerId="LiveId" clId="{D0A51F83-B713-4A4D-8105-C75936B8E1D2}" dt="2025-10-17T15:37:55.800" v="4317" actId="164"/>
        <pc:sldMkLst>
          <pc:docMk/>
          <pc:sldMk cId="575463818" sldId="2566"/>
        </pc:sldMkLst>
        <pc:spChg chg="mod">
          <ac:chgData name="Owais Ahmed" userId="6abc7d4556b3b071" providerId="LiveId" clId="{D0A51F83-B713-4A4D-8105-C75936B8E1D2}" dt="2025-10-17T15:29:22.964" v="3871" actId="20577"/>
          <ac:spMkLst>
            <pc:docMk/>
            <pc:sldMk cId="575463818" sldId="2566"/>
            <ac:spMk id="3" creationId="{55751F3A-3CD4-D685-A585-A99D39F0A598}"/>
          </ac:spMkLst>
        </pc:spChg>
        <pc:spChg chg="mod">
          <ac:chgData name="Owais Ahmed" userId="6abc7d4556b3b071" providerId="LiveId" clId="{D0A51F83-B713-4A4D-8105-C75936B8E1D2}" dt="2025-10-17T15:30:59.042" v="3889" actId="20577"/>
          <ac:spMkLst>
            <pc:docMk/>
            <pc:sldMk cId="575463818" sldId="2566"/>
            <ac:spMk id="6" creationId="{21C231B2-86BC-751A-6D11-56B85FB8A96F}"/>
          </ac:spMkLst>
        </pc:spChg>
        <pc:spChg chg="mod">
          <ac:chgData name="Owais Ahmed" userId="6abc7d4556b3b071" providerId="LiveId" clId="{D0A51F83-B713-4A4D-8105-C75936B8E1D2}" dt="2025-10-17T15:30:56.091" v="3888" actId="20577"/>
          <ac:spMkLst>
            <pc:docMk/>
            <pc:sldMk cId="575463818" sldId="2566"/>
            <ac:spMk id="30" creationId="{7E4F7CFF-5B8B-68DC-8409-A78132D704F7}"/>
          </ac:spMkLst>
        </pc:spChg>
        <pc:spChg chg="mod">
          <ac:chgData name="Owais Ahmed" userId="6abc7d4556b3b071" providerId="LiveId" clId="{D0A51F83-B713-4A4D-8105-C75936B8E1D2}" dt="2025-10-17T15:30:52.371" v="3887" actId="20577"/>
          <ac:spMkLst>
            <pc:docMk/>
            <pc:sldMk cId="575463818" sldId="2566"/>
            <ac:spMk id="32" creationId="{A0062550-8CD1-2E3D-1A4A-F4BE69AD407E}"/>
          </ac:spMkLst>
        </pc:spChg>
        <pc:spChg chg="mod">
          <ac:chgData name="Owais Ahmed" userId="6abc7d4556b3b071" providerId="LiveId" clId="{D0A51F83-B713-4A4D-8105-C75936B8E1D2}" dt="2025-10-17T15:30:47.819" v="3886" actId="20577"/>
          <ac:spMkLst>
            <pc:docMk/>
            <pc:sldMk cId="575463818" sldId="2566"/>
            <ac:spMk id="38" creationId="{FF9A96BA-E21D-F9C9-47AA-C2DB7F593F40}"/>
          </ac:spMkLst>
        </pc:spChg>
        <pc:spChg chg="mod">
          <ac:chgData name="Owais Ahmed" userId="6abc7d4556b3b071" providerId="LiveId" clId="{D0A51F83-B713-4A4D-8105-C75936B8E1D2}" dt="2025-10-17T15:30:24.254" v="3879" actId="13926"/>
          <ac:spMkLst>
            <pc:docMk/>
            <pc:sldMk cId="575463818" sldId="2566"/>
            <ac:spMk id="40" creationId="{6FBB8AA0-4545-6410-2DF5-E6298E9BA23B}"/>
          </ac:spMkLst>
        </pc:spChg>
        <pc:grpChg chg="add mod">
          <ac:chgData name="Owais Ahmed" userId="6abc7d4556b3b071" providerId="LiveId" clId="{D0A51F83-B713-4A4D-8105-C75936B8E1D2}" dt="2025-10-17T15:37:55.800" v="4317" actId="164"/>
          <ac:grpSpMkLst>
            <pc:docMk/>
            <pc:sldMk cId="575463818" sldId="2566"/>
            <ac:grpSpMk id="4" creationId="{35E0295A-2724-3BD2-07E7-9F35B48DAF2D}"/>
          </ac:grpSpMkLst>
        </pc:grpChg>
        <pc:grpChg chg="mod">
          <ac:chgData name="Owais Ahmed" userId="6abc7d4556b3b071" providerId="LiveId" clId="{D0A51F83-B713-4A4D-8105-C75936B8E1D2}" dt="2025-10-17T15:37:55.800" v="4317" actId="164"/>
          <ac:grpSpMkLst>
            <pc:docMk/>
            <pc:sldMk cId="575463818" sldId="2566"/>
            <ac:grpSpMk id="51" creationId="{ED68B8F3-4D9B-95C0-9FAB-DD9B71D59738}"/>
          </ac:grpSpMkLst>
        </pc:grpChg>
        <pc:grpChg chg="mod">
          <ac:chgData name="Owais Ahmed" userId="6abc7d4556b3b071" providerId="LiveId" clId="{D0A51F83-B713-4A4D-8105-C75936B8E1D2}" dt="2025-10-17T15:37:55.800" v="4317" actId="164"/>
          <ac:grpSpMkLst>
            <pc:docMk/>
            <pc:sldMk cId="575463818" sldId="2566"/>
            <ac:grpSpMk id="52" creationId="{A0778162-B7EF-4C02-96E9-6E43C9E63AE8}"/>
          </ac:grpSpMkLst>
        </pc:grpChg>
        <pc:grpChg chg="mod">
          <ac:chgData name="Owais Ahmed" userId="6abc7d4556b3b071" providerId="LiveId" clId="{D0A51F83-B713-4A4D-8105-C75936B8E1D2}" dt="2025-10-17T15:37:55.800" v="4317" actId="164"/>
          <ac:grpSpMkLst>
            <pc:docMk/>
            <pc:sldMk cId="575463818" sldId="2566"/>
            <ac:grpSpMk id="53" creationId="{64A9B9AA-253B-7974-80ED-A7F8E753A8CF}"/>
          </ac:grpSpMkLst>
        </pc:grpChg>
        <pc:grpChg chg="mod">
          <ac:chgData name="Owais Ahmed" userId="6abc7d4556b3b071" providerId="LiveId" clId="{D0A51F83-B713-4A4D-8105-C75936B8E1D2}" dt="2025-10-17T15:37:55.800" v="4317" actId="164"/>
          <ac:grpSpMkLst>
            <pc:docMk/>
            <pc:sldMk cId="575463818" sldId="2566"/>
            <ac:grpSpMk id="54" creationId="{EE2B1F38-8906-25AC-9901-DAA87C667035}"/>
          </ac:grpSpMkLst>
        </pc:grpChg>
        <pc:grpChg chg="mod">
          <ac:chgData name="Owais Ahmed" userId="6abc7d4556b3b071" providerId="LiveId" clId="{D0A51F83-B713-4A4D-8105-C75936B8E1D2}" dt="2025-10-17T15:37:55.800" v="4317" actId="164"/>
          <ac:grpSpMkLst>
            <pc:docMk/>
            <pc:sldMk cId="575463818" sldId="2566"/>
            <ac:grpSpMk id="55" creationId="{5B473333-1C09-B605-C765-E96674C79C6B}"/>
          </ac:grpSpMkLst>
        </pc:grpChg>
        <pc:grpChg chg="mod">
          <ac:chgData name="Owais Ahmed" userId="6abc7d4556b3b071" providerId="LiveId" clId="{D0A51F83-B713-4A4D-8105-C75936B8E1D2}" dt="2025-10-17T15:37:55.800" v="4317" actId="164"/>
          <ac:grpSpMkLst>
            <pc:docMk/>
            <pc:sldMk cId="575463818" sldId="2566"/>
            <ac:grpSpMk id="56" creationId="{E6F522CA-68C7-4BED-E1C9-526087B4B865}"/>
          </ac:grpSpMkLst>
        </pc:grpChg>
        <pc:grpChg chg="mod">
          <ac:chgData name="Owais Ahmed" userId="6abc7d4556b3b071" providerId="LiveId" clId="{D0A51F83-B713-4A4D-8105-C75936B8E1D2}" dt="2025-10-17T15:37:55.800" v="4317" actId="164"/>
          <ac:grpSpMkLst>
            <pc:docMk/>
            <pc:sldMk cId="575463818" sldId="2566"/>
            <ac:grpSpMk id="58" creationId="{D7F311C5-9BFC-16EA-FFBA-E5C8C88784A9}"/>
          </ac:grpSpMkLst>
        </pc:grpChg>
        <pc:grpChg chg="mod">
          <ac:chgData name="Owais Ahmed" userId="6abc7d4556b3b071" providerId="LiveId" clId="{D0A51F83-B713-4A4D-8105-C75936B8E1D2}" dt="2025-10-17T15:37:55.800" v="4317" actId="164"/>
          <ac:grpSpMkLst>
            <pc:docMk/>
            <pc:sldMk cId="575463818" sldId="2566"/>
            <ac:grpSpMk id="59" creationId="{60C7A6B0-80B7-859C-F305-4FA55BCA4D70}"/>
          </ac:grpSpMkLst>
        </pc:grpChg>
        <pc:grpChg chg="mod">
          <ac:chgData name="Owais Ahmed" userId="6abc7d4556b3b071" providerId="LiveId" clId="{D0A51F83-B713-4A4D-8105-C75936B8E1D2}" dt="2025-10-17T15:37:55.800" v="4317" actId="164"/>
          <ac:grpSpMkLst>
            <pc:docMk/>
            <pc:sldMk cId="575463818" sldId="2566"/>
            <ac:grpSpMk id="60" creationId="{46B86927-C0B9-E426-E9AC-2EB4238211F9}"/>
          </ac:grpSpMkLst>
        </pc:grpChg>
      </pc:sldChg>
      <pc:sldChg chg="addSp modSp add mod ord modAnim modNotesTx">
        <pc:chgData name="Owais Ahmed" userId="6abc7d4556b3b071" providerId="LiveId" clId="{D0A51F83-B713-4A4D-8105-C75936B8E1D2}" dt="2025-10-24T13:05:21.911" v="16853" actId="20577"/>
        <pc:sldMkLst>
          <pc:docMk/>
          <pc:sldMk cId="3057657170" sldId="2567"/>
        </pc:sldMkLst>
        <pc:spChg chg="mod">
          <ac:chgData name="Owais Ahmed" userId="6abc7d4556b3b071" providerId="LiveId" clId="{D0A51F83-B713-4A4D-8105-C75936B8E1D2}" dt="2025-10-17T15:41:16.944" v="4537" actId="6549"/>
          <ac:spMkLst>
            <pc:docMk/>
            <pc:sldMk cId="3057657170" sldId="2567"/>
            <ac:spMk id="3" creationId="{4B079B3C-3A9B-E8BA-34C1-58F79A1E8074}"/>
          </ac:spMkLst>
        </pc:spChg>
        <pc:spChg chg="mod">
          <ac:chgData name="Owais Ahmed" userId="6abc7d4556b3b071" providerId="LiveId" clId="{D0A51F83-B713-4A4D-8105-C75936B8E1D2}" dt="2025-10-17T15:33:58.394" v="4072" actId="207"/>
          <ac:spMkLst>
            <pc:docMk/>
            <pc:sldMk cId="3057657170" sldId="2567"/>
            <ac:spMk id="6" creationId="{F85C4CD4-F22F-F958-1296-CB003BAF8797}"/>
          </ac:spMkLst>
        </pc:spChg>
        <pc:spChg chg="mod">
          <ac:chgData name="Owais Ahmed" userId="6abc7d4556b3b071" providerId="LiveId" clId="{D0A51F83-B713-4A4D-8105-C75936B8E1D2}" dt="2025-10-17T15:33:55.577" v="4071" actId="207"/>
          <ac:spMkLst>
            <pc:docMk/>
            <pc:sldMk cId="3057657170" sldId="2567"/>
            <ac:spMk id="8" creationId="{837DEE08-2363-4B4F-C80C-80BFAF0196FA}"/>
          </ac:spMkLst>
        </pc:spChg>
        <pc:spChg chg="mod">
          <ac:chgData name="Owais Ahmed" userId="6abc7d4556b3b071" providerId="LiveId" clId="{D0A51F83-B713-4A4D-8105-C75936B8E1D2}" dt="2025-10-17T15:33:44.738" v="4070" actId="207"/>
          <ac:spMkLst>
            <pc:docMk/>
            <pc:sldMk cId="3057657170" sldId="2567"/>
            <ac:spMk id="10" creationId="{108B0AD4-3A79-FB27-EEEA-02AD0774280F}"/>
          </ac:spMkLst>
        </pc:spChg>
        <pc:spChg chg="mod">
          <ac:chgData name="Owais Ahmed" userId="6abc7d4556b3b071" providerId="LiveId" clId="{D0A51F83-B713-4A4D-8105-C75936B8E1D2}" dt="2025-10-17T15:34:20.832" v="4073" actId="207"/>
          <ac:spMkLst>
            <pc:docMk/>
            <pc:sldMk cId="3057657170" sldId="2567"/>
            <ac:spMk id="12" creationId="{98829D3E-C647-5DAA-D141-9224E9ACA323}"/>
          </ac:spMkLst>
        </pc:spChg>
        <pc:spChg chg="mod">
          <ac:chgData name="Owais Ahmed" userId="6abc7d4556b3b071" providerId="LiveId" clId="{D0A51F83-B713-4A4D-8105-C75936B8E1D2}" dt="2025-10-17T15:33:39.954" v="4069" actId="207"/>
          <ac:spMkLst>
            <pc:docMk/>
            <pc:sldMk cId="3057657170" sldId="2567"/>
            <ac:spMk id="16" creationId="{CF8D82A2-624D-8136-9FE3-2B6551388A15}"/>
          </ac:spMkLst>
        </pc:spChg>
        <pc:spChg chg="mod">
          <ac:chgData name="Owais Ahmed" userId="6abc7d4556b3b071" providerId="LiveId" clId="{D0A51F83-B713-4A4D-8105-C75936B8E1D2}" dt="2025-10-17T15:33:35.752" v="4068" actId="207"/>
          <ac:spMkLst>
            <pc:docMk/>
            <pc:sldMk cId="3057657170" sldId="2567"/>
            <ac:spMk id="18" creationId="{7B1C2E6E-85B3-3E75-E6BB-F0BF3365D03A}"/>
          </ac:spMkLst>
        </pc:spChg>
        <pc:spChg chg="mod">
          <ac:chgData name="Owais Ahmed" userId="6abc7d4556b3b071" providerId="LiveId" clId="{D0A51F83-B713-4A4D-8105-C75936B8E1D2}" dt="2025-10-17T15:34:26" v="4074" actId="207"/>
          <ac:spMkLst>
            <pc:docMk/>
            <pc:sldMk cId="3057657170" sldId="2567"/>
            <ac:spMk id="20" creationId="{DDD1FBAE-BD43-10CF-6222-F773A57FEA2A}"/>
          </ac:spMkLst>
        </pc:spChg>
        <pc:spChg chg="mod">
          <ac:chgData name="Owais Ahmed" userId="6abc7d4556b3b071" providerId="LiveId" clId="{D0A51F83-B713-4A4D-8105-C75936B8E1D2}" dt="2025-10-17T15:34:29.153" v="4075" actId="207"/>
          <ac:spMkLst>
            <pc:docMk/>
            <pc:sldMk cId="3057657170" sldId="2567"/>
            <ac:spMk id="30" creationId="{89601251-5789-D675-9C9D-3470C296C8B2}"/>
          </ac:spMkLst>
        </pc:spChg>
        <pc:spChg chg="mod">
          <ac:chgData name="Owais Ahmed" userId="6abc7d4556b3b071" providerId="LiveId" clId="{D0A51F83-B713-4A4D-8105-C75936B8E1D2}" dt="2025-10-17T15:34:43.327" v="4076" actId="207"/>
          <ac:spMkLst>
            <pc:docMk/>
            <pc:sldMk cId="3057657170" sldId="2567"/>
            <ac:spMk id="32" creationId="{F02AA83F-1573-CF0B-6FE5-D3DD43927B14}"/>
          </ac:spMkLst>
        </pc:spChg>
        <pc:spChg chg="mod">
          <ac:chgData name="Owais Ahmed" userId="6abc7d4556b3b071" providerId="LiveId" clId="{D0A51F83-B713-4A4D-8105-C75936B8E1D2}" dt="2025-10-17T15:34:43.327" v="4076" actId="207"/>
          <ac:spMkLst>
            <pc:docMk/>
            <pc:sldMk cId="3057657170" sldId="2567"/>
            <ac:spMk id="42" creationId="{94201E87-40BE-5863-D0D1-C9E83FBA0AA7}"/>
          </ac:spMkLst>
        </pc:spChg>
        <pc:grpChg chg="add mod">
          <ac:chgData name="Owais Ahmed" userId="6abc7d4556b3b071" providerId="LiveId" clId="{D0A51F83-B713-4A4D-8105-C75936B8E1D2}" dt="2025-10-17T15:38:08.661" v="4318" actId="164"/>
          <ac:grpSpMkLst>
            <pc:docMk/>
            <pc:sldMk cId="3057657170" sldId="2567"/>
            <ac:grpSpMk id="4" creationId="{4E762BEB-ABC0-9ED8-EF8D-687469AEB1E4}"/>
          </ac:grpSpMkLst>
        </pc:grpChg>
        <pc:grpChg chg="mod">
          <ac:chgData name="Owais Ahmed" userId="6abc7d4556b3b071" providerId="LiveId" clId="{D0A51F83-B713-4A4D-8105-C75936B8E1D2}" dt="2025-10-17T15:38:08.661" v="4318" actId="164"/>
          <ac:grpSpMkLst>
            <pc:docMk/>
            <pc:sldMk cId="3057657170" sldId="2567"/>
            <ac:grpSpMk id="51" creationId="{32067E8C-A29A-7225-D464-E62D00F2A262}"/>
          </ac:grpSpMkLst>
        </pc:grpChg>
        <pc:grpChg chg="mod">
          <ac:chgData name="Owais Ahmed" userId="6abc7d4556b3b071" providerId="LiveId" clId="{D0A51F83-B713-4A4D-8105-C75936B8E1D2}" dt="2025-10-17T15:38:08.661" v="4318" actId="164"/>
          <ac:grpSpMkLst>
            <pc:docMk/>
            <pc:sldMk cId="3057657170" sldId="2567"/>
            <ac:grpSpMk id="52" creationId="{B9DAC8FB-5628-27B2-94D7-19CD3A8B79AC}"/>
          </ac:grpSpMkLst>
        </pc:grpChg>
        <pc:grpChg chg="mod">
          <ac:chgData name="Owais Ahmed" userId="6abc7d4556b3b071" providerId="LiveId" clId="{D0A51F83-B713-4A4D-8105-C75936B8E1D2}" dt="2025-10-17T15:38:08.661" v="4318" actId="164"/>
          <ac:grpSpMkLst>
            <pc:docMk/>
            <pc:sldMk cId="3057657170" sldId="2567"/>
            <ac:grpSpMk id="53" creationId="{06887AFE-BAB0-0395-CF68-3DAD00659485}"/>
          </ac:grpSpMkLst>
        </pc:grpChg>
        <pc:grpChg chg="mod">
          <ac:chgData name="Owais Ahmed" userId="6abc7d4556b3b071" providerId="LiveId" clId="{D0A51F83-B713-4A4D-8105-C75936B8E1D2}" dt="2025-10-17T15:38:08.661" v="4318" actId="164"/>
          <ac:grpSpMkLst>
            <pc:docMk/>
            <pc:sldMk cId="3057657170" sldId="2567"/>
            <ac:grpSpMk id="54" creationId="{151C1F5C-FA79-7AFD-C300-05C089738F65}"/>
          </ac:grpSpMkLst>
        </pc:grpChg>
        <pc:grpChg chg="mod">
          <ac:chgData name="Owais Ahmed" userId="6abc7d4556b3b071" providerId="LiveId" clId="{D0A51F83-B713-4A4D-8105-C75936B8E1D2}" dt="2025-10-17T15:38:08.661" v="4318" actId="164"/>
          <ac:grpSpMkLst>
            <pc:docMk/>
            <pc:sldMk cId="3057657170" sldId="2567"/>
            <ac:grpSpMk id="55" creationId="{7A429CCF-66C2-A741-4584-6B1ECD17249D}"/>
          </ac:grpSpMkLst>
        </pc:grpChg>
        <pc:grpChg chg="mod">
          <ac:chgData name="Owais Ahmed" userId="6abc7d4556b3b071" providerId="LiveId" clId="{D0A51F83-B713-4A4D-8105-C75936B8E1D2}" dt="2025-10-17T15:38:08.661" v="4318" actId="164"/>
          <ac:grpSpMkLst>
            <pc:docMk/>
            <pc:sldMk cId="3057657170" sldId="2567"/>
            <ac:grpSpMk id="57" creationId="{66F1C7CB-4E9A-D335-4005-D71B653AD90E}"/>
          </ac:grpSpMkLst>
        </pc:grpChg>
        <pc:grpChg chg="mod">
          <ac:chgData name="Owais Ahmed" userId="6abc7d4556b3b071" providerId="LiveId" clId="{D0A51F83-B713-4A4D-8105-C75936B8E1D2}" dt="2025-10-17T15:38:08.661" v="4318" actId="164"/>
          <ac:grpSpMkLst>
            <pc:docMk/>
            <pc:sldMk cId="3057657170" sldId="2567"/>
            <ac:grpSpMk id="58" creationId="{B444F47E-5175-EB51-C24E-43BC758FEAE2}"/>
          </ac:grpSpMkLst>
        </pc:grpChg>
        <pc:grpChg chg="mod">
          <ac:chgData name="Owais Ahmed" userId="6abc7d4556b3b071" providerId="LiveId" clId="{D0A51F83-B713-4A4D-8105-C75936B8E1D2}" dt="2025-10-17T15:38:08.661" v="4318" actId="164"/>
          <ac:grpSpMkLst>
            <pc:docMk/>
            <pc:sldMk cId="3057657170" sldId="2567"/>
            <ac:grpSpMk id="59" creationId="{8310EA84-EB98-F835-97AD-68C6BBA2CEA7}"/>
          </ac:grpSpMkLst>
        </pc:grpChg>
        <pc:grpChg chg="mod">
          <ac:chgData name="Owais Ahmed" userId="6abc7d4556b3b071" providerId="LiveId" clId="{D0A51F83-B713-4A4D-8105-C75936B8E1D2}" dt="2025-10-17T15:38:08.661" v="4318" actId="164"/>
          <ac:grpSpMkLst>
            <pc:docMk/>
            <pc:sldMk cId="3057657170" sldId="2567"/>
            <ac:grpSpMk id="60" creationId="{03B7C4DB-D805-089F-DB48-02265F259A57}"/>
          </ac:grpSpMkLst>
        </pc:grpChg>
      </pc:sldChg>
      <pc:sldChg chg="delSp modSp add mod ord modAnim">
        <pc:chgData name="Owais Ahmed" userId="6abc7d4556b3b071" providerId="LiveId" clId="{D0A51F83-B713-4A4D-8105-C75936B8E1D2}" dt="2025-10-17T15:46:17.428" v="5227" actId="20577"/>
        <pc:sldMkLst>
          <pc:docMk/>
          <pc:sldMk cId="1863537211" sldId="2568"/>
        </pc:sldMkLst>
        <pc:spChg chg="mod">
          <ac:chgData name="Owais Ahmed" userId="6abc7d4556b3b071" providerId="LiveId" clId="{D0A51F83-B713-4A4D-8105-C75936B8E1D2}" dt="2025-10-17T15:46:17.428" v="5227" actId="20577"/>
          <ac:spMkLst>
            <pc:docMk/>
            <pc:sldMk cId="1863537211" sldId="2568"/>
            <ac:spMk id="3" creationId="{37CDAFD0-55C7-FCEB-60FC-9AAB693B4813}"/>
          </ac:spMkLst>
        </pc:spChg>
      </pc:sldChg>
      <pc:sldChg chg="modSp add mod modAnim modNotesTx">
        <pc:chgData name="Owais Ahmed" userId="6abc7d4556b3b071" providerId="LiveId" clId="{D0A51F83-B713-4A4D-8105-C75936B8E1D2}" dt="2025-10-24T14:46:52.176" v="19920" actId="27636"/>
        <pc:sldMkLst>
          <pc:docMk/>
          <pc:sldMk cId="2844765398" sldId="2572"/>
        </pc:sldMkLst>
        <pc:spChg chg="mod">
          <ac:chgData name="Owais Ahmed" userId="6abc7d4556b3b071" providerId="LiveId" clId="{D0A51F83-B713-4A4D-8105-C75936B8E1D2}" dt="2025-10-24T14:46:52.176" v="19920" actId="27636"/>
          <ac:spMkLst>
            <pc:docMk/>
            <pc:sldMk cId="2844765398" sldId="2572"/>
            <ac:spMk id="3" creationId="{D1E94C5B-C4F8-CCB8-E27E-04EAC3E5542F}"/>
          </ac:spMkLst>
        </pc:spChg>
        <pc:spChg chg="mod">
          <ac:chgData name="Owais Ahmed" userId="6abc7d4556b3b071" providerId="LiveId" clId="{D0A51F83-B713-4A4D-8105-C75936B8E1D2}" dt="2025-10-17T17:00:50.237" v="6824" actId="6549"/>
          <ac:spMkLst>
            <pc:docMk/>
            <pc:sldMk cId="2844765398" sldId="2572"/>
            <ac:spMk id="215" creationId="{511F5EBB-D345-A483-A550-F9B5F5E2B563}"/>
          </ac:spMkLst>
        </pc:spChg>
      </pc:sldChg>
      <pc:sldChg chg="modSp add del mod modAnim modNotesTx">
        <pc:chgData name="Owais Ahmed" userId="6abc7d4556b3b071" providerId="LiveId" clId="{D0A51F83-B713-4A4D-8105-C75936B8E1D2}" dt="2025-10-23T12:50:29.956" v="13037" actId="20577"/>
        <pc:sldMkLst>
          <pc:docMk/>
          <pc:sldMk cId="91717767" sldId="2579"/>
        </pc:sldMkLst>
        <pc:spChg chg="mod">
          <ac:chgData name="Owais Ahmed" userId="6abc7d4556b3b071" providerId="LiveId" clId="{D0A51F83-B713-4A4D-8105-C75936B8E1D2}" dt="2025-10-18T05:53:02.530" v="11365" actId="20577"/>
          <ac:spMkLst>
            <pc:docMk/>
            <pc:sldMk cId="91717767" sldId="2579"/>
            <ac:spMk id="3" creationId="{C1311566-FAF7-7771-B9BE-D3F74ED84CB1}"/>
          </ac:spMkLst>
        </pc:spChg>
        <pc:spChg chg="mod">
          <ac:chgData name="Owais Ahmed" userId="6abc7d4556b3b071" providerId="LiveId" clId="{D0A51F83-B713-4A4D-8105-C75936B8E1D2}" dt="2025-10-23T12:50:29.956" v="13037" actId="20577"/>
          <ac:spMkLst>
            <pc:docMk/>
            <pc:sldMk cId="91717767" sldId="2579"/>
            <ac:spMk id="215" creationId="{BA930FD2-E332-E760-FC3A-243FB5DD1124}"/>
          </ac:spMkLst>
        </pc:spChg>
      </pc:sldChg>
      <pc:sldChg chg="modSp add mod modAnim">
        <pc:chgData name="Owais Ahmed" userId="6abc7d4556b3b071" providerId="LiveId" clId="{D0A51F83-B713-4A4D-8105-C75936B8E1D2}" dt="2025-10-24T14:52:49.577" v="20319"/>
        <pc:sldMkLst>
          <pc:docMk/>
          <pc:sldMk cId="604510805" sldId="2580"/>
        </pc:sldMkLst>
        <pc:spChg chg="mod">
          <ac:chgData name="Owais Ahmed" userId="6abc7d4556b3b071" providerId="LiveId" clId="{D0A51F83-B713-4A4D-8105-C75936B8E1D2}" dt="2025-10-18T06:22:21.331" v="12533" actId="20577"/>
          <ac:spMkLst>
            <pc:docMk/>
            <pc:sldMk cId="604510805" sldId="2580"/>
            <ac:spMk id="3" creationId="{BBC5572D-ACBB-3992-481F-63C73B09B3AA}"/>
          </ac:spMkLst>
        </pc:spChg>
        <pc:spChg chg="mod">
          <ac:chgData name="Owais Ahmed" userId="6abc7d4556b3b071" providerId="LiveId" clId="{D0A51F83-B713-4A4D-8105-C75936B8E1D2}" dt="2025-10-24T14:52:49.577" v="20319"/>
          <ac:spMkLst>
            <pc:docMk/>
            <pc:sldMk cId="604510805" sldId="2580"/>
            <ac:spMk id="215" creationId="{D8C70179-EC3A-FC0A-3730-C906239A4164}"/>
          </ac:spMkLst>
        </pc:spChg>
      </pc:sldChg>
      <pc:sldChg chg="modSp add mod modAnim modNotesTx">
        <pc:chgData name="Owais Ahmed" userId="6abc7d4556b3b071" providerId="LiveId" clId="{D0A51F83-B713-4A4D-8105-C75936B8E1D2}" dt="2025-10-24T14:52:47.505" v="20318"/>
        <pc:sldMkLst>
          <pc:docMk/>
          <pc:sldMk cId="2482457971" sldId="2581"/>
        </pc:sldMkLst>
        <pc:spChg chg="mod">
          <ac:chgData name="Owais Ahmed" userId="6abc7d4556b3b071" providerId="LiveId" clId="{D0A51F83-B713-4A4D-8105-C75936B8E1D2}" dt="2025-10-24T14:45:39.787" v="19909" actId="6549"/>
          <ac:spMkLst>
            <pc:docMk/>
            <pc:sldMk cId="2482457971" sldId="2581"/>
            <ac:spMk id="3" creationId="{60E169F3-EE5A-8AB5-7101-AD9541B5B95B}"/>
          </ac:spMkLst>
        </pc:spChg>
        <pc:spChg chg="mod">
          <ac:chgData name="Owais Ahmed" userId="6abc7d4556b3b071" providerId="LiveId" clId="{D0A51F83-B713-4A4D-8105-C75936B8E1D2}" dt="2025-10-24T14:52:47.505" v="20318"/>
          <ac:spMkLst>
            <pc:docMk/>
            <pc:sldMk cId="2482457971" sldId="2581"/>
            <ac:spMk id="215" creationId="{C95A3884-1987-81F5-AC79-49ED82F60A64}"/>
          </ac:spMkLst>
        </pc:spChg>
      </pc:sldChg>
      <pc:sldChg chg="modSp mod modAnim">
        <pc:chgData name="Owais Ahmed" userId="6abc7d4556b3b071" providerId="LiveId" clId="{D0A51F83-B713-4A4D-8105-C75936B8E1D2}" dt="2025-10-24T14:54:52.659" v="20384" actId="20577"/>
        <pc:sldMkLst>
          <pc:docMk/>
          <pc:sldMk cId="1463699877" sldId="2583"/>
        </pc:sldMkLst>
        <pc:spChg chg="mod">
          <ac:chgData name="Owais Ahmed" userId="6abc7d4556b3b071" providerId="LiveId" clId="{D0A51F83-B713-4A4D-8105-C75936B8E1D2}" dt="2025-10-24T14:54:52.659" v="20384" actId="20577"/>
          <ac:spMkLst>
            <pc:docMk/>
            <pc:sldMk cId="1463699877" sldId="2583"/>
            <ac:spMk id="3" creationId="{BC0A9B45-6312-9D21-C22C-7BD1C98A41BC}"/>
          </ac:spMkLst>
        </pc:spChg>
        <pc:spChg chg="mod">
          <ac:chgData name="Owais Ahmed" userId="6abc7d4556b3b071" providerId="LiveId" clId="{D0A51F83-B713-4A4D-8105-C75936B8E1D2}" dt="2025-10-24T13:51:15.921" v="18210" actId="20577"/>
          <ac:spMkLst>
            <pc:docMk/>
            <pc:sldMk cId="1463699877" sldId="2583"/>
            <ac:spMk id="215" creationId="{BF5E3F83-664F-45B8-5DA3-936BA7AE416A}"/>
          </ac:spMkLst>
        </pc:spChg>
      </pc:sldChg>
      <pc:sldChg chg="delSp modSp add del mod modAnim modNotesTx">
        <pc:chgData name="Owais Ahmed" userId="6abc7d4556b3b071" providerId="LiveId" clId="{D0A51F83-B713-4A4D-8105-C75936B8E1D2}" dt="2025-10-24T13:29:56.497" v="17142" actId="47"/>
        <pc:sldMkLst>
          <pc:docMk/>
          <pc:sldMk cId="1041474708" sldId="2584"/>
        </pc:sldMkLst>
        <pc:spChg chg="mod">
          <ac:chgData name="Owais Ahmed" userId="6abc7d4556b3b071" providerId="LiveId" clId="{D0A51F83-B713-4A4D-8105-C75936B8E1D2}" dt="2025-10-24T13:04:17.721" v="16799" actId="20577"/>
          <ac:spMkLst>
            <pc:docMk/>
            <pc:sldMk cId="1041474708" sldId="2584"/>
            <ac:spMk id="3" creationId="{EAECE8EC-C771-D6A5-F923-A90BD758B699}"/>
          </ac:spMkLst>
        </pc:spChg>
      </pc:sldChg>
      <pc:sldChg chg="modSp add mod modAnim">
        <pc:chgData name="Owais Ahmed" userId="6abc7d4556b3b071" providerId="LiveId" clId="{D0A51F83-B713-4A4D-8105-C75936B8E1D2}" dt="2025-10-24T14:56:30.835" v="20450" actId="6549"/>
        <pc:sldMkLst>
          <pc:docMk/>
          <pc:sldMk cId="700569511" sldId="2585"/>
        </pc:sldMkLst>
        <pc:spChg chg="mod">
          <ac:chgData name="Owais Ahmed" userId="6abc7d4556b3b071" providerId="LiveId" clId="{D0A51F83-B713-4A4D-8105-C75936B8E1D2}" dt="2025-10-24T14:56:30.835" v="20450" actId="6549"/>
          <ac:spMkLst>
            <pc:docMk/>
            <pc:sldMk cId="700569511" sldId="2585"/>
            <ac:spMk id="3" creationId="{441E6BE4-0E4C-F7FE-941B-AFD005552D0D}"/>
          </ac:spMkLst>
        </pc:spChg>
        <pc:spChg chg="mod">
          <ac:chgData name="Owais Ahmed" userId="6abc7d4556b3b071" providerId="LiveId" clId="{D0A51F83-B713-4A4D-8105-C75936B8E1D2}" dt="2025-10-23T12:52:10.147" v="13102" actId="20577"/>
          <ac:spMkLst>
            <pc:docMk/>
            <pc:sldMk cId="700569511" sldId="2585"/>
            <ac:spMk id="215" creationId="{549ACB91-30BD-48F8-0761-3F515855E619}"/>
          </ac:spMkLst>
        </pc:spChg>
      </pc:sldChg>
      <pc:sldChg chg="modSp add mod modAnim">
        <pc:chgData name="Owais Ahmed" userId="6abc7d4556b3b071" providerId="LiveId" clId="{D0A51F83-B713-4A4D-8105-C75936B8E1D2}" dt="2025-10-24T07:26:45.120" v="14819" actId="6549"/>
        <pc:sldMkLst>
          <pc:docMk/>
          <pc:sldMk cId="2798013519" sldId="2586"/>
        </pc:sldMkLst>
        <pc:spChg chg="mod">
          <ac:chgData name="Owais Ahmed" userId="6abc7d4556b3b071" providerId="LiveId" clId="{D0A51F83-B713-4A4D-8105-C75936B8E1D2}" dt="2025-10-24T07:26:45.120" v="14819" actId="6549"/>
          <ac:spMkLst>
            <pc:docMk/>
            <pc:sldMk cId="2798013519" sldId="2586"/>
            <ac:spMk id="3" creationId="{08AA29A7-BEFE-F7A6-3CCC-5FE452E9B50A}"/>
          </ac:spMkLst>
        </pc:spChg>
      </pc:sldChg>
      <pc:sldChg chg="modSp add mod modAnim modNotesTx">
        <pc:chgData name="Owais Ahmed" userId="6abc7d4556b3b071" providerId="LiveId" clId="{D0A51F83-B713-4A4D-8105-C75936B8E1D2}" dt="2025-10-24T10:24:30.897" v="15949" actId="20577"/>
        <pc:sldMkLst>
          <pc:docMk/>
          <pc:sldMk cId="517888459" sldId="2587"/>
        </pc:sldMkLst>
        <pc:spChg chg="mod">
          <ac:chgData name="Owais Ahmed" userId="6abc7d4556b3b071" providerId="LiveId" clId="{D0A51F83-B713-4A4D-8105-C75936B8E1D2}" dt="2025-10-24T10:24:30.897" v="15949" actId="20577"/>
          <ac:spMkLst>
            <pc:docMk/>
            <pc:sldMk cId="517888459" sldId="2587"/>
            <ac:spMk id="3" creationId="{DB00CC23-E1DB-4584-188F-AA3921F7F569}"/>
          </ac:spMkLst>
        </pc:spChg>
        <pc:spChg chg="mod">
          <ac:chgData name="Owais Ahmed" userId="6abc7d4556b3b071" providerId="LiveId" clId="{D0A51F83-B713-4A4D-8105-C75936B8E1D2}" dt="2025-10-24T08:05:57.439" v="14828" actId="20577"/>
          <ac:spMkLst>
            <pc:docMk/>
            <pc:sldMk cId="517888459" sldId="2587"/>
            <ac:spMk id="215" creationId="{92835895-0995-E558-8C39-BADACDF6E896}"/>
          </ac:spMkLst>
        </pc:spChg>
      </pc:sldChg>
      <pc:sldChg chg="modSp add mod modAnim modNotesTx">
        <pc:chgData name="Owais Ahmed" userId="6abc7d4556b3b071" providerId="LiveId" clId="{D0A51F83-B713-4A4D-8105-C75936B8E1D2}" dt="2025-10-24T13:54:30.340" v="18290" actId="6549"/>
        <pc:sldMkLst>
          <pc:docMk/>
          <pc:sldMk cId="2432720858" sldId="2588"/>
        </pc:sldMkLst>
        <pc:spChg chg="mod">
          <ac:chgData name="Owais Ahmed" userId="6abc7d4556b3b071" providerId="LiveId" clId="{D0A51F83-B713-4A4D-8105-C75936B8E1D2}" dt="2025-10-24T13:53:46.496" v="18288" actId="6549"/>
          <ac:spMkLst>
            <pc:docMk/>
            <pc:sldMk cId="2432720858" sldId="2588"/>
            <ac:spMk id="3" creationId="{C7306478-733D-FED9-2F79-B3C1379116B7}"/>
          </ac:spMkLst>
        </pc:spChg>
      </pc:sldChg>
      <pc:sldChg chg="modSp add mod modAnim">
        <pc:chgData name="Owais Ahmed" userId="6abc7d4556b3b071" providerId="LiveId" clId="{D0A51F83-B713-4A4D-8105-C75936B8E1D2}" dt="2025-10-24T14:57:12.275" v="20452" actId="113"/>
        <pc:sldMkLst>
          <pc:docMk/>
          <pc:sldMk cId="1581582830" sldId="2589"/>
        </pc:sldMkLst>
        <pc:spChg chg="mod">
          <ac:chgData name="Owais Ahmed" userId="6abc7d4556b3b071" providerId="LiveId" clId="{D0A51F83-B713-4A4D-8105-C75936B8E1D2}" dt="2025-10-24T14:57:12.275" v="20452" actId="113"/>
          <ac:spMkLst>
            <pc:docMk/>
            <pc:sldMk cId="1581582830" sldId="2589"/>
            <ac:spMk id="3" creationId="{81D92D59-559F-841E-6F2C-7A803969B811}"/>
          </ac:spMkLst>
        </pc:spChg>
      </pc:sldChg>
      <pc:sldChg chg="modSp add del mod modAnim">
        <pc:chgData name="Owais Ahmed" userId="6abc7d4556b3b071" providerId="LiveId" clId="{D0A51F83-B713-4A4D-8105-C75936B8E1D2}" dt="2025-10-24T13:29:26.502" v="17141" actId="47"/>
        <pc:sldMkLst>
          <pc:docMk/>
          <pc:sldMk cId="3540147779" sldId="2589"/>
        </pc:sldMkLst>
        <pc:spChg chg="mod">
          <ac:chgData name="Owais Ahmed" userId="6abc7d4556b3b071" providerId="LiveId" clId="{D0A51F83-B713-4A4D-8105-C75936B8E1D2}" dt="2025-10-24T13:26:25.641" v="17130" actId="27636"/>
          <ac:spMkLst>
            <pc:docMk/>
            <pc:sldMk cId="3540147779" sldId="2589"/>
            <ac:spMk id="3" creationId="{637CDDB8-917C-2D7C-969F-2BE79B1EB9B8}"/>
          </ac:spMkLst>
        </pc:spChg>
        <pc:spChg chg="mod">
          <ac:chgData name="Owais Ahmed" userId="6abc7d4556b3b071" providerId="LiveId" clId="{D0A51F83-B713-4A4D-8105-C75936B8E1D2}" dt="2025-10-24T13:25:30.603" v="17102"/>
          <ac:spMkLst>
            <pc:docMk/>
            <pc:sldMk cId="3540147779" sldId="2589"/>
            <ac:spMk id="215" creationId="{1025BF8E-78D2-9643-668A-9117F976680A}"/>
          </ac:spMkLst>
        </pc:spChg>
      </pc:sldChg>
      <pc:sldChg chg="modSp add mod ord modAnim">
        <pc:chgData name="Owais Ahmed" userId="6abc7d4556b3b071" providerId="LiveId" clId="{D0A51F83-B713-4A4D-8105-C75936B8E1D2}" dt="2025-10-24T14:52:18.053" v="20288" actId="20577"/>
        <pc:sldMkLst>
          <pc:docMk/>
          <pc:sldMk cId="4251395321" sldId="2590"/>
        </pc:sldMkLst>
        <pc:spChg chg="mod">
          <ac:chgData name="Owais Ahmed" userId="6abc7d4556b3b071" providerId="LiveId" clId="{D0A51F83-B713-4A4D-8105-C75936B8E1D2}" dt="2025-10-24T14:52:06.829" v="20274" actId="20577"/>
          <ac:spMkLst>
            <pc:docMk/>
            <pc:sldMk cId="4251395321" sldId="2590"/>
            <ac:spMk id="3" creationId="{823BD02E-6209-D110-6B01-DE35A146EA2C}"/>
          </ac:spMkLst>
        </pc:spChg>
        <pc:spChg chg="mod">
          <ac:chgData name="Owais Ahmed" userId="6abc7d4556b3b071" providerId="LiveId" clId="{D0A51F83-B713-4A4D-8105-C75936B8E1D2}" dt="2025-10-24T14:52:18.053" v="20288" actId="20577"/>
          <ac:spMkLst>
            <pc:docMk/>
            <pc:sldMk cId="4251395321" sldId="2590"/>
            <ac:spMk id="215" creationId="{032F57D7-F47F-8C6E-397F-A01CB7781BA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10/25/25</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10/25/25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076204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A754A-CD25-4CCD-9705-A1F44562D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685F6-BF8C-B09C-D910-002123CB30D6}"/>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70527792-11D8-8102-9E7C-2593ACD2F5D1}"/>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B016B81-F6EF-B498-733E-77C729E3BFC3}"/>
              </a:ext>
            </a:extLst>
          </p:cNvPr>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844305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B0303-F80B-4DE8-F744-82F74A370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E99E3-0C3F-2EE4-EC9D-80F2E8D6F502}"/>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8EED4AB-85B6-ECBF-49F8-D1A71813F9EF}"/>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BC8935F-D745-AE85-BAD8-961E6DEB4937}"/>
              </a:ext>
            </a:extLst>
          </p:cNvPr>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574799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1D3BA-7350-6062-D1AC-F589AB5E2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7AFE3-9167-860C-7109-80E9B1C43E98}"/>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48474A1-530F-0135-B78A-D1D272C8E135}"/>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EDD8776-F612-3C6C-C1EB-727AF5810D54}"/>
              </a:ext>
            </a:extLst>
          </p:cNvPr>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072117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4412-29A3-BD9E-0C3A-44C0CF506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5D3FF-1593-5FF4-D478-A39F229C34F4}"/>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BD01C92-0C76-CC80-4E46-085D2E0273E3}"/>
              </a:ext>
            </a:extLst>
          </p:cNvPr>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Race condition here is that by the time block A was properly synchronized, block B was created, thus making it impossible for all nodes to synchronize.</a:t>
            </a:r>
          </a:p>
          <a:p>
            <a:pPr marL="228600" indent="-228600">
              <a:buAutoNum type="arabicPeriod"/>
            </a:pPr>
            <a:r>
              <a:rPr lang="en-GB" sz="1200" b="0" i="0" kern="1200" dirty="0">
                <a:solidFill>
                  <a:schemeClr val="tx1"/>
                </a:solidFill>
                <a:effectLst/>
                <a:latin typeface="+mn-lt"/>
                <a:ea typeface="+mn-ea"/>
                <a:cs typeface="+mn-cs"/>
              </a:rPr>
              <a:t>Other nodes are constantly reading the transactions from Mempool, so even if they are not receiving original block, they can combine those transactions they already have to construct the new block with matching hash. Thus, also verifying the incoming block.</a:t>
            </a:r>
          </a:p>
        </p:txBody>
      </p:sp>
      <p:sp>
        <p:nvSpPr>
          <p:cNvPr id="4" name="Slide Number Placeholder 3">
            <a:extLst>
              <a:ext uri="{FF2B5EF4-FFF2-40B4-BE49-F238E27FC236}">
                <a16:creationId xmlns:a16="http://schemas.microsoft.com/office/drawing/2014/main" id="{080AA1B6-867A-3190-1F99-19FCE6E1E7D2}"/>
              </a:ext>
            </a:extLst>
          </p:cNvPr>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2819241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DF89A-E00B-DA48-E633-2AE1D72C1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C1E42-1F2D-1514-88CE-9EB0ABB40DC8}"/>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7E07A7F-764E-BAE3-3427-7A850B61414B}"/>
              </a:ext>
            </a:extLst>
          </p:cNvPr>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Primarily, Merkle tree itself is a data structure used exclusively for verification.</a:t>
            </a:r>
          </a:p>
        </p:txBody>
      </p:sp>
      <p:sp>
        <p:nvSpPr>
          <p:cNvPr id="4" name="Slide Number Placeholder 3">
            <a:extLst>
              <a:ext uri="{FF2B5EF4-FFF2-40B4-BE49-F238E27FC236}">
                <a16:creationId xmlns:a16="http://schemas.microsoft.com/office/drawing/2014/main" id="{13E3D96E-67FF-2663-4AD9-7EF7DB8B552A}"/>
              </a:ext>
            </a:extLst>
          </p:cNvPr>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008591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9C340-01DC-73CC-616A-5BAECB5AC8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0764E-4FAA-FD7A-AB25-BB5F83F3ECBC}"/>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71B92A80-545D-C856-DB6E-026FC59AD54B}"/>
              </a:ext>
            </a:extLst>
          </p:cNvPr>
          <p:cNvSpPr>
            <a:spLocks noGrp="1"/>
          </p:cNvSpPr>
          <p:nvPr>
            <p:ph type="body" idx="1"/>
          </p:nvPr>
        </p:nvSpPr>
        <p:spPr/>
        <p:txBody>
          <a:bodyPr/>
          <a:lstStyle/>
          <a:p>
            <a:pPr marL="228600" indent="-228600">
              <a:buAutoNum type="arabicPeriod"/>
            </a:pPr>
            <a:r>
              <a:rPr lang="en-GB" sz="1200" dirty="0"/>
              <a:t>Ethereum is planning to move to </a:t>
            </a:r>
            <a:r>
              <a:rPr lang="en-GB" sz="1200" dirty="0" err="1"/>
              <a:t>Verkle</a:t>
            </a:r>
            <a:r>
              <a:rPr lang="en-GB" sz="1200" dirty="0"/>
              <a:t> Tree in the future</a:t>
            </a: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F39EFBA-EA42-49E3-6F04-F6CD17C29705}"/>
              </a:ext>
            </a:extLst>
          </p:cNvPr>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784907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E2B21-DEB2-F2A5-E780-5C31FD774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AEB91-40FE-08CD-2FC9-FDD55B2CCC0D}"/>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42C8DA7A-5ED6-6003-0D2A-3EFA1ADFBCC6}"/>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8005B30-AAB1-938A-9EDC-044A716C6FD6}"/>
              </a:ext>
            </a:extLst>
          </p:cNvPr>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53064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CE83D-074A-E4DA-2A4D-45D1D2A80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FD0F5-678B-DF85-A80C-26B2D693EE7A}"/>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6238B9F5-A823-67C2-74A1-BEB841FB3354}"/>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F2B94A1-6908-E0D7-6DF7-32D2155647EC}"/>
              </a:ext>
            </a:extLst>
          </p:cNvPr>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094217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87A5C-7DE9-9254-EE49-DF6DBCE90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131DE-8584-D781-B6A8-821EC57FFCAA}"/>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0C98AF39-0E4F-5CD7-BF26-837B8416C378}"/>
              </a:ext>
            </a:extLst>
          </p:cNvPr>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To trace Bitcoin to the root node for verification, its own Hash and Root hash must be known. Additionally, only the hashes of the nodes which are required to calculate parent are needed. But note that NO other data node is required </a:t>
            </a:r>
          </a:p>
          <a:p>
            <a:pPr marL="228600" indent="-228600">
              <a:buAutoNum type="arabicPeriod"/>
            </a:pPr>
            <a:r>
              <a:rPr lang="en-GB" sz="1200" b="0" i="0" kern="1200" dirty="0">
                <a:solidFill>
                  <a:schemeClr val="tx1"/>
                </a:solidFill>
                <a:effectLst/>
                <a:latin typeface="+mn-lt"/>
                <a:ea typeface="+mn-ea"/>
                <a:cs typeface="+mn-cs"/>
              </a:rPr>
              <a:t>Merkle path is the set of nodes that are required to trace a node from its hash node to root.</a:t>
            </a:r>
          </a:p>
        </p:txBody>
      </p:sp>
      <p:sp>
        <p:nvSpPr>
          <p:cNvPr id="4" name="Slide Number Placeholder 3">
            <a:extLst>
              <a:ext uri="{FF2B5EF4-FFF2-40B4-BE49-F238E27FC236}">
                <a16:creationId xmlns:a16="http://schemas.microsoft.com/office/drawing/2014/main" id="{5DF20AB7-8812-4677-2F3D-14088009140A}"/>
              </a:ext>
            </a:extLst>
          </p:cNvPr>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934962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B417-2012-4135-6850-D782229F3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6B595-C1C7-2285-3578-2E3E80DFB9C4}"/>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4B42DA0-9D95-1363-C1C4-F6F798DD568D}"/>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AE21C44-E25E-5E37-23EE-44464CC902B8}"/>
              </a:ext>
            </a:extLst>
          </p:cNvPr>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936746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93BB0-AA81-F7F1-9827-6F4E2596A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CE312-CC39-09E2-DC48-72B2B887E8ED}"/>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7D167386-EB3B-AFE3-F219-6350F5EC067E}"/>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D3F9B88-BF64-9B89-5110-3618984EC1BB}"/>
              </a:ext>
            </a:extLst>
          </p:cNvPr>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56268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749A-6659-B9CB-077E-1B727A551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34AB1B-4F41-F59B-3B6B-6D53B1459AD8}"/>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F643445E-042D-F163-BA20-6B413917F522}"/>
              </a:ext>
            </a:extLst>
          </p:cNvPr>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Each type of event will set 3 different bits to 1. There’s a possibility that the same hash of two different events sets the same bit to 1. In the end, an OR operation is performed on all Bloom filter arrays to construct a single transaction level logs bloom filter.</a:t>
            </a:r>
          </a:p>
          <a:p>
            <a:pPr marL="228600" indent="-228600">
              <a:buAutoNum type="arabicPeriod"/>
            </a:pPr>
            <a:r>
              <a:rPr lang="en-GB" sz="1200" b="0" i="0" kern="1200" dirty="0">
                <a:solidFill>
                  <a:schemeClr val="tx1"/>
                </a:solidFill>
                <a:effectLst/>
                <a:latin typeface="+mn-lt"/>
                <a:ea typeface="+mn-ea"/>
                <a:cs typeface="+mn-cs"/>
              </a:rPr>
              <a:t>The Tx level filters are then again aggregated via a bitwise OR operation and a 2048-bit block-level bloom filter is stored in block header.</a:t>
            </a:r>
          </a:p>
        </p:txBody>
      </p:sp>
      <p:sp>
        <p:nvSpPr>
          <p:cNvPr id="4" name="Slide Number Placeholder 3">
            <a:extLst>
              <a:ext uri="{FF2B5EF4-FFF2-40B4-BE49-F238E27FC236}">
                <a16:creationId xmlns:a16="http://schemas.microsoft.com/office/drawing/2014/main" id="{951338F2-5FB0-A2C0-5BAA-71ACA00EA2E4}"/>
              </a:ext>
            </a:extLst>
          </p:cNvPr>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046651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9C527-A1B3-2782-336C-5C7ED894F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1ADAF-A495-CD55-FD18-0B157C234163}"/>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E33320CC-02D0-F368-6C00-6077A69F7E53}"/>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9F0E3D8-FE5D-FAEE-CB8C-045186D2CC9A}"/>
              </a:ext>
            </a:extLst>
          </p:cNvPr>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113812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16BDE-6A02-E0F1-F66A-1F54042AD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324DE-3D5B-1633-46CA-9CD83CA8768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8555F55D-4FCE-DF77-A94E-E083E5CB0C7C}"/>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D623699-AC4D-6C5B-6C4E-982C21F1686A}"/>
              </a:ext>
            </a:extLst>
          </p:cNvPr>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5128831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99EF-4C57-DD15-3678-AFAF6557E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3D744-8269-1752-D117-F032FD6C78C1}"/>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8C3D264F-D67D-BBCD-3466-998CE0372600}"/>
              </a:ext>
            </a:extLst>
          </p:cNvPr>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Logs bloom filter might say, “Swap” did occur in the transaction, which didn’t actually occur. However, it will never say “Transfer” did not occur, while it actually did occur.</a:t>
            </a:r>
          </a:p>
        </p:txBody>
      </p:sp>
      <p:sp>
        <p:nvSpPr>
          <p:cNvPr id="4" name="Slide Number Placeholder 3">
            <a:extLst>
              <a:ext uri="{FF2B5EF4-FFF2-40B4-BE49-F238E27FC236}">
                <a16:creationId xmlns:a16="http://schemas.microsoft.com/office/drawing/2014/main" id="{20C02B28-533B-8000-BA4F-23C32775D807}"/>
              </a:ext>
            </a:extLst>
          </p:cNvPr>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7009777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8241A-6CBE-0D5C-CE9B-D09EEFC59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F983C-2C33-5E8D-8832-3D55A68262FF}"/>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BF351848-536E-65C8-3F51-12712C968F0E}"/>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B671B09-78E6-447D-EF1D-B72D505672A6}"/>
              </a:ext>
            </a:extLst>
          </p:cNvPr>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2998234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8AA2-6004-3DF6-C8DD-59E9CEE4F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1081E-736D-473B-5B92-1A9C46CF7865}"/>
              </a:ext>
            </a:extLst>
          </p:cNvPr>
          <p:cNvSpPr>
            <a:spLocks noGrp="1" noRot="1" noChangeAspect="1"/>
          </p:cNvSpPr>
          <p:nvPr>
            <p:ph type="sldImg"/>
          </p:nvPr>
        </p:nvSpPr>
        <p:spPr/>
        <p:txBody>
          <a:bodyPr/>
          <a:lstStyle/>
          <a:p>
            <a:endParaRPr lang="en-PK"/>
          </a:p>
        </p:txBody>
      </p:sp>
      <p:sp>
        <p:nvSpPr>
          <p:cNvPr id="3" name="Notes Placeholder 2">
            <a:extLst>
              <a:ext uri="{FF2B5EF4-FFF2-40B4-BE49-F238E27FC236}">
                <a16:creationId xmlns:a16="http://schemas.microsoft.com/office/drawing/2014/main" id="{2C13C7FC-428E-08B2-36BD-652F0698091D}"/>
              </a:ext>
            </a:extLst>
          </p:cNvPr>
          <p:cNvSpPr>
            <a:spLocks noGrp="1"/>
          </p:cNvSpPr>
          <p:nvPr>
            <p:ph type="body" idx="1"/>
          </p:nvPr>
        </p:nvSpPr>
        <p:spPr/>
        <p:txBody>
          <a:bodyPr/>
          <a:lstStyle/>
          <a:p>
            <a:pPr marL="228600" indent="-228600">
              <a:buAutoNum type="arabicPeriod"/>
            </a:pPr>
            <a:endParaRPr lang="en-GB"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4B1AFFE-6365-08E9-87F1-F3B96111C76D}"/>
              </a:ext>
            </a:extLst>
          </p:cNvPr>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3263659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solaresearch.org/2019/12/journal-of-learning-analytics-jla-volume-6-issue-3-now-availabl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1.wdp"/><Relationship Id="rId7"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DECENTRALIZED APPLICATION DEVELOPMENT (119389)</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a:t>Dr. Owais Hussain</a:t>
            </a:r>
            <a:endParaRPr lang="en-US" sz="2000" dirty="0"/>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684" r="33028"/>
          <a:stretch>
            <a:fillRect/>
          </a:stretch>
        </p:blipFill>
        <p:spPr>
          <a:xfrm>
            <a:off x="0" y="0"/>
            <a:ext cx="6096000" cy="6858000"/>
          </a:xfrm>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Recap</a:t>
            </a:r>
          </a:p>
          <a:p>
            <a:r>
              <a:rPr lang="en-US" dirty="0"/>
              <a:t>Why Custom Data Structures?</a:t>
            </a:r>
          </a:p>
          <a:p>
            <a:r>
              <a:rPr lang="en-US" dirty="0"/>
              <a:t>Why Hashes?</a:t>
            </a:r>
          </a:p>
          <a:p>
            <a:r>
              <a:rPr lang="en-US" dirty="0"/>
              <a:t>Merkle Patricia Trie</a:t>
            </a:r>
          </a:p>
          <a:p>
            <a:r>
              <a:rPr lang="en-US" dirty="0"/>
              <a:t>Bloom Filter</a:t>
            </a:r>
          </a:p>
          <a:p>
            <a:r>
              <a:rPr lang="en-US" dirty="0"/>
              <a:t>Review</a:t>
            </a:r>
          </a:p>
          <a:p>
            <a:r>
              <a:rPr lang="en-US" dirty="0"/>
              <a:t>Activity</a:t>
            </a:r>
          </a:p>
          <a:p>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
        <p:nvSpPr>
          <p:cNvPr id="4" name="TextBox 3">
            <a:extLst>
              <a:ext uri="{FF2B5EF4-FFF2-40B4-BE49-F238E27FC236}">
                <a16:creationId xmlns:a16="http://schemas.microsoft.com/office/drawing/2014/main" id="{D45FA580-2511-43FF-99FF-4AD8C9598CD1}"/>
              </a:ext>
            </a:extLst>
          </p:cNvPr>
          <p:cNvSpPr txBox="1"/>
          <p:nvPr/>
        </p:nvSpPr>
        <p:spPr>
          <a:xfrm>
            <a:off x="0" y="6858000"/>
            <a:ext cx="6096000" cy="230832"/>
          </a:xfrm>
          <a:prstGeom prst="rect">
            <a:avLst/>
          </a:prstGeom>
          <a:noFill/>
        </p:spPr>
        <p:txBody>
          <a:bodyPr wrap="square" rtlCol="0">
            <a:spAutoFit/>
          </a:bodyPr>
          <a:lstStyle/>
          <a:p>
            <a:r>
              <a:rPr lang="en-PK" sz="900">
                <a:hlinkClick r:id="rId4" tooltip="https://www.solaresearch.org/2019/12/journal-of-learning-analytics-jla-volume-6-issue-3-now-available/"/>
              </a:rPr>
              <a:t>This Photo</a:t>
            </a:r>
            <a:r>
              <a:rPr lang="en-PK" sz="900"/>
              <a:t> by Unknown Author is licensed under </a:t>
            </a:r>
            <a:r>
              <a:rPr lang="en-PK" sz="900">
                <a:hlinkClick r:id="rId5" tooltip="https://creativecommons.org/licenses/by/3.0/"/>
              </a:rPr>
              <a:t>CC BY</a:t>
            </a:r>
            <a:endParaRPr lang="en-PK" sz="90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5669E-2AC3-CD5E-920B-70F2B8AD84A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67AEB03-0017-1F94-56F6-348BB5D8AF94}"/>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3E186CA8-FC01-05CA-9ADB-D86D6AF50AD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BA930FD2-E332-E760-FC3A-243FB5DD112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Recap</a:t>
            </a:r>
          </a:p>
        </p:txBody>
      </p:sp>
      <p:sp>
        <p:nvSpPr>
          <p:cNvPr id="216" name="Rectangle 215">
            <a:extLst>
              <a:ext uri="{FF2B5EF4-FFF2-40B4-BE49-F238E27FC236}">
                <a16:creationId xmlns:a16="http://schemas.microsoft.com/office/drawing/2014/main" id="{16077D69-9EFF-8442-4573-D7C08A48F26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595A5850-8CDA-5861-6C70-AFE710E87CCA}"/>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C1311566-FAF7-7771-B9BE-D3F74ED84CB1}"/>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We discussed how Ethereum maintains data in </a:t>
            </a:r>
            <a:r>
              <a:rPr lang="en-GB" sz="3600" b="1" dirty="0"/>
              <a:t>blocks</a:t>
            </a:r>
            <a:r>
              <a:rPr lang="en-GB" sz="3600" dirty="0"/>
              <a:t> of </a:t>
            </a:r>
            <a:r>
              <a:rPr lang="en-GB" sz="3600" b="1" dirty="0"/>
              <a:t>transactions</a:t>
            </a:r>
            <a:r>
              <a:rPr lang="en-GB" sz="3600" dirty="0"/>
              <a:t>, each containing a set of </a:t>
            </a:r>
            <a:r>
              <a:rPr lang="en-GB" sz="3600" b="1" dirty="0"/>
              <a:t>logs</a:t>
            </a:r>
            <a:r>
              <a:rPr lang="en-GB" sz="3600" dirty="0"/>
              <a:t> which were emitted when </a:t>
            </a:r>
            <a:r>
              <a:rPr lang="en-GB" sz="3600" b="1" dirty="0"/>
              <a:t>events</a:t>
            </a:r>
            <a:r>
              <a:rPr lang="en-GB" sz="3600" dirty="0"/>
              <a:t> were called during execution of </a:t>
            </a:r>
            <a:r>
              <a:rPr lang="en-GB" sz="3600" b="1" dirty="0"/>
              <a:t>smart contracts</a:t>
            </a:r>
            <a:r>
              <a:rPr lang="en-GB" sz="3600" dirty="0"/>
              <a:t>.</a:t>
            </a:r>
          </a:p>
          <a:p>
            <a:pPr>
              <a:lnSpc>
                <a:spcPct val="100000"/>
              </a:lnSpc>
              <a:buFont typeface="Wingdings" panose="05000000000000000000" pitchFamily="2" charset="2"/>
              <a:buChar char="§"/>
            </a:pPr>
            <a:r>
              <a:rPr lang="en-GB" sz="3600" dirty="0"/>
              <a:t>We discussed how Ethereum uses references to state of the blockchain and root of transactions.</a:t>
            </a:r>
          </a:p>
          <a:p>
            <a:pPr>
              <a:lnSpc>
                <a:spcPct val="100000"/>
              </a:lnSpc>
              <a:buFont typeface="Wingdings" panose="05000000000000000000" pitchFamily="2" charset="2"/>
              <a:buChar char="§"/>
            </a:pPr>
            <a:r>
              <a:rPr lang="en-GB" sz="3600" dirty="0"/>
              <a:t>We also discussed how each transaction itself uses reference to the root of logs.</a:t>
            </a:r>
          </a:p>
          <a:p>
            <a:pPr>
              <a:lnSpc>
                <a:spcPct val="100000"/>
              </a:lnSpc>
              <a:buFont typeface="Wingdings" panose="05000000000000000000" pitchFamily="2" charset="2"/>
              <a:buChar char="§"/>
            </a:pPr>
            <a:r>
              <a:rPr lang="en-GB" sz="3600" dirty="0"/>
              <a:t>We then discussed certain types of events.</a:t>
            </a:r>
          </a:p>
          <a:p>
            <a:pPr>
              <a:lnSpc>
                <a:spcPct val="100000"/>
              </a:lnSpc>
              <a:buFont typeface="Wingdings" panose="05000000000000000000" pitchFamily="2" charset="2"/>
              <a:buChar char="§"/>
            </a:pPr>
            <a:r>
              <a:rPr lang="en-GB" sz="3600" dirty="0"/>
              <a:t>Now we move on to see why Ethereum uses custom Data Structures.</a:t>
            </a:r>
          </a:p>
        </p:txBody>
      </p:sp>
    </p:spTree>
    <p:extLst>
      <p:ext uri="{BB962C8B-B14F-4D97-AF65-F5344CB8AC3E}">
        <p14:creationId xmlns:p14="http://schemas.microsoft.com/office/powerpoint/2010/main" val="9171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8844-91C4-CDE7-98E0-59B24D84F86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DA01C5F-E623-CAAE-1A1C-F6A32C4FA10A}"/>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B1D9A173-79AF-14E0-E435-EADA731DB26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549ACB91-30BD-48F8-0761-3F515855E61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Why Custom Data Structures?</a:t>
            </a:r>
          </a:p>
        </p:txBody>
      </p:sp>
      <p:sp>
        <p:nvSpPr>
          <p:cNvPr id="216" name="Rectangle 215">
            <a:extLst>
              <a:ext uri="{FF2B5EF4-FFF2-40B4-BE49-F238E27FC236}">
                <a16:creationId xmlns:a16="http://schemas.microsoft.com/office/drawing/2014/main" id="{B1E53D43-804B-DA28-6D96-05408F919F4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17E18614-4820-CD37-60DA-11B603A1C21B}"/>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1E6BE4-0E4C-F7FE-941B-AFD005552D0D}"/>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Imagine asking the blockchain: “Give me the list of all transactions which contain a Deposit of more than 1ETH”.</a:t>
                </a:r>
              </a:p>
              <a:p>
                <a:pPr>
                  <a:lnSpc>
                    <a:spcPct val="100000"/>
                  </a:lnSpc>
                  <a:buFont typeface="Wingdings" panose="05000000000000000000" pitchFamily="2" charset="2"/>
                  <a:buChar char="§"/>
                </a:pPr>
                <a:r>
                  <a:rPr lang="en-GB" sz="3600" dirty="0"/>
                  <a:t>Your query will knock the door of each of </a:t>
                </a:r>
                <a14:m>
                  <m:oMath xmlns:m="http://schemas.openxmlformats.org/officeDocument/2006/math">
                    <m:r>
                      <a:rPr lang="en-GB" sz="3600" b="0" i="1" dirty="0" smtClean="0">
                        <a:latin typeface="Cambria Math" panose="02040503050406030204" pitchFamily="18" charset="0"/>
                      </a:rPr>
                      <m:t>𝐵</m:t>
                    </m:r>
                  </m:oMath>
                </a14:m>
                <a:r>
                  <a:rPr lang="en-GB" sz="3600" dirty="0"/>
                  <a:t> blocks as ask: “Hey, how many &gt; 1ETH deposits?”</a:t>
                </a:r>
              </a:p>
              <a:p>
                <a:pPr>
                  <a:lnSpc>
                    <a:spcPct val="100000"/>
                  </a:lnSpc>
                  <a:buFont typeface="Wingdings" panose="05000000000000000000" pitchFamily="2" charset="2"/>
                  <a:buChar char="§"/>
                </a:pPr>
                <a:r>
                  <a:rPr lang="en-GB" sz="3600" dirty="0"/>
                  <a:t>Each block will reply: “No idea! Here’s a list of </a:t>
                </a:r>
                <a14:m>
                  <m:oMath xmlns:m="http://schemas.openxmlformats.org/officeDocument/2006/math">
                    <m:r>
                      <a:rPr lang="en-GB" sz="3600" i="1" dirty="0" smtClean="0">
                        <a:latin typeface="Cambria Math" panose="02040503050406030204" pitchFamily="18" charset="0"/>
                      </a:rPr>
                      <m:t>𝑇</m:t>
                    </m:r>
                  </m:oMath>
                </a14:m>
                <a:r>
                  <a:rPr lang="en-GB" sz="3600" dirty="0"/>
                  <a:t> transactions. Ask them”.</a:t>
                </a:r>
              </a:p>
              <a:p>
                <a:pPr>
                  <a:lnSpc>
                    <a:spcPct val="100000"/>
                  </a:lnSpc>
                  <a:buFont typeface="Wingdings" panose="05000000000000000000" pitchFamily="2" charset="2"/>
                  <a:buChar char="§"/>
                </a:pPr>
                <a:r>
                  <a:rPr lang="en-GB" sz="3600" dirty="0"/>
                  <a:t>You now knock every door in </a:t>
                </a:r>
                <a14:m>
                  <m:oMath xmlns:m="http://schemas.openxmlformats.org/officeDocument/2006/math">
                    <m:r>
                      <a:rPr lang="en-GB" sz="3600" b="0" i="1" smtClean="0">
                        <a:latin typeface="Cambria Math" panose="02040503050406030204" pitchFamily="18" charset="0"/>
                      </a:rPr>
                      <m:t>𝑇</m:t>
                    </m:r>
                  </m:oMath>
                </a14:m>
                <a:r>
                  <a:rPr lang="en-GB" sz="3600" dirty="0"/>
                  <a:t> and repeat the question.</a:t>
                </a:r>
              </a:p>
              <a:p>
                <a:pPr>
                  <a:lnSpc>
                    <a:spcPct val="100000"/>
                  </a:lnSpc>
                  <a:buFont typeface="Wingdings" panose="05000000000000000000" pitchFamily="2" charset="2"/>
                  <a:buChar char="§"/>
                </a:pPr>
                <a:r>
                  <a:rPr lang="en-GB" sz="3600" dirty="0"/>
                  <a:t>Each Tx will say: “Here’s a list of </a:t>
                </a:r>
                <a14:m>
                  <m:oMath xmlns:m="http://schemas.openxmlformats.org/officeDocument/2006/math">
                    <m:r>
                      <a:rPr lang="en-GB" sz="3600" b="0" i="1" smtClean="0">
                        <a:latin typeface="Cambria Math" panose="02040503050406030204" pitchFamily="18" charset="0"/>
                      </a:rPr>
                      <m:t>𝐿</m:t>
                    </m:r>
                  </m:oMath>
                </a14:m>
                <a:r>
                  <a:rPr lang="en-GB" sz="3600" dirty="0"/>
                  <a:t> log entries. Scan them to find out”.</a:t>
                </a:r>
              </a:p>
              <a:p>
                <a:pPr>
                  <a:lnSpc>
                    <a:spcPct val="100000"/>
                  </a:lnSpc>
                  <a:buFont typeface="Wingdings" panose="05000000000000000000" pitchFamily="2" charset="2"/>
                  <a:buChar char="§"/>
                </a:pPr>
                <a:r>
                  <a:rPr lang="en-GB" sz="3600" dirty="0"/>
                  <a:t>Can you estimate the expected elapsed time for </a:t>
                </a:r>
                <a14:m>
                  <m:oMath xmlns:m="http://schemas.openxmlformats.org/officeDocument/2006/math">
                    <m:r>
                      <a:rPr lang="en-GB" sz="3600" b="0" i="1" smtClean="0">
                        <a:latin typeface="Cambria Math" panose="02040503050406030204" pitchFamily="18" charset="0"/>
                      </a:rPr>
                      <m:t>𝐿</m:t>
                    </m:r>
                    <m:r>
                      <a:rPr lang="en-GB" sz="3600" b="0" i="1" smtClean="0">
                        <a:latin typeface="Cambria Math" panose="02040503050406030204" pitchFamily="18" charset="0"/>
                      </a:rPr>
                      <m:t>=24</m:t>
                    </m:r>
                    <m:r>
                      <a:rPr lang="en-GB" sz="3600" b="0" i="1" smtClean="0">
                        <a:latin typeface="Cambria Math" panose="02040503050406030204" pitchFamily="18" charset="0"/>
                      </a:rPr>
                      <m:t>𝑀</m:t>
                    </m:r>
                    <m:r>
                      <a:rPr lang="en-GB" sz="3600" b="0" i="1" smtClean="0">
                        <a:latin typeface="Cambria Math" panose="02040503050406030204" pitchFamily="18" charset="0"/>
                      </a:rPr>
                      <m:t>;</m:t>
                    </m:r>
                    <m:r>
                      <a:rPr lang="en-GB" sz="3600" b="0" i="1" smtClean="0">
                        <a:latin typeface="Cambria Math" panose="02040503050406030204" pitchFamily="18" charset="0"/>
                      </a:rPr>
                      <m:t>𝑇</m:t>
                    </m:r>
                    <m:r>
                      <a:rPr lang="en-GB" sz="3600" b="0" i="1" smtClean="0">
                        <a:latin typeface="Cambria Math" panose="02040503050406030204" pitchFamily="18" charset="0"/>
                      </a:rPr>
                      <m:t>=200;</m:t>
                    </m:r>
                    <m:r>
                      <a:rPr lang="en-GB" sz="3600" b="0" i="1" smtClean="0">
                        <a:latin typeface="Cambria Math" panose="02040503050406030204" pitchFamily="18" charset="0"/>
                      </a:rPr>
                      <m:t>𝐿</m:t>
                    </m:r>
                    <m:r>
                      <a:rPr lang="en-GB" sz="3600" b="0" i="1" smtClean="0">
                        <a:latin typeface="Cambria Math" panose="02040503050406030204" pitchFamily="18" charset="0"/>
                      </a:rPr>
                      <m:t>=5</m:t>
                    </m:r>
                  </m:oMath>
                </a14:m>
                <a:r>
                  <a:rPr lang="en-GB" sz="3600" dirty="0"/>
                  <a:t>?</a:t>
                </a:r>
              </a:p>
            </p:txBody>
          </p:sp>
        </mc:Choice>
        <mc:Fallback xmlns="">
          <p:sp>
            <p:nvSpPr>
              <p:cNvPr id="3" name="Content Placeholder 2">
                <a:extLst>
                  <a:ext uri="{FF2B5EF4-FFF2-40B4-BE49-F238E27FC236}">
                    <a16:creationId xmlns:a16="http://schemas.microsoft.com/office/drawing/2014/main" id="{441E6BE4-0E4C-F7FE-941B-AFD005552D0D}"/>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90" t="-3242"/>
                </a:stretch>
              </a:blipFill>
            </p:spPr>
            <p:txBody>
              <a:bodyPr/>
              <a:lstStyle/>
              <a:p>
                <a:r>
                  <a:rPr lang="en-PK">
                    <a:noFill/>
                  </a:rPr>
                  <a:t> </a:t>
                </a:r>
              </a:p>
            </p:txBody>
          </p:sp>
        </mc:Fallback>
      </mc:AlternateContent>
    </p:spTree>
    <p:extLst>
      <p:ext uri="{BB962C8B-B14F-4D97-AF65-F5344CB8AC3E}">
        <p14:creationId xmlns:p14="http://schemas.microsoft.com/office/powerpoint/2010/main" val="70056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82947-9AC0-CB55-3256-F792DDBD22A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92F7078-7CEC-6CA1-E762-37DF237B8A4D}"/>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86F8A097-39D9-8937-660C-FFD2F534173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C3CD4AC4-2AEB-CA78-2898-00E23D35F189}"/>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Why Custom Data Structures?</a:t>
            </a:r>
          </a:p>
        </p:txBody>
      </p:sp>
      <p:sp>
        <p:nvSpPr>
          <p:cNvPr id="216" name="Rectangle 215">
            <a:extLst>
              <a:ext uri="{FF2B5EF4-FFF2-40B4-BE49-F238E27FC236}">
                <a16:creationId xmlns:a16="http://schemas.microsoft.com/office/drawing/2014/main" id="{36F6A21D-852C-E058-8350-B747BC6124F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3638A79B-D11B-F324-F8C1-D0B85F84BA43}"/>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8AA29A7-BEFE-F7A6-3CCC-5FE452E9B50A}"/>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The problem! Your query will travel 24B objects.</a:t>
                </a:r>
              </a:p>
              <a:p>
                <a:pPr>
                  <a:lnSpc>
                    <a:spcPct val="100000"/>
                  </a:lnSpc>
                  <a:buFont typeface="Wingdings" panose="05000000000000000000" pitchFamily="2" charset="2"/>
                  <a:buChar char="§"/>
                </a:pPr>
                <a:r>
                  <a:rPr lang="en-GB" sz="3600" dirty="0"/>
                  <a:t>Using Linked Lists or Arrays is not practical.</a:t>
                </a:r>
              </a:p>
              <a:p>
                <a:pPr>
                  <a:lnSpc>
                    <a:spcPct val="100000"/>
                  </a:lnSpc>
                  <a:buFont typeface="Wingdings" panose="05000000000000000000" pitchFamily="2" charset="2"/>
                  <a:buChar char="§"/>
                </a:pPr>
                <a:r>
                  <a:rPr lang="en-GB" sz="3600" dirty="0"/>
                  <a:t>Blockchains use Trees to traverse the data within </a:t>
                </a:r>
                <a14:m>
                  <m:oMath xmlns:m="http://schemas.openxmlformats.org/officeDocument/2006/math">
                    <m:r>
                      <a:rPr lang="en-GB" sz="3600" b="0" i="1" smtClean="0">
                        <a:latin typeface="Cambria Math" panose="02040503050406030204" pitchFamily="18" charset="0"/>
                      </a:rPr>
                      <m:t>𝑂</m:t>
                    </m:r>
                    <m:d>
                      <m:dPr>
                        <m:ctrlPr>
                          <a:rPr lang="en-GB" sz="3600" b="0" i="1" smtClean="0">
                            <a:latin typeface="Cambria Math" panose="02040503050406030204" pitchFamily="18" charset="0"/>
                          </a:rPr>
                        </m:ctrlPr>
                      </m:dPr>
                      <m:e>
                        <m:func>
                          <m:funcPr>
                            <m:ctrlPr>
                              <a:rPr lang="en-GB" sz="3600" b="0" i="1" smtClean="0">
                                <a:latin typeface="Cambria Math" panose="02040503050406030204" pitchFamily="18" charset="0"/>
                              </a:rPr>
                            </m:ctrlPr>
                          </m:funcPr>
                          <m:fName>
                            <m:r>
                              <m:rPr>
                                <m:sty m:val="p"/>
                              </m:rPr>
                              <a:rPr lang="en-GB" sz="3600" b="0" i="0" smtClean="0">
                                <a:latin typeface="Cambria Math" panose="02040503050406030204" pitchFamily="18" charset="0"/>
                              </a:rPr>
                              <m:t>log</m:t>
                            </m:r>
                          </m:fName>
                          <m:e>
                            <m:d>
                              <m:dPr>
                                <m:ctrlPr>
                                  <a:rPr lang="en-GB" sz="3600" b="0" i="1" smtClean="0">
                                    <a:latin typeface="Cambria Math" panose="02040503050406030204" pitchFamily="18" charset="0"/>
                                  </a:rPr>
                                </m:ctrlPr>
                              </m:dPr>
                              <m:e>
                                <m:r>
                                  <a:rPr lang="en-GB" sz="3600" b="0" i="1" smtClean="0">
                                    <a:latin typeface="Cambria Math" panose="02040503050406030204" pitchFamily="18" charset="0"/>
                                  </a:rPr>
                                  <m:t>𝑛</m:t>
                                </m:r>
                              </m:e>
                            </m:d>
                          </m:e>
                        </m:func>
                      </m:e>
                    </m:d>
                  </m:oMath>
                </a14:m>
                <a:r>
                  <a:rPr lang="en-GB" sz="3600" dirty="0"/>
                  <a:t> time.</a:t>
                </a:r>
              </a:p>
              <a:p>
                <a:pPr>
                  <a:lnSpc>
                    <a:spcPct val="100000"/>
                  </a:lnSpc>
                  <a:buFont typeface="Wingdings" panose="05000000000000000000" pitchFamily="2" charset="2"/>
                  <a:buChar char="§"/>
                </a:pPr>
                <a:r>
                  <a:rPr lang="en-GB" sz="3600" dirty="0"/>
                  <a:t>Ethereum uses Merkle Trees to store:</a:t>
                </a:r>
              </a:p>
              <a:p>
                <a:pPr lvl="1">
                  <a:lnSpc>
                    <a:spcPct val="100000"/>
                  </a:lnSpc>
                  <a:buFont typeface="Wingdings" panose="05000000000000000000" pitchFamily="2" charset="2"/>
                  <a:buChar char="§"/>
                </a:pPr>
                <a:r>
                  <a:rPr lang="en-GB" sz="3400" dirty="0"/>
                  <a:t>Blockchain states</a:t>
                </a:r>
              </a:p>
              <a:p>
                <a:pPr lvl="1">
                  <a:lnSpc>
                    <a:spcPct val="100000"/>
                  </a:lnSpc>
                  <a:buFont typeface="Wingdings" panose="05000000000000000000" pitchFamily="2" charset="2"/>
                  <a:buChar char="§"/>
                </a:pPr>
                <a:r>
                  <a:rPr lang="en-GB" sz="3400" dirty="0"/>
                  <a:t>Transaction</a:t>
                </a:r>
              </a:p>
              <a:p>
                <a:pPr lvl="1">
                  <a:lnSpc>
                    <a:spcPct val="100000"/>
                  </a:lnSpc>
                  <a:buFont typeface="Wingdings" panose="05000000000000000000" pitchFamily="2" charset="2"/>
                  <a:buChar char="§"/>
                </a:pPr>
                <a:r>
                  <a:rPr lang="en-GB" sz="3400" dirty="0"/>
                  <a:t>Event logs</a:t>
                </a:r>
              </a:p>
            </p:txBody>
          </p:sp>
        </mc:Choice>
        <mc:Fallback>
          <p:sp>
            <p:nvSpPr>
              <p:cNvPr id="3" name="Content Placeholder 2">
                <a:extLst>
                  <a:ext uri="{FF2B5EF4-FFF2-40B4-BE49-F238E27FC236}">
                    <a16:creationId xmlns:a16="http://schemas.microsoft.com/office/drawing/2014/main" id="{08AA29A7-BEFE-F7A6-3CCC-5FE452E9B50A}"/>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404" t="-3109"/>
                </a:stretch>
              </a:blipFill>
            </p:spPr>
            <p:txBody>
              <a:bodyPr/>
              <a:lstStyle/>
              <a:p>
                <a:r>
                  <a:rPr lang="en-US">
                    <a:noFill/>
                  </a:rPr>
                  <a:t> </a:t>
                </a:r>
              </a:p>
            </p:txBody>
          </p:sp>
        </mc:Fallback>
      </mc:AlternateContent>
    </p:spTree>
    <p:extLst>
      <p:ext uri="{BB962C8B-B14F-4D97-AF65-F5344CB8AC3E}">
        <p14:creationId xmlns:p14="http://schemas.microsoft.com/office/powerpoint/2010/main" val="2798013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F392-C902-A326-CC5D-70203605196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0342B01-7693-D801-78D6-EA2703298417}"/>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B58B7A08-17E6-E9FC-7BFE-F147F64CFC8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92835895-0995-E558-8C39-BADACDF6E896}"/>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Why Hashes?</a:t>
            </a:r>
          </a:p>
        </p:txBody>
      </p:sp>
      <p:sp>
        <p:nvSpPr>
          <p:cNvPr id="216" name="Rectangle 215">
            <a:extLst>
              <a:ext uri="{FF2B5EF4-FFF2-40B4-BE49-F238E27FC236}">
                <a16:creationId xmlns:a16="http://schemas.microsoft.com/office/drawing/2014/main" id="{B8375F8A-955E-4236-62A4-BB53A41E7AF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CBF3598E-6044-9AB1-5097-DDF83441101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DB00CC23-E1DB-4584-188F-AA3921F7F569}"/>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Imagine a node which successfully created a block.</a:t>
            </a:r>
          </a:p>
          <a:p>
            <a:pPr>
              <a:lnSpc>
                <a:spcPct val="100000"/>
              </a:lnSpc>
              <a:buFont typeface="Wingdings" panose="05000000000000000000" pitchFamily="2" charset="2"/>
              <a:buChar char="§"/>
            </a:pPr>
            <a:r>
              <a:rPr lang="en-GB" sz="3600" dirty="0"/>
              <a:t>It will broadcast the block to all other nodes.</a:t>
            </a:r>
          </a:p>
          <a:p>
            <a:pPr>
              <a:lnSpc>
                <a:spcPct val="100000"/>
              </a:lnSpc>
              <a:buFont typeface="Wingdings" panose="05000000000000000000" pitchFamily="2" charset="2"/>
              <a:buChar char="§"/>
            </a:pPr>
            <a:r>
              <a:rPr lang="en-GB" sz="3600" dirty="0"/>
              <a:t>Transporting entire block’s data will introduce race condition.</a:t>
            </a:r>
          </a:p>
          <a:p>
            <a:pPr>
              <a:lnSpc>
                <a:spcPct val="100000"/>
              </a:lnSpc>
              <a:buFont typeface="Wingdings" panose="05000000000000000000" pitchFamily="2" charset="2"/>
              <a:buChar char="§"/>
            </a:pPr>
            <a:r>
              <a:rPr lang="en-GB" sz="3600" dirty="0"/>
              <a:t>Therefore, only the block data and transaction hashes are broadcasted.</a:t>
            </a:r>
          </a:p>
          <a:p>
            <a:pPr>
              <a:lnSpc>
                <a:spcPct val="100000"/>
              </a:lnSpc>
              <a:buFont typeface="Wingdings" panose="05000000000000000000" pitchFamily="2" charset="2"/>
              <a:buChar char="§"/>
            </a:pPr>
            <a:r>
              <a:rPr lang="en-GB" sz="3600" dirty="0"/>
              <a:t>Moreover, light nodes do not contain full transaction data. They are updated much quicker.</a:t>
            </a:r>
          </a:p>
        </p:txBody>
      </p:sp>
    </p:spTree>
    <p:extLst>
      <p:ext uri="{BB962C8B-B14F-4D97-AF65-F5344CB8AC3E}">
        <p14:creationId xmlns:p14="http://schemas.microsoft.com/office/powerpoint/2010/main" val="51788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C34BF-765E-DD56-4D54-7FCA2CB80612}"/>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F411EBA-56D2-5BF1-C31D-BB5DBCCABAA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A5B05E11-0828-7ABE-BAF0-1B5A92BCCA6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44330090-D41F-BDE2-958C-1C707BF19B0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Why Hashes?</a:t>
            </a:r>
          </a:p>
        </p:txBody>
      </p:sp>
      <p:sp>
        <p:nvSpPr>
          <p:cNvPr id="216" name="Rectangle 215">
            <a:extLst>
              <a:ext uri="{FF2B5EF4-FFF2-40B4-BE49-F238E27FC236}">
                <a16:creationId xmlns:a16="http://schemas.microsoft.com/office/drawing/2014/main" id="{25DE1407-B4BE-62C4-842B-44604BF920F7}"/>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3ED68FFD-9870-6B51-5FFC-E74719F092C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C7306478-733D-FED9-2F79-B3C1379116B7}"/>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Now combine both the features:</a:t>
            </a:r>
          </a:p>
          <a:p>
            <a:pPr marL="971550" lvl="1" indent="-514350">
              <a:lnSpc>
                <a:spcPct val="100000"/>
              </a:lnSpc>
              <a:buFont typeface="+mj-lt"/>
              <a:buAutoNum type="arabicPeriod"/>
            </a:pPr>
            <a:r>
              <a:rPr lang="en-GB" sz="3400" dirty="0"/>
              <a:t>Using Tree instead of arrays or linked lists</a:t>
            </a:r>
          </a:p>
          <a:p>
            <a:pPr marL="971550" lvl="1" indent="-514350">
              <a:lnSpc>
                <a:spcPct val="100000"/>
              </a:lnSpc>
              <a:buFont typeface="+mj-lt"/>
              <a:buAutoNum type="arabicPeriod"/>
            </a:pPr>
            <a:r>
              <a:rPr lang="en-GB" sz="3400" dirty="0"/>
              <a:t>Using hashes instead of original data</a:t>
            </a:r>
          </a:p>
          <a:p>
            <a:pPr>
              <a:lnSpc>
                <a:spcPct val="100000"/>
              </a:lnSpc>
              <a:buFont typeface="Wingdings" panose="05000000000000000000" pitchFamily="2" charset="2"/>
              <a:buChar char="§"/>
            </a:pPr>
            <a:r>
              <a:rPr lang="en-GB" sz="3600" dirty="0"/>
              <a:t>This combination significantly reduces the size and makes the search possible in logarithmic time.</a:t>
            </a:r>
          </a:p>
          <a:p>
            <a:pPr>
              <a:lnSpc>
                <a:spcPct val="100000"/>
              </a:lnSpc>
              <a:buFont typeface="Wingdings" panose="05000000000000000000" pitchFamily="2" charset="2"/>
              <a:buChar char="§"/>
            </a:pPr>
            <a:r>
              <a:rPr lang="en-GB" sz="3600" dirty="0"/>
              <a:t>Merkle Tree is a tree data structure which offers both advantages.</a:t>
            </a:r>
          </a:p>
          <a:p>
            <a:pPr>
              <a:lnSpc>
                <a:spcPct val="100000"/>
              </a:lnSpc>
              <a:buFont typeface="Wingdings" panose="05000000000000000000" pitchFamily="2" charset="2"/>
              <a:buChar char="§"/>
            </a:pPr>
            <a:r>
              <a:rPr lang="en-GB" sz="3600" dirty="0"/>
              <a:t>Several distributed systems use it for fast synchronization.</a:t>
            </a:r>
          </a:p>
        </p:txBody>
      </p:sp>
    </p:spTree>
    <p:extLst>
      <p:ext uri="{BB962C8B-B14F-4D97-AF65-F5344CB8AC3E}">
        <p14:creationId xmlns:p14="http://schemas.microsoft.com/office/powerpoint/2010/main" val="243272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65A1E-0D18-E538-0592-1105E8D367D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4CBF28F-2F21-D652-D320-87879FD5194D}"/>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70F5E90-8EFF-0B18-53C7-504B28809BF7}"/>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58568535-97DD-3CB6-05D8-649B926E1E5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Merkle Tree</a:t>
            </a:r>
          </a:p>
        </p:txBody>
      </p:sp>
      <p:sp>
        <p:nvSpPr>
          <p:cNvPr id="216" name="Rectangle 215">
            <a:extLst>
              <a:ext uri="{FF2B5EF4-FFF2-40B4-BE49-F238E27FC236}">
                <a16:creationId xmlns:a16="http://schemas.microsoft.com/office/drawing/2014/main" id="{6BE12503-62ED-9D83-72D4-6173313FF95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464C2338-7AE4-9E74-5485-4848DD78C0B4}"/>
              </a:ext>
              <a:ext uri="{C183D7F6-B498-43B3-948B-1728B52AA6E4}">
                <adec:decorative xmlns:adec="http://schemas.microsoft.com/office/drawing/2017/decorative" val="1"/>
              </a:ext>
            </a:extLst>
          </p:cNvPr>
          <p:cNvSpPr/>
          <p:nvPr/>
        </p:nvSpPr>
        <p:spPr bwMode="auto">
          <a:xfrm>
            <a:off x="-17860" y="6553200"/>
            <a:ext cx="12209860"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971E5177-0E0B-34A0-5B75-B42260B5E5FC}"/>
              </a:ext>
            </a:extLst>
          </p:cNvPr>
          <p:cNvSpPr txBox="1">
            <a:spLocks/>
          </p:cNvSpPr>
          <p:nvPr/>
        </p:nvSpPr>
        <p:spPr>
          <a:xfrm>
            <a:off x="0" y="1532586"/>
            <a:ext cx="7005606" cy="5020613"/>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600" dirty="0"/>
              <a:t>Merkle (Merkle Tree) Patricia (Compressed) Trie (Tree-like) is a complex Data structure.</a:t>
            </a:r>
          </a:p>
          <a:p>
            <a:pPr>
              <a:lnSpc>
                <a:spcPct val="100000"/>
              </a:lnSpc>
              <a:buFont typeface="Wingdings" panose="05000000000000000000" pitchFamily="2" charset="2"/>
              <a:buChar char="§"/>
            </a:pPr>
            <a:r>
              <a:rPr lang="en-GB" sz="3600" dirty="0"/>
              <a:t>Takes hashing from Merkle Trees and compression from Radix trees</a:t>
            </a:r>
            <a:endParaRPr lang="en-US" sz="3600" dirty="0"/>
          </a:p>
          <a:p>
            <a:pPr lvl="1">
              <a:lnSpc>
                <a:spcPct val="100000"/>
              </a:lnSpc>
              <a:buFont typeface="Wingdings" panose="05000000000000000000" pitchFamily="2" charset="2"/>
              <a:buChar char="§"/>
            </a:pPr>
            <a:r>
              <a:rPr lang="en-GB" sz="3400" dirty="0"/>
              <a:t>A Trie is a tree, which splits the data based on common prefix.</a:t>
            </a:r>
          </a:p>
          <a:p>
            <a:pPr lvl="1">
              <a:lnSpc>
                <a:spcPct val="100000"/>
              </a:lnSpc>
              <a:buFont typeface="Wingdings" panose="05000000000000000000" pitchFamily="2" charset="2"/>
              <a:buChar char="§"/>
            </a:pPr>
            <a:r>
              <a:rPr lang="en-GB" sz="3400" dirty="0"/>
              <a:t>A Radix Trie is a space optimized Trie in which, if a node has single child, the child is merged with parent node.</a:t>
            </a:r>
          </a:p>
        </p:txBody>
      </p:sp>
      <p:pic>
        <p:nvPicPr>
          <p:cNvPr id="1026" name="Picture 2" descr="Booby Trapping the Ethereum Blockchain">
            <a:extLst>
              <a:ext uri="{FF2B5EF4-FFF2-40B4-BE49-F238E27FC236}">
                <a16:creationId xmlns:a16="http://schemas.microsoft.com/office/drawing/2014/main" id="{3A54A231-3127-5AAD-7B2B-7EF089CEEA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5605" y="2422143"/>
            <a:ext cx="5186395" cy="324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8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D91A0-0829-25FF-B031-D0604E7C9BB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4C8D423-5D7F-25B6-337E-8E59D0253D07}"/>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89B95637-797C-AB47-8BCE-685B329BBAE6}"/>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E90C0B98-0FF4-A8BE-C925-34529E548FB2}"/>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Merkle Tree</a:t>
            </a:r>
          </a:p>
        </p:txBody>
      </p:sp>
      <p:sp>
        <p:nvSpPr>
          <p:cNvPr id="216" name="Rectangle 215">
            <a:extLst>
              <a:ext uri="{FF2B5EF4-FFF2-40B4-BE49-F238E27FC236}">
                <a16:creationId xmlns:a16="http://schemas.microsoft.com/office/drawing/2014/main" id="{EE7120DB-5CE7-CCCC-946F-3AE77C1BFC37}"/>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7F7D5399-C4DC-525F-4917-3C9FDD56DE8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7D7EC09A-8087-7E8E-F2A2-DB71FC7FB313}"/>
              </a:ext>
            </a:extLst>
          </p:cNvPr>
          <p:cNvSpPr txBox="1">
            <a:spLocks/>
          </p:cNvSpPr>
          <p:nvPr/>
        </p:nvSpPr>
        <p:spPr>
          <a:xfrm>
            <a:off x="220384" y="1532587"/>
            <a:ext cx="11743016" cy="743995"/>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Example of Merkle Tree using different blockchain names as data.</a:t>
            </a:r>
          </a:p>
        </p:txBody>
      </p:sp>
      <p:grpSp>
        <p:nvGrpSpPr>
          <p:cNvPr id="52" name="Group 51">
            <a:extLst>
              <a:ext uri="{FF2B5EF4-FFF2-40B4-BE49-F238E27FC236}">
                <a16:creationId xmlns:a16="http://schemas.microsoft.com/office/drawing/2014/main" id="{7223E83C-DAB1-3EB2-FB1B-858B92BCDF01}"/>
              </a:ext>
            </a:extLst>
          </p:cNvPr>
          <p:cNvGrpSpPr/>
          <p:nvPr/>
        </p:nvGrpSpPr>
        <p:grpSpPr>
          <a:xfrm>
            <a:off x="1292407" y="4939749"/>
            <a:ext cx="2185904" cy="887033"/>
            <a:chOff x="1292407" y="4939749"/>
            <a:chExt cx="2185904" cy="887033"/>
          </a:xfrm>
        </p:grpSpPr>
        <p:sp>
          <p:nvSpPr>
            <p:cNvPr id="12" name="Freeform: Shape 11">
              <a:extLst>
                <a:ext uri="{FF2B5EF4-FFF2-40B4-BE49-F238E27FC236}">
                  <a16:creationId xmlns:a16="http://schemas.microsoft.com/office/drawing/2014/main" id="{7CF20775-9E1B-C128-1583-24A30C2236F3}"/>
                </a:ext>
              </a:extLst>
            </p:cNvPr>
            <p:cNvSpPr/>
            <p:nvPr/>
          </p:nvSpPr>
          <p:spPr>
            <a:xfrm>
              <a:off x="1292407"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a:t>
              </a:r>
              <a:endParaRPr lang="en-PK" sz="1600" kern="1200" dirty="0"/>
            </a:p>
          </p:txBody>
        </p:sp>
        <p:sp>
          <p:nvSpPr>
            <p:cNvPr id="13" name="Freeform: Shape 12">
              <a:extLst>
                <a:ext uri="{FF2B5EF4-FFF2-40B4-BE49-F238E27FC236}">
                  <a16:creationId xmlns:a16="http://schemas.microsoft.com/office/drawing/2014/main" id="{DF5EF182-1953-38FB-09FA-B87E7D0A9B99}"/>
                </a:ext>
              </a:extLst>
            </p:cNvPr>
            <p:cNvSpPr/>
            <p:nvPr/>
          </p:nvSpPr>
          <p:spPr>
            <a:xfrm>
              <a:off x="1721883"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6" name="Freeform: Shape 15">
              <a:extLst>
                <a:ext uri="{FF2B5EF4-FFF2-40B4-BE49-F238E27FC236}">
                  <a16:creationId xmlns:a16="http://schemas.microsoft.com/office/drawing/2014/main" id="{CB4AC0DE-FFC6-CCC9-F48C-D91D32D35AE2}"/>
                </a:ext>
              </a:extLst>
            </p:cNvPr>
            <p:cNvSpPr/>
            <p:nvPr/>
          </p:nvSpPr>
          <p:spPr>
            <a:xfrm>
              <a:off x="2527918"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H(B)</a:t>
              </a:r>
              <a:endParaRPr lang="en-PK" sz="1600" kern="1200" dirty="0"/>
            </a:p>
          </p:txBody>
        </p:sp>
        <p:sp>
          <p:nvSpPr>
            <p:cNvPr id="17" name="Freeform: Shape 16">
              <a:extLst>
                <a:ext uri="{FF2B5EF4-FFF2-40B4-BE49-F238E27FC236}">
                  <a16:creationId xmlns:a16="http://schemas.microsoft.com/office/drawing/2014/main" id="{2436FAE6-0845-4993-D928-69ABEF1F4B8E}"/>
                </a:ext>
              </a:extLst>
            </p:cNvPr>
            <p:cNvSpPr/>
            <p:nvPr/>
          </p:nvSpPr>
          <p:spPr>
            <a:xfrm>
              <a:off x="2957394"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8" name="Group 57">
            <a:extLst>
              <a:ext uri="{FF2B5EF4-FFF2-40B4-BE49-F238E27FC236}">
                <a16:creationId xmlns:a16="http://schemas.microsoft.com/office/drawing/2014/main" id="{7AEAF27F-98D4-27DE-6FFC-EC47A97CA16F}"/>
              </a:ext>
            </a:extLst>
          </p:cNvPr>
          <p:cNvGrpSpPr/>
          <p:nvPr/>
        </p:nvGrpSpPr>
        <p:grpSpPr>
          <a:xfrm>
            <a:off x="2385359" y="3165682"/>
            <a:ext cx="2471021" cy="887033"/>
            <a:chOff x="2385359" y="3165682"/>
            <a:chExt cx="2471021" cy="887033"/>
          </a:xfrm>
        </p:grpSpPr>
        <p:sp>
          <p:nvSpPr>
            <p:cNvPr id="8" name="Freeform: Shape 7">
              <a:extLst>
                <a:ext uri="{FF2B5EF4-FFF2-40B4-BE49-F238E27FC236}">
                  <a16:creationId xmlns:a16="http://schemas.microsoft.com/office/drawing/2014/main" id="{C3435C0A-1BC7-E1A8-3C53-EFD516FBA22A}"/>
                </a:ext>
              </a:extLst>
            </p:cNvPr>
            <p:cNvSpPr/>
            <p:nvPr/>
          </p:nvSpPr>
          <p:spPr>
            <a:xfrm>
              <a:off x="3145673"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H(ABCD)</a:t>
              </a:r>
              <a:endParaRPr lang="en-PK" sz="1600" kern="1200" dirty="0"/>
            </a:p>
          </p:txBody>
        </p:sp>
        <p:sp>
          <p:nvSpPr>
            <p:cNvPr id="9" name="Freeform: Shape 8">
              <a:extLst>
                <a:ext uri="{FF2B5EF4-FFF2-40B4-BE49-F238E27FC236}">
                  <a16:creationId xmlns:a16="http://schemas.microsoft.com/office/drawing/2014/main" id="{03FE0D0B-0FFC-FAEC-F19A-A6453F77B2E2}"/>
                </a:ext>
              </a:extLst>
            </p:cNvPr>
            <p:cNvSpPr/>
            <p:nvPr/>
          </p:nvSpPr>
          <p:spPr>
            <a:xfrm>
              <a:off x="2385359"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9" name="Freeform: Shape 18">
              <a:extLst>
                <a:ext uri="{FF2B5EF4-FFF2-40B4-BE49-F238E27FC236}">
                  <a16:creationId xmlns:a16="http://schemas.microsoft.com/office/drawing/2014/main" id="{F8952283-C94D-D76F-67FD-41011FE307F0}"/>
                </a:ext>
              </a:extLst>
            </p:cNvPr>
            <p:cNvSpPr/>
            <p:nvPr/>
          </p:nvSpPr>
          <p:spPr>
            <a:xfrm>
              <a:off x="3620870"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6" name="Group 55">
            <a:extLst>
              <a:ext uri="{FF2B5EF4-FFF2-40B4-BE49-F238E27FC236}">
                <a16:creationId xmlns:a16="http://schemas.microsoft.com/office/drawing/2014/main" id="{B03621F9-6CC5-6634-F563-BDFE29E6258B}"/>
              </a:ext>
            </a:extLst>
          </p:cNvPr>
          <p:cNvGrpSpPr/>
          <p:nvPr/>
        </p:nvGrpSpPr>
        <p:grpSpPr>
          <a:xfrm>
            <a:off x="1767603" y="4052715"/>
            <a:ext cx="3706533" cy="887034"/>
            <a:chOff x="1767603" y="4052715"/>
            <a:chExt cx="3706533" cy="887034"/>
          </a:xfrm>
        </p:grpSpPr>
        <p:sp>
          <p:nvSpPr>
            <p:cNvPr id="10" name="Freeform: Shape 9">
              <a:extLst>
                <a:ext uri="{FF2B5EF4-FFF2-40B4-BE49-F238E27FC236}">
                  <a16:creationId xmlns:a16="http://schemas.microsoft.com/office/drawing/2014/main" id="{979333DF-69B3-5C7E-68B6-51FECCD7A32C}"/>
                </a:ext>
              </a:extLst>
            </p:cNvPr>
            <p:cNvSpPr/>
            <p:nvPr/>
          </p:nvSpPr>
          <p:spPr>
            <a:xfrm>
              <a:off x="1910162"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a:t>
              </a:r>
              <a:endParaRPr lang="en-PK" sz="1600" kern="1200" dirty="0"/>
            </a:p>
          </p:txBody>
        </p:sp>
        <p:sp>
          <p:nvSpPr>
            <p:cNvPr id="11" name="Freeform: Shape 10">
              <a:extLst>
                <a:ext uri="{FF2B5EF4-FFF2-40B4-BE49-F238E27FC236}">
                  <a16:creationId xmlns:a16="http://schemas.microsoft.com/office/drawing/2014/main" id="{52ED9954-6A7F-67D8-14DD-40D289205573}"/>
                </a:ext>
              </a:extLst>
            </p:cNvPr>
            <p:cNvSpPr/>
            <p:nvPr/>
          </p:nvSpPr>
          <p:spPr>
            <a:xfrm>
              <a:off x="1767603"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5" name="Freeform: Shape 14">
              <a:extLst>
                <a:ext uri="{FF2B5EF4-FFF2-40B4-BE49-F238E27FC236}">
                  <a16:creationId xmlns:a16="http://schemas.microsoft.com/office/drawing/2014/main" id="{03E968FD-7E8A-A26C-AF28-84111D1E34C6}"/>
                </a:ext>
              </a:extLst>
            </p:cNvPr>
            <p:cNvSpPr/>
            <p:nvPr/>
          </p:nvSpPr>
          <p:spPr>
            <a:xfrm>
              <a:off x="2385359"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0" name="Freeform: Shape 19">
              <a:extLst>
                <a:ext uri="{FF2B5EF4-FFF2-40B4-BE49-F238E27FC236}">
                  <a16:creationId xmlns:a16="http://schemas.microsoft.com/office/drawing/2014/main" id="{87E96DCC-3FAA-2585-746F-B4CDAFC786D2}"/>
                </a:ext>
              </a:extLst>
            </p:cNvPr>
            <p:cNvSpPr/>
            <p:nvPr/>
          </p:nvSpPr>
          <p:spPr>
            <a:xfrm>
              <a:off x="4381184"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H(CD)</a:t>
              </a:r>
              <a:endParaRPr lang="en-PK" sz="1600" kern="1200" dirty="0"/>
            </a:p>
          </p:txBody>
        </p:sp>
        <p:sp>
          <p:nvSpPr>
            <p:cNvPr id="21" name="Freeform: Shape 20">
              <a:extLst>
                <a:ext uri="{FF2B5EF4-FFF2-40B4-BE49-F238E27FC236}">
                  <a16:creationId xmlns:a16="http://schemas.microsoft.com/office/drawing/2014/main" id="{08423ADA-9F32-6D62-478D-703E6BFF3E56}"/>
                </a:ext>
              </a:extLst>
            </p:cNvPr>
            <p:cNvSpPr/>
            <p:nvPr/>
          </p:nvSpPr>
          <p:spPr>
            <a:xfrm>
              <a:off x="4238625"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5" name="Freeform: Shape 24">
              <a:extLst>
                <a:ext uri="{FF2B5EF4-FFF2-40B4-BE49-F238E27FC236}">
                  <a16:creationId xmlns:a16="http://schemas.microsoft.com/office/drawing/2014/main" id="{F8D52116-0A36-A516-C05D-77EB89901030}"/>
                </a:ext>
              </a:extLst>
            </p:cNvPr>
            <p:cNvSpPr/>
            <p:nvPr/>
          </p:nvSpPr>
          <p:spPr>
            <a:xfrm>
              <a:off x="4856381"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3" name="Group 52">
            <a:extLst>
              <a:ext uri="{FF2B5EF4-FFF2-40B4-BE49-F238E27FC236}">
                <a16:creationId xmlns:a16="http://schemas.microsoft.com/office/drawing/2014/main" id="{15CB239A-24A7-D8CF-234F-C8DBE1FB8A35}"/>
              </a:ext>
            </a:extLst>
          </p:cNvPr>
          <p:cNvGrpSpPr/>
          <p:nvPr/>
        </p:nvGrpSpPr>
        <p:grpSpPr>
          <a:xfrm>
            <a:off x="3763429" y="4939749"/>
            <a:ext cx="2185904" cy="887033"/>
            <a:chOff x="3763429" y="4939749"/>
            <a:chExt cx="2185904" cy="887033"/>
          </a:xfrm>
        </p:grpSpPr>
        <p:sp>
          <p:nvSpPr>
            <p:cNvPr id="22" name="Freeform: Shape 21">
              <a:extLst>
                <a:ext uri="{FF2B5EF4-FFF2-40B4-BE49-F238E27FC236}">
                  <a16:creationId xmlns:a16="http://schemas.microsoft.com/office/drawing/2014/main" id="{A172BEB8-4095-7A1A-9460-D04979C50AB0}"/>
                </a:ext>
              </a:extLst>
            </p:cNvPr>
            <p:cNvSpPr/>
            <p:nvPr/>
          </p:nvSpPr>
          <p:spPr>
            <a:xfrm>
              <a:off x="3763429"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a:t>
              </a:r>
              <a:endParaRPr lang="en-PK" sz="1600" kern="1200" dirty="0"/>
            </a:p>
          </p:txBody>
        </p:sp>
        <p:sp>
          <p:nvSpPr>
            <p:cNvPr id="23" name="Freeform: Shape 22">
              <a:extLst>
                <a:ext uri="{FF2B5EF4-FFF2-40B4-BE49-F238E27FC236}">
                  <a16:creationId xmlns:a16="http://schemas.microsoft.com/office/drawing/2014/main" id="{9604EDF8-4D2F-1163-F19D-A249B5B1A2AA}"/>
                </a:ext>
              </a:extLst>
            </p:cNvPr>
            <p:cNvSpPr/>
            <p:nvPr/>
          </p:nvSpPr>
          <p:spPr>
            <a:xfrm>
              <a:off x="4192905"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6" name="Freeform: Shape 25">
              <a:extLst>
                <a:ext uri="{FF2B5EF4-FFF2-40B4-BE49-F238E27FC236}">
                  <a16:creationId xmlns:a16="http://schemas.microsoft.com/office/drawing/2014/main" id="{D42329EF-A2A1-AFA3-3CA7-A581007592EF}"/>
                </a:ext>
              </a:extLst>
            </p:cNvPr>
            <p:cNvSpPr/>
            <p:nvPr/>
          </p:nvSpPr>
          <p:spPr>
            <a:xfrm>
              <a:off x="499894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H(D)</a:t>
              </a:r>
              <a:endParaRPr lang="en-PK" sz="1600" kern="1200" dirty="0"/>
            </a:p>
          </p:txBody>
        </p:sp>
        <p:sp>
          <p:nvSpPr>
            <p:cNvPr id="27" name="Freeform: Shape 26">
              <a:extLst>
                <a:ext uri="{FF2B5EF4-FFF2-40B4-BE49-F238E27FC236}">
                  <a16:creationId xmlns:a16="http://schemas.microsoft.com/office/drawing/2014/main" id="{0AA1606F-C6D4-7B18-25DE-8DA9A796AA58}"/>
                </a:ext>
              </a:extLst>
            </p:cNvPr>
            <p:cNvSpPr/>
            <p:nvPr/>
          </p:nvSpPr>
          <p:spPr>
            <a:xfrm>
              <a:off x="5428416"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60" name="Group 59">
            <a:extLst>
              <a:ext uri="{FF2B5EF4-FFF2-40B4-BE49-F238E27FC236}">
                <a16:creationId xmlns:a16="http://schemas.microsoft.com/office/drawing/2014/main" id="{AA56F222-39AE-4BD6-F92E-3057123A4341}"/>
              </a:ext>
            </a:extLst>
          </p:cNvPr>
          <p:cNvGrpSpPr/>
          <p:nvPr/>
        </p:nvGrpSpPr>
        <p:grpSpPr>
          <a:xfrm>
            <a:off x="3620870" y="2278648"/>
            <a:ext cx="4942043" cy="887034"/>
            <a:chOff x="3620870" y="2278648"/>
            <a:chExt cx="4942043" cy="887034"/>
          </a:xfrm>
        </p:grpSpPr>
        <p:sp>
          <p:nvSpPr>
            <p:cNvPr id="6" name="Freeform: Shape 5">
              <a:extLst>
                <a:ext uri="{FF2B5EF4-FFF2-40B4-BE49-F238E27FC236}">
                  <a16:creationId xmlns:a16="http://schemas.microsoft.com/office/drawing/2014/main" id="{9BC4EE31-A1FD-1A5E-E38B-98075E92171A}"/>
                </a:ext>
              </a:extLst>
            </p:cNvPr>
            <p:cNvSpPr/>
            <p:nvPr/>
          </p:nvSpPr>
          <p:spPr>
            <a:xfrm>
              <a:off x="5424754" y="2278648"/>
              <a:ext cx="1334275" cy="633595"/>
            </a:xfrm>
            <a:custGeom>
              <a:avLst/>
              <a:gdLst>
                <a:gd name="connsiteX0" fmla="*/ 0 w 1334275"/>
                <a:gd name="connsiteY0" fmla="*/ 63360 h 633595"/>
                <a:gd name="connsiteX1" fmla="*/ 63360 w 1334275"/>
                <a:gd name="connsiteY1" fmla="*/ 0 h 633595"/>
                <a:gd name="connsiteX2" fmla="*/ 1270916 w 1334275"/>
                <a:gd name="connsiteY2" fmla="*/ 0 h 633595"/>
                <a:gd name="connsiteX3" fmla="*/ 1334276 w 1334275"/>
                <a:gd name="connsiteY3" fmla="*/ 63360 h 633595"/>
                <a:gd name="connsiteX4" fmla="*/ 1334275 w 1334275"/>
                <a:gd name="connsiteY4" fmla="*/ 570236 h 633595"/>
                <a:gd name="connsiteX5" fmla="*/ 1270915 w 1334275"/>
                <a:gd name="connsiteY5" fmla="*/ 633596 h 633595"/>
                <a:gd name="connsiteX6" fmla="*/ 63360 w 1334275"/>
                <a:gd name="connsiteY6" fmla="*/ 633595 h 633595"/>
                <a:gd name="connsiteX7" fmla="*/ 0 w 1334275"/>
                <a:gd name="connsiteY7" fmla="*/ 570235 h 633595"/>
                <a:gd name="connsiteX8" fmla="*/ 0 w 1334275"/>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275" h="633595">
                  <a:moveTo>
                    <a:pt x="0" y="63360"/>
                  </a:moveTo>
                  <a:cubicBezTo>
                    <a:pt x="0" y="28367"/>
                    <a:pt x="28367" y="0"/>
                    <a:pt x="63360" y="0"/>
                  </a:cubicBezTo>
                  <a:lnTo>
                    <a:pt x="1270916" y="0"/>
                  </a:lnTo>
                  <a:cubicBezTo>
                    <a:pt x="1305909" y="0"/>
                    <a:pt x="1334276" y="28367"/>
                    <a:pt x="1334276" y="63360"/>
                  </a:cubicBezTo>
                  <a:cubicBezTo>
                    <a:pt x="1334276" y="232319"/>
                    <a:pt x="1334275" y="401277"/>
                    <a:pt x="1334275" y="570236"/>
                  </a:cubicBezTo>
                  <a:cubicBezTo>
                    <a:pt x="1334275" y="605229"/>
                    <a:pt x="1305908" y="633596"/>
                    <a:pt x="1270915"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H(ABCDEFGG)</a:t>
              </a:r>
              <a:endParaRPr lang="en-PK" sz="1600" kern="1200" dirty="0"/>
            </a:p>
          </p:txBody>
        </p:sp>
        <p:sp>
          <p:nvSpPr>
            <p:cNvPr id="7" name="Freeform: Shape 6">
              <a:extLst>
                <a:ext uri="{FF2B5EF4-FFF2-40B4-BE49-F238E27FC236}">
                  <a16:creationId xmlns:a16="http://schemas.microsoft.com/office/drawing/2014/main" id="{DD6E06A6-0AB8-5916-DB9A-77B6FC97DDEA}"/>
                </a:ext>
              </a:extLst>
            </p:cNvPr>
            <p:cNvSpPr/>
            <p:nvPr/>
          </p:nvSpPr>
          <p:spPr>
            <a:xfrm>
              <a:off x="3620870" y="2912244"/>
              <a:ext cx="2471021" cy="253438"/>
            </a:xfrm>
            <a:custGeom>
              <a:avLst/>
              <a:gdLst/>
              <a:ahLst/>
              <a:cxnLst/>
              <a:rect l="0" t="0" r="0" b="0"/>
              <a:pathLst>
                <a:path>
                  <a:moveTo>
                    <a:pt x="2471021" y="0"/>
                  </a:moveTo>
                  <a:lnTo>
                    <a:pt x="2471021" y="126719"/>
                  </a:lnTo>
                  <a:lnTo>
                    <a:pt x="0" y="126719"/>
                  </a:lnTo>
                  <a:lnTo>
                    <a:pt x="0"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9" name="Freeform: Shape 28">
              <a:extLst>
                <a:ext uri="{FF2B5EF4-FFF2-40B4-BE49-F238E27FC236}">
                  <a16:creationId xmlns:a16="http://schemas.microsoft.com/office/drawing/2014/main" id="{DEED450A-1E16-B50C-7D31-88EEA424D379}"/>
                </a:ext>
              </a:extLst>
            </p:cNvPr>
            <p:cNvSpPr/>
            <p:nvPr/>
          </p:nvSpPr>
          <p:spPr>
            <a:xfrm>
              <a:off x="6091892" y="2912244"/>
              <a:ext cx="2471021" cy="253438"/>
            </a:xfrm>
            <a:custGeom>
              <a:avLst/>
              <a:gdLst/>
              <a:ahLst/>
              <a:cxnLst/>
              <a:rect l="0" t="0" r="0" b="0"/>
              <a:pathLst>
                <a:path>
                  <a:moveTo>
                    <a:pt x="0" y="0"/>
                  </a:moveTo>
                  <a:lnTo>
                    <a:pt x="0" y="126719"/>
                  </a:lnTo>
                  <a:lnTo>
                    <a:pt x="2471021" y="126719"/>
                  </a:lnTo>
                  <a:lnTo>
                    <a:pt x="2471021"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4" name="Group 53">
            <a:extLst>
              <a:ext uri="{FF2B5EF4-FFF2-40B4-BE49-F238E27FC236}">
                <a16:creationId xmlns:a16="http://schemas.microsoft.com/office/drawing/2014/main" id="{B3A6207B-EEE1-849E-2233-3A51DF75725E}"/>
              </a:ext>
            </a:extLst>
          </p:cNvPr>
          <p:cNvGrpSpPr/>
          <p:nvPr/>
        </p:nvGrpSpPr>
        <p:grpSpPr>
          <a:xfrm>
            <a:off x="6234450" y="4939749"/>
            <a:ext cx="2185904" cy="887033"/>
            <a:chOff x="6234450" y="4939749"/>
            <a:chExt cx="2185904" cy="887033"/>
          </a:xfrm>
        </p:grpSpPr>
        <p:sp>
          <p:nvSpPr>
            <p:cNvPr id="34" name="Freeform: Shape 33">
              <a:extLst>
                <a:ext uri="{FF2B5EF4-FFF2-40B4-BE49-F238E27FC236}">
                  <a16:creationId xmlns:a16="http://schemas.microsoft.com/office/drawing/2014/main" id="{3A75EF97-54B1-4190-50DE-F45C8B164025}"/>
                </a:ext>
              </a:extLst>
            </p:cNvPr>
            <p:cNvSpPr/>
            <p:nvPr/>
          </p:nvSpPr>
          <p:spPr>
            <a:xfrm>
              <a:off x="623445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H(E)</a:t>
              </a:r>
              <a:endParaRPr lang="en-PK" sz="1600" kern="1200" dirty="0"/>
            </a:p>
          </p:txBody>
        </p:sp>
        <p:sp>
          <p:nvSpPr>
            <p:cNvPr id="35" name="Freeform: Shape 34">
              <a:extLst>
                <a:ext uri="{FF2B5EF4-FFF2-40B4-BE49-F238E27FC236}">
                  <a16:creationId xmlns:a16="http://schemas.microsoft.com/office/drawing/2014/main" id="{812ABB77-EAD8-1F09-A5A5-47470E0F06EE}"/>
                </a:ext>
              </a:extLst>
            </p:cNvPr>
            <p:cNvSpPr/>
            <p:nvPr/>
          </p:nvSpPr>
          <p:spPr>
            <a:xfrm>
              <a:off x="6663927"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8" name="Freeform: Shape 37">
              <a:extLst>
                <a:ext uri="{FF2B5EF4-FFF2-40B4-BE49-F238E27FC236}">
                  <a16:creationId xmlns:a16="http://schemas.microsoft.com/office/drawing/2014/main" id="{C51CA6D0-4E4D-F6A5-0F6F-CE210A980AD1}"/>
                </a:ext>
              </a:extLst>
            </p:cNvPr>
            <p:cNvSpPr/>
            <p:nvPr/>
          </p:nvSpPr>
          <p:spPr>
            <a:xfrm>
              <a:off x="7469961"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H(F)</a:t>
              </a:r>
              <a:endParaRPr lang="en-PK" sz="1600" kern="1200" dirty="0"/>
            </a:p>
          </p:txBody>
        </p:sp>
        <p:sp>
          <p:nvSpPr>
            <p:cNvPr id="39" name="Freeform: Shape 38">
              <a:extLst>
                <a:ext uri="{FF2B5EF4-FFF2-40B4-BE49-F238E27FC236}">
                  <a16:creationId xmlns:a16="http://schemas.microsoft.com/office/drawing/2014/main" id="{9D5A3E8C-91E4-1A2D-6D92-547170DD68AF}"/>
                </a:ext>
              </a:extLst>
            </p:cNvPr>
            <p:cNvSpPr/>
            <p:nvPr/>
          </p:nvSpPr>
          <p:spPr>
            <a:xfrm>
              <a:off x="7899438"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9" name="Group 58">
            <a:extLst>
              <a:ext uri="{FF2B5EF4-FFF2-40B4-BE49-F238E27FC236}">
                <a16:creationId xmlns:a16="http://schemas.microsoft.com/office/drawing/2014/main" id="{98139E42-BEAE-693D-CB40-BD3978296F43}"/>
              </a:ext>
            </a:extLst>
          </p:cNvPr>
          <p:cNvGrpSpPr/>
          <p:nvPr/>
        </p:nvGrpSpPr>
        <p:grpSpPr>
          <a:xfrm>
            <a:off x="7327402" y="3165682"/>
            <a:ext cx="2471021" cy="887033"/>
            <a:chOff x="7327402" y="3165682"/>
            <a:chExt cx="2471021" cy="887033"/>
          </a:xfrm>
        </p:grpSpPr>
        <p:sp>
          <p:nvSpPr>
            <p:cNvPr id="30" name="Freeform: Shape 29">
              <a:extLst>
                <a:ext uri="{FF2B5EF4-FFF2-40B4-BE49-F238E27FC236}">
                  <a16:creationId xmlns:a16="http://schemas.microsoft.com/office/drawing/2014/main" id="{83B49CBA-9CB8-5132-8848-72A0A17C080D}"/>
                </a:ext>
              </a:extLst>
            </p:cNvPr>
            <p:cNvSpPr/>
            <p:nvPr/>
          </p:nvSpPr>
          <p:spPr>
            <a:xfrm>
              <a:off x="8087717"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H(EFGG)</a:t>
              </a:r>
              <a:endParaRPr lang="en-PK" sz="1600" kern="1200" dirty="0"/>
            </a:p>
          </p:txBody>
        </p:sp>
        <p:sp>
          <p:nvSpPr>
            <p:cNvPr id="31" name="Freeform: Shape 30">
              <a:extLst>
                <a:ext uri="{FF2B5EF4-FFF2-40B4-BE49-F238E27FC236}">
                  <a16:creationId xmlns:a16="http://schemas.microsoft.com/office/drawing/2014/main" id="{80D6C9AD-620D-06A5-ACA5-64CDEE818ACC}"/>
                </a:ext>
              </a:extLst>
            </p:cNvPr>
            <p:cNvSpPr/>
            <p:nvPr/>
          </p:nvSpPr>
          <p:spPr>
            <a:xfrm>
              <a:off x="7327402"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1" name="Freeform: Shape 40">
              <a:extLst>
                <a:ext uri="{FF2B5EF4-FFF2-40B4-BE49-F238E27FC236}">
                  <a16:creationId xmlns:a16="http://schemas.microsoft.com/office/drawing/2014/main" id="{09C5C111-DAD0-CE97-EBE0-096A58327EB2}"/>
                </a:ext>
              </a:extLst>
            </p:cNvPr>
            <p:cNvSpPr/>
            <p:nvPr/>
          </p:nvSpPr>
          <p:spPr>
            <a:xfrm>
              <a:off x="8562913"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7" name="Group 56">
            <a:extLst>
              <a:ext uri="{FF2B5EF4-FFF2-40B4-BE49-F238E27FC236}">
                <a16:creationId xmlns:a16="http://schemas.microsoft.com/office/drawing/2014/main" id="{68380305-C2D8-DFCA-7377-50366E940426}"/>
              </a:ext>
            </a:extLst>
          </p:cNvPr>
          <p:cNvGrpSpPr/>
          <p:nvPr/>
        </p:nvGrpSpPr>
        <p:grpSpPr>
          <a:xfrm>
            <a:off x="6709647" y="4052715"/>
            <a:ext cx="3706532" cy="887034"/>
            <a:chOff x="6709647" y="4052715"/>
            <a:chExt cx="3706532" cy="887034"/>
          </a:xfrm>
        </p:grpSpPr>
        <p:sp>
          <p:nvSpPr>
            <p:cNvPr id="32" name="Freeform: Shape 31">
              <a:extLst>
                <a:ext uri="{FF2B5EF4-FFF2-40B4-BE49-F238E27FC236}">
                  <a16:creationId xmlns:a16="http://schemas.microsoft.com/office/drawing/2014/main" id="{89F83CD5-67A8-29F0-C822-B0B79C51B522}"/>
                </a:ext>
              </a:extLst>
            </p:cNvPr>
            <p:cNvSpPr/>
            <p:nvPr/>
          </p:nvSpPr>
          <p:spPr>
            <a:xfrm>
              <a:off x="6852206"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a:t>H(EF)</a:t>
              </a:r>
              <a:endParaRPr lang="en-PK" sz="1600" kern="1200" dirty="0"/>
            </a:p>
          </p:txBody>
        </p:sp>
        <p:sp>
          <p:nvSpPr>
            <p:cNvPr id="33" name="Freeform: Shape 32">
              <a:extLst>
                <a:ext uri="{FF2B5EF4-FFF2-40B4-BE49-F238E27FC236}">
                  <a16:creationId xmlns:a16="http://schemas.microsoft.com/office/drawing/2014/main" id="{616748F0-00EB-F8E5-6DEE-9C69AF367065}"/>
                </a:ext>
              </a:extLst>
            </p:cNvPr>
            <p:cNvSpPr/>
            <p:nvPr/>
          </p:nvSpPr>
          <p:spPr>
            <a:xfrm>
              <a:off x="6709647"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7" name="Freeform: Shape 36">
              <a:extLst>
                <a:ext uri="{FF2B5EF4-FFF2-40B4-BE49-F238E27FC236}">
                  <a16:creationId xmlns:a16="http://schemas.microsoft.com/office/drawing/2014/main" id="{C91C815E-1E40-81A8-43F6-8E1B3443FF9C}"/>
                </a:ext>
              </a:extLst>
            </p:cNvPr>
            <p:cNvSpPr/>
            <p:nvPr/>
          </p:nvSpPr>
          <p:spPr>
            <a:xfrm>
              <a:off x="7327402"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2" name="Freeform: Shape 41">
              <a:extLst>
                <a:ext uri="{FF2B5EF4-FFF2-40B4-BE49-F238E27FC236}">
                  <a16:creationId xmlns:a16="http://schemas.microsoft.com/office/drawing/2014/main" id="{F4779300-2633-DBBD-E369-E190BD87AABF}"/>
                </a:ext>
              </a:extLst>
            </p:cNvPr>
            <p:cNvSpPr/>
            <p:nvPr/>
          </p:nvSpPr>
          <p:spPr>
            <a:xfrm>
              <a:off x="9323228"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H(GG)</a:t>
              </a:r>
              <a:endParaRPr lang="en-PK" sz="1600" kern="1200" dirty="0"/>
            </a:p>
          </p:txBody>
        </p:sp>
        <p:sp>
          <p:nvSpPr>
            <p:cNvPr id="43" name="Freeform: Shape 42">
              <a:extLst>
                <a:ext uri="{FF2B5EF4-FFF2-40B4-BE49-F238E27FC236}">
                  <a16:creationId xmlns:a16="http://schemas.microsoft.com/office/drawing/2014/main" id="{1459016C-9147-D621-96BC-A50A28B26F06}"/>
                </a:ext>
              </a:extLst>
            </p:cNvPr>
            <p:cNvSpPr/>
            <p:nvPr/>
          </p:nvSpPr>
          <p:spPr>
            <a:xfrm>
              <a:off x="9180669"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7" name="Freeform: Shape 46">
              <a:extLst>
                <a:ext uri="{FF2B5EF4-FFF2-40B4-BE49-F238E27FC236}">
                  <a16:creationId xmlns:a16="http://schemas.microsoft.com/office/drawing/2014/main" id="{8D933EFB-CD87-696B-8469-3E87C2921752}"/>
                </a:ext>
              </a:extLst>
            </p:cNvPr>
            <p:cNvSpPr/>
            <p:nvPr/>
          </p:nvSpPr>
          <p:spPr>
            <a:xfrm>
              <a:off x="9798424"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5" name="Group 54">
            <a:extLst>
              <a:ext uri="{FF2B5EF4-FFF2-40B4-BE49-F238E27FC236}">
                <a16:creationId xmlns:a16="http://schemas.microsoft.com/office/drawing/2014/main" id="{799C3812-D446-5001-D853-EE80019B2706}"/>
              </a:ext>
            </a:extLst>
          </p:cNvPr>
          <p:cNvGrpSpPr/>
          <p:nvPr/>
        </p:nvGrpSpPr>
        <p:grpSpPr>
          <a:xfrm>
            <a:off x="8705472" y="4939749"/>
            <a:ext cx="2185904" cy="887033"/>
            <a:chOff x="8705472" y="4939749"/>
            <a:chExt cx="2185904" cy="887033"/>
          </a:xfrm>
        </p:grpSpPr>
        <p:sp>
          <p:nvSpPr>
            <p:cNvPr id="44" name="Freeform: Shape 43">
              <a:extLst>
                <a:ext uri="{FF2B5EF4-FFF2-40B4-BE49-F238E27FC236}">
                  <a16:creationId xmlns:a16="http://schemas.microsoft.com/office/drawing/2014/main" id="{C768B8B4-51B9-36BC-6BE0-46FBB511B2BE}"/>
                </a:ext>
              </a:extLst>
            </p:cNvPr>
            <p:cNvSpPr/>
            <p:nvPr/>
          </p:nvSpPr>
          <p:spPr>
            <a:xfrm>
              <a:off x="8705472"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5" name="Freeform: Shape 44">
              <a:extLst>
                <a:ext uri="{FF2B5EF4-FFF2-40B4-BE49-F238E27FC236}">
                  <a16:creationId xmlns:a16="http://schemas.microsoft.com/office/drawing/2014/main" id="{BE2E0393-799E-8F18-B85E-4B9238A359CC}"/>
                </a:ext>
              </a:extLst>
            </p:cNvPr>
            <p:cNvSpPr/>
            <p:nvPr/>
          </p:nvSpPr>
          <p:spPr>
            <a:xfrm>
              <a:off x="9134949"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8" name="Freeform: Shape 47">
              <a:extLst>
                <a:ext uri="{FF2B5EF4-FFF2-40B4-BE49-F238E27FC236}">
                  <a16:creationId xmlns:a16="http://schemas.microsoft.com/office/drawing/2014/main" id="{BC8FD826-4E92-979E-6391-8E586BAD9E31}"/>
                </a:ext>
              </a:extLst>
            </p:cNvPr>
            <p:cNvSpPr/>
            <p:nvPr/>
          </p:nvSpPr>
          <p:spPr>
            <a:xfrm>
              <a:off x="9940983"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9" name="Freeform: Shape 48">
              <a:extLst>
                <a:ext uri="{FF2B5EF4-FFF2-40B4-BE49-F238E27FC236}">
                  <a16:creationId xmlns:a16="http://schemas.microsoft.com/office/drawing/2014/main" id="{82FD3BC1-3456-39B4-83B4-4B7FF0A1F20B}"/>
                </a:ext>
              </a:extLst>
            </p:cNvPr>
            <p:cNvSpPr/>
            <p:nvPr/>
          </p:nvSpPr>
          <p:spPr>
            <a:xfrm>
              <a:off x="10370460"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1" name="Group 50">
            <a:extLst>
              <a:ext uri="{FF2B5EF4-FFF2-40B4-BE49-F238E27FC236}">
                <a16:creationId xmlns:a16="http://schemas.microsoft.com/office/drawing/2014/main" id="{8F443A02-F302-58F1-109F-1D1D5AEB5BB2}"/>
              </a:ext>
            </a:extLst>
          </p:cNvPr>
          <p:cNvGrpSpPr/>
          <p:nvPr/>
        </p:nvGrpSpPr>
        <p:grpSpPr>
          <a:xfrm>
            <a:off x="1292407" y="5826782"/>
            <a:ext cx="9598969" cy="633595"/>
            <a:chOff x="1292407" y="5826782"/>
            <a:chExt cx="9598969" cy="633595"/>
          </a:xfrm>
        </p:grpSpPr>
        <p:sp>
          <p:nvSpPr>
            <p:cNvPr id="14" name="Freeform: Shape 13">
              <a:extLst>
                <a:ext uri="{FF2B5EF4-FFF2-40B4-BE49-F238E27FC236}">
                  <a16:creationId xmlns:a16="http://schemas.microsoft.com/office/drawing/2014/main" id="{098CB485-7D9E-CB87-5D8A-925E2F434A3B}"/>
                </a:ext>
              </a:extLst>
            </p:cNvPr>
            <p:cNvSpPr/>
            <p:nvPr/>
          </p:nvSpPr>
          <p:spPr>
            <a:xfrm>
              <a:off x="1292407"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dirty="0"/>
                <a:t>Ethereum</a:t>
              </a:r>
              <a:endParaRPr lang="en-PK" sz="1400" kern="1200" dirty="0"/>
            </a:p>
          </p:txBody>
        </p:sp>
        <p:sp>
          <p:nvSpPr>
            <p:cNvPr id="18" name="Freeform: Shape 17">
              <a:extLst>
                <a:ext uri="{FF2B5EF4-FFF2-40B4-BE49-F238E27FC236}">
                  <a16:creationId xmlns:a16="http://schemas.microsoft.com/office/drawing/2014/main" id="{79FC145C-7C84-DAB6-47CC-F2AE8742FF6C}"/>
                </a:ext>
              </a:extLst>
            </p:cNvPr>
            <p:cNvSpPr/>
            <p:nvPr/>
          </p:nvSpPr>
          <p:spPr>
            <a:xfrm>
              <a:off x="2527918"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Bitcoin</a:t>
              </a:r>
              <a:endParaRPr lang="en-PK" sz="1400" kern="1200" dirty="0"/>
            </a:p>
          </p:txBody>
        </p:sp>
        <p:sp>
          <p:nvSpPr>
            <p:cNvPr id="24" name="Freeform: Shape 23">
              <a:extLst>
                <a:ext uri="{FF2B5EF4-FFF2-40B4-BE49-F238E27FC236}">
                  <a16:creationId xmlns:a16="http://schemas.microsoft.com/office/drawing/2014/main" id="{AF12BB23-F2A7-A07A-8746-DF59BE8FE143}"/>
                </a:ext>
              </a:extLst>
            </p:cNvPr>
            <p:cNvSpPr/>
            <p:nvPr/>
          </p:nvSpPr>
          <p:spPr>
            <a:xfrm>
              <a:off x="3763429"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Solana</a:t>
              </a:r>
              <a:endParaRPr lang="en-PK" sz="1400" kern="1200" dirty="0"/>
            </a:p>
          </p:txBody>
        </p:sp>
        <p:sp>
          <p:nvSpPr>
            <p:cNvPr id="28" name="Freeform: Shape 27">
              <a:extLst>
                <a:ext uri="{FF2B5EF4-FFF2-40B4-BE49-F238E27FC236}">
                  <a16:creationId xmlns:a16="http://schemas.microsoft.com/office/drawing/2014/main" id="{E3F4E117-B8A3-C3D0-17FB-92C7AA8DC881}"/>
                </a:ext>
              </a:extLst>
            </p:cNvPr>
            <p:cNvSpPr/>
            <p:nvPr/>
          </p:nvSpPr>
          <p:spPr>
            <a:xfrm>
              <a:off x="499894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Ripple</a:t>
              </a:r>
              <a:endParaRPr lang="en-PK" sz="1400" kern="1200" dirty="0"/>
            </a:p>
          </p:txBody>
        </p:sp>
        <p:sp>
          <p:nvSpPr>
            <p:cNvPr id="36" name="Freeform: Shape 35">
              <a:extLst>
                <a:ext uri="{FF2B5EF4-FFF2-40B4-BE49-F238E27FC236}">
                  <a16:creationId xmlns:a16="http://schemas.microsoft.com/office/drawing/2014/main" id="{A93EEEC6-CCA2-DCCF-0358-652437147E78}"/>
                </a:ext>
              </a:extLst>
            </p:cNvPr>
            <p:cNvSpPr/>
            <p:nvPr/>
          </p:nvSpPr>
          <p:spPr>
            <a:xfrm>
              <a:off x="623445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Cardano</a:t>
              </a:r>
              <a:endParaRPr lang="en-PK" sz="1400" kern="1200" dirty="0"/>
            </a:p>
          </p:txBody>
        </p:sp>
        <p:sp>
          <p:nvSpPr>
            <p:cNvPr id="40" name="Freeform: Shape 39">
              <a:extLst>
                <a:ext uri="{FF2B5EF4-FFF2-40B4-BE49-F238E27FC236}">
                  <a16:creationId xmlns:a16="http://schemas.microsoft.com/office/drawing/2014/main" id="{AF10A9A0-12C0-29E5-C2C3-2DFED1939BCC}"/>
                </a:ext>
              </a:extLst>
            </p:cNvPr>
            <p:cNvSpPr/>
            <p:nvPr/>
          </p:nvSpPr>
          <p:spPr>
            <a:xfrm>
              <a:off x="7469961"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Binance</a:t>
              </a:r>
              <a:endParaRPr lang="en-PK" sz="1400" kern="1200" dirty="0"/>
            </a:p>
          </p:txBody>
        </p:sp>
        <p:sp>
          <p:nvSpPr>
            <p:cNvPr id="46" name="Freeform: Shape 45">
              <a:extLst>
                <a:ext uri="{FF2B5EF4-FFF2-40B4-BE49-F238E27FC236}">
                  <a16:creationId xmlns:a16="http://schemas.microsoft.com/office/drawing/2014/main" id="{E51E078A-EEF4-79C4-C11E-D2B8399A601C}"/>
                </a:ext>
              </a:extLst>
            </p:cNvPr>
            <p:cNvSpPr/>
            <p:nvPr/>
          </p:nvSpPr>
          <p:spPr>
            <a:xfrm>
              <a:off x="8705472"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Avalanche</a:t>
              </a:r>
              <a:endParaRPr lang="en-PK" sz="1400" kern="1200" dirty="0"/>
            </a:p>
          </p:txBody>
        </p:sp>
        <p:sp>
          <p:nvSpPr>
            <p:cNvPr id="50" name="Freeform: Shape 49">
              <a:extLst>
                <a:ext uri="{FF2B5EF4-FFF2-40B4-BE49-F238E27FC236}">
                  <a16:creationId xmlns:a16="http://schemas.microsoft.com/office/drawing/2014/main" id="{D0074F25-06B0-8E49-1E10-2890B85A9602}"/>
                </a:ext>
              </a:extLst>
            </p:cNvPr>
            <p:cNvSpPr/>
            <p:nvPr/>
          </p:nvSpPr>
          <p:spPr>
            <a:xfrm>
              <a:off x="9940983"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Avalanche</a:t>
              </a:r>
              <a:endParaRPr lang="en-PK" sz="1400" kern="1200" dirty="0"/>
            </a:p>
          </p:txBody>
        </p:sp>
      </p:grpSp>
    </p:spTree>
    <p:extLst>
      <p:ext uri="{BB962C8B-B14F-4D97-AF65-F5344CB8AC3E}">
        <p14:creationId xmlns:p14="http://schemas.microsoft.com/office/powerpoint/2010/main" val="57051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E9A8-0948-E2BF-4111-CAD005AE296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4640430-332C-0A8E-E343-0C98C5456F51}"/>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D975A6C0-1B3C-432F-B31C-E636D865047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E796749-AD9E-AC4D-B73F-CF559466D02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Merkle Tree</a:t>
            </a:r>
          </a:p>
        </p:txBody>
      </p:sp>
      <p:sp>
        <p:nvSpPr>
          <p:cNvPr id="216" name="Rectangle 215">
            <a:extLst>
              <a:ext uri="{FF2B5EF4-FFF2-40B4-BE49-F238E27FC236}">
                <a16:creationId xmlns:a16="http://schemas.microsoft.com/office/drawing/2014/main" id="{CFCCEE8E-C369-EEC2-C33B-469E8AB8C09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0F3413C5-7173-EEEF-CCF0-EADFFF2A1BE0}"/>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55751F3A-3CD4-D685-A585-A99D39F0A598}"/>
              </a:ext>
            </a:extLst>
          </p:cNvPr>
          <p:cNvSpPr txBox="1">
            <a:spLocks/>
          </p:cNvSpPr>
          <p:nvPr/>
        </p:nvSpPr>
        <p:spPr>
          <a:xfrm>
            <a:off x="220384" y="1532587"/>
            <a:ext cx="11743016" cy="743995"/>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Even a single change in data will change the root hash.</a:t>
            </a:r>
          </a:p>
        </p:txBody>
      </p:sp>
      <p:grpSp>
        <p:nvGrpSpPr>
          <p:cNvPr id="4" name="Group 3">
            <a:extLst>
              <a:ext uri="{FF2B5EF4-FFF2-40B4-BE49-F238E27FC236}">
                <a16:creationId xmlns:a16="http://schemas.microsoft.com/office/drawing/2014/main" id="{35E0295A-2724-3BD2-07E7-9F35B48DAF2D}"/>
              </a:ext>
            </a:extLst>
          </p:cNvPr>
          <p:cNvGrpSpPr/>
          <p:nvPr/>
        </p:nvGrpSpPr>
        <p:grpSpPr>
          <a:xfrm>
            <a:off x="1292407" y="2278648"/>
            <a:ext cx="9598969" cy="4181729"/>
            <a:chOff x="1292407" y="2278648"/>
            <a:chExt cx="9598969" cy="4181729"/>
          </a:xfrm>
        </p:grpSpPr>
        <p:grpSp>
          <p:nvGrpSpPr>
            <p:cNvPr id="52" name="Group 51">
              <a:extLst>
                <a:ext uri="{FF2B5EF4-FFF2-40B4-BE49-F238E27FC236}">
                  <a16:creationId xmlns:a16="http://schemas.microsoft.com/office/drawing/2014/main" id="{A0778162-B7EF-4C02-96E9-6E43C9E63AE8}"/>
                </a:ext>
              </a:extLst>
            </p:cNvPr>
            <p:cNvGrpSpPr/>
            <p:nvPr/>
          </p:nvGrpSpPr>
          <p:grpSpPr>
            <a:xfrm>
              <a:off x="1292407" y="4939749"/>
              <a:ext cx="2185904" cy="887033"/>
              <a:chOff x="1292407" y="4939749"/>
              <a:chExt cx="2185904" cy="887033"/>
            </a:xfrm>
          </p:grpSpPr>
          <p:sp>
            <p:nvSpPr>
              <p:cNvPr id="12" name="Freeform: Shape 11">
                <a:extLst>
                  <a:ext uri="{FF2B5EF4-FFF2-40B4-BE49-F238E27FC236}">
                    <a16:creationId xmlns:a16="http://schemas.microsoft.com/office/drawing/2014/main" id="{E65DBCE4-6200-AE36-ACD0-2D1488DCEE5C}"/>
                  </a:ext>
                </a:extLst>
              </p:cNvPr>
              <p:cNvSpPr/>
              <p:nvPr/>
            </p:nvSpPr>
            <p:spPr>
              <a:xfrm>
                <a:off x="1292407"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a:t>
                </a:r>
                <a:endParaRPr lang="en-PK" sz="1600" kern="1200" dirty="0"/>
              </a:p>
            </p:txBody>
          </p:sp>
          <p:sp>
            <p:nvSpPr>
              <p:cNvPr id="13" name="Freeform: Shape 12">
                <a:extLst>
                  <a:ext uri="{FF2B5EF4-FFF2-40B4-BE49-F238E27FC236}">
                    <a16:creationId xmlns:a16="http://schemas.microsoft.com/office/drawing/2014/main" id="{1680C75F-A505-15B3-B71C-D58F4E09FFCB}"/>
                  </a:ext>
                </a:extLst>
              </p:cNvPr>
              <p:cNvSpPr/>
              <p:nvPr/>
            </p:nvSpPr>
            <p:spPr>
              <a:xfrm>
                <a:off x="1721883"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6" name="Freeform: Shape 15">
                <a:extLst>
                  <a:ext uri="{FF2B5EF4-FFF2-40B4-BE49-F238E27FC236}">
                    <a16:creationId xmlns:a16="http://schemas.microsoft.com/office/drawing/2014/main" id="{449D1F33-7D6F-073F-72D8-E8BE921BA8D1}"/>
                  </a:ext>
                </a:extLst>
              </p:cNvPr>
              <p:cNvSpPr/>
              <p:nvPr/>
            </p:nvSpPr>
            <p:spPr>
              <a:xfrm>
                <a:off x="2527918"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H(B)</a:t>
                </a:r>
                <a:endParaRPr lang="en-PK" sz="1600" kern="1200" dirty="0"/>
              </a:p>
            </p:txBody>
          </p:sp>
          <p:sp>
            <p:nvSpPr>
              <p:cNvPr id="17" name="Freeform: Shape 16">
                <a:extLst>
                  <a:ext uri="{FF2B5EF4-FFF2-40B4-BE49-F238E27FC236}">
                    <a16:creationId xmlns:a16="http://schemas.microsoft.com/office/drawing/2014/main" id="{13E48957-09B5-174F-967E-92D9A96870D1}"/>
                  </a:ext>
                </a:extLst>
              </p:cNvPr>
              <p:cNvSpPr/>
              <p:nvPr/>
            </p:nvSpPr>
            <p:spPr>
              <a:xfrm>
                <a:off x="2957394"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8" name="Group 57">
              <a:extLst>
                <a:ext uri="{FF2B5EF4-FFF2-40B4-BE49-F238E27FC236}">
                  <a16:creationId xmlns:a16="http://schemas.microsoft.com/office/drawing/2014/main" id="{D7F311C5-9BFC-16EA-FFBA-E5C8C88784A9}"/>
                </a:ext>
              </a:extLst>
            </p:cNvPr>
            <p:cNvGrpSpPr/>
            <p:nvPr/>
          </p:nvGrpSpPr>
          <p:grpSpPr>
            <a:xfrm>
              <a:off x="2385359" y="3165682"/>
              <a:ext cx="2471021" cy="887033"/>
              <a:chOff x="2385359" y="3165682"/>
              <a:chExt cx="2471021" cy="887033"/>
            </a:xfrm>
          </p:grpSpPr>
          <p:sp>
            <p:nvSpPr>
              <p:cNvPr id="8" name="Freeform: Shape 7">
                <a:extLst>
                  <a:ext uri="{FF2B5EF4-FFF2-40B4-BE49-F238E27FC236}">
                    <a16:creationId xmlns:a16="http://schemas.microsoft.com/office/drawing/2014/main" id="{F5179A32-C7C3-D4CA-93E1-678CE963AB9E}"/>
                  </a:ext>
                </a:extLst>
              </p:cNvPr>
              <p:cNvSpPr/>
              <p:nvPr/>
            </p:nvSpPr>
            <p:spPr>
              <a:xfrm>
                <a:off x="3145673"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H(ABCD)</a:t>
                </a:r>
                <a:endParaRPr lang="en-PK" sz="1600" kern="1200" dirty="0"/>
              </a:p>
            </p:txBody>
          </p:sp>
          <p:sp>
            <p:nvSpPr>
              <p:cNvPr id="9" name="Freeform: Shape 8">
                <a:extLst>
                  <a:ext uri="{FF2B5EF4-FFF2-40B4-BE49-F238E27FC236}">
                    <a16:creationId xmlns:a16="http://schemas.microsoft.com/office/drawing/2014/main" id="{35C34426-3371-E6B7-3B9E-1448AE9B2144}"/>
                  </a:ext>
                </a:extLst>
              </p:cNvPr>
              <p:cNvSpPr/>
              <p:nvPr/>
            </p:nvSpPr>
            <p:spPr>
              <a:xfrm>
                <a:off x="2385359"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9" name="Freeform: Shape 18">
                <a:extLst>
                  <a:ext uri="{FF2B5EF4-FFF2-40B4-BE49-F238E27FC236}">
                    <a16:creationId xmlns:a16="http://schemas.microsoft.com/office/drawing/2014/main" id="{C0945523-DF41-A43F-1916-D973D31D5631}"/>
                  </a:ext>
                </a:extLst>
              </p:cNvPr>
              <p:cNvSpPr/>
              <p:nvPr/>
            </p:nvSpPr>
            <p:spPr>
              <a:xfrm>
                <a:off x="3620870"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6" name="Group 55">
              <a:extLst>
                <a:ext uri="{FF2B5EF4-FFF2-40B4-BE49-F238E27FC236}">
                  <a16:creationId xmlns:a16="http://schemas.microsoft.com/office/drawing/2014/main" id="{E6F522CA-68C7-4BED-E1C9-526087B4B865}"/>
                </a:ext>
              </a:extLst>
            </p:cNvPr>
            <p:cNvGrpSpPr/>
            <p:nvPr/>
          </p:nvGrpSpPr>
          <p:grpSpPr>
            <a:xfrm>
              <a:off x="1767603" y="4052715"/>
              <a:ext cx="3706533" cy="887034"/>
              <a:chOff x="1767603" y="4052715"/>
              <a:chExt cx="3706533" cy="887034"/>
            </a:xfrm>
          </p:grpSpPr>
          <p:sp>
            <p:nvSpPr>
              <p:cNvPr id="10" name="Freeform: Shape 9">
                <a:extLst>
                  <a:ext uri="{FF2B5EF4-FFF2-40B4-BE49-F238E27FC236}">
                    <a16:creationId xmlns:a16="http://schemas.microsoft.com/office/drawing/2014/main" id="{E458D18C-5C4C-28FC-A778-97969765CCE7}"/>
                  </a:ext>
                </a:extLst>
              </p:cNvPr>
              <p:cNvSpPr/>
              <p:nvPr/>
            </p:nvSpPr>
            <p:spPr>
              <a:xfrm>
                <a:off x="1910162"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a:t>
                </a:r>
                <a:endParaRPr lang="en-PK" sz="1600" kern="1200" dirty="0"/>
              </a:p>
            </p:txBody>
          </p:sp>
          <p:sp>
            <p:nvSpPr>
              <p:cNvPr id="11" name="Freeform: Shape 10">
                <a:extLst>
                  <a:ext uri="{FF2B5EF4-FFF2-40B4-BE49-F238E27FC236}">
                    <a16:creationId xmlns:a16="http://schemas.microsoft.com/office/drawing/2014/main" id="{68082D32-89B8-7C60-A844-2FE10F3BBECE}"/>
                  </a:ext>
                </a:extLst>
              </p:cNvPr>
              <p:cNvSpPr/>
              <p:nvPr/>
            </p:nvSpPr>
            <p:spPr>
              <a:xfrm>
                <a:off x="1767603"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5" name="Freeform: Shape 14">
                <a:extLst>
                  <a:ext uri="{FF2B5EF4-FFF2-40B4-BE49-F238E27FC236}">
                    <a16:creationId xmlns:a16="http://schemas.microsoft.com/office/drawing/2014/main" id="{C0B52F34-167D-C77E-4BB9-590932FBE6E0}"/>
                  </a:ext>
                </a:extLst>
              </p:cNvPr>
              <p:cNvSpPr/>
              <p:nvPr/>
            </p:nvSpPr>
            <p:spPr>
              <a:xfrm>
                <a:off x="2385359"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0" name="Freeform: Shape 19">
                <a:extLst>
                  <a:ext uri="{FF2B5EF4-FFF2-40B4-BE49-F238E27FC236}">
                    <a16:creationId xmlns:a16="http://schemas.microsoft.com/office/drawing/2014/main" id="{EF5AE8F1-E6D1-E519-A602-8A8EE810817F}"/>
                  </a:ext>
                </a:extLst>
              </p:cNvPr>
              <p:cNvSpPr/>
              <p:nvPr/>
            </p:nvSpPr>
            <p:spPr>
              <a:xfrm>
                <a:off x="4381184"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H(CD)</a:t>
                </a:r>
                <a:endParaRPr lang="en-PK" sz="1600" kern="1200" dirty="0"/>
              </a:p>
            </p:txBody>
          </p:sp>
          <p:sp>
            <p:nvSpPr>
              <p:cNvPr id="21" name="Freeform: Shape 20">
                <a:extLst>
                  <a:ext uri="{FF2B5EF4-FFF2-40B4-BE49-F238E27FC236}">
                    <a16:creationId xmlns:a16="http://schemas.microsoft.com/office/drawing/2014/main" id="{65B41626-2C33-8EED-351E-48356D22AE9E}"/>
                  </a:ext>
                </a:extLst>
              </p:cNvPr>
              <p:cNvSpPr/>
              <p:nvPr/>
            </p:nvSpPr>
            <p:spPr>
              <a:xfrm>
                <a:off x="4238625"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5" name="Freeform: Shape 24">
                <a:extLst>
                  <a:ext uri="{FF2B5EF4-FFF2-40B4-BE49-F238E27FC236}">
                    <a16:creationId xmlns:a16="http://schemas.microsoft.com/office/drawing/2014/main" id="{D313AFD9-D29D-A705-454D-6D46E56C056D}"/>
                  </a:ext>
                </a:extLst>
              </p:cNvPr>
              <p:cNvSpPr/>
              <p:nvPr/>
            </p:nvSpPr>
            <p:spPr>
              <a:xfrm>
                <a:off x="4856381"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3" name="Group 52">
              <a:extLst>
                <a:ext uri="{FF2B5EF4-FFF2-40B4-BE49-F238E27FC236}">
                  <a16:creationId xmlns:a16="http://schemas.microsoft.com/office/drawing/2014/main" id="{64A9B9AA-253B-7974-80ED-A7F8E753A8CF}"/>
                </a:ext>
              </a:extLst>
            </p:cNvPr>
            <p:cNvGrpSpPr/>
            <p:nvPr/>
          </p:nvGrpSpPr>
          <p:grpSpPr>
            <a:xfrm>
              <a:off x="3763429" y="4939749"/>
              <a:ext cx="2185904" cy="887033"/>
              <a:chOff x="3763429" y="4939749"/>
              <a:chExt cx="2185904" cy="887033"/>
            </a:xfrm>
          </p:grpSpPr>
          <p:sp>
            <p:nvSpPr>
              <p:cNvPr id="22" name="Freeform: Shape 21">
                <a:extLst>
                  <a:ext uri="{FF2B5EF4-FFF2-40B4-BE49-F238E27FC236}">
                    <a16:creationId xmlns:a16="http://schemas.microsoft.com/office/drawing/2014/main" id="{E542E79B-62DE-F03D-C4F9-01A48D9FB4C5}"/>
                  </a:ext>
                </a:extLst>
              </p:cNvPr>
              <p:cNvSpPr/>
              <p:nvPr/>
            </p:nvSpPr>
            <p:spPr>
              <a:xfrm>
                <a:off x="3763429"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a:t>
                </a:r>
                <a:endParaRPr lang="en-PK" sz="1600" kern="1200" dirty="0"/>
              </a:p>
            </p:txBody>
          </p:sp>
          <p:sp>
            <p:nvSpPr>
              <p:cNvPr id="23" name="Freeform: Shape 22">
                <a:extLst>
                  <a:ext uri="{FF2B5EF4-FFF2-40B4-BE49-F238E27FC236}">
                    <a16:creationId xmlns:a16="http://schemas.microsoft.com/office/drawing/2014/main" id="{63218ADF-7FD6-417F-3781-CB17EF19EDAA}"/>
                  </a:ext>
                </a:extLst>
              </p:cNvPr>
              <p:cNvSpPr/>
              <p:nvPr/>
            </p:nvSpPr>
            <p:spPr>
              <a:xfrm>
                <a:off x="4192905"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6" name="Freeform: Shape 25">
                <a:extLst>
                  <a:ext uri="{FF2B5EF4-FFF2-40B4-BE49-F238E27FC236}">
                    <a16:creationId xmlns:a16="http://schemas.microsoft.com/office/drawing/2014/main" id="{B6B70F44-E8D0-099B-75CB-4C6D8049F477}"/>
                  </a:ext>
                </a:extLst>
              </p:cNvPr>
              <p:cNvSpPr/>
              <p:nvPr/>
            </p:nvSpPr>
            <p:spPr>
              <a:xfrm>
                <a:off x="499894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H(D)</a:t>
                </a:r>
                <a:endParaRPr lang="en-PK" sz="1600" kern="1200" dirty="0"/>
              </a:p>
            </p:txBody>
          </p:sp>
          <p:sp>
            <p:nvSpPr>
              <p:cNvPr id="27" name="Freeform: Shape 26">
                <a:extLst>
                  <a:ext uri="{FF2B5EF4-FFF2-40B4-BE49-F238E27FC236}">
                    <a16:creationId xmlns:a16="http://schemas.microsoft.com/office/drawing/2014/main" id="{49BEF61D-F889-0201-2041-BD7EB1ACE031}"/>
                  </a:ext>
                </a:extLst>
              </p:cNvPr>
              <p:cNvSpPr/>
              <p:nvPr/>
            </p:nvSpPr>
            <p:spPr>
              <a:xfrm>
                <a:off x="5428416"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60" name="Group 59">
              <a:extLst>
                <a:ext uri="{FF2B5EF4-FFF2-40B4-BE49-F238E27FC236}">
                  <a16:creationId xmlns:a16="http://schemas.microsoft.com/office/drawing/2014/main" id="{46B86927-C0B9-E426-E9AC-2EB4238211F9}"/>
                </a:ext>
              </a:extLst>
            </p:cNvPr>
            <p:cNvGrpSpPr/>
            <p:nvPr/>
          </p:nvGrpSpPr>
          <p:grpSpPr>
            <a:xfrm>
              <a:off x="3620870" y="2278648"/>
              <a:ext cx="4942043" cy="887034"/>
              <a:chOff x="3620870" y="2278648"/>
              <a:chExt cx="4942043" cy="887034"/>
            </a:xfrm>
          </p:grpSpPr>
          <p:sp>
            <p:nvSpPr>
              <p:cNvPr id="6" name="Freeform: Shape 5">
                <a:extLst>
                  <a:ext uri="{FF2B5EF4-FFF2-40B4-BE49-F238E27FC236}">
                    <a16:creationId xmlns:a16="http://schemas.microsoft.com/office/drawing/2014/main" id="{21C231B2-86BC-751A-6D11-56B85FB8A96F}"/>
                  </a:ext>
                </a:extLst>
              </p:cNvPr>
              <p:cNvSpPr/>
              <p:nvPr/>
            </p:nvSpPr>
            <p:spPr>
              <a:xfrm>
                <a:off x="5424754" y="2278648"/>
                <a:ext cx="1334275" cy="633595"/>
              </a:xfrm>
              <a:custGeom>
                <a:avLst/>
                <a:gdLst>
                  <a:gd name="connsiteX0" fmla="*/ 0 w 1334275"/>
                  <a:gd name="connsiteY0" fmla="*/ 63360 h 633595"/>
                  <a:gd name="connsiteX1" fmla="*/ 63360 w 1334275"/>
                  <a:gd name="connsiteY1" fmla="*/ 0 h 633595"/>
                  <a:gd name="connsiteX2" fmla="*/ 1270916 w 1334275"/>
                  <a:gd name="connsiteY2" fmla="*/ 0 h 633595"/>
                  <a:gd name="connsiteX3" fmla="*/ 1334276 w 1334275"/>
                  <a:gd name="connsiteY3" fmla="*/ 63360 h 633595"/>
                  <a:gd name="connsiteX4" fmla="*/ 1334275 w 1334275"/>
                  <a:gd name="connsiteY4" fmla="*/ 570236 h 633595"/>
                  <a:gd name="connsiteX5" fmla="*/ 1270915 w 1334275"/>
                  <a:gd name="connsiteY5" fmla="*/ 633596 h 633595"/>
                  <a:gd name="connsiteX6" fmla="*/ 63360 w 1334275"/>
                  <a:gd name="connsiteY6" fmla="*/ 633595 h 633595"/>
                  <a:gd name="connsiteX7" fmla="*/ 0 w 1334275"/>
                  <a:gd name="connsiteY7" fmla="*/ 570235 h 633595"/>
                  <a:gd name="connsiteX8" fmla="*/ 0 w 1334275"/>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275" h="633595">
                    <a:moveTo>
                      <a:pt x="0" y="63360"/>
                    </a:moveTo>
                    <a:cubicBezTo>
                      <a:pt x="0" y="28367"/>
                      <a:pt x="28367" y="0"/>
                      <a:pt x="63360" y="0"/>
                    </a:cubicBezTo>
                    <a:lnTo>
                      <a:pt x="1270916" y="0"/>
                    </a:lnTo>
                    <a:cubicBezTo>
                      <a:pt x="1305909" y="0"/>
                      <a:pt x="1334276" y="28367"/>
                      <a:pt x="1334276" y="63360"/>
                    </a:cubicBezTo>
                    <a:cubicBezTo>
                      <a:pt x="1334276" y="232319"/>
                      <a:pt x="1334275" y="401277"/>
                      <a:pt x="1334275" y="570236"/>
                    </a:cubicBezTo>
                    <a:cubicBezTo>
                      <a:pt x="1334275" y="605229"/>
                      <a:pt x="1305908" y="633596"/>
                      <a:pt x="1270915"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highlight>
                      <a:srgbClr val="FF0000"/>
                    </a:highlight>
                  </a:rPr>
                  <a:t>H(ABCDE?GG)</a:t>
                </a:r>
                <a:endParaRPr lang="en-PK" sz="1600" kern="1200" dirty="0">
                  <a:highlight>
                    <a:srgbClr val="FF0000"/>
                  </a:highlight>
                </a:endParaRPr>
              </a:p>
            </p:txBody>
          </p:sp>
          <p:sp>
            <p:nvSpPr>
              <p:cNvPr id="7" name="Freeform: Shape 6">
                <a:extLst>
                  <a:ext uri="{FF2B5EF4-FFF2-40B4-BE49-F238E27FC236}">
                    <a16:creationId xmlns:a16="http://schemas.microsoft.com/office/drawing/2014/main" id="{EDD7267B-2EEC-89BE-8E43-2B5B684E50F3}"/>
                  </a:ext>
                </a:extLst>
              </p:cNvPr>
              <p:cNvSpPr/>
              <p:nvPr/>
            </p:nvSpPr>
            <p:spPr>
              <a:xfrm>
                <a:off x="3620870" y="2912244"/>
                <a:ext cx="2471021" cy="253438"/>
              </a:xfrm>
              <a:custGeom>
                <a:avLst/>
                <a:gdLst/>
                <a:ahLst/>
                <a:cxnLst/>
                <a:rect l="0" t="0" r="0" b="0"/>
                <a:pathLst>
                  <a:path>
                    <a:moveTo>
                      <a:pt x="2471021" y="0"/>
                    </a:moveTo>
                    <a:lnTo>
                      <a:pt x="2471021" y="126719"/>
                    </a:lnTo>
                    <a:lnTo>
                      <a:pt x="0" y="126719"/>
                    </a:lnTo>
                    <a:lnTo>
                      <a:pt x="0"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9" name="Freeform: Shape 28">
                <a:extLst>
                  <a:ext uri="{FF2B5EF4-FFF2-40B4-BE49-F238E27FC236}">
                    <a16:creationId xmlns:a16="http://schemas.microsoft.com/office/drawing/2014/main" id="{90996998-0F22-639D-ED38-23EA03B1A15C}"/>
                  </a:ext>
                </a:extLst>
              </p:cNvPr>
              <p:cNvSpPr/>
              <p:nvPr/>
            </p:nvSpPr>
            <p:spPr>
              <a:xfrm>
                <a:off x="6091892" y="2912244"/>
                <a:ext cx="2471021" cy="253438"/>
              </a:xfrm>
              <a:custGeom>
                <a:avLst/>
                <a:gdLst/>
                <a:ahLst/>
                <a:cxnLst/>
                <a:rect l="0" t="0" r="0" b="0"/>
                <a:pathLst>
                  <a:path>
                    <a:moveTo>
                      <a:pt x="0" y="0"/>
                    </a:moveTo>
                    <a:lnTo>
                      <a:pt x="0" y="126719"/>
                    </a:lnTo>
                    <a:lnTo>
                      <a:pt x="2471021" y="126719"/>
                    </a:lnTo>
                    <a:lnTo>
                      <a:pt x="2471021"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4" name="Group 53">
              <a:extLst>
                <a:ext uri="{FF2B5EF4-FFF2-40B4-BE49-F238E27FC236}">
                  <a16:creationId xmlns:a16="http://schemas.microsoft.com/office/drawing/2014/main" id="{EE2B1F38-8906-25AC-9901-DAA87C667035}"/>
                </a:ext>
              </a:extLst>
            </p:cNvPr>
            <p:cNvGrpSpPr/>
            <p:nvPr/>
          </p:nvGrpSpPr>
          <p:grpSpPr>
            <a:xfrm>
              <a:off x="6234450" y="4939749"/>
              <a:ext cx="2185904" cy="887033"/>
              <a:chOff x="6234450" y="4939749"/>
              <a:chExt cx="2185904" cy="887033"/>
            </a:xfrm>
          </p:grpSpPr>
          <p:sp>
            <p:nvSpPr>
              <p:cNvPr id="34" name="Freeform: Shape 33">
                <a:extLst>
                  <a:ext uri="{FF2B5EF4-FFF2-40B4-BE49-F238E27FC236}">
                    <a16:creationId xmlns:a16="http://schemas.microsoft.com/office/drawing/2014/main" id="{3FDF05CD-4821-9C7F-E083-8875052A92BF}"/>
                  </a:ext>
                </a:extLst>
              </p:cNvPr>
              <p:cNvSpPr/>
              <p:nvPr/>
            </p:nvSpPr>
            <p:spPr>
              <a:xfrm>
                <a:off x="623445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H(E)</a:t>
                </a:r>
                <a:endParaRPr lang="en-PK" sz="1600" kern="1200" dirty="0"/>
              </a:p>
            </p:txBody>
          </p:sp>
          <p:sp>
            <p:nvSpPr>
              <p:cNvPr id="35" name="Freeform: Shape 34">
                <a:extLst>
                  <a:ext uri="{FF2B5EF4-FFF2-40B4-BE49-F238E27FC236}">
                    <a16:creationId xmlns:a16="http://schemas.microsoft.com/office/drawing/2014/main" id="{ADDF86B5-C109-92B0-78A1-58B4BF3FD31E}"/>
                  </a:ext>
                </a:extLst>
              </p:cNvPr>
              <p:cNvSpPr/>
              <p:nvPr/>
            </p:nvSpPr>
            <p:spPr>
              <a:xfrm>
                <a:off x="6663927"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8" name="Freeform: Shape 37">
                <a:extLst>
                  <a:ext uri="{FF2B5EF4-FFF2-40B4-BE49-F238E27FC236}">
                    <a16:creationId xmlns:a16="http://schemas.microsoft.com/office/drawing/2014/main" id="{FF9A96BA-E21D-F9C9-47AA-C2DB7F593F40}"/>
                  </a:ext>
                </a:extLst>
              </p:cNvPr>
              <p:cNvSpPr/>
              <p:nvPr/>
            </p:nvSpPr>
            <p:spPr>
              <a:xfrm>
                <a:off x="7469961"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highlight>
                      <a:srgbClr val="FF0000"/>
                    </a:highlight>
                  </a:rPr>
                  <a:t>H(?)</a:t>
                </a:r>
                <a:endParaRPr lang="en-PK" sz="1600" kern="1200" dirty="0">
                  <a:highlight>
                    <a:srgbClr val="FF0000"/>
                  </a:highlight>
                </a:endParaRPr>
              </a:p>
            </p:txBody>
          </p:sp>
          <p:sp>
            <p:nvSpPr>
              <p:cNvPr id="39" name="Freeform: Shape 38">
                <a:extLst>
                  <a:ext uri="{FF2B5EF4-FFF2-40B4-BE49-F238E27FC236}">
                    <a16:creationId xmlns:a16="http://schemas.microsoft.com/office/drawing/2014/main" id="{338A999C-ECF1-290D-CDBA-C81943B43B1D}"/>
                  </a:ext>
                </a:extLst>
              </p:cNvPr>
              <p:cNvSpPr/>
              <p:nvPr/>
            </p:nvSpPr>
            <p:spPr>
              <a:xfrm>
                <a:off x="7899438"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9" name="Group 58">
              <a:extLst>
                <a:ext uri="{FF2B5EF4-FFF2-40B4-BE49-F238E27FC236}">
                  <a16:creationId xmlns:a16="http://schemas.microsoft.com/office/drawing/2014/main" id="{60C7A6B0-80B7-859C-F305-4FA55BCA4D70}"/>
                </a:ext>
              </a:extLst>
            </p:cNvPr>
            <p:cNvGrpSpPr/>
            <p:nvPr/>
          </p:nvGrpSpPr>
          <p:grpSpPr>
            <a:xfrm>
              <a:off x="7327402" y="3165682"/>
              <a:ext cx="2471021" cy="887033"/>
              <a:chOff x="7327402" y="3165682"/>
              <a:chExt cx="2471021" cy="887033"/>
            </a:xfrm>
          </p:grpSpPr>
          <p:sp>
            <p:nvSpPr>
              <p:cNvPr id="30" name="Freeform: Shape 29">
                <a:extLst>
                  <a:ext uri="{FF2B5EF4-FFF2-40B4-BE49-F238E27FC236}">
                    <a16:creationId xmlns:a16="http://schemas.microsoft.com/office/drawing/2014/main" id="{7E4F7CFF-5B8B-68DC-8409-A78132D704F7}"/>
                  </a:ext>
                </a:extLst>
              </p:cNvPr>
              <p:cNvSpPr/>
              <p:nvPr/>
            </p:nvSpPr>
            <p:spPr>
              <a:xfrm>
                <a:off x="8087717"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highlight>
                      <a:srgbClr val="FF0000"/>
                    </a:highlight>
                  </a:rPr>
                  <a:t>H(E?GG)</a:t>
                </a:r>
                <a:endParaRPr lang="en-PK" sz="1600" kern="1200" dirty="0">
                  <a:highlight>
                    <a:srgbClr val="FF0000"/>
                  </a:highlight>
                </a:endParaRPr>
              </a:p>
            </p:txBody>
          </p:sp>
          <p:sp>
            <p:nvSpPr>
              <p:cNvPr id="31" name="Freeform: Shape 30">
                <a:extLst>
                  <a:ext uri="{FF2B5EF4-FFF2-40B4-BE49-F238E27FC236}">
                    <a16:creationId xmlns:a16="http://schemas.microsoft.com/office/drawing/2014/main" id="{F062E86F-F543-F03E-7DF2-FE7F6E596591}"/>
                  </a:ext>
                </a:extLst>
              </p:cNvPr>
              <p:cNvSpPr/>
              <p:nvPr/>
            </p:nvSpPr>
            <p:spPr>
              <a:xfrm>
                <a:off x="7327402"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1" name="Freeform: Shape 40">
                <a:extLst>
                  <a:ext uri="{FF2B5EF4-FFF2-40B4-BE49-F238E27FC236}">
                    <a16:creationId xmlns:a16="http://schemas.microsoft.com/office/drawing/2014/main" id="{26F1257E-8EDA-5A66-E99B-2962F52F0806}"/>
                  </a:ext>
                </a:extLst>
              </p:cNvPr>
              <p:cNvSpPr/>
              <p:nvPr/>
            </p:nvSpPr>
            <p:spPr>
              <a:xfrm>
                <a:off x="8562913"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7" name="Group 56">
              <a:extLst>
                <a:ext uri="{FF2B5EF4-FFF2-40B4-BE49-F238E27FC236}">
                  <a16:creationId xmlns:a16="http://schemas.microsoft.com/office/drawing/2014/main" id="{ABA343D6-0CF2-8143-A91D-014CFAB68912}"/>
                </a:ext>
              </a:extLst>
            </p:cNvPr>
            <p:cNvGrpSpPr/>
            <p:nvPr/>
          </p:nvGrpSpPr>
          <p:grpSpPr>
            <a:xfrm>
              <a:off x="6709647" y="4052715"/>
              <a:ext cx="3706532" cy="887034"/>
              <a:chOff x="6709647" y="4052715"/>
              <a:chExt cx="3706532" cy="887034"/>
            </a:xfrm>
          </p:grpSpPr>
          <p:sp>
            <p:nvSpPr>
              <p:cNvPr id="32" name="Freeform: Shape 31">
                <a:extLst>
                  <a:ext uri="{FF2B5EF4-FFF2-40B4-BE49-F238E27FC236}">
                    <a16:creationId xmlns:a16="http://schemas.microsoft.com/office/drawing/2014/main" id="{A0062550-8CD1-2E3D-1A4A-F4BE69AD407E}"/>
                  </a:ext>
                </a:extLst>
              </p:cNvPr>
              <p:cNvSpPr/>
              <p:nvPr/>
            </p:nvSpPr>
            <p:spPr>
              <a:xfrm>
                <a:off x="6852206"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highlight>
                      <a:srgbClr val="FF0000"/>
                    </a:highlight>
                  </a:rPr>
                  <a:t>H(E?)</a:t>
                </a:r>
                <a:endParaRPr lang="en-PK" sz="1600" kern="1200" dirty="0">
                  <a:highlight>
                    <a:srgbClr val="FF0000"/>
                  </a:highlight>
                </a:endParaRPr>
              </a:p>
            </p:txBody>
          </p:sp>
          <p:sp>
            <p:nvSpPr>
              <p:cNvPr id="33" name="Freeform: Shape 32">
                <a:extLst>
                  <a:ext uri="{FF2B5EF4-FFF2-40B4-BE49-F238E27FC236}">
                    <a16:creationId xmlns:a16="http://schemas.microsoft.com/office/drawing/2014/main" id="{3AF67815-981F-27D9-8536-15CF88398AB2}"/>
                  </a:ext>
                </a:extLst>
              </p:cNvPr>
              <p:cNvSpPr/>
              <p:nvPr/>
            </p:nvSpPr>
            <p:spPr>
              <a:xfrm>
                <a:off x="6709647"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7" name="Freeform: Shape 36">
                <a:extLst>
                  <a:ext uri="{FF2B5EF4-FFF2-40B4-BE49-F238E27FC236}">
                    <a16:creationId xmlns:a16="http://schemas.microsoft.com/office/drawing/2014/main" id="{0F60EDF4-62C9-60BE-9606-393DF1852B38}"/>
                  </a:ext>
                </a:extLst>
              </p:cNvPr>
              <p:cNvSpPr/>
              <p:nvPr/>
            </p:nvSpPr>
            <p:spPr>
              <a:xfrm>
                <a:off x="7327402"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2" name="Freeform: Shape 41">
                <a:extLst>
                  <a:ext uri="{FF2B5EF4-FFF2-40B4-BE49-F238E27FC236}">
                    <a16:creationId xmlns:a16="http://schemas.microsoft.com/office/drawing/2014/main" id="{1E8394D2-A0DE-6A00-959F-FEC835417B09}"/>
                  </a:ext>
                </a:extLst>
              </p:cNvPr>
              <p:cNvSpPr/>
              <p:nvPr/>
            </p:nvSpPr>
            <p:spPr>
              <a:xfrm>
                <a:off x="9323228"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H(GG)</a:t>
                </a:r>
                <a:endParaRPr lang="en-PK" sz="1600" kern="1200" dirty="0"/>
              </a:p>
            </p:txBody>
          </p:sp>
          <p:sp>
            <p:nvSpPr>
              <p:cNvPr id="43" name="Freeform: Shape 42">
                <a:extLst>
                  <a:ext uri="{FF2B5EF4-FFF2-40B4-BE49-F238E27FC236}">
                    <a16:creationId xmlns:a16="http://schemas.microsoft.com/office/drawing/2014/main" id="{98994913-E2F3-76E0-5620-2D4AA6E56AA1}"/>
                  </a:ext>
                </a:extLst>
              </p:cNvPr>
              <p:cNvSpPr/>
              <p:nvPr/>
            </p:nvSpPr>
            <p:spPr>
              <a:xfrm>
                <a:off x="9180669"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7" name="Freeform: Shape 46">
                <a:extLst>
                  <a:ext uri="{FF2B5EF4-FFF2-40B4-BE49-F238E27FC236}">
                    <a16:creationId xmlns:a16="http://schemas.microsoft.com/office/drawing/2014/main" id="{098ACD92-0ED1-3A62-E615-28BDF96AB1D8}"/>
                  </a:ext>
                </a:extLst>
              </p:cNvPr>
              <p:cNvSpPr/>
              <p:nvPr/>
            </p:nvSpPr>
            <p:spPr>
              <a:xfrm>
                <a:off x="9798424"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5" name="Group 54">
              <a:extLst>
                <a:ext uri="{FF2B5EF4-FFF2-40B4-BE49-F238E27FC236}">
                  <a16:creationId xmlns:a16="http://schemas.microsoft.com/office/drawing/2014/main" id="{5B473333-1C09-B605-C765-E96674C79C6B}"/>
                </a:ext>
              </a:extLst>
            </p:cNvPr>
            <p:cNvGrpSpPr/>
            <p:nvPr/>
          </p:nvGrpSpPr>
          <p:grpSpPr>
            <a:xfrm>
              <a:off x="8705472" y="4939749"/>
              <a:ext cx="2185904" cy="887033"/>
              <a:chOff x="8705472" y="4939749"/>
              <a:chExt cx="2185904" cy="887033"/>
            </a:xfrm>
          </p:grpSpPr>
          <p:sp>
            <p:nvSpPr>
              <p:cNvPr id="44" name="Freeform: Shape 43">
                <a:extLst>
                  <a:ext uri="{FF2B5EF4-FFF2-40B4-BE49-F238E27FC236}">
                    <a16:creationId xmlns:a16="http://schemas.microsoft.com/office/drawing/2014/main" id="{53D82E74-35DF-95E3-E3B9-AC4880C1517F}"/>
                  </a:ext>
                </a:extLst>
              </p:cNvPr>
              <p:cNvSpPr/>
              <p:nvPr/>
            </p:nvSpPr>
            <p:spPr>
              <a:xfrm>
                <a:off x="8705472"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5" name="Freeform: Shape 44">
                <a:extLst>
                  <a:ext uri="{FF2B5EF4-FFF2-40B4-BE49-F238E27FC236}">
                    <a16:creationId xmlns:a16="http://schemas.microsoft.com/office/drawing/2014/main" id="{9CFCF4D9-D17D-DF6C-8ABF-180A6CEBCC8B}"/>
                  </a:ext>
                </a:extLst>
              </p:cNvPr>
              <p:cNvSpPr/>
              <p:nvPr/>
            </p:nvSpPr>
            <p:spPr>
              <a:xfrm>
                <a:off x="9134949"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8" name="Freeform: Shape 47">
                <a:extLst>
                  <a:ext uri="{FF2B5EF4-FFF2-40B4-BE49-F238E27FC236}">
                    <a16:creationId xmlns:a16="http://schemas.microsoft.com/office/drawing/2014/main" id="{1DA9E8F0-AA2B-13E6-3574-1319894E91D5}"/>
                  </a:ext>
                </a:extLst>
              </p:cNvPr>
              <p:cNvSpPr/>
              <p:nvPr/>
            </p:nvSpPr>
            <p:spPr>
              <a:xfrm>
                <a:off x="9940983"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9" name="Freeform: Shape 48">
                <a:extLst>
                  <a:ext uri="{FF2B5EF4-FFF2-40B4-BE49-F238E27FC236}">
                    <a16:creationId xmlns:a16="http://schemas.microsoft.com/office/drawing/2014/main" id="{74F3FC45-7506-7A7B-C46A-B1A8E3DC1419}"/>
                  </a:ext>
                </a:extLst>
              </p:cNvPr>
              <p:cNvSpPr/>
              <p:nvPr/>
            </p:nvSpPr>
            <p:spPr>
              <a:xfrm>
                <a:off x="10370460"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1" name="Group 50">
              <a:extLst>
                <a:ext uri="{FF2B5EF4-FFF2-40B4-BE49-F238E27FC236}">
                  <a16:creationId xmlns:a16="http://schemas.microsoft.com/office/drawing/2014/main" id="{ED68B8F3-4D9B-95C0-9FAB-DD9B71D59738}"/>
                </a:ext>
              </a:extLst>
            </p:cNvPr>
            <p:cNvGrpSpPr/>
            <p:nvPr/>
          </p:nvGrpSpPr>
          <p:grpSpPr>
            <a:xfrm>
              <a:off x="1292407" y="5826782"/>
              <a:ext cx="9598969" cy="633595"/>
              <a:chOff x="1292407" y="5826782"/>
              <a:chExt cx="9598969" cy="633595"/>
            </a:xfrm>
          </p:grpSpPr>
          <p:sp>
            <p:nvSpPr>
              <p:cNvPr id="14" name="Freeform: Shape 13">
                <a:extLst>
                  <a:ext uri="{FF2B5EF4-FFF2-40B4-BE49-F238E27FC236}">
                    <a16:creationId xmlns:a16="http://schemas.microsoft.com/office/drawing/2014/main" id="{F5A06623-BD4A-48A3-66D4-5138A49FBCD5}"/>
                  </a:ext>
                </a:extLst>
              </p:cNvPr>
              <p:cNvSpPr/>
              <p:nvPr/>
            </p:nvSpPr>
            <p:spPr>
              <a:xfrm>
                <a:off x="1292407"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Ethereum</a:t>
                </a:r>
                <a:endParaRPr lang="en-PK" sz="1400" kern="1200" dirty="0"/>
              </a:p>
            </p:txBody>
          </p:sp>
          <p:sp>
            <p:nvSpPr>
              <p:cNvPr id="18" name="Freeform: Shape 17">
                <a:extLst>
                  <a:ext uri="{FF2B5EF4-FFF2-40B4-BE49-F238E27FC236}">
                    <a16:creationId xmlns:a16="http://schemas.microsoft.com/office/drawing/2014/main" id="{B95CDCC5-31D3-260B-43C1-4E5A04DC3137}"/>
                  </a:ext>
                </a:extLst>
              </p:cNvPr>
              <p:cNvSpPr/>
              <p:nvPr/>
            </p:nvSpPr>
            <p:spPr>
              <a:xfrm>
                <a:off x="2527918"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Bitcoin</a:t>
                </a:r>
                <a:endParaRPr lang="en-PK" sz="1400" kern="1200" dirty="0"/>
              </a:p>
            </p:txBody>
          </p:sp>
          <p:sp>
            <p:nvSpPr>
              <p:cNvPr id="24" name="Freeform: Shape 23">
                <a:extLst>
                  <a:ext uri="{FF2B5EF4-FFF2-40B4-BE49-F238E27FC236}">
                    <a16:creationId xmlns:a16="http://schemas.microsoft.com/office/drawing/2014/main" id="{3AD8D823-57BE-A7CC-B184-1370DA724EE2}"/>
                  </a:ext>
                </a:extLst>
              </p:cNvPr>
              <p:cNvSpPr/>
              <p:nvPr/>
            </p:nvSpPr>
            <p:spPr>
              <a:xfrm>
                <a:off x="3763429"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Solana</a:t>
                </a:r>
                <a:endParaRPr lang="en-PK" sz="1400" kern="1200" dirty="0"/>
              </a:p>
            </p:txBody>
          </p:sp>
          <p:sp>
            <p:nvSpPr>
              <p:cNvPr id="28" name="Freeform: Shape 27">
                <a:extLst>
                  <a:ext uri="{FF2B5EF4-FFF2-40B4-BE49-F238E27FC236}">
                    <a16:creationId xmlns:a16="http://schemas.microsoft.com/office/drawing/2014/main" id="{FBAC4A2E-7BDE-C51C-B758-EF493F2EC0C1}"/>
                  </a:ext>
                </a:extLst>
              </p:cNvPr>
              <p:cNvSpPr/>
              <p:nvPr/>
            </p:nvSpPr>
            <p:spPr>
              <a:xfrm>
                <a:off x="499894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Ripple</a:t>
                </a:r>
                <a:endParaRPr lang="en-PK" sz="1400" kern="1200" dirty="0"/>
              </a:p>
            </p:txBody>
          </p:sp>
          <p:sp>
            <p:nvSpPr>
              <p:cNvPr id="36" name="Freeform: Shape 35">
                <a:extLst>
                  <a:ext uri="{FF2B5EF4-FFF2-40B4-BE49-F238E27FC236}">
                    <a16:creationId xmlns:a16="http://schemas.microsoft.com/office/drawing/2014/main" id="{062DD096-24D8-A500-E17B-A775BDEE97DD}"/>
                  </a:ext>
                </a:extLst>
              </p:cNvPr>
              <p:cNvSpPr/>
              <p:nvPr/>
            </p:nvSpPr>
            <p:spPr>
              <a:xfrm>
                <a:off x="623445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Cardano</a:t>
                </a:r>
                <a:endParaRPr lang="en-PK" sz="1400" kern="1200" dirty="0"/>
              </a:p>
            </p:txBody>
          </p:sp>
          <p:sp>
            <p:nvSpPr>
              <p:cNvPr id="40" name="Freeform: Shape 39">
                <a:extLst>
                  <a:ext uri="{FF2B5EF4-FFF2-40B4-BE49-F238E27FC236}">
                    <a16:creationId xmlns:a16="http://schemas.microsoft.com/office/drawing/2014/main" id="{6FBB8AA0-4545-6410-2DF5-E6298E9BA23B}"/>
                  </a:ext>
                </a:extLst>
              </p:cNvPr>
              <p:cNvSpPr/>
              <p:nvPr/>
            </p:nvSpPr>
            <p:spPr>
              <a:xfrm>
                <a:off x="7469961"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highlight>
                      <a:srgbClr val="FF0000"/>
                    </a:highlight>
                  </a:rPr>
                  <a:t>Binance</a:t>
                </a:r>
                <a:endParaRPr lang="en-PK" sz="1400" kern="1200" dirty="0">
                  <a:highlight>
                    <a:srgbClr val="FF0000"/>
                  </a:highlight>
                </a:endParaRPr>
              </a:p>
            </p:txBody>
          </p:sp>
          <p:sp>
            <p:nvSpPr>
              <p:cNvPr id="46" name="Freeform: Shape 45">
                <a:extLst>
                  <a:ext uri="{FF2B5EF4-FFF2-40B4-BE49-F238E27FC236}">
                    <a16:creationId xmlns:a16="http://schemas.microsoft.com/office/drawing/2014/main" id="{BDDF0A80-4FEC-56C0-710B-02A9AF5FE86A}"/>
                  </a:ext>
                </a:extLst>
              </p:cNvPr>
              <p:cNvSpPr/>
              <p:nvPr/>
            </p:nvSpPr>
            <p:spPr>
              <a:xfrm>
                <a:off x="8705472"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Avalanche</a:t>
                </a:r>
                <a:endParaRPr lang="en-PK" sz="1400" kern="1200" dirty="0"/>
              </a:p>
            </p:txBody>
          </p:sp>
          <p:sp>
            <p:nvSpPr>
              <p:cNvPr id="50" name="Freeform: Shape 49">
                <a:extLst>
                  <a:ext uri="{FF2B5EF4-FFF2-40B4-BE49-F238E27FC236}">
                    <a16:creationId xmlns:a16="http://schemas.microsoft.com/office/drawing/2014/main" id="{7D87162A-063D-BF0A-3CB1-0C7C4B909575}"/>
                  </a:ext>
                </a:extLst>
              </p:cNvPr>
              <p:cNvSpPr/>
              <p:nvPr/>
            </p:nvSpPr>
            <p:spPr>
              <a:xfrm>
                <a:off x="9940983"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dirty="0"/>
                  <a:t>Avalanche</a:t>
                </a:r>
                <a:endParaRPr lang="en-PK" sz="1400" kern="1200" dirty="0"/>
              </a:p>
            </p:txBody>
          </p:sp>
        </p:grpSp>
      </p:grpSp>
    </p:spTree>
    <p:extLst>
      <p:ext uri="{BB962C8B-B14F-4D97-AF65-F5344CB8AC3E}">
        <p14:creationId xmlns:p14="http://schemas.microsoft.com/office/powerpoint/2010/main" val="57546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3CAE-BC3B-212B-19C7-9DA9F932158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AC98D1D-B641-5947-909A-5DD4921FEFC9}"/>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093A95C-6E98-F3F4-7360-AD4DDB3ABF9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63C19DDF-D268-C71D-FD82-D0142A494558}"/>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Merkle Tree</a:t>
            </a:r>
          </a:p>
        </p:txBody>
      </p:sp>
      <p:sp>
        <p:nvSpPr>
          <p:cNvPr id="216" name="Rectangle 215">
            <a:extLst>
              <a:ext uri="{FF2B5EF4-FFF2-40B4-BE49-F238E27FC236}">
                <a16:creationId xmlns:a16="http://schemas.microsoft.com/office/drawing/2014/main" id="{BE7C24F1-9C65-3AD8-12C2-82DD42382722}"/>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B9F11419-D7BA-62B8-C304-00110E85BAB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B079B3C-3A9B-E8BA-34C1-58F79A1E8074}"/>
              </a:ext>
            </a:extLst>
          </p:cNvPr>
          <p:cNvSpPr txBox="1">
            <a:spLocks/>
          </p:cNvSpPr>
          <p:nvPr/>
        </p:nvSpPr>
        <p:spPr>
          <a:xfrm>
            <a:off x="220384" y="1532587"/>
            <a:ext cx="11743016" cy="743995"/>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Tracing a path from data to root requires traversing only the nodes in Merkle Path, not all nodes.</a:t>
            </a:r>
          </a:p>
        </p:txBody>
      </p:sp>
      <p:grpSp>
        <p:nvGrpSpPr>
          <p:cNvPr id="4" name="Group 3">
            <a:extLst>
              <a:ext uri="{FF2B5EF4-FFF2-40B4-BE49-F238E27FC236}">
                <a16:creationId xmlns:a16="http://schemas.microsoft.com/office/drawing/2014/main" id="{4E762BEB-ABC0-9ED8-EF8D-687469AEB1E4}"/>
              </a:ext>
            </a:extLst>
          </p:cNvPr>
          <p:cNvGrpSpPr/>
          <p:nvPr/>
        </p:nvGrpSpPr>
        <p:grpSpPr>
          <a:xfrm>
            <a:off x="1292407" y="2278648"/>
            <a:ext cx="9598969" cy="4181729"/>
            <a:chOff x="1292407" y="2278648"/>
            <a:chExt cx="9598969" cy="4181729"/>
          </a:xfrm>
        </p:grpSpPr>
        <p:grpSp>
          <p:nvGrpSpPr>
            <p:cNvPr id="52" name="Group 51">
              <a:extLst>
                <a:ext uri="{FF2B5EF4-FFF2-40B4-BE49-F238E27FC236}">
                  <a16:creationId xmlns:a16="http://schemas.microsoft.com/office/drawing/2014/main" id="{B9DAC8FB-5628-27B2-94D7-19CD3A8B79AC}"/>
                </a:ext>
              </a:extLst>
            </p:cNvPr>
            <p:cNvGrpSpPr/>
            <p:nvPr/>
          </p:nvGrpSpPr>
          <p:grpSpPr>
            <a:xfrm>
              <a:off x="1292407" y="4939749"/>
              <a:ext cx="2185904" cy="887033"/>
              <a:chOff x="1292407" y="4939749"/>
              <a:chExt cx="2185904" cy="887033"/>
            </a:xfrm>
          </p:grpSpPr>
          <p:sp>
            <p:nvSpPr>
              <p:cNvPr id="12" name="Freeform: Shape 11">
                <a:extLst>
                  <a:ext uri="{FF2B5EF4-FFF2-40B4-BE49-F238E27FC236}">
                    <a16:creationId xmlns:a16="http://schemas.microsoft.com/office/drawing/2014/main" id="{98829D3E-C647-5DAA-D141-9224E9ACA323}"/>
                  </a:ext>
                </a:extLst>
              </p:cNvPr>
              <p:cNvSpPr/>
              <p:nvPr/>
            </p:nvSpPr>
            <p:spPr>
              <a:xfrm>
                <a:off x="1292407"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E99757"/>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a:t>
                </a:r>
                <a:endParaRPr lang="en-PK" sz="1600" kern="1200" dirty="0"/>
              </a:p>
            </p:txBody>
          </p:sp>
          <p:sp>
            <p:nvSpPr>
              <p:cNvPr id="13" name="Freeform: Shape 12">
                <a:extLst>
                  <a:ext uri="{FF2B5EF4-FFF2-40B4-BE49-F238E27FC236}">
                    <a16:creationId xmlns:a16="http://schemas.microsoft.com/office/drawing/2014/main" id="{B76D841F-BB9F-9FED-4BCE-2F1C9C57A683}"/>
                  </a:ext>
                </a:extLst>
              </p:cNvPr>
              <p:cNvSpPr/>
              <p:nvPr/>
            </p:nvSpPr>
            <p:spPr>
              <a:xfrm>
                <a:off x="1721883"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6" name="Freeform: Shape 15">
                <a:extLst>
                  <a:ext uri="{FF2B5EF4-FFF2-40B4-BE49-F238E27FC236}">
                    <a16:creationId xmlns:a16="http://schemas.microsoft.com/office/drawing/2014/main" id="{CF8D82A2-624D-8136-9FE3-2B6551388A15}"/>
                  </a:ext>
                </a:extLst>
              </p:cNvPr>
              <p:cNvSpPr/>
              <p:nvPr/>
            </p:nvSpPr>
            <p:spPr>
              <a:xfrm>
                <a:off x="2527918"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H(B)</a:t>
                </a:r>
                <a:endParaRPr lang="en-PK" sz="1600" kern="1200" dirty="0"/>
              </a:p>
            </p:txBody>
          </p:sp>
          <p:sp>
            <p:nvSpPr>
              <p:cNvPr id="17" name="Freeform: Shape 16">
                <a:extLst>
                  <a:ext uri="{FF2B5EF4-FFF2-40B4-BE49-F238E27FC236}">
                    <a16:creationId xmlns:a16="http://schemas.microsoft.com/office/drawing/2014/main" id="{45063CE7-3228-F467-3822-58F2C607291F}"/>
                  </a:ext>
                </a:extLst>
              </p:cNvPr>
              <p:cNvSpPr/>
              <p:nvPr/>
            </p:nvSpPr>
            <p:spPr>
              <a:xfrm>
                <a:off x="2957394"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8" name="Group 57">
              <a:extLst>
                <a:ext uri="{FF2B5EF4-FFF2-40B4-BE49-F238E27FC236}">
                  <a16:creationId xmlns:a16="http://schemas.microsoft.com/office/drawing/2014/main" id="{B444F47E-5175-EB51-C24E-43BC758FEAE2}"/>
                </a:ext>
              </a:extLst>
            </p:cNvPr>
            <p:cNvGrpSpPr/>
            <p:nvPr/>
          </p:nvGrpSpPr>
          <p:grpSpPr>
            <a:xfrm>
              <a:off x="2385359" y="3165682"/>
              <a:ext cx="2471021" cy="887033"/>
              <a:chOff x="2385359" y="3165682"/>
              <a:chExt cx="2471021" cy="887033"/>
            </a:xfrm>
          </p:grpSpPr>
          <p:sp>
            <p:nvSpPr>
              <p:cNvPr id="8" name="Freeform: Shape 7">
                <a:extLst>
                  <a:ext uri="{FF2B5EF4-FFF2-40B4-BE49-F238E27FC236}">
                    <a16:creationId xmlns:a16="http://schemas.microsoft.com/office/drawing/2014/main" id="{837DEE08-2363-4B4F-C80C-80BFAF0196FA}"/>
                  </a:ext>
                </a:extLst>
              </p:cNvPr>
              <p:cNvSpPr/>
              <p:nvPr/>
            </p:nvSpPr>
            <p:spPr>
              <a:xfrm>
                <a:off x="3145673"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00B050"/>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H(ABCD)</a:t>
                </a:r>
                <a:endParaRPr lang="en-PK" sz="1600" kern="1200" dirty="0"/>
              </a:p>
            </p:txBody>
          </p:sp>
          <p:sp>
            <p:nvSpPr>
              <p:cNvPr id="9" name="Freeform: Shape 8">
                <a:extLst>
                  <a:ext uri="{FF2B5EF4-FFF2-40B4-BE49-F238E27FC236}">
                    <a16:creationId xmlns:a16="http://schemas.microsoft.com/office/drawing/2014/main" id="{0DA6DD42-C8F2-0826-3BB6-950D6A1D315B}"/>
                  </a:ext>
                </a:extLst>
              </p:cNvPr>
              <p:cNvSpPr/>
              <p:nvPr/>
            </p:nvSpPr>
            <p:spPr>
              <a:xfrm>
                <a:off x="2385359"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9" name="Freeform: Shape 18">
                <a:extLst>
                  <a:ext uri="{FF2B5EF4-FFF2-40B4-BE49-F238E27FC236}">
                    <a16:creationId xmlns:a16="http://schemas.microsoft.com/office/drawing/2014/main" id="{74DEC6E0-6D2B-6C4F-C127-B7EAC39AEFA9}"/>
                  </a:ext>
                </a:extLst>
              </p:cNvPr>
              <p:cNvSpPr/>
              <p:nvPr/>
            </p:nvSpPr>
            <p:spPr>
              <a:xfrm>
                <a:off x="3620870"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6" name="Group 55">
              <a:extLst>
                <a:ext uri="{FF2B5EF4-FFF2-40B4-BE49-F238E27FC236}">
                  <a16:creationId xmlns:a16="http://schemas.microsoft.com/office/drawing/2014/main" id="{D4709B7D-135C-989F-AEA5-260ED6080723}"/>
                </a:ext>
              </a:extLst>
            </p:cNvPr>
            <p:cNvGrpSpPr/>
            <p:nvPr/>
          </p:nvGrpSpPr>
          <p:grpSpPr>
            <a:xfrm>
              <a:off x="1767603" y="4052715"/>
              <a:ext cx="3706533" cy="887034"/>
              <a:chOff x="1767603" y="4052715"/>
              <a:chExt cx="3706533" cy="887034"/>
            </a:xfrm>
          </p:grpSpPr>
          <p:sp>
            <p:nvSpPr>
              <p:cNvPr id="10" name="Freeform: Shape 9">
                <a:extLst>
                  <a:ext uri="{FF2B5EF4-FFF2-40B4-BE49-F238E27FC236}">
                    <a16:creationId xmlns:a16="http://schemas.microsoft.com/office/drawing/2014/main" id="{108B0AD4-3A79-FB27-EEEA-02AD0774280F}"/>
                  </a:ext>
                </a:extLst>
              </p:cNvPr>
              <p:cNvSpPr/>
              <p:nvPr/>
            </p:nvSpPr>
            <p:spPr>
              <a:xfrm>
                <a:off x="1910162"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00B05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a:t>
                </a:r>
                <a:endParaRPr lang="en-PK" sz="1600" kern="1200" dirty="0"/>
              </a:p>
            </p:txBody>
          </p:sp>
          <p:sp>
            <p:nvSpPr>
              <p:cNvPr id="11" name="Freeform: Shape 10">
                <a:extLst>
                  <a:ext uri="{FF2B5EF4-FFF2-40B4-BE49-F238E27FC236}">
                    <a16:creationId xmlns:a16="http://schemas.microsoft.com/office/drawing/2014/main" id="{6EE1235D-1A91-5059-DB09-A59384E2E4D7}"/>
                  </a:ext>
                </a:extLst>
              </p:cNvPr>
              <p:cNvSpPr/>
              <p:nvPr/>
            </p:nvSpPr>
            <p:spPr>
              <a:xfrm>
                <a:off x="1767603"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15" name="Freeform: Shape 14">
                <a:extLst>
                  <a:ext uri="{FF2B5EF4-FFF2-40B4-BE49-F238E27FC236}">
                    <a16:creationId xmlns:a16="http://schemas.microsoft.com/office/drawing/2014/main" id="{609FC34B-26F8-6C43-BB38-D8B34E9DBA4B}"/>
                  </a:ext>
                </a:extLst>
              </p:cNvPr>
              <p:cNvSpPr/>
              <p:nvPr/>
            </p:nvSpPr>
            <p:spPr>
              <a:xfrm>
                <a:off x="2385359"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0" name="Freeform: Shape 19">
                <a:extLst>
                  <a:ext uri="{FF2B5EF4-FFF2-40B4-BE49-F238E27FC236}">
                    <a16:creationId xmlns:a16="http://schemas.microsoft.com/office/drawing/2014/main" id="{DDD1FBAE-BD43-10CF-6222-F773A57FEA2A}"/>
                  </a:ext>
                </a:extLst>
              </p:cNvPr>
              <p:cNvSpPr/>
              <p:nvPr/>
            </p:nvSpPr>
            <p:spPr>
              <a:xfrm>
                <a:off x="4381184"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E99757"/>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H(CD)</a:t>
                </a:r>
                <a:endParaRPr lang="en-PK" sz="1600" kern="1200" dirty="0"/>
              </a:p>
            </p:txBody>
          </p:sp>
          <p:sp>
            <p:nvSpPr>
              <p:cNvPr id="21" name="Freeform: Shape 20">
                <a:extLst>
                  <a:ext uri="{FF2B5EF4-FFF2-40B4-BE49-F238E27FC236}">
                    <a16:creationId xmlns:a16="http://schemas.microsoft.com/office/drawing/2014/main" id="{24D5AEC1-DA9E-3BEB-E24D-E2DCFFD570EE}"/>
                  </a:ext>
                </a:extLst>
              </p:cNvPr>
              <p:cNvSpPr/>
              <p:nvPr/>
            </p:nvSpPr>
            <p:spPr>
              <a:xfrm>
                <a:off x="4238625"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5" name="Freeform: Shape 24">
                <a:extLst>
                  <a:ext uri="{FF2B5EF4-FFF2-40B4-BE49-F238E27FC236}">
                    <a16:creationId xmlns:a16="http://schemas.microsoft.com/office/drawing/2014/main" id="{DB869C32-59F4-6498-EFC4-EEE7E73B933B}"/>
                  </a:ext>
                </a:extLst>
              </p:cNvPr>
              <p:cNvSpPr/>
              <p:nvPr/>
            </p:nvSpPr>
            <p:spPr>
              <a:xfrm>
                <a:off x="4856381"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3" name="Group 52">
              <a:extLst>
                <a:ext uri="{FF2B5EF4-FFF2-40B4-BE49-F238E27FC236}">
                  <a16:creationId xmlns:a16="http://schemas.microsoft.com/office/drawing/2014/main" id="{06887AFE-BAB0-0395-CF68-3DAD00659485}"/>
                </a:ext>
              </a:extLst>
            </p:cNvPr>
            <p:cNvGrpSpPr/>
            <p:nvPr/>
          </p:nvGrpSpPr>
          <p:grpSpPr>
            <a:xfrm>
              <a:off x="3763429" y="4939749"/>
              <a:ext cx="2185904" cy="887033"/>
              <a:chOff x="3763429" y="4939749"/>
              <a:chExt cx="2185904" cy="887033"/>
            </a:xfrm>
          </p:grpSpPr>
          <p:sp>
            <p:nvSpPr>
              <p:cNvPr id="22" name="Freeform: Shape 21">
                <a:extLst>
                  <a:ext uri="{FF2B5EF4-FFF2-40B4-BE49-F238E27FC236}">
                    <a16:creationId xmlns:a16="http://schemas.microsoft.com/office/drawing/2014/main" id="{CCEF8702-6745-BBEB-1A24-F3ED53EEDFB2}"/>
                  </a:ext>
                </a:extLst>
              </p:cNvPr>
              <p:cNvSpPr/>
              <p:nvPr/>
            </p:nvSpPr>
            <p:spPr>
              <a:xfrm>
                <a:off x="3763429"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H(C)</a:t>
                </a:r>
                <a:endParaRPr lang="en-PK" sz="1600" kern="1200" dirty="0"/>
              </a:p>
            </p:txBody>
          </p:sp>
          <p:sp>
            <p:nvSpPr>
              <p:cNvPr id="23" name="Freeform: Shape 22">
                <a:extLst>
                  <a:ext uri="{FF2B5EF4-FFF2-40B4-BE49-F238E27FC236}">
                    <a16:creationId xmlns:a16="http://schemas.microsoft.com/office/drawing/2014/main" id="{742F7AF9-4FC3-97B2-2353-E52B85103058}"/>
                  </a:ext>
                </a:extLst>
              </p:cNvPr>
              <p:cNvSpPr/>
              <p:nvPr/>
            </p:nvSpPr>
            <p:spPr>
              <a:xfrm>
                <a:off x="4192905"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6" name="Freeform: Shape 25">
                <a:extLst>
                  <a:ext uri="{FF2B5EF4-FFF2-40B4-BE49-F238E27FC236}">
                    <a16:creationId xmlns:a16="http://schemas.microsoft.com/office/drawing/2014/main" id="{34410786-BA9F-B526-2916-AB35A9C05820}"/>
                  </a:ext>
                </a:extLst>
              </p:cNvPr>
              <p:cNvSpPr/>
              <p:nvPr/>
            </p:nvSpPr>
            <p:spPr>
              <a:xfrm>
                <a:off x="499894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H(D)</a:t>
                </a:r>
                <a:endParaRPr lang="en-PK" sz="1600" kern="1200" dirty="0"/>
              </a:p>
            </p:txBody>
          </p:sp>
          <p:sp>
            <p:nvSpPr>
              <p:cNvPr id="27" name="Freeform: Shape 26">
                <a:extLst>
                  <a:ext uri="{FF2B5EF4-FFF2-40B4-BE49-F238E27FC236}">
                    <a16:creationId xmlns:a16="http://schemas.microsoft.com/office/drawing/2014/main" id="{D77C53FF-E599-514B-0041-1A4C4D072241}"/>
                  </a:ext>
                </a:extLst>
              </p:cNvPr>
              <p:cNvSpPr/>
              <p:nvPr/>
            </p:nvSpPr>
            <p:spPr>
              <a:xfrm>
                <a:off x="5428416"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60" name="Group 59">
              <a:extLst>
                <a:ext uri="{FF2B5EF4-FFF2-40B4-BE49-F238E27FC236}">
                  <a16:creationId xmlns:a16="http://schemas.microsoft.com/office/drawing/2014/main" id="{03B7C4DB-D805-089F-DB48-02265F259A57}"/>
                </a:ext>
              </a:extLst>
            </p:cNvPr>
            <p:cNvGrpSpPr/>
            <p:nvPr/>
          </p:nvGrpSpPr>
          <p:grpSpPr>
            <a:xfrm>
              <a:off x="3620870" y="2278648"/>
              <a:ext cx="4942043" cy="887034"/>
              <a:chOff x="3620870" y="2278648"/>
              <a:chExt cx="4942043" cy="887034"/>
            </a:xfrm>
          </p:grpSpPr>
          <p:sp>
            <p:nvSpPr>
              <p:cNvPr id="6" name="Freeform: Shape 5">
                <a:extLst>
                  <a:ext uri="{FF2B5EF4-FFF2-40B4-BE49-F238E27FC236}">
                    <a16:creationId xmlns:a16="http://schemas.microsoft.com/office/drawing/2014/main" id="{F85C4CD4-F22F-F958-1296-CB003BAF8797}"/>
                  </a:ext>
                </a:extLst>
              </p:cNvPr>
              <p:cNvSpPr/>
              <p:nvPr/>
            </p:nvSpPr>
            <p:spPr>
              <a:xfrm>
                <a:off x="5424754" y="2278648"/>
                <a:ext cx="1334275" cy="633595"/>
              </a:xfrm>
              <a:custGeom>
                <a:avLst/>
                <a:gdLst>
                  <a:gd name="connsiteX0" fmla="*/ 0 w 1334275"/>
                  <a:gd name="connsiteY0" fmla="*/ 63360 h 633595"/>
                  <a:gd name="connsiteX1" fmla="*/ 63360 w 1334275"/>
                  <a:gd name="connsiteY1" fmla="*/ 0 h 633595"/>
                  <a:gd name="connsiteX2" fmla="*/ 1270916 w 1334275"/>
                  <a:gd name="connsiteY2" fmla="*/ 0 h 633595"/>
                  <a:gd name="connsiteX3" fmla="*/ 1334276 w 1334275"/>
                  <a:gd name="connsiteY3" fmla="*/ 63360 h 633595"/>
                  <a:gd name="connsiteX4" fmla="*/ 1334275 w 1334275"/>
                  <a:gd name="connsiteY4" fmla="*/ 570236 h 633595"/>
                  <a:gd name="connsiteX5" fmla="*/ 1270915 w 1334275"/>
                  <a:gd name="connsiteY5" fmla="*/ 633596 h 633595"/>
                  <a:gd name="connsiteX6" fmla="*/ 63360 w 1334275"/>
                  <a:gd name="connsiteY6" fmla="*/ 633595 h 633595"/>
                  <a:gd name="connsiteX7" fmla="*/ 0 w 1334275"/>
                  <a:gd name="connsiteY7" fmla="*/ 570235 h 633595"/>
                  <a:gd name="connsiteX8" fmla="*/ 0 w 1334275"/>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4275" h="633595">
                    <a:moveTo>
                      <a:pt x="0" y="63360"/>
                    </a:moveTo>
                    <a:cubicBezTo>
                      <a:pt x="0" y="28367"/>
                      <a:pt x="28367" y="0"/>
                      <a:pt x="63360" y="0"/>
                    </a:cubicBezTo>
                    <a:lnTo>
                      <a:pt x="1270916" y="0"/>
                    </a:lnTo>
                    <a:cubicBezTo>
                      <a:pt x="1305909" y="0"/>
                      <a:pt x="1334276" y="28367"/>
                      <a:pt x="1334276" y="63360"/>
                    </a:cubicBezTo>
                    <a:cubicBezTo>
                      <a:pt x="1334276" y="232319"/>
                      <a:pt x="1334275" y="401277"/>
                      <a:pt x="1334275" y="570236"/>
                    </a:cubicBezTo>
                    <a:cubicBezTo>
                      <a:pt x="1334275" y="605229"/>
                      <a:pt x="1305908" y="633596"/>
                      <a:pt x="1270915" y="633596"/>
                    </a:cubicBezTo>
                    <a:lnTo>
                      <a:pt x="63360" y="633595"/>
                    </a:lnTo>
                    <a:cubicBezTo>
                      <a:pt x="28367" y="633595"/>
                      <a:pt x="0" y="605228"/>
                      <a:pt x="0" y="570235"/>
                    </a:cubicBezTo>
                    <a:lnTo>
                      <a:pt x="0" y="63360"/>
                    </a:lnTo>
                    <a:close/>
                  </a:path>
                </a:pathLst>
              </a:custGeom>
              <a:solidFill>
                <a:srgbClr val="00B050"/>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H(ABCDEFGG)</a:t>
                </a:r>
                <a:endParaRPr lang="en-PK" sz="1600" kern="1200" dirty="0"/>
              </a:p>
            </p:txBody>
          </p:sp>
          <p:sp>
            <p:nvSpPr>
              <p:cNvPr id="7" name="Freeform: Shape 6">
                <a:extLst>
                  <a:ext uri="{FF2B5EF4-FFF2-40B4-BE49-F238E27FC236}">
                    <a16:creationId xmlns:a16="http://schemas.microsoft.com/office/drawing/2014/main" id="{1CC8E755-BF53-6E00-2427-CBB23110C9D5}"/>
                  </a:ext>
                </a:extLst>
              </p:cNvPr>
              <p:cNvSpPr/>
              <p:nvPr/>
            </p:nvSpPr>
            <p:spPr>
              <a:xfrm>
                <a:off x="3620870" y="2912244"/>
                <a:ext cx="2471021" cy="253438"/>
              </a:xfrm>
              <a:custGeom>
                <a:avLst/>
                <a:gdLst/>
                <a:ahLst/>
                <a:cxnLst/>
                <a:rect l="0" t="0" r="0" b="0"/>
                <a:pathLst>
                  <a:path>
                    <a:moveTo>
                      <a:pt x="2471021" y="0"/>
                    </a:moveTo>
                    <a:lnTo>
                      <a:pt x="2471021" y="126719"/>
                    </a:lnTo>
                    <a:lnTo>
                      <a:pt x="0" y="126719"/>
                    </a:lnTo>
                    <a:lnTo>
                      <a:pt x="0"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29" name="Freeform: Shape 28">
                <a:extLst>
                  <a:ext uri="{FF2B5EF4-FFF2-40B4-BE49-F238E27FC236}">
                    <a16:creationId xmlns:a16="http://schemas.microsoft.com/office/drawing/2014/main" id="{C5E48542-6E73-1DD2-07C6-B7E03A39A3CD}"/>
                  </a:ext>
                </a:extLst>
              </p:cNvPr>
              <p:cNvSpPr/>
              <p:nvPr/>
            </p:nvSpPr>
            <p:spPr>
              <a:xfrm>
                <a:off x="6091892" y="2912244"/>
                <a:ext cx="2471021" cy="253438"/>
              </a:xfrm>
              <a:custGeom>
                <a:avLst/>
                <a:gdLst/>
                <a:ahLst/>
                <a:cxnLst/>
                <a:rect l="0" t="0" r="0" b="0"/>
                <a:pathLst>
                  <a:path>
                    <a:moveTo>
                      <a:pt x="0" y="0"/>
                    </a:moveTo>
                    <a:lnTo>
                      <a:pt x="0" y="126719"/>
                    </a:lnTo>
                    <a:lnTo>
                      <a:pt x="2471021" y="126719"/>
                    </a:lnTo>
                    <a:lnTo>
                      <a:pt x="2471021" y="253438"/>
                    </a:lnTo>
                  </a:path>
                </a:pathLst>
              </a:custGeom>
              <a:noFill/>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4" name="Group 53">
              <a:extLst>
                <a:ext uri="{FF2B5EF4-FFF2-40B4-BE49-F238E27FC236}">
                  <a16:creationId xmlns:a16="http://schemas.microsoft.com/office/drawing/2014/main" id="{151C1F5C-FA79-7AFD-C300-05C089738F65}"/>
                </a:ext>
              </a:extLst>
            </p:cNvPr>
            <p:cNvGrpSpPr/>
            <p:nvPr/>
          </p:nvGrpSpPr>
          <p:grpSpPr>
            <a:xfrm>
              <a:off x="6234450" y="4939749"/>
              <a:ext cx="2185904" cy="887033"/>
              <a:chOff x="6234450" y="4939749"/>
              <a:chExt cx="2185904" cy="887033"/>
            </a:xfrm>
          </p:grpSpPr>
          <p:sp>
            <p:nvSpPr>
              <p:cNvPr id="34" name="Freeform: Shape 33">
                <a:extLst>
                  <a:ext uri="{FF2B5EF4-FFF2-40B4-BE49-F238E27FC236}">
                    <a16:creationId xmlns:a16="http://schemas.microsoft.com/office/drawing/2014/main" id="{DBD918CB-279A-3253-AF18-BE417919219B}"/>
                  </a:ext>
                </a:extLst>
              </p:cNvPr>
              <p:cNvSpPr/>
              <p:nvPr/>
            </p:nvSpPr>
            <p:spPr>
              <a:xfrm>
                <a:off x="6234450"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H(E)</a:t>
                </a:r>
                <a:endParaRPr lang="en-PK" sz="1600" kern="1200" dirty="0"/>
              </a:p>
            </p:txBody>
          </p:sp>
          <p:sp>
            <p:nvSpPr>
              <p:cNvPr id="35" name="Freeform: Shape 34">
                <a:extLst>
                  <a:ext uri="{FF2B5EF4-FFF2-40B4-BE49-F238E27FC236}">
                    <a16:creationId xmlns:a16="http://schemas.microsoft.com/office/drawing/2014/main" id="{9EBFE033-8E9A-7C67-77C8-1B1752AA8521}"/>
                  </a:ext>
                </a:extLst>
              </p:cNvPr>
              <p:cNvSpPr/>
              <p:nvPr/>
            </p:nvSpPr>
            <p:spPr>
              <a:xfrm>
                <a:off x="6663927"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8" name="Freeform: Shape 37">
                <a:extLst>
                  <a:ext uri="{FF2B5EF4-FFF2-40B4-BE49-F238E27FC236}">
                    <a16:creationId xmlns:a16="http://schemas.microsoft.com/office/drawing/2014/main" id="{2E983FCD-1693-D383-D2AF-5C6B1174795B}"/>
                  </a:ext>
                </a:extLst>
              </p:cNvPr>
              <p:cNvSpPr/>
              <p:nvPr/>
            </p:nvSpPr>
            <p:spPr>
              <a:xfrm>
                <a:off x="7469961"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H(F)</a:t>
                </a:r>
                <a:endParaRPr lang="en-PK" sz="1600" kern="1200" dirty="0"/>
              </a:p>
            </p:txBody>
          </p:sp>
          <p:sp>
            <p:nvSpPr>
              <p:cNvPr id="39" name="Freeform: Shape 38">
                <a:extLst>
                  <a:ext uri="{FF2B5EF4-FFF2-40B4-BE49-F238E27FC236}">
                    <a16:creationId xmlns:a16="http://schemas.microsoft.com/office/drawing/2014/main" id="{1F28ED0F-5AC6-1F46-BF5E-951ACAF9ED97}"/>
                  </a:ext>
                </a:extLst>
              </p:cNvPr>
              <p:cNvSpPr/>
              <p:nvPr/>
            </p:nvSpPr>
            <p:spPr>
              <a:xfrm>
                <a:off x="7899438"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9" name="Group 58">
              <a:extLst>
                <a:ext uri="{FF2B5EF4-FFF2-40B4-BE49-F238E27FC236}">
                  <a16:creationId xmlns:a16="http://schemas.microsoft.com/office/drawing/2014/main" id="{8310EA84-EB98-F835-97AD-68C6BBA2CEA7}"/>
                </a:ext>
              </a:extLst>
            </p:cNvPr>
            <p:cNvGrpSpPr/>
            <p:nvPr/>
          </p:nvGrpSpPr>
          <p:grpSpPr>
            <a:xfrm>
              <a:off x="7327402" y="3165682"/>
              <a:ext cx="2471021" cy="887033"/>
              <a:chOff x="7327402" y="3165682"/>
              <a:chExt cx="2471021" cy="887033"/>
            </a:xfrm>
          </p:grpSpPr>
          <p:sp>
            <p:nvSpPr>
              <p:cNvPr id="30" name="Freeform: Shape 29">
                <a:extLst>
                  <a:ext uri="{FF2B5EF4-FFF2-40B4-BE49-F238E27FC236}">
                    <a16:creationId xmlns:a16="http://schemas.microsoft.com/office/drawing/2014/main" id="{89601251-5789-D675-9C9D-3470C296C8B2}"/>
                  </a:ext>
                </a:extLst>
              </p:cNvPr>
              <p:cNvSpPr/>
              <p:nvPr/>
            </p:nvSpPr>
            <p:spPr>
              <a:xfrm>
                <a:off x="8087717" y="31656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E99757"/>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H(EFGG)</a:t>
                </a:r>
                <a:endParaRPr lang="en-PK" sz="1600" kern="1200" dirty="0"/>
              </a:p>
            </p:txBody>
          </p:sp>
          <p:sp>
            <p:nvSpPr>
              <p:cNvPr id="31" name="Freeform: Shape 30">
                <a:extLst>
                  <a:ext uri="{FF2B5EF4-FFF2-40B4-BE49-F238E27FC236}">
                    <a16:creationId xmlns:a16="http://schemas.microsoft.com/office/drawing/2014/main" id="{4D93064A-BFE1-D617-9333-CC7C9564861C}"/>
                  </a:ext>
                </a:extLst>
              </p:cNvPr>
              <p:cNvSpPr/>
              <p:nvPr/>
            </p:nvSpPr>
            <p:spPr>
              <a:xfrm>
                <a:off x="7327402" y="3799277"/>
                <a:ext cx="1235510" cy="253438"/>
              </a:xfrm>
              <a:custGeom>
                <a:avLst/>
                <a:gdLst/>
                <a:ahLst/>
                <a:cxnLst/>
                <a:rect l="0" t="0" r="0" b="0"/>
                <a:pathLst>
                  <a:path>
                    <a:moveTo>
                      <a:pt x="1235510" y="0"/>
                    </a:moveTo>
                    <a:lnTo>
                      <a:pt x="1235510" y="126719"/>
                    </a:lnTo>
                    <a:lnTo>
                      <a:pt x="0" y="126719"/>
                    </a:lnTo>
                    <a:lnTo>
                      <a:pt x="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1" name="Freeform: Shape 40">
                <a:extLst>
                  <a:ext uri="{FF2B5EF4-FFF2-40B4-BE49-F238E27FC236}">
                    <a16:creationId xmlns:a16="http://schemas.microsoft.com/office/drawing/2014/main" id="{A2329B87-6223-50DF-712D-15DB43C6C692}"/>
                  </a:ext>
                </a:extLst>
              </p:cNvPr>
              <p:cNvSpPr/>
              <p:nvPr/>
            </p:nvSpPr>
            <p:spPr>
              <a:xfrm>
                <a:off x="8562913" y="3799277"/>
                <a:ext cx="1235510" cy="253438"/>
              </a:xfrm>
              <a:custGeom>
                <a:avLst/>
                <a:gdLst/>
                <a:ahLst/>
                <a:cxnLst/>
                <a:rect l="0" t="0" r="0" b="0"/>
                <a:pathLst>
                  <a:path>
                    <a:moveTo>
                      <a:pt x="0" y="0"/>
                    </a:moveTo>
                    <a:lnTo>
                      <a:pt x="0" y="126719"/>
                    </a:lnTo>
                    <a:lnTo>
                      <a:pt x="1235510" y="126719"/>
                    </a:lnTo>
                    <a:lnTo>
                      <a:pt x="1235510" y="253438"/>
                    </a:lnTo>
                  </a:path>
                </a:pathLst>
              </a:custGeom>
              <a:noFill/>
            </p:spPr>
            <p:style>
              <a:lnRef idx="2">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7" name="Group 56">
              <a:extLst>
                <a:ext uri="{FF2B5EF4-FFF2-40B4-BE49-F238E27FC236}">
                  <a16:creationId xmlns:a16="http://schemas.microsoft.com/office/drawing/2014/main" id="{66F1C7CB-4E9A-D335-4005-D71B653AD90E}"/>
                </a:ext>
              </a:extLst>
            </p:cNvPr>
            <p:cNvGrpSpPr/>
            <p:nvPr/>
          </p:nvGrpSpPr>
          <p:grpSpPr>
            <a:xfrm>
              <a:off x="6709647" y="4052715"/>
              <a:ext cx="3706532" cy="887034"/>
              <a:chOff x="6709647" y="4052715"/>
              <a:chExt cx="3706532" cy="887034"/>
            </a:xfrm>
          </p:grpSpPr>
          <p:sp>
            <p:nvSpPr>
              <p:cNvPr id="32" name="Freeform: Shape 31">
                <a:extLst>
                  <a:ext uri="{FF2B5EF4-FFF2-40B4-BE49-F238E27FC236}">
                    <a16:creationId xmlns:a16="http://schemas.microsoft.com/office/drawing/2014/main" id="{F02AA83F-1573-CF0B-6FE5-D3DD43927B14}"/>
                  </a:ext>
                </a:extLst>
              </p:cNvPr>
              <p:cNvSpPr/>
              <p:nvPr/>
            </p:nvSpPr>
            <p:spPr>
              <a:xfrm>
                <a:off x="6852206"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chemeClr val="bg2">
                  <a:lumMod val="50000"/>
                </a:schemeClr>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a:t>H(EF)</a:t>
                </a:r>
                <a:endParaRPr lang="en-PK" sz="1600" kern="1200" dirty="0"/>
              </a:p>
            </p:txBody>
          </p:sp>
          <p:sp>
            <p:nvSpPr>
              <p:cNvPr id="33" name="Freeform: Shape 32">
                <a:extLst>
                  <a:ext uri="{FF2B5EF4-FFF2-40B4-BE49-F238E27FC236}">
                    <a16:creationId xmlns:a16="http://schemas.microsoft.com/office/drawing/2014/main" id="{3F4E0C08-4709-3CDB-BE51-9476B2F55C3F}"/>
                  </a:ext>
                </a:extLst>
              </p:cNvPr>
              <p:cNvSpPr/>
              <p:nvPr/>
            </p:nvSpPr>
            <p:spPr>
              <a:xfrm>
                <a:off x="6709647"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37" name="Freeform: Shape 36">
                <a:extLst>
                  <a:ext uri="{FF2B5EF4-FFF2-40B4-BE49-F238E27FC236}">
                    <a16:creationId xmlns:a16="http://schemas.microsoft.com/office/drawing/2014/main" id="{27835EC6-9951-5AF4-CD68-8E95A9FC4492}"/>
                  </a:ext>
                </a:extLst>
              </p:cNvPr>
              <p:cNvSpPr/>
              <p:nvPr/>
            </p:nvSpPr>
            <p:spPr>
              <a:xfrm>
                <a:off x="7327402"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2" name="Freeform: Shape 41">
                <a:extLst>
                  <a:ext uri="{FF2B5EF4-FFF2-40B4-BE49-F238E27FC236}">
                    <a16:creationId xmlns:a16="http://schemas.microsoft.com/office/drawing/2014/main" id="{94201E87-40BE-5863-D0D1-C9E83FBA0AA7}"/>
                  </a:ext>
                </a:extLst>
              </p:cNvPr>
              <p:cNvSpPr/>
              <p:nvPr/>
            </p:nvSpPr>
            <p:spPr>
              <a:xfrm>
                <a:off x="9323228" y="4052715"/>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chemeClr val="bg2">
                  <a:lumMod val="50000"/>
                </a:schemeClr>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H(GG)</a:t>
                </a:r>
                <a:endParaRPr lang="en-PK" sz="1600" kern="1200" dirty="0"/>
              </a:p>
            </p:txBody>
          </p:sp>
          <p:sp>
            <p:nvSpPr>
              <p:cNvPr id="43" name="Freeform: Shape 42">
                <a:extLst>
                  <a:ext uri="{FF2B5EF4-FFF2-40B4-BE49-F238E27FC236}">
                    <a16:creationId xmlns:a16="http://schemas.microsoft.com/office/drawing/2014/main" id="{F7CC1538-6D69-9FCA-C811-481BF5968AE6}"/>
                  </a:ext>
                </a:extLst>
              </p:cNvPr>
              <p:cNvSpPr/>
              <p:nvPr/>
            </p:nvSpPr>
            <p:spPr>
              <a:xfrm>
                <a:off x="9180669" y="4686311"/>
                <a:ext cx="617755" cy="253438"/>
              </a:xfrm>
              <a:custGeom>
                <a:avLst/>
                <a:gdLst/>
                <a:ahLst/>
                <a:cxnLst/>
                <a:rect l="0" t="0" r="0" b="0"/>
                <a:pathLst>
                  <a:path>
                    <a:moveTo>
                      <a:pt x="617755" y="0"/>
                    </a:moveTo>
                    <a:lnTo>
                      <a:pt x="617755" y="126719"/>
                    </a:lnTo>
                    <a:lnTo>
                      <a:pt x="0" y="126719"/>
                    </a:lnTo>
                    <a:lnTo>
                      <a:pt x="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7" name="Freeform: Shape 46">
                <a:extLst>
                  <a:ext uri="{FF2B5EF4-FFF2-40B4-BE49-F238E27FC236}">
                    <a16:creationId xmlns:a16="http://schemas.microsoft.com/office/drawing/2014/main" id="{742C0FB8-0AAC-246A-A4BF-AF496FE12B81}"/>
                  </a:ext>
                </a:extLst>
              </p:cNvPr>
              <p:cNvSpPr/>
              <p:nvPr/>
            </p:nvSpPr>
            <p:spPr>
              <a:xfrm>
                <a:off x="9798424" y="4686311"/>
                <a:ext cx="617755" cy="253438"/>
              </a:xfrm>
              <a:custGeom>
                <a:avLst/>
                <a:gdLst/>
                <a:ahLst/>
                <a:cxnLst/>
                <a:rect l="0" t="0" r="0" b="0"/>
                <a:pathLst>
                  <a:path>
                    <a:moveTo>
                      <a:pt x="0" y="0"/>
                    </a:moveTo>
                    <a:lnTo>
                      <a:pt x="0" y="126719"/>
                    </a:lnTo>
                    <a:lnTo>
                      <a:pt x="617755" y="126719"/>
                    </a:lnTo>
                    <a:lnTo>
                      <a:pt x="617755"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5" name="Group 54">
              <a:extLst>
                <a:ext uri="{FF2B5EF4-FFF2-40B4-BE49-F238E27FC236}">
                  <a16:creationId xmlns:a16="http://schemas.microsoft.com/office/drawing/2014/main" id="{7A429CCF-66C2-A741-4584-6B1ECD17249D}"/>
                </a:ext>
              </a:extLst>
            </p:cNvPr>
            <p:cNvGrpSpPr/>
            <p:nvPr/>
          </p:nvGrpSpPr>
          <p:grpSpPr>
            <a:xfrm>
              <a:off x="8705472" y="4939749"/>
              <a:ext cx="2185904" cy="887033"/>
              <a:chOff x="8705472" y="4939749"/>
              <a:chExt cx="2185904" cy="887033"/>
            </a:xfrm>
          </p:grpSpPr>
          <p:sp>
            <p:nvSpPr>
              <p:cNvPr id="44" name="Freeform: Shape 43">
                <a:extLst>
                  <a:ext uri="{FF2B5EF4-FFF2-40B4-BE49-F238E27FC236}">
                    <a16:creationId xmlns:a16="http://schemas.microsoft.com/office/drawing/2014/main" id="{57B712C5-1F15-AC9F-AE45-3B3794F155D9}"/>
                  </a:ext>
                </a:extLst>
              </p:cNvPr>
              <p:cNvSpPr/>
              <p:nvPr/>
            </p:nvSpPr>
            <p:spPr>
              <a:xfrm>
                <a:off x="8705472"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5" name="Freeform: Shape 44">
                <a:extLst>
                  <a:ext uri="{FF2B5EF4-FFF2-40B4-BE49-F238E27FC236}">
                    <a16:creationId xmlns:a16="http://schemas.microsoft.com/office/drawing/2014/main" id="{52281343-02CC-7F52-0AC5-C43F5946D163}"/>
                  </a:ext>
                </a:extLst>
              </p:cNvPr>
              <p:cNvSpPr/>
              <p:nvPr/>
            </p:nvSpPr>
            <p:spPr>
              <a:xfrm>
                <a:off x="9134949"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sp>
            <p:nvSpPr>
              <p:cNvPr id="48" name="Freeform: Shape 47">
                <a:extLst>
                  <a:ext uri="{FF2B5EF4-FFF2-40B4-BE49-F238E27FC236}">
                    <a16:creationId xmlns:a16="http://schemas.microsoft.com/office/drawing/2014/main" id="{952898C8-A730-DD98-8E48-82216F8B42A3}"/>
                  </a:ext>
                </a:extLst>
              </p:cNvPr>
              <p:cNvSpPr/>
              <p:nvPr/>
            </p:nvSpPr>
            <p:spPr>
              <a:xfrm>
                <a:off x="9940983" y="4939749"/>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600" kern="1200" dirty="0"/>
                  <a:t>H(G)</a:t>
                </a:r>
                <a:endParaRPr lang="en-PK" sz="1600" kern="1200" dirty="0"/>
              </a:p>
            </p:txBody>
          </p:sp>
          <p:sp>
            <p:nvSpPr>
              <p:cNvPr id="49" name="Freeform: Shape 48">
                <a:extLst>
                  <a:ext uri="{FF2B5EF4-FFF2-40B4-BE49-F238E27FC236}">
                    <a16:creationId xmlns:a16="http://schemas.microsoft.com/office/drawing/2014/main" id="{FE5533A9-8A6C-1003-4B18-E1949AAEEEB1}"/>
                  </a:ext>
                </a:extLst>
              </p:cNvPr>
              <p:cNvSpPr/>
              <p:nvPr/>
            </p:nvSpPr>
            <p:spPr>
              <a:xfrm>
                <a:off x="10370460" y="5573344"/>
                <a:ext cx="91440" cy="253438"/>
              </a:xfrm>
              <a:custGeom>
                <a:avLst/>
                <a:gdLst/>
                <a:ahLst/>
                <a:cxnLst/>
                <a:rect l="0" t="0" r="0" b="0"/>
                <a:pathLst>
                  <a:path>
                    <a:moveTo>
                      <a:pt x="45720" y="0"/>
                    </a:moveTo>
                    <a:lnTo>
                      <a:pt x="45720" y="253438"/>
                    </a:lnTo>
                  </a:path>
                </a:pathLst>
              </a:custGeom>
              <a:noFill/>
            </p:spPr>
            <p:style>
              <a:lnRef idx="2">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PK" sz="2000"/>
              </a:p>
            </p:txBody>
          </p:sp>
        </p:grpSp>
        <p:grpSp>
          <p:nvGrpSpPr>
            <p:cNvPr id="51" name="Group 50">
              <a:extLst>
                <a:ext uri="{FF2B5EF4-FFF2-40B4-BE49-F238E27FC236}">
                  <a16:creationId xmlns:a16="http://schemas.microsoft.com/office/drawing/2014/main" id="{32067E8C-A29A-7225-D464-E62D00F2A262}"/>
                </a:ext>
              </a:extLst>
            </p:cNvPr>
            <p:cNvGrpSpPr/>
            <p:nvPr/>
          </p:nvGrpSpPr>
          <p:grpSpPr>
            <a:xfrm>
              <a:off x="1292407" y="5826782"/>
              <a:ext cx="9598969" cy="633595"/>
              <a:chOff x="1292407" y="5826782"/>
              <a:chExt cx="9598969" cy="633595"/>
            </a:xfrm>
          </p:grpSpPr>
          <p:sp>
            <p:nvSpPr>
              <p:cNvPr id="14" name="Freeform: Shape 13">
                <a:extLst>
                  <a:ext uri="{FF2B5EF4-FFF2-40B4-BE49-F238E27FC236}">
                    <a16:creationId xmlns:a16="http://schemas.microsoft.com/office/drawing/2014/main" id="{E1687361-0DD0-358C-0630-180FF09D14EC}"/>
                  </a:ext>
                </a:extLst>
              </p:cNvPr>
              <p:cNvSpPr/>
              <p:nvPr/>
            </p:nvSpPr>
            <p:spPr>
              <a:xfrm>
                <a:off x="1292407"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Ethereum</a:t>
                </a:r>
                <a:endParaRPr lang="en-PK" sz="1400" kern="1200" dirty="0"/>
              </a:p>
            </p:txBody>
          </p:sp>
          <p:sp>
            <p:nvSpPr>
              <p:cNvPr id="18" name="Freeform: Shape 17">
                <a:extLst>
                  <a:ext uri="{FF2B5EF4-FFF2-40B4-BE49-F238E27FC236}">
                    <a16:creationId xmlns:a16="http://schemas.microsoft.com/office/drawing/2014/main" id="{7B1C2E6E-85B3-3E75-E6BB-F0BF3365D03A}"/>
                  </a:ext>
                </a:extLst>
              </p:cNvPr>
              <p:cNvSpPr/>
              <p:nvPr/>
            </p:nvSpPr>
            <p:spPr>
              <a:xfrm>
                <a:off x="2527918"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a:solidFill>
                <a:srgbClr val="00B050"/>
              </a:solidFill>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Bitcoin</a:t>
                </a:r>
                <a:endParaRPr lang="en-PK" sz="1400" kern="1200" dirty="0"/>
              </a:p>
            </p:txBody>
          </p:sp>
          <p:sp>
            <p:nvSpPr>
              <p:cNvPr id="24" name="Freeform: Shape 23">
                <a:extLst>
                  <a:ext uri="{FF2B5EF4-FFF2-40B4-BE49-F238E27FC236}">
                    <a16:creationId xmlns:a16="http://schemas.microsoft.com/office/drawing/2014/main" id="{8F1D3E24-CCF3-D23A-ABDE-031B6BCD3218}"/>
                  </a:ext>
                </a:extLst>
              </p:cNvPr>
              <p:cNvSpPr/>
              <p:nvPr/>
            </p:nvSpPr>
            <p:spPr>
              <a:xfrm>
                <a:off x="3763429"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Solana</a:t>
                </a:r>
                <a:endParaRPr lang="en-PK" sz="1400" kern="1200" dirty="0"/>
              </a:p>
            </p:txBody>
          </p:sp>
          <p:sp>
            <p:nvSpPr>
              <p:cNvPr id="28" name="Freeform: Shape 27">
                <a:extLst>
                  <a:ext uri="{FF2B5EF4-FFF2-40B4-BE49-F238E27FC236}">
                    <a16:creationId xmlns:a16="http://schemas.microsoft.com/office/drawing/2014/main" id="{129399CD-13AE-07B9-A92B-CFE44DEFDEEC}"/>
                  </a:ext>
                </a:extLst>
              </p:cNvPr>
              <p:cNvSpPr/>
              <p:nvPr/>
            </p:nvSpPr>
            <p:spPr>
              <a:xfrm>
                <a:off x="499894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Ripple</a:t>
                </a:r>
                <a:endParaRPr lang="en-PK" sz="1400" kern="1200" dirty="0"/>
              </a:p>
            </p:txBody>
          </p:sp>
          <p:sp>
            <p:nvSpPr>
              <p:cNvPr id="36" name="Freeform: Shape 35">
                <a:extLst>
                  <a:ext uri="{FF2B5EF4-FFF2-40B4-BE49-F238E27FC236}">
                    <a16:creationId xmlns:a16="http://schemas.microsoft.com/office/drawing/2014/main" id="{5950F6DA-B5B2-761E-3DBF-5E3DE710099F}"/>
                  </a:ext>
                </a:extLst>
              </p:cNvPr>
              <p:cNvSpPr/>
              <p:nvPr/>
            </p:nvSpPr>
            <p:spPr>
              <a:xfrm>
                <a:off x="6234450"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Cardano</a:t>
                </a:r>
                <a:endParaRPr lang="en-PK" sz="1400" kern="1200" dirty="0"/>
              </a:p>
            </p:txBody>
          </p:sp>
          <p:sp>
            <p:nvSpPr>
              <p:cNvPr id="40" name="Freeform: Shape 39">
                <a:extLst>
                  <a:ext uri="{FF2B5EF4-FFF2-40B4-BE49-F238E27FC236}">
                    <a16:creationId xmlns:a16="http://schemas.microsoft.com/office/drawing/2014/main" id="{DD362FD6-F20E-96D8-2441-83D7312E6EB1}"/>
                  </a:ext>
                </a:extLst>
              </p:cNvPr>
              <p:cNvSpPr/>
              <p:nvPr/>
            </p:nvSpPr>
            <p:spPr>
              <a:xfrm>
                <a:off x="7469961"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Binance</a:t>
                </a:r>
                <a:endParaRPr lang="en-PK" sz="1400" kern="1200" dirty="0"/>
              </a:p>
            </p:txBody>
          </p:sp>
          <p:sp>
            <p:nvSpPr>
              <p:cNvPr id="46" name="Freeform: Shape 45">
                <a:extLst>
                  <a:ext uri="{FF2B5EF4-FFF2-40B4-BE49-F238E27FC236}">
                    <a16:creationId xmlns:a16="http://schemas.microsoft.com/office/drawing/2014/main" id="{A62EC166-A6A0-4A7E-30EB-541CE6D6F542}"/>
                  </a:ext>
                </a:extLst>
              </p:cNvPr>
              <p:cNvSpPr/>
              <p:nvPr/>
            </p:nvSpPr>
            <p:spPr>
              <a:xfrm>
                <a:off x="8705472"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Avalanche</a:t>
                </a:r>
                <a:endParaRPr lang="en-PK" sz="1400" kern="1200" dirty="0"/>
              </a:p>
            </p:txBody>
          </p:sp>
          <p:sp>
            <p:nvSpPr>
              <p:cNvPr id="50" name="Freeform: Shape 49">
                <a:extLst>
                  <a:ext uri="{FF2B5EF4-FFF2-40B4-BE49-F238E27FC236}">
                    <a16:creationId xmlns:a16="http://schemas.microsoft.com/office/drawing/2014/main" id="{9CE3E3AF-7037-DA10-D368-06C189397B1C}"/>
                  </a:ext>
                </a:extLst>
              </p:cNvPr>
              <p:cNvSpPr/>
              <p:nvPr/>
            </p:nvSpPr>
            <p:spPr>
              <a:xfrm>
                <a:off x="9940983" y="5826782"/>
                <a:ext cx="950393" cy="633595"/>
              </a:xfrm>
              <a:custGeom>
                <a:avLst/>
                <a:gdLst>
                  <a:gd name="connsiteX0" fmla="*/ 0 w 950393"/>
                  <a:gd name="connsiteY0" fmla="*/ 63360 h 633595"/>
                  <a:gd name="connsiteX1" fmla="*/ 63360 w 950393"/>
                  <a:gd name="connsiteY1" fmla="*/ 0 h 633595"/>
                  <a:gd name="connsiteX2" fmla="*/ 887034 w 950393"/>
                  <a:gd name="connsiteY2" fmla="*/ 0 h 633595"/>
                  <a:gd name="connsiteX3" fmla="*/ 950394 w 950393"/>
                  <a:gd name="connsiteY3" fmla="*/ 63360 h 633595"/>
                  <a:gd name="connsiteX4" fmla="*/ 950393 w 950393"/>
                  <a:gd name="connsiteY4" fmla="*/ 570236 h 633595"/>
                  <a:gd name="connsiteX5" fmla="*/ 887033 w 950393"/>
                  <a:gd name="connsiteY5" fmla="*/ 633596 h 633595"/>
                  <a:gd name="connsiteX6" fmla="*/ 63360 w 950393"/>
                  <a:gd name="connsiteY6" fmla="*/ 633595 h 633595"/>
                  <a:gd name="connsiteX7" fmla="*/ 0 w 950393"/>
                  <a:gd name="connsiteY7" fmla="*/ 570235 h 633595"/>
                  <a:gd name="connsiteX8" fmla="*/ 0 w 950393"/>
                  <a:gd name="connsiteY8" fmla="*/ 63360 h 63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0393" h="633595">
                    <a:moveTo>
                      <a:pt x="0" y="63360"/>
                    </a:moveTo>
                    <a:cubicBezTo>
                      <a:pt x="0" y="28367"/>
                      <a:pt x="28367" y="0"/>
                      <a:pt x="63360" y="0"/>
                    </a:cubicBezTo>
                    <a:lnTo>
                      <a:pt x="887034" y="0"/>
                    </a:lnTo>
                    <a:cubicBezTo>
                      <a:pt x="922027" y="0"/>
                      <a:pt x="950394" y="28367"/>
                      <a:pt x="950394" y="63360"/>
                    </a:cubicBezTo>
                    <a:cubicBezTo>
                      <a:pt x="950394" y="232319"/>
                      <a:pt x="950393" y="401277"/>
                      <a:pt x="950393" y="570236"/>
                    </a:cubicBezTo>
                    <a:cubicBezTo>
                      <a:pt x="950393" y="605229"/>
                      <a:pt x="922026" y="633596"/>
                      <a:pt x="887033" y="633596"/>
                    </a:cubicBezTo>
                    <a:lnTo>
                      <a:pt x="63360" y="633595"/>
                    </a:lnTo>
                    <a:cubicBezTo>
                      <a:pt x="28367" y="633595"/>
                      <a:pt x="0" y="605228"/>
                      <a:pt x="0" y="570235"/>
                    </a:cubicBezTo>
                    <a:lnTo>
                      <a:pt x="0" y="6336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71897" tIns="71897" rIns="71897" bIns="71897" numCol="1" spcCol="1270" anchor="ctr" anchorCtr="0">
                <a:noAutofit/>
              </a:bodyPr>
              <a:lstStyle/>
              <a:p>
                <a:pPr marL="0" lvl="0" indent="0" algn="ctr" defTabSz="622300">
                  <a:lnSpc>
                    <a:spcPct val="90000"/>
                  </a:lnSpc>
                  <a:spcBef>
                    <a:spcPct val="0"/>
                  </a:spcBef>
                  <a:spcAft>
                    <a:spcPct val="35000"/>
                  </a:spcAft>
                  <a:buNone/>
                </a:pPr>
                <a:r>
                  <a:rPr lang="en-GB" sz="1400" kern="1200"/>
                  <a:t>Avalanche</a:t>
                </a:r>
                <a:endParaRPr lang="en-PK" sz="1400" kern="1200" dirty="0"/>
              </a:p>
            </p:txBody>
          </p:sp>
        </p:grpSp>
      </p:grpSp>
    </p:spTree>
    <p:extLst>
      <p:ext uri="{BB962C8B-B14F-4D97-AF65-F5344CB8AC3E}">
        <p14:creationId xmlns:p14="http://schemas.microsoft.com/office/powerpoint/2010/main" val="305765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EA3D-6FC9-F625-2928-CAA88C036488}"/>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9B520D5-9524-C6B2-68E4-4CFDEBF474A3}"/>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614DDF1-EC3B-5F6C-A5A0-29B3577442C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6F428C26-97C8-E9F6-FA7D-F5FBC8AD54BF}"/>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Merkle Tree</a:t>
            </a:r>
          </a:p>
        </p:txBody>
      </p:sp>
      <p:sp>
        <p:nvSpPr>
          <p:cNvPr id="216" name="Rectangle 215">
            <a:extLst>
              <a:ext uri="{FF2B5EF4-FFF2-40B4-BE49-F238E27FC236}">
                <a16:creationId xmlns:a16="http://schemas.microsoft.com/office/drawing/2014/main" id="{D97B2228-CACE-B93D-92F6-04F5DB77DE5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D40CB1FD-6C51-83EC-5E09-FD45D4B7F63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37CDAFD0-55C7-FCEB-60FC-9AAB693B4813}"/>
              </a:ext>
            </a:extLst>
          </p:cNvPr>
          <p:cNvSpPr txBox="1">
            <a:spLocks/>
          </p:cNvSpPr>
          <p:nvPr/>
        </p:nvSpPr>
        <p:spPr>
          <a:xfrm>
            <a:off x="220384" y="1532587"/>
            <a:ext cx="11743016" cy="5020613"/>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In a nutshell, Merkle Patricia Trie are used as the data structure because:</a:t>
            </a:r>
          </a:p>
          <a:p>
            <a:pPr lvl="1">
              <a:lnSpc>
                <a:spcPct val="100000"/>
              </a:lnSpc>
              <a:buFont typeface="Wingdings" panose="05000000000000000000" pitchFamily="2" charset="2"/>
              <a:buChar char="§"/>
            </a:pPr>
            <a:r>
              <a:rPr lang="en-GB" sz="3200" dirty="0"/>
              <a:t>They are based on Radix trees which is space optimized.</a:t>
            </a:r>
          </a:p>
          <a:p>
            <a:pPr lvl="1">
              <a:lnSpc>
                <a:spcPct val="100000"/>
              </a:lnSpc>
              <a:buFont typeface="Wingdings" panose="05000000000000000000" pitchFamily="2" charset="2"/>
              <a:buChar char="§"/>
            </a:pPr>
            <a:r>
              <a:rPr lang="en-GB" sz="3200" dirty="0"/>
              <a:t>Traversing and updating is efficient, i.e. logarithmic time complexity.</a:t>
            </a:r>
          </a:p>
          <a:p>
            <a:pPr lvl="1">
              <a:lnSpc>
                <a:spcPct val="100000"/>
              </a:lnSpc>
              <a:buFont typeface="Wingdings" panose="05000000000000000000" pitchFamily="2" charset="2"/>
              <a:buChar char="§"/>
            </a:pPr>
            <a:r>
              <a:rPr lang="en-GB" sz="3200" dirty="0"/>
              <a:t>Using hashes instead of complete objects significantly reduces storage requirements.</a:t>
            </a:r>
          </a:p>
          <a:p>
            <a:pPr lvl="1">
              <a:lnSpc>
                <a:spcPct val="100000"/>
              </a:lnSpc>
              <a:buFont typeface="Wingdings" panose="05000000000000000000" pitchFamily="2" charset="2"/>
              <a:buChar char="§"/>
            </a:pPr>
            <a:r>
              <a:rPr lang="en-GB" sz="3200" dirty="0"/>
              <a:t>Altering any single value results in change in hashes in the entire path from that node to root.</a:t>
            </a:r>
          </a:p>
          <a:p>
            <a:pPr>
              <a:lnSpc>
                <a:spcPct val="100000"/>
              </a:lnSpc>
              <a:buFont typeface="Wingdings" panose="05000000000000000000" pitchFamily="2" charset="2"/>
              <a:buChar char="§"/>
            </a:pPr>
            <a:r>
              <a:rPr lang="en-GB" sz="3400" dirty="0"/>
              <a:t>Ethereum, as well as many other blockchains use this Data structure for time and space efficiency.</a:t>
            </a:r>
          </a:p>
        </p:txBody>
      </p:sp>
    </p:spTree>
    <p:extLst>
      <p:ext uri="{BB962C8B-B14F-4D97-AF65-F5344CB8AC3E}">
        <p14:creationId xmlns:p14="http://schemas.microsoft.com/office/powerpoint/2010/main" val="186353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289D7-552C-50CC-3B8D-86A87556936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177870F-F6C6-7161-B4AC-E1CFB3A2E05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5A0C4E87-A963-A997-D68C-B19F77E27B3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511F5EBB-D345-A483-A550-F9B5F5E2B56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Bloom Filter</a:t>
            </a:r>
          </a:p>
        </p:txBody>
      </p:sp>
      <p:sp>
        <p:nvSpPr>
          <p:cNvPr id="216" name="Rectangle 215">
            <a:extLst>
              <a:ext uri="{FF2B5EF4-FFF2-40B4-BE49-F238E27FC236}">
                <a16:creationId xmlns:a16="http://schemas.microsoft.com/office/drawing/2014/main" id="{6C8D4CF0-5396-C700-1A17-94A98E14E59C}"/>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6E10E121-B5A4-9482-7176-B6B65A1ACA7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D1E94C5B-C4F8-CCB8-E27E-04EAC3E5542F}"/>
              </a:ext>
            </a:extLst>
          </p:cNvPr>
          <p:cNvSpPr txBox="1">
            <a:spLocks/>
          </p:cNvSpPr>
          <p:nvPr/>
        </p:nvSpPr>
        <p:spPr>
          <a:xfrm>
            <a:off x="220384" y="1532587"/>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Bloom Filter is another custom Data structure used by Ethereum.</a:t>
            </a:r>
          </a:p>
          <a:p>
            <a:pPr>
              <a:lnSpc>
                <a:spcPct val="100000"/>
              </a:lnSpc>
              <a:buFont typeface="Wingdings" panose="05000000000000000000" pitchFamily="2" charset="2"/>
              <a:buChar char="§"/>
            </a:pPr>
            <a:r>
              <a:rPr lang="en-GB" sz="3400" dirty="0"/>
              <a:t>It answers the question: “is this event in the set of events that occurred in the transaction?” </a:t>
            </a:r>
            <a:r>
              <a:rPr lang="en-GB" sz="3400" b="1" u="sng" dirty="0"/>
              <a:t>without scanning all logs</a:t>
            </a:r>
            <a:r>
              <a:rPr lang="en-GB" sz="3400" dirty="0"/>
              <a:t>.</a:t>
            </a:r>
          </a:p>
          <a:p>
            <a:pPr>
              <a:lnSpc>
                <a:spcPct val="100000"/>
              </a:lnSpc>
              <a:buFont typeface="Wingdings" panose="05000000000000000000" pitchFamily="2" charset="2"/>
              <a:buChar char="§"/>
            </a:pPr>
            <a:r>
              <a:rPr lang="en-GB" sz="3400" dirty="0"/>
              <a:t>For each block, Ethereum computes a 256-byte (2048-bit) bloom filter which encodes every log address and event parameters.</a:t>
            </a:r>
          </a:p>
        </p:txBody>
      </p:sp>
    </p:spTree>
    <p:extLst>
      <p:ext uri="{BB962C8B-B14F-4D97-AF65-F5344CB8AC3E}">
        <p14:creationId xmlns:p14="http://schemas.microsoft.com/office/powerpoint/2010/main" val="284476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FB646-A0C2-1E15-4367-93A024F2DB4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FAEDA83-ACAE-B87E-BC76-817BCEC29FE3}"/>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31CB6A4D-CAB9-34AD-E26C-8D1A145A8A2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D0EB8398-53F9-F53D-2543-C5BD2BE9556C}"/>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Bloom Filter</a:t>
            </a:r>
          </a:p>
        </p:txBody>
      </p:sp>
      <p:sp>
        <p:nvSpPr>
          <p:cNvPr id="216" name="Rectangle 215">
            <a:extLst>
              <a:ext uri="{FF2B5EF4-FFF2-40B4-BE49-F238E27FC236}">
                <a16:creationId xmlns:a16="http://schemas.microsoft.com/office/drawing/2014/main" id="{F89B55EB-A576-55DA-9F00-FB145447F374}"/>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94074B5F-DC35-04F6-F451-4613932BF7A5}"/>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pSp>
        <p:nvGrpSpPr>
          <p:cNvPr id="105" name="Group 104">
            <a:extLst>
              <a:ext uri="{FF2B5EF4-FFF2-40B4-BE49-F238E27FC236}">
                <a16:creationId xmlns:a16="http://schemas.microsoft.com/office/drawing/2014/main" id="{C0CF2B62-4E7A-D659-1E0D-140113D397BA}"/>
              </a:ext>
            </a:extLst>
          </p:cNvPr>
          <p:cNvGrpSpPr/>
          <p:nvPr/>
        </p:nvGrpSpPr>
        <p:grpSpPr>
          <a:xfrm>
            <a:off x="510025" y="1618819"/>
            <a:ext cx="8857750" cy="978223"/>
            <a:chOff x="510025" y="1718847"/>
            <a:chExt cx="8857750" cy="978223"/>
          </a:xfrm>
        </p:grpSpPr>
        <p:sp>
          <p:nvSpPr>
            <p:cNvPr id="33" name="TextBox 32">
              <a:extLst>
                <a:ext uri="{FF2B5EF4-FFF2-40B4-BE49-F238E27FC236}">
                  <a16:creationId xmlns:a16="http://schemas.microsoft.com/office/drawing/2014/main" id="{DF1BF505-D453-B1F4-F2DA-0076E3D3E600}"/>
                </a:ext>
              </a:extLst>
            </p:cNvPr>
            <p:cNvSpPr txBox="1"/>
            <p:nvPr/>
          </p:nvSpPr>
          <p:spPr>
            <a:xfrm>
              <a:off x="510025" y="1718847"/>
              <a:ext cx="1025152" cy="4001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none" rtlCol="0">
              <a:spAutoFit/>
            </a:bodyPr>
            <a:lstStyle/>
            <a:p>
              <a:r>
                <a:rPr lang="en-US" sz="2000" dirty="0"/>
                <a:t>Transfer</a:t>
              </a:r>
            </a:p>
          </p:txBody>
        </p:sp>
        <p:cxnSp>
          <p:nvCxnSpPr>
            <p:cNvPr id="44" name="Elbow Connector 43">
              <a:extLst>
                <a:ext uri="{FF2B5EF4-FFF2-40B4-BE49-F238E27FC236}">
                  <a16:creationId xmlns:a16="http://schemas.microsoft.com/office/drawing/2014/main" id="{78D8FA36-697F-0BED-1396-DC24CACF06D7}"/>
                </a:ext>
              </a:extLst>
            </p:cNvPr>
            <p:cNvCxnSpPr>
              <a:cxnSpLocks/>
              <a:stCxn id="33" idx="3"/>
              <a:endCxn id="49" idx="0"/>
            </p:cNvCxnSpPr>
            <p:nvPr/>
          </p:nvCxnSpPr>
          <p:spPr>
            <a:xfrm>
              <a:off x="1535177" y="1918902"/>
              <a:ext cx="1363674" cy="37805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nvGrpSpPr>
            <p:cNvPr id="62" name="Group 61">
              <a:extLst>
                <a:ext uri="{FF2B5EF4-FFF2-40B4-BE49-F238E27FC236}">
                  <a16:creationId xmlns:a16="http://schemas.microsoft.com/office/drawing/2014/main" id="{4E17CC79-C729-7492-A65F-21B4A9B2CCCA}"/>
                </a:ext>
              </a:extLst>
            </p:cNvPr>
            <p:cNvGrpSpPr/>
            <p:nvPr/>
          </p:nvGrpSpPr>
          <p:grpSpPr>
            <a:xfrm>
              <a:off x="2173637" y="2296960"/>
              <a:ext cx="7194138" cy="400110"/>
              <a:chOff x="2173637" y="2132848"/>
              <a:chExt cx="7194138" cy="400110"/>
            </a:xfrm>
          </p:grpSpPr>
          <p:sp>
            <p:nvSpPr>
              <p:cNvPr id="39" name="TextBox 38">
                <a:extLst>
                  <a:ext uri="{FF2B5EF4-FFF2-40B4-BE49-F238E27FC236}">
                    <a16:creationId xmlns:a16="http://schemas.microsoft.com/office/drawing/2014/main" id="{7ECBF04C-E48B-A176-4321-B2068F811D33}"/>
                  </a:ext>
                </a:extLst>
              </p:cNvPr>
              <p:cNvSpPr txBox="1"/>
              <p:nvPr/>
            </p:nvSpPr>
            <p:spPr>
              <a:xfrm>
                <a:off x="217363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49" name="TextBox 48">
                <a:extLst>
                  <a:ext uri="{FF2B5EF4-FFF2-40B4-BE49-F238E27FC236}">
                    <a16:creationId xmlns:a16="http://schemas.microsoft.com/office/drawing/2014/main" id="{92265F1C-F389-CAF6-2EA2-D7E5A69EAC09}"/>
                  </a:ext>
                </a:extLst>
              </p:cNvPr>
              <p:cNvSpPr txBox="1"/>
              <p:nvPr/>
            </p:nvSpPr>
            <p:spPr>
              <a:xfrm>
                <a:off x="274800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51" name="TextBox 50">
                <a:extLst>
                  <a:ext uri="{FF2B5EF4-FFF2-40B4-BE49-F238E27FC236}">
                    <a16:creationId xmlns:a16="http://schemas.microsoft.com/office/drawing/2014/main" id="{507A1414-7B90-5271-7332-24287AD2E34D}"/>
                  </a:ext>
                </a:extLst>
              </p:cNvPr>
              <p:cNvSpPr txBox="1"/>
              <p:nvPr/>
            </p:nvSpPr>
            <p:spPr>
              <a:xfrm>
                <a:off x="332237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2" name="TextBox 51">
                <a:extLst>
                  <a:ext uri="{FF2B5EF4-FFF2-40B4-BE49-F238E27FC236}">
                    <a16:creationId xmlns:a16="http://schemas.microsoft.com/office/drawing/2014/main" id="{97550C38-6731-6105-70D1-91FAA8F63E2E}"/>
                  </a:ext>
                </a:extLst>
              </p:cNvPr>
              <p:cNvSpPr txBox="1"/>
              <p:nvPr/>
            </p:nvSpPr>
            <p:spPr>
              <a:xfrm>
                <a:off x="3896750"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3" name="TextBox 52">
                <a:extLst>
                  <a:ext uri="{FF2B5EF4-FFF2-40B4-BE49-F238E27FC236}">
                    <a16:creationId xmlns:a16="http://schemas.microsoft.com/office/drawing/2014/main" id="{4258E130-33F0-C884-8284-5FD3F949B0DD}"/>
                  </a:ext>
                </a:extLst>
              </p:cNvPr>
              <p:cNvSpPr txBox="1"/>
              <p:nvPr/>
            </p:nvSpPr>
            <p:spPr>
              <a:xfrm>
                <a:off x="4471121"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4" name="TextBox 53">
                <a:extLst>
                  <a:ext uri="{FF2B5EF4-FFF2-40B4-BE49-F238E27FC236}">
                    <a16:creationId xmlns:a16="http://schemas.microsoft.com/office/drawing/2014/main" id="{37273193-03EE-4193-3554-9977B6BD50C5}"/>
                  </a:ext>
                </a:extLst>
              </p:cNvPr>
              <p:cNvSpPr txBox="1"/>
              <p:nvPr/>
            </p:nvSpPr>
            <p:spPr>
              <a:xfrm>
                <a:off x="5045492"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55" name="TextBox 54">
                <a:extLst>
                  <a:ext uri="{FF2B5EF4-FFF2-40B4-BE49-F238E27FC236}">
                    <a16:creationId xmlns:a16="http://schemas.microsoft.com/office/drawing/2014/main" id="{871D74B5-3C6E-D978-0E52-BD2BA23A7DEA}"/>
                  </a:ext>
                </a:extLst>
              </p:cNvPr>
              <p:cNvSpPr txBox="1"/>
              <p:nvPr/>
            </p:nvSpPr>
            <p:spPr>
              <a:xfrm>
                <a:off x="5619863"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6" name="TextBox 55">
                <a:extLst>
                  <a:ext uri="{FF2B5EF4-FFF2-40B4-BE49-F238E27FC236}">
                    <a16:creationId xmlns:a16="http://schemas.microsoft.com/office/drawing/2014/main" id="{0DDDF6DE-D303-8A0A-746A-9A806BE0630D}"/>
                  </a:ext>
                </a:extLst>
              </p:cNvPr>
              <p:cNvSpPr txBox="1"/>
              <p:nvPr/>
            </p:nvSpPr>
            <p:spPr>
              <a:xfrm>
                <a:off x="6194234"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57" name="TextBox 56">
                <a:extLst>
                  <a:ext uri="{FF2B5EF4-FFF2-40B4-BE49-F238E27FC236}">
                    <a16:creationId xmlns:a16="http://schemas.microsoft.com/office/drawing/2014/main" id="{AF6B50D7-97EC-2D21-2FD1-4DAB9022AF59}"/>
                  </a:ext>
                </a:extLst>
              </p:cNvPr>
              <p:cNvSpPr txBox="1"/>
              <p:nvPr/>
            </p:nvSpPr>
            <p:spPr>
              <a:xfrm>
                <a:off x="6768605"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8" name="TextBox 57">
                <a:extLst>
                  <a:ext uri="{FF2B5EF4-FFF2-40B4-BE49-F238E27FC236}">
                    <a16:creationId xmlns:a16="http://schemas.microsoft.com/office/drawing/2014/main" id="{DF379579-B9F1-D73B-D3E0-E088DD972BF8}"/>
                  </a:ext>
                </a:extLst>
              </p:cNvPr>
              <p:cNvSpPr txBox="1"/>
              <p:nvPr/>
            </p:nvSpPr>
            <p:spPr>
              <a:xfrm>
                <a:off x="7342976"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59" name="TextBox 58">
                <a:extLst>
                  <a:ext uri="{FF2B5EF4-FFF2-40B4-BE49-F238E27FC236}">
                    <a16:creationId xmlns:a16="http://schemas.microsoft.com/office/drawing/2014/main" id="{872CF744-6089-0CE8-1E26-08C3DB90099B}"/>
                  </a:ext>
                </a:extLst>
              </p:cNvPr>
              <p:cNvSpPr txBox="1"/>
              <p:nvPr/>
            </p:nvSpPr>
            <p:spPr>
              <a:xfrm>
                <a:off x="791734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60" name="TextBox 59">
                <a:extLst>
                  <a:ext uri="{FF2B5EF4-FFF2-40B4-BE49-F238E27FC236}">
                    <a16:creationId xmlns:a16="http://schemas.microsoft.com/office/drawing/2014/main" id="{DC3D1852-43FF-C5C4-9673-04E9CC7D3A87}"/>
                  </a:ext>
                </a:extLst>
              </p:cNvPr>
              <p:cNvSpPr txBox="1"/>
              <p:nvPr/>
            </p:nvSpPr>
            <p:spPr>
              <a:xfrm>
                <a:off x="849171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61" name="TextBox 60">
                <a:extLst>
                  <a:ext uri="{FF2B5EF4-FFF2-40B4-BE49-F238E27FC236}">
                    <a16:creationId xmlns:a16="http://schemas.microsoft.com/office/drawing/2014/main" id="{B17F550F-CC28-84F6-D70E-CC02263A5B44}"/>
                  </a:ext>
                </a:extLst>
              </p:cNvPr>
              <p:cNvSpPr txBox="1"/>
              <p:nvPr/>
            </p:nvSpPr>
            <p:spPr>
              <a:xfrm>
                <a:off x="906608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a:t>
                </a:r>
              </a:p>
            </p:txBody>
          </p:sp>
        </p:grpSp>
        <p:cxnSp>
          <p:nvCxnSpPr>
            <p:cNvPr id="63" name="Elbow Connector 62">
              <a:extLst>
                <a:ext uri="{FF2B5EF4-FFF2-40B4-BE49-F238E27FC236}">
                  <a16:creationId xmlns:a16="http://schemas.microsoft.com/office/drawing/2014/main" id="{E3DFBBEC-0789-4F67-FF6E-63B1A11BF7B6}"/>
                </a:ext>
              </a:extLst>
            </p:cNvPr>
            <p:cNvCxnSpPr>
              <a:cxnSpLocks/>
              <a:stCxn id="33" idx="3"/>
              <a:endCxn id="54" idx="0"/>
            </p:cNvCxnSpPr>
            <p:nvPr/>
          </p:nvCxnSpPr>
          <p:spPr>
            <a:xfrm>
              <a:off x="1535177" y="1918902"/>
              <a:ext cx="3661158" cy="37805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66" name="Elbow Connector 65">
              <a:extLst>
                <a:ext uri="{FF2B5EF4-FFF2-40B4-BE49-F238E27FC236}">
                  <a16:creationId xmlns:a16="http://schemas.microsoft.com/office/drawing/2014/main" id="{9551FA7F-C0AC-6B38-358A-A5150A4654DC}"/>
                </a:ext>
              </a:extLst>
            </p:cNvPr>
            <p:cNvCxnSpPr>
              <a:cxnSpLocks/>
              <a:stCxn id="33" idx="3"/>
              <a:endCxn id="56" idx="0"/>
            </p:cNvCxnSpPr>
            <p:nvPr/>
          </p:nvCxnSpPr>
          <p:spPr>
            <a:xfrm>
              <a:off x="1535177" y="1918902"/>
              <a:ext cx="4809900" cy="378058"/>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grpSp>
        <p:nvGrpSpPr>
          <p:cNvPr id="124" name="Group 123">
            <a:extLst>
              <a:ext uri="{FF2B5EF4-FFF2-40B4-BE49-F238E27FC236}">
                <a16:creationId xmlns:a16="http://schemas.microsoft.com/office/drawing/2014/main" id="{D7DCF470-9860-D9F8-2322-915965E7A9E4}"/>
              </a:ext>
            </a:extLst>
          </p:cNvPr>
          <p:cNvGrpSpPr/>
          <p:nvPr/>
        </p:nvGrpSpPr>
        <p:grpSpPr>
          <a:xfrm>
            <a:off x="510025" y="2918780"/>
            <a:ext cx="8857750" cy="943592"/>
            <a:chOff x="510025" y="3078948"/>
            <a:chExt cx="8857750" cy="943592"/>
          </a:xfrm>
        </p:grpSpPr>
        <p:sp>
          <p:nvSpPr>
            <p:cNvPr id="84" name="TextBox 83">
              <a:extLst>
                <a:ext uri="{FF2B5EF4-FFF2-40B4-BE49-F238E27FC236}">
                  <a16:creationId xmlns:a16="http://schemas.microsoft.com/office/drawing/2014/main" id="{8DBF2355-D3B6-4FF6-607C-33FF37E17AA7}"/>
                </a:ext>
              </a:extLst>
            </p:cNvPr>
            <p:cNvSpPr txBox="1"/>
            <p:nvPr/>
          </p:nvSpPr>
          <p:spPr>
            <a:xfrm>
              <a:off x="510025" y="3078948"/>
              <a:ext cx="659219" cy="4001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US" sz="2000" dirty="0"/>
                <a:t>Sync</a:t>
              </a:r>
            </a:p>
          </p:txBody>
        </p:sp>
        <p:cxnSp>
          <p:nvCxnSpPr>
            <p:cNvPr id="85" name="Elbow Connector 84">
              <a:extLst>
                <a:ext uri="{FF2B5EF4-FFF2-40B4-BE49-F238E27FC236}">
                  <a16:creationId xmlns:a16="http://schemas.microsoft.com/office/drawing/2014/main" id="{AE13C9D7-BE6B-AB8F-2CAD-69C17222572A}"/>
                </a:ext>
              </a:extLst>
            </p:cNvPr>
            <p:cNvCxnSpPr>
              <a:cxnSpLocks/>
              <a:stCxn id="84" idx="3"/>
              <a:endCxn id="99" idx="0"/>
            </p:cNvCxnSpPr>
            <p:nvPr/>
          </p:nvCxnSpPr>
          <p:spPr>
            <a:xfrm>
              <a:off x="1169244" y="3279003"/>
              <a:ext cx="7473317"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nvGrpSpPr>
            <p:cNvPr id="86" name="Group 85">
              <a:extLst>
                <a:ext uri="{FF2B5EF4-FFF2-40B4-BE49-F238E27FC236}">
                  <a16:creationId xmlns:a16="http://schemas.microsoft.com/office/drawing/2014/main" id="{0CF10A70-31AF-0515-BF84-9993E333CE9D}"/>
                </a:ext>
              </a:extLst>
            </p:cNvPr>
            <p:cNvGrpSpPr/>
            <p:nvPr/>
          </p:nvGrpSpPr>
          <p:grpSpPr>
            <a:xfrm>
              <a:off x="2173637" y="3622430"/>
              <a:ext cx="7194138" cy="400110"/>
              <a:chOff x="2173637" y="2132848"/>
              <a:chExt cx="7194138" cy="400110"/>
            </a:xfrm>
          </p:grpSpPr>
          <p:sp>
            <p:nvSpPr>
              <p:cNvPr id="87" name="TextBox 86">
                <a:extLst>
                  <a:ext uri="{FF2B5EF4-FFF2-40B4-BE49-F238E27FC236}">
                    <a16:creationId xmlns:a16="http://schemas.microsoft.com/office/drawing/2014/main" id="{C7179A28-545C-44E1-F540-37E2BD2018F1}"/>
                  </a:ext>
                </a:extLst>
              </p:cNvPr>
              <p:cNvSpPr txBox="1"/>
              <p:nvPr/>
            </p:nvSpPr>
            <p:spPr>
              <a:xfrm>
                <a:off x="217363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88" name="TextBox 87">
                <a:extLst>
                  <a:ext uri="{FF2B5EF4-FFF2-40B4-BE49-F238E27FC236}">
                    <a16:creationId xmlns:a16="http://schemas.microsoft.com/office/drawing/2014/main" id="{62F67591-229A-DAAB-709D-D3DCD6FFD731}"/>
                  </a:ext>
                </a:extLst>
              </p:cNvPr>
              <p:cNvSpPr txBox="1"/>
              <p:nvPr/>
            </p:nvSpPr>
            <p:spPr>
              <a:xfrm>
                <a:off x="274800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0" name="TextBox 89">
                <a:extLst>
                  <a:ext uri="{FF2B5EF4-FFF2-40B4-BE49-F238E27FC236}">
                    <a16:creationId xmlns:a16="http://schemas.microsoft.com/office/drawing/2014/main" id="{3ABBFE93-E4DF-D719-2CB9-876B98C4998C}"/>
                  </a:ext>
                </a:extLst>
              </p:cNvPr>
              <p:cNvSpPr txBox="1"/>
              <p:nvPr/>
            </p:nvSpPr>
            <p:spPr>
              <a:xfrm>
                <a:off x="332237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1" name="TextBox 90">
                <a:extLst>
                  <a:ext uri="{FF2B5EF4-FFF2-40B4-BE49-F238E27FC236}">
                    <a16:creationId xmlns:a16="http://schemas.microsoft.com/office/drawing/2014/main" id="{2DD72797-9FBB-5640-AC2F-1D0892F656EE}"/>
                  </a:ext>
                </a:extLst>
              </p:cNvPr>
              <p:cNvSpPr txBox="1"/>
              <p:nvPr/>
            </p:nvSpPr>
            <p:spPr>
              <a:xfrm>
                <a:off x="3896750"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2" name="TextBox 91">
                <a:extLst>
                  <a:ext uri="{FF2B5EF4-FFF2-40B4-BE49-F238E27FC236}">
                    <a16:creationId xmlns:a16="http://schemas.microsoft.com/office/drawing/2014/main" id="{192A5804-478E-BE4C-8B09-B4943DF18436}"/>
                  </a:ext>
                </a:extLst>
              </p:cNvPr>
              <p:cNvSpPr txBox="1"/>
              <p:nvPr/>
            </p:nvSpPr>
            <p:spPr>
              <a:xfrm>
                <a:off x="4471121"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93" name="TextBox 92">
                <a:extLst>
                  <a:ext uri="{FF2B5EF4-FFF2-40B4-BE49-F238E27FC236}">
                    <a16:creationId xmlns:a16="http://schemas.microsoft.com/office/drawing/2014/main" id="{F1A58BA8-3D95-6618-FAE2-EDCB656C5682}"/>
                  </a:ext>
                </a:extLst>
              </p:cNvPr>
              <p:cNvSpPr txBox="1"/>
              <p:nvPr/>
            </p:nvSpPr>
            <p:spPr>
              <a:xfrm>
                <a:off x="5045492"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4" name="TextBox 93">
                <a:extLst>
                  <a:ext uri="{FF2B5EF4-FFF2-40B4-BE49-F238E27FC236}">
                    <a16:creationId xmlns:a16="http://schemas.microsoft.com/office/drawing/2014/main" id="{F28F9F4B-D2C2-E2F4-E76F-E178EC1BBF08}"/>
                  </a:ext>
                </a:extLst>
              </p:cNvPr>
              <p:cNvSpPr txBox="1"/>
              <p:nvPr/>
            </p:nvSpPr>
            <p:spPr>
              <a:xfrm>
                <a:off x="5619863"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5" name="TextBox 94">
                <a:extLst>
                  <a:ext uri="{FF2B5EF4-FFF2-40B4-BE49-F238E27FC236}">
                    <a16:creationId xmlns:a16="http://schemas.microsoft.com/office/drawing/2014/main" id="{EFA10CD8-9337-F294-8ACE-8F7DE0CE0AC3}"/>
                  </a:ext>
                </a:extLst>
              </p:cNvPr>
              <p:cNvSpPr txBox="1"/>
              <p:nvPr/>
            </p:nvSpPr>
            <p:spPr>
              <a:xfrm>
                <a:off x="6194234"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96" name="TextBox 95">
                <a:extLst>
                  <a:ext uri="{FF2B5EF4-FFF2-40B4-BE49-F238E27FC236}">
                    <a16:creationId xmlns:a16="http://schemas.microsoft.com/office/drawing/2014/main" id="{05989E3E-4936-C876-6147-B12A4C4ABD7C}"/>
                  </a:ext>
                </a:extLst>
              </p:cNvPr>
              <p:cNvSpPr txBox="1"/>
              <p:nvPr/>
            </p:nvSpPr>
            <p:spPr>
              <a:xfrm>
                <a:off x="6768605"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7" name="TextBox 96">
                <a:extLst>
                  <a:ext uri="{FF2B5EF4-FFF2-40B4-BE49-F238E27FC236}">
                    <a16:creationId xmlns:a16="http://schemas.microsoft.com/office/drawing/2014/main" id="{F35963C5-8D6A-131D-AC25-159ACCE31E14}"/>
                  </a:ext>
                </a:extLst>
              </p:cNvPr>
              <p:cNvSpPr txBox="1"/>
              <p:nvPr/>
            </p:nvSpPr>
            <p:spPr>
              <a:xfrm>
                <a:off x="7342976"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8" name="TextBox 97">
                <a:extLst>
                  <a:ext uri="{FF2B5EF4-FFF2-40B4-BE49-F238E27FC236}">
                    <a16:creationId xmlns:a16="http://schemas.microsoft.com/office/drawing/2014/main" id="{5A4D9ECF-A6DC-EF40-DC79-9526B8628B2C}"/>
                  </a:ext>
                </a:extLst>
              </p:cNvPr>
              <p:cNvSpPr txBox="1"/>
              <p:nvPr/>
            </p:nvSpPr>
            <p:spPr>
              <a:xfrm>
                <a:off x="791734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99" name="TextBox 98">
                <a:extLst>
                  <a:ext uri="{FF2B5EF4-FFF2-40B4-BE49-F238E27FC236}">
                    <a16:creationId xmlns:a16="http://schemas.microsoft.com/office/drawing/2014/main" id="{3F6E9D3A-F4A8-F0CA-48F9-C526E10B0F36}"/>
                  </a:ext>
                </a:extLst>
              </p:cNvPr>
              <p:cNvSpPr txBox="1"/>
              <p:nvPr/>
            </p:nvSpPr>
            <p:spPr>
              <a:xfrm>
                <a:off x="849171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00" name="TextBox 99">
                <a:extLst>
                  <a:ext uri="{FF2B5EF4-FFF2-40B4-BE49-F238E27FC236}">
                    <a16:creationId xmlns:a16="http://schemas.microsoft.com/office/drawing/2014/main" id="{105BF4CB-2C48-FBEB-3A06-85CA56D81C82}"/>
                  </a:ext>
                </a:extLst>
              </p:cNvPr>
              <p:cNvSpPr txBox="1"/>
              <p:nvPr/>
            </p:nvSpPr>
            <p:spPr>
              <a:xfrm>
                <a:off x="906608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a:t>
                </a:r>
              </a:p>
            </p:txBody>
          </p:sp>
        </p:grpSp>
        <p:cxnSp>
          <p:nvCxnSpPr>
            <p:cNvPr id="101" name="Elbow Connector 100">
              <a:extLst>
                <a:ext uri="{FF2B5EF4-FFF2-40B4-BE49-F238E27FC236}">
                  <a16:creationId xmlns:a16="http://schemas.microsoft.com/office/drawing/2014/main" id="{947A53A3-89D3-E28D-53BB-8E05F15E2730}"/>
                </a:ext>
              </a:extLst>
            </p:cNvPr>
            <p:cNvCxnSpPr>
              <a:cxnSpLocks/>
              <a:stCxn id="84" idx="3"/>
              <a:endCxn id="92" idx="0"/>
            </p:cNvCxnSpPr>
            <p:nvPr/>
          </p:nvCxnSpPr>
          <p:spPr>
            <a:xfrm>
              <a:off x="1169244" y="3279003"/>
              <a:ext cx="3452720"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02" name="Elbow Connector 101">
              <a:extLst>
                <a:ext uri="{FF2B5EF4-FFF2-40B4-BE49-F238E27FC236}">
                  <a16:creationId xmlns:a16="http://schemas.microsoft.com/office/drawing/2014/main" id="{F492A845-3B6E-10E5-E9F0-650390BBEF51}"/>
                </a:ext>
              </a:extLst>
            </p:cNvPr>
            <p:cNvCxnSpPr>
              <a:cxnSpLocks/>
              <a:stCxn id="84" idx="3"/>
              <a:endCxn id="95" idx="0"/>
            </p:cNvCxnSpPr>
            <p:nvPr/>
          </p:nvCxnSpPr>
          <p:spPr>
            <a:xfrm>
              <a:off x="1169244" y="3279003"/>
              <a:ext cx="5175833"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grpSp>
        <p:nvGrpSpPr>
          <p:cNvPr id="127" name="Group 126">
            <a:extLst>
              <a:ext uri="{FF2B5EF4-FFF2-40B4-BE49-F238E27FC236}">
                <a16:creationId xmlns:a16="http://schemas.microsoft.com/office/drawing/2014/main" id="{4DC65233-773C-68E5-63F0-AB0F4BC708AD}"/>
              </a:ext>
            </a:extLst>
          </p:cNvPr>
          <p:cNvGrpSpPr/>
          <p:nvPr/>
        </p:nvGrpSpPr>
        <p:grpSpPr>
          <a:xfrm>
            <a:off x="510025" y="4306381"/>
            <a:ext cx="8857750" cy="943592"/>
            <a:chOff x="510025" y="4406409"/>
            <a:chExt cx="8857750" cy="943592"/>
          </a:xfrm>
        </p:grpSpPr>
        <p:sp>
          <p:nvSpPr>
            <p:cNvPr id="106" name="TextBox 105">
              <a:extLst>
                <a:ext uri="{FF2B5EF4-FFF2-40B4-BE49-F238E27FC236}">
                  <a16:creationId xmlns:a16="http://schemas.microsoft.com/office/drawing/2014/main" id="{A80E418D-FC3B-D945-DFCF-FC7A728FB2B6}"/>
                </a:ext>
              </a:extLst>
            </p:cNvPr>
            <p:cNvSpPr txBox="1"/>
            <p:nvPr/>
          </p:nvSpPr>
          <p:spPr>
            <a:xfrm>
              <a:off x="510025" y="4406409"/>
              <a:ext cx="739113" cy="4001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sz="2000" dirty="0"/>
                <a:t>Swap</a:t>
              </a:r>
            </a:p>
          </p:txBody>
        </p:sp>
        <p:cxnSp>
          <p:nvCxnSpPr>
            <p:cNvPr id="107" name="Elbow Connector 106">
              <a:extLst>
                <a:ext uri="{FF2B5EF4-FFF2-40B4-BE49-F238E27FC236}">
                  <a16:creationId xmlns:a16="http://schemas.microsoft.com/office/drawing/2014/main" id="{8087DFBB-59FE-85E4-838D-B5E1ADD86C17}"/>
                </a:ext>
              </a:extLst>
            </p:cNvPr>
            <p:cNvCxnSpPr>
              <a:cxnSpLocks/>
              <a:stCxn id="106" idx="3"/>
              <a:endCxn id="120" idx="0"/>
            </p:cNvCxnSpPr>
            <p:nvPr/>
          </p:nvCxnSpPr>
          <p:spPr>
            <a:xfrm>
              <a:off x="1249138" y="4606464"/>
              <a:ext cx="7393423"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nvGrpSpPr>
            <p:cNvPr id="108" name="Group 107">
              <a:extLst>
                <a:ext uri="{FF2B5EF4-FFF2-40B4-BE49-F238E27FC236}">
                  <a16:creationId xmlns:a16="http://schemas.microsoft.com/office/drawing/2014/main" id="{D1AC6FE4-DFF3-ED90-47D1-6AFD04992780}"/>
                </a:ext>
              </a:extLst>
            </p:cNvPr>
            <p:cNvGrpSpPr/>
            <p:nvPr/>
          </p:nvGrpSpPr>
          <p:grpSpPr>
            <a:xfrm>
              <a:off x="2173637" y="4949891"/>
              <a:ext cx="7194138" cy="400110"/>
              <a:chOff x="2173637" y="2132848"/>
              <a:chExt cx="7194138" cy="400110"/>
            </a:xfrm>
          </p:grpSpPr>
          <p:sp>
            <p:nvSpPr>
              <p:cNvPr id="109" name="TextBox 108">
                <a:extLst>
                  <a:ext uri="{FF2B5EF4-FFF2-40B4-BE49-F238E27FC236}">
                    <a16:creationId xmlns:a16="http://schemas.microsoft.com/office/drawing/2014/main" id="{A8BE5043-B285-554B-6CD6-173748E1AE5D}"/>
                  </a:ext>
                </a:extLst>
              </p:cNvPr>
              <p:cNvSpPr txBox="1"/>
              <p:nvPr/>
            </p:nvSpPr>
            <p:spPr>
              <a:xfrm>
                <a:off x="217363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110" name="TextBox 109">
                <a:extLst>
                  <a:ext uri="{FF2B5EF4-FFF2-40B4-BE49-F238E27FC236}">
                    <a16:creationId xmlns:a16="http://schemas.microsoft.com/office/drawing/2014/main" id="{98187F44-AA0E-FDF5-C6D4-59ED54E6426B}"/>
                  </a:ext>
                </a:extLst>
              </p:cNvPr>
              <p:cNvSpPr txBox="1"/>
              <p:nvPr/>
            </p:nvSpPr>
            <p:spPr>
              <a:xfrm>
                <a:off x="274800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111" name="TextBox 110">
                <a:extLst>
                  <a:ext uri="{FF2B5EF4-FFF2-40B4-BE49-F238E27FC236}">
                    <a16:creationId xmlns:a16="http://schemas.microsoft.com/office/drawing/2014/main" id="{157643D4-00A9-0355-E5A7-3780E6C63840}"/>
                  </a:ext>
                </a:extLst>
              </p:cNvPr>
              <p:cNvSpPr txBox="1"/>
              <p:nvPr/>
            </p:nvSpPr>
            <p:spPr>
              <a:xfrm>
                <a:off x="332237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2" name="TextBox 111">
                <a:extLst>
                  <a:ext uri="{FF2B5EF4-FFF2-40B4-BE49-F238E27FC236}">
                    <a16:creationId xmlns:a16="http://schemas.microsoft.com/office/drawing/2014/main" id="{541DD7AE-D5BA-1EA9-20B2-51A41427619F}"/>
                  </a:ext>
                </a:extLst>
              </p:cNvPr>
              <p:cNvSpPr txBox="1"/>
              <p:nvPr/>
            </p:nvSpPr>
            <p:spPr>
              <a:xfrm>
                <a:off x="3896750"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3" name="TextBox 112">
                <a:extLst>
                  <a:ext uri="{FF2B5EF4-FFF2-40B4-BE49-F238E27FC236}">
                    <a16:creationId xmlns:a16="http://schemas.microsoft.com/office/drawing/2014/main" id="{C43D74D5-0FA1-3169-C95B-859C8C38C334}"/>
                  </a:ext>
                </a:extLst>
              </p:cNvPr>
              <p:cNvSpPr txBox="1"/>
              <p:nvPr/>
            </p:nvSpPr>
            <p:spPr>
              <a:xfrm>
                <a:off x="4471121"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4" name="TextBox 113">
                <a:extLst>
                  <a:ext uri="{FF2B5EF4-FFF2-40B4-BE49-F238E27FC236}">
                    <a16:creationId xmlns:a16="http://schemas.microsoft.com/office/drawing/2014/main" id="{16831401-122D-3541-B031-8628DBEC2705}"/>
                  </a:ext>
                </a:extLst>
              </p:cNvPr>
              <p:cNvSpPr txBox="1"/>
              <p:nvPr/>
            </p:nvSpPr>
            <p:spPr>
              <a:xfrm>
                <a:off x="5045492"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5" name="TextBox 114">
                <a:extLst>
                  <a:ext uri="{FF2B5EF4-FFF2-40B4-BE49-F238E27FC236}">
                    <a16:creationId xmlns:a16="http://schemas.microsoft.com/office/drawing/2014/main" id="{D30AB485-AB66-D60E-23DB-F16D892D3B10}"/>
                  </a:ext>
                </a:extLst>
              </p:cNvPr>
              <p:cNvSpPr txBox="1"/>
              <p:nvPr/>
            </p:nvSpPr>
            <p:spPr>
              <a:xfrm>
                <a:off x="5619863"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6" name="TextBox 115">
                <a:extLst>
                  <a:ext uri="{FF2B5EF4-FFF2-40B4-BE49-F238E27FC236}">
                    <a16:creationId xmlns:a16="http://schemas.microsoft.com/office/drawing/2014/main" id="{77A49F36-DEE4-5C8E-4990-D029C7E7A703}"/>
                  </a:ext>
                </a:extLst>
              </p:cNvPr>
              <p:cNvSpPr txBox="1"/>
              <p:nvPr/>
            </p:nvSpPr>
            <p:spPr>
              <a:xfrm>
                <a:off x="6194234"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7" name="TextBox 116">
                <a:extLst>
                  <a:ext uri="{FF2B5EF4-FFF2-40B4-BE49-F238E27FC236}">
                    <a16:creationId xmlns:a16="http://schemas.microsoft.com/office/drawing/2014/main" id="{80D2A63F-F61B-0F58-762C-85DAD1BC2D9A}"/>
                  </a:ext>
                </a:extLst>
              </p:cNvPr>
              <p:cNvSpPr txBox="1"/>
              <p:nvPr/>
            </p:nvSpPr>
            <p:spPr>
              <a:xfrm>
                <a:off x="6768605"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8" name="TextBox 117">
                <a:extLst>
                  <a:ext uri="{FF2B5EF4-FFF2-40B4-BE49-F238E27FC236}">
                    <a16:creationId xmlns:a16="http://schemas.microsoft.com/office/drawing/2014/main" id="{D2E28178-2403-E14E-D6BA-78981C2D971E}"/>
                  </a:ext>
                </a:extLst>
              </p:cNvPr>
              <p:cNvSpPr txBox="1"/>
              <p:nvPr/>
            </p:nvSpPr>
            <p:spPr>
              <a:xfrm>
                <a:off x="7342976"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19" name="TextBox 118">
                <a:extLst>
                  <a:ext uri="{FF2B5EF4-FFF2-40B4-BE49-F238E27FC236}">
                    <a16:creationId xmlns:a16="http://schemas.microsoft.com/office/drawing/2014/main" id="{61A7E52E-9FB5-95E8-BAE5-3296F24D8A32}"/>
                  </a:ext>
                </a:extLst>
              </p:cNvPr>
              <p:cNvSpPr txBox="1"/>
              <p:nvPr/>
            </p:nvSpPr>
            <p:spPr>
              <a:xfrm>
                <a:off x="791734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120" name="TextBox 119">
                <a:extLst>
                  <a:ext uri="{FF2B5EF4-FFF2-40B4-BE49-F238E27FC236}">
                    <a16:creationId xmlns:a16="http://schemas.microsoft.com/office/drawing/2014/main" id="{3DA418C5-DD2B-80B6-C64E-004E18CB9733}"/>
                  </a:ext>
                </a:extLst>
              </p:cNvPr>
              <p:cNvSpPr txBox="1"/>
              <p:nvPr/>
            </p:nvSpPr>
            <p:spPr>
              <a:xfrm>
                <a:off x="849171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121" name="TextBox 120">
                <a:extLst>
                  <a:ext uri="{FF2B5EF4-FFF2-40B4-BE49-F238E27FC236}">
                    <a16:creationId xmlns:a16="http://schemas.microsoft.com/office/drawing/2014/main" id="{F3329BEB-74C9-4213-549D-1D72730D19B7}"/>
                  </a:ext>
                </a:extLst>
              </p:cNvPr>
              <p:cNvSpPr txBox="1"/>
              <p:nvPr/>
            </p:nvSpPr>
            <p:spPr>
              <a:xfrm>
                <a:off x="906608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a:t>
                </a:r>
              </a:p>
            </p:txBody>
          </p:sp>
        </p:grpSp>
        <p:cxnSp>
          <p:nvCxnSpPr>
            <p:cNvPr id="122" name="Elbow Connector 121">
              <a:extLst>
                <a:ext uri="{FF2B5EF4-FFF2-40B4-BE49-F238E27FC236}">
                  <a16:creationId xmlns:a16="http://schemas.microsoft.com/office/drawing/2014/main" id="{F44257F7-FE8A-84FC-F71C-AC2948B5BD4A}"/>
                </a:ext>
              </a:extLst>
            </p:cNvPr>
            <p:cNvCxnSpPr>
              <a:cxnSpLocks/>
              <a:stCxn id="106" idx="3"/>
              <a:endCxn id="109" idx="0"/>
            </p:cNvCxnSpPr>
            <p:nvPr/>
          </p:nvCxnSpPr>
          <p:spPr>
            <a:xfrm>
              <a:off x="1249138" y="4606464"/>
              <a:ext cx="1075342"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23" name="Elbow Connector 122">
              <a:extLst>
                <a:ext uri="{FF2B5EF4-FFF2-40B4-BE49-F238E27FC236}">
                  <a16:creationId xmlns:a16="http://schemas.microsoft.com/office/drawing/2014/main" id="{26967DD5-E9A7-9614-0DD4-3D68F449E30E}"/>
                </a:ext>
              </a:extLst>
            </p:cNvPr>
            <p:cNvCxnSpPr>
              <a:cxnSpLocks/>
              <a:stCxn id="106" idx="3"/>
              <a:endCxn id="110" idx="0"/>
            </p:cNvCxnSpPr>
            <p:nvPr/>
          </p:nvCxnSpPr>
          <p:spPr>
            <a:xfrm>
              <a:off x="1249138" y="4606464"/>
              <a:ext cx="1649713" cy="343427"/>
            </a:xfrm>
            <a:prstGeom prst="bentConnector2">
              <a:avLst/>
            </a:prstGeom>
            <a:ln>
              <a:tailEnd type="triangle"/>
            </a:ln>
          </p:spPr>
          <p:style>
            <a:lnRef idx="3">
              <a:schemeClr val="dk1"/>
            </a:lnRef>
            <a:fillRef idx="0">
              <a:schemeClr val="dk1"/>
            </a:fillRef>
            <a:effectRef idx="2">
              <a:schemeClr val="dk1"/>
            </a:effectRef>
            <a:fontRef idx="minor">
              <a:schemeClr val="tx1"/>
            </a:fontRef>
          </p:style>
        </p:cxnSp>
      </p:grpSp>
      <p:grpSp>
        <p:nvGrpSpPr>
          <p:cNvPr id="213" name="Group 212">
            <a:extLst>
              <a:ext uri="{FF2B5EF4-FFF2-40B4-BE49-F238E27FC236}">
                <a16:creationId xmlns:a16="http://schemas.microsoft.com/office/drawing/2014/main" id="{A67D8881-B15E-8650-E225-7E28CFC90FE3}"/>
              </a:ext>
            </a:extLst>
          </p:cNvPr>
          <p:cNvGrpSpPr/>
          <p:nvPr/>
        </p:nvGrpSpPr>
        <p:grpSpPr>
          <a:xfrm>
            <a:off x="505024" y="5894037"/>
            <a:ext cx="8859748" cy="400110"/>
            <a:chOff x="505024" y="5894037"/>
            <a:chExt cx="8859748" cy="400110"/>
          </a:xfrm>
        </p:grpSpPr>
        <p:sp>
          <p:nvSpPr>
            <p:cNvPr id="193" name="TextBox 192">
              <a:extLst>
                <a:ext uri="{FF2B5EF4-FFF2-40B4-BE49-F238E27FC236}">
                  <a16:creationId xmlns:a16="http://schemas.microsoft.com/office/drawing/2014/main" id="{C6FF00E5-1B48-4E8D-8B73-1B0C6B812BD0}"/>
                </a:ext>
              </a:extLst>
            </p:cNvPr>
            <p:cNvSpPr txBox="1"/>
            <p:nvPr/>
          </p:nvSpPr>
          <p:spPr>
            <a:xfrm>
              <a:off x="505024" y="5894037"/>
              <a:ext cx="1238609"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sz="2000" dirty="0"/>
                <a:t>OR-merge</a:t>
              </a:r>
            </a:p>
          </p:txBody>
        </p:sp>
        <p:grpSp>
          <p:nvGrpSpPr>
            <p:cNvPr id="195" name="Group 194">
              <a:extLst>
                <a:ext uri="{FF2B5EF4-FFF2-40B4-BE49-F238E27FC236}">
                  <a16:creationId xmlns:a16="http://schemas.microsoft.com/office/drawing/2014/main" id="{CDDADC2C-84C3-CA6C-8658-FA5DF6F3C102}"/>
                </a:ext>
              </a:extLst>
            </p:cNvPr>
            <p:cNvGrpSpPr/>
            <p:nvPr/>
          </p:nvGrpSpPr>
          <p:grpSpPr>
            <a:xfrm>
              <a:off x="2170634" y="5894037"/>
              <a:ext cx="7194138" cy="400110"/>
              <a:chOff x="2173637" y="2132848"/>
              <a:chExt cx="7194138" cy="400110"/>
            </a:xfrm>
          </p:grpSpPr>
          <p:sp>
            <p:nvSpPr>
              <p:cNvPr id="198" name="TextBox 197">
                <a:extLst>
                  <a:ext uri="{FF2B5EF4-FFF2-40B4-BE49-F238E27FC236}">
                    <a16:creationId xmlns:a16="http://schemas.microsoft.com/office/drawing/2014/main" id="{132C6AC6-04C8-25DD-BCB7-82B686C33F74}"/>
                  </a:ext>
                </a:extLst>
              </p:cNvPr>
              <p:cNvSpPr txBox="1"/>
              <p:nvPr/>
            </p:nvSpPr>
            <p:spPr>
              <a:xfrm>
                <a:off x="217363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199" name="TextBox 198">
                <a:extLst>
                  <a:ext uri="{FF2B5EF4-FFF2-40B4-BE49-F238E27FC236}">
                    <a16:creationId xmlns:a16="http://schemas.microsoft.com/office/drawing/2014/main" id="{26759B14-CA61-7D13-4A5D-2F121E61BD1E}"/>
                  </a:ext>
                </a:extLst>
              </p:cNvPr>
              <p:cNvSpPr txBox="1"/>
              <p:nvPr/>
            </p:nvSpPr>
            <p:spPr>
              <a:xfrm>
                <a:off x="274800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200" name="TextBox 199">
                <a:extLst>
                  <a:ext uri="{FF2B5EF4-FFF2-40B4-BE49-F238E27FC236}">
                    <a16:creationId xmlns:a16="http://schemas.microsoft.com/office/drawing/2014/main" id="{A9AAB7AB-7E1E-5FAE-7666-1B73EC402F1D}"/>
                  </a:ext>
                </a:extLst>
              </p:cNvPr>
              <p:cNvSpPr txBox="1"/>
              <p:nvPr/>
            </p:nvSpPr>
            <p:spPr>
              <a:xfrm>
                <a:off x="332237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1" name="TextBox 200">
                <a:extLst>
                  <a:ext uri="{FF2B5EF4-FFF2-40B4-BE49-F238E27FC236}">
                    <a16:creationId xmlns:a16="http://schemas.microsoft.com/office/drawing/2014/main" id="{888D87EF-7587-C130-37F5-00305053B4F4}"/>
                  </a:ext>
                </a:extLst>
              </p:cNvPr>
              <p:cNvSpPr txBox="1"/>
              <p:nvPr/>
            </p:nvSpPr>
            <p:spPr>
              <a:xfrm>
                <a:off x="3896750"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2" name="TextBox 201">
                <a:extLst>
                  <a:ext uri="{FF2B5EF4-FFF2-40B4-BE49-F238E27FC236}">
                    <a16:creationId xmlns:a16="http://schemas.microsoft.com/office/drawing/2014/main" id="{BCFA0D75-AF49-A972-1CDA-1BEEFB439DDC}"/>
                  </a:ext>
                </a:extLst>
              </p:cNvPr>
              <p:cNvSpPr txBox="1"/>
              <p:nvPr/>
            </p:nvSpPr>
            <p:spPr>
              <a:xfrm>
                <a:off x="4471121"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203" name="TextBox 202">
                <a:extLst>
                  <a:ext uri="{FF2B5EF4-FFF2-40B4-BE49-F238E27FC236}">
                    <a16:creationId xmlns:a16="http://schemas.microsoft.com/office/drawing/2014/main" id="{80E3DE71-ED7E-0B45-CA2D-A32C88E5CBC9}"/>
                  </a:ext>
                </a:extLst>
              </p:cNvPr>
              <p:cNvSpPr txBox="1"/>
              <p:nvPr/>
            </p:nvSpPr>
            <p:spPr>
              <a:xfrm>
                <a:off x="5045492"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204" name="TextBox 203">
                <a:extLst>
                  <a:ext uri="{FF2B5EF4-FFF2-40B4-BE49-F238E27FC236}">
                    <a16:creationId xmlns:a16="http://schemas.microsoft.com/office/drawing/2014/main" id="{15B0F6CC-9A2E-83EF-968A-2C1120800F18}"/>
                  </a:ext>
                </a:extLst>
              </p:cNvPr>
              <p:cNvSpPr txBox="1"/>
              <p:nvPr/>
            </p:nvSpPr>
            <p:spPr>
              <a:xfrm>
                <a:off x="5619863"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5" name="TextBox 204">
                <a:extLst>
                  <a:ext uri="{FF2B5EF4-FFF2-40B4-BE49-F238E27FC236}">
                    <a16:creationId xmlns:a16="http://schemas.microsoft.com/office/drawing/2014/main" id="{879DAF49-01F8-1180-8D19-9EBAC653A87C}"/>
                  </a:ext>
                </a:extLst>
              </p:cNvPr>
              <p:cNvSpPr txBox="1"/>
              <p:nvPr/>
            </p:nvSpPr>
            <p:spPr>
              <a:xfrm>
                <a:off x="6194234"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206" name="TextBox 205">
                <a:extLst>
                  <a:ext uri="{FF2B5EF4-FFF2-40B4-BE49-F238E27FC236}">
                    <a16:creationId xmlns:a16="http://schemas.microsoft.com/office/drawing/2014/main" id="{CB8E8630-8F51-3435-00EB-C22271F24D06}"/>
                  </a:ext>
                </a:extLst>
              </p:cNvPr>
              <p:cNvSpPr txBox="1"/>
              <p:nvPr/>
            </p:nvSpPr>
            <p:spPr>
              <a:xfrm>
                <a:off x="6768605"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7" name="TextBox 206">
                <a:extLst>
                  <a:ext uri="{FF2B5EF4-FFF2-40B4-BE49-F238E27FC236}">
                    <a16:creationId xmlns:a16="http://schemas.microsoft.com/office/drawing/2014/main" id="{E0BA5FE6-8895-D366-6E9E-76293B542937}"/>
                  </a:ext>
                </a:extLst>
              </p:cNvPr>
              <p:cNvSpPr txBox="1"/>
              <p:nvPr/>
            </p:nvSpPr>
            <p:spPr>
              <a:xfrm>
                <a:off x="7342976"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8" name="TextBox 207">
                <a:extLst>
                  <a:ext uri="{FF2B5EF4-FFF2-40B4-BE49-F238E27FC236}">
                    <a16:creationId xmlns:a16="http://schemas.microsoft.com/office/drawing/2014/main" id="{789E6FA7-65BF-775E-54BB-D0D4B4F8CB82}"/>
                  </a:ext>
                </a:extLst>
              </p:cNvPr>
              <p:cNvSpPr txBox="1"/>
              <p:nvPr/>
            </p:nvSpPr>
            <p:spPr>
              <a:xfrm>
                <a:off x="7917347"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0</a:t>
                </a:r>
              </a:p>
            </p:txBody>
          </p:sp>
          <p:sp>
            <p:nvSpPr>
              <p:cNvPr id="209" name="TextBox 208">
                <a:extLst>
                  <a:ext uri="{FF2B5EF4-FFF2-40B4-BE49-F238E27FC236}">
                    <a16:creationId xmlns:a16="http://schemas.microsoft.com/office/drawing/2014/main" id="{86879047-CC8F-BFAD-1141-6A941EB125D4}"/>
                  </a:ext>
                </a:extLst>
              </p:cNvPr>
              <p:cNvSpPr txBox="1"/>
              <p:nvPr/>
            </p:nvSpPr>
            <p:spPr>
              <a:xfrm>
                <a:off x="8491718"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1</a:t>
                </a:r>
              </a:p>
            </p:txBody>
          </p:sp>
          <p:sp>
            <p:nvSpPr>
              <p:cNvPr id="210" name="TextBox 209">
                <a:extLst>
                  <a:ext uri="{FF2B5EF4-FFF2-40B4-BE49-F238E27FC236}">
                    <a16:creationId xmlns:a16="http://schemas.microsoft.com/office/drawing/2014/main" id="{A1B8FF8B-3050-9F73-FEE2-80DE990E3B58}"/>
                  </a:ext>
                </a:extLst>
              </p:cNvPr>
              <p:cNvSpPr txBox="1"/>
              <p:nvPr/>
            </p:nvSpPr>
            <p:spPr>
              <a:xfrm>
                <a:off x="9066089" y="2132848"/>
                <a:ext cx="301686" cy="40011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2000" dirty="0"/>
                  <a:t>…</a:t>
                </a:r>
              </a:p>
            </p:txBody>
          </p:sp>
        </p:grpSp>
        <p:cxnSp>
          <p:nvCxnSpPr>
            <p:cNvPr id="212" name="Straight Arrow Connector 211">
              <a:extLst>
                <a:ext uri="{FF2B5EF4-FFF2-40B4-BE49-F238E27FC236}">
                  <a16:creationId xmlns:a16="http://schemas.microsoft.com/office/drawing/2014/main" id="{6233AB05-46BD-9354-9E75-EB4598A20A4C}"/>
                </a:ext>
              </a:extLst>
            </p:cNvPr>
            <p:cNvCxnSpPr>
              <a:stCxn id="193" idx="3"/>
              <a:endCxn id="198" idx="1"/>
            </p:cNvCxnSpPr>
            <p:nvPr/>
          </p:nvCxnSpPr>
          <p:spPr>
            <a:xfrm>
              <a:off x="1743633" y="6094092"/>
              <a:ext cx="427001"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37106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B614-291B-C0BD-CD69-2DC20CE095F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5CB83D89-5827-4FF9-574E-BBA54D2FE297}"/>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F050896B-7D5F-142B-70B7-9934081924C0}"/>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032F57D7-F47F-8C6E-397F-A01CB7781BA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Bloom Filter</a:t>
            </a:r>
          </a:p>
        </p:txBody>
      </p:sp>
      <p:sp>
        <p:nvSpPr>
          <p:cNvPr id="216" name="Rectangle 215">
            <a:extLst>
              <a:ext uri="{FF2B5EF4-FFF2-40B4-BE49-F238E27FC236}">
                <a16:creationId xmlns:a16="http://schemas.microsoft.com/office/drawing/2014/main" id="{92D8FF9F-98BD-69CE-C8D7-1D89CDBFDB23}"/>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B126B0AB-0503-3913-D7DC-0E281262CED0}"/>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823BD02E-6209-D110-6B01-DE35A146EA2C}"/>
              </a:ext>
            </a:extLst>
          </p:cNvPr>
          <p:cNvSpPr txBox="1">
            <a:spLocks/>
          </p:cNvSpPr>
          <p:nvPr/>
        </p:nvSpPr>
        <p:spPr>
          <a:xfrm>
            <a:off x="220384" y="1532587"/>
            <a:ext cx="11743016" cy="5020613"/>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400" dirty="0"/>
              <a:t>Ethereum’s implementation:</a:t>
            </a:r>
          </a:p>
          <a:p>
            <a:pPr>
              <a:lnSpc>
                <a:spcPct val="100000"/>
              </a:lnSpc>
              <a:buFont typeface="Wingdings" panose="05000000000000000000" pitchFamily="2" charset="2"/>
              <a:buChar char="§"/>
            </a:pPr>
            <a:r>
              <a:rPr lang="en-GB" sz="3400" dirty="0"/>
              <a:t>Instead of using only 1 bit, Ethereum uses 3 sets of 11-bit slices from Keccak-256 hashing function.</a:t>
            </a:r>
          </a:p>
          <a:p>
            <a:pPr marL="0" indent="0">
              <a:lnSpc>
                <a:spcPct val="100000"/>
              </a:lnSpc>
              <a:buNone/>
            </a:pPr>
            <a:r>
              <a:rPr lang="en-GB" sz="3400" dirty="0"/>
              <a:t>Algorithm:</a:t>
            </a:r>
          </a:p>
          <a:p>
            <a:pPr lvl="1">
              <a:lnSpc>
                <a:spcPct val="100000"/>
              </a:lnSpc>
              <a:buFont typeface="Wingdings" panose="05000000000000000000" pitchFamily="2" charset="2"/>
              <a:buChar char="§"/>
            </a:pPr>
            <a:r>
              <a:rPr lang="en-GB" sz="3200" dirty="0"/>
              <a:t>For each topic (representing event type):</a:t>
            </a:r>
          </a:p>
          <a:p>
            <a:pPr lvl="2">
              <a:lnSpc>
                <a:spcPct val="100000"/>
              </a:lnSpc>
              <a:buFont typeface="Wingdings" panose="05000000000000000000" pitchFamily="2" charset="2"/>
              <a:buChar char="§"/>
            </a:pPr>
            <a:r>
              <a:rPr lang="en-GB" sz="3200" dirty="0"/>
              <a:t>Hash it using Keccak-256 function</a:t>
            </a:r>
          </a:p>
          <a:p>
            <a:pPr lvl="2">
              <a:lnSpc>
                <a:spcPct val="100000"/>
              </a:lnSpc>
              <a:buFont typeface="Wingdings" panose="05000000000000000000" pitchFamily="2" charset="2"/>
              <a:buChar char="§"/>
            </a:pPr>
            <a:r>
              <a:rPr lang="en-GB" sz="3200" dirty="0"/>
              <a:t>Take three 11-bit slices (e.g. [0-10],[64,74],[128-138])</a:t>
            </a:r>
          </a:p>
          <a:p>
            <a:pPr lvl="2">
              <a:lnSpc>
                <a:spcPct val="100000"/>
              </a:lnSpc>
              <a:buFont typeface="Wingdings" panose="05000000000000000000" pitchFamily="2" charset="2"/>
              <a:buChar char="§"/>
            </a:pPr>
            <a:r>
              <a:rPr lang="en-GB" sz="3200" dirty="0"/>
              <a:t>Insert the slices into positions between 0 and 2047</a:t>
            </a:r>
          </a:p>
          <a:p>
            <a:pPr lvl="2">
              <a:lnSpc>
                <a:spcPct val="100000"/>
              </a:lnSpc>
              <a:buFont typeface="Wingdings" panose="05000000000000000000" pitchFamily="2" charset="2"/>
              <a:buChar char="§"/>
            </a:pPr>
            <a:r>
              <a:rPr lang="en-GB" sz="3200" dirty="0"/>
              <a:t>Set those bits to 1 in a 2048-bit array (= 256 bytes)</a:t>
            </a:r>
          </a:p>
          <a:p>
            <a:pPr lvl="2">
              <a:lnSpc>
                <a:spcPct val="100000"/>
              </a:lnSpc>
              <a:buFont typeface="Wingdings" panose="05000000000000000000" pitchFamily="2" charset="2"/>
              <a:buChar char="§"/>
            </a:pPr>
            <a:r>
              <a:rPr lang="en-GB" sz="3200" dirty="0"/>
              <a:t>Merge all logs Bloom filters using OR operation on all 11-bits.</a:t>
            </a:r>
          </a:p>
        </p:txBody>
      </p:sp>
    </p:spTree>
    <p:extLst>
      <p:ext uri="{BB962C8B-B14F-4D97-AF65-F5344CB8AC3E}">
        <p14:creationId xmlns:p14="http://schemas.microsoft.com/office/powerpoint/2010/main" val="425139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6A466-8CDA-305B-674E-CBB6F8F8E429}"/>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F2245DA3-5BB6-7BA6-531A-8F0A2DF7CE1F}"/>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813CC0B4-80B9-E1BD-9C33-400F03E6784B}"/>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C95A3884-1987-81F5-AC79-49ED82F60A6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Bloom Filter</a:t>
            </a:r>
          </a:p>
        </p:txBody>
      </p:sp>
      <p:sp>
        <p:nvSpPr>
          <p:cNvPr id="216" name="Rectangle 215">
            <a:extLst>
              <a:ext uri="{FF2B5EF4-FFF2-40B4-BE49-F238E27FC236}">
                <a16:creationId xmlns:a16="http://schemas.microsoft.com/office/drawing/2014/main" id="{3B9D8F38-4F3D-B1F3-7019-D32B1DBB380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E92D1135-A492-9E97-A6C1-387452C32D5C}"/>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60E169F3-EE5A-8AB5-7101-AD9541B5B95B}"/>
              </a:ext>
            </a:extLst>
          </p:cNvPr>
          <p:cNvSpPr txBox="1">
            <a:spLocks/>
          </p:cNvSpPr>
          <p:nvPr/>
        </p:nvSpPr>
        <p:spPr>
          <a:xfrm>
            <a:off x="220384" y="1532587"/>
            <a:ext cx="11743016" cy="5020613"/>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Recall that while Merkle Tree reduces time to traverse transactions, the transactions still need to be traversed for 24M blocks.</a:t>
            </a:r>
          </a:p>
          <a:p>
            <a:pPr>
              <a:lnSpc>
                <a:spcPct val="100000"/>
              </a:lnSpc>
              <a:buFont typeface="Wingdings" panose="05000000000000000000" pitchFamily="2" charset="2"/>
              <a:buChar char="§"/>
            </a:pPr>
            <a:r>
              <a:rPr lang="en-GB" sz="3400" dirty="0"/>
              <a:t>With Bloom filters, if we want to read all “Sync” events:</a:t>
            </a:r>
          </a:p>
          <a:p>
            <a:pPr marL="971550" lvl="1" indent="-514350">
              <a:lnSpc>
                <a:spcPct val="100000"/>
              </a:lnSpc>
              <a:buFont typeface="+mj-lt"/>
              <a:buAutoNum type="alphaLcPeriod"/>
            </a:pPr>
            <a:r>
              <a:rPr lang="en-GB" sz="3200" dirty="0"/>
              <a:t>Peek at the block header’s logs bloom filter.</a:t>
            </a:r>
            <a:endParaRPr lang="en-GB" sz="3400" dirty="0"/>
          </a:p>
          <a:p>
            <a:pPr marL="971550" lvl="1" indent="-514350">
              <a:lnSpc>
                <a:spcPct val="100000"/>
              </a:lnSpc>
              <a:buFont typeface="+mj-lt"/>
              <a:buAutoNum type="alphaLcPeriod"/>
            </a:pPr>
            <a:r>
              <a:rPr lang="en-GB" sz="3400" dirty="0"/>
              <a:t>If its respective 11-bit pairs for “Sync” is OFF, then skip the block.</a:t>
            </a:r>
          </a:p>
          <a:p>
            <a:pPr marL="971550" lvl="1" indent="-514350">
              <a:lnSpc>
                <a:spcPct val="100000"/>
              </a:lnSpc>
              <a:buFont typeface="+mj-lt"/>
              <a:buAutoNum type="alphaLcPeriod"/>
            </a:pPr>
            <a:r>
              <a:rPr lang="en-GB" sz="3400" dirty="0"/>
              <a:t>Otherwise, check each transaction in that block.</a:t>
            </a:r>
          </a:p>
          <a:p>
            <a:pPr marL="1428750" lvl="2" indent="-514350">
              <a:lnSpc>
                <a:spcPct val="100000"/>
              </a:lnSpc>
              <a:buFont typeface="+mj-lt"/>
              <a:buAutoNum type="alphaLcPeriod"/>
            </a:pPr>
            <a:r>
              <a:rPr lang="en-GB" sz="3200" dirty="0"/>
              <a:t>Within each transaction, if Logs bloom filter is OFF, skip it.</a:t>
            </a:r>
          </a:p>
          <a:p>
            <a:pPr marL="1428750" lvl="2" indent="-514350">
              <a:lnSpc>
                <a:spcPct val="100000"/>
              </a:lnSpc>
              <a:buFont typeface="+mj-lt"/>
              <a:buAutoNum type="alphaLcPeriod"/>
            </a:pPr>
            <a:r>
              <a:rPr lang="en-GB" sz="3200" dirty="0"/>
              <a:t>Otherwise, traverse its logs to read the Sync events.</a:t>
            </a:r>
          </a:p>
        </p:txBody>
      </p:sp>
    </p:spTree>
    <p:extLst>
      <p:ext uri="{BB962C8B-B14F-4D97-AF65-F5344CB8AC3E}">
        <p14:creationId xmlns:p14="http://schemas.microsoft.com/office/powerpoint/2010/main" val="2482457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6FE3A-9E97-817D-1819-76D7D76652C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33C9BC0B-A85E-17CF-8649-4F5E05D22E2B}"/>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A7229609-7D50-15CF-CF83-6F1EC990D108}"/>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D8C70179-EC3A-FC0A-3730-C906239A4164}"/>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Bloom Filter</a:t>
            </a:r>
          </a:p>
        </p:txBody>
      </p:sp>
      <p:sp>
        <p:nvSpPr>
          <p:cNvPr id="216" name="Rectangle 215">
            <a:extLst>
              <a:ext uri="{FF2B5EF4-FFF2-40B4-BE49-F238E27FC236}">
                <a16:creationId xmlns:a16="http://schemas.microsoft.com/office/drawing/2014/main" id="{557F58D0-E3AD-67A7-0A12-362AB7C3019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57391146-718C-6D41-E9C0-8B46E5CB3CB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C5572D-ACBB-3992-481F-63C73B09B3AA}"/>
                  </a:ext>
                </a:extLst>
              </p:cNvPr>
              <p:cNvSpPr txBox="1">
                <a:spLocks/>
              </p:cNvSpPr>
              <p:nvPr/>
            </p:nvSpPr>
            <p:spPr>
              <a:xfrm>
                <a:off x="220384" y="1532587"/>
                <a:ext cx="11743016" cy="50206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Interestingly, this is probabilistic data structure and can have a false positive, but never a false negative.</a:t>
                </a:r>
              </a:p>
              <a:p>
                <a:pPr>
                  <a:lnSpc>
                    <a:spcPct val="100000"/>
                  </a:lnSpc>
                  <a:buFont typeface="Wingdings" panose="05000000000000000000" pitchFamily="2" charset="2"/>
                  <a:buChar char="§"/>
                </a:pPr>
                <a:r>
                  <a:rPr lang="en-GB" sz="3400" dirty="0"/>
                  <a:t>However, the probability of false positive is </a:t>
                </a:r>
                <a14:m>
                  <m:oMath xmlns:m="http://schemas.openxmlformats.org/officeDocument/2006/math">
                    <m:sSup>
                      <m:sSupPr>
                        <m:ctrlPr>
                          <a:rPr lang="en-GB" sz="3400" b="0" i="1" smtClean="0">
                            <a:latin typeface="Cambria Math" panose="02040503050406030204" pitchFamily="18" charset="0"/>
                          </a:rPr>
                        </m:ctrlPr>
                      </m:sSupPr>
                      <m:e>
                        <m:d>
                          <m:dPr>
                            <m:ctrlPr>
                              <a:rPr lang="en-GB" sz="3400" b="0" i="1" smtClean="0">
                                <a:latin typeface="Cambria Math" panose="02040503050406030204" pitchFamily="18" charset="0"/>
                              </a:rPr>
                            </m:ctrlPr>
                          </m:dPr>
                          <m:e>
                            <m:r>
                              <a:rPr lang="en-GB" sz="3400" b="0" i="1" smtClean="0">
                                <a:latin typeface="Cambria Math" panose="02040503050406030204" pitchFamily="18" charset="0"/>
                              </a:rPr>
                              <m:t>1−</m:t>
                            </m:r>
                            <m:sSup>
                              <m:sSupPr>
                                <m:ctrlPr>
                                  <a:rPr lang="en-GB" sz="3400" b="0" i="1" smtClean="0">
                                    <a:latin typeface="Cambria Math" panose="02040503050406030204" pitchFamily="18" charset="0"/>
                                  </a:rPr>
                                </m:ctrlPr>
                              </m:sSupPr>
                              <m:e>
                                <m:r>
                                  <a:rPr lang="en-GB" sz="3400" b="0" i="1" smtClean="0">
                                    <a:latin typeface="Cambria Math" panose="02040503050406030204" pitchFamily="18" charset="0"/>
                                  </a:rPr>
                                  <m:t>𝑒</m:t>
                                </m:r>
                              </m:e>
                              <m:sup>
                                <m:r>
                                  <a:rPr lang="en-GB" sz="3400" b="0" i="1" smtClean="0">
                                    <a:latin typeface="Cambria Math" panose="02040503050406030204" pitchFamily="18" charset="0"/>
                                  </a:rPr>
                                  <m:t>−</m:t>
                                </m:r>
                                <m:r>
                                  <a:rPr lang="en-GB" sz="3400" b="0" i="1" smtClean="0">
                                    <a:latin typeface="Cambria Math" panose="02040503050406030204" pitchFamily="18" charset="0"/>
                                  </a:rPr>
                                  <m:t>𝑘𝑛</m:t>
                                </m:r>
                                <m:r>
                                  <a:rPr lang="en-GB" sz="3400" b="0" i="1" smtClean="0">
                                    <a:latin typeface="Cambria Math" panose="02040503050406030204" pitchFamily="18" charset="0"/>
                                  </a:rPr>
                                  <m:t>/</m:t>
                                </m:r>
                                <m:r>
                                  <a:rPr lang="en-GB" sz="3400" b="0" i="1" smtClean="0">
                                    <a:latin typeface="Cambria Math" panose="02040503050406030204" pitchFamily="18" charset="0"/>
                                  </a:rPr>
                                  <m:t>𝑚</m:t>
                                </m:r>
                              </m:sup>
                            </m:sSup>
                          </m:e>
                        </m:d>
                      </m:e>
                      <m:sup>
                        <m:r>
                          <a:rPr lang="en-GB" sz="3400" b="0" i="1" smtClean="0">
                            <a:latin typeface="Cambria Math" panose="02040503050406030204" pitchFamily="18" charset="0"/>
                          </a:rPr>
                          <m:t>𝑘</m:t>
                        </m:r>
                      </m:sup>
                    </m:sSup>
                  </m:oMath>
                </a14:m>
                <a:r>
                  <a:rPr lang="en-GB" sz="3400" dirty="0"/>
                  <a:t> where </a:t>
                </a:r>
                <a14:m>
                  <m:oMath xmlns:m="http://schemas.openxmlformats.org/officeDocument/2006/math">
                    <m:r>
                      <a:rPr lang="en-GB" sz="3400" b="0" i="1" smtClean="0">
                        <a:latin typeface="Cambria Math" panose="02040503050406030204" pitchFamily="18" charset="0"/>
                      </a:rPr>
                      <m:t>𝑚</m:t>
                    </m:r>
                  </m:oMath>
                </a14:m>
                <a:r>
                  <a:rPr lang="en-GB" sz="3400" dirty="0"/>
                  <a:t> is the number of bits and </a:t>
                </a:r>
                <a14:m>
                  <m:oMath xmlns:m="http://schemas.openxmlformats.org/officeDocument/2006/math">
                    <m:r>
                      <a:rPr lang="en-GB" sz="3400" b="0" i="1" smtClean="0">
                        <a:latin typeface="Cambria Math" panose="02040503050406030204" pitchFamily="18" charset="0"/>
                      </a:rPr>
                      <m:t>𝑘</m:t>
                    </m:r>
                  </m:oMath>
                </a14:m>
                <a:r>
                  <a:rPr lang="en-GB" sz="3400" dirty="0"/>
                  <a:t> is the number of hash functions.</a:t>
                </a:r>
              </a:p>
              <a:p>
                <a:pPr>
                  <a:lnSpc>
                    <a:spcPct val="100000"/>
                  </a:lnSpc>
                  <a:buFont typeface="Wingdings" panose="05000000000000000000" pitchFamily="2" charset="2"/>
                  <a:buChar char="§"/>
                </a:pPr>
                <a:r>
                  <a:rPr lang="en-GB" sz="3400" dirty="0"/>
                  <a:t>In Ethereum, </a:t>
                </a:r>
                <a14:m>
                  <m:oMath xmlns:m="http://schemas.openxmlformats.org/officeDocument/2006/math">
                    <m:r>
                      <a:rPr lang="en-GB" sz="3400" b="0" i="1" smtClean="0">
                        <a:latin typeface="Cambria Math" panose="02040503050406030204" pitchFamily="18" charset="0"/>
                      </a:rPr>
                      <m:t>𝑛</m:t>
                    </m:r>
                  </m:oMath>
                </a14:m>
                <a:r>
                  <a:rPr lang="en-GB" sz="3400" dirty="0"/>
                  <a:t> is the total number of unique addresses across all logs in the block; </a:t>
                </a:r>
                <a14:m>
                  <m:oMath xmlns:m="http://schemas.openxmlformats.org/officeDocument/2006/math">
                    <m:r>
                      <a:rPr lang="en-GB" sz="3400" b="0" i="1" smtClean="0">
                        <a:latin typeface="Cambria Math" panose="02040503050406030204" pitchFamily="18" charset="0"/>
                      </a:rPr>
                      <m:t>𝑚</m:t>
                    </m:r>
                  </m:oMath>
                </a14:m>
                <a:r>
                  <a:rPr lang="en-GB" sz="3400" dirty="0"/>
                  <a:t> is the number of bits in bloom filter (2048); </a:t>
                </a:r>
                <a14:m>
                  <m:oMath xmlns:m="http://schemas.openxmlformats.org/officeDocument/2006/math">
                    <m:r>
                      <a:rPr lang="en-GB" sz="3400" b="0" i="1" smtClean="0">
                        <a:latin typeface="Cambria Math" panose="02040503050406030204" pitchFamily="18" charset="0"/>
                      </a:rPr>
                      <m:t>𝑘</m:t>
                    </m:r>
                  </m:oMath>
                </a14:m>
                <a:r>
                  <a:rPr lang="en-GB" sz="3400" dirty="0"/>
                  <a:t> is the number of bits set per entry (3).</a:t>
                </a:r>
              </a:p>
              <a:p>
                <a:pPr>
                  <a:lnSpc>
                    <a:spcPct val="100000"/>
                  </a:lnSpc>
                  <a:buFont typeface="Wingdings" panose="05000000000000000000" pitchFamily="2" charset="2"/>
                  <a:buChar char="§"/>
                </a:pPr>
                <a:r>
                  <a:rPr lang="en-GB" sz="3400" dirty="0"/>
                  <a:t>Meaning </a:t>
                </a:r>
                <a14:m>
                  <m:oMath xmlns:m="http://schemas.openxmlformats.org/officeDocument/2006/math">
                    <m:sSup>
                      <m:sSupPr>
                        <m:ctrlPr>
                          <a:rPr lang="en-GB" sz="3400" i="1">
                            <a:latin typeface="Cambria Math" panose="02040503050406030204" pitchFamily="18" charset="0"/>
                          </a:rPr>
                        </m:ctrlPr>
                      </m:sSupPr>
                      <m:e>
                        <m:d>
                          <m:dPr>
                            <m:ctrlPr>
                              <a:rPr lang="en-GB" sz="3400" i="1">
                                <a:latin typeface="Cambria Math" panose="02040503050406030204" pitchFamily="18" charset="0"/>
                              </a:rPr>
                            </m:ctrlPr>
                          </m:dPr>
                          <m:e>
                            <m:r>
                              <a:rPr lang="en-GB" sz="3400" i="1">
                                <a:latin typeface="Cambria Math" panose="02040503050406030204" pitchFamily="18" charset="0"/>
                              </a:rPr>
                              <m:t>1−</m:t>
                            </m:r>
                            <m:sSup>
                              <m:sSupPr>
                                <m:ctrlPr>
                                  <a:rPr lang="en-GB" sz="3400" i="1">
                                    <a:latin typeface="Cambria Math" panose="02040503050406030204" pitchFamily="18" charset="0"/>
                                  </a:rPr>
                                </m:ctrlPr>
                              </m:sSupPr>
                              <m:e>
                                <m:r>
                                  <a:rPr lang="en-GB" sz="3400" i="1">
                                    <a:latin typeface="Cambria Math" panose="02040503050406030204" pitchFamily="18" charset="0"/>
                                  </a:rPr>
                                  <m:t>𝑒</m:t>
                                </m:r>
                              </m:e>
                              <m:sup>
                                <m:r>
                                  <a:rPr lang="en-GB" sz="3400" i="1">
                                    <a:latin typeface="Cambria Math" panose="02040503050406030204" pitchFamily="18" charset="0"/>
                                  </a:rPr>
                                  <m:t>−</m:t>
                                </m:r>
                                <m:r>
                                  <a:rPr lang="en-GB" sz="3400" b="0" i="1" smtClean="0">
                                    <a:latin typeface="Cambria Math" panose="02040503050406030204" pitchFamily="18" charset="0"/>
                                  </a:rPr>
                                  <m:t>3</m:t>
                                </m:r>
                                <m:r>
                                  <a:rPr lang="en-GB" sz="3400" i="1">
                                    <a:latin typeface="Cambria Math" panose="02040503050406030204" pitchFamily="18" charset="0"/>
                                  </a:rPr>
                                  <m:t>𝑛</m:t>
                                </m:r>
                                <m:r>
                                  <a:rPr lang="en-GB" sz="3400" i="1">
                                    <a:latin typeface="Cambria Math" panose="02040503050406030204" pitchFamily="18" charset="0"/>
                                  </a:rPr>
                                  <m:t>/2048</m:t>
                                </m:r>
                              </m:sup>
                            </m:sSup>
                          </m:e>
                        </m:d>
                      </m:e>
                      <m:sup>
                        <m:r>
                          <a:rPr lang="en-GB" sz="3400" b="0" i="1" smtClean="0">
                            <a:latin typeface="Cambria Math" panose="02040503050406030204" pitchFamily="18" charset="0"/>
                          </a:rPr>
                          <m:t>3</m:t>
                        </m:r>
                      </m:sup>
                    </m:sSup>
                  </m:oMath>
                </a14:m>
                <a:endParaRPr lang="en-GB" sz="3400" dirty="0"/>
              </a:p>
              <a:p>
                <a:pPr>
                  <a:lnSpc>
                    <a:spcPct val="100000"/>
                  </a:lnSpc>
                  <a:buFont typeface="Wingdings" panose="05000000000000000000" pitchFamily="2" charset="2"/>
                  <a:buChar char="§"/>
                </a:pPr>
                <a:r>
                  <a:rPr lang="en-GB" sz="3400" dirty="0"/>
                  <a:t>For </a:t>
                </a:r>
                <a14:m>
                  <m:oMath xmlns:m="http://schemas.openxmlformats.org/officeDocument/2006/math">
                    <m:r>
                      <a:rPr lang="en-GB" sz="3400" b="0" i="1" smtClean="0">
                        <a:latin typeface="Cambria Math" panose="02040503050406030204" pitchFamily="18" charset="0"/>
                      </a:rPr>
                      <m:t>𝑛</m:t>
                    </m:r>
                    <m:r>
                      <a:rPr lang="en-GB" sz="3400" b="0" i="1" smtClean="0">
                        <a:latin typeface="Cambria Math" panose="02040503050406030204" pitchFamily="18" charset="0"/>
                      </a:rPr>
                      <m:t>=10</m:t>
                    </m:r>
                  </m:oMath>
                </a14:m>
                <a:r>
                  <a:rPr lang="en-GB" sz="3400" dirty="0"/>
                  <a:t>, the probability is extremely low, but for </a:t>
                </a:r>
                <a14:m>
                  <m:oMath xmlns:m="http://schemas.openxmlformats.org/officeDocument/2006/math">
                    <m:r>
                      <a:rPr lang="en-GB" sz="3400" b="0" i="1" smtClean="0">
                        <a:latin typeface="Cambria Math" panose="02040503050406030204" pitchFamily="18" charset="0"/>
                      </a:rPr>
                      <m:t>𝑛</m:t>
                    </m:r>
                    <m:r>
                      <a:rPr lang="en-GB" sz="3400" b="0" i="1" smtClean="0">
                        <a:latin typeface="Cambria Math" panose="02040503050406030204" pitchFamily="18" charset="0"/>
                      </a:rPr>
                      <m:t>=1000</m:t>
                    </m:r>
                  </m:oMath>
                </a14:m>
                <a:r>
                  <a:rPr lang="en-GB" sz="3400" dirty="0"/>
                  <a:t>, it is approx. 0.445. This is indeed a problem which Ethereum is yet to fix.</a:t>
                </a:r>
              </a:p>
            </p:txBody>
          </p:sp>
        </mc:Choice>
        <mc:Fallback xmlns="">
          <p:sp>
            <p:nvSpPr>
              <p:cNvPr id="3" name="Content Placeholder 2">
                <a:extLst>
                  <a:ext uri="{FF2B5EF4-FFF2-40B4-BE49-F238E27FC236}">
                    <a16:creationId xmlns:a16="http://schemas.microsoft.com/office/drawing/2014/main" id="{BBC5572D-ACBB-3992-481F-63C73B09B3AA}"/>
                  </a:ext>
                </a:extLst>
              </p:cNvPr>
              <p:cNvSpPr txBox="1">
                <a:spLocks noRot="1" noChangeAspect="1" noMove="1" noResize="1" noEditPoints="1" noAdjustHandles="1" noChangeArrowheads="1" noChangeShapeType="1" noTextEdit="1"/>
              </p:cNvSpPr>
              <p:nvPr/>
            </p:nvSpPr>
            <p:spPr>
              <a:xfrm>
                <a:off x="220384" y="1532587"/>
                <a:ext cx="11743016" cy="5020613"/>
              </a:xfrm>
              <a:prstGeom prst="rect">
                <a:avLst/>
              </a:prstGeom>
              <a:blipFill>
                <a:blip r:embed="rId3"/>
                <a:stretch>
                  <a:fillRect l="-1090" t="-3155" r="-1453"/>
                </a:stretch>
              </a:blipFill>
            </p:spPr>
            <p:txBody>
              <a:bodyPr/>
              <a:lstStyle/>
              <a:p>
                <a:r>
                  <a:rPr lang="en-PK">
                    <a:noFill/>
                  </a:rPr>
                  <a:t> </a:t>
                </a:r>
              </a:p>
            </p:txBody>
          </p:sp>
        </mc:Fallback>
      </mc:AlternateContent>
    </p:spTree>
    <p:extLst>
      <p:ext uri="{BB962C8B-B14F-4D97-AF65-F5344CB8AC3E}">
        <p14:creationId xmlns:p14="http://schemas.microsoft.com/office/powerpoint/2010/main" val="60451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E16AE-FBDA-15ED-DF3F-A6790D563BF0}"/>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24964601-DDDE-12CF-FBA5-56C787C69A88}"/>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62461EF2-6E3A-F1CC-3A66-79676D3C001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BF5E3F83-664F-45B8-5DA3-936BA7AE416A}"/>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a:t>
            </a:r>
          </a:p>
        </p:txBody>
      </p:sp>
      <p:sp>
        <p:nvSpPr>
          <p:cNvPr id="216" name="Rectangle 215">
            <a:extLst>
              <a:ext uri="{FF2B5EF4-FFF2-40B4-BE49-F238E27FC236}">
                <a16:creationId xmlns:a16="http://schemas.microsoft.com/office/drawing/2014/main" id="{5F674B0D-ACCB-E173-CC77-9E21A869827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D3A9270C-95D8-B655-2390-9A4EA5D0778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BC0A9B45-6312-9D21-C22C-7BD1C98A41BC}"/>
              </a:ext>
            </a:extLst>
          </p:cNvPr>
          <p:cNvSpPr txBox="1">
            <a:spLocks/>
          </p:cNvSpPr>
          <p:nvPr/>
        </p:nvSpPr>
        <p:spPr>
          <a:xfrm>
            <a:off x="220384" y="1532587"/>
            <a:ext cx="11743016" cy="50206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400" dirty="0"/>
              <a:t>The lecture– deliberately – explained MPT as a binary tree for simplicity. Actually, Vitalik didn’t pick binary tree for Ethereum; he used </a:t>
            </a:r>
            <a:r>
              <a:rPr lang="en-GB" sz="3400" dirty="0" err="1"/>
              <a:t>Hexary</a:t>
            </a:r>
            <a:r>
              <a:rPr lang="en-GB" sz="3400" dirty="0"/>
              <a:t> (16-node) MPT.</a:t>
            </a:r>
          </a:p>
          <a:p>
            <a:pPr marL="0" indent="0">
              <a:lnSpc>
                <a:spcPct val="100000"/>
              </a:lnSpc>
              <a:buNone/>
            </a:pPr>
            <a:r>
              <a:rPr lang="en-GB" sz="3400" dirty="0"/>
              <a:t>This approach requires more bandwidth and storage as compared to binary trees.</a:t>
            </a:r>
          </a:p>
          <a:p>
            <a:pPr>
              <a:lnSpc>
                <a:spcPct val="100000"/>
              </a:lnSpc>
              <a:buFont typeface="Wingdings" panose="05000000000000000000" pitchFamily="2" charset="2"/>
              <a:buChar char="§"/>
            </a:pPr>
            <a:r>
              <a:rPr lang="en-GB" sz="3400" dirty="0"/>
              <a:t>Record a video to explain this concept, covering the merits and demerits of both approaches and the rationale behind Ethereum’s design decision to go with </a:t>
            </a:r>
            <a:r>
              <a:rPr lang="en-GB" sz="3400" dirty="0" err="1"/>
              <a:t>Hexary</a:t>
            </a:r>
            <a:r>
              <a:rPr lang="en-GB" sz="3400" dirty="0"/>
              <a:t> MPT.</a:t>
            </a:r>
          </a:p>
          <a:p>
            <a:pPr>
              <a:lnSpc>
                <a:spcPct val="100000"/>
              </a:lnSpc>
              <a:buFont typeface="Wingdings" panose="05000000000000000000" pitchFamily="2" charset="2"/>
              <a:buChar char="§"/>
            </a:pPr>
            <a:r>
              <a:rPr lang="en-GB" sz="3400" dirty="0"/>
              <a:t>The video should:</a:t>
            </a:r>
          </a:p>
          <a:p>
            <a:pPr lvl="1">
              <a:lnSpc>
                <a:spcPct val="100000"/>
              </a:lnSpc>
              <a:buFont typeface="Wingdings" panose="05000000000000000000" pitchFamily="2" charset="2"/>
              <a:buChar char="§"/>
            </a:pPr>
            <a:r>
              <a:rPr lang="en-GB" sz="3200" dirty="0"/>
              <a:t>Reflect your understanding (3marks).</a:t>
            </a:r>
          </a:p>
          <a:p>
            <a:pPr lvl="1">
              <a:lnSpc>
                <a:spcPct val="100000"/>
              </a:lnSpc>
              <a:buFont typeface="Wingdings" panose="05000000000000000000" pitchFamily="2" charset="2"/>
              <a:buChar char="§"/>
            </a:pPr>
            <a:r>
              <a:rPr lang="en-GB" sz="3200" dirty="0"/>
              <a:t>Be under 5 minutes (1mark).</a:t>
            </a:r>
          </a:p>
          <a:p>
            <a:pPr lvl="1">
              <a:lnSpc>
                <a:spcPct val="100000"/>
              </a:lnSpc>
              <a:buFont typeface="Wingdings" panose="05000000000000000000" pitchFamily="2" charset="2"/>
              <a:buChar char="§"/>
            </a:pPr>
            <a:r>
              <a:rPr lang="en-GB" sz="3200" dirty="0"/>
              <a:t>Be Recorded in well-lit room having clear audio in a silent and echo-free room (1mark).</a:t>
            </a:r>
          </a:p>
          <a:p>
            <a:pPr marL="0" indent="0">
              <a:lnSpc>
                <a:spcPct val="100000"/>
              </a:lnSpc>
              <a:buNone/>
            </a:pPr>
            <a:r>
              <a:rPr lang="en-GB" sz="3400" i="1" dirty="0"/>
              <a:t>Note! Using ChatGPT or any AI tool is permitted. You can present in Urdu as well… in fact, I recommend it.</a:t>
            </a:r>
          </a:p>
        </p:txBody>
      </p:sp>
    </p:spTree>
    <p:extLst>
      <p:ext uri="{BB962C8B-B14F-4D97-AF65-F5344CB8AC3E}">
        <p14:creationId xmlns:p14="http://schemas.microsoft.com/office/powerpoint/2010/main" val="146369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53FDE-01C4-31C9-6840-D06B6D559A3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E0EFBA7-025F-740A-625E-703D57EFE1C3}"/>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06971249-3503-E348-73E4-428615A55F89}"/>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10FE282B-A8E5-9667-3952-11D8E2AEBDD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Activity 3</a:t>
            </a:r>
          </a:p>
        </p:txBody>
      </p:sp>
      <p:sp>
        <p:nvSpPr>
          <p:cNvPr id="216" name="Rectangle 215">
            <a:extLst>
              <a:ext uri="{FF2B5EF4-FFF2-40B4-BE49-F238E27FC236}">
                <a16:creationId xmlns:a16="http://schemas.microsoft.com/office/drawing/2014/main" id="{9BA2329B-8D3A-D601-AD55-88A265A99CD8}"/>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A84EB53B-CEE2-3122-2186-D0E4E6C76517}"/>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81D92D59-559F-841E-6F2C-7A803969B811}"/>
              </a:ext>
            </a:extLst>
          </p:cNvPr>
          <p:cNvSpPr txBox="1">
            <a:spLocks/>
          </p:cNvSpPr>
          <p:nvPr/>
        </p:nvSpPr>
        <p:spPr>
          <a:xfrm>
            <a:off x="220384" y="1532587"/>
            <a:ext cx="11743016" cy="5020613"/>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GB" sz="3400" b="1" dirty="0"/>
              <a:t>Objectives:</a:t>
            </a:r>
          </a:p>
          <a:p>
            <a:pPr marL="514350" indent="-514350">
              <a:lnSpc>
                <a:spcPct val="100000"/>
              </a:lnSpc>
              <a:buFont typeface="+mj-lt"/>
              <a:buAutoNum type="arabicPeriod"/>
            </a:pPr>
            <a:r>
              <a:rPr lang="en-GB" sz="3400" dirty="0"/>
              <a:t>Unlock the Ethereum Wallet you created in the previous activity.</a:t>
            </a:r>
          </a:p>
          <a:p>
            <a:pPr marL="514350" indent="-514350">
              <a:lnSpc>
                <a:spcPct val="100000"/>
              </a:lnSpc>
              <a:buFont typeface="+mj-lt"/>
              <a:buAutoNum type="arabicPeriod"/>
            </a:pPr>
            <a:r>
              <a:rPr lang="en-GB" sz="3400" dirty="0"/>
              <a:t>Search for ways to collect/mine Sepolia Ethers into your wallet.</a:t>
            </a:r>
          </a:p>
          <a:p>
            <a:pPr marL="514350" indent="-514350">
              <a:lnSpc>
                <a:spcPct val="100000"/>
              </a:lnSpc>
              <a:buFont typeface="+mj-lt"/>
              <a:buAutoNum type="arabicPeriod"/>
            </a:pPr>
            <a:r>
              <a:rPr lang="en-GB" sz="3400" dirty="0"/>
              <a:t>Collect at least 0.1 Sepolia ETH and send them to wallet address: 0x47f90658033B95af18923d410821b1ee0A9EF465</a:t>
            </a:r>
          </a:p>
          <a:p>
            <a:pPr marL="514350" indent="-514350">
              <a:lnSpc>
                <a:spcPct val="100000"/>
              </a:lnSpc>
              <a:buFont typeface="+mj-lt"/>
              <a:buAutoNum type="arabicPeriod"/>
            </a:pPr>
            <a:r>
              <a:rPr lang="en-GB" sz="3400" dirty="0"/>
              <a:t>Submit the Transaction hash on LMS.</a:t>
            </a:r>
          </a:p>
          <a:p>
            <a:pPr marL="514350" indent="-514350">
              <a:lnSpc>
                <a:spcPct val="100000"/>
              </a:lnSpc>
              <a:buFont typeface="+mj-lt"/>
              <a:buAutoNum type="arabicPeriod"/>
            </a:pPr>
            <a:r>
              <a:rPr lang="en-GB" sz="3400" dirty="0"/>
              <a:t>Upon successful receipt, you will be transferred back 0.15 Sepolia ETH.</a:t>
            </a:r>
          </a:p>
          <a:p>
            <a:pPr marL="0" indent="0">
              <a:lnSpc>
                <a:spcPct val="100000"/>
              </a:lnSpc>
              <a:buNone/>
            </a:pPr>
            <a:r>
              <a:rPr lang="en-GB" sz="3400" dirty="0"/>
              <a:t>Note! You can use any means you want </a:t>
            </a:r>
            <a:r>
              <a:rPr lang="en-GB" sz="3400" dirty="0">
                <a:solidFill>
                  <a:srgbClr val="FF0000"/>
                </a:solidFill>
              </a:rPr>
              <a:t>but transfer of tokens from one student to another will be considered Plagiarism</a:t>
            </a:r>
            <a:r>
              <a:rPr lang="en-GB" sz="3400" dirty="0"/>
              <a:t>.</a:t>
            </a:r>
          </a:p>
        </p:txBody>
      </p:sp>
    </p:spTree>
    <p:extLst>
      <p:ext uri="{BB962C8B-B14F-4D97-AF65-F5344CB8AC3E}">
        <p14:creationId xmlns:p14="http://schemas.microsoft.com/office/powerpoint/2010/main" val="158158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5304</TotalTime>
  <Words>1843</Words>
  <Application>Microsoft Macintosh PowerPoint</Application>
  <PresentationFormat>Widescreen</PresentationFormat>
  <Paragraphs>284</Paragraphs>
  <Slides>20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Biome Light</vt:lpstr>
      <vt:lpstr>Calibri</vt:lpstr>
      <vt:lpstr>Calibri Light</vt:lpstr>
      <vt:lpstr>Cambria Math</vt:lpstr>
      <vt:lpstr>Wingdings</vt:lpstr>
      <vt:lpstr>Office Theme</vt:lpstr>
      <vt:lpstr>DECENTRALIZED APPLICATION DEVELOPMENT (119389)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199</cp:revision>
  <dcterms:created xsi:type="dcterms:W3CDTF">2022-11-22T20:08:03Z</dcterms:created>
  <dcterms:modified xsi:type="dcterms:W3CDTF">2025-10-25T07:00:52Z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