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2"/>
  </p:notesMasterIdLst>
  <p:sldIdLst>
    <p:sldId id="256" r:id="rId2"/>
    <p:sldId id="279" r:id="rId3"/>
    <p:sldId id="280" r:id="rId4"/>
    <p:sldId id="283" r:id="rId5"/>
    <p:sldId id="291" r:id="rId6"/>
    <p:sldId id="295" r:id="rId7"/>
    <p:sldId id="297" r:id="rId8"/>
    <p:sldId id="298" r:id="rId9"/>
    <p:sldId id="300" r:id="rId10"/>
    <p:sldId id="301" r:id="rId1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Lexend" panose="020B0604020202020204" charset="0"/>
      <p:regular r:id="rId18"/>
      <p:bold r:id="rId19"/>
    </p:embeddedFont>
    <p:embeddedFont>
      <p:font typeface="Raleway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31E4A4-B5C1-4E33-9B4B-3300CBACC133}" v="96" dt="2025-08-23T13:07:58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FE31E4A4-B5C1-4E33-9B4B-3300CBACC133}"/>
    <pc:docChg chg="undo custSel addSld delSld modSld sldOrd">
      <pc:chgData name="Owais Ahmed" userId="6abc7d4556b3b071" providerId="LiveId" clId="{FE31E4A4-B5C1-4E33-9B4B-3300CBACC133}" dt="2025-08-24T18:47:26.680" v="805" actId="20577"/>
      <pc:docMkLst>
        <pc:docMk/>
      </pc:docMkLst>
      <pc:sldChg chg="modSp mod">
        <pc:chgData name="Owais Ahmed" userId="6abc7d4556b3b071" providerId="LiveId" clId="{FE31E4A4-B5C1-4E33-9B4B-3300CBACC133}" dt="2025-08-24T18:47:26.680" v="805" actId="20577"/>
        <pc:sldMkLst>
          <pc:docMk/>
          <pc:sldMk cId="0" sldId="256"/>
        </pc:sldMkLst>
        <pc:spChg chg="mod">
          <ac:chgData name="Owais Ahmed" userId="6abc7d4556b3b071" providerId="LiveId" clId="{FE31E4A4-B5C1-4E33-9B4B-3300CBACC133}" dt="2025-08-24T18:47:26.680" v="805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 mod modAnim modNotesTx">
        <pc:chgData name="Owais Ahmed" userId="6abc7d4556b3b071" providerId="LiveId" clId="{FE31E4A4-B5C1-4E33-9B4B-3300CBACC133}" dt="2025-08-23T12:08:06.386" v="84"/>
        <pc:sldMkLst>
          <pc:docMk/>
          <pc:sldMk cId="0" sldId="279"/>
        </pc:sldMkLst>
        <pc:spChg chg="mod">
          <ac:chgData name="Owais Ahmed" userId="6abc7d4556b3b071" providerId="LiveId" clId="{FE31E4A4-B5C1-4E33-9B4B-3300CBACC133}" dt="2025-08-23T11:38:26.572" v="9" actId="20577"/>
          <ac:spMkLst>
            <pc:docMk/>
            <pc:sldMk cId="0" sldId="279"/>
            <ac:spMk id="687" creationId="{00000000-0000-0000-0000-000000000000}"/>
          </ac:spMkLst>
        </pc:spChg>
      </pc:sldChg>
      <pc:sldChg chg="addSp delSp modSp mod modAnim modNotesTx">
        <pc:chgData name="Owais Ahmed" userId="6abc7d4556b3b071" providerId="LiveId" clId="{FE31E4A4-B5C1-4E33-9B4B-3300CBACC133}" dt="2025-08-23T12:13:26.691" v="150" actId="20577"/>
        <pc:sldMkLst>
          <pc:docMk/>
          <pc:sldMk cId="0" sldId="280"/>
        </pc:sldMkLst>
        <pc:spChg chg="mod">
          <ac:chgData name="Owais Ahmed" userId="6abc7d4556b3b071" providerId="LiveId" clId="{FE31E4A4-B5C1-4E33-9B4B-3300CBACC133}" dt="2025-08-23T12:12:18.879" v="146" actId="27636"/>
          <ac:spMkLst>
            <pc:docMk/>
            <pc:sldMk cId="0" sldId="280"/>
            <ac:spMk id="740" creationId="{00000000-0000-0000-0000-000000000000}"/>
          </ac:spMkLst>
        </pc:spChg>
        <pc:spChg chg="del mod topLvl">
          <ac:chgData name="Owais Ahmed" userId="6abc7d4556b3b071" providerId="LiveId" clId="{FE31E4A4-B5C1-4E33-9B4B-3300CBACC133}" dt="2025-08-23T12:11:33.304" v="130" actId="478"/>
          <ac:spMkLst>
            <pc:docMk/>
            <pc:sldMk cId="0" sldId="280"/>
            <ac:spMk id="741" creationId="{00000000-0000-0000-0000-000000000000}"/>
          </ac:spMkLst>
        </pc:spChg>
        <pc:spChg chg="del mod topLvl">
          <ac:chgData name="Owais Ahmed" userId="6abc7d4556b3b071" providerId="LiveId" clId="{FE31E4A4-B5C1-4E33-9B4B-3300CBACC133}" dt="2025-08-23T12:11:27.199" v="128" actId="478"/>
          <ac:spMkLst>
            <pc:docMk/>
            <pc:sldMk cId="0" sldId="280"/>
            <ac:spMk id="742" creationId="{00000000-0000-0000-0000-000000000000}"/>
          </ac:spMkLst>
        </pc:spChg>
        <pc:grpChg chg="add del mod">
          <ac:chgData name="Owais Ahmed" userId="6abc7d4556b3b071" providerId="LiveId" clId="{FE31E4A4-B5C1-4E33-9B4B-3300CBACC133}" dt="2025-08-23T12:11:31.290" v="129" actId="165"/>
          <ac:grpSpMkLst>
            <pc:docMk/>
            <pc:sldMk cId="0" sldId="280"/>
            <ac:grpSpMk id="2" creationId="{3A0F1BDC-EEA0-C8CF-D126-4FC991395522}"/>
          </ac:grpSpMkLst>
        </pc:grpChg>
        <pc:grpChg chg="add del mod">
          <ac:chgData name="Owais Ahmed" userId="6abc7d4556b3b071" providerId="LiveId" clId="{FE31E4A4-B5C1-4E33-9B4B-3300CBACC133}" dt="2025-08-23T12:11:24.162" v="126" actId="165"/>
          <ac:grpSpMkLst>
            <pc:docMk/>
            <pc:sldMk cId="0" sldId="280"/>
            <ac:grpSpMk id="3" creationId="{EA342DBB-9EBA-FE26-6948-5CBE0CAC86BC}"/>
          </ac:grpSpMkLst>
        </pc:grpChg>
        <pc:picChg chg="mod topLvl">
          <ac:chgData name="Owais Ahmed" userId="6abc7d4556b3b071" providerId="LiveId" clId="{FE31E4A4-B5C1-4E33-9B4B-3300CBACC133}" dt="2025-08-23T12:11:50.057" v="136" actId="1076"/>
          <ac:picMkLst>
            <pc:docMk/>
            <pc:sldMk cId="0" sldId="280"/>
            <ac:picMk id="738" creationId="{00000000-0000-0000-0000-000000000000}"/>
          </ac:picMkLst>
        </pc:picChg>
        <pc:picChg chg="mod topLvl">
          <ac:chgData name="Owais Ahmed" userId="6abc7d4556b3b071" providerId="LiveId" clId="{FE31E4A4-B5C1-4E33-9B4B-3300CBACC133}" dt="2025-08-23T12:11:53.175" v="137" actId="1076"/>
          <ac:picMkLst>
            <pc:docMk/>
            <pc:sldMk cId="0" sldId="280"/>
            <ac:picMk id="739" creationId="{00000000-0000-0000-0000-000000000000}"/>
          </ac:picMkLst>
        </pc:picChg>
        <pc:picChg chg="del">
          <ac:chgData name="Owais Ahmed" userId="6abc7d4556b3b071" providerId="LiveId" clId="{FE31E4A4-B5C1-4E33-9B4B-3300CBACC133}" dt="2025-08-23T11:39:28.187" v="39" actId="478"/>
          <ac:picMkLst>
            <pc:docMk/>
            <pc:sldMk cId="0" sldId="280"/>
            <ac:picMk id="743" creationId="{00000000-0000-0000-0000-000000000000}"/>
          </ac:picMkLst>
        </pc:picChg>
      </pc:sldChg>
      <pc:sldChg chg="addSp modSp del mod">
        <pc:chgData name="Owais Ahmed" userId="6abc7d4556b3b071" providerId="LiveId" clId="{FE31E4A4-B5C1-4E33-9B4B-3300CBACC133}" dt="2025-08-23T12:14:06.010" v="154" actId="47"/>
        <pc:sldMkLst>
          <pc:docMk/>
          <pc:sldMk cId="0" sldId="282"/>
        </pc:sldMkLst>
        <pc:spChg chg="mod">
          <ac:chgData name="Owais Ahmed" userId="6abc7d4556b3b071" providerId="LiveId" clId="{FE31E4A4-B5C1-4E33-9B4B-3300CBACC133}" dt="2025-08-23T12:10:56.611" v="118" actId="164"/>
          <ac:spMkLst>
            <pc:docMk/>
            <pc:sldMk cId="0" sldId="282"/>
            <ac:spMk id="790" creationId="{00000000-0000-0000-0000-000000000000}"/>
          </ac:spMkLst>
        </pc:spChg>
        <pc:spChg chg="mod">
          <ac:chgData name="Owais Ahmed" userId="6abc7d4556b3b071" providerId="LiveId" clId="{FE31E4A4-B5C1-4E33-9B4B-3300CBACC133}" dt="2025-08-23T12:10:56.611" v="118" actId="164"/>
          <ac:spMkLst>
            <pc:docMk/>
            <pc:sldMk cId="0" sldId="282"/>
            <ac:spMk id="796" creationId="{00000000-0000-0000-0000-000000000000}"/>
          </ac:spMkLst>
        </pc:spChg>
        <pc:spChg chg="mod">
          <ac:chgData name="Owais Ahmed" userId="6abc7d4556b3b071" providerId="LiveId" clId="{FE31E4A4-B5C1-4E33-9B4B-3300CBACC133}" dt="2025-08-23T12:10:56.611" v="118" actId="164"/>
          <ac:spMkLst>
            <pc:docMk/>
            <pc:sldMk cId="0" sldId="282"/>
            <ac:spMk id="797" creationId="{00000000-0000-0000-0000-000000000000}"/>
          </ac:spMkLst>
        </pc:spChg>
        <pc:spChg chg="mod">
          <ac:chgData name="Owais Ahmed" userId="6abc7d4556b3b071" providerId="LiveId" clId="{FE31E4A4-B5C1-4E33-9B4B-3300CBACC133}" dt="2025-08-23T12:10:56.611" v="118" actId="164"/>
          <ac:spMkLst>
            <pc:docMk/>
            <pc:sldMk cId="0" sldId="282"/>
            <ac:spMk id="798" creationId="{00000000-0000-0000-0000-000000000000}"/>
          </ac:spMkLst>
        </pc:spChg>
        <pc:spChg chg="mod">
          <ac:chgData name="Owais Ahmed" userId="6abc7d4556b3b071" providerId="LiveId" clId="{FE31E4A4-B5C1-4E33-9B4B-3300CBACC133}" dt="2025-08-23T12:13:56.967" v="153" actId="20577"/>
          <ac:spMkLst>
            <pc:docMk/>
            <pc:sldMk cId="0" sldId="282"/>
            <ac:spMk id="800" creationId="{00000000-0000-0000-0000-000000000000}"/>
          </ac:spMkLst>
        </pc:spChg>
        <pc:grpChg chg="mod">
          <ac:chgData name="Owais Ahmed" userId="6abc7d4556b3b071" providerId="LiveId" clId="{FE31E4A4-B5C1-4E33-9B4B-3300CBACC133}" dt="2025-08-23T12:10:56.611" v="118" actId="164"/>
          <ac:grpSpMkLst>
            <pc:docMk/>
            <pc:sldMk cId="0" sldId="282"/>
            <ac:grpSpMk id="755" creationId="{00000000-0000-0000-0000-000000000000}"/>
          </ac:grpSpMkLst>
        </pc:grpChg>
        <pc:grpChg chg="mod">
          <ac:chgData name="Owais Ahmed" userId="6abc7d4556b3b071" providerId="LiveId" clId="{FE31E4A4-B5C1-4E33-9B4B-3300CBACC133}" dt="2025-08-23T12:10:56.611" v="118" actId="164"/>
          <ac:grpSpMkLst>
            <pc:docMk/>
            <pc:sldMk cId="0" sldId="282"/>
            <ac:grpSpMk id="760" creationId="{00000000-0000-0000-0000-000000000000}"/>
          </ac:grpSpMkLst>
        </pc:grpChg>
        <pc:grpChg chg="mod">
          <ac:chgData name="Owais Ahmed" userId="6abc7d4556b3b071" providerId="LiveId" clId="{FE31E4A4-B5C1-4E33-9B4B-3300CBACC133}" dt="2025-08-23T12:10:56.611" v="118" actId="164"/>
          <ac:grpSpMkLst>
            <pc:docMk/>
            <pc:sldMk cId="0" sldId="282"/>
            <ac:grpSpMk id="766" creationId="{00000000-0000-0000-0000-000000000000}"/>
          </ac:grpSpMkLst>
        </pc:grpChg>
        <pc:picChg chg="mod">
          <ac:chgData name="Owais Ahmed" userId="6abc7d4556b3b071" providerId="LiveId" clId="{FE31E4A4-B5C1-4E33-9B4B-3300CBACC133}" dt="2025-08-23T12:10:56.611" v="118" actId="164"/>
          <ac:picMkLst>
            <pc:docMk/>
            <pc:sldMk cId="0" sldId="282"/>
            <ac:picMk id="793" creationId="{00000000-0000-0000-0000-000000000000}"/>
          </ac:picMkLst>
        </pc:picChg>
        <pc:picChg chg="mod">
          <ac:chgData name="Owais Ahmed" userId="6abc7d4556b3b071" providerId="LiveId" clId="{FE31E4A4-B5C1-4E33-9B4B-3300CBACC133}" dt="2025-08-23T12:10:56.611" v="118" actId="164"/>
          <ac:picMkLst>
            <pc:docMk/>
            <pc:sldMk cId="0" sldId="282"/>
            <ac:picMk id="794" creationId="{00000000-0000-0000-0000-000000000000}"/>
          </ac:picMkLst>
        </pc:picChg>
        <pc:picChg chg="mod">
          <ac:chgData name="Owais Ahmed" userId="6abc7d4556b3b071" providerId="LiveId" clId="{FE31E4A4-B5C1-4E33-9B4B-3300CBACC133}" dt="2025-08-23T12:10:56.611" v="118" actId="164"/>
          <ac:picMkLst>
            <pc:docMk/>
            <pc:sldMk cId="0" sldId="282"/>
            <ac:picMk id="795" creationId="{00000000-0000-0000-0000-000000000000}"/>
          </ac:picMkLst>
        </pc:picChg>
      </pc:sldChg>
      <pc:sldChg chg="delSp modSp add del mod modAnim">
        <pc:chgData name="Owais Ahmed" userId="6abc7d4556b3b071" providerId="LiveId" clId="{FE31E4A4-B5C1-4E33-9B4B-3300CBACC133}" dt="2025-08-23T12:19:07.469" v="311"/>
        <pc:sldMkLst>
          <pc:docMk/>
          <pc:sldMk cId="0" sldId="283"/>
        </pc:sldMkLst>
        <pc:spChg chg="mod">
          <ac:chgData name="Owais Ahmed" userId="6abc7d4556b3b071" providerId="LiveId" clId="{FE31E4A4-B5C1-4E33-9B4B-3300CBACC133}" dt="2025-08-23T12:18:53.719" v="308" actId="20577"/>
          <ac:spMkLst>
            <pc:docMk/>
            <pc:sldMk cId="0" sldId="283"/>
            <ac:spMk id="806" creationId="{00000000-0000-0000-0000-000000000000}"/>
          </ac:spMkLst>
        </pc:spChg>
        <pc:spChg chg="del">
          <ac:chgData name="Owais Ahmed" userId="6abc7d4556b3b071" providerId="LiveId" clId="{FE31E4A4-B5C1-4E33-9B4B-3300CBACC133}" dt="2025-08-23T12:19:05.764" v="310" actId="478"/>
          <ac:spMkLst>
            <pc:docMk/>
            <pc:sldMk cId="0" sldId="283"/>
            <ac:spMk id="808" creationId="{00000000-0000-0000-0000-000000000000}"/>
          </ac:spMkLst>
        </pc:spChg>
      </pc:sldChg>
      <pc:sldChg chg="del">
        <pc:chgData name="Owais Ahmed" userId="6abc7d4556b3b071" providerId="LiveId" clId="{FE31E4A4-B5C1-4E33-9B4B-3300CBACC133}" dt="2025-08-23T11:40:09.930" v="42" actId="47"/>
        <pc:sldMkLst>
          <pc:docMk/>
          <pc:sldMk cId="0" sldId="284"/>
        </pc:sldMkLst>
      </pc:sldChg>
      <pc:sldChg chg="del">
        <pc:chgData name="Owais Ahmed" userId="6abc7d4556b3b071" providerId="LiveId" clId="{FE31E4A4-B5C1-4E33-9B4B-3300CBACC133}" dt="2025-08-23T11:40:19.439" v="43" actId="47"/>
        <pc:sldMkLst>
          <pc:docMk/>
          <pc:sldMk cId="0" sldId="285"/>
        </pc:sldMkLst>
      </pc:sldChg>
      <pc:sldChg chg="delSp modSp add del mod modAnim">
        <pc:chgData name="Owais Ahmed" userId="6abc7d4556b3b071" providerId="LiveId" clId="{FE31E4A4-B5C1-4E33-9B4B-3300CBACC133}" dt="2025-08-23T13:05:08.011" v="732" actId="47"/>
        <pc:sldMkLst>
          <pc:docMk/>
          <pc:sldMk cId="0" sldId="286"/>
        </pc:sldMkLst>
        <pc:spChg chg="mod">
          <ac:chgData name="Owais Ahmed" userId="6abc7d4556b3b071" providerId="LiveId" clId="{FE31E4A4-B5C1-4E33-9B4B-3300CBACC133}" dt="2025-08-23T13:05:02.952" v="731" actId="20577"/>
          <ac:spMkLst>
            <pc:docMk/>
            <pc:sldMk cId="0" sldId="286"/>
            <ac:spMk id="868" creationId="{00000000-0000-0000-0000-000000000000}"/>
          </ac:spMkLst>
        </pc:spChg>
        <pc:spChg chg="mod">
          <ac:chgData name="Owais Ahmed" userId="6abc7d4556b3b071" providerId="LiveId" clId="{FE31E4A4-B5C1-4E33-9B4B-3300CBACC133}" dt="2025-08-23T12:17:55.541" v="300" actId="6549"/>
          <ac:spMkLst>
            <pc:docMk/>
            <pc:sldMk cId="0" sldId="286"/>
            <ac:spMk id="869" creationId="{00000000-0000-0000-0000-000000000000}"/>
          </ac:spMkLst>
        </pc:spChg>
        <pc:spChg chg="del">
          <ac:chgData name="Owais Ahmed" userId="6abc7d4556b3b071" providerId="LiveId" clId="{FE31E4A4-B5C1-4E33-9B4B-3300CBACC133}" dt="2025-08-23T12:15:09.631" v="171" actId="478"/>
          <ac:spMkLst>
            <pc:docMk/>
            <pc:sldMk cId="0" sldId="286"/>
            <ac:spMk id="905" creationId="{00000000-0000-0000-0000-000000000000}"/>
          </ac:spMkLst>
        </pc:spChg>
        <pc:spChg chg="del">
          <ac:chgData name="Owais Ahmed" userId="6abc7d4556b3b071" providerId="LiveId" clId="{FE31E4A4-B5C1-4E33-9B4B-3300CBACC133}" dt="2025-08-23T12:15:09.631" v="171" actId="478"/>
          <ac:spMkLst>
            <pc:docMk/>
            <pc:sldMk cId="0" sldId="286"/>
            <ac:spMk id="909" creationId="{00000000-0000-0000-0000-000000000000}"/>
          </ac:spMkLst>
        </pc:spChg>
        <pc:grpChg chg="del">
          <ac:chgData name="Owais Ahmed" userId="6abc7d4556b3b071" providerId="LiveId" clId="{FE31E4A4-B5C1-4E33-9B4B-3300CBACC133}" dt="2025-08-23T12:15:09.631" v="171" actId="478"/>
          <ac:grpSpMkLst>
            <pc:docMk/>
            <pc:sldMk cId="0" sldId="286"/>
            <ac:grpSpMk id="870" creationId="{00000000-0000-0000-0000-000000000000}"/>
          </ac:grpSpMkLst>
        </pc:grpChg>
        <pc:grpChg chg="del">
          <ac:chgData name="Owais Ahmed" userId="6abc7d4556b3b071" providerId="LiveId" clId="{FE31E4A4-B5C1-4E33-9B4B-3300CBACC133}" dt="2025-08-23T12:15:09.631" v="171" actId="478"/>
          <ac:grpSpMkLst>
            <pc:docMk/>
            <pc:sldMk cId="0" sldId="286"/>
            <ac:grpSpMk id="875" creationId="{00000000-0000-0000-0000-000000000000}"/>
          </ac:grpSpMkLst>
        </pc:grpChg>
        <pc:grpChg chg="del">
          <ac:chgData name="Owais Ahmed" userId="6abc7d4556b3b071" providerId="LiveId" clId="{FE31E4A4-B5C1-4E33-9B4B-3300CBACC133}" dt="2025-08-23T12:15:09.631" v="171" actId="478"/>
          <ac:grpSpMkLst>
            <pc:docMk/>
            <pc:sldMk cId="0" sldId="286"/>
            <ac:grpSpMk id="881" creationId="{00000000-0000-0000-0000-000000000000}"/>
          </ac:grpSpMkLst>
        </pc:grpChg>
        <pc:picChg chg="del">
          <ac:chgData name="Owais Ahmed" userId="6abc7d4556b3b071" providerId="LiveId" clId="{FE31E4A4-B5C1-4E33-9B4B-3300CBACC133}" dt="2025-08-23T12:15:09.631" v="171" actId="478"/>
          <ac:picMkLst>
            <pc:docMk/>
            <pc:sldMk cId="0" sldId="286"/>
            <ac:picMk id="908" creationId="{00000000-0000-0000-0000-000000000000}"/>
          </ac:picMkLst>
        </pc:picChg>
        <pc:cxnChg chg="del mod">
          <ac:chgData name="Owais Ahmed" userId="6abc7d4556b3b071" providerId="LiveId" clId="{FE31E4A4-B5C1-4E33-9B4B-3300CBACC133}" dt="2025-08-23T12:15:09.631" v="171" actId="478"/>
          <ac:cxnSpMkLst>
            <pc:docMk/>
            <pc:sldMk cId="0" sldId="286"/>
            <ac:cxnSpMk id="886" creationId="{00000000-0000-0000-0000-000000000000}"/>
          </ac:cxnSpMkLst>
        </pc:cxnChg>
        <pc:cxnChg chg="del mod">
          <ac:chgData name="Owais Ahmed" userId="6abc7d4556b3b071" providerId="LiveId" clId="{FE31E4A4-B5C1-4E33-9B4B-3300CBACC133}" dt="2025-08-23T12:15:09.631" v="171" actId="478"/>
          <ac:cxnSpMkLst>
            <pc:docMk/>
            <pc:sldMk cId="0" sldId="286"/>
            <ac:cxnSpMk id="887" creationId="{00000000-0000-0000-0000-000000000000}"/>
          </ac:cxnSpMkLst>
        </pc:cxnChg>
        <pc:cxnChg chg="del mod">
          <ac:chgData name="Owais Ahmed" userId="6abc7d4556b3b071" providerId="LiveId" clId="{FE31E4A4-B5C1-4E33-9B4B-3300CBACC133}" dt="2025-08-23T12:15:09.631" v="171" actId="478"/>
          <ac:cxnSpMkLst>
            <pc:docMk/>
            <pc:sldMk cId="0" sldId="286"/>
            <ac:cxnSpMk id="893" creationId="{00000000-0000-0000-0000-000000000000}"/>
          </ac:cxnSpMkLst>
        </pc:cxnChg>
        <pc:cxnChg chg="del mod">
          <ac:chgData name="Owais Ahmed" userId="6abc7d4556b3b071" providerId="LiveId" clId="{FE31E4A4-B5C1-4E33-9B4B-3300CBACC133}" dt="2025-08-23T12:15:09.631" v="171" actId="478"/>
          <ac:cxnSpMkLst>
            <pc:docMk/>
            <pc:sldMk cId="0" sldId="286"/>
            <ac:cxnSpMk id="895" creationId="{00000000-0000-0000-0000-000000000000}"/>
          </ac:cxnSpMkLst>
        </pc:cxnChg>
      </pc:sldChg>
      <pc:sldChg chg="modSp del mod">
        <pc:chgData name="Owais Ahmed" userId="6abc7d4556b3b071" providerId="LiveId" clId="{FE31E4A4-B5C1-4E33-9B4B-3300CBACC133}" dt="2025-08-23T12:15:50.649" v="181" actId="47"/>
        <pc:sldMkLst>
          <pc:docMk/>
          <pc:sldMk cId="0" sldId="287"/>
        </pc:sldMkLst>
        <pc:spChg chg="mod">
          <ac:chgData name="Owais Ahmed" userId="6abc7d4556b3b071" providerId="LiveId" clId="{FE31E4A4-B5C1-4E33-9B4B-3300CBACC133}" dt="2025-08-23T11:40:50.459" v="59" actId="20577"/>
          <ac:spMkLst>
            <pc:docMk/>
            <pc:sldMk cId="0" sldId="287"/>
            <ac:spMk id="915" creationId="{00000000-0000-0000-0000-000000000000}"/>
          </ac:spMkLst>
        </pc:spChg>
      </pc:sldChg>
      <pc:sldChg chg="modSp del mod">
        <pc:chgData name="Owais Ahmed" userId="6abc7d4556b3b071" providerId="LiveId" clId="{FE31E4A4-B5C1-4E33-9B4B-3300CBACC133}" dt="2025-08-23T12:17:04.792" v="226" actId="47"/>
        <pc:sldMkLst>
          <pc:docMk/>
          <pc:sldMk cId="0" sldId="288"/>
        </pc:sldMkLst>
        <pc:spChg chg="mod">
          <ac:chgData name="Owais Ahmed" userId="6abc7d4556b3b071" providerId="LiveId" clId="{FE31E4A4-B5C1-4E33-9B4B-3300CBACC133}" dt="2025-08-23T11:41:00.593" v="71" actId="27636"/>
          <ac:spMkLst>
            <pc:docMk/>
            <pc:sldMk cId="0" sldId="288"/>
            <ac:spMk id="961" creationId="{00000000-0000-0000-0000-000000000000}"/>
          </ac:spMkLst>
        </pc:spChg>
      </pc:sldChg>
      <pc:sldChg chg="del">
        <pc:chgData name="Owais Ahmed" userId="6abc7d4556b3b071" providerId="LiveId" clId="{FE31E4A4-B5C1-4E33-9B4B-3300CBACC133}" dt="2025-08-23T13:05:08.011" v="732" actId="47"/>
        <pc:sldMkLst>
          <pc:docMk/>
          <pc:sldMk cId="0" sldId="289"/>
        </pc:sldMkLst>
      </pc:sldChg>
      <pc:sldChg chg="del">
        <pc:chgData name="Owais Ahmed" userId="6abc7d4556b3b071" providerId="LiveId" clId="{FE31E4A4-B5C1-4E33-9B4B-3300CBACC133}" dt="2025-08-23T13:05:08.011" v="732" actId="47"/>
        <pc:sldMkLst>
          <pc:docMk/>
          <pc:sldMk cId="0" sldId="290"/>
        </pc:sldMkLst>
      </pc:sldChg>
      <pc:sldChg chg="addSp modSp mod">
        <pc:chgData name="Owais Ahmed" userId="6abc7d4556b3b071" providerId="LiveId" clId="{FE31E4A4-B5C1-4E33-9B4B-3300CBACC133}" dt="2025-08-23T12:51:55.319" v="691" actId="20577"/>
        <pc:sldMkLst>
          <pc:docMk/>
          <pc:sldMk cId="0" sldId="291"/>
        </pc:sldMkLst>
        <pc:spChg chg="add mod">
          <ac:chgData name="Owais Ahmed" userId="6abc7d4556b3b071" providerId="LiveId" clId="{FE31E4A4-B5C1-4E33-9B4B-3300CBACC133}" dt="2025-08-23T12:22:12.895" v="363"/>
          <ac:spMkLst>
            <pc:docMk/>
            <pc:sldMk cId="0" sldId="291"/>
            <ac:spMk id="2" creationId="{80B6D66F-E2A3-6D48-F22F-C855D0167066}"/>
          </ac:spMkLst>
        </pc:spChg>
        <pc:spChg chg="add mod">
          <ac:chgData name="Owais Ahmed" userId="6abc7d4556b3b071" providerId="LiveId" clId="{FE31E4A4-B5C1-4E33-9B4B-3300CBACC133}" dt="2025-08-23T12:51:55.319" v="691" actId="20577"/>
          <ac:spMkLst>
            <pc:docMk/>
            <pc:sldMk cId="0" sldId="291"/>
            <ac:spMk id="3" creationId="{7B9910A3-75FF-48F5-5936-E84E653FE61D}"/>
          </ac:spMkLst>
        </pc:spChg>
        <pc:spChg chg="mod">
          <ac:chgData name="Owais Ahmed" userId="6abc7d4556b3b071" providerId="LiveId" clId="{FE31E4A4-B5C1-4E33-9B4B-3300CBACC133}" dt="2025-08-23T12:22:19.106" v="366" actId="14100"/>
          <ac:spMkLst>
            <pc:docMk/>
            <pc:sldMk cId="0" sldId="291"/>
            <ac:spMk id="1108" creationId="{00000000-0000-0000-0000-000000000000}"/>
          </ac:spMkLst>
        </pc:spChg>
      </pc:sldChg>
      <pc:sldChg chg="del">
        <pc:chgData name="Owais Ahmed" userId="6abc7d4556b3b071" providerId="LiveId" clId="{FE31E4A4-B5C1-4E33-9B4B-3300CBACC133}" dt="2025-08-23T12:20:04.514" v="326" actId="47"/>
        <pc:sldMkLst>
          <pc:docMk/>
          <pc:sldMk cId="0" sldId="292"/>
        </pc:sldMkLst>
      </pc:sldChg>
      <pc:sldChg chg="modSp del mod ord">
        <pc:chgData name="Owais Ahmed" userId="6abc7d4556b3b071" providerId="LiveId" clId="{FE31E4A4-B5C1-4E33-9B4B-3300CBACC133}" dt="2025-08-23T12:58:08.965" v="692" actId="47"/>
        <pc:sldMkLst>
          <pc:docMk/>
          <pc:sldMk cId="0" sldId="293"/>
        </pc:sldMkLst>
        <pc:spChg chg="mod">
          <ac:chgData name="Owais Ahmed" userId="6abc7d4556b3b071" providerId="LiveId" clId="{FE31E4A4-B5C1-4E33-9B4B-3300CBACC133}" dt="2025-08-23T12:21:09.606" v="358" actId="27636"/>
          <ac:spMkLst>
            <pc:docMk/>
            <pc:sldMk cId="0" sldId="293"/>
            <ac:spMk id="1121" creationId="{00000000-0000-0000-0000-000000000000}"/>
          </ac:spMkLst>
        </pc:spChg>
      </pc:sldChg>
      <pc:sldChg chg="del">
        <pc:chgData name="Owais Ahmed" userId="6abc7d4556b3b071" providerId="LiveId" clId="{FE31E4A4-B5C1-4E33-9B4B-3300CBACC133}" dt="2025-08-23T12:21:50.954" v="361" actId="47"/>
        <pc:sldMkLst>
          <pc:docMk/>
          <pc:sldMk cId="0" sldId="294"/>
        </pc:sldMkLst>
      </pc:sldChg>
      <pc:sldChg chg="ord modAnim">
        <pc:chgData name="Owais Ahmed" userId="6abc7d4556b3b071" providerId="LiveId" clId="{FE31E4A4-B5C1-4E33-9B4B-3300CBACC133}" dt="2025-08-23T13:07:37.223" v="779"/>
        <pc:sldMkLst>
          <pc:docMk/>
          <pc:sldMk cId="0" sldId="295"/>
        </pc:sldMkLst>
      </pc:sldChg>
      <pc:sldChg chg="del">
        <pc:chgData name="Owais Ahmed" userId="6abc7d4556b3b071" providerId="LiveId" clId="{FE31E4A4-B5C1-4E33-9B4B-3300CBACC133}" dt="2025-08-23T12:59:42.454" v="711" actId="47"/>
        <pc:sldMkLst>
          <pc:docMk/>
          <pc:sldMk cId="0" sldId="296"/>
        </pc:sldMkLst>
      </pc:sldChg>
      <pc:sldChg chg="modSp mod modAnim">
        <pc:chgData name="Owais Ahmed" userId="6abc7d4556b3b071" providerId="LiveId" clId="{FE31E4A4-B5C1-4E33-9B4B-3300CBACC133}" dt="2025-08-23T13:07:48.783" v="782"/>
        <pc:sldMkLst>
          <pc:docMk/>
          <pc:sldMk cId="0" sldId="297"/>
        </pc:sldMkLst>
        <pc:spChg chg="mod">
          <ac:chgData name="Owais Ahmed" userId="6abc7d4556b3b071" providerId="LiveId" clId="{FE31E4A4-B5C1-4E33-9B4B-3300CBACC133}" dt="2025-08-23T12:58:45.116" v="706" actId="20577"/>
          <ac:spMkLst>
            <pc:docMk/>
            <pc:sldMk cId="0" sldId="297"/>
            <ac:spMk id="1152" creationId="{00000000-0000-0000-0000-000000000000}"/>
          </ac:spMkLst>
        </pc:spChg>
        <pc:spChg chg="mod">
          <ac:chgData name="Owais Ahmed" userId="6abc7d4556b3b071" providerId="LiveId" clId="{FE31E4A4-B5C1-4E33-9B4B-3300CBACC133}" dt="2025-08-23T12:58:55.067" v="710" actId="20577"/>
          <ac:spMkLst>
            <pc:docMk/>
            <pc:sldMk cId="0" sldId="297"/>
            <ac:spMk id="1153" creationId="{00000000-0000-0000-0000-000000000000}"/>
          </ac:spMkLst>
        </pc:spChg>
      </pc:sldChg>
      <pc:sldChg chg="modAnim">
        <pc:chgData name="Owais Ahmed" userId="6abc7d4556b3b071" providerId="LiveId" clId="{FE31E4A4-B5C1-4E33-9B4B-3300CBACC133}" dt="2025-08-23T13:07:58.033" v="784"/>
        <pc:sldMkLst>
          <pc:docMk/>
          <pc:sldMk cId="0" sldId="298"/>
        </pc:sldMkLst>
      </pc:sldChg>
      <pc:sldChg chg="del">
        <pc:chgData name="Owais Ahmed" userId="6abc7d4556b3b071" providerId="LiveId" clId="{FE31E4A4-B5C1-4E33-9B4B-3300CBACC133}" dt="2025-08-23T12:58:17.940" v="693" actId="47"/>
        <pc:sldMkLst>
          <pc:docMk/>
          <pc:sldMk cId="0" sldId="299"/>
        </pc:sldMkLst>
      </pc:sldChg>
      <pc:sldChg chg="modSp mod">
        <pc:chgData name="Owais Ahmed" userId="6abc7d4556b3b071" providerId="LiveId" clId="{FE31E4A4-B5C1-4E33-9B4B-3300CBACC133}" dt="2025-08-23T13:05:46.806" v="778" actId="1076"/>
        <pc:sldMkLst>
          <pc:docMk/>
          <pc:sldMk cId="0" sldId="300"/>
        </pc:sldMkLst>
        <pc:spChg chg="mod">
          <ac:chgData name="Owais Ahmed" userId="6abc7d4556b3b071" providerId="LiveId" clId="{FE31E4A4-B5C1-4E33-9B4B-3300CBACC133}" dt="2025-08-23T12:58:29.268" v="702" actId="20577"/>
          <ac:spMkLst>
            <pc:docMk/>
            <pc:sldMk cId="0" sldId="300"/>
            <ac:spMk id="1171" creationId="{00000000-0000-0000-0000-000000000000}"/>
          </ac:spMkLst>
        </pc:spChg>
        <pc:spChg chg="mod">
          <ac:chgData name="Owais Ahmed" userId="6abc7d4556b3b071" providerId="LiveId" clId="{FE31E4A4-B5C1-4E33-9B4B-3300CBACC133}" dt="2025-08-23T13:05:44.680" v="777" actId="20577"/>
          <ac:spMkLst>
            <pc:docMk/>
            <pc:sldMk cId="0" sldId="300"/>
            <ac:spMk id="1172" creationId="{00000000-0000-0000-0000-000000000000}"/>
          </ac:spMkLst>
        </pc:spChg>
        <pc:picChg chg="mod">
          <ac:chgData name="Owais Ahmed" userId="6abc7d4556b3b071" providerId="LiveId" clId="{FE31E4A4-B5C1-4E33-9B4B-3300CBACC133}" dt="2025-08-23T13:05:46.806" v="778" actId="1076"/>
          <ac:picMkLst>
            <pc:docMk/>
            <pc:sldMk cId="0" sldId="300"/>
            <ac:picMk id="1173" creationId="{00000000-0000-0000-0000-000000000000}"/>
          </ac:picMkLst>
        </pc:picChg>
      </pc:sldChg>
      <pc:sldChg chg="modSp">
        <pc:chgData name="Owais Ahmed" userId="6abc7d4556b3b071" providerId="LiveId" clId="{FE31E4A4-B5C1-4E33-9B4B-3300CBACC133}" dt="2025-08-23T11:41:45.119" v="78"/>
        <pc:sldMkLst>
          <pc:docMk/>
          <pc:sldMk cId="0" sldId="301"/>
        </pc:sldMkLst>
        <pc:spChg chg="mod">
          <ac:chgData name="Owais Ahmed" userId="6abc7d4556b3b071" providerId="LiveId" clId="{FE31E4A4-B5C1-4E33-9B4B-3300CBACC133}" dt="2025-08-23T11:41:45.119" v="78"/>
          <ac:spMkLst>
            <pc:docMk/>
            <pc:sldMk cId="0" sldId="301"/>
            <ac:spMk id="1179" creationId="{00000000-0000-0000-0000-000000000000}"/>
          </ac:spMkLst>
        </pc:spChg>
      </pc:sldChg>
      <pc:sldChg chg="modSp del mod">
        <pc:chgData name="Owais Ahmed" userId="6abc7d4556b3b071" providerId="LiveId" clId="{FE31E4A4-B5C1-4E33-9B4B-3300CBACC133}" dt="2025-08-23T11:41:49.009" v="79" actId="47"/>
        <pc:sldMkLst>
          <pc:docMk/>
          <pc:sldMk cId="0" sldId="302"/>
        </pc:sldMkLst>
        <pc:spChg chg="mod">
          <ac:chgData name="Owais Ahmed" userId="6abc7d4556b3b071" providerId="LiveId" clId="{FE31E4A4-B5C1-4E33-9B4B-3300CBACC133}" dt="2025-08-23T11:41:42.886" v="77" actId="21"/>
          <ac:spMkLst>
            <pc:docMk/>
            <pc:sldMk cId="0" sldId="302"/>
            <ac:spMk id="1186" creationId="{00000000-0000-0000-0000-000000000000}"/>
          </ac:spMkLst>
        </pc:spChg>
      </pc:sldChg>
      <pc:sldChg chg="del">
        <pc:chgData name="Owais Ahmed" userId="6abc7d4556b3b071" providerId="LiveId" clId="{FE31E4A4-B5C1-4E33-9B4B-3300CBACC133}" dt="2025-08-23T11:41:21.555" v="72" actId="47"/>
        <pc:sldMkLst>
          <pc:docMk/>
          <pc:sldMk cId="0" sldId="303"/>
        </pc:sldMkLst>
      </pc:sldChg>
      <pc:sldChg chg="del">
        <pc:chgData name="Owais Ahmed" userId="6abc7d4556b3b071" providerId="LiveId" clId="{FE31E4A4-B5C1-4E33-9B4B-3300CBACC133}" dt="2025-08-23T11:41:28.217" v="73" actId="47"/>
        <pc:sldMkLst>
          <pc:docMk/>
          <pc:sldMk cId="0" sldId="304"/>
        </pc:sldMkLst>
      </pc:sldChg>
      <pc:sldChg chg="del">
        <pc:chgData name="Owais Ahmed" userId="6abc7d4556b3b071" providerId="LiveId" clId="{FE31E4A4-B5C1-4E33-9B4B-3300CBACC133}" dt="2025-08-23T11:41:29.274" v="74" actId="47"/>
        <pc:sldMkLst>
          <pc:docMk/>
          <pc:sldMk cId="0" sldId="305"/>
        </pc:sldMkLst>
      </pc:sldChg>
      <pc:sldChg chg="del">
        <pc:chgData name="Owais Ahmed" userId="6abc7d4556b3b071" providerId="LiveId" clId="{FE31E4A4-B5C1-4E33-9B4B-3300CBACC133}" dt="2025-08-23T11:41:30.018" v="75" actId="47"/>
        <pc:sldMkLst>
          <pc:docMk/>
          <pc:sldMk cId="0" sldId="306"/>
        </pc:sldMkLst>
      </pc:sldChg>
      <pc:sldChg chg="del">
        <pc:chgData name="Owais Ahmed" userId="6abc7d4556b3b071" providerId="LiveId" clId="{FE31E4A4-B5C1-4E33-9B4B-3300CBACC133}" dt="2025-08-23T11:41:31.762" v="76" actId="47"/>
        <pc:sldMkLst>
          <pc:docMk/>
          <pc:sldMk cId="0" sldId="307"/>
        </pc:sldMkLst>
      </pc:sldChg>
      <pc:sldChg chg="new del">
        <pc:chgData name="Owais Ahmed" userId="6abc7d4556b3b071" providerId="LiveId" clId="{FE31E4A4-B5C1-4E33-9B4B-3300CBACC133}" dt="2025-08-23T11:40:39.446" v="45" actId="680"/>
        <pc:sldMkLst>
          <pc:docMk/>
          <pc:sldMk cId="4123325685" sldId="308"/>
        </pc:sldMkLst>
      </pc:sldChg>
      <pc:sldMasterChg chg="delSldLayout">
        <pc:chgData name="Owais Ahmed" userId="6abc7d4556b3b071" providerId="LiveId" clId="{FE31E4A4-B5C1-4E33-9B4B-3300CBACC133}" dt="2025-08-23T11:41:49.009" v="79" actId="47"/>
        <pc:sldMasterMkLst>
          <pc:docMk/>
          <pc:sldMasterMk cId="0" sldId="2147483655"/>
        </pc:sldMasterMkLst>
        <pc:sldLayoutChg chg="del">
          <pc:chgData name="Owais Ahmed" userId="6abc7d4556b3b071" providerId="LiveId" clId="{FE31E4A4-B5C1-4E33-9B4B-3300CBACC133}" dt="2025-08-23T11:41:49.009" v="79" actId="47"/>
          <pc:sldLayoutMkLst>
            <pc:docMk/>
            <pc:sldMasterMk cId="0" sldId="2147483655"/>
            <pc:sldLayoutMk cId="0" sldId="2147483653"/>
          </pc:sldLayoutMkLst>
        </pc:sldLayoutChg>
      </pc:sldMasterChg>
    </pc:docChg>
  </pc:docChgLst>
  <pc:docChgLst>
    <pc:chgData name="Owais Ahmed" userId="6abc7d4556b3b071" providerId="LiveId" clId="{8E11EEF3-F334-4194-B2F4-910279DEFD46}"/>
    <pc:docChg chg="custSel delSld modSld">
      <pc:chgData name="Owais Ahmed" userId="6abc7d4556b3b071" providerId="LiveId" clId="{8E11EEF3-F334-4194-B2F4-910279DEFD46}" dt="2025-06-01T08:51:55.149" v="756" actId="6549"/>
      <pc:docMkLst>
        <pc:docMk/>
      </pc:docMkLst>
      <pc:sldChg chg="del">
        <pc:chgData name="Owais Ahmed" userId="6abc7d4556b3b071" providerId="LiveId" clId="{8E11EEF3-F334-4194-B2F4-910279DEFD46}" dt="2025-06-01T08:42:57.834" v="1" actId="47"/>
        <pc:sldMkLst>
          <pc:docMk/>
          <pc:sldMk cId="0" sldId="257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58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61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62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68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69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70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71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72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73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74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0" sldId="275"/>
        </pc:sldMkLst>
      </pc:sldChg>
      <pc:sldChg chg="modSp mod modNotesTx">
        <pc:chgData name="Owais Ahmed" userId="6abc7d4556b3b071" providerId="LiveId" clId="{8E11EEF3-F334-4194-B2F4-910279DEFD46}" dt="2025-06-01T08:51:07.628" v="717" actId="20577"/>
        <pc:sldMkLst>
          <pc:docMk/>
          <pc:sldMk cId="0" sldId="279"/>
        </pc:sldMkLst>
      </pc:sldChg>
      <pc:sldChg chg="delSp modSp mod">
        <pc:chgData name="Owais Ahmed" userId="6abc7d4556b3b071" providerId="LiveId" clId="{8E11EEF3-F334-4194-B2F4-910279DEFD46}" dt="2025-06-01T08:51:55.149" v="756" actId="6549"/>
        <pc:sldMkLst>
          <pc:docMk/>
          <pc:sldMk cId="0" sldId="280"/>
        </pc:sldMkLst>
      </pc:sldChg>
      <pc:sldChg chg="del">
        <pc:chgData name="Owais Ahmed" userId="6abc7d4556b3b071" providerId="LiveId" clId="{8E11EEF3-F334-4194-B2F4-910279DEFD46}" dt="2025-06-01T08:43:01.067" v="2" actId="47"/>
        <pc:sldMkLst>
          <pc:docMk/>
          <pc:sldMk cId="0" sldId="281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3100451437" sldId="308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927884269" sldId="310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630974266" sldId="311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3730851070" sldId="312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4058053515" sldId="313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4023576742" sldId="314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1176888198" sldId="315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1610371689" sldId="316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889366887" sldId="317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1554486010" sldId="318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1372116377" sldId="319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371842720" sldId="321"/>
        </pc:sldMkLst>
      </pc:sldChg>
      <pc:sldChg chg="del">
        <pc:chgData name="Owais Ahmed" userId="6abc7d4556b3b071" providerId="LiveId" clId="{8E11EEF3-F334-4194-B2F4-910279DEFD46}" dt="2025-06-01T08:42:52.357" v="0" actId="47"/>
        <pc:sldMkLst>
          <pc:docMk/>
          <pc:sldMk cId="216348746" sldId="322"/>
        </pc:sldMkLst>
      </pc:sldChg>
      <pc:sldMasterChg chg="delSldLayout">
        <pc:chgData name="Owais Ahmed" userId="6abc7d4556b3b071" providerId="LiveId" clId="{8E11EEF3-F334-4194-B2F4-910279DEFD46}" dt="2025-06-01T08:42:52.357" v="0" actId="47"/>
        <pc:sldMasterMkLst>
          <pc:docMk/>
          <pc:sldMasterMk cId="0" sldId="2147483655"/>
        </pc:sldMasterMkLst>
        <pc:sldLayoutChg chg="del">
          <pc:chgData name="Owais Ahmed" userId="6abc7d4556b3b071" providerId="LiveId" clId="{8E11EEF3-F334-4194-B2F4-910279DEFD46}" dt="2025-06-01T08:42:52.357" v="0" actId="47"/>
          <pc:sldLayoutMkLst>
            <pc:docMk/>
            <pc:sldMasterMk cId="0" sldId="2147483655"/>
            <pc:sldLayoutMk cId="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c55225a2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c55225a2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f151660b3c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4" name="Google Shape;684;g2f151660b3c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100"/>
              <a:t>What we should not do is have a single layer with too many neurons (inefficient), or too many layers with very few neurons each (unnecessarily iterative).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5" name="Google Shape;7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err="1"/>
              <a:t>ReLU</a:t>
            </a:r>
            <a:r>
              <a:rPr lang="en-GB"/>
              <a:t> is preferred for hidden layers because it trains deeper networks much more efficiently.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3" name="Google Shape;80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f151660b3c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f151660b3c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5" name="Google Shape;113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f151660b3c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f151660b3c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f151660b3c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f151660b3c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9" name="Google Shape;116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7" name="Google Shape;117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Lexend"/>
              <a:buNone/>
              <a:defRPr sz="5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29452" y="298715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24927"/>
            <a:ext cx="981636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81075" y="3678725"/>
            <a:ext cx="3662925" cy="14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section title">
  <p:cSld name="TITLE_1">
    <p:bg>
      <p:bgPr>
        <a:solidFill>
          <a:schemeClr val="lt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Font typeface="Lexend"/>
              <a:buNone/>
              <a:defRPr sz="34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26" name="Google Shape;26;p3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1" name="Google Shape;3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48" name="Google Shape;48;p5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727650" y="1356627"/>
            <a:ext cx="7688700" cy="3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58" name="Google Shape;58;p6"/>
          <p:cNvGrpSpPr/>
          <p:nvPr/>
        </p:nvGrpSpPr>
        <p:grpSpPr>
          <a:xfrm>
            <a:off x="729450" y="629725"/>
            <a:ext cx="1559599" cy="47474"/>
            <a:chOff x="830559" y="793309"/>
            <a:chExt cx="7759198" cy="433550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4" name="Google Shape;6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bble content">
  <p:cSld name="TITLE_AND_BODY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grpSp>
        <p:nvGrpSpPr>
          <p:cNvPr id="81" name="Google Shape;81;p8"/>
          <p:cNvGrpSpPr/>
          <p:nvPr/>
        </p:nvGrpSpPr>
        <p:grpSpPr>
          <a:xfrm>
            <a:off x="729450" y="629725"/>
            <a:ext cx="1559599" cy="47474"/>
            <a:chOff x="830559" y="793309"/>
            <a:chExt cx="7759198" cy="433550"/>
          </a:xfrm>
        </p:grpSpPr>
        <p:sp>
          <p:nvSpPr>
            <p:cNvPr id="82" name="Google Shape;82;p8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7" name="Google Shape;8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1281725" y="1562850"/>
            <a:ext cx="2104500" cy="2646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8"/>
          <p:cNvSpPr txBox="1">
            <a:spLocks noGrp="1"/>
          </p:cNvSpPr>
          <p:nvPr>
            <p:ph type="subTitle" idx="1"/>
          </p:nvPr>
        </p:nvSpPr>
        <p:spPr>
          <a:xfrm>
            <a:off x="1281725" y="1636725"/>
            <a:ext cx="21045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3519750" y="1562850"/>
            <a:ext cx="2104500" cy="2646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8"/>
          <p:cNvSpPr txBox="1">
            <a:spLocks noGrp="1"/>
          </p:cNvSpPr>
          <p:nvPr>
            <p:ph type="subTitle" idx="2"/>
          </p:nvPr>
        </p:nvSpPr>
        <p:spPr>
          <a:xfrm>
            <a:off x="3519750" y="1636725"/>
            <a:ext cx="21045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5757775" y="1562850"/>
            <a:ext cx="2104500" cy="2646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8"/>
          <p:cNvSpPr txBox="1">
            <a:spLocks noGrp="1"/>
          </p:cNvSpPr>
          <p:nvPr>
            <p:ph type="subTitle" idx="3"/>
          </p:nvPr>
        </p:nvSpPr>
        <p:spPr>
          <a:xfrm>
            <a:off x="5757775" y="1636725"/>
            <a:ext cx="21045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#activation=tanh&amp;batchSize=10&amp;dataset=circle&amp;regDataset=reg-plane&amp;learningRate=0.03&amp;regularizationRate=0&amp;noise=0&amp;networkShape=4,2&amp;seed=0.32358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 in action</a:t>
            </a:r>
            <a:endParaRPr dirty="0"/>
          </a:p>
        </p:txBody>
      </p:sp>
      <p:sp>
        <p:nvSpPr>
          <p:cNvPr id="99" name="Google Shape;99;p9"/>
          <p:cNvSpPr txBox="1">
            <a:spLocks noGrp="1"/>
          </p:cNvSpPr>
          <p:nvPr>
            <p:ph type="subTitle" idx="1"/>
          </p:nvPr>
        </p:nvSpPr>
        <p:spPr>
          <a:xfrm>
            <a:off x="729452" y="298715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999999"/>
                </a:solidFill>
              </a:rPr>
              <a:t>Content created by: Francesco Pinto, Linde Hesse, Tom Joy, Csabi Botos, Christina Winkler, Mélanie Roschewitz, Owais Hussain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2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Designing a Neural Network</a:t>
            </a:r>
            <a:endParaRPr/>
          </a:p>
        </p:txBody>
      </p:sp>
      <p:sp>
        <p:nvSpPr>
          <p:cNvPr id="687" name="Google Shape;687;p32"/>
          <p:cNvSpPr txBox="1">
            <a:spLocks noGrp="1"/>
          </p:cNvSpPr>
          <p:nvPr>
            <p:ph type="body" idx="1"/>
          </p:nvPr>
        </p:nvSpPr>
        <p:spPr>
          <a:xfrm>
            <a:off x="620075" y="1504224"/>
            <a:ext cx="5324525" cy="339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30000"/>
              </a:lnSpc>
              <a:buSzPts val="1071"/>
              <a:buNone/>
            </a:pPr>
            <a:r>
              <a:rPr lang="en" sz="1360"/>
              <a:t>The design of a NN is called Network Architecture</a:t>
            </a:r>
            <a:r>
              <a:rPr lang="en" sz="1360" b="1"/>
              <a:t>:</a:t>
            </a:r>
            <a:endParaRPr sz="1360" b="1"/>
          </a:p>
          <a:p>
            <a:pPr marL="457200" lvl="0" indent="-292735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10"/>
              <a:buChar char="➔"/>
            </a:pPr>
            <a:r>
              <a:rPr lang="en" sz="1360"/>
              <a:t>First layer is </a:t>
            </a:r>
            <a:r>
              <a:rPr lang="en" sz="1360" b="1"/>
              <a:t>Input layer</a:t>
            </a:r>
            <a:r>
              <a:rPr lang="en" sz="1360"/>
              <a:t>; t</a:t>
            </a:r>
            <a:r>
              <a:rPr lang="en-GB" sz="1360"/>
              <a:t>he</a:t>
            </a:r>
            <a:r>
              <a:rPr lang="en" sz="1360"/>
              <a:t> last on is </a:t>
            </a:r>
            <a:r>
              <a:rPr lang="en" sz="1360" b="1"/>
              <a:t>Output layer</a:t>
            </a:r>
            <a:r>
              <a:rPr lang="en" sz="1360"/>
              <a:t>.</a:t>
            </a:r>
          </a:p>
          <a:p>
            <a:pPr marL="457200" lvl="0" indent="-292735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10"/>
              <a:buChar char="➔"/>
            </a:pPr>
            <a:r>
              <a:rPr lang="en" sz="1360"/>
              <a:t>All layers in the middle are hidden layers. For complex data and multi-class classification we can have many hidden layers.</a:t>
            </a:r>
          </a:p>
          <a:p>
            <a:pPr marL="457200" lvl="0" indent="-292735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10"/>
              <a:buChar char="➔"/>
            </a:pPr>
            <a:r>
              <a:rPr lang="en" sz="1360"/>
              <a:t>The number of neurons per layer is called width.</a:t>
            </a:r>
          </a:p>
          <a:p>
            <a:pPr marL="457200" lvl="0" indent="-292735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10"/>
              <a:buChar char="➔"/>
            </a:pPr>
            <a:r>
              <a:rPr lang="en" sz="1360"/>
              <a:t>We use </a:t>
            </a:r>
            <a:r>
              <a:rPr lang="en" sz="1360" b="1"/>
              <a:t>Sigmoid</a:t>
            </a:r>
            <a:r>
              <a:rPr lang="en" sz="1360"/>
              <a:t> as the</a:t>
            </a:r>
            <a:r>
              <a:rPr lang="en" sz="1360" b="1"/>
              <a:t> Activation</a:t>
            </a:r>
            <a:r>
              <a:rPr lang="en" sz="1360"/>
              <a:t> function for each neuron. However, there are many other functions we can use.</a:t>
            </a:r>
          </a:p>
          <a:p>
            <a:pPr marL="457200" lvl="0" indent="-292735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10"/>
              <a:buChar char="➔"/>
            </a:pPr>
            <a:r>
              <a:rPr lang="en-GB" sz="1360"/>
              <a:t>There is no hard-and-fast rule for choosing the number of hidden layers or the number of neurons per layer.</a:t>
            </a:r>
            <a:endParaRPr sz="1360"/>
          </a:p>
        </p:txBody>
      </p:sp>
      <p:grpSp>
        <p:nvGrpSpPr>
          <p:cNvPr id="688" name="Google Shape;688;p32"/>
          <p:cNvGrpSpPr/>
          <p:nvPr/>
        </p:nvGrpSpPr>
        <p:grpSpPr>
          <a:xfrm>
            <a:off x="5940368" y="2080899"/>
            <a:ext cx="3062229" cy="1683601"/>
            <a:chOff x="3342893" y="3263874"/>
            <a:chExt cx="3062229" cy="1683601"/>
          </a:xfrm>
        </p:grpSpPr>
        <p:grpSp>
          <p:nvGrpSpPr>
            <p:cNvPr id="689" name="Google Shape;689;p32"/>
            <p:cNvGrpSpPr/>
            <p:nvPr/>
          </p:nvGrpSpPr>
          <p:grpSpPr>
            <a:xfrm>
              <a:off x="3342893" y="3427984"/>
              <a:ext cx="437236" cy="1205466"/>
              <a:chOff x="2882975" y="2330725"/>
              <a:chExt cx="711300" cy="2003100"/>
            </a:xfrm>
          </p:grpSpPr>
          <p:sp>
            <p:nvSpPr>
              <p:cNvPr id="690" name="Google Shape;690;p32"/>
              <p:cNvSpPr/>
              <p:nvPr/>
            </p:nvSpPr>
            <p:spPr>
              <a:xfrm>
                <a:off x="2882975" y="2330725"/>
                <a:ext cx="711300" cy="20031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32"/>
              <p:cNvSpPr/>
              <p:nvPr/>
            </p:nvSpPr>
            <p:spPr>
              <a:xfrm>
                <a:off x="3038125" y="2479500"/>
                <a:ext cx="390900" cy="3732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32"/>
              <p:cNvSpPr/>
              <p:nvPr/>
            </p:nvSpPr>
            <p:spPr>
              <a:xfrm>
                <a:off x="3038125" y="3128775"/>
                <a:ext cx="390900" cy="3732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32"/>
              <p:cNvSpPr/>
              <p:nvPr/>
            </p:nvSpPr>
            <p:spPr>
              <a:xfrm>
                <a:off x="3038125" y="3778063"/>
                <a:ext cx="390900" cy="3732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4" name="Google Shape;694;p32"/>
            <p:cNvGrpSpPr/>
            <p:nvPr/>
          </p:nvGrpSpPr>
          <p:grpSpPr>
            <a:xfrm>
              <a:off x="4412515" y="3263874"/>
              <a:ext cx="480388" cy="1515272"/>
              <a:chOff x="4080313" y="2040550"/>
              <a:chExt cx="781500" cy="2517900"/>
            </a:xfrm>
          </p:grpSpPr>
          <p:sp>
            <p:nvSpPr>
              <p:cNvPr id="695" name="Google Shape;695;p32"/>
              <p:cNvSpPr/>
              <p:nvPr/>
            </p:nvSpPr>
            <p:spPr>
              <a:xfrm>
                <a:off x="4080313" y="2040550"/>
                <a:ext cx="781500" cy="2517900"/>
              </a:xfrm>
              <a:prstGeom prst="roundRect">
                <a:avLst>
                  <a:gd name="adj" fmla="val 16667"/>
                </a:avLst>
              </a:prstGeom>
              <a:solidFill>
                <a:srgbClr val="CFE2F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32"/>
              <p:cNvSpPr/>
              <p:nvPr/>
            </p:nvSpPr>
            <p:spPr>
              <a:xfrm>
                <a:off x="4275613" y="4044813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32"/>
              <p:cNvSpPr/>
              <p:nvPr/>
            </p:nvSpPr>
            <p:spPr>
              <a:xfrm>
                <a:off x="4275613" y="3435525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32"/>
              <p:cNvSpPr/>
              <p:nvPr/>
            </p:nvSpPr>
            <p:spPr>
              <a:xfrm>
                <a:off x="4275613" y="2826238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32"/>
              <p:cNvSpPr/>
              <p:nvPr/>
            </p:nvSpPr>
            <p:spPr>
              <a:xfrm>
                <a:off x="4275613" y="2216938"/>
                <a:ext cx="390900" cy="373200"/>
              </a:xfrm>
              <a:prstGeom prst="ellipse">
                <a:avLst/>
              </a:prstGeom>
              <a:solidFill>
                <a:srgbClr val="6FA8D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0" name="Google Shape;700;p32"/>
            <p:cNvGrpSpPr/>
            <p:nvPr/>
          </p:nvGrpSpPr>
          <p:grpSpPr>
            <a:xfrm>
              <a:off x="5339812" y="3629828"/>
              <a:ext cx="437236" cy="783363"/>
              <a:chOff x="5347850" y="2664525"/>
              <a:chExt cx="711300" cy="1301700"/>
            </a:xfrm>
          </p:grpSpPr>
          <p:sp>
            <p:nvSpPr>
              <p:cNvPr id="701" name="Google Shape;701;p32"/>
              <p:cNvSpPr/>
              <p:nvPr/>
            </p:nvSpPr>
            <p:spPr>
              <a:xfrm>
                <a:off x="5347850" y="2664525"/>
                <a:ext cx="711300" cy="1301700"/>
              </a:xfrm>
              <a:prstGeom prst="roundRect">
                <a:avLst>
                  <a:gd name="adj" fmla="val 16667"/>
                </a:avLst>
              </a:prstGeom>
              <a:solidFill>
                <a:srgbClr val="E6B8A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32"/>
              <p:cNvSpPr/>
              <p:nvPr/>
            </p:nvSpPr>
            <p:spPr>
              <a:xfrm>
                <a:off x="5508050" y="2852700"/>
                <a:ext cx="390900" cy="3732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32"/>
              <p:cNvSpPr/>
              <p:nvPr/>
            </p:nvSpPr>
            <p:spPr>
              <a:xfrm>
                <a:off x="5508050" y="3435538"/>
                <a:ext cx="390900" cy="3732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04" name="Google Shape;704;p32"/>
            <p:cNvCxnSpPr>
              <a:stCxn id="691" idx="6"/>
              <a:endCxn id="699" idx="2"/>
            </p:cNvCxnSpPr>
            <p:nvPr/>
          </p:nvCxnSpPr>
          <p:spPr>
            <a:xfrm rot="10800000" flipH="1">
              <a:off x="3678550" y="3482212"/>
              <a:ext cx="854100" cy="147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5" name="Google Shape;705;p32"/>
            <p:cNvCxnSpPr>
              <a:stCxn id="692" idx="6"/>
              <a:endCxn id="698" idx="2"/>
            </p:cNvCxnSpPr>
            <p:nvPr/>
          </p:nvCxnSpPr>
          <p:spPr>
            <a:xfrm rot="10800000" flipH="1">
              <a:off x="3678550" y="3848946"/>
              <a:ext cx="854100" cy="17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6" name="Google Shape;706;p32"/>
            <p:cNvCxnSpPr>
              <a:stCxn id="693" idx="6"/>
              <a:endCxn id="697" idx="2"/>
            </p:cNvCxnSpPr>
            <p:nvPr/>
          </p:nvCxnSpPr>
          <p:spPr>
            <a:xfrm rot="10800000" flipH="1">
              <a:off x="3678550" y="4215687"/>
              <a:ext cx="854100" cy="195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7" name="Google Shape;707;p32"/>
            <p:cNvCxnSpPr>
              <a:stCxn id="693" idx="6"/>
              <a:endCxn id="696" idx="2"/>
            </p:cNvCxnSpPr>
            <p:nvPr/>
          </p:nvCxnSpPr>
          <p:spPr>
            <a:xfrm>
              <a:off x="3678550" y="4411287"/>
              <a:ext cx="854100" cy="171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8" name="Google Shape;708;p32"/>
            <p:cNvCxnSpPr>
              <a:stCxn id="693" idx="6"/>
              <a:endCxn id="698" idx="2"/>
            </p:cNvCxnSpPr>
            <p:nvPr/>
          </p:nvCxnSpPr>
          <p:spPr>
            <a:xfrm rot="10800000" flipH="1">
              <a:off x="3678550" y="3849087"/>
              <a:ext cx="854100" cy="562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9" name="Google Shape;709;p32"/>
            <p:cNvCxnSpPr>
              <a:stCxn id="693" idx="6"/>
              <a:endCxn id="699" idx="2"/>
            </p:cNvCxnSpPr>
            <p:nvPr/>
          </p:nvCxnSpPr>
          <p:spPr>
            <a:xfrm rot="10800000" flipH="1">
              <a:off x="3678550" y="3482187"/>
              <a:ext cx="854100" cy="929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0" name="Google Shape;710;p32"/>
            <p:cNvCxnSpPr>
              <a:stCxn id="691" idx="6"/>
              <a:endCxn id="698" idx="2"/>
            </p:cNvCxnSpPr>
            <p:nvPr/>
          </p:nvCxnSpPr>
          <p:spPr>
            <a:xfrm>
              <a:off x="3678550" y="3629812"/>
              <a:ext cx="854100" cy="219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1" name="Google Shape;711;p32"/>
            <p:cNvCxnSpPr>
              <a:stCxn id="691" idx="6"/>
              <a:endCxn id="697" idx="2"/>
            </p:cNvCxnSpPr>
            <p:nvPr/>
          </p:nvCxnSpPr>
          <p:spPr>
            <a:xfrm>
              <a:off x="3678550" y="3629812"/>
              <a:ext cx="854100" cy="585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2" name="Google Shape;712;p32"/>
            <p:cNvCxnSpPr>
              <a:stCxn id="691" idx="6"/>
              <a:endCxn id="696" idx="2"/>
            </p:cNvCxnSpPr>
            <p:nvPr/>
          </p:nvCxnSpPr>
          <p:spPr>
            <a:xfrm>
              <a:off x="3678550" y="3629812"/>
              <a:ext cx="854100" cy="95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3" name="Google Shape;713;p32"/>
            <p:cNvCxnSpPr>
              <a:stCxn id="692" idx="6"/>
              <a:endCxn id="699" idx="2"/>
            </p:cNvCxnSpPr>
            <p:nvPr/>
          </p:nvCxnSpPr>
          <p:spPr>
            <a:xfrm rot="10800000" flipH="1">
              <a:off x="3678550" y="3482346"/>
              <a:ext cx="854100" cy="538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4" name="Google Shape;714;p32"/>
            <p:cNvCxnSpPr>
              <a:stCxn id="692" idx="6"/>
              <a:endCxn id="697" idx="2"/>
            </p:cNvCxnSpPr>
            <p:nvPr/>
          </p:nvCxnSpPr>
          <p:spPr>
            <a:xfrm>
              <a:off x="3678550" y="4020546"/>
              <a:ext cx="854100" cy="195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5" name="Google Shape;715;p32"/>
            <p:cNvCxnSpPr>
              <a:stCxn id="692" idx="6"/>
              <a:endCxn id="696" idx="2"/>
            </p:cNvCxnSpPr>
            <p:nvPr/>
          </p:nvCxnSpPr>
          <p:spPr>
            <a:xfrm>
              <a:off x="3678550" y="4020546"/>
              <a:ext cx="854100" cy="561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6" name="Google Shape;716;p32"/>
            <p:cNvCxnSpPr>
              <a:stCxn id="699" idx="6"/>
              <a:endCxn id="702" idx="2"/>
            </p:cNvCxnSpPr>
            <p:nvPr/>
          </p:nvCxnSpPr>
          <p:spPr>
            <a:xfrm>
              <a:off x="4772852" y="3482320"/>
              <a:ext cx="665400" cy="372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7" name="Google Shape;717;p32"/>
            <p:cNvCxnSpPr>
              <a:stCxn id="699" idx="6"/>
              <a:endCxn id="703" idx="2"/>
            </p:cNvCxnSpPr>
            <p:nvPr/>
          </p:nvCxnSpPr>
          <p:spPr>
            <a:xfrm>
              <a:off x="4772852" y="3482320"/>
              <a:ext cx="665400" cy="723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8" name="Google Shape;718;p32"/>
            <p:cNvCxnSpPr>
              <a:stCxn id="698" idx="6"/>
              <a:endCxn id="702" idx="2"/>
            </p:cNvCxnSpPr>
            <p:nvPr/>
          </p:nvCxnSpPr>
          <p:spPr>
            <a:xfrm>
              <a:off x="4772852" y="3848997"/>
              <a:ext cx="665400" cy="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9" name="Google Shape;719;p32"/>
            <p:cNvCxnSpPr>
              <a:stCxn id="698" idx="6"/>
              <a:endCxn id="703" idx="2"/>
            </p:cNvCxnSpPr>
            <p:nvPr/>
          </p:nvCxnSpPr>
          <p:spPr>
            <a:xfrm>
              <a:off x="4772852" y="3848997"/>
              <a:ext cx="665400" cy="357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20" name="Google Shape;720;p32"/>
            <p:cNvCxnSpPr>
              <a:stCxn id="697" idx="6"/>
              <a:endCxn id="702" idx="2"/>
            </p:cNvCxnSpPr>
            <p:nvPr/>
          </p:nvCxnSpPr>
          <p:spPr>
            <a:xfrm rot="10800000" flipH="1">
              <a:off x="4772852" y="3855366"/>
              <a:ext cx="665400" cy="360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21" name="Google Shape;721;p32"/>
            <p:cNvCxnSpPr>
              <a:stCxn id="697" idx="6"/>
              <a:endCxn id="703" idx="2"/>
            </p:cNvCxnSpPr>
            <p:nvPr/>
          </p:nvCxnSpPr>
          <p:spPr>
            <a:xfrm rot="10800000" flipH="1">
              <a:off x="4772852" y="4206066"/>
              <a:ext cx="665400" cy="9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22" name="Google Shape;722;p32"/>
            <p:cNvCxnSpPr>
              <a:stCxn id="696" idx="6"/>
              <a:endCxn id="703" idx="2"/>
            </p:cNvCxnSpPr>
            <p:nvPr/>
          </p:nvCxnSpPr>
          <p:spPr>
            <a:xfrm rot="10800000" flipH="1">
              <a:off x="4772852" y="4206136"/>
              <a:ext cx="665400" cy="376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23" name="Google Shape;723;p32"/>
            <p:cNvCxnSpPr>
              <a:stCxn id="696" idx="6"/>
              <a:endCxn id="702" idx="2"/>
            </p:cNvCxnSpPr>
            <p:nvPr/>
          </p:nvCxnSpPr>
          <p:spPr>
            <a:xfrm rot="10800000" flipH="1">
              <a:off x="4772852" y="3855436"/>
              <a:ext cx="665400" cy="72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724" name="Google Shape;724;p32"/>
            <p:cNvSpPr/>
            <p:nvPr/>
          </p:nvSpPr>
          <p:spPr>
            <a:xfrm>
              <a:off x="6164822" y="3915392"/>
              <a:ext cx="240300" cy="224700"/>
            </a:xfrm>
            <a:prstGeom prst="ellipse">
              <a:avLst/>
            </a:prstGeom>
            <a:solidFill>
              <a:srgbClr val="F9CB9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5" name="Google Shape;725;p32"/>
            <p:cNvCxnSpPr>
              <a:stCxn id="702" idx="6"/>
              <a:endCxn id="724" idx="2"/>
            </p:cNvCxnSpPr>
            <p:nvPr/>
          </p:nvCxnSpPr>
          <p:spPr>
            <a:xfrm>
              <a:off x="5678573" y="3855368"/>
              <a:ext cx="486300" cy="17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26" name="Google Shape;726;p32"/>
            <p:cNvCxnSpPr>
              <a:stCxn id="703" idx="6"/>
              <a:endCxn id="724" idx="2"/>
            </p:cNvCxnSpPr>
            <p:nvPr/>
          </p:nvCxnSpPr>
          <p:spPr>
            <a:xfrm rot="10800000" flipH="1">
              <a:off x="5678573" y="4027620"/>
              <a:ext cx="486300" cy="178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pic>
          <p:nvPicPr>
            <p:cNvPr id="727" name="Google Shape;727;p32" descr="W_1" title="MathEquation,#00000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44842" y="4722868"/>
              <a:ext cx="320802" cy="224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8" name="Google Shape;728;p32" descr="W_2" title="MathEquation,#00000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961017" y="4722868"/>
              <a:ext cx="320802" cy="224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9" name="Google Shape;729;p32" descr="W_3" title="MathEquation,#00000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41652" y="4478761"/>
              <a:ext cx="348660" cy="2441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0" name="Google Shape;730;p32"/>
            <p:cNvSpPr/>
            <p:nvPr/>
          </p:nvSpPr>
          <p:spPr>
            <a:xfrm>
              <a:off x="3674391" y="3376278"/>
              <a:ext cx="854100" cy="13116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2"/>
            <p:cNvSpPr/>
            <p:nvPr/>
          </p:nvSpPr>
          <p:spPr>
            <a:xfrm>
              <a:off x="4715720" y="3424455"/>
              <a:ext cx="774900" cy="12225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5641715" y="3687249"/>
              <a:ext cx="523200" cy="743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Activation functions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0" name="Google Shape;740;p3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20075" y="1504225"/>
                <a:ext cx="4999575" cy="3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 lnSpcReduction="10000"/>
              </a:bodyPr>
              <a:lstStyle/>
              <a:p>
                <a:pPr marL="457200" lvl="0" indent="-298767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ct val="72222"/>
                  <a:buChar char="➔"/>
                </a:pPr>
                <a:r>
                  <a:rPr lang="en-GB"/>
                  <a:t>Every node in the network has an </a:t>
                </a:r>
                <a:r>
                  <a:rPr lang="en-GB" b="1"/>
                  <a:t>activation function</a:t>
                </a:r>
              </a:p>
              <a:p>
                <a:pPr marL="457200" lvl="0" indent="-298767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SzPct val="72222"/>
                  <a:buChar char="➔"/>
                </a:pPr>
                <a:r>
                  <a:rPr lang="en-GB"/>
                  <a:t>To perform binary classification, last node has a </a:t>
                </a:r>
                <a:r>
                  <a:rPr lang="en-GB" b="1"/>
                  <a:t>sigmoid</a:t>
                </a:r>
                <a:r>
                  <a:rPr lang="en-GB"/>
                  <a:t> activation: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den>
                    </m:f>
                  </m:oMath>
                </a14:m>
                <a:endParaRPr lang="en-GB"/>
              </a:p>
              <a:p>
                <a:pPr marL="457200" lvl="0" indent="-298767" algn="l" rtl="0">
                  <a:lnSpc>
                    <a:spcPct val="150000"/>
                  </a:lnSpc>
                  <a:spcBef>
                    <a:spcPts val="1200"/>
                  </a:spcBef>
                  <a:spcAft>
                    <a:spcPts val="0"/>
                  </a:spcAft>
                  <a:buSzPct val="72222"/>
                  <a:buChar char="➔"/>
                </a:pPr>
                <a:r>
                  <a:rPr lang="en-GB"/>
                  <a:t>For nodes in the hidden layers, we usually apply a simpler, Rectified Linear Unit (</a:t>
                </a:r>
                <a:r>
                  <a:rPr lang="en-GB" b="1" err="1"/>
                  <a:t>ReLU</a:t>
                </a:r>
                <a:r>
                  <a:rPr lang="en-GB"/>
                  <a:t>) activation: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GB"/>
              </a:p>
              <a:p>
                <a:pPr marL="0" lvl="0" indent="0" algn="l" rtl="0">
                  <a:lnSpc>
                    <a:spcPct val="150000"/>
                  </a:lnSpc>
                  <a:spcBef>
                    <a:spcPts val="1200"/>
                  </a:spcBef>
                  <a:spcAft>
                    <a:spcPts val="1200"/>
                  </a:spcAft>
                  <a:buSzPct val="72222"/>
                  <a:buNone/>
                </a:pPr>
                <a:endParaRPr/>
              </a:p>
            </p:txBody>
          </p:sp>
        </mc:Choice>
        <mc:Fallback xmlns="">
          <p:sp>
            <p:nvSpPr>
              <p:cNvPr id="740" name="Google Shape;740;p3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0075" y="1504225"/>
                <a:ext cx="4999575" cy="3280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8" name="Google Shape;738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0873" y="1212388"/>
            <a:ext cx="2894475" cy="19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5493" y="3122563"/>
            <a:ext cx="2865236" cy="19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6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Training a Neural Network</a:t>
            </a:r>
            <a:endParaRPr/>
          </a:p>
        </p:txBody>
      </p:sp>
      <p:sp>
        <p:nvSpPr>
          <p:cNvPr id="806" name="Google Shape;806;p36"/>
          <p:cNvSpPr txBox="1">
            <a:spLocks noGrp="1"/>
          </p:cNvSpPr>
          <p:nvPr>
            <p:ph type="body" idx="1"/>
          </p:nvPr>
        </p:nvSpPr>
        <p:spPr>
          <a:xfrm>
            <a:off x="729450" y="1491375"/>
            <a:ext cx="4105800" cy="3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7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0"/>
              <a:buChar char="➔"/>
            </a:pPr>
            <a:r>
              <a:rPr lang="en" sz="1360"/>
              <a:t>As with logistic regression we need </a:t>
            </a:r>
            <a:br>
              <a:rPr lang="en" sz="1360"/>
            </a:br>
            <a:r>
              <a:rPr lang="en" sz="1360"/>
              <a:t>a </a:t>
            </a:r>
            <a:r>
              <a:rPr lang="en" sz="1360" b="1"/>
              <a:t>loss function </a:t>
            </a:r>
            <a:endParaRPr sz="1360"/>
          </a:p>
          <a:p>
            <a:pPr marL="914400" lvl="1" indent="-28384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70"/>
              <a:buChar char="◆"/>
            </a:pPr>
            <a:r>
              <a:rPr lang="en" sz="1220"/>
              <a:t>We have seen that the Binary Cross-Entropy is well suitable for binary classification</a:t>
            </a:r>
            <a:endParaRPr sz="1220"/>
          </a:p>
          <a:p>
            <a:pPr marL="457200" lvl="0" indent="-2927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0"/>
              <a:buChar char="➔"/>
            </a:pPr>
            <a:r>
              <a:rPr lang="en" sz="1360"/>
              <a:t>We want to find weights that </a:t>
            </a:r>
            <a:r>
              <a:rPr lang="en" sz="1360" b="1"/>
              <a:t>minimize</a:t>
            </a:r>
            <a:r>
              <a:rPr lang="en" sz="1360"/>
              <a:t> </a:t>
            </a:r>
            <a:br>
              <a:rPr lang="en" sz="1360"/>
            </a:br>
            <a:r>
              <a:rPr lang="en" sz="1360"/>
              <a:t>this loss function</a:t>
            </a:r>
            <a:endParaRPr sz="1360"/>
          </a:p>
          <a:p>
            <a:pPr marL="457200" lvl="0" indent="-2927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0"/>
              <a:buChar char="➔"/>
            </a:pPr>
            <a:r>
              <a:rPr lang="en" sz="1360"/>
              <a:t>We can use </a:t>
            </a:r>
            <a:r>
              <a:rPr lang="en" sz="1360" b="1"/>
              <a:t>gradient descent</a:t>
            </a:r>
            <a:r>
              <a:rPr lang="en" sz="1360"/>
              <a:t> to iteratively update our weights to get the best loss value </a:t>
            </a:r>
            <a:endParaRPr sz="1360"/>
          </a:p>
          <a:p>
            <a:pPr marL="914400" lvl="1" indent="-28384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70"/>
              <a:buChar char="◆"/>
            </a:pPr>
            <a:r>
              <a:rPr lang="en" sz="1220"/>
              <a:t>By taking the gradient of our loss function we can determine the direction of the step</a:t>
            </a:r>
            <a:endParaRPr sz="1220"/>
          </a:p>
          <a:p>
            <a:pPr marL="914400" lvl="1" indent="-28384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70"/>
              <a:buChar char="◆"/>
            </a:pPr>
            <a:r>
              <a:rPr lang="en" sz="1220"/>
              <a:t>Our step size  is determined by the </a:t>
            </a:r>
            <a:r>
              <a:rPr lang="en" sz="1220" b="1"/>
              <a:t>learning rate</a:t>
            </a:r>
            <a:endParaRPr sz="122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10"/>
              <a:buNone/>
            </a:pPr>
            <a:endParaRPr sz="1360" b="1"/>
          </a:p>
        </p:txBody>
      </p:sp>
      <p:pic>
        <p:nvPicPr>
          <p:cNvPr id="807" name="Google Shape;807;p36"/>
          <p:cNvPicPr preferRelativeResize="0"/>
          <p:nvPr/>
        </p:nvPicPr>
        <p:blipFill rotWithShape="1">
          <a:blip r:embed="rId3">
            <a:alphaModFix/>
          </a:blip>
          <a:srcRect t="6776"/>
          <a:stretch/>
        </p:blipFill>
        <p:spPr>
          <a:xfrm>
            <a:off x="4835250" y="1633950"/>
            <a:ext cx="4184299" cy="243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249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a neural network?</a:t>
            </a:r>
            <a:endParaRPr/>
          </a:p>
        </p:txBody>
      </p:sp>
      <p:sp>
        <p:nvSpPr>
          <p:cNvPr id="3" name="Google Shape;431;p47">
            <a:extLst>
              <a:ext uri="{FF2B5EF4-FFF2-40B4-BE49-F238E27FC236}">
                <a16:creationId xmlns:a16="http://schemas.microsoft.com/office/drawing/2014/main" id="{7B9910A3-75FF-48F5-5936-E84E653FE61D}"/>
              </a:ext>
            </a:extLst>
          </p:cNvPr>
          <p:cNvSpPr txBox="1">
            <a:spLocks/>
          </p:cNvSpPr>
          <p:nvPr/>
        </p:nvSpPr>
        <p:spPr>
          <a:xfrm>
            <a:off x="727650" y="2571749"/>
            <a:ext cx="7688700" cy="247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30200">
              <a:lnSpc>
                <a:spcPct val="115000"/>
              </a:lnSpc>
              <a:buSzPts val="1600"/>
              <a:buFont typeface="Arial"/>
              <a:buChar char="➔"/>
            </a:pPr>
            <a:r>
              <a:rPr lang="cy-GB" sz="1600"/>
              <a:t>Objective 1: Sign-up on Kaggle.com to participate on first challenge.</a:t>
            </a:r>
          </a:p>
          <a:p>
            <a:pPr marL="457200" indent="-330200">
              <a:lnSpc>
                <a:spcPct val="115000"/>
              </a:lnSpc>
              <a:buSzPts val="1600"/>
              <a:buFont typeface="Arial"/>
              <a:buChar char="➔"/>
            </a:pPr>
            <a:r>
              <a:rPr lang="cy-GB" sz="1600"/>
              <a:t>Objective 2: Download Titanic dataset and load into a new Google Colab Notebook</a:t>
            </a:r>
          </a:p>
          <a:p>
            <a:pPr marL="457200" indent="-330200">
              <a:lnSpc>
                <a:spcPct val="115000"/>
              </a:lnSpc>
              <a:buSzPts val="1600"/>
              <a:buFont typeface="Arial"/>
              <a:buChar char="➔"/>
            </a:pPr>
            <a:r>
              <a:rPr lang="cy-GB" sz="1600"/>
              <a:t>Objective 3: Explore the dataset to understand the scenario</a:t>
            </a:r>
          </a:p>
          <a:p>
            <a:pPr marL="457200" indent="-330200">
              <a:lnSpc>
                <a:spcPct val="115000"/>
              </a:lnSpc>
              <a:buSzPts val="1600"/>
              <a:buFont typeface="Arial"/>
              <a:buChar char="➔"/>
            </a:pPr>
            <a:r>
              <a:rPr lang="cy-GB" sz="1600"/>
              <a:t>Objective 4: Train a multi-layered Neural Network</a:t>
            </a:r>
          </a:p>
          <a:p>
            <a:pPr marL="127000">
              <a:lnSpc>
                <a:spcPct val="115000"/>
              </a:lnSpc>
              <a:buSzPts val="1600"/>
            </a:pPr>
            <a:endParaRPr lang="cy-GB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8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How does the learning rate impact training speed?</a:t>
            </a:r>
            <a:endParaRPr/>
          </a:p>
        </p:txBody>
      </p:sp>
      <p:pic>
        <p:nvPicPr>
          <p:cNvPr id="1138" name="Google Shape;1138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850" y="1739437"/>
            <a:ext cx="7996100" cy="310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0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bias-variance trade-off</a:t>
            </a:r>
            <a:endParaRPr/>
          </a:p>
        </p:txBody>
      </p:sp>
      <p:pic>
        <p:nvPicPr>
          <p:cNvPr id="1149" name="Google Shape;114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50" y="1276687"/>
            <a:ext cx="2698550" cy="205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0450" y="1276700"/>
            <a:ext cx="2698551" cy="20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9175" y="1215437"/>
            <a:ext cx="2643549" cy="20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50"/>
          <p:cNvSpPr txBox="1"/>
          <p:nvPr/>
        </p:nvSpPr>
        <p:spPr>
          <a:xfrm>
            <a:off x="599750" y="3329200"/>
            <a:ext cx="2748300" cy="1585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Model is too complex, has </a:t>
            </a: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‘over-fitted’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to the training set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→ if we remove/add some training data points the model changes a lot → high </a:t>
            </a: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variance</a:t>
            </a:r>
            <a:endParaRPr sz="13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it makes no systematic mistake on the training set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→ low</a:t>
            </a: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bias</a:t>
            </a:r>
            <a:endParaRPr sz="13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3" name="Google Shape;1153;p50"/>
          <p:cNvSpPr txBox="1"/>
          <p:nvPr/>
        </p:nvSpPr>
        <p:spPr>
          <a:xfrm>
            <a:off x="3480450" y="3229150"/>
            <a:ext cx="2909100" cy="178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Model is too simple, can not model the pattern in training data it is </a:t>
            </a: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‘under-fitting’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→ if we remove/add training points the model does not change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→ low </a:t>
            </a: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variance</a:t>
            </a:r>
            <a:endParaRPr sz="13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→ it makes systematic errors on the training data → high</a:t>
            </a:r>
            <a:r>
              <a:rPr lang="en" sz="13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bias</a:t>
            </a:r>
            <a:endParaRPr sz="13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4" name="Google Shape;1154;p50"/>
          <p:cNvSpPr txBox="1"/>
          <p:nvPr/>
        </p:nvSpPr>
        <p:spPr>
          <a:xfrm>
            <a:off x="6451675" y="3279975"/>
            <a:ext cx="27483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Good model, balances well learn the pattern on the training data without over-fitting the noise in the training data.</a:t>
            </a:r>
            <a:endParaRPr sz="13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2" grpId="0"/>
      <p:bldP spid="1153" grpId="0"/>
      <p:bldP spid="11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51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bias-variance trade-off</a:t>
            </a:r>
            <a:endParaRPr/>
          </a:p>
        </p:txBody>
      </p:sp>
      <p:sp>
        <p:nvSpPr>
          <p:cNvPr id="1160" name="Google Shape;1160;p51"/>
          <p:cNvSpPr txBox="1">
            <a:spLocks noGrp="1"/>
          </p:cNvSpPr>
          <p:nvPr>
            <p:ph type="body" idx="1"/>
          </p:nvPr>
        </p:nvSpPr>
        <p:spPr>
          <a:xfrm>
            <a:off x="727650" y="1356627"/>
            <a:ext cx="7688700" cy="3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" sz="1700"/>
              <a:t>A neural network is extremely powerful.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" sz="1700"/>
              <a:t>If we have enough neurons / layers we can fit the training data perfectly…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" sz="1700"/>
              <a:t>But does this mean that we will do well at predicting un-seen test data?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" sz="1700"/>
              <a:t>We don’t only want to memorise the training data, we want to learn general patterns/trend in the data to make useful predictions.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" sz="1700"/>
              <a:t>If we are not careful we may </a:t>
            </a:r>
            <a:r>
              <a:rPr lang="en" sz="1700" b="1"/>
              <a:t>over-fit.</a:t>
            </a:r>
            <a:endParaRPr sz="1700" b="1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➔"/>
            </a:pPr>
            <a:r>
              <a:rPr lang="en" sz="1700" b="1"/>
              <a:t>That’s why it is super important to always measure the performance of the model on the TEST set and not on the training set.</a:t>
            </a:r>
            <a:endParaRPr sz="17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53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This week’s DIY </a:t>
            </a:r>
            <a:endParaRPr/>
          </a:p>
        </p:txBody>
      </p:sp>
      <p:sp>
        <p:nvSpPr>
          <p:cNvPr id="1172" name="Google Shape;1172;p53"/>
          <p:cNvSpPr txBox="1">
            <a:spLocks noGrp="1"/>
          </p:cNvSpPr>
          <p:nvPr>
            <p:ph type="body" idx="1"/>
          </p:nvPr>
        </p:nvSpPr>
        <p:spPr>
          <a:xfrm>
            <a:off x="729450" y="1491375"/>
            <a:ext cx="3763200" cy="1364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➔"/>
            </a:pPr>
            <a:r>
              <a:rPr lang="en"/>
              <a:t>Classify the two circles dataset using a neural network using PyTorch library</a:t>
            </a:r>
          </a:p>
        </p:txBody>
      </p:sp>
      <p:pic>
        <p:nvPicPr>
          <p:cNvPr id="1173" name="Google Shape;1173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6991" y="3134613"/>
            <a:ext cx="2168175" cy="10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04530" y="1547375"/>
            <a:ext cx="3407850" cy="3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54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96296"/>
            </a:pPr>
            <a:r>
              <a:rPr lang="en"/>
              <a:t>Thank you!</a:t>
            </a:r>
            <a:endParaRPr/>
          </a:p>
        </p:txBody>
      </p:sp>
      <p:sp>
        <p:nvSpPr>
          <p:cNvPr id="1180" name="Google Shape;1180;p54"/>
          <p:cNvSpPr txBox="1">
            <a:spLocks noGrp="1"/>
          </p:cNvSpPr>
          <p:nvPr>
            <p:ph type="body" idx="1"/>
          </p:nvPr>
        </p:nvSpPr>
        <p:spPr>
          <a:xfrm>
            <a:off x="806700" y="1564850"/>
            <a:ext cx="3765300" cy="27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There are a lot of good additional resources online  for understanding ML !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/>
              <a:t>A good tool to play with the effect of your network design on the output can be found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"/>
              <a:t>.</a:t>
            </a:r>
            <a:endParaRPr/>
          </a:p>
        </p:txBody>
      </p:sp>
      <p:pic>
        <p:nvPicPr>
          <p:cNvPr id="1181" name="Google Shape;1181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7150" y="1564850"/>
            <a:ext cx="4030050" cy="269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On-screen Show (16:9)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Lexend</vt:lpstr>
      <vt:lpstr>Arial</vt:lpstr>
      <vt:lpstr>Raleway</vt:lpstr>
      <vt:lpstr>Cambria Math</vt:lpstr>
      <vt:lpstr>Lato</vt:lpstr>
      <vt:lpstr>Streamline</vt:lpstr>
      <vt:lpstr>Neural networks in action</vt:lpstr>
      <vt:lpstr>Designing a Neural Network</vt:lpstr>
      <vt:lpstr>Activation functions</vt:lpstr>
      <vt:lpstr>Training a Neural Network</vt:lpstr>
      <vt:lpstr>Implementing a neural network?</vt:lpstr>
      <vt:lpstr>How does the learning rate impact training speed?</vt:lpstr>
      <vt:lpstr>The bias-variance trade-off</vt:lpstr>
      <vt:lpstr>The bias-variance trade-off</vt:lpstr>
      <vt:lpstr>This week’s DIY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Owais Ahmed</dc:creator>
  <cp:lastModifiedBy>Owais Ahmed</cp:lastModifiedBy>
  <cp:revision>1</cp:revision>
  <dcterms:modified xsi:type="dcterms:W3CDTF">2025-08-24T18:47:27Z</dcterms:modified>
</cp:coreProperties>
</file>