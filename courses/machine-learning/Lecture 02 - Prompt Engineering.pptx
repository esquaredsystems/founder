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14"/>
  </p:notesMasterIdLst>
  <p:sldIdLst>
    <p:sldId id="256" r:id="rId2"/>
    <p:sldId id="257" r:id="rId3"/>
    <p:sldId id="296" r:id="rId4"/>
    <p:sldId id="297" r:id="rId5"/>
    <p:sldId id="298" r:id="rId6"/>
    <p:sldId id="299" r:id="rId7"/>
    <p:sldId id="300" r:id="rId8"/>
    <p:sldId id="301" r:id="rId9"/>
    <p:sldId id="259" r:id="rId10"/>
    <p:sldId id="302" r:id="rId11"/>
    <p:sldId id="303" r:id="rId12"/>
    <p:sldId id="282"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Raleway" pitchFamily="2" charset="77"/>
      <p:regular r:id="rId19"/>
      <p:bold r:id="rId20"/>
      <p:italic r:id="rId21"/>
      <p:boldItalic r:id="rId22"/>
    </p:embeddedFont>
    <p:embeddedFont>
      <p:font typeface="Roboto Mono" pitchFamily="49"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DD1E92-189E-40AD-8222-719FFBB4DE74}">
  <a:tblStyle styleId="{0CDD1E92-189E-40AD-8222-719FFBB4DE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4AC56EF9-5E17-431F-9D2E-22C829E47DA2}"/>
    <pc:docChg chg="undo redo custSel addSld delSld modSld sldOrd">
      <pc:chgData name="Owais Ahmed" userId="6abc7d4556b3b071" providerId="LiveId" clId="{4AC56EF9-5E17-431F-9D2E-22C829E47DA2}" dt="2025-01-28T18:36:00.565" v="6173"/>
      <pc:docMkLst>
        <pc:docMk/>
      </pc:docMkLst>
      <pc:sldChg chg="modSp mod">
        <pc:chgData name="Owais Ahmed" userId="6abc7d4556b3b071" providerId="LiveId" clId="{4AC56EF9-5E17-431F-9D2E-22C829E47DA2}" dt="2025-01-25T09:46:05.765" v="46" actId="20577"/>
        <pc:sldMkLst>
          <pc:docMk/>
          <pc:sldMk cId="0" sldId="256"/>
        </pc:sldMkLst>
        <pc:spChg chg="mod">
          <ac:chgData name="Owais Ahmed" userId="6abc7d4556b3b071" providerId="LiveId" clId="{4AC56EF9-5E17-431F-9D2E-22C829E47DA2}" dt="2025-01-25T09:45:53.172" v="33" actId="122"/>
          <ac:spMkLst>
            <pc:docMk/>
            <pc:sldMk cId="0" sldId="256"/>
            <ac:spMk id="64" creationId="{00000000-0000-0000-0000-000000000000}"/>
          </ac:spMkLst>
        </pc:spChg>
        <pc:spChg chg="mod">
          <ac:chgData name="Owais Ahmed" userId="6abc7d4556b3b071" providerId="LiveId" clId="{4AC56EF9-5E17-431F-9D2E-22C829E47DA2}" dt="2025-01-25T09:46:05.765" v="46" actId="20577"/>
          <ac:spMkLst>
            <pc:docMk/>
            <pc:sldMk cId="0" sldId="256"/>
            <ac:spMk id="65" creationId="{00000000-0000-0000-0000-000000000000}"/>
          </ac:spMkLst>
        </pc:spChg>
      </pc:sldChg>
      <pc:sldChg chg="modSp mod modAnim">
        <pc:chgData name="Owais Ahmed" userId="6abc7d4556b3b071" providerId="LiveId" clId="{4AC56EF9-5E17-431F-9D2E-22C829E47DA2}" dt="2025-01-25T18:30:29.539" v="5973" actId="20577"/>
        <pc:sldMkLst>
          <pc:docMk/>
          <pc:sldMk cId="0" sldId="257"/>
        </pc:sldMkLst>
        <pc:spChg chg="mod">
          <ac:chgData name="Owais Ahmed" userId="6abc7d4556b3b071" providerId="LiveId" clId="{4AC56EF9-5E17-431F-9D2E-22C829E47DA2}" dt="2025-01-25T18:30:29.539" v="5973" actId="20577"/>
          <ac:spMkLst>
            <pc:docMk/>
            <pc:sldMk cId="0" sldId="257"/>
            <ac:spMk id="71" creationId="{00000000-0000-0000-0000-000000000000}"/>
          </ac:spMkLst>
        </pc:spChg>
      </pc:sldChg>
      <pc:sldChg chg="addSp delSp modSp mod modAnim">
        <pc:chgData name="Owais Ahmed" userId="6abc7d4556b3b071" providerId="LiveId" clId="{4AC56EF9-5E17-431F-9D2E-22C829E47DA2}" dt="2025-01-25T16:26:54.166" v="2143"/>
        <pc:sldMkLst>
          <pc:docMk/>
          <pc:sldMk cId="0" sldId="258"/>
        </pc:sldMkLst>
      </pc:sldChg>
      <pc:sldChg chg="addSp delSp modSp mod modAnim chgLayout">
        <pc:chgData name="Owais Ahmed" userId="6abc7d4556b3b071" providerId="LiveId" clId="{4AC56EF9-5E17-431F-9D2E-22C829E47DA2}" dt="2025-01-25T17:21:10.726" v="2450"/>
        <pc:sldMkLst>
          <pc:docMk/>
          <pc:sldMk cId="0" sldId="259"/>
        </pc:sldMkLst>
        <pc:spChg chg="mod ord">
          <ac:chgData name="Owais Ahmed" userId="6abc7d4556b3b071" providerId="LiveId" clId="{4AC56EF9-5E17-431F-9D2E-22C829E47DA2}" dt="2025-01-25T10:02:22.241" v="914" actId="700"/>
          <ac:spMkLst>
            <pc:docMk/>
            <pc:sldMk cId="0" sldId="259"/>
            <ac:spMk id="83" creationId="{00000000-0000-0000-0000-000000000000}"/>
          </ac:spMkLst>
        </pc:spChg>
        <pc:spChg chg="mod ord">
          <ac:chgData name="Owais Ahmed" userId="6abc7d4556b3b071" providerId="LiveId" clId="{4AC56EF9-5E17-431F-9D2E-22C829E47DA2}" dt="2025-01-25T17:14:58.245" v="2431" actId="5793"/>
          <ac:spMkLst>
            <pc:docMk/>
            <pc:sldMk cId="0" sldId="259"/>
            <ac:spMk id="84" creationId="{00000000-0000-0000-0000-000000000000}"/>
          </ac:spMkLst>
        </pc:spChg>
      </pc:sldChg>
      <pc:sldChg chg="del">
        <pc:chgData name="Owais Ahmed" userId="6abc7d4556b3b071" providerId="LiveId" clId="{4AC56EF9-5E17-431F-9D2E-22C829E47DA2}" dt="2025-01-25T17:14:15.053" v="2400" actId="47"/>
        <pc:sldMkLst>
          <pc:docMk/>
          <pc:sldMk cId="0" sldId="260"/>
        </pc:sldMkLst>
      </pc:sldChg>
      <pc:sldChg chg="del">
        <pc:chgData name="Owais Ahmed" userId="6abc7d4556b3b071" providerId="LiveId" clId="{4AC56EF9-5E17-431F-9D2E-22C829E47DA2}" dt="2025-01-25T17:14:16.286" v="2401" actId="47"/>
        <pc:sldMkLst>
          <pc:docMk/>
          <pc:sldMk cId="0" sldId="261"/>
        </pc:sldMkLst>
      </pc:sldChg>
      <pc:sldChg chg="del">
        <pc:chgData name="Owais Ahmed" userId="6abc7d4556b3b071" providerId="LiveId" clId="{4AC56EF9-5E17-431F-9D2E-22C829E47DA2}" dt="2025-01-25T17:14:17.651" v="2402" actId="47"/>
        <pc:sldMkLst>
          <pc:docMk/>
          <pc:sldMk cId="0" sldId="262"/>
        </pc:sldMkLst>
      </pc:sldChg>
      <pc:sldChg chg="del">
        <pc:chgData name="Owais Ahmed" userId="6abc7d4556b3b071" providerId="LiveId" clId="{4AC56EF9-5E17-431F-9D2E-22C829E47DA2}" dt="2025-01-25T18:01:50.851" v="4371" actId="47"/>
        <pc:sldMkLst>
          <pc:docMk/>
          <pc:sldMk cId="0" sldId="263"/>
        </pc:sldMkLst>
      </pc:sldChg>
      <pc:sldChg chg="del">
        <pc:chgData name="Owais Ahmed" userId="6abc7d4556b3b071" providerId="LiveId" clId="{4AC56EF9-5E17-431F-9D2E-22C829E47DA2}" dt="2025-01-25T17:14:19.662" v="2403" actId="47"/>
        <pc:sldMkLst>
          <pc:docMk/>
          <pc:sldMk cId="0" sldId="264"/>
        </pc:sldMkLst>
      </pc:sldChg>
      <pc:sldChg chg="del">
        <pc:chgData name="Owais Ahmed" userId="6abc7d4556b3b071" providerId="LiveId" clId="{4AC56EF9-5E17-431F-9D2E-22C829E47DA2}" dt="2025-01-25T17:14:20.033" v="2404" actId="47"/>
        <pc:sldMkLst>
          <pc:docMk/>
          <pc:sldMk cId="0" sldId="265"/>
        </pc:sldMkLst>
      </pc:sldChg>
      <pc:sldChg chg="del">
        <pc:chgData name="Owais Ahmed" userId="6abc7d4556b3b071" providerId="LiveId" clId="{4AC56EF9-5E17-431F-9D2E-22C829E47DA2}" dt="2025-01-25T17:14:20.378" v="2405" actId="47"/>
        <pc:sldMkLst>
          <pc:docMk/>
          <pc:sldMk cId="0" sldId="266"/>
        </pc:sldMkLst>
      </pc:sldChg>
      <pc:sldChg chg="del">
        <pc:chgData name="Owais Ahmed" userId="6abc7d4556b3b071" providerId="LiveId" clId="{4AC56EF9-5E17-431F-9D2E-22C829E47DA2}" dt="2025-01-25T17:14:20.737" v="2406" actId="47"/>
        <pc:sldMkLst>
          <pc:docMk/>
          <pc:sldMk cId="0" sldId="267"/>
        </pc:sldMkLst>
      </pc:sldChg>
      <pc:sldChg chg="del">
        <pc:chgData name="Owais Ahmed" userId="6abc7d4556b3b071" providerId="LiveId" clId="{4AC56EF9-5E17-431F-9D2E-22C829E47DA2}" dt="2025-01-25T17:14:21.067" v="2407" actId="47"/>
        <pc:sldMkLst>
          <pc:docMk/>
          <pc:sldMk cId="0" sldId="268"/>
        </pc:sldMkLst>
      </pc:sldChg>
      <pc:sldChg chg="del">
        <pc:chgData name="Owais Ahmed" userId="6abc7d4556b3b071" providerId="LiveId" clId="{4AC56EF9-5E17-431F-9D2E-22C829E47DA2}" dt="2025-01-25T17:14:21.328" v="2408" actId="47"/>
        <pc:sldMkLst>
          <pc:docMk/>
          <pc:sldMk cId="0" sldId="269"/>
        </pc:sldMkLst>
      </pc:sldChg>
      <pc:sldChg chg="del">
        <pc:chgData name="Owais Ahmed" userId="6abc7d4556b3b071" providerId="LiveId" clId="{4AC56EF9-5E17-431F-9D2E-22C829E47DA2}" dt="2025-01-25T17:14:21.556" v="2409" actId="47"/>
        <pc:sldMkLst>
          <pc:docMk/>
          <pc:sldMk cId="0" sldId="270"/>
        </pc:sldMkLst>
      </pc:sldChg>
      <pc:sldChg chg="del">
        <pc:chgData name="Owais Ahmed" userId="6abc7d4556b3b071" providerId="LiveId" clId="{4AC56EF9-5E17-431F-9D2E-22C829E47DA2}" dt="2025-01-25T17:14:21.745" v="2410" actId="47"/>
        <pc:sldMkLst>
          <pc:docMk/>
          <pc:sldMk cId="0" sldId="271"/>
        </pc:sldMkLst>
      </pc:sldChg>
      <pc:sldChg chg="del">
        <pc:chgData name="Owais Ahmed" userId="6abc7d4556b3b071" providerId="LiveId" clId="{4AC56EF9-5E17-431F-9D2E-22C829E47DA2}" dt="2025-01-25T17:14:21.914" v="2411" actId="47"/>
        <pc:sldMkLst>
          <pc:docMk/>
          <pc:sldMk cId="0" sldId="272"/>
        </pc:sldMkLst>
      </pc:sldChg>
      <pc:sldChg chg="del">
        <pc:chgData name="Owais Ahmed" userId="6abc7d4556b3b071" providerId="LiveId" clId="{4AC56EF9-5E17-431F-9D2E-22C829E47DA2}" dt="2025-01-25T17:14:22.085" v="2412" actId="47"/>
        <pc:sldMkLst>
          <pc:docMk/>
          <pc:sldMk cId="0" sldId="273"/>
        </pc:sldMkLst>
      </pc:sldChg>
      <pc:sldChg chg="del">
        <pc:chgData name="Owais Ahmed" userId="6abc7d4556b3b071" providerId="LiveId" clId="{4AC56EF9-5E17-431F-9D2E-22C829E47DA2}" dt="2025-01-25T17:14:22.248" v="2413" actId="47"/>
        <pc:sldMkLst>
          <pc:docMk/>
          <pc:sldMk cId="0" sldId="274"/>
        </pc:sldMkLst>
      </pc:sldChg>
      <pc:sldChg chg="del">
        <pc:chgData name="Owais Ahmed" userId="6abc7d4556b3b071" providerId="LiveId" clId="{4AC56EF9-5E17-431F-9D2E-22C829E47DA2}" dt="2025-01-25T17:14:22.449" v="2414" actId="47"/>
        <pc:sldMkLst>
          <pc:docMk/>
          <pc:sldMk cId="0" sldId="275"/>
        </pc:sldMkLst>
      </pc:sldChg>
      <pc:sldChg chg="del">
        <pc:chgData name="Owais Ahmed" userId="6abc7d4556b3b071" providerId="LiveId" clId="{4AC56EF9-5E17-431F-9D2E-22C829E47DA2}" dt="2025-01-25T17:14:23.497" v="2415" actId="47"/>
        <pc:sldMkLst>
          <pc:docMk/>
          <pc:sldMk cId="0" sldId="276"/>
        </pc:sldMkLst>
      </pc:sldChg>
      <pc:sldChg chg="del">
        <pc:chgData name="Owais Ahmed" userId="6abc7d4556b3b071" providerId="LiveId" clId="{4AC56EF9-5E17-431F-9D2E-22C829E47DA2}" dt="2025-01-25T17:14:23.728" v="2416" actId="47"/>
        <pc:sldMkLst>
          <pc:docMk/>
          <pc:sldMk cId="0" sldId="277"/>
        </pc:sldMkLst>
      </pc:sldChg>
      <pc:sldChg chg="del">
        <pc:chgData name="Owais Ahmed" userId="6abc7d4556b3b071" providerId="LiveId" clId="{4AC56EF9-5E17-431F-9D2E-22C829E47DA2}" dt="2025-01-25T17:14:23.975" v="2417" actId="47"/>
        <pc:sldMkLst>
          <pc:docMk/>
          <pc:sldMk cId="0" sldId="278"/>
        </pc:sldMkLst>
      </pc:sldChg>
      <pc:sldChg chg="del">
        <pc:chgData name="Owais Ahmed" userId="6abc7d4556b3b071" providerId="LiveId" clId="{4AC56EF9-5E17-431F-9D2E-22C829E47DA2}" dt="2025-01-25T17:14:24.208" v="2418" actId="47"/>
        <pc:sldMkLst>
          <pc:docMk/>
          <pc:sldMk cId="0" sldId="279"/>
        </pc:sldMkLst>
      </pc:sldChg>
      <pc:sldChg chg="del">
        <pc:chgData name="Owais Ahmed" userId="6abc7d4556b3b071" providerId="LiveId" clId="{4AC56EF9-5E17-431F-9D2E-22C829E47DA2}" dt="2025-01-25T17:14:24.404" v="2419" actId="47"/>
        <pc:sldMkLst>
          <pc:docMk/>
          <pc:sldMk cId="0" sldId="280"/>
        </pc:sldMkLst>
      </pc:sldChg>
      <pc:sldChg chg="delSp modSp add del mod">
        <pc:chgData name="Owais Ahmed" userId="6abc7d4556b3b071" providerId="LiveId" clId="{4AC56EF9-5E17-431F-9D2E-22C829E47DA2}" dt="2025-01-25T18:02:28.849" v="4410" actId="47"/>
        <pc:sldMkLst>
          <pc:docMk/>
          <pc:sldMk cId="0" sldId="281"/>
        </pc:sldMkLst>
      </pc:sldChg>
      <pc:sldChg chg="modSp add del mod">
        <pc:chgData name="Owais Ahmed" userId="6abc7d4556b3b071" providerId="LiveId" clId="{4AC56EF9-5E17-431F-9D2E-22C829E47DA2}" dt="2025-01-25T18:32:03.040" v="6160" actId="20577"/>
        <pc:sldMkLst>
          <pc:docMk/>
          <pc:sldMk cId="0" sldId="282"/>
        </pc:sldMkLst>
        <pc:spChg chg="mod">
          <ac:chgData name="Owais Ahmed" userId="6abc7d4556b3b071" providerId="LiveId" clId="{4AC56EF9-5E17-431F-9D2E-22C829E47DA2}" dt="2025-01-25T18:32:03.040" v="6160" actId="20577"/>
          <ac:spMkLst>
            <pc:docMk/>
            <pc:sldMk cId="0" sldId="282"/>
            <ac:spMk id="259" creationId="{00000000-0000-0000-0000-000000000000}"/>
          </ac:spMkLst>
        </pc:spChg>
      </pc:sldChg>
      <pc:sldChg chg="del">
        <pc:chgData name="Owais Ahmed" userId="6abc7d4556b3b071" providerId="LiveId" clId="{4AC56EF9-5E17-431F-9D2E-22C829E47DA2}" dt="2025-01-25T18:36:02.623" v="6161" actId="47"/>
        <pc:sldMkLst>
          <pc:docMk/>
          <pc:sldMk cId="0" sldId="283"/>
        </pc:sldMkLst>
      </pc:sldChg>
      <pc:sldChg chg="modSp add del mod modAnim">
        <pc:chgData name="Owais Ahmed" userId="6abc7d4556b3b071" providerId="LiveId" clId="{4AC56EF9-5E17-431F-9D2E-22C829E47DA2}" dt="2025-01-25T17:22:03.325" v="2453" actId="47"/>
        <pc:sldMkLst>
          <pc:docMk/>
          <pc:sldMk cId="317629038" sldId="284"/>
        </pc:sldMkLst>
      </pc:sldChg>
      <pc:sldChg chg="modSp add mod modAnim">
        <pc:chgData name="Owais Ahmed" userId="6abc7d4556b3b071" providerId="LiveId" clId="{4AC56EF9-5E17-431F-9D2E-22C829E47DA2}" dt="2025-01-25T17:27:30.229" v="2479" actId="122"/>
        <pc:sldMkLst>
          <pc:docMk/>
          <pc:sldMk cId="949111973" sldId="285"/>
        </pc:sldMkLst>
      </pc:sldChg>
      <pc:sldChg chg="add del">
        <pc:chgData name="Owais Ahmed" userId="6abc7d4556b3b071" providerId="LiveId" clId="{4AC56EF9-5E17-431F-9D2E-22C829E47DA2}" dt="2025-01-25T17:27:47.558" v="2480" actId="47"/>
        <pc:sldMkLst>
          <pc:docMk/>
          <pc:sldMk cId="1150592311" sldId="286"/>
        </pc:sldMkLst>
      </pc:sldChg>
      <pc:sldChg chg="addSp delSp modSp add modAnim">
        <pc:chgData name="Owais Ahmed" userId="6abc7d4556b3b071" providerId="LiveId" clId="{4AC56EF9-5E17-431F-9D2E-22C829E47DA2}" dt="2025-01-25T17:27:16.840" v="2475"/>
        <pc:sldMkLst>
          <pc:docMk/>
          <pc:sldMk cId="2707733048" sldId="287"/>
        </pc:sldMkLst>
      </pc:sldChg>
      <pc:sldChg chg="addSp delSp modSp add modAnim">
        <pc:chgData name="Owais Ahmed" userId="6abc7d4556b3b071" providerId="LiveId" clId="{4AC56EF9-5E17-431F-9D2E-22C829E47DA2}" dt="2025-01-28T17:57:30.079" v="6163"/>
        <pc:sldMkLst>
          <pc:docMk/>
          <pc:sldMk cId="3263356164" sldId="288"/>
        </pc:sldMkLst>
      </pc:sldChg>
      <pc:sldChg chg="addSp delSp modSp add modAnim">
        <pc:chgData name="Owais Ahmed" userId="6abc7d4556b3b071" providerId="LiveId" clId="{4AC56EF9-5E17-431F-9D2E-22C829E47DA2}" dt="2025-01-25T17:27:08.312" v="2473"/>
        <pc:sldMkLst>
          <pc:docMk/>
          <pc:sldMk cId="3902833562" sldId="289"/>
        </pc:sldMkLst>
      </pc:sldChg>
      <pc:sldChg chg="addSp modSp add mod modAnim">
        <pc:chgData name="Owais Ahmed" userId="6abc7d4556b3b071" providerId="LiveId" clId="{4AC56EF9-5E17-431F-9D2E-22C829E47DA2}" dt="2025-01-25T17:47:02.656" v="3232" actId="403"/>
        <pc:sldMkLst>
          <pc:docMk/>
          <pc:sldMk cId="85087622" sldId="290"/>
        </pc:sldMkLst>
      </pc:sldChg>
      <pc:sldChg chg="modSp add mod ord modAnim">
        <pc:chgData name="Owais Ahmed" userId="6abc7d4556b3b071" providerId="LiveId" clId="{4AC56EF9-5E17-431F-9D2E-22C829E47DA2}" dt="2025-01-28T18:14:17.353" v="6165"/>
        <pc:sldMkLst>
          <pc:docMk/>
          <pc:sldMk cId="152209092" sldId="291"/>
        </pc:sldMkLst>
      </pc:sldChg>
      <pc:sldChg chg="addSp modSp add mod modAnim">
        <pc:chgData name="Owais Ahmed" userId="6abc7d4556b3b071" providerId="LiveId" clId="{4AC56EF9-5E17-431F-9D2E-22C829E47DA2}" dt="2025-01-25T18:18:06.554" v="5153" actId="27636"/>
        <pc:sldMkLst>
          <pc:docMk/>
          <pc:sldMk cId="2252627262" sldId="292"/>
        </pc:sldMkLst>
      </pc:sldChg>
      <pc:sldChg chg="modSp add mod ord modAnim">
        <pc:chgData name="Owais Ahmed" userId="6abc7d4556b3b071" providerId="LiveId" clId="{4AC56EF9-5E17-431F-9D2E-22C829E47DA2}" dt="2025-01-28T18:14:26.648" v="6167"/>
        <pc:sldMkLst>
          <pc:docMk/>
          <pc:sldMk cId="3534966488" sldId="293"/>
        </pc:sldMkLst>
      </pc:sldChg>
      <pc:sldChg chg="modSp mod modAnim">
        <pc:chgData name="Owais Ahmed" userId="6abc7d4556b3b071" providerId="LiveId" clId="{4AC56EF9-5E17-431F-9D2E-22C829E47DA2}" dt="2025-01-28T18:36:00.565" v="6173"/>
        <pc:sldMkLst>
          <pc:docMk/>
          <pc:sldMk cId="1346606958" sldId="294"/>
        </pc:sldMkLst>
      </pc:sldChg>
    </pc:docChg>
  </pc:docChgLst>
  <pc:docChgLst>
    <pc:chgData name="Owais Ahmed" userId="6abc7d4556b3b071" providerId="LiveId" clId="{0CC13D07-08E9-4C8C-AF48-E02DF31A7BBE}"/>
    <pc:docChg chg="undo custSel modSld">
      <pc:chgData name="Owais Ahmed" userId="6abc7d4556b3b071" providerId="LiveId" clId="{0CC13D07-08E9-4C8C-AF48-E02DF31A7BBE}" dt="2025-02-14T16:49:49.452" v="1231" actId="20577"/>
      <pc:docMkLst>
        <pc:docMk/>
      </pc:docMkLst>
      <pc:sldChg chg="modSp mod">
        <pc:chgData name="Owais Ahmed" userId="6abc7d4556b3b071" providerId="LiveId" clId="{0CC13D07-08E9-4C8C-AF48-E02DF31A7BBE}" dt="2025-02-08T12:55:43.511" v="4" actId="688"/>
        <pc:sldMkLst>
          <pc:docMk/>
          <pc:sldMk cId="2440634393" sldId="301"/>
        </pc:sldMkLst>
        <pc:spChg chg="mod">
          <ac:chgData name="Owais Ahmed" userId="6abc7d4556b3b071" providerId="LiveId" clId="{0CC13D07-08E9-4C8C-AF48-E02DF31A7BBE}" dt="2025-02-08T12:55:43.511" v="4" actId="688"/>
          <ac:spMkLst>
            <pc:docMk/>
            <pc:sldMk cId="2440634393" sldId="301"/>
            <ac:spMk id="84" creationId="{E5698A1C-C9D1-30B3-E28C-A88938CDA5E4}"/>
          </ac:spMkLst>
        </pc:spChg>
      </pc:sldChg>
      <pc:sldChg chg="addSp delSp modSp mod modNotesTx">
        <pc:chgData name="Owais Ahmed" userId="6abc7d4556b3b071" providerId="LiveId" clId="{0CC13D07-08E9-4C8C-AF48-E02DF31A7BBE}" dt="2025-02-14T16:49:49.452" v="1231" actId="20577"/>
        <pc:sldMkLst>
          <pc:docMk/>
          <pc:sldMk cId="3051256190" sldId="305"/>
        </pc:sldMkLst>
        <pc:spChg chg="del">
          <ac:chgData name="Owais Ahmed" userId="6abc7d4556b3b071" providerId="LiveId" clId="{0CC13D07-08E9-4C8C-AF48-E02DF31A7BBE}" dt="2025-02-14T16:11:46.947" v="166" actId="478"/>
          <ac:spMkLst>
            <pc:docMk/>
            <pc:sldMk cId="3051256190" sldId="305"/>
            <ac:spMk id="2" creationId="{0D298C30-68C0-41C5-D113-8EE3C15A6194}"/>
          </ac:spMkLst>
        </pc:spChg>
        <pc:spChg chg="add del mod">
          <ac:chgData name="Owais Ahmed" userId="6abc7d4556b3b071" providerId="LiveId" clId="{0CC13D07-08E9-4C8C-AF48-E02DF31A7BBE}" dt="2025-02-14T16:11:50.809" v="168" actId="478"/>
          <ac:spMkLst>
            <pc:docMk/>
            <pc:sldMk cId="3051256190" sldId="305"/>
            <ac:spMk id="4" creationId="{911D3B69-4309-19D2-3152-93ACD57294DB}"/>
          </ac:spMkLst>
        </pc:spChg>
        <pc:graphicFrameChg chg="mod modGraphic">
          <ac:chgData name="Owais Ahmed" userId="6abc7d4556b3b071" providerId="LiveId" clId="{0CC13D07-08E9-4C8C-AF48-E02DF31A7BBE}" dt="2025-02-14T16:49:49.452" v="1231" actId="20577"/>
          <ac:graphicFrameMkLst>
            <pc:docMk/>
            <pc:sldMk cId="3051256190" sldId="305"/>
            <ac:graphicFrameMk id="6" creationId="{E8F723C7-7858-C372-1C49-302DDE4FBBB7}"/>
          </ac:graphicFrameMkLst>
        </pc:graphicFrameChg>
      </pc:sldChg>
    </pc:docChg>
  </pc:docChgLst>
  <pc:docChgLst>
    <pc:chgData name="Owais Ahmed" userId="6abc7d4556b3b071" providerId="LiveId" clId="{57772D70-8203-E64B-B20E-7E001CF89300}"/>
    <pc:docChg chg="modSld">
      <pc:chgData name="Owais Ahmed" userId="6abc7d4556b3b071" providerId="LiveId" clId="{57772D70-8203-E64B-B20E-7E001CF89300}" dt="2025-01-29T15:34:40.073" v="1" actId="20577"/>
      <pc:docMkLst>
        <pc:docMk/>
      </pc:docMkLst>
      <pc:sldChg chg="modSp modAnim">
        <pc:chgData name="Owais Ahmed" userId="6abc7d4556b3b071" providerId="LiveId" clId="{57772D70-8203-E64B-B20E-7E001CF89300}" dt="2025-01-29T15:34:40.073" v="1" actId="20577"/>
        <pc:sldMkLst>
          <pc:docMk/>
          <pc:sldMk cId="0" sldId="257"/>
        </pc:sldMkLst>
        <pc:spChg chg="mod">
          <ac:chgData name="Owais Ahmed" userId="6abc7d4556b3b071" providerId="LiveId" clId="{57772D70-8203-E64B-B20E-7E001CF89300}" dt="2025-01-29T15:34:40.073" v="1" actId="20577"/>
          <ac:spMkLst>
            <pc:docMk/>
            <pc:sldMk cId="0" sldId="257"/>
            <ac:spMk id="71" creationId="{00000000-0000-0000-0000-000000000000}"/>
          </ac:spMkLst>
        </pc:spChg>
      </pc:sldChg>
    </pc:docChg>
  </pc:docChgLst>
  <pc:docChgLst>
    <pc:chgData name="Owais Ahmed" userId="6abc7d4556b3b071" providerId="LiveId" clId="{FD822BD3-A80E-5546-90A6-08610D9A7CD5}"/>
    <pc:docChg chg="undo custSel addSld delSld modSld sldOrd">
      <pc:chgData name="Owais Ahmed" userId="6abc7d4556b3b071" providerId="LiveId" clId="{FD822BD3-A80E-5546-90A6-08610D9A7CD5}" dt="2025-02-15T13:57:27.918" v="13165" actId="2696"/>
      <pc:docMkLst>
        <pc:docMk/>
      </pc:docMkLst>
      <pc:sldChg chg="modSp mod">
        <pc:chgData name="Owais Ahmed" userId="6abc7d4556b3b071" providerId="LiveId" clId="{FD822BD3-A80E-5546-90A6-08610D9A7CD5}" dt="2025-01-31T11:33:16.808" v="17" actId="20577"/>
        <pc:sldMkLst>
          <pc:docMk/>
          <pc:sldMk cId="0" sldId="256"/>
        </pc:sldMkLst>
        <pc:spChg chg="mod">
          <ac:chgData name="Owais Ahmed" userId="6abc7d4556b3b071" providerId="LiveId" clId="{FD822BD3-A80E-5546-90A6-08610D9A7CD5}" dt="2025-01-31T11:33:16.808" v="17" actId="20577"/>
          <ac:spMkLst>
            <pc:docMk/>
            <pc:sldMk cId="0" sldId="256"/>
            <ac:spMk id="64" creationId="{00000000-0000-0000-0000-000000000000}"/>
          </ac:spMkLst>
        </pc:spChg>
      </pc:sldChg>
      <pc:sldChg chg="modSp mod addAnim delAnim modAnim">
        <pc:chgData name="Owais Ahmed" userId="6abc7d4556b3b071" providerId="LiveId" clId="{FD822BD3-A80E-5546-90A6-08610D9A7CD5}" dt="2025-02-15T13:57:08.792" v="13157" actId="20577"/>
        <pc:sldMkLst>
          <pc:docMk/>
          <pc:sldMk cId="0" sldId="257"/>
        </pc:sldMkLst>
        <pc:spChg chg="mod">
          <ac:chgData name="Owais Ahmed" userId="6abc7d4556b3b071" providerId="LiveId" clId="{FD822BD3-A80E-5546-90A6-08610D9A7CD5}" dt="2025-02-15T13:57:08.792" v="13157" actId="20577"/>
          <ac:spMkLst>
            <pc:docMk/>
            <pc:sldMk cId="0" sldId="257"/>
            <ac:spMk id="71" creationId="{00000000-0000-0000-0000-000000000000}"/>
          </ac:spMkLst>
        </pc:spChg>
      </pc:sldChg>
      <pc:sldChg chg="delSp modSp del mod modAnim">
        <pc:chgData name="Owais Ahmed" userId="6abc7d4556b3b071" providerId="LiveId" clId="{FD822BD3-A80E-5546-90A6-08610D9A7CD5}" dt="2025-01-31T11:37:31.472" v="131" actId="2696"/>
        <pc:sldMkLst>
          <pc:docMk/>
          <pc:sldMk cId="0" sldId="258"/>
        </pc:sldMkLst>
      </pc:sldChg>
      <pc:sldChg chg="addSp delSp modSp mod ord modAnim">
        <pc:chgData name="Owais Ahmed" userId="6abc7d4556b3b071" providerId="LiveId" clId="{FD822BD3-A80E-5546-90A6-08610D9A7CD5}" dt="2025-02-08T08:34:45.342" v="7583"/>
        <pc:sldMkLst>
          <pc:docMk/>
          <pc:sldMk cId="0" sldId="259"/>
        </pc:sldMkLst>
        <pc:spChg chg="mod">
          <ac:chgData name="Owais Ahmed" userId="6abc7d4556b3b071" providerId="LiveId" clId="{FD822BD3-A80E-5546-90A6-08610D9A7CD5}" dt="2025-02-01T08:00:33.350" v="5717"/>
          <ac:spMkLst>
            <pc:docMk/>
            <pc:sldMk cId="0" sldId="259"/>
            <ac:spMk id="83" creationId="{00000000-0000-0000-0000-000000000000}"/>
          </ac:spMkLst>
        </pc:spChg>
        <pc:spChg chg="mod">
          <ac:chgData name="Owais Ahmed" userId="6abc7d4556b3b071" providerId="LiveId" clId="{FD822BD3-A80E-5546-90A6-08610D9A7CD5}" dt="2025-02-07T19:46:18.947" v="6966" actId="20577"/>
          <ac:spMkLst>
            <pc:docMk/>
            <pc:sldMk cId="0" sldId="259"/>
            <ac:spMk id="84" creationId="{00000000-0000-0000-0000-000000000000}"/>
          </ac:spMkLst>
        </pc:spChg>
        <pc:picChg chg="add mod">
          <ac:chgData name="Owais Ahmed" userId="6abc7d4556b3b071" providerId="LiveId" clId="{FD822BD3-A80E-5546-90A6-08610D9A7CD5}" dt="2025-02-01T08:00:22.462" v="5716" actId="1076"/>
          <ac:picMkLst>
            <pc:docMk/>
            <pc:sldMk cId="0" sldId="259"/>
            <ac:picMk id="1026" creationId="{E3A09C11-0E33-D0EE-1028-84630F179D3E}"/>
          </ac:picMkLst>
        </pc:picChg>
      </pc:sldChg>
      <pc:sldChg chg="modSp mod ord">
        <pc:chgData name="Owais Ahmed" userId="6abc7d4556b3b071" providerId="LiveId" clId="{FD822BD3-A80E-5546-90A6-08610D9A7CD5}" dt="2025-02-08T11:52:02.750" v="12754" actId="20577"/>
        <pc:sldMkLst>
          <pc:docMk/>
          <pc:sldMk cId="0" sldId="282"/>
        </pc:sldMkLst>
        <pc:spChg chg="mod">
          <ac:chgData name="Owais Ahmed" userId="6abc7d4556b3b071" providerId="LiveId" clId="{FD822BD3-A80E-5546-90A6-08610D9A7CD5}" dt="2025-02-08T11:52:02.750" v="12754" actId="20577"/>
          <ac:spMkLst>
            <pc:docMk/>
            <pc:sldMk cId="0" sldId="282"/>
            <ac:spMk id="259" creationId="{00000000-0000-0000-0000-000000000000}"/>
          </ac:spMkLst>
        </pc:spChg>
      </pc:sldChg>
      <pc:sldChg chg="del">
        <pc:chgData name="Owais Ahmed" userId="6abc7d4556b3b071" providerId="LiveId" clId="{FD822BD3-A80E-5546-90A6-08610D9A7CD5}" dt="2025-01-31T11:37:35.595" v="136" actId="2696"/>
        <pc:sldMkLst>
          <pc:docMk/>
          <pc:sldMk cId="949111973" sldId="285"/>
        </pc:sldMkLst>
      </pc:sldChg>
      <pc:sldChg chg="del">
        <pc:chgData name="Owais Ahmed" userId="6abc7d4556b3b071" providerId="LiveId" clId="{FD822BD3-A80E-5546-90A6-08610D9A7CD5}" dt="2025-01-31T11:37:34.139" v="133" actId="2696"/>
        <pc:sldMkLst>
          <pc:docMk/>
          <pc:sldMk cId="2707733048" sldId="287"/>
        </pc:sldMkLst>
      </pc:sldChg>
      <pc:sldChg chg="del">
        <pc:chgData name="Owais Ahmed" userId="6abc7d4556b3b071" providerId="LiveId" clId="{FD822BD3-A80E-5546-90A6-08610D9A7CD5}" dt="2025-01-31T11:37:34.583" v="134" actId="2696"/>
        <pc:sldMkLst>
          <pc:docMk/>
          <pc:sldMk cId="3263356164" sldId="288"/>
        </pc:sldMkLst>
      </pc:sldChg>
      <pc:sldChg chg="del">
        <pc:chgData name="Owais Ahmed" userId="6abc7d4556b3b071" providerId="LiveId" clId="{FD822BD3-A80E-5546-90A6-08610D9A7CD5}" dt="2025-01-31T11:37:34.986" v="135" actId="2696"/>
        <pc:sldMkLst>
          <pc:docMk/>
          <pc:sldMk cId="3902833562" sldId="289"/>
        </pc:sldMkLst>
      </pc:sldChg>
      <pc:sldChg chg="del">
        <pc:chgData name="Owais Ahmed" userId="6abc7d4556b3b071" providerId="LiveId" clId="{FD822BD3-A80E-5546-90A6-08610D9A7CD5}" dt="2025-01-31T11:37:36.687" v="137" actId="2696"/>
        <pc:sldMkLst>
          <pc:docMk/>
          <pc:sldMk cId="85087622" sldId="290"/>
        </pc:sldMkLst>
      </pc:sldChg>
      <pc:sldChg chg="del">
        <pc:chgData name="Owais Ahmed" userId="6abc7d4556b3b071" providerId="LiveId" clId="{FD822BD3-A80E-5546-90A6-08610D9A7CD5}" dt="2025-01-31T11:37:37.054" v="138" actId="2696"/>
        <pc:sldMkLst>
          <pc:docMk/>
          <pc:sldMk cId="152209092" sldId="291"/>
        </pc:sldMkLst>
      </pc:sldChg>
      <pc:sldChg chg="del">
        <pc:chgData name="Owais Ahmed" userId="6abc7d4556b3b071" providerId="LiveId" clId="{FD822BD3-A80E-5546-90A6-08610D9A7CD5}" dt="2025-01-31T11:37:37.324" v="139" actId="2696"/>
        <pc:sldMkLst>
          <pc:docMk/>
          <pc:sldMk cId="2252627262" sldId="292"/>
        </pc:sldMkLst>
      </pc:sldChg>
      <pc:sldChg chg="del">
        <pc:chgData name="Owais Ahmed" userId="6abc7d4556b3b071" providerId="LiveId" clId="{FD822BD3-A80E-5546-90A6-08610D9A7CD5}" dt="2025-01-31T11:37:37.535" v="140" actId="2696"/>
        <pc:sldMkLst>
          <pc:docMk/>
          <pc:sldMk cId="3534966488" sldId="293"/>
        </pc:sldMkLst>
      </pc:sldChg>
      <pc:sldChg chg="del">
        <pc:chgData name="Owais Ahmed" userId="6abc7d4556b3b071" providerId="LiveId" clId="{FD822BD3-A80E-5546-90A6-08610D9A7CD5}" dt="2025-01-31T11:37:37.701" v="141" actId="2696"/>
        <pc:sldMkLst>
          <pc:docMk/>
          <pc:sldMk cId="1346606958" sldId="294"/>
        </pc:sldMkLst>
      </pc:sldChg>
      <pc:sldChg chg="del">
        <pc:chgData name="Owais Ahmed" userId="6abc7d4556b3b071" providerId="LiveId" clId="{FD822BD3-A80E-5546-90A6-08610D9A7CD5}" dt="2025-01-31T11:37:33.837" v="132" actId="2696"/>
        <pc:sldMkLst>
          <pc:docMk/>
          <pc:sldMk cId="838545828" sldId="295"/>
        </pc:sldMkLst>
      </pc:sldChg>
      <pc:sldChg chg="modSp add mod modAnim modNotesTx">
        <pc:chgData name="Owais Ahmed" userId="6abc7d4556b3b071" providerId="LiveId" clId="{FD822BD3-A80E-5546-90A6-08610D9A7CD5}" dt="2025-02-08T10:45:10.249" v="9007" actId="13926"/>
        <pc:sldMkLst>
          <pc:docMk/>
          <pc:sldMk cId="1776640476" sldId="296"/>
        </pc:sldMkLst>
        <pc:spChg chg="mod">
          <ac:chgData name="Owais Ahmed" userId="6abc7d4556b3b071" providerId="LiveId" clId="{FD822BD3-A80E-5546-90A6-08610D9A7CD5}" dt="2025-01-31T11:37:24.201" v="129" actId="20577"/>
          <ac:spMkLst>
            <pc:docMk/>
            <pc:sldMk cId="1776640476" sldId="296"/>
            <ac:spMk id="70" creationId="{AF598444-6A47-0A1A-A794-0EC080AA33C9}"/>
          </ac:spMkLst>
        </pc:spChg>
        <pc:spChg chg="mod">
          <ac:chgData name="Owais Ahmed" userId="6abc7d4556b3b071" providerId="LiveId" clId="{FD822BD3-A80E-5546-90A6-08610D9A7CD5}" dt="2025-02-08T10:45:10.249" v="9007" actId="13926"/>
          <ac:spMkLst>
            <pc:docMk/>
            <pc:sldMk cId="1776640476" sldId="296"/>
            <ac:spMk id="71" creationId="{EBBD43FF-655C-3E22-33F1-1D5EFF7C77AB}"/>
          </ac:spMkLst>
        </pc:spChg>
      </pc:sldChg>
      <pc:sldChg chg="modSp new mod modAnim">
        <pc:chgData name="Owais Ahmed" userId="6abc7d4556b3b071" providerId="LiveId" clId="{FD822BD3-A80E-5546-90A6-08610D9A7CD5}" dt="2025-02-01T08:01:33.076" v="5723"/>
        <pc:sldMkLst>
          <pc:docMk/>
          <pc:sldMk cId="2979948958" sldId="297"/>
        </pc:sldMkLst>
        <pc:spChg chg="mod">
          <ac:chgData name="Owais Ahmed" userId="6abc7d4556b3b071" providerId="LiveId" clId="{FD822BD3-A80E-5546-90A6-08610D9A7CD5}" dt="2025-01-31T13:37:10.661" v="2664" actId="20577"/>
          <ac:spMkLst>
            <pc:docMk/>
            <pc:sldMk cId="2979948958" sldId="297"/>
            <ac:spMk id="2" creationId="{08CFF4D5-6F2B-6BF2-409F-D6A8301A7323}"/>
          </ac:spMkLst>
        </pc:spChg>
        <pc:spChg chg="mod">
          <ac:chgData name="Owais Ahmed" userId="6abc7d4556b3b071" providerId="LiveId" clId="{FD822BD3-A80E-5546-90A6-08610D9A7CD5}" dt="2025-01-31T13:56:06.939" v="4007" actId="20577"/>
          <ac:spMkLst>
            <pc:docMk/>
            <pc:sldMk cId="2979948958" sldId="297"/>
            <ac:spMk id="3" creationId="{2A471806-DE9A-C360-B1EB-7D8E5DDD34B9}"/>
          </ac:spMkLst>
        </pc:spChg>
      </pc:sldChg>
      <pc:sldChg chg="modSp add mod modAnim">
        <pc:chgData name="Owais Ahmed" userId="6abc7d4556b3b071" providerId="LiveId" clId="{FD822BD3-A80E-5546-90A6-08610D9A7CD5}" dt="2025-02-01T08:01:50.266" v="5725"/>
        <pc:sldMkLst>
          <pc:docMk/>
          <pc:sldMk cId="2624465097" sldId="298"/>
        </pc:sldMkLst>
        <pc:spChg chg="mod">
          <ac:chgData name="Owais Ahmed" userId="6abc7d4556b3b071" providerId="LiveId" clId="{FD822BD3-A80E-5546-90A6-08610D9A7CD5}" dt="2025-01-31T13:57:29.905" v="4153" actId="20577"/>
          <ac:spMkLst>
            <pc:docMk/>
            <pc:sldMk cId="2624465097" sldId="298"/>
            <ac:spMk id="3" creationId="{AB1DF82C-3214-73CD-392E-29886E3926D9}"/>
          </ac:spMkLst>
        </pc:spChg>
      </pc:sldChg>
      <pc:sldChg chg="modSp add mod modAnim">
        <pc:chgData name="Owais Ahmed" userId="6abc7d4556b3b071" providerId="LiveId" clId="{FD822BD3-A80E-5546-90A6-08610D9A7CD5}" dt="2025-02-01T08:02:21.600" v="5728"/>
        <pc:sldMkLst>
          <pc:docMk/>
          <pc:sldMk cId="153120326" sldId="299"/>
        </pc:sldMkLst>
        <pc:spChg chg="mod">
          <ac:chgData name="Owais Ahmed" userId="6abc7d4556b3b071" providerId="LiveId" clId="{FD822BD3-A80E-5546-90A6-08610D9A7CD5}" dt="2025-02-01T06:52:46.020" v="4326" actId="20577"/>
          <ac:spMkLst>
            <pc:docMk/>
            <pc:sldMk cId="153120326" sldId="299"/>
            <ac:spMk id="2" creationId="{A858A1C0-A247-045C-F60E-748A776F006B}"/>
          </ac:spMkLst>
        </pc:spChg>
        <pc:spChg chg="mod">
          <ac:chgData name="Owais Ahmed" userId="6abc7d4556b3b071" providerId="LiveId" clId="{FD822BD3-A80E-5546-90A6-08610D9A7CD5}" dt="2025-02-01T07:15:30.907" v="5159" actId="20577"/>
          <ac:spMkLst>
            <pc:docMk/>
            <pc:sldMk cId="153120326" sldId="299"/>
            <ac:spMk id="3" creationId="{AACE5087-ED5F-7FB0-4EEA-77850D6651DB}"/>
          </ac:spMkLst>
        </pc:spChg>
      </pc:sldChg>
      <pc:sldChg chg="modSp add mod modAnim">
        <pc:chgData name="Owais Ahmed" userId="6abc7d4556b3b071" providerId="LiveId" clId="{FD822BD3-A80E-5546-90A6-08610D9A7CD5}" dt="2025-02-01T08:02:59.462" v="5734" actId="20577"/>
        <pc:sldMkLst>
          <pc:docMk/>
          <pc:sldMk cId="800748492" sldId="300"/>
        </pc:sldMkLst>
        <pc:spChg chg="mod">
          <ac:chgData name="Owais Ahmed" userId="6abc7d4556b3b071" providerId="LiveId" clId="{FD822BD3-A80E-5546-90A6-08610D9A7CD5}" dt="2025-02-01T08:02:59.462" v="5734" actId="20577"/>
          <ac:spMkLst>
            <pc:docMk/>
            <pc:sldMk cId="800748492" sldId="300"/>
            <ac:spMk id="3" creationId="{BA592A18-CD18-1E56-A338-5B7D172CD4BE}"/>
          </ac:spMkLst>
        </pc:spChg>
      </pc:sldChg>
      <pc:sldChg chg="addSp delSp modSp add ord modAnim modNotesTx">
        <pc:chgData name="Owais Ahmed" userId="6abc7d4556b3b071" providerId="LiveId" clId="{FD822BD3-A80E-5546-90A6-08610D9A7CD5}" dt="2025-02-07T19:45:33.155" v="6935" actId="20577"/>
        <pc:sldMkLst>
          <pc:docMk/>
          <pc:sldMk cId="2440634393" sldId="301"/>
        </pc:sldMkLst>
        <pc:spChg chg="mod">
          <ac:chgData name="Owais Ahmed" userId="6abc7d4556b3b071" providerId="LiveId" clId="{FD822BD3-A80E-5546-90A6-08610D9A7CD5}" dt="2025-02-07T19:45:33.155" v="6935" actId="20577"/>
          <ac:spMkLst>
            <pc:docMk/>
            <pc:sldMk cId="2440634393" sldId="301"/>
            <ac:spMk id="84" creationId="{E5698A1C-C9D1-30B3-E28C-A88938CDA5E4}"/>
          </ac:spMkLst>
        </pc:spChg>
        <pc:picChg chg="add mod">
          <ac:chgData name="Owais Ahmed" userId="6abc7d4556b3b071" providerId="LiveId" clId="{FD822BD3-A80E-5546-90A6-08610D9A7CD5}" dt="2025-02-07T18:09:36.995" v="5743" actId="1076"/>
          <ac:picMkLst>
            <pc:docMk/>
            <pc:sldMk cId="2440634393" sldId="301"/>
            <ac:picMk id="2" creationId="{98762D77-DC00-F731-4632-E966D73452EF}"/>
          </ac:picMkLst>
        </pc:picChg>
      </pc:sldChg>
      <pc:sldChg chg="modSp add del mod">
        <pc:chgData name="Owais Ahmed" userId="6abc7d4556b3b071" providerId="LiveId" clId="{FD822BD3-A80E-5546-90A6-08610D9A7CD5}" dt="2025-02-01T08:00:42.575" v="5719" actId="2696"/>
        <pc:sldMkLst>
          <pc:docMk/>
          <pc:sldMk cId="3659294985" sldId="301"/>
        </pc:sldMkLst>
      </pc:sldChg>
      <pc:sldChg chg="modSp add mod ord modAnim">
        <pc:chgData name="Owais Ahmed" userId="6abc7d4556b3b071" providerId="LiveId" clId="{FD822BD3-A80E-5546-90A6-08610D9A7CD5}" dt="2025-02-08T08:31:09.643" v="7545" actId="20577"/>
        <pc:sldMkLst>
          <pc:docMk/>
          <pc:sldMk cId="4174382818" sldId="302"/>
        </pc:sldMkLst>
        <pc:spChg chg="mod">
          <ac:chgData name="Owais Ahmed" userId="6abc7d4556b3b071" providerId="LiveId" clId="{FD822BD3-A80E-5546-90A6-08610D9A7CD5}" dt="2025-02-07T19:46:51.062" v="6985" actId="20577"/>
          <ac:spMkLst>
            <pc:docMk/>
            <pc:sldMk cId="4174382818" sldId="302"/>
            <ac:spMk id="2" creationId="{172787D3-11EA-1D08-A6AD-84188283B349}"/>
          </ac:spMkLst>
        </pc:spChg>
        <pc:spChg chg="mod">
          <ac:chgData name="Owais Ahmed" userId="6abc7d4556b3b071" providerId="LiveId" clId="{FD822BD3-A80E-5546-90A6-08610D9A7CD5}" dt="2025-02-08T08:31:09.643" v="7545" actId="20577"/>
          <ac:spMkLst>
            <pc:docMk/>
            <pc:sldMk cId="4174382818" sldId="302"/>
            <ac:spMk id="3" creationId="{559F5496-210D-9045-7997-B1D067064286}"/>
          </ac:spMkLst>
        </pc:spChg>
      </pc:sldChg>
      <pc:sldChg chg="addSp modSp add mod modAnim modNotesTx">
        <pc:chgData name="Owais Ahmed" userId="6abc7d4556b3b071" providerId="LiveId" clId="{FD822BD3-A80E-5546-90A6-08610D9A7CD5}" dt="2025-02-08T10:46:08.183" v="9010" actId="122"/>
        <pc:sldMkLst>
          <pc:docMk/>
          <pc:sldMk cId="3604660405" sldId="303"/>
        </pc:sldMkLst>
        <pc:spChg chg="mod">
          <ac:chgData name="Owais Ahmed" userId="6abc7d4556b3b071" providerId="LiveId" clId="{FD822BD3-A80E-5546-90A6-08610D9A7CD5}" dt="2025-02-08T08:31:27.104" v="7566" actId="20577"/>
          <ac:spMkLst>
            <pc:docMk/>
            <pc:sldMk cId="3604660405" sldId="303"/>
            <ac:spMk id="2" creationId="{45F1E4E3-BF74-C228-A337-643DBC9FAB4E}"/>
          </ac:spMkLst>
        </pc:spChg>
        <pc:spChg chg="mod">
          <ac:chgData name="Owais Ahmed" userId="6abc7d4556b3b071" providerId="LiveId" clId="{FD822BD3-A80E-5546-90A6-08610D9A7CD5}" dt="2025-02-08T10:46:08.183" v="9010" actId="122"/>
          <ac:spMkLst>
            <pc:docMk/>
            <pc:sldMk cId="3604660405" sldId="303"/>
            <ac:spMk id="3" creationId="{DBEF80B5-674C-1C5F-CCA1-77C50BAF75E3}"/>
          </ac:spMkLst>
        </pc:spChg>
        <pc:picChg chg="add mod">
          <ac:chgData name="Owais Ahmed" userId="6abc7d4556b3b071" providerId="LiveId" clId="{FD822BD3-A80E-5546-90A6-08610D9A7CD5}" dt="2025-02-08T08:33:37.970" v="7574" actId="14100"/>
          <ac:picMkLst>
            <pc:docMk/>
            <pc:sldMk cId="3604660405" sldId="303"/>
            <ac:picMk id="2050" creationId="{7C92BD51-6D80-89DB-7B6B-09FA39835EC6}"/>
          </ac:picMkLst>
        </pc:picChg>
      </pc:sldChg>
      <pc:sldChg chg="addSp delSp modSp add del mod modAnim modNotesTx">
        <pc:chgData name="Owais Ahmed" userId="6abc7d4556b3b071" providerId="LiveId" clId="{FD822BD3-A80E-5546-90A6-08610D9A7CD5}" dt="2025-02-15T13:57:22.018" v="13159" actId="2696"/>
        <pc:sldMkLst>
          <pc:docMk/>
          <pc:sldMk cId="410641327" sldId="304"/>
        </pc:sldMkLst>
        <pc:spChg chg="mod">
          <ac:chgData name="Owais Ahmed" userId="6abc7d4556b3b071" providerId="LiveId" clId="{FD822BD3-A80E-5546-90A6-08610D9A7CD5}" dt="2025-02-08T08:57:46.539" v="8481" actId="20577"/>
          <ac:spMkLst>
            <pc:docMk/>
            <pc:sldMk cId="410641327" sldId="304"/>
            <ac:spMk id="2" creationId="{19113FC9-58A2-AE44-46AD-B79590E08D2D}"/>
          </ac:spMkLst>
        </pc:spChg>
        <pc:spChg chg="mod">
          <ac:chgData name="Owais Ahmed" userId="6abc7d4556b3b071" providerId="LiveId" clId="{FD822BD3-A80E-5546-90A6-08610D9A7CD5}" dt="2025-02-08T10:41:26.704" v="8970" actId="20577"/>
          <ac:spMkLst>
            <pc:docMk/>
            <pc:sldMk cId="410641327" sldId="304"/>
            <ac:spMk id="3" creationId="{9588F917-BDC8-FBA4-C003-2E313E75DFB2}"/>
          </ac:spMkLst>
        </pc:spChg>
        <pc:picChg chg="add mod">
          <ac:chgData name="Owais Ahmed" userId="6abc7d4556b3b071" providerId="LiveId" clId="{FD822BD3-A80E-5546-90A6-08610D9A7CD5}" dt="2025-02-08T08:59:58.954" v="8491" actId="1076"/>
          <ac:picMkLst>
            <pc:docMk/>
            <pc:sldMk cId="410641327" sldId="304"/>
            <ac:picMk id="4098" creationId="{69349B30-BF70-16F5-852D-D74F4623CD31}"/>
          </ac:picMkLst>
        </pc:picChg>
      </pc:sldChg>
      <pc:sldChg chg="addSp delSp modSp add del mod ord delAnim modNotesTx">
        <pc:chgData name="Owais Ahmed" userId="6abc7d4556b3b071" providerId="LiveId" clId="{FD822BD3-A80E-5546-90A6-08610D9A7CD5}" dt="2025-02-15T13:57:21.998" v="13158" actId="2696"/>
        <pc:sldMkLst>
          <pc:docMk/>
          <pc:sldMk cId="3051256190" sldId="305"/>
        </pc:sldMkLst>
        <pc:graphicFrameChg chg="add mod modGraphic">
          <ac:chgData name="Owais Ahmed" userId="6abc7d4556b3b071" providerId="LiveId" clId="{FD822BD3-A80E-5546-90A6-08610D9A7CD5}" dt="2025-02-08T10:52:25.239" v="9309" actId="20577"/>
          <ac:graphicFrameMkLst>
            <pc:docMk/>
            <pc:sldMk cId="3051256190" sldId="305"/>
            <ac:graphicFrameMk id="6" creationId="{E8F723C7-7858-C372-1C49-302DDE4FBBB7}"/>
          </ac:graphicFrameMkLst>
        </pc:graphicFrameChg>
      </pc:sldChg>
      <pc:sldChg chg="addSp delSp modSp add del mod modAnim modNotesTx">
        <pc:chgData name="Owais Ahmed" userId="6abc7d4556b3b071" providerId="LiveId" clId="{FD822BD3-A80E-5546-90A6-08610D9A7CD5}" dt="2025-02-15T13:57:22.046" v="13160" actId="2696"/>
        <pc:sldMkLst>
          <pc:docMk/>
          <pc:sldMk cId="3140710276" sldId="306"/>
        </pc:sldMkLst>
        <pc:spChg chg="mod">
          <ac:chgData name="Owais Ahmed" userId="6abc7d4556b3b071" providerId="LiveId" clId="{FD822BD3-A80E-5546-90A6-08610D9A7CD5}" dt="2025-02-08T10:57:24.494" v="9405" actId="20577"/>
          <ac:spMkLst>
            <pc:docMk/>
            <pc:sldMk cId="3140710276" sldId="306"/>
            <ac:spMk id="2" creationId="{6CAD1D4A-7F69-E475-2508-5C2681C361D4}"/>
          </ac:spMkLst>
        </pc:spChg>
        <pc:spChg chg="mod">
          <ac:chgData name="Owais Ahmed" userId="6abc7d4556b3b071" providerId="LiveId" clId="{FD822BD3-A80E-5546-90A6-08610D9A7CD5}" dt="2025-02-08T11:02:32.761" v="9738" actId="20577"/>
          <ac:spMkLst>
            <pc:docMk/>
            <pc:sldMk cId="3140710276" sldId="306"/>
            <ac:spMk id="3" creationId="{0FFDF609-62D1-98A1-A449-8A6E050E98BA}"/>
          </ac:spMkLst>
        </pc:spChg>
        <pc:picChg chg="add mod modCrop">
          <ac:chgData name="Owais Ahmed" userId="6abc7d4556b3b071" providerId="LiveId" clId="{FD822BD3-A80E-5546-90A6-08610D9A7CD5}" dt="2025-02-08T10:58:54.668" v="9416" actId="14100"/>
          <ac:picMkLst>
            <pc:docMk/>
            <pc:sldMk cId="3140710276" sldId="306"/>
            <ac:picMk id="4" creationId="{441B0D77-BBFC-5D25-818D-235053C40DCE}"/>
          </ac:picMkLst>
        </pc:picChg>
      </pc:sldChg>
      <pc:sldChg chg="delSp modSp add del mod modAnim modNotesTx">
        <pc:chgData name="Owais Ahmed" userId="6abc7d4556b3b071" providerId="LiveId" clId="{FD822BD3-A80E-5546-90A6-08610D9A7CD5}" dt="2025-02-15T13:57:22.070" v="13161" actId="2696"/>
        <pc:sldMkLst>
          <pc:docMk/>
          <pc:sldMk cId="2952486129" sldId="307"/>
        </pc:sldMkLst>
        <pc:spChg chg="mod">
          <ac:chgData name="Owais Ahmed" userId="6abc7d4556b3b071" providerId="LiveId" clId="{FD822BD3-A80E-5546-90A6-08610D9A7CD5}" dt="2025-02-08T11:12:41.857" v="10403" actId="20577"/>
          <ac:spMkLst>
            <pc:docMk/>
            <pc:sldMk cId="2952486129" sldId="307"/>
            <ac:spMk id="3" creationId="{F96C72C3-182A-39D9-6C34-E74CBEB43BF9}"/>
          </ac:spMkLst>
        </pc:spChg>
      </pc:sldChg>
      <pc:sldChg chg="modSp add del mod modAnim">
        <pc:chgData name="Owais Ahmed" userId="6abc7d4556b3b071" providerId="LiveId" clId="{FD822BD3-A80E-5546-90A6-08610D9A7CD5}" dt="2025-02-15T13:57:22.093" v="13162" actId="2696"/>
        <pc:sldMkLst>
          <pc:docMk/>
          <pc:sldMk cId="3384823992" sldId="308"/>
        </pc:sldMkLst>
        <pc:spChg chg="mod">
          <ac:chgData name="Owais Ahmed" userId="6abc7d4556b3b071" providerId="LiveId" clId="{FD822BD3-A80E-5546-90A6-08610D9A7CD5}" dt="2025-02-08T11:21:39.703" v="10650" actId="20577"/>
          <ac:spMkLst>
            <pc:docMk/>
            <pc:sldMk cId="3384823992" sldId="308"/>
            <ac:spMk id="2" creationId="{5ED69DDC-DF92-1810-8C20-E18A237E788A}"/>
          </ac:spMkLst>
        </pc:spChg>
        <pc:spChg chg="mod">
          <ac:chgData name="Owais Ahmed" userId="6abc7d4556b3b071" providerId="LiveId" clId="{FD822BD3-A80E-5546-90A6-08610D9A7CD5}" dt="2025-02-08T11:28:05.602" v="11341" actId="20577"/>
          <ac:spMkLst>
            <pc:docMk/>
            <pc:sldMk cId="3384823992" sldId="308"/>
            <ac:spMk id="3" creationId="{B6C4E74D-CDA1-4E91-AB58-147321C5B058}"/>
          </ac:spMkLst>
        </pc:spChg>
      </pc:sldChg>
      <pc:sldChg chg="modSp add del mod modAnim">
        <pc:chgData name="Owais Ahmed" userId="6abc7d4556b3b071" providerId="LiveId" clId="{FD822BD3-A80E-5546-90A6-08610D9A7CD5}" dt="2025-02-15T13:57:22.115" v="13163" actId="2696"/>
        <pc:sldMkLst>
          <pc:docMk/>
          <pc:sldMk cId="3638197617" sldId="309"/>
        </pc:sldMkLst>
        <pc:spChg chg="mod">
          <ac:chgData name="Owais Ahmed" userId="6abc7d4556b3b071" providerId="LiveId" clId="{FD822BD3-A80E-5546-90A6-08610D9A7CD5}" dt="2025-02-08T11:42:00.256" v="12138" actId="20577"/>
          <ac:spMkLst>
            <pc:docMk/>
            <pc:sldMk cId="3638197617" sldId="309"/>
            <ac:spMk id="2" creationId="{5DCB8416-87AC-5F0B-3C72-035DC03C3B6F}"/>
          </ac:spMkLst>
        </pc:spChg>
        <pc:spChg chg="mod">
          <ac:chgData name="Owais Ahmed" userId="6abc7d4556b3b071" providerId="LiveId" clId="{FD822BD3-A80E-5546-90A6-08610D9A7CD5}" dt="2025-02-08T11:41:44.871" v="12120" actId="20577"/>
          <ac:spMkLst>
            <pc:docMk/>
            <pc:sldMk cId="3638197617" sldId="309"/>
            <ac:spMk id="3" creationId="{819BDFA2-8AD9-65B8-C8FC-C6FE9A5836C1}"/>
          </ac:spMkLst>
        </pc:spChg>
      </pc:sldChg>
      <pc:sldChg chg="modSp add del mod modAnim">
        <pc:chgData name="Owais Ahmed" userId="6abc7d4556b3b071" providerId="LiveId" clId="{FD822BD3-A80E-5546-90A6-08610D9A7CD5}" dt="2025-02-15T13:57:27.903" v="13164" actId="2696"/>
        <pc:sldMkLst>
          <pc:docMk/>
          <pc:sldMk cId="2118583672" sldId="310"/>
        </pc:sldMkLst>
        <pc:spChg chg="mod">
          <ac:chgData name="Owais Ahmed" userId="6abc7d4556b3b071" providerId="LiveId" clId="{FD822BD3-A80E-5546-90A6-08610D9A7CD5}" dt="2025-02-08T11:42:25.212" v="12175" actId="20577"/>
          <ac:spMkLst>
            <pc:docMk/>
            <pc:sldMk cId="2118583672" sldId="310"/>
            <ac:spMk id="2" creationId="{38E7354A-4839-6599-3358-89E2BD78AFD3}"/>
          </ac:spMkLst>
        </pc:spChg>
        <pc:spChg chg="mod">
          <ac:chgData name="Owais Ahmed" userId="6abc7d4556b3b071" providerId="LiveId" clId="{FD822BD3-A80E-5546-90A6-08610D9A7CD5}" dt="2025-02-08T11:48:22.869" v="12532" actId="20577"/>
          <ac:spMkLst>
            <pc:docMk/>
            <pc:sldMk cId="2118583672" sldId="310"/>
            <ac:spMk id="3" creationId="{A13315E2-87C5-EDE3-E417-B7DD18FF3FB2}"/>
          </ac:spMkLst>
        </pc:spChg>
      </pc:sldChg>
      <pc:sldChg chg="modSp add del mod modAnim">
        <pc:chgData name="Owais Ahmed" userId="6abc7d4556b3b071" providerId="LiveId" clId="{FD822BD3-A80E-5546-90A6-08610D9A7CD5}" dt="2025-02-15T13:57:27.918" v="13165" actId="2696"/>
        <pc:sldMkLst>
          <pc:docMk/>
          <pc:sldMk cId="2781863702" sldId="311"/>
        </pc:sldMkLst>
        <pc:spChg chg="mod">
          <ac:chgData name="Owais Ahmed" userId="6abc7d4556b3b071" providerId="LiveId" clId="{FD822BD3-A80E-5546-90A6-08610D9A7CD5}" dt="2025-02-08T11:52:25.035" v="12758" actId="20577"/>
          <ac:spMkLst>
            <pc:docMk/>
            <pc:sldMk cId="2781863702" sldId="311"/>
            <ac:spMk id="2" creationId="{C5630814-C364-41ED-C8C7-1EB88C9995E9}"/>
          </ac:spMkLst>
        </pc:spChg>
        <pc:spChg chg="mod">
          <ac:chgData name="Owais Ahmed" userId="6abc7d4556b3b071" providerId="LiveId" clId="{FD822BD3-A80E-5546-90A6-08610D9A7CD5}" dt="2025-02-08T11:55:17.027" v="13156" actId="5793"/>
          <ac:spMkLst>
            <pc:docMk/>
            <pc:sldMk cId="2781863702" sldId="311"/>
            <ac:spMk id="3" creationId="{6FF995E1-9DD3-D9A0-271D-8C48AF3A4FE5}"/>
          </ac:spMkLst>
        </pc:spChg>
      </pc:sldChg>
    </pc:docChg>
  </pc:docChgLst>
  <pc:docChgLst>
    <pc:chgData name="Owais Ahmed" userId="6abc7d4556b3b071" providerId="LiveId" clId="{39A783AA-260F-4BAB-974F-2514B535EA84}"/>
    <pc:docChg chg="undo custSel addSld modSld">
      <pc:chgData name="Owais Ahmed" userId="6abc7d4556b3b071" providerId="LiveId" clId="{39A783AA-260F-4BAB-974F-2514B535EA84}" dt="2025-01-26T03:48:38.635" v="685" actId="20577"/>
      <pc:docMkLst>
        <pc:docMk/>
      </pc:docMkLst>
      <pc:sldChg chg="modSp modAnim">
        <pc:chgData name="Owais Ahmed" userId="6abc7d4556b3b071" providerId="LiveId" clId="{39A783AA-260F-4BAB-974F-2514B535EA84}" dt="2025-01-26T03:23:07.231" v="28" actId="20577"/>
        <pc:sldMkLst>
          <pc:docMk/>
          <pc:sldMk cId="0" sldId="257"/>
        </pc:sldMkLst>
        <pc:spChg chg="mod">
          <ac:chgData name="Owais Ahmed" userId="6abc7d4556b3b071" providerId="LiveId" clId="{39A783AA-260F-4BAB-974F-2514B535EA84}" dt="2025-01-26T03:23:07.231" v="28" actId="20577"/>
          <ac:spMkLst>
            <pc:docMk/>
            <pc:sldMk cId="0" sldId="257"/>
            <ac:spMk id="71" creationId="{00000000-0000-0000-0000-000000000000}"/>
          </ac:spMkLst>
        </pc:spChg>
      </pc:sldChg>
      <pc:sldChg chg="modSp mod">
        <pc:chgData name="Owais Ahmed" userId="6abc7d4556b3b071" providerId="LiveId" clId="{39A783AA-260F-4BAB-974F-2514B535EA84}" dt="2025-01-26T03:34:34.592" v="170" actId="33524"/>
        <pc:sldMkLst>
          <pc:docMk/>
          <pc:sldMk cId="0" sldId="282"/>
        </pc:sldMkLst>
        <pc:spChg chg="mod">
          <ac:chgData name="Owais Ahmed" userId="6abc7d4556b3b071" providerId="LiveId" clId="{39A783AA-260F-4BAB-974F-2514B535EA84}" dt="2025-01-26T03:34:34.592" v="170" actId="33524"/>
          <ac:spMkLst>
            <pc:docMk/>
            <pc:sldMk cId="0" sldId="282"/>
            <ac:spMk id="259" creationId="{00000000-0000-0000-0000-000000000000}"/>
          </ac:spMkLst>
        </pc:spChg>
      </pc:sldChg>
      <pc:sldChg chg="modSp">
        <pc:chgData name="Owais Ahmed" userId="6abc7d4556b3b071" providerId="LiveId" clId="{39A783AA-260F-4BAB-974F-2514B535EA84}" dt="2025-01-26T03:34:11.555" v="169" actId="14100"/>
        <pc:sldMkLst>
          <pc:docMk/>
          <pc:sldMk cId="2252627262" sldId="292"/>
        </pc:sldMkLst>
      </pc:sldChg>
      <pc:sldChg chg="modSp add mod">
        <pc:chgData name="Owais Ahmed" userId="6abc7d4556b3b071" providerId="LiveId" clId="{39A783AA-260F-4BAB-974F-2514B535EA84}" dt="2025-01-26T03:48:38.635" v="685" actId="20577"/>
        <pc:sldMkLst>
          <pc:docMk/>
          <pc:sldMk cId="1346606958" sldId="294"/>
        </pc:sldMkLst>
      </pc:sldChg>
      <pc:sldChg chg="addSp delSp modSp add mod modAnim">
        <pc:chgData name="Owais Ahmed" userId="6abc7d4556b3b071" providerId="LiveId" clId="{39A783AA-260F-4BAB-974F-2514B535EA84}" dt="2025-01-26T03:33:05.706" v="165"/>
        <pc:sldMkLst>
          <pc:docMk/>
          <pc:sldMk cId="838545828"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fc6a44857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fc6a44857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4EDA98AD-DA31-6E27-C5D4-7C6368B5BB23}"/>
            </a:ext>
          </a:extLst>
        </p:cNvPr>
        <p:cNvGrpSpPr/>
        <p:nvPr/>
      </p:nvGrpSpPr>
      <p:grpSpPr>
        <a:xfrm>
          <a:off x="0" y="0"/>
          <a:ext cx="0" cy="0"/>
          <a:chOff x="0" y="0"/>
          <a:chExt cx="0" cy="0"/>
        </a:xfrm>
      </p:grpSpPr>
      <p:sp>
        <p:nvSpPr>
          <p:cNvPr id="67" name="Google Shape;67;gfc6a44857d_0_55:notes">
            <a:extLst>
              <a:ext uri="{FF2B5EF4-FFF2-40B4-BE49-F238E27FC236}">
                <a16:creationId xmlns:a16="http://schemas.microsoft.com/office/drawing/2014/main" id="{B3420875-8D7B-31EB-525B-F43DED0F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fc6a44857d_0_55:notes">
            <a:extLst>
              <a:ext uri="{FF2B5EF4-FFF2-40B4-BE49-F238E27FC236}">
                <a16:creationId xmlns:a16="http://schemas.microsoft.com/office/drawing/2014/main" id="{11030ED3-1A9C-749C-37B7-19903430D1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a:t>Prompt engineering is the art of explain the LLM how to think and act</a:t>
            </a:r>
          </a:p>
          <a:p>
            <a:pPr marL="171450" lvl="0" indent="-171450" algn="l" rtl="0">
              <a:spcBef>
                <a:spcPts val="0"/>
              </a:spcBef>
              <a:spcAft>
                <a:spcPts val="0"/>
              </a:spcAft>
              <a:buFontTx/>
              <a:buChar char="-"/>
            </a:pPr>
            <a:r>
              <a:rPr lang="en-US" sz="1100"/>
              <a:t>Presentation: bullet points, summary, story-like</a:t>
            </a:r>
          </a:p>
          <a:p>
            <a:pPr marL="171450" lvl="0" indent="-171450" algn="l" rtl="0">
              <a:spcBef>
                <a:spcPts val="0"/>
              </a:spcBef>
              <a:spcAft>
                <a:spcPts val="0"/>
              </a:spcAft>
              <a:buFontTx/>
              <a:buChar char="-"/>
            </a:pPr>
            <a:r>
              <a:rPr lang="en-US" sz="1100"/>
              <a:t>Framing: set context limits and direct the outcome</a:t>
            </a:r>
          </a:p>
          <a:p>
            <a:pPr marL="171450" lvl="0" indent="-171450" algn="l" rtl="0">
              <a:spcBef>
                <a:spcPts val="0"/>
              </a:spcBef>
              <a:spcAft>
                <a:spcPts val="0"/>
              </a:spcAft>
              <a:buFontTx/>
              <a:buChar char="-"/>
            </a:pPr>
            <a:r>
              <a:rPr lang="en-US" sz="1100"/>
              <a:t>Role Assignment: set who to act like</a:t>
            </a:r>
          </a:p>
          <a:p>
            <a:pPr marL="171450" lvl="0" indent="-171450" algn="l" rtl="0">
              <a:spcBef>
                <a:spcPts val="0"/>
              </a:spcBef>
              <a:spcAft>
                <a:spcPts val="0"/>
              </a:spcAft>
              <a:buFontTx/>
              <a:buChar char="-"/>
            </a:pPr>
            <a:r>
              <a:rPr lang="en-US" sz="1100"/>
              <a:t>Finally, replace the role from Chef to a Nutritionist</a:t>
            </a:r>
            <a:endParaRPr lang="en-US"/>
          </a:p>
        </p:txBody>
      </p:sp>
    </p:spTree>
    <p:extLst>
      <p:ext uri="{BB962C8B-B14F-4D97-AF65-F5344CB8AC3E}">
        <p14:creationId xmlns:p14="http://schemas.microsoft.com/office/powerpoint/2010/main" val="137148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Tree>
    <p:extLst>
      <p:ext uri="{BB962C8B-B14F-4D97-AF65-F5344CB8AC3E}">
        <p14:creationId xmlns:p14="http://schemas.microsoft.com/office/powerpoint/2010/main" val="3149523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C0477412-DF92-3FBA-C5C4-E16937BAEC6A}"/>
            </a:ext>
          </a:extLst>
        </p:cNvPr>
        <p:cNvGrpSpPr/>
        <p:nvPr/>
      </p:nvGrpSpPr>
      <p:grpSpPr>
        <a:xfrm>
          <a:off x="0" y="0"/>
          <a:ext cx="0" cy="0"/>
          <a:chOff x="0" y="0"/>
          <a:chExt cx="0" cy="0"/>
        </a:xfrm>
      </p:grpSpPr>
      <p:sp>
        <p:nvSpPr>
          <p:cNvPr id="80" name="Google Shape;80;gfc6a44857d_0_65:notes">
            <a:extLst>
              <a:ext uri="{FF2B5EF4-FFF2-40B4-BE49-F238E27FC236}">
                <a16:creationId xmlns:a16="http://schemas.microsoft.com/office/drawing/2014/main" id="{F7B041D8-706F-EC6A-B8AF-977A571AB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fc6a44857d_0_65:notes">
            <a:extLst>
              <a:ext uri="{FF2B5EF4-FFF2-40B4-BE49-F238E27FC236}">
                <a16:creationId xmlns:a16="http://schemas.microsoft.com/office/drawing/2014/main" id="{65664F0C-1E61-6E16-5B90-A717A021D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Facts: You don’t grill Gola kabab; it is never garnished with roasted nuts; papaya essence will ruin the taste; Cubans don’t even drink tea; who eats Reshmi kabab with chopsticks?</a:t>
            </a:r>
          </a:p>
          <a:p>
            <a:pPr marL="0" lvl="0" indent="0" algn="l" rtl="0">
              <a:spcBef>
                <a:spcPts val="0"/>
              </a:spcBef>
              <a:spcAft>
                <a:spcPts val="0"/>
              </a:spcAft>
              <a:buNone/>
            </a:pPr>
            <a:r>
              <a:rPr lang="en-US"/>
              <a:t>Hallucination is one of the bugs in LLMs. They try to produce an answer made-up facts.</a:t>
            </a:r>
            <a:endParaRPr/>
          </a:p>
        </p:txBody>
      </p:sp>
    </p:spTree>
    <p:extLst>
      <p:ext uri="{BB962C8B-B14F-4D97-AF65-F5344CB8AC3E}">
        <p14:creationId xmlns:p14="http://schemas.microsoft.com/office/powerpoint/2010/main" val="3348127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fc6a44857d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fc6a44857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Start with something basic and keep refining if you’re unsure of your exact needs</a:t>
            </a:r>
          </a:p>
        </p:txBody>
      </p:sp>
    </p:spTree>
    <p:extLst>
      <p:ext uri="{BB962C8B-B14F-4D97-AF65-F5344CB8AC3E}">
        <p14:creationId xmlns:p14="http://schemas.microsoft.com/office/powerpoint/2010/main" val="35378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fc6a44857d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fc6a44857d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Font typeface="Courier New"/>
              <a:buNone/>
              <a:defRPr sz="4200" b="0">
                <a:latin typeface="Courier New"/>
                <a:ea typeface="Courier New"/>
                <a:cs typeface="Courier New"/>
                <a:sym typeface="Courier New"/>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 name="Google Shape;13;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grpSp>
        <p:nvGrpSpPr>
          <p:cNvPr id="14" name="Google Shape;14;p2"/>
          <p:cNvGrpSpPr/>
          <p:nvPr/>
        </p:nvGrpSpPr>
        <p:grpSpPr>
          <a:xfrm>
            <a:off x="830525" y="1179325"/>
            <a:ext cx="1559599" cy="47474"/>
            <a:chOff x="830559" y="793309"/>
            <a:chExt cx="7759198" cy="433550"/>
          </a:xfrm>
        </p:grpSpPr>
        <p:sp>
          <p:nvSpPr>
            <p:cNvPr id="15" name="Google Shape;15;p2"/>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 name="Google Shape;20;p2"/>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21" name="Google Shape;21;p2"/>
          <p:cNvPicPr preferRelativeResize="0"/>
          <p:nvPr/>
        </p:nvPicPr>
        <p:blipFill>
          <a:blip r:embed="rId3">
            <a:alphaModFix/>
          </a:blip>
          <a:stretch>
            <a:fillRect/>
          </a:stretch>
        </p:blipFill>
        <p:spPr>
          <a:xfrm>
            <a:off x="-12" y="24927"/>
            <a:ext cx="981636" cy="437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Roboto Mono"/>
              <a:buNone/>
              <a:defRPr sz="2600" b="0">
                <a:latin typeface="Roboto Mono"/>
                <a:ea typeface="Roboto Mono"/>
                <a:cs typeface="Roboto Mono"/>
                <a:sym typeface="Roboto Mon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5" name="Google Shape;25;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26" name="Google Shape;26;p3"/>
          <p:cNvGrpSpPr/>
          <p:nvPr/>
        </p:nvGrpSpPr>
        <p:grpSpPr>
          <a:xfrm>
            <a:off x="830525" y="1179325"/>
            <a:ext cx="1559599" cy="47474"/>
            <a:chOff x="830559" y="793309"/>
            <a:chExt cx="7759198" cy="433550"/>
          </a:xfrm>
        </p:grpSpPr>
        <p:sp>
          <p:nvSpPr>
            <p:cNvPr id="27" name="Google Shape;27;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 name="Google Shape;32;p3"/>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33" name="Google Shape;33;p3"/>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34"/>
        <p:cNvGrpSpPr/>
        <p:nvPr/>
      </p:nvGrpSpPr>
      <p:grpSpPr>
        <a:xfrm>
          <a:off x="0" y="0"/>
          <a:ext cx="0" cy="0"/>
          <a:chOff x="0" y="0"/>
          <a:chExt cx="0" cy="0"/>
        </a:xfrm>
      </p:grpSpPr>
      <p:sp>
        <p:nvSpPr>
          <p:cNvPr id="35" name="Google Shape;35;p4"/>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37" name="Google Shape;37;p4"/>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38" name="Google Shape;38;p4"/>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39" name="Google Shape;39;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40" name="Google Shape;40;p4"/>
          <p:cNvGrpSpPr/>
          <p:nvPr/>
        </p:nvGrpSpPr>
        <p:grpSpPr>
          <a:xfrm>
            <a:off x="830525" y="1179325"/>
            <a:ext cx="1559599" cy="47474"/>
            <a:chOff x="830559" y="793309"/>
            <a:chExt cx="7759198" cy="433550"/>
          </a:xfrm>
        </p:grpSpPr>
        <p:sp>
          <p:nvSpPr>
            <p:cNvPr id="41" name="Google Shape;41;p4"/>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 name="Google Shape;46;p4"/>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slide" type="tx">
  <p:cSld name="TITLE_AND_BODY">
    <p:spTree>
      <p:nvGrpSpPr>
        <p:cNvPr id="1" name="Shape 47"/>
        <p:cNvGrpSpPr/>
        <p:nvPr/>
      </p:nvGrpSpPr>
      <p:grpSpPr>
        <a:xfrm>
          <a:off x="0" y="0"/>
          <a:ext cx="0" cy="0"/>
          <a:chOff x="0" y="0"/>
          <a:chExt cx="0" cy="0"/>
        </a:xfrm>
      </p:grpSpPr>
      <p:sp>
        <p:nvSpPr>
          <p:cNvPr id="48" name="Google Shape;48;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50" name="Google Shape;50;p5"/>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51" name="Google Shape;51;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52" name="Google Shape;52;p5"/>
          <p:cNvGrpSpPr/>
          <p:nvPr/>
        </p:nvGrpSpPr>
        <p:grpSpPr>
          <a:xfrm>
            <a:off x="729450" y="713925"/>
            <a:ext cx="1559599" cy="47474"/>
            <a:chOff x="830559" y="793309"/>
            <a:chExt cx="7759198" cy="433550"/>
          </a:xfrm>
        </p:grpSpPr>
        <p:sp>
          <p:nvSpPr>
            <p:cNvPr id="53" name="Google Shape;53;p5"/>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oogle Shape;58;p5"/>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59" name="Google Shape;59;p5"/>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Prompt Engineering</a:t>
            </a:r>
            <a:endParaRPr/>
          </a:p>
        </p:txBody>
      </p:sp>
      <p:sp>
        <p:nvSpPr>
          <p:cNvPr id="65" name="Google Shape;65;p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Owais Hussain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7"/>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Contents</a:t>
            </a:r>
            <a:endParaRPr/>
          </a:p>
        </p:txBody>
      </p:sp>
      <p:sp>
        <p:nvSpPr>
          <p:cNvPr id="71" name="Google Shape;71;p7"/>
          <p:cNvSpPr txBox="1">
            <a:spLocks noGrp="1"/>
          </p:cNvSpPr>
          <p:nvPr>
            <p:ph type="body" idx="1"/>
          </p:nvPr>
        </p:nvSpPr>
        <p:spPr>
          <a:xfrm>
            <a:off x="729450" y="1491375"/>
            <a:ext cx="7688700" cy="3226098"/>
          </a:xfrm>
          <a:prstGeom prst="rect">
            <a:avLst/>
          </a:prstGeom>
        </p:spPr>
        <p:txBody>
          <a:bodyPr spcFirstLastPara="1" wrap="square" lIns="91425" tIns="91425" rIns="91425" bIns="91425" anchor="t" anchorCtr="0">
            <a:normAutofit/>
          </a:bodyPr>
          <a:lstStyle/>
          <a:p>
            <a:pPr lvl="0"/>
            <a:r>
              <a:rPr lang="en-US"/>
              <a:t>Prompt structuring</a:t>
            </a:r>
          </a:p>
          <a:p>
            <a:pPr lvl="0"/>
            <a:r>
              <a:rPr lang="en-US"/>
              <a:t>Shot Prompting</a:t>
            </a:r>
          </a:p>
          <a:p>
            <a:pPr lvl="0"/>
            <a:r>
              <a:rPr lang="en-US"/>
              <a:t>Prompt Parameters</a:t>
            </a:r>
          </a:p>
          <a:p>
            <a:pPr lvl="0"/>
            <a:r>
              <a:rPr lang="en-US"/>
              <a:t>Hallucination</a:t>
            </a:r>
          </a:p>
          <a:p>
            <a:pPr lvl="0"/>
            <a:r>
              <a:rPr lang="en-US"/>
              <a:t>Source verification</a:t>
            </a:r>
          </a:p>
          <a:p>
            <a:pPr lvl="0"/>
            <a:r>
              <a:rPr lang="en-US"/>
              <a:t>Iterative refinement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FB3C2AA4-7954-EE4E-1F42-D3563BA36710}"/>
            </a:ext>
          </a:extLst>
        </p:cNvPr>
        <p:cNvGrpSpPr/>
        <p:nvPr/>
      </p:nvGrpSpPr>
      <p:grpSpPr>
        <a:xfrm>
          <a:off x="0" y="0"/>
          <a:ext cx="0" cy="0"/>
          <a:chOff x="0" y="0"/>
          <a:chExt cx="0" cy="0"/>
        </a:xfrm>
      </p:grpSpPr>
      <p:sp>
        <p:nvSpPr>
          <p:cNvPr id="70" name="Google Shape;70;p7">
            <a:extLst>
              <a:ext uri="{FF2B5EF4-FFF2-40B4-BE49-F238E27FC236}">
                <a16:creationId xmlns:a16="http://schemas.microsoft.com/office/drawing/2014/main" id="{AF598444-6A47-0A1A-A794-0EC080AA33C9}"/>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Prompt Structuring</a:t>
            </a:r>
            <a:endParaRPr/>
          </a:p>
        </p:txBody>
      </p:sp>
      <p:sp>
        <p:nvSpPr>
          <p:cNvPr id="71" name="Google Shape;71;p7">
            <a:extLst>
              <a:ext uri="{FF2B5EF4-FFF2-40B4-BE49-F238E27FC236}">
                <a16:creationId xmlns:a16="http://schemas.microsoft.com/office/drawing/2014/main" id="{EBBD43FF-655C-3E22-33F1-1D5EFF7C77AB}"/>
              </a:ext>
            </a:extLst>
          </p:cNvPr>
          <p:cNvSpPr txBox="1">
            <a:spLocks noGrp="1"/>
          </p:cNvSpPr>
          <p:nvPr>
            <p:ph type="body" idx="1"/>
          </p:nvPr>
        </p:nvSpPr>
        <p:spPr>
          <a:xfrm>
            <a:off x="729450" y="1491375"/>
            <a:ext cx="7688700" cy="3226098"/>
          </a:xfrm>
          <a:prstGeom prst="rect">
            <a:avLst/>
          </a:prstGeom>
        </p:spPr>
        <p:txBody>
          <a:bodyPr spcFirstLastPara="1" wrap="square" lIns="91425" tIns="91425" rIns="91425" bIns="91425" anchor="t" anchorCtr="0">
            <a:normAutofit lnSpcReduction="10000"/>
          </a:bodyPr>
          <a:lstStyle/>
          <a:p>
            <a:pPr lvl="0"/>
            <a:r>
              <a:rPr lang="en-US"/>
              <a:t>What is Prompt Engineering?</a:t>
            </a:r>
          </a:p>
          <a:p>
            <a:pPr lvl="0"/>
            <a:r>
              <a:rPr lang="en-US"/>
              <a:t>Generally, we communicate like: </a:t>
            </a:r>
            <a:r>
              <a:rPr lang="ur-PK">
                <a:latin typeface="Calibri" panose="020F0502020204030204" pitchFamily="34" charset="0"/>
                <a:cs typeface="Calibri" panose="020F0502020204030204" pitchFamily="34" charset="0"/>
              </a:rPr>
              <a:t>کمیٹی کا میسج آیا تھا۔ گیارہ سے پانچ تک کے الیکٹرک والے کام کریں گے۔ پانی فل کر دینا۔</a:t>
            </a:r>
            <a:endParaRPr lang="en-US"/>
          </a:p>
          <a:p>
            <a:pPr lvl="0"/>
            <a:r>
              <a:rPr lang="en-US"/>
              <a:t>LLMs are different. They understand the context from the prompt:</a:t>
            </a:r>
          </a:p>
          <a:p>
            <a:pPr marL="146050" lvl="0" indent="0" algn="ctr">
              <a:buNone/>
            </a:pPr>
            <a:r>
              <a:rPr lang="en-US" i="1">
                <a:highlight>
                  <a:srgbClr val="FFFF00"/>
                </a:highlight>
              </a:rPr>
              <a:t>I received a notification from the building administration. There will be power outage from 11AM to 5PM today for maintenance work by K-electric. Remind me to fill up overhead water tank at 9AM.</a:t>
            </a:r>
          </a:p>
          <a:p>
            <a:pPr lvl="0"/>
            <a:r>
              <a:rPr lang="en-US"/>
              <a:t>Prompt structuring is providing a well-organized set of directions to LLM</a:t>
            </a:r>
          </a:p>
          <a:p>
            <a:pPr lvl="1"/>
            <a:r>
              <a:rPr lang="en-US" sz="1200"/>
              <a:t>Presentation</a:t>
            </a:r>
          </a:p>
          <a:p>
            <a:pPr lvl="1"/>
            <a:r>
              <a:rPr lang="en-US" sz="1200"/>
              <a:t>Framing</a:t>
            </a:r>
          </a:p>
          <a:p>
            <a:pPr lvl="1"/>
            <a:r>
              <a:rPr lang="en-US" sz="1200"/>
              <a:t>Role Assignment</a:t>
            </a:r>
          </a:p>
          <a:p>
            <a:r>
              <a:rPr lang="en-US"/>
              <a:t>Try on ChatGPT :</a:t>
            </a:r>
          </a:p>
          <a:p>
            <a:pPr lvl="1"/>
            <a:r>
              <a:rPr lang="en-US" sz="1200"/>
              <a:t>“Write an essay, criticizing Hyderabadi biryani”</a:t>
            </a:r>
          </a:p>
          <a:p>
            <a:pPr lvl="1"/>
            <a:r>
              <a:rPr lang="en-US" sz="1200"/>
              <a:t>“You are a chef judging different Biryanis cooked in your game show. Write a critique on Hyderabadi Biryani in 5 bullet points, explaining different aspects of its demerits against other Biryanis.”</a:t>
            </a:r>
          </a:p>
        </p:txBody>
      </p:sp>
    </p:spTree>
    <p:extLst>
      <p:ext uri="{BB962C8B-B14F-4D97-AF65-F5344CB8AC3E}">
        <p14:creationId xmlns:p14="http://schemas.microsoft.com/office/powerpoint/2010/main" val="177664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F4D5-6F2B-6BF2-409F-D6A8301A7323}"/>
              </a:ext>
            </a:extLst>
          </p:cNvPr>
          <p:cNvSpPr>
            <a:spLocks noGrp="1"/>
          </p:cNvSpPr>
          <p:nvPr>
            <p:ph type="title"/>
          </p:nvPr>
        </p:nvSpPr>
        <p:spPr/>
        <p:txBody>
          <a:bodyPr>
            <a:normAutofit fontScale="90000"/>
          </a:bodyPr>
          <a:lstStyle/>
          <a:p>
            <a:r>
              <a:rPr lang="en-US"/>
              <a:t>Shot Prompting</a:t>
            </a:r>
          </a:p>
        </p:txBody>
      </p:sp>
      <p:sp>
        <p:nvSpPr>
          <p:cNvPr id="3" name="Text Placeholder 2">
            <a:extLst>
              <a:ext uri="{FF2B5EF4-FFF2-40B4-BE49-F238E27FC236}">
                <a16:creationId xmlns:a16="http://schemas.microsoft.com/office/drawing/2014/main" id="{2A471806-DE9A-C360-B1EB-7D8E5DDD34B9}"/>
              </a:ext>
            </a:extLst>
          </p:cNvPr>
          <p:cNvSpPr>
            <a:spLocks noGrp="1"/>
          </p:cNvSpPr>
          <p:nvPr>
            <p:ph type="body" idx="1"/>
          </p:nvPr>
        </p:nvSpPr>
        <p:spPr/>
        <p:txBody>
          <a:bodyPr>
            <a:normAutofit/>
          </a:bodyPr>
          <a:lstStyle/>
          <a:p>
            <a:r>
              <a:rPr lang="en-US"/>
              <a:t>Zero-shot Prompting</a:t>
            </a:r>
          </a:p>
          <a:p>
            <a:pPr marL="146050" indent="0">
              <a:buNone/>
            </a:pPr>
            <a:r>
              <a:rPr lang="en-US" i="1"/>
              <a:t>“Rate this feedback as Positive, Negative or Mixed: I tried your Hyderabadi Biryani last night. The taste and smell was good, but don’t put potatoes and call it authentic.”</a:t>
            </a:r>
          </a:p>
          <a:p>
            <a:pPr marL="146050" indent="0">
              <a:buNone/>
            </a:pPr>
            <a:endParaRPr lang="en-US" i="1"/>
          </a:p>
          <a:p>
            <a:r>
              <a:rPr lang="en-US"/>
              <a:t>One-shot Prompting</a:t>
            </a:r>
          </a:p>
          <a:p>
            <a:pPr marL="146050" indent="0">
              <a:buNone/>
            </a:pPr>
            <a:r>
              <a:rPr lang="en-US" i="1"/>
              <a:t>“Rate this feedback as Positive, Negative or Mixed. For example, in case of: ‘my entire family loved the Hyderabadi biryani, even though it was a bit too spicy’, your response should be ‘Negative’. Now rate the following feedback:</a:t>
            </a:r>
          </a:p>
          <a:p>
            <a:pPr marL="146050" indent="0">
              <a:buNone/>
            </a:pPr>
            <a:r>
              <a:rPr lang="en-US" i="1"/>
              <a:t>I tried your Hyderabadi Biryani last night. The taste and smell was good, but don’t put potatoes and call it authentic.”</a:t>
            </a:r>
          </a:p>
        </p:txBody>
      </p:sp>
    </p:spTree>
    <p:extLst>
      <p:ext uri="{BB962C8B-B14F-4D97-AF65-F5344CB8AC3E}">
        <p14:creationId xmlns:p14="http://schemas.microsoft.com/office/powerpoint/2010/main" val="297994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EC38-91A6-3654-215C-ABAE8E503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5ED3B-4BC8-04F6-81DC-2A5551054913}"/>
              </a:ext>
            </a:extLst>
          </p:cNvPr>
          <p:cNvSpPr>
            <a:spLocks noGrp="1"/>
          </p:cNvSpPr>
          <p:nvPr>
            <p:ph type="title"/>
          </p:nvPr>
        </p:nvSpPr>
        <p:spPr/>
        <p:txBody>
          <a:bodyPr>
            <a:normAutofit fontScale="90000"/>
          </a:bodyPr>
          <a:lstStyle/>
          <a:p>
            <a:r>
              <a:rPr lang="en-US"/>
              <a:t>Shot Prompting</a:t>
            </a:r>
          </a:p>
        </p:txBody>
      </p:sp>
      <p:sp>
        <p:nvSpPr>
          <p:cNvPr id="3" name="Text Placeholder 2">
            <a:extLst>
              <a:ext uri="{FF2B5EF4-FFF2-40B4-BE49-F238E27FC236}">
                <a16:creationId xmlns:a16="http://schemas.microsoft.com/office/drawing/2014/main" id="{AB1DF82C-3214-73CD-392E-29886E3926D9}"/>
              </a:ext>
            </a:extLst>
          </p:cNvPr>
          <p:cNvSpPr>
            <a:spLocks noGrp="1"/>
          </p:cNvSpPr>
          <p:nvPr>
            <p:ph type="body" idx="1"/>
          </p:nvPr>
        </p:nvSpPr>
        <p:spPr/>
        <p:txBody>
          <a:bodyPr>
            <a:normAutofit/>
          </a:bodyPr>
          <a:lstStyle/>
          <a:p>
            <a:r>
              <a:rPr lang="en-US"/>
              <a:t>Few-shot Prompting</a:t>
            </a:r>
          </a:p>
          <a:p>
            <a:pPr marL="146050" indent="0">
              <a:buNone/>
            </a:pPr>
            <a:r>
              <a:rPr lang="en-US" i="1"/>
              <a:t>“Rate the feedback as Positive, Negative or Mixed. Examples:</a:t>
            </a:r>
          </a:p>
          <a:p>
            <a:pPr marL="488950" indent="-342900">
              <a:buAutoNum type="arabicPeriod"/>
            </a:pPr>
            <a:r>
              <a:rPr lang="en-US" i="1"/>
              <a:t>‘My entire family loved the Hyderabadi biryani, even though it felt like extra spicy’. RE: ‘Negative’ </a:t>
            </a:r>
          </a:p>
          <a:p>
            <a:pPr marL="488950" indent="-342900">
              <a:buAutoNum type="arabicPeriod"/>
            </a:pPr>
            <a:r>
              <a:rPr lang="en-US" i="1"/>
              <a:t>‘So that’s what a Hyderabadi biryani tastes like. Me and my fiancé are sold’. RE: ‘Positive’</a:t>
            </a:r>
          </a:p>
          <a:p>
            <a:pPr marL="488950" indent="-342900">
              <a:buAutoNum type="arabicPeriod"/>
            </a:pPr>
            <a:r>
              <a:rPr lang="en-US" i="1"/>
              <a:t>‘That Hyderabadi biryani smelled good, tasted good, but spice caused me food poisoning’. RE: ‘Negative’</a:t>
            </a:r>
          </a:p>
          <a:p>
            <a:pPr marL="488950" indent="-342900">
              <a:buAutoNum type="arabicPeriod"/>
            </a:pPr>
            <a:r>
              <a:rPr lang="en-US" i="1"/>
              <a:t>‘As a professional chef, I didn’t find your Hyderabadi biryani half bad’. RE: ‘Positive’</a:t>
            </a:r>
          </a:p>
          <a:p>
            <a:pPr marL="488950" indent="-342900">
              <a:buAutoNum type="arabicPeriod"/>
            </a:pPr>
            <a:r>
              <a:rPr lang="en-US" i="1"/>
              <a:t>‘Had Hyderabadi chicken biryani. 10/10. Even thought there wasn’t an option for Mutton’. RE: ‘Mixed’</a:t>
            </a:r>
          </a:p>
          <a:p>
            <a:pPr marL="146050" indent="0">
              <a:buNone/>
            </a:pPr>
            <a:r>
              <a:rPr lang="en-US" i="1"/>
              <a:t>Now rate this feedback:</a:t>
            </a:r>
          </a:p>
          <a:p>
            <a:pPr marL="146050" indent="0">
              <a:buNone/>
            </a:pPr>
            <a:r>
              <a:rPr lang="en-US" i="1"/>
              <a:t>I tried your Hyderabadi Biryani last night. The taste and smell was good, but don’t put potatoes and call it authentic.”</a:t>
            </a:r>
          </a:p>
        </p:txBody>
      </p:sp>
    </p:spTree>
    <p:extLst>
      <p:ext uri="{BB962C8B-B14F-4D97-AF65-F5344CB8AC3E}">
        <p14:creationId xmlns:p14="http://schemas.microsoft.com/office/powerpoint/2010/main" val="262446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D8B2-15DD-2171-6E0E-EF3190E40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8A1C0-A247-045C-F60E-748A776F006B}"/>
              </a:ext>
            </a:extLst>
          </p:cNvPr>
          <p:cNvSpPr>
            <a:spLocks noGrp="1"/>
          </p:cNvSpPr>
          <p:nvPr>
            <p:ph type="title"/>
          </p:nvPr>
        </p:nvSpPr>
        <p:spPr/>
        <p:txBody>
          <a:bodyPr>
            <a:normAutofit fontScale="90000"/>
          </a:bodyPr>
          <a:lstStyle/>
          <a:p>
            <a:r>
              <a:rPr lang="en-US"/>
              <a:t>Prompt Parameters</a:t>
            </a:r>
          </a:p>
        </p:txBody>
      </p:sp>
      <p:sp>
        <p:nvSpPr>
          <p:cNvPr id="3" name="Text Placeholder 2">
            <a:extLst>
              <a:ext uri="{FF2B5EF4-FFF2-40B4-BE49-F238E27FC236}">
                <a16:creationId xmlns:a16="http://schemas.microsoft.com/office/drawing/2014/main" id="{AACE5087-ED5F-7FB0-4EEA-77850D6651DB}"/>
              </a:ext>
            </a:extLst>
          </p:cNvPr>
          <p:cNvSpPr>
            <a:spLocks noGrp="1"/>
          </p:cNvSpPr>
          <p:nvPr>
            <p:ph type="body" idx="1"/>
          </p:nvPr>
        </p:nvSpPr>
        <p:spPr/>
        <p:txBody>
          <a:bodyPr>
            <a:normAutofit lnSpcReduction="10000"/>
          </a:bodyPr>
          <a:lstStyle/>
          <a:p>
            <a:r>
              <a:rPr lang="en-US"/>
              <a:t>Tone (formal, casual, humorous)</a:t>
            </a:r>
          </a:p>
          <a:p>
            <a:r>
              <a:rPr lang="en-US"/>
              <a:t>Audience (kids, professionals)</a:t>
            </a:r>
          </a:p>
          <a:p>
            <a:r>
              <a:rPr lang="en-US"/>
              <a:t>Length</a:t>
            </a:r>
          </a:p>
          <a:p>
            <a:r>
              <a:rPr lang="en-US"/>
              <a:t>Purpose (to inform, to persuade, to entertain)</a:t>
            </a:r>
          </a:p>
          <a:p>
            <a:r>
              <a:rPr lang="en-US"/>
              <a:t>Try on ChatGPT:</a:t>
            </a:r>
          </a:p>
          <a:p>
            <a:pPr marL="146050" indent="0">
              <a:buNone/>
            </a:pPr>
            <a:r>
              <a:rPr lang="en-US" i="1">
                <a:highlight>
                  <a:srgbClr val="FFFF00"/>
                </a:highlight>
              </a:rPr>
              <a:t>“During my trip to Tajikistan, I had Afghani Pulao in the name of Mandi. It was 2 months later that I realized what had happened when I had actual Mandi my Arab coworker brought. Present this experience as a story in Urdu.</a:t>
            </a:r>
          </a:p>
          <a:p>
            <a:pPr marL="146050" indent="0">
              <a:buNone/>
            </a:pPr>
            <a:r>
              <a:rPr lang="en-US" i="1">
                <a:highlight>
                  <a:srgbClr val="FFFF00"/>
                </a:highlight>
              </a:rPr>
              <a:t>Tone: hilarious</a:t>
            </a:r>
          </a:p>
          <a:p>
            <a:pPr marL="146050" indent="0">
              <a:buNone/>
            </a:pPr>
            <a:r>
              <a:rPr lang="en-US" i="1">
                <a:highlight>
                  <a:srgbClr val="FFFF00"/>
                </a:highlight>
              </a:rPr>
              <a:t>Audience: children</a:t>
            </a:r>
          </a:p>
          <a:p>
            <a:pPr marL="146050" indent="0">
              <a:buNone/>
            </a:pPr>
            <a:r>
              <a:rPr lang="en-US" i="1">
                <a:highlight>
                  <a:srgbClr val="FFFF00"/>
                </a:highlight>
              </a:rPr>
              <a:t>Length: under 500 words</a:t>
            </a:r>
          </a:p>
          <a:p>
            <a:pPr marL="146050" indent="0">
              <a:buNone/>
            </a:pPr>
            <a:r>
              <a:rPr lang="en-US" i="1">
                <a:highlight>
                  <a:srgbClr val="FFFF00"/>
                </a:highlight>
              </a:rPr>
              <a:t>Purpose: entertainment”</a:t>
            </a:r>
            <a:endParaRPr lang="en-US"/>
          </a:p>
          <a:p>
            <a:endParaRPr lang="en-US"/>
          </a:p>
        </p:txBody>
      </p:sp>
    </p:spTree>
    <p:extLst>
      <p:ext uri="{BB962C8B-B14F-4D97-AF65-F5344CB8AC3E}">
        <p14:creationId xmlns:p14="http://schemas.microsoft.com/office/powerpoint/2010/main" val="15312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C716-8732-EA99-60DC-1E2B61771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80E95-4F45-36F6-5488-EC8E4BF45CF0}"/>
              </a:ext>
            </a:extLst>
          </p:cNvPr>
          <p:cNvSpPr>
            <a:spLocks noGrp="1"/>
          </p:cNvSpPr>
          <p:nvPr>
            <p:ph type="title"/>
          </p:nvPr>
        </p:nvSpPr>
        <p:spPr/>
        <p:txBody>
          <a:bodyPr>
            <a:normAutofit fontScale="90000"/>
          </a:bodyPr>
          <a:lstStyle/>
          <a:p>
            <a:r>
              <a:rPr lang="en-US"/>
              <a:t>Prompt Parameters</a:t>
            </a:r>
          </a:p>
        </p:txBody>
      </p:sp>
      <p:sp>
        <p:nvSpPr>
          <p:cNvPr id="3" name="Text Placeholder 2">
            <a:extLst>
              <a:ext uri="{FF2B5EF4-FFF2-40B4-BE49-F238E27FC236}">
                <a16:creationId xmlns:a16="http://schemas.microsoft.com/office/drawing/2014/main" id="{BA592A18-CD18-1E56-A338-5B7D172CD4BE}"/>
              </a:ext>
            </a:extLst>
          </p:cNvPr>
          <p:cNvSpPr>
            <a:spLocks noGrp="1"/>
          </p:cNvSpPr>
          <p:nvPr>
            <p:ph type="body" idx="1"/>
          </p:nvPr>
        </p:nvSpPr>
        <p:spPr/>
        <p:txBody>
          <a:bodyPr>
            <a:normAutofit/>
          </a:bodyPr>
          <a:lstStyle/>
          <a:p>
            <a:r>
              <a:rPr lang="en-US"/>
              <a:t>Advanced Parameters</a:t>
            </a:r>
          </a:p>
          <a:p>
            <a:r>
              <a:rPr lang="en-US"/>
              <a:t>Temperature</a:t>
            </a:r>
          </a:p>
          <a:p>
            <a:r>
              <a:rPr lang="en-US"/>
              <a:t>Top-k and Top-p</a:t>
            </a:r>
          </a:p>
          <a:p>
            <a:r>
              <a:rPr lang="en-US"/>
              <a:t>JavaScript Object Notation (JSON) format</a:t>
            </a:r>
          </a:p>
          <a:p>
            <a:r>
              <a:rPr lang="en-US"/>
              <a:t>Try on ChatGPT:</a:t>
            </a:r>
          </a:p>
          <a:p>
            <a:pPr marL="146050" indent="0">
              <a:buNone/>
            </a:pPr>
            <a:r>
              <a:rPr lang="en-US" i="1">
                <a:highlight>
                  <a:srgbClr val="FFFF00"/>
                </a:highlight>
              </a:rPr>
              <a:t>{</a:t>
            </a:r>
          </a:p>
          <a:p>
            <a:pPr marL="146050" indent="0">
              <a:buNone/>
            </a:pPr>
            <a:r>
              <a:rPr lang="en-US" i="1">
                <a:highlight>
                  <a:srgbClr val="FFFF00"/>
                </a:highlight>
              </a:rPr>
              <a:t>"prompt": "Write a stanza on Palestinian resistance against Israel’s oppression"</a:t>
            </a:r>
          </a:p>
          <a:p>
            <a:pPr marL="146050" indent="0">
              <a:buNone/>
            </a:pPr>
            <a:r>
              <a:rPr lang="en-US" i="1">
                <a:highlight>
                  <a:srgbClr val="FFFF00"/>
                </a:highlight>
              </a:rPr>
              <a:t>"temperature": 0.1</a:t>
            </a:r>
          </a:p>
          <a:p>
            <a:pPr marL="146050" indent="0">
              <a:buNone/>
            </a:pPr>
            <a:r>
              <a:rPr lang="en-US" i="1">
                <a:highlight>
                  <a:srgbClr val="FFFF00"/>
                </a:highlight>
              </a:rPr>
              <a:t>"</a:t>
            </a:r>
            <a:r>
              <a:rPr lang="en-US" i="1" err="1">
                <a:highlight>
                  <a:srgbClr val="FFFF00"/>
                </a:highlight>
              </a:rPr>
              <a:t>top_k</a:t>
            </a:r>
            <a:r>
              <a:rPr lang="en-US" i="1">
                <a:highlight>
                  <a:srgbClr val="FFFF00"/>
                </a:highlight>
              </a:rPr>
              <a:t>": 5</a:t>
            </a:r>
          </a:p>
          <a:p>
            <a:pPr marL="146050" indent="0">
              <a:buNone/>
            </a:pPr>
            <a:r>
              <a:rPr lang="en-US" i="1">
                <a:highlight>
                  <a:srgbClr val="FFFF00"/>
                </a:highlight>
              </a:rPr>
              <a:t>}</a:t>
            </a:r>
            <a:endParaRPr lang="en-US"/>
          </a:p>
          <a:p>
            <a:r>
              <a:rPr lang="en-US"/>
              <a:t>Now try to same with temperature = 1 and again setting </a:t>
            </a:r>
            <a:r>
              <a:rPr lang="en-US" err="1"/>
              <a:t>top_k</a:t>
            </a:r>
            <a:r>
              <a:rPr lang="en-US"/>
              <a:t> = 500</a:t>
            </a:r>
          </a:p>
        </p:txBody>
      </p:sp>
    </p:spTree>
    <p:extLst>
      <p:ext uri="{BB962C8B-B14F-4D97-AF65-F5344CB8AC3E}">
        <p14:creationId xmlns:p14="http://schemas.microsoft.com/office/powerpoint/2010/main" val="80074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E249F625-70D8-EE1C-03B6-1E7E0D6E2954}"/>
            </a:ext>
          </a:extLst>
        </p:cNvPr>
        <p:cNvGrpSpPr/>
        <p:nvPr/>
      </p:nvGrpSpPr>
      <p:grpSpPr>
        <a:xfrm>
          <a:off x="0" y="0"/>
          <a:ext cx="0" cy="0"/>
          <a:chOff x="0" y="0"/>
          <a:chExt cx="0" cy="0"/>
        </a:xfrm>
      </p:grpSpPr>
      <p:sp>
        <p:nvSpPr>
          <p:cNvPr id="83" name="Google Shape;83;p9">
            <a:extLst>
              <a:ext uri="{FF2B5EF4-FFF2-40B4-BE49-F238E27FC236}">
                <a16:creationId xmlns:a16="http://schemas.microsoft.com/office/drawing/2014/main" id="{845A7FBF-2167-5561-029A-7A8FD9FABA2A}"/>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Hallucination</a:t>
            </a:r>
            <a:endParaRPr/>
          </a:p>
        </p:txBody>
      </p:sp>
      <p:sp>
        <p:nvSpPr>
          <p:cNvPr id="84" name="Google Shape;84;p9">
            <a:extLst>
              <a:ext uri="{FF2B5EF4-FFF2-40B4-BE49-F238E27FC236}">
                <a16:creationId xmlns:a16="http://schemas.microsoft.com/office/drawing/2014/main" id="{E5698A1C-C9D1-30B3-E28C-A88938CDA5E4}"/>
              </a:ext>
            </a:extLst>
          </p:cNvPr>
          <p:cNvSpPr txBox="1">
            <a:spLocks noGrp="1"/>
          </p:cNvSpPr>
          <p:nvPr>
            <p:ph type="body" idx="1"/>
          </p:nvPr>
        </p:nvSpPr>
        <p:spPr>
          <a:xfrm>
            <a:off x="729450" y="1491374"/>
            <a:ext cx="3842550" cy="3198389"/>
          </a:xfrm>
          <a:prstGeom prst="rect">
            <a:avLst/>
          </a:prstGeom>
        </p:spPr>
        <p:txBody>
          <a:bodyPr spcFirstLastPara="1" wrap="square" lIns="91425" tIns="91425" rIns="91425" bIns="91425" anchor="t" anchorCtr="0">
            <a:normAutofit/>
          </a:bodyPr>
          <a:lstStyle/>
          <a:p>
            <a:r>
              <a:rPr lang="en-US" sz="1400"/>
              <a:t>Let’s try to enhance this image to improve readability.</a:t>
            </a:r>
          </a:p>
          <a:p>
            <a:r>
              <a:rPr lang="en-US" sz="1400"/>
              <a:t>Another example:</a:t>
            </a:r>
          </a:p>
          <a:p>
            <a:pPr marL="146050" indent="0">
              <a:buNone/>
            </a:pPr>
            <a:r>
              <a:rPr lang="en-US" sz="1400" i="1">
                <a:highlight>
                  <a:srgbClr val="FFFF00"/>
                </a:highlight>
              </a:rPr>
              <a:t>“Let's try a modern twist on classic Reshmi Gola Kabab. We will grill it in oven and garnish with roasted walnuts and a touch of papaya essence. We'd like to serve it as a platter with famous Cuban tea and sandalwood chopsticks. Give me a complete recipe for this.”</a:t>
            </a:r>
          </a:p>
          <a:p>
            <a:r>
              <a:rPr lang="en-US" sz="1400"/>
              <a:t>What’s happening here?</a:t>
            </a:r>
          </a:p>
        </p:txBody>
      </p:sp>
      <p:pic>
        <p:nvPicPr>
          <p:cNvPr id="2" name="Picture 2" descr="Kitchen Cabinet Terminology">
            <a:extLst>
              <a:ext uri="{FF2B5EF4-FFF2-40B4-BE49-F238E27FC236}">
                <a16:creationId xmlns:a16="http://schemas.microsoft.com/office/drawing/2014/main" id="{98762D77-DC00-F731-4632-E966D73452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373" b="7811"/>
          <a:stretch/>
        </p:blipFill>
        <p:spPr bwMode="auto">
          <a:xfrm>
            <a:off x="4572000" y="819113"/>
            <a:ext cx="4515532" cy="3751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63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Hallucination</a:t>
            </a:r>
            <a:endParaRPr/>
          </a:p>
        </p:txBody>
      </p:sp>
      <p:sp>
        <p:nvSpPr>
          <p:cNvPr id="84" name="Google Shape;84;p9"/>
          <p:cNvSpPr txBox="1">
            <a:spLocks noGrp="1"/>
          </p:cNvSpPr>
          <p:nvPr>
            <p:ph type="body" idx="1"/>
          </p:nvPr>
        </p:nvSpPr>
        <p:spPr>
          <a:xfrm>
            <a:off x="729450" y="1491374"/>
            <a:ext cx="3842550" cy="3198389"/>
          </a:xfrm>
          <a:prstGeom prst="rect">
            <a:avLst/>
          </a:prstGeom>
        </p:spPr>
        <p:txBody>
          <a:bodyPr spcFirstLastPara="1" wrap="square" lIns="91425" tIns="91425" rIns="91425" bIns="91425" anchor="t" anchorCtr="0">
            <a:normAutofit/>
          </a:bodyPr>
          <a:lstStyle/>
          <a:p>
            <a:r>
              <a:rPr lang="en-US" sz="1400"/>
              <a:t>Hallucination is caused due to LLM’s tendency to generate new content.</a:t>
            </a:r>
          </a:p>
          <a:p>
            <a:r>
              <a:rPr lang="en-US" sz="1400"/>
              <a:t>Types:</a:t>
            </a:r>
          </a:p>
          <a:p>
            <a:pPr lvl="1"/>
            <a:r>
              <a:rPr lang="en-US" sz="1200"/>
              <a:t>Logical contradiction</a:t>
            </a:r>
          </a:p>
          <a:p>
            <a:pPr lvl="1"/>
            <a:r>
              <a:rPr lang="en-US" sz="1200"/>
              <a:t>Factual inaccuracy</a:t>
            </a:r>
          </a:p>
          <a:p>
            <a:pPr lvl="1"/>
            <a:r>
              <a:rPr lang="en-US" sz="1200"/>
              <a:t>Prompt contradiction</a:t>
            </a:r>
          </a:p>
          <a:p>
            <a:pPr lvl="1"/>
            <a:r>
              <a:rPr lang="en-US" sz="1200"/>
              <a:t>Nonsensical output</a:t>
            </a:r>
          </a:p>
          <a:p>
            <a:pPr lvl="1"/>
            <a:r>
              <a:rPr lang="en-US" sz="1200"/>
              <a:t>Irrelevant output</a:t>
            </a:r>
          </a:p>
          <a:p>
            <a:r>
              <a:rPr lang="en-US" sz="1400"/>
              <a:t>How to mitigate?</a:t>
            </a:r>
          </a:p>
          <a:p>
            <a:pPr lvl="1"/>
            <a:r>
              <a:rPr lang="en-US" sz="1200"/>
              <a:t>Prompt structuring</a:t>
            </a:r>
          </a:p>
          <a:p>
            <a:pPr lvl="1"/>
            <a:r>
              <a:rPr lang="en-US" sz="1200"/>
              <a:t>Prompt parameters</a:t>
            </a:r>
          </a:p>
          <a:p>
            <a:pPr lvl="1"/>
            <a:r>
              <a:rPr lang="en-US" sz="1200"/>
              <a:t>Shot prompting</a:t>
            </a:r>
          </a:p>
          <a:p>
            <a:pPr lvl="1"/>
            <a:r>
              <a:rPr lang="en-US" sz="1200"/>
              <a:t>Human-in-loop validation</a:t>
            </a:r>
          </a:p>
        </p:txBody>
      </p:sp>
      <p:pic>
        <p:nvPicPr>
          <p:cNvPr id="1026" name="Picture 2" descr="A surreal illustration of a large language model (LLM) represented as a vast, futuristic digital brain, floating above an array of computer servers. The brain is glowing with multicolored lights, symbolizing activity and thought processes. Ethereal, digital wisps emanate from it, representing the concept of 'hallucination' in a digital sense. The background is dark, filled with binary code raining down, highlighting the computing environment. The atmosphere is mystical, with soft, ambient lighting to enhance the surrealism of the scene.">
            <a:extLst>
              <a:ext uri="{FF2B5EF4-FFF2-40B4-BE49-F238E27FC236}">
                <a16:creationId xmlns:a16="http://schemas.microsoft.com/office/drawing/2014/main" id="{E3A09C11-0E33-D0EE-1028-84630F179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6950" y="1086713"/>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05F6E-8E82-42BD-2151-3F95AD4E4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787D3-11EA-1D08-A6AD-84188283B349}"/>
              </a:ext>
            </a:extLst>
          </p:cNvPr>
          <p:cNvSpPr>
            <a:spLocks noGrp="1"/>
          </p:cNvSpPr>
          <p:nvPr>
            <p:ph type="title"/>
          </p:nvPr>
        </p:nvSpPr>
        <p:spPr/>
        <p:txBody>
          <a:bodyPr>
            <a:normAutofit fontScale="90000"/>
          </a:bodyPr>
          <a:lstStyle/>
          <a:p>
            <a:r>
              <a:rPr lang="en-US"/>
              <a:t>Source Verification</a:t>
            </a:r>
          </a:p>
        </p:txBody>
      </p:sp>
      <p:sp>
        <p:nvSpPr>
          <p:cNvPr id="3" name="Text Placeholder 2">
            <a:extLst>
              <a:ext uri="{FF2B5EF4-FFF2-40B4-BE49-F238E27FC236}">
                <a16:creationId xmlns:a16="http://schemas.microsoft.com/office/drawing/2014/main" id="{559F5496-210D-9045-7997-B1D067064286}"/>
              </a:ext>
            </a:extLst>
          </p:cNvPr>
          <p:cNvSpPr>
            <a:spLocks noGrp="1"/>
          </p:cNvSpPr>
          <p:nvPr>
            <p:ph type="body" idx="1"/>
          </p:nvPr>
        </p:nvSpPr>
        <p:spPr/>
        <p:txBody>
          <a:bodyPr>
            <a:normAutofit/>
          </a:bodyPr>
          <a:lstStyle/>
          <a:p>
            <a:r>
              <a:rPr lang="en-US"/>
              <a:t>Attribution: providing references and citations</a:t>
            </a:r>
          </a:p>
          <a:p>
            <a:r>
              <a:rPr lang="en-US"/>
              <a:t>Retrieval Augmented Generation (RAG)</a:t>
            </a:r>
          </a:p>
          <a:p>
            <a:r>
              <a:rPr lang="en-US"/>
              <a:t>Pre-existing knowledge from authentic sources</a:t>
            </a:r>
          </a:p>
          <a:p>
            <a:pPr lvl="1"/>
            <a:r>
              <a:rPr lang="en-US"/>
              <a:t>PubMed</a:t>
            </a:r>
          </a:p>
          <a:p>
            <a:pPr lvl="1"/>
            <a:r>
              <a:rPr lang="en-US"/>
              <a:t>Wikipedia</a:t>
            </a:r>
          </a:p>
          <a:p>
            <a:pPr lvl="1"/>
            <a:r>
              <a:rPr lang="en-US"/>
              <a:t>Google Scholar</a:t>
            </a:r>
          </a:p>
          <a:p>
            <a:pPr lvl="1"/>
            <a:r>
              <a:rPr lang="en-US"/>
              <a:t>Blockchains</a:t>
            </a:r>
          </a:p>
          <a:p>
            <a:r>
              <a:rPr lang="en-US"/>
              <a:t>Lack of real-time access</a:t>
            </a:r>
          </a:p>
          <a:p>
            <a:r>
              <a:rPr lang="en-US"/>
              <a:t>Fake news</a:t>
            </a:r>
          </a:p>
          <a:p>
            <a:r>
              <a:rPr lang="en-US"/>
              <a:t>Contextual mismatch</a:t>
            </a:r>
          </a:p>
          <a:p>
            <a:pPr marL="146050" indent="0">
              <a:buNone/>
            </a:pPr>
            <a:r>
              <a:rPr lang="en-US" i="1">
                <a:highlight>
                  <a:srgbClr val="FFFF00"/>
                </a:highlight>
              </a:rPr>
              <a:t>“Provide me references to the original papers which introduced self-attention in LLMs”</a:t>
            </a:r>
          </a:p>
        </p:txBody>
      </p:sp>
    </p:spTree>
    <p:extLst>
      <p:ext uri="{BB962C8B-B14F-4D97-AF65-F5344CB8AC3E}">
        <p14:creationId xmlns:p14="http://schemas.microsoft.com/office/powerpoint/2010/main" val="417438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C485-D508-6E63-D10C-5CBCED49C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1E4E3-BF74-C228-A337-643DBC9FAB4E}"/>
              </a:ext>
            </a:extLst>
          </p:cNvPr>
          <p:cNvSpPr>
            <a:spLocks noGrp="1"/>
          </p:cNvSpPr>
          <p:nvPr>
            <p:ph type="title"/>
          </p:nvPr>
        </p:nvSpPr>
        <p:spPr/>
        <p:txBody>
          <a:bodyPr>
            <a:normAutofit fontScale="90000"/>
          </a:bodyPr>
          <a:lstStyle/>
          <a:p>
            <a:r>
              <a:rPr lang="en-US"/>
              <a:t>Iterative Refinement</a:t>
            </a:r>
          </a:p>
        </p:txBody>
      </p:sp>
      <p:sp>
        <p:nvSpPr>
          <p:cNvPr id="3" name="Text Placeholder 2">
            <a:extLst>
              <a:ext uri="{FF2B5EF4-FFF2-40B4-BE49-F238E27FC236}">
                <a16:creationId xmlns:a16="http://schemas.microsoft.com/office/drawing/2014/main" id="{DBEF80B5-674C-1C5F-CCA1-77C50BAF75E3}"/>
              </a:ext>
            </a:extLst>
          </p:cNvPr>
          <p:cNvSpPr>
            <a:spLocks noGrp="1"/>
          </p:cNvSpPr>
          <p:nvPr>
            <p:ph type="body" idx="1"/>
          </p:nvPr>
        </p:nvSpPr>
        <p:spPr>
          <a:xfrm>
            <a:off x="729450" y="1491375"/>
            <a:ext cx="3842550" cy="2848500"/>
          </a:xfrm>
        </p:spPr>
        <p:txBody>
          <a:bodyPr>
            <a:normAutofit/>
          </a:bodyPr>
          <a:lstStyle/>
          <a:p>
            <a:r>
              <a:rPr lang="en-US"/>
              <a:t>Prompt structuring vs Iterative refinement</a:t>
            </a:r>
          </a:p>
          <a:p>
            <a:r>
              <a:rPr lang="en-US"/>
              <a:t>Let’s design a writing table:</a:t>
            </a:r>
          </a:p>
          <a:p>
            <a:pPr marL="146050" indent="0">
              <a:buNone/>
            </a:pPr>
            <a:r>
              <a:rPr lang="en-US" i="1">
                <a:highlight>
                  <a:srgbClr val="FFFF00"/>
                </a:highlight>
              </a:rPr>
              <a:t>“Design me a writing table”.</a:t>
            </a:r>
          </a:p>
          <a:p>
            <a:pPr marL="146050" indent="0" algn="ctr">
              <a:buNone/>
            </a:pPr>
            <a:r>
              <a:rPr lang="en-US"/>
              <a:t>... Some response …</a:t>
            </a:r>
          </a:p>
          <a:p>
            <a:pPr marL="146050" indent="0">
              <a:buNone/>
            </a:pPr>
            <a:r>
              <a:rPr lang="en-US">
                <a:highlight>
                  <a:srgbClr val="FFFF00"/>
                </a:highlight>
              </a:rPr>
              <a:t>“My daughter is only 3ft 5. Make it smaller.”</a:t>
            </a:r>
          </a:p>
          <a:p>
            <a:pPr marL="146050" indent="0" algn="ctr">
              <a:buNone/>
            </a:pPr>
            <a:r>
              <a:rPr lang="en-US"/>
              <a:t>… Refined response …</a:t>
            </a:r>
          </a:p>
          <a:p>
            <a:pPr marL="146050" indent="0">
              <a:buNone/>
            </a:pPr>
            <a:r>
              <a:rPr lang="en-US">
                <a:highlight>
                  <a:srgbClr val="FFFF00"/>
                </a:highlight>
              </a:rPr>
              <a:t>“It should be foldable. I also need a stationery compartment”</a:t>
            </a:r>
          </a:p>
          <a:p>
            <a:pPr marL="146050" indent="0" algn="ctr">
              <a:buNone/>
            </a:pPr>
            <a:r>
              <a:rPr lang="en-US"/>
              <a:t>… More refinement …</a:t>
            </a:r>
          </a:p>
          <a:p>
            <a:pPr marL="146050" indent="0">
              <a:buNone/>
            </a:pPr>
            <a:r>
              <a:rPr lang="en-US">
                <a:highlight>
                  <a:srgbClr val="FFFF00"/>
                </a:highlight>
              </a:rPr>
              <a:t>“I forgot to mention. It should also be wide enough for a 14” laptop and mouse.”</a:t>
            </a:r>
          </a:p>
        </p:txBody>
      </p:sp>
      <p:pic>
        <p:nvPicPr>
          <p:cNvPr id="2050" name="Picture 2" descr="Incremental Delivery and the Principles of the Agile Manifesto | Scrum.org">
            <a:extLst>
              <a:ext uri="{FF2B5EF4-FFF2-40B4-BE49-F238E27FC236}">
                <a16:creationId xmlns:a16="http://schemas.microsoft.com/office/drawing/2014/main" id="{7C92BD51-6D80-89DB-7B6B-09FA39835E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596"/>
          <a:stretch/>
        </p:blipFill>
        <p:spPr bwMode="auto">
          <a:xfrm>
            <a:off x="4571999" y="1491375"/>
            <a:ext cx="4576457" cy="3022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66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That’s it!</a:t>
            </a:r>
            <a:endParaRPr/>
          </a:p>
        </p:txBody>
      </p:sp>
      <p:sp>
        <p:nvSpPr>
          <p:cNvPr id="259" name="Google Shape;259;p32"/>
          <p:cNvSpPr txBox="1">
            <a:spLocks noGrp="1"/>
          </p:cNvSpPr>
          <p:nvPr>
            <p:ph type="body" idx="1"/>
          </p:nvPr>
        </p:nvSpPr>
        <p:spPr>
          <a:xfrm>
            <a:off x="729450" y="1491375"/>
            <a:ext cx="7809300" cy="2094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You are now equipped to try anything and everything on LLMs. You’re limited only by your imagination.</a:t>
            </a:r>
          </a:p>
        </p:txBody>
      </p:sp>
      <p:sp>
        <p:nvSpPr>
          <p:cNvPr id="260" name="Google Shape;260;p32"/>
          <p:cNvSpPr txBox="1"/>
          <p:nvPr/>
        </p:nvSpPr>
        <p:spPr>
          <a:xfrm>
            <a:off x="2308400" y="2330825"/>
            <a:ext cx="645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261" name="Google Shape;261;p32"/>
          <p:cNvSpPr txBox="1"/>
          <p:nvPr/>
        </p:nvSpPr>
        <p:spPr>
          <a:xfrm>
            <a:off x="2297200" y="2980775"/>
            <a:ext cx="4975500" cy="97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2400">
                <a:solidFill>
                  <a:schemeClr val="accent1"/>
                </a:solidFill>
                <a:latin typeface="Lato"/>
                <a:ea typeface="Lato"/>
                <a:cs typeface="Lato"/>
                <a:sym typeface="Lato"/>
              </a:rPr>
              <a:t>Questions?</a:t>
            </a:r>
            <a:endParaRPr sz="2400">
              <a:solidFill>
                <a:schemeClr val="accent1"/>
              </a:solidFill>
              <a:latin typeface="Lato"/>
              <a:ea typeface="Lato"/>
              <a:cs typeface="Lato"/>
              <a:sym typeface="Lato"/>
            </a:endParaRPr>
          </a:p>
          <a:p>
            <a:pPr marL="0" lvl="0" indent="0" algn="ctr" rtl="0">
              <a:spcBef>
                <a:spcPts val="1200"/>
              </a:spcBef>
              <a:spcAft>
                <a:spcPts val="0"/>
              </a:spcAft>
              <a:buNone/>
            </a:pP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958</Words>
  <Application>Microsoft Macintosh PowerPoint</Application>
  <PresentationFormat>On-screen Show (16:9)</PresentationFormat>
  <Paragraphs>112</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Lato</vt:lpstr>
      <vt:lpstr>Raleway</vt:lpstr>
      <vt:lpstr>Roboto Mono</vt:lpstr>
      <vt:lpstr>Streamline</vt:lpstr>
      <vt:lpstr>Prompt Engineering</vt:lpstr>
      <vt:lpstr>Contents</vt:lpstr>
      <vt:lpstr>Prompt Structuring</vt:lpstr>
      <vt:lpstr>Shot Prompting</vt:lpstr>
      <vt:lpstr>Shot Prompting</vt:lpstr>
      <vt:lpstr>Prompt Parameters</vt:lpstr>
      <vt:lpstr>Prompt Parameters</vt:lpstr>
      <vt:lpstr>Hallucination</vt:lpstr>
      <vt:lpstr>Hallucination</vt:lpstr>
      <vt:lpstr>Source Verification</vt:lpstr>
      <vt:lpstr>Iterative Refinement</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Owais Ahmed</cp:lastModifiedBy>
  <cp:revision>1</cp:revision>
  <dcterms:modified xsi:type="dcterms:W3CDTF">2025-06-28T12:37:00Z</dcterms:modified>
</cp:coreProperties>
</file>