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03" r:id="rId5"/>
    <p:sldId id="2462" r:id="rId6"/>
    <p:sldId id="2557" r:id="rId7"/>
    <p:sldId id="2558" r:id="rId8"/>
    <p:sldId id="2559" r:id="rId9"/>
    <p:sldId id="2560" r:id="rId10"/>
    <p:sldId id="2561" r:id="rId11"/>
    <p:sldId id="2562" r:id="rId12"/>
    <p:sldId id="2563" r:id="rId13"/>
    <p:sldId id="2564" r:id="rId14"/>
    <p:sldId id="2565" r:id="rId15"/>
    <p:sldId id="2566" r:id="rId16"/>
    <p:sldId id="2567" r:id="rId17"/>
    <p:sldId id="2568" r:id="rId18"/>
    <p:sldId id="2570" r:id="rId19"/>
    <p:sldId id="2571" r:id="rId20"/>
    <p:sldId id="2574" r:id="rId21"/>
    <p:sldId id="2573" r:id="rId22"/>
    <p:sldId id="2575" r:id="rId23"/>
    <p:sldId id="2576" r:id="rId24"/>
    <p:sldId id="2577" r:id="rId25"/>
    <p:sldId id="2578" r:id="rId26"/>
    <p:sldId id="2579" r:id="rId27"/>
    <p:sldId id="2580" r:id="rId28"/>
    <p:sldId id="2581" r:id="rId29"/>
    <p:sldId id="2582" r:id="rId30"/>
    <p:sldId id="2583" r:id="rId31"/>
    <p:sldId id="2584" r:id="rId32"/>
    <p:sldId id="2585" r:id="rId33"/>
    <p:sldId id="243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F8BE6-0793-4CC3-92A1-28CD9668A693}" v="7158" dt="2023-08-30T08:07:12.5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8" autoAdjust="0"/>
    <p:restoredTop sz="92267" autoAdjust="0"/>
  </p:normalViewPr>
  <p:slideViewPr>
    <p:cSldViewPr snapToGrid="0">
      <p:cViewPr varScale="1">
        <p:scale>
          <a:sx n="76" d="100"/>
          <a:sy n="76" d="100"/>
        </p:scale>
        <p:origin x="667" y="58"/>
      </p:cViewPr>
      <p:guideLst>
        <p:guide orient="horz" pos="1992"/>
        <p:guide pos="3840"/>
        <p:guide orient="horz" pos="1416"/>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8BB44192-7618-462F-8F55-2FD273A5B0FA}"/>
    <pc:docChg chg="addSld modSld sldOrd">
      <pc:chgData name="Owais Ahmed" userId="6abc7d4556b3b071" providerId="LiveId" clId="{8BB44192-7618-462F-8F55-2FD273A5B0FA}" dt="2023-08-25T15:12:33.636" v="82" actId="20577"/>
      <pc:docMkLst>
        <pc:docMk/>
      </pc:docMkLst>
      <pc:sldChg chg="modSp add mod ord modAnim">
        <pc:chgData name="Owais Ahmed" userId="6abc7d4556b3b071" providerId="LiveId" clId="{8BB44192-7618-462F-8F55-2FD273A5B0FA}" dt="2023-08-25T15:12:33.636" v="82" actId="20577"/>
        <pc:sldMkLst>
          <pc:docMk/>
          <pc:sldMk cId="1248502933" sldId="2577"/>
        </pc:sldMkLst>
        <pc:spChg chg="mod">
          <ac:chgData name="Owais Ahmed" userId="6abc7d4556b3b071" providerId="LiveId" clId="{8BB44192-7618-462F-8F55-2FD273A5B0FA}" dt="2023-08-25T15:12:33.636" v="82" actId="20577"/>
          <ac:spMkLst>
            <pc:docMk/>
            <pc:sldMk cId="1248502933" sldId="2577"/>
            <ac:spMk id="3" creationId="{4A1C0383-58FE-E486-295E-B33B8683B938}"/>
          </ac:spMkLst>
        </pc:spChg>
        <pc:spChg chg="mod">
          <ac:chgData name="Owais Ahmed" userId="6abc7d4556b3b071" providerId="LiveId" clId="{8BB44192-7618-462F-8F55-2FD273A5B0FA}" dt="2023-08-25T15:07:50.397" v="6" actId="20577"/>
          <ac:spMkLst>
            <pc:docMk/>
            <pc:sldMk cId="1248502933" sldId="2577"/>
            <ac:spMk id="215" creationId="{00000000-0000-0000-0000-000000000000}"/>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654F8BE6-0793-4CC3-92A1-28CD9668A693}"/>
    <pc:docChg chg="undo redo custSel addSld delSld modSld sldOrd">
      <pc:chgData name="Owais Ahmed" userId="6abc7d4556b3b071" providerId="LiveId" clId="{654F8BE6-0793-4CC3-92A1-28CD9668A693}" dt="2023-08-30T08:07:12.519" v="17887" actId="20577"/>
      <pc:docMkLst>
        <pc:docMk/>
      </pc:docMkLst>
      <pc:sldChg chg="modSp mod">
        <pc:chgData name="Owais Ahmed" userId="6abc7d4556b3b071" providerId="LiveId" clId="{654F8BE6-0793-4CC3-92A1-28CD9668A693}" dt="2023-08-28T06:37:27.074" v="14327" actId="20577"/>
        <pc:sldMkLst>
          <pc:docMk/>
          <pc:sldMk cId="1649098948" sldId="2462"/>
        </pc:sldMkLst>
        <pc:spChg chg="mod">
          <ac:chgData name="Owais Ahmed" userId="6abc7d4556b3b071" providerId="LiveId" clId="{654F8BE6-0793-4CC3-92A1-28CD9668A693}" dt="2023-08-28T06:37:27.074" v="14327" actId="20577"/>
          <ac:spMkLst>
            <pc:docMk/>
            <pc:sldMk cId="1649098948" sldId="2462"/>
            <ac:spMk id="6" creationId="{F3C89A40-EEAA-43AB-9A3A-B2CFDE450F1B}"/>
          </ac:spMkLst>
        </pc:spChg>
      </pc:sldChg>
      <pc:sldChg chg="modSp mod modAnim">
        <pc:chgData name="Owais Ahmed" userId="6abc7d4556b3b071" providerId="LiveId" clId="{654F8BE6-0793-4CC3-92A1-28CD9668A693}" dt="2023-08-23T05:07:07.623" v="956" actId="20577"/>
        <pc:sldMkLst>
          <pc:docMk/>
          <pc:sldMk cId="296501705" sldId="2557"/>
        </pc:sldMkLst>
        <pc:spChg chg="mod">
          <ac:chgData name="Owais Ahmed" userId="6abc7d4556b3b071" providerId="LiveId" clId="{654F8BE6-0793-4CC3-92A1-28CD9668A693}" dt="2023-08-23T05:07:07.623" v="956" actId="20577"/>
          <ac:spMkLst>
            <pc:docMk/>
            <pc:sldMk cId="296501705" sldId="2557"/>
            <ac:spMk id="3" creationId="{4A1C0383-58FE-E486-295E-B33B8683B938}"/>
          </ac:spMkLst>
        </pc:spChg>
        <pc:spChg chg="mod">
          <ac:chgData name="Owais Ahmed" userId="6abc7d4556b3b071" providerId="LiveId" clId="{654F8BE6-0793-4CC3-92A1-28CD9668A693}" dt="2023-08-23T05:02:46.125" v="884" actId="6549"/>
          <ac:spMkLst>
            <pc:docMk/>
            <pc:sldMk cId="296501705" sldId="2557"/>
            <ac:spMk id="215" creationId="{00000000-0000-0000-0000-000000000000}"/>
          </ac:spMkLst>
        </pc:spChg>
      </pc:sldChg>
      <pc:sldChg chg="del">
        <pc:chgData name="Owais Ahmed" userId="6abc7d4556b3b071" providerId="LiveId" clId="{654F8BE6-0793-4CC3-92A1-28CD9668A693}" dt="2023-08-22T11:13:57.706" v="541" actId="47"/>
        <pc:sldMkLst>
          <pc:docMk/>
          <pc:sldMk cId="3909667495" sldId="2558"/>
        </pc:sldMkLst>
      </pc:sldChg>
      <pc:sldChg chg="addSp delSp modSp add mod modAnim">
        <pc:chgData name="Owais Ahmed" userId="6abc7d4556b3b071" providerId="LiveId" clId="{654F8BE6-0793-4CC3-92A1-28CD9668A693}" dt="2023-08-23T06:42:09.779" v="4912" actId="20577"/>
        <pc:sldMkLst>
          <pc:docMk/>
          <pc:sldMk cId="4025122635" sldId="2558"/>
        </pc:sldMkLst>
        <pc:spChg chg="mod">
          <ac:chgData name="Owais Ahmed" userId="6abc7d4556b3b071" providerId="LiveId" clId="{654F8BE6-0793-4CC3-92A1-28CD9668A693}" dt="2023-08-23T06:42:09.779" v="4912" actId="20577"/>
          <ac:spMkLst>
            <pc:docMk/>
            <pc:sldMk cId="4025122635" sldId="2558"/>
            <ac:spMk id="3" creationId="{4A1C0383-58FE-E486-295E-B33B8683B938}"/>
          </ac:spMkLst>
        </pc:spChg>
        <pc:graphicFrameChg chg="add del mod modGraphic">
          <ac:chgData name="Owais Ahmed" userId="6abc7d4556b3b071" providerId="LiveId" clId="{654F8BE6-0793-4CC3-92A1-28CD9668A693}" dt="2023-08-23T05:16:17.803" v="1199" actId="14100"/>
          <ac:graphicFrameMkLst>
            <pc:docMk/>
            <pc:sldMk cId="4025122635" sldId="2558"/>
            <ac:graphicFrameMk id="4" creationId="{9AB67E05-3A87-91A8-3B30-46F707BCE7DB}"/>
          </ac:graphicFrameMkLst>
        </pc:graphicFrameChg>
        <pc:graphicFrameChg chg="add mod">
          <ac:chgData name="Owais Ahmed" userId="6abc7d4556b3b071" providerId="LiveId" clId="{654F8BE6-0793-4CC3-92A1-28CD9668A693}" dt="2023-08-23T05:59:25.773" v="3229" actId="20577"/>
          <ac:graphicFrameMkLst>
            <pc:docMk/>
            <pc:sldMk cId="4025122635" sldId="2558"/>
            <ac:graphicFrameMk id="5" creationId="{86B136B2-39BE-7359-2E19-7A7CD1DEE1DA}"/>
          </ac:graphicFrameMkLst>
        </pc:graphicFrameChg>
      </pc:sldChg>
      <pc:sldChg chg="modSp add mod ord modAnim">
        <pc:chgData name="Owais Ahmed" userId="6abc7d4556b3b071" providerId="LiveId" clId="{654F8BE6-0793-4CC3-92A1-28CD9668A693}" dt="2023-08-23T06:07:53.251" v="3362" actId="14100"/>
        <pc:sldMkLst>
          <pc:docMk/>
          <pc:sldMk cId="2676486563" sldId="2559"/>
        </pc:sldMkLst>
        <pc:spChg chg="mod">
          <ac:chgData name="Owais Ahmed" userId="6abc7d4556b3b071" providerId="LiveId" clId="{654F8BE6-0793-4CC3-92A1-28CD9668A693}" dt="2023-08-23T06:07:53.251" v="3362" actId="14100"/>
          <ac:spMkLst>
            <pc:docMk/>
            <pc:sldMk cId="2676486563" sldId="2559"/>
            <ac:spMk id="3" creationId="{4A1C0383-58FE-E486-295E-B33B8683B938}"/>
          </ac:spMkLst>
        </pc:spChg>
      </pc:sldChg>
      <pc:sldChg chg="del">
        <pc:chgData name="Owais Ahmed" userId="6abc7d4556b3b071" providerId="LiveId" clId="{654F8BE6-0793-4CC3-92A1-28CD9668A693}" dt="2023-08-22T11:13:51.751" v="539" actId="47"/>
        <pc:sldMkLst>
          <pc:docMk/>
          <pc:sldMk cId="3856755703" sldId="2559"/>
        </pc:sldMkLst>
      </pc:sldChg>
      <pc:sldChg chg="addSp delSp modSp add mod delAnim modAnim">
        <pc:chgData name="Owais Ahmed" userId="6abc7d4556b3b071" providerId="LiveId" clId="{654F8BE6-0793-4CC3-92A1-28CD9668A693}" dt="2023-08-23T06:00:24.545" v="3255"/>
        <pc:sldMkLst>
          <pc:docMk/>
          <pc:sldMk cId="814533421" sldId="2560"/>
        </pc:sldMkLst>
        <pc:spChg chg="del mod">
          <ac:chgData name="Owais Ahmed" userId="6abc7d4556b3b071" providerId="LiveId" clId="{654F8BE6-0793-4CC3-92A1-28CD9668A693}" dt="2023-08-23T05:32:20.938" v="2080" actId="478"/>
          <ac:spMkLst>
            <pc:docMk/>
            <pc:sldMk cId="814533421" sldId="2560"/>
            <ac:spMk id="3" creationId="{4A1C0383-58FE-E486-295E-B33B8683B938}"/>
          </ac:spMkLst>
        </pc:spChg>
        <pc:spChg chg="add mod">
          <ac:chgData name="Owais Ahmed" userId="6abc7d4556b3b071" providerId="LiveId" clId="{654F8BE6-0793-4CC3-92A1-28CD9668A693}" dt="2023-08-23T05:34:17.244" v="2128" actId="14100"/>
          <ac:spMkLst>
            <pc:docMk/>
            <pc:sldMk cId="814533421" sldId="2560"/>
            <ac:spMk id="5" creationId="{FB15A564-B6BD-E0E2-861F-35FFD0AB97FC}"/>
          </ac:spMkLst>
        </pc:spChg>
        <pc:graphicFrameChg chg="add del mod">
          <ac:chgData name="Owais Ahmed" userId="6abc7d4556b3b071" providerId="LiveId" clId="{654F8BE6-0793-4CC3-92A1-28CD9668A693}" dt="2023-08-23T05:36:38.807" v="2155" actId="478"/>
          <ac:graphicFrameMkLst>
            <pc:docMk/>
            <pc:sldMk cId="814533421" sldId="2560"/>
            <ac:graphicFrameMk id="4" creationId="{78BB61EB-3C1A-7B5A-C732-959CF4C259FF}"/>
          </ac:graphicFrameMkLst>
        </pc:graphicFrameChg>
        <pc:graphicFrameChg chg="add mod">
          <ac:chgData name="Owais Ahmed" userId="6abc7d4556b3b071" providerId="LiveId" clId="{654F8BE6-0793-4CC3-92A1-28CD9668A693}" dt="2023-08-23T06:00:01.491" v="3242"/>
          <ac:graphicFrameMkLst>
            <pc:docMk/>
            <pc:sldMk cId="814533421" sldId="2560"/>
            <ac:graphicFrameMk id="6" creationId="{AD1D1AF4-2022-928F-321B-1D93F08FDF2C}"/>
          </ac:graphicFrameMkLst>
        </pc:graphicFrameChg>
        <pc:graphicFrameChg chg="add mod">
          <ac:chgData name="Owais Ahmed" userId="6abc7d4556b3b071" providerId="LiveId" clId="{654F8BE6-0793-4CC3-92A1-28CD9668A693}" dt="2023-08-23T05:59:50.208" v="3236" actId="20577"/>
          <ac:graphicFrameMkLst>
            <pc:docMk/>
            <pc:sldMk cId="814533421" sldId="2560"/>
            <ac:graphicFrameMk id="7" creationId="{56EE8F7F-322D-2D1D-5A40-810FF4E27776}"/>
          </ac:graphicFrameMkLst>
        </pc:graphicFrameChg>
        <pc:graphicFrameChg chg="add del mod">
          <ac:chgData name="Owais Ahmed" userId="6abc7d4556b3b071" providerId="LiveId" clId="{654F8BE6-0793-4CC3-92A1-28CD9668A693}" dt="2023-08-23T05:37:04.672" v="2158" actId="478"/>
          <ac:graphicFrameMkLst>
            <pc:docMk/>
            <pc:sldMk cId="814533421" sldId="2560"/>
            <ac:graphicFrameMk id="8" creationId="{681447CA-B08D-C5C1-38C8-9C47FD4B5044}"/>
          </ac:graphicFrameMkLst>
        </pc:graphicFrameChg>
        <pc:graphicFrameChg chg="add mod">
          <ac:chgData name="Owais Ahmed" userId="6abc7d4556b3b071" providerId="LiveId" clId="{654F8BE6-0793-4CC3-92A1-28CD9668A693}" dt="2023-08-23T06:00:10.671" v="3248"/>
          <ac:graphicFrameMkLst>
            <pc:docMk/>
            <pc:sldMk cId="814533421" sldId="2560"/>
            <ac:graphicFrameMk id="9" creationId="{85BCDC92-7B32-2176-B2B1-0126D96D1C48}"/>
          </ac:graphicFrameMkLst>
        </pc:graphicFrameChg>
        <pc:graphicFrameChg chg="add mod">
          <ac:chgData name="Owais Ahmed" userId="6abc7d4556b3b071" providerId="LiveId" clId="{654F8BE6-0793-4CC3-92A1-28CD9668A693}" dt="2023-08-23T06:00:24.545" v="3255"/>
          <ac:graphicFrameMkLst>
            <pc:docMk/>
            <pc:sldMk cId="814533421" sldId="2560"/>
            <ac:graphicFrameMk id="10" creationId="{4B0BA684-69FC-1D4F-8F84-8F7DBADE5E3B}"/>
          </ac:graphicFrameMkLst>
        </pc:graphicFrameChg>
      </pc:sldChg>
      <pc:sldChg chg="del">
        <pc:chgData name="Owais Ahmed" userId="6abc7d4556b3b071" providerId="LiveId" clId="{654F8BE6-0793-4CC3-92A1-28CD9668A693}" dt="2023-08-22T11:13:51.751" v="539" actId="47"/>
        <pc:sldMkLst>
          <pc:docMk/>
          <pc:sldMk cId="3846338403" sldId="2560"/>
        </pc:sldMkLst>
      </pc:sldChg>
      <pc:sldChg chg="modSp add mod ord modAnim modNotesTx">
        <pc:chgData name="Owais Ahmed" userId="6abc7d4556b3b071" providerId="LiveId" clId="{654F8BE6-0793-4CC3-92A1-28CD9668A693}" dt="2023-08-23T06:08:43.799" v="3430" actId="27636"/>
        <pc:sldMkLst>
          <pc:docMk/>
          <pc:sldMk cId="3909102300" sldId="2561"/>
        </pc:sldMkLst>
        <pc:spChg chg="mod">
          <ac:chgData name="Owais Ahmed" userId="6abc7d4556b3b071" providerId="LiveId" clId="{654F8BE6-0793-4CC3-92A1-28CD9668A693}" dt="2023-08-23T06:08:43.799" v="3430" actId="27636"/>
          <ac:spMkLst>
            <pc:docMk/>
            <pc:sldMk cId="3909102300" sldId="2561"/>
            <ac:spMk id="3" creationId="{4A1C0383-58FE-E486-295E-B33B8683B938}"/>
          </ac:spMkLst>
        </pc:spChg>
      </pc:sldChg>
      <pc:sldChg chg="del">
        <pc:chgData name="Owais Ahmed" userId="6abc7d4556b3b071" providerId="LiveId" clId="{654F8BE6-0793-4CC3-92A1-28CD9668A693}" dt="2023-08-22T11:13:51.751" v="539" actId="47"/>
        <pc:sldMkLst>
          <pc:docMk/>
          <pc:sldMk cId="1835063850" sldId="2562"/>
        </pc:sldMkLst>
      </pc:sldChg>
      <pc:sldChg chg="addSp delSp modSp add mod addAnim delAnim modAnim">
        <pc:chgData name="Owais Ahmed" userId="6abc7d4556b3b071" providerId="LiveId" clId="{654F8BE6-0793-4CC3-92A1-28CD9668A693}" dt="2023-08-23T06:06:35.723" v="3347"/>
        <pc:sldMkLst>
          <pc:docMk/>
          <pc:sldMk cId="2471706585" sldId="2562"/>
        </pc:sldMkLst>
        <pc:spChg chg="mod">
          <ac:chgData name="Owais Ahmed" userId="6abc7d4556b3b071" providerId="LiveId" clId="{654F8BE6-0793-4CC3-92A1-28CD9668A693}" dt="2023-08-23T05:56:33.018" v="3208" actId="20577"/>
          <ac:spMkLst>
            <pc:docMk/>
            <pc:sldMk cId="2471706585" sldId="2562"/>
            <ac:spMk id="5" creationId="{FB15A564-B6BD-E0E2-861F-35FFD0AB97FC}"/>
          </ac:spMkLst>
        </pc:spChg>
        <pc:spChg chg="add mod">
          <ac:chgData name="Owais Ahmed" userId="6abc7d4556b3b071" providerId="LiveId" clId="{654F8BE6-0793-4CC3-92A1-28CD9668A693}" dt="2023-08-23T06:05:53.089" v="3346" actId="20577"/>
          <ac:spMkLst>
            <pc:docMk/>
            <pc:sldMk cId="2471706585" sldId="2562"/>
            <ac:spMk id="11" creationId="{E73331A6-F305-D372-2795-C57149D62CB8}"/>
          </ac:spMkLst>
        </pc:spChg>
        <pc:graphicFrameChg chg="add mod">
          <ac:chgData name="Owais Ahmed" userId="6abc7d4556b3b071" providerId="LiveId" clId="{654F8BE6-0793-4CC3-92A1-28CD9668A693}" dt="2023-08-23T06:04:55.267" v="3308" actId="14100"/>
          <ac:graphicFrameMkLst>
            <pc:docMk/>
            <pc:sldMk cId="2471706585" sldId="2562"/>
            <ac:graphicFrameMk id="3" creationId="{F29A803C-15FD-7D3C-CE40-F1E9CBD83915}"/>
          </ac:graphicFrameMkLst>
        </pc:graphicFrameChg>
        <pc:graphicFrameChg chg="add mod">
          <ac:chgData name="Owais Ahmed" userId="6abc7d4556b3b071" providerId="LiveId" clId="{654F8BE6-0793-4CC3-92A1-28CD9668A693}" dt="2023-08-23T06:04:55.267" v="3308" actId="14100"/>
          <ac:graphicFrameMkLst>
            <pc:docMk/>
            <pc:sldMk cId="2471706585" sldId="2562"/>
            <ac:graphicFrameMk id="4" creationId="{875D8977-1084-BF4D-8101-E583EE353369}"/>
          </ac:graphicFrameMkLst>
        </pc:graphicFrameChg>
        <pc:graphicFrameChg chg="add del mod">
          <ac:chgData name="Owais Ahmed" userId="6abc7d4556b3b071" providerId="LiveId" clId="{654F8BE6-0793-4CC3-92A1-28CD9668A693}" dt="2023-08-23T06:05:06.139" v="3309" actId="1076"/>
          <ac:graphicFrameMkLst>
            <pc:docMk/>
            <pc:sldMk cId="2471706585" sldId="2562"/>
            <ac:graphicFrameMk id="6" creationId="{AD1D1AF4-2022-928F-321B-1D93F08FDF2C}"/>
          </ac:graphicFrameMkLst>
        </pc:graphicFrameChg>
        <pc:graphicFrameChg chg="del">
          <ac:chgData name="Owais Ahmed" userId="6abc7d4556b3b071" providerId="LiveId" clId="{654F8BE6-0793-4CC3-92A1-28CD9668A693}" dt="2023-08-23T05:56:40.303" v="3209" actId="478"/>
          <ac:graphicFrameMkLst>
            <pc:docMk/>
            <pc:sldMk cId="2471706585" sldId="2562"/>
            <ac:graphicFrameMk id="7" creationId="{56EE8F7F-322D-2D1D-5A40-810FF4E27776}"/>
          </ac:graphicFrameMkLst>
        </pc:graphicFrameChg>
        <pc:graphicFrameChg chg="add mod">
          <ac:chgData name="Owais Ahmed" userId="6abc7d4556b3b071" providerId="LiveId" clId="{654F8BE6-0793-4CC3-92A1-28CD9668A693}" dt="2023-08-23T06:05:06.139" v="3309" actId="1076"/>
          <ac:graphicFrameMkLst>
            <pc:docMk/>
            <pc:sldMk cId="2471706585" sldId="2562"/>
            <ac:graphicFrameMk id="8" creationId="{0706DEB8-767A-3BA2-A3C2-F7D6CDE5E351}"/>
          </ac:graphicFrameMkLst>
        </pc:graphicFrameChg>
        <pc:graphicFrameChg chg="del">
          <ac:chgData name="Owais Ahmed" userId="6abc7d4556b3b071" providerId="LiveId" clId="{654F8BE6-0793-4CC3-92A1-28CD9668A693}" dt="2023-08-23T06:01:29.311" v="3268" actId="478"/>
          <ac:graphicFrameMkLst>
            <pc:docMk/>
            <pc:sldMk cId="2471706585" sldId="2562"/>
            <ac:graphicFrameMk id="9" creationId="{85BCDC92-7B32-2176-B2B1-0126D96D1C48}"/>
          </ac:graphicFrameMkLst>
        </pc:graphicFrameChg>
        <pc:graphicFrameChg chg="del">
          <ac:chgData name="Owais Ahmed" userId="6abc7d4556b3b071" providerId="LiveId" clId="{654F8BE6-0793-4CC3-92A1-28CD9668A693}" dt="2023-08-23T06:03:31.479" v="3290" actId="478"/>
          <ac:graphicFrameMkLst>
            <pc:docMk/>
            <pc:sldMk cId="2471706585" sldId="2562"/>
            <ac:graphicFrameMk id="10" creationId="{4B0BA684-69FC-1D4F-8F84-8F7DBADE5E3B}"/>
          </ac:graphicFrameMkLst>
        </pc:graphicFrameChg>
      </pc:sldChg>
      <pc:sldChg chg="del">
        <pc:chgData name="Owais Ahmed" userId="6abc7d4556b3b071" providerId="LiveId" clId="{654F8BE6-0793-4CC3-92A1-28CD9668A693}" dt="2023-08-22T11:13:51.751" v="539" actId="47"/>
        <pc:sldMkLst>
          <pc:docMk/>
          <pc:sldMk cId="150925741" sldId="2563"/>
        </pc:sldMkLst>
      </pc:sldChg>
      <pc:sldChg chg="modSp add mod ord modAnim modNotesTx">
        <pc:chgData name="Owais Ahmed" userId="6abc7d4556b3b071" providerId="LiveId" clId="{654F8BE6-0793-4CC3-92A1-28CD9668A693}" dt="2023-08-23T06:14:12.782" v="3969" actId="20577"/>
        <pc:sldMkLst>
          <pc:docMk/>
          <pc:sldMk cId="2552667422" sldId="2563"/>
        </pc:sldMkLst>
        <pc:spChg chg="mod">
          <ac:chgData name="Owais Ahmed" userId="6abc7d4556b3b071" providerId="LiveId" clId="{654F8BE6-0793-4CC3-92A1-28CD9668A693}" dt="2023-08-23T06:14:12.782" v="3969" actId="20577"/>
          <ac:spMkLst>
            <pc:docMk/>
            <pc:sldMk cId="2552667422" sldId="2563"/>
            <ac:spMk id="3" creationId="{4A1C0383-58FE-E486-295E-B33B8683B938}"/>
          </ac:spMkLst>
        </pc:spChg>
        <pc:spChg chg="mod">
          <ac:chgData name="Owais Ahmed" userId="6abc7d4556b3b071" providerId="LiveId" clId="{654F8BE6-0793-4CC3-92A1-28CD9668A693}" dt="2023-08-23T06:07:36.351" v="3356" actId="20577"/>
          <ac:spMkLst>
            <pc:docMk/>
            <pc:sldMk cId="2552667422" sldId="2563"/>
            <ac:spMk id="215" creationId="{00000000-0000-0000-0000-000000000000}"/>
          </ac:spMkLst>
        </pc:spChg>
      </pc:sldChg>
      <pc:sldChg chg="del">
        <pc:chgData name="Owais Ahmed" userId="6abc7d4556b3b071" providerId="LiveId" clId="{654F8BE6-0793-4CC3-92A1-28CD9668A693}" dt="2023-08-22T11:13:51.751" v="539" actId="47"/>
        <pc:sldMkLst>
          <pc:docMk/>
          <pc:sldMk cId="3164841762" sldId="2564"/>
        </pc:sldMkLst>
      </pc:sldChg>
      <pc:sldChg chg="addSp delSp modSp add mod delAnim modAnim">
        <pc:chgData name="Owais Ahmed" userId="6abc7d4556b3b071" providerId="LiveId" clId="{654F8BE6-0793-4CC3-92A1-28CD9668A693}" dt="2023-08-23T06:32:44.356" v="4354" actId="20577"/>
        <pc:sldMkLst>
          <pc:docMk/>
          <pc:sldMk cId="4199798657" sldId="2564"/>
        </pc:sldMkLst>
        <pc:spChg chg="mod">
          <ac:chgData name="Owais Ahmed" userId="6abc7d4556b3b071" providerId="LiveId" clId="{654F8BE6-0793-4CC3-92A1-28CD9668A693}" dt="2023-08-23T06:32:44.356" v="4354" actId="20577"/>
          <ac:spMkLst>
            <pc:docMk/>
            <pc:sldMk cId="4199798657" sldId="2564"/>
            <ac:spMk id="3" creationId="{4A1C0383-58FE-E486-295E-B33B8683B938}"/>
          </ac:spMkLst>
        </pc:spChg>
        <pc:graphicFrameChg chg="add mod">
          <ac:chgData name="Owais Ahmed" userId="6abc7d4556b3b071" providerId="LiveId" clId="{654F8BE6-0793-4CC3-92A1-28CD9668A693}" dt="2023-08-23T06:20:27.237" v="4082" actId="20577"/>
          <ac:graphicFrameMkLst>
            <pc:docMk/>
            <pc:sldMk cId="4199798657" sldId="2564"/>
            <ac:graphicFrameMk id="4" creationId="{55A18BD5-DFB1-E574-CF54-DACE34F0E208}"/>
          </ac:graphicFrameMkLst>
        </pc:graphicFrameChg>
        <pc:graphicFrameChg chg="add mod">
          <ac:chgData name="Owais Ahmed" userId="6abc7d4556b3b071" providerId="LiveId" clId="{654F8BE6-0793-4CC3-92A1-28CD9668A693}" dt="2023-08-23T06:20:43.810" v="4091" actId="20577"/>
          <ac:graphicFrameMkLst>
            <pc:docMk/>
            <pc:sldMk cId="4199798657" sldId="2564"/>
            <ac:graphicFrameMk id="5" creationId="{513812BD-D655-F5D3-36B7-713BE1F572B8}"/>
          </ac:graphicFrameMkLst>
        </pc:graphicFrameChg>
        <pc:graphicFrameChg chg="add del mod">
          <ac:chgData name="Owais Ahmed" userId="6abc7d4556b3b071" providerId="LiveId" clId="{654F8BE6-0793-4CC3-92A1-28CD9668A693}" dt="2023-08-23T06:20:36.863" v="4087" actId="478"/>
          <ac:graphicFrameMkLst>
            <pc:docMk/>
            <pc:sldMk cId="4199798657" sldId="2564"/>
            <ac:graphicFrameMk id="6" creationId="{FCDEF418-FBA3-479B-0B85-1A49C297222E}"/>
          </ac:graphicFrameMkLst>
        </pc:graphicFrameChg>
        <pc:graphicFrameChg chg="add mod">
          <ac:chgData name="Owais Ahmed" userId="6abc7d4556b3b071" providerId="LiveId" clId="{654F8BE6-0793-4CC3-92A1-28CD9668A693}" dt="2023-08-23T06:21:01.660" v="4097" actId="20577"/>
          <ac:graphicFrameMkLst>
            <pc:docMk/>
            <pc:sldMk cId="4199798657" sldId="2564"/>
            <ac:graphicFrameMk id="7" creationId="{96EC4DF7-AFB3-526A-E575-60B87E38FC82}"/>
          </ac:graphicFrameMkLst>
        </pc:graphicFrameChg>
        <pc:graphicFrameChg chg="add mod">
          <ac:chgData name="Owais Ahmed" userId="6abc7d4556b3b071" providerId="LiveId" clId="{654F8BE6-0793-4CC3-92A1-28CD9668A693}" dt="2023-08-23T06:21:29.238" v="4107" actId="20577"/>
          <ac:graphicFrameMkLst>
            <pc:docMk/>
            <pc:sldMk cId="4199798657" sldId="2564"/>
            <ac:graphicFrameMk id="8" creationId="{AFAAABEA-7436-4864-0FDE-9D04D695E82F}"/>
          </ac:graphicFrameMkLst>
        </pc:graphicFrameChg>
        <pc:graphicFrameChg chg="add mod">
          <ac:chgData name="Owais Ahmed" userId="6abc7d4556b3b071" providerId="LiveId" clId="{654F8BE6-0793-4CC3-92A1-28CD9668A693}" dt="2023-08-23T06:22:21.023" v="4146" actId="20577"/>
          <ac:graphicFrameMkLst>
            <pc:docMk/>
            <pc:sldMk cId="4199798657" sldId="2564"/>
            <ac:graphicFrameMk id="9" creationId="{64E74109-E5D8-1122-DE31-F7BFE3084874}"/>
          </ac:graphicFrameMkLst>
        </pc:graphicFrameChg>
        <pc:graphicFrameChg chg="add mod">
          <ac:chgData name="Owais Ahmed" userId="6abc7d4556b3b071" providerId="LiveId" clId="{654F8BE6-0793-4CC3-92A1-28CD9668A693}" dt="2023-08-23T06:23:28.335" v="4163" actId="20577"/>
          <ac:graphicFrameMkLst>
            <pc:docMk/>
            <pc:sldMk cId="4199798657" sldId="2564"/>
            <ac:graphicFrameMk id="10" creationId="{B6BF8969-CE16-E095-F484-898E6DE551C8}"/>
          </ac:graphicFrameMkLst>
        </pc:graphicFrameChg>
      </pc:sldChg>
      <pc:sldChg chg="addSp delSp modSp add mod delAnim modAnim modNotesTx">
        <pc:chgData name="Owais Ahmed" userId="6abc7d4556b3b071" providerId="LiveId" clId="{654F8BE6-0793-4CC3-92A1-28CD9668A693}" dt="2023-08-23T06:40:49.366" v="4888"/>
        <pc:sldMkLst>
          <pc:docMk/>
          <pc:sldMk cId="1237102936" sldId="2565"/>
        </pc:sldMkLst>
        <pc:spChg chg="mod">
          <ac:chgData name="Owais Ahmed" userId="6abc7d4556b3b071" providerId="LiveId" clId="{654F8BE6-0793-4CC3-92A1-28CD9668A693}" dt="2023-08-23T06:24:23.592" v="4242" actId="20577"/>
          <ac:spMkLst>
            <pc:docMk/>
            <pc:sldMk cId="1237102936" sldId="2565"/>
            <ac:spMk id="3" creationId="{4A1C0383-58FE-E486-295E-B33B8683B938}"/>
          </ac:spMkLst>
        </pc:spChg>
        <pc:grpChg chg="add mod">
          <ac:chgData name="Owais Ahmed" userId="6abc7d4556b3b071" providerId="LiveId" clId="{654F8BE6-0793-4CC3-92A1-28CD9668A693}" dt="2023-08-23T06:35:22.796" v="4538" actId="164"/>
          <ac:grpSpMkLst>
            <pc:docMk/>
            <pc:sldMk cId="1237102936" sldId="2565"/>
            <ac:grpSpMk id="20" creationId="{07B8643B-E212-5D09-295A-41E604F2C488}"/>
          </ac:grpSpMkLst>
        </pc:grpChg>
        <pc:graphicFrameChg chg="del">
          <ac:chgData name="Owais Ahmed" userId="6abc7d4556b3b071" providerId="LiveId" clId="{654F8BE6-0793-4CC3-92A1-28CD9668A693}" dt="2023-08-23T06:23:52.594" v="4165" actId="478"/>
          <ac:graphicFrameMkLst>
            <pc:docMk/>
            <pc:sldMk cId="1237102936" sldId="2565"/>
            <ac:graphicFrameMk id="4" creationId="{55A18BD5-DFB1-E574-CF54-DACE34F0E208}"/>
          </ac:graphicFrameMkLst>
        </pc:graphicFrameChg>
        <pc:graphicFrameChg chg="del">
          <ac:chgData name="Owais Ahmed" userId="6abc7d4556b3b071" providerId="LiveId" clId="{654F8BE6-0793-4CC3-92A1-28CD9668A693}" dt="2023-08-23T06:24:52.396" v="4244" actId="478"/>
          <ac:graphicFrameMkLst>
            <pc:docMk/>
            <pc:sldMk cId="1237102936" sldId="2565"/>
            <ac:graphicFrameMk id="5" creationId="{513812BD-D655-F5D3-36B7-713BE1F572B8}"/>
          </ac:graphicFrameMkLst>
        </pc:graphicFrameChg>
        <pc:graphicFrameChg chg="add mod">
          <ac:chgData name="Owais Ahmed" userId="6abc7d4556b3b071" providerId="LiveId" clId="{654F8BE6-0793-4CC3-92A1-28CD9668A693}" dt="2023-08-23T06:25:07.375" v="4247" actId="207"/>
          <ac:graphicFrameMkLst>
            <pc:docMk/>
            <pc:sldMk cId="1237102936" sldId="2565"/>
            <ac:graphicFrameMk id="6" creationId="{6F8C5D4E-DC34-F7D6-ED2D-E9DE2FA4FBD5}"/>
          </ac:graphicFrameMkLst>
        </pc:graphicFrameChg>
        <pc:graphicFrameChg chg="del">
          <ac:chgData name="Owais Ahmed" userId="6abc7d4556b3b071" providerId="LiveId" clId="{654F8BE6-0793-4CC3-92A1-28CD9668A693}" dt="2023-08-23T06:26:25.523" v="4259" actId="478"/>
          <ac:graphicFrameMkLst>
            <pc:docMk/>
            <pc:sldMk cId="1237102936" sldId="2565"/>
            <ac:graphicFrameMk id="7" creationId="{96EC4DF7-AFB3-526A-E575-60B87E38FC82}"/>
          </ac:graphicFrameMkLst>
        </pc:graphicFrameChg>
        <pc:graphicFrameChg chg="del">
          <ac:chgData name="Owais Ahmed" userId="6abc7d4556b3b071" providerId="LiveId" clId="{654F8BE6-0793-4CC3-92A1-28CD9668A693}" dt="2023-08-23T06:28:44.768" v="4275" actId="478"/>
          <ac:graphicFrameMkLst>
            <pc:docMk/>
            <pc:sldMk cId="1237102936" sldId="2565"/>
            <ac:graphicFrameMk id="8" creationId="{AFAAABEA-7436-4864-0FDE-9D04D695E82F}"/>
          </ac:graphicFrameMkLst>
        </pc:graphicFrameChg>
        <pc:graphicFrameChg chg="del">
          <ac:chgData name="Owais Ahmed" userId="6abc7d4556b3b071" providerId="LiveId" clId="{654F8BE6-0793-4CC3-92A1-28CD9668A693}" dt="2023-08-23T06:29:22.882" v="4280" actId="478"/>
          <ac:graphicFrameMkLst>
            <pc:docMk/>
            <pc:sldMk cId="1237102936" sldId="2565"/>
            <ac:graphicFrameMk id="9" creationId="{64E74109-E5D8-1122-DE31-F7BFE3084874}"/>
          </ac:graphicFrameMkLst>
        </pc:graphicFrameChg>
        <pc:graphicFrameChg chg="del">
          <ac:chgData name="Owais Ahmed" userId="6abc7d4556b3b071" providerId="LiveId" clId="{654F8BE6-0793-4CC3-92A1-28CD9668A693}" dt="2023-08-23T06:29:23.986" v="4281" actId="478"/>
          <ac:graphicFrameMkLst>
            <pc:docMk/>
            <pc:sldMk cId="1237102936" sldId="2565"/>
            <ac:graphicFrameMk id="10" creationId="{B6BF8969-CE16-E095-F484-898E6DE551C8}"/>
          </ac:graphicFrameMkLst>
        </pc:graphicFrameChg>
        <pc:graphicFrameChg chg="add mod">
          <ac:chgData name="Owais Ahmed" userId="6abc7d4556b3b071" providerId="LiveId" clId="{654F8BE6-0793-4CC3-92A1-28CD9668A693}" dt="2023-08-23T06:27:40.647" v="4273" actId="207"/>
          <ac:graphicFrameMkLst>
            <pc:docMk/>
            <pc:sldMk cId="1237102936" sldId="2565"/>
            <ac:graphicFrameMk id="11" creationId="{8C77CE1A-DE8B-D6F2-5496-00C1A6EEDF0B}"/>
          </ac:graphicFrameMkLst>
        </pc:graphicFrameChg>
        <pc:graphicFrameChg chg="add mod">
          <ac:chgData name="Owais Ahmed" userId="6abc7d4556b3b071" providerId="LiveId" clId="{654F8BE6-0793-4CC3-92A1-28CD9668A693}" dt="2023-08-23T06:29:18.062" v="4278" actId="20577"/>
          <ac:graphicFrameMkLst>
            <pc:docMk/>
            <pc:sldMk cId="1237102936" sldId="2565"/>
            <ac:graphicFrameMk id="12" creationId="{8F46339C-03CA-C65C-C8B3-67B8B215F7AF}"/>
          </ac:graphicFrameMkLst>
        </pc:graphicFrameChg>
        <pc:graphicFrameChg chg="add mod">
          <ac:chgData name="Owais Ahmed" userId="6abc7d4556b3b071" providerId="LiveId" clId="{654F8BE6-0793-4CC3-92A1-28CD9668A693}" dt="2023-08-23T06:30:07.359" v="4292" actId="20577"/>
          <ac:graphicFrameMkLst>
            <pc:docMk/>
            <pc:sldMk cId="1237102936" sldId="2565"/>
            <ac:graphicFrameMk id="13" creationId="{FC9289A5-8839-B4B3-0D2B-6109740F9091}"/>
          </ac:graphicFrameMkLst>
        </pc:graphicFrameChg>
        <pc:graphicFrameChg chg="add mod">
          <ac:chgData name="Owais Ahmed" userId="6abc7d4556b3b071" providerId="LiveId" clId="{654F8BE6-0793-4CC3-92A1-28CD9668A693}" dt="2023-08-23T06:31:20.081" v="4305" actId="20577"/>
          <ac:graphicFrameMkLst>
            <pc:docMk/>
            <pc:sldMk cId="1237102936" sldId="2565"/>
            <ac:graphicFrameMk id="14" creationId="{6596A7A3-852F-514E-33BC-EF42360740D2}"/>
          </ac:graphicFrameMkLst>
        </pc:graphicFrameChg>
        <pc:graphicFrameChg chg="add mod">
          <ac:chgData name="Owais Ahmed" userId="6abc7d4556b3b071" providerId="LiveId" clId="{654F8BE6-0793-4CC3-92A1-28CD9668A693}" dt="2023-08-23T06:35:22.796" v="4538" actId="164"/>
          <ac:graphicFrameMkLst>
            <pc:docMk/>
            <pc:sldMk cId="1237102936" sldId="2565"/>
            <ac:graphicFrameMk id="15" creationId="{50D2DF72-A546-B8AD-B17E-44FB4E49002B}"/>
          </ac:graphicFrameMkLst>
        </pc:graphicFrameChg>
        <pc:cxnChg chg="add mod">
          <ac:chgData name="Owais Ahmed" userId="6abc7d4556b3b071" providerId="LiveId" clId="{654F8BE6-0793-4CC3-92A1-28CD9668A693}" dt="2023-08-23T06:35:22.796" v="4538" actId="164"/>
          <ac:cxnSpMkLst>
            <pc:docMk/>
            <pc:sldMk cId="1237102936" sldId="2565"/>
            <ac:cxnSpMk id="17" creationId="{DEA98A71-0BC3-DAA3-7A23-D689F54788F7}"/>
          </ac:cxnSpMkLst>
        </pc:cxnChg>
        <pc:cxnChg chg="add del">
          <ac:chgData name="Owais Ahmed" userId="6abc7d4556b3b071" providerId="LiveId" clId="{654F8BE6-0793-4CC3-92A1-28CD9668A693}" dt="2023-08-23T06:34:40.371" v="4534" actId="11529"/>
          <ac:cxnSpMkLst>
            <pc:docMk/>
            <pc:sldMk cId="1237102936" sldId="2565"/>
            <ac:cxnSpMk id="19" creationId="{50000DA9-04EA-279E-C8A1-E5C67D1C571C}"/>
          </ac:cxnSpMkLst>
        </pc:cxnChg>
      </pc:sldChg>
      <pc:sldChg chg="del">
        <pc:chgData name="Owais Ahmed" userId="6abc7d4556b3b071" providerId="LiveId" clId="{654F8BE6-0793-4CC3-92A1-28CD9668A693}" dt="2023-08-22T11:13:51.751" v="539" actId="47"/>
        <pc:sldMkLst>
          <pc:docMk/>
          <pc:sldMk cId="4253636147" sldId="2565"/>
        </pc:sldMkLst>
      </pc:sldChg>
      <pc:sldChg chg="addSp delSp modSp add mod delAnim modAnim modNotesTx">
        <pc:chgData name="Owais Ahmed" userId="6abc7d4556b3b071" providerId="LiveId" clId="{654F8BE6-0793-4CC3-92A1-28CD9668A693}" dt="2023-08-23T06:41:22.060" v="4890"/>
        <pc:sldMkLst>
          <pc:docMk/>
          <pc:sldMk cId="2065296102" sldId="2566"/>
        </pc:sldMkLst>
        <pc:spChg chg="mod">
          <ac:chgData name="Owais Ahmed" userId="6abc7d4556b3b071" providerId="LiveId" clId="{654F8BE6-0793-4CC3-92A1-28CD9668A693}" dt="2023-08-23T06:37:40.582" v="4685" actId="20577"/>
          <ac:spMkLst>
            <pc:docMk/>
            <pc:sldMk cId="2065296102" sldId="2566"/>
            <ac:spMk id="3" creationId="{4A1C0383-58FE-E486-295E-B33B8683B938}"/>
          </ac:spMkLst>
        </pc:spChg>
        <pc:spChg chg="add mod">
          <ac:chgData name="Owais Ahmed" userId="6abc7d4556b3b071" providerId="LiveId" clId="{654F8BE6-0793-4CC3-92A1-28CD9668A693}" dt="2023-08-23T06:40:09.523" v="4883" actId="20577"/>
          <ac:spMkLst>
            <pc:docMk/>
            <pc:sldMk cId="2065296102" sldId="2566"/>
            <ac:spMk id="8" creationId="{3FEC8D7B-DF99-236A-8606-CF83B6BEBF46}"/>
          </ac:spMkLst>
        </pc:spChg>
        <pc:grpChg chg="del">
          <ac:chgData name="Owais Ahmed" userId="6abc7d4556b3b071" providerId="LiveId" clId="{654F8BE6-0793-4CC3-92A1-28CD9668A693}" dt="2023-08-23T06:36:32.633" v="4552" actId="478"/>
          <ac:grpSpMkLst>
            <pc:docMk/>
            <pc:sldMk cId="2065296102" sldId="2566"/>
            <ac:grpSpMk id="20" creationId="{07B8643B-E212-5D09-295A-41E604F2C488}"/>
          </ac:grpSpMkLst>
        </pc:grpChg>
        <pc:graphicFrameChg chg="add mod">
          <ac:chgData name="Owais Ahmed" userId="6abc7d4556b3b071" providerId="LiveId" clId="{654F8BE6-0793-4CC3-92A1-28CD9668A693}" dt="2023-08-23T06:36:35.380" v="4553" actId="20577"/>
          <ac:graphicFrameMkLst>
            <pc:docMk/>
            <pc:sldMk cId="2065296102" sldId="2566"/>
            <ac:graphicFrameMk id="4" creationId="{044DD4B5-E110-4373-F05F-F0BBECBDEE89}"/>
          </ac:graphicFrameMkLst>
        </pc:graphicFrameChg>
        <pc:graphicFrameChg chg="add mod">
          <ac:chgData name="Owais Ahmed" userId="6abc7d4556b3b071" providerId="LiveId" clId="{654F8BE6-0793-4CC3-92A1-28CD9668A693}" dt="2023-08-23T06:36:49.298" v="4560" actId="20577"/>
          <ac:graphicFrameMkLst>
            <pc:docMk/>
            <pc:sldMk cId="2065296102" sldId="2566"/>
            <ac:graphicFrameMk id="5" creationId="{7460ECD8-EF4C-1F4B-376A-78E01B9BAD44}"/>
          </ac:graphicFrameMkLst>
        </pc:graphicFrameChg>
        <pc:graphicFrameChg chg="del">
          <ac:chgData name="Owais Ahmed" userId="6abc7d4556b3b071" providerId="LiveId" clId="{654F8BE6-0793-4CC3-92A1-28CD9668A693}" dt="2023-08-23T06:36:06.104" v="4540" actId="478"/>
          <ac:graphicFrameMkLst>
            <pc:docMk/>
            <pc:sldMk cId="2065296102" sldId="2566"/>
            <ac:graphicFrameMk id="6" creationId="{6F8C5D4E-DC34-F7D6-ED2D-E9DE2FA4FBD5}"/>
          </ac:graphicFrameMkLst>
        </pc:graphicFrameChg>
        <pc:graphicFrameChg chg="add mod modGraphic">
          <ac:chgData name="Owais Ahmed" userId="6abc7d4556b3b071" providerId="LiveId" clId="{654F8BE6-0793-4CC3-92A1-28CD9668A693}" dt="2023-08-23T06:39:05.189" v="4735" actId="14100"/>
          <ac:graphicFrameMkLst>
            <pc:docMk/>
            <pc:sldMk cId="2065296102" sldId="2566"/>
            <ac:graphicFrameMk id="7" creationId="{55B671F5-DE1A-F7D8-A25B-FC683CCC6213}"/>
          </ac:graphicFrameMkLst>
        </pc:graphicFrameChg>
        <pc:graphicFrameChg chg="add mod">
          <ac:chgData name="Owais Ahmed" userId="6abc7d4556b3b071" providerId="LiveId" clId="{654F8BE6-0793-4CC3-92A1-28CD9668A693}" dt="2023-08-23T06:40:24.925" v="4887" actId="2084"/>
          <ac:graphicFrameMkLst>
            <pc:docMk/>
            <pc:sldMk cId="2065296102" sldId="2566"/>
            <ac:graphicFrameMk id="9" creationId="{F39B208D-B3E0-141D-7C82-3F5C77526EBF}"/>
          </ac:graphicFrameMkLst>
        </pc:graphicFrameChg>
        <pc:graphicFrameChg chg="del">
          <ac:chgData name="Owais Ahmed" userId="6abc7d4556b3b071" providerId="LiveId" clId="{654F8BE6-0793-4CC3-92A1-28CD9668A693}" dt="2023-08-23T06:36:06.827" v="4541" actId="478"/>
          <ac:graphicFrameMkLst>
            <pc:docMk/>
            <pc:sldMk cId="2065296102" sldId="2566"/>
            <ac:graphicFrameMk id="11" creationId="{8C77CE1A-DE8B-D6F2-5496-00C1A6EEDF0B}"/>
          </ac:graphicFrameMkLst>
        </pc:graphicFrameChg>
        <pc:graphicFrameChg chg="del">
          <ac:chgData name="Owais Ahmed" userId="6abc7d4556b3b071" providerId="LiveId" clId="{654F8BE6-0793-4CC3-92A1-28CD9668A693}" dt="2023-08-23T06:36:07.620" v="4542" actId="478"/>
          <ac:graphicFrameMkLst>
            <pc:docMk/>
            <pc:sldMk cId="2065296102" sldId="2566"/>
            <ac:graphicFrameMk id="12" creationId="{8F46339C-03CA-C65C-C8B3-67B8B215F7AF}"/>
          </ac:graphicFrameMkLst>
        </pc:graphicFrameChg>
        <pc:graphicFrameChg chg="del">
          <ac:chgData name="Owais Ahmed" userId="6abc7d4556b3b071" providerId="LiveId" clId="{654F8BE6-0793-4CC3-92A1-28CD9668A693}" dt="2023-08-23T06:36:21.688" v="4546" actId="478"/>
          <ac:graphicFrameMkLst>
            <pc:docMk/>
            <pc:sldMk cId="2065296102" sldId="2566"/>
            <ac:graphicFrameMk id="13" creationId="{FC9289A5-8839-B4B3-0D2B-6109740F9091}"/>
          </ac:graphicFrameMkLst>
        </pc:graphicFrameChg>
        <pc:graphicFrameChg chg="del">
          <ac:chgData name="Owais Ahmed" userId="6abc7d4556b3b071" providerId="LiveId" clId="{654F8BE6-0793-4CC3-92A1-28CD9668A693}" dt="2023-08-23T06:36:20.229" v="4545" actId="478"/>
          <ac:graphicFrameMkLst>
            <pc:docMk/>
            <pc:sldMk cId="2065296102" sldId="2566"/>
            <ac:graphicFrameMk id="14" creationId="{6596A7A3-852F-514E-33BC-EF42360740D2}"/>
          </ac:graphicFrameMkLst>
        </pc:graphicFrameChg>
      </pc:sldChg>
      <pc:sldChg chg="del">
        <pc:chgData name="Owais Ahmed" userId="6abc7d4556b3b071" providerId="LiveId" clId="{654F8BE6-0793-4CC3-92A1-28CD9668A693}" dt="2023-08-22T11:13:51.751" v="539" actId="47"/>
        <pc:sldMkLst>
          <pc:docMk/>
          <pc:sldMk cId="2684752333" sldId="2566"/>
        </pc:sldMkLst>
      </pc:sldChg>
      <pc:sldChg chg="del">
        <pc:chgData name="Owais Ahmed" userId="6abc7d4556b3b071" providerId="LiveId" clId="{654F8BE6-0793-4CC3-92A1-28CD9668A693}" dt="2023-08-22T11:13:51.751" v="539" actId="47"/>
        <pc:sldMkLst>
          <pc:docMk/>
          <pc:sldMk cId="138900574" sldId="2567"/>
        </pc:sldMkLst>
      </pc:sldChg>
      <pc:sldChg chg="modSp add mod modAnim">
        <pc:chgData name="Owais Ahmed" userId="6abc7d4556b3b071" providerId="LiveId" clId="{654F8BE6-0793-4CC3-92A1-28CD9668A693}" dt="2023-08-23T06:47:59.511" v="5331" actId="20577"/>
        <pc:sldMkLst>
          <pc:docMk/>
          <pc:sldMk cId="2876587849" sldId="2567"/>
        </pc:sldMkLst>
        <pc:spChg chg="mod">
          <ac:chgData name="Owais Ahmed" userId="6abc7d4556b3b071" providerId="LiveId" clId="{654F8BE6-0793-4CC3-92A1-28CD9668A693}" dt="2023-08-23T06:47:59.511" v="5331" actId="20577"/>
          <ac:spMkLst>
            <pc:docMk/>
            <pc:sldMk cId="2876587849" sldId="2567"/>
            <ac:spMk id="3" creationId="{4A1C0383-58FE-E486-295E-B33B8683B938}"/>
          </ac:spMkLst>
        </pc:spChg>
      </pc:sldChg>
      <pc:sldChg chg="del">
        <pc:chgData name="Owais Ahmed" userId="6abc7d4556b3b071" providerId="LiveId" clId="{654F8BE6-0793-4CC3-92A1-28CD9668A693}" dt="2023-08-22T11:13:51.751" v="539" actId="47"/>
        <pc:sldMkLst>
          <pc:docMk/>
          <pc:sldMk cId="1329531230" sldId="2568"/>
        </pc:sldMkLst>
      </pc:sldChg>
      <pc:sldChg chg="modSp add mod modAnim">
        <pc:chgData name="Owais Ahmed" userId="6abc7d4556b3b071" providerId="LiveId" clId="{654F8BE6-0793-4CC3-92A1-28CD9668A693}" dt="2023-08-30T08:07:12.519" v="17887" actId="20577"/>
        <pc:sldMkLst>
          <pc:docMk/>
          <pc:sldMk cId="2004748195" sldId="2568"/>
        </pc:sldMkLst>
        <pc:spChg chg="mod">
          <ac:chgData name="Owais Ahmed" userId="6abc7d4556b3b071" providerId="LiveId" clId="{654F8BE6-0793-4CC3-92A1-28CD9668A693}" dt="2023-08-30T08:07:12.519" v="17887" actId="20577"/>
          <ac:spMkLst>
            <pc:docMk/>
            <pc:sldMk cId="2004748195" sldId="2568"/>
            <ac:spMk id="3" creationId="{4A1C0383-58FE-E486-295E-B33B8683B938}"/>
          </ac:spMkLst>
        </pc:spChg>
        <pc:spChg chg="mod">
          <ac:chgData name="Owais Ahmed" userId="6abc7d4556b3b071" providerId="LiveId" clId="{654F8BE6-0793-4CC3-92A1-28CD9668A693}" dt="2023-08-23T06:56:38.496" v="5400" actId="20577"/>
          <ac:spMkLst>
            <pc:docMk/>
            <pc:sldMk cId="2004748195" sldId="2568"/>
            <ac:spMk id="215" creationId="{00000000-0000-0000-0000-000000000000}"/>
          </ac:spMkLst>
        </pc:spChg>
      </pc:sldChg>
      <pc:sldChg chg="del">
        <pc:chgData name="Owais Ahmed" userId="6abc7d4556b3b071" providerId="LiveId" clId="{654F8BE6-0793-4CC3-92A1-28CD9668A693}" dt="2023-08-22T11:13:51.751" v="539" actId="47"/>
        <pc:sldMkLst>
          <pc:docMk/>
          <pc:sldMk cId="213204764" sldId="2569"/>
        </pc:sldMkLst>
      </pc:sldChg>
      <pc:sldChg chg="addSp modSp add del mod modAnim">
        <pc:chgData name="Owais Ahmed" userId="6abc7d4556b3b071" providerId="LiveId" clId="{654F8BE6-0793-4CC3-92A1-28CD9668A693}" dt="2023-08-30T08:06:43.382" v="17794" actId="47"/>
        <pc:sldMkLst>
          <pc:docMk/>
          <pc:sldMk cId="3699736807" sldId="2569"/>
        </pc:sldMkLst>
        <pc:spChg chg="mod">
          <ac:chgData name="Owais Ahmed" userId="6abc7d4556b3b071" providerId="LiveId" clId="{654F8BE6-0793-4CC3-92A1-28CD9668A693}" dt="2023-08-23T07:08:22.452" v="6233" actId="20577"/>
          <ac:spMkLst>
            <pc:docMk/>
            <pc:sldMk cId="3699736807" sldId="2569"/>
            <ac:spMk id="3" creationId="{4A1C0383-58FE-E486-295E-B33B8683B938}"/>
          </ac:spMkLst>
        </pc:spChg>
        <pc:spChg chg="mod">
          <ac:chgData name="Owais Ahmed" userId="6abc7d4556b3b071" providerId="LiveId" clId="{654F8BE6-0793-4CC3-92A1-28CD9668A693}" dt="2023-08-23T06:59:26.856" v="5781" actId="20577"/>
          <ac:spMkLst>
            <pc:docMk/>
            <pc:sldMk cId="3699736807" sldId="2569"/>
            <ac:spMk id="215" creationId="{00000000-0000-0000-0000-000000000000}"/>
          </ac:spMkLst>
        </pc:spChg>
        <pc:graphicFrameChg chg="add mod">
          <ac:chgData name="Owais Ahmed" userId="6abc7d4556b3b071" providerId="LiveId" clId="{654F8BE6-0793-4CC3-92A1-28CD9668A693}" dt="2023-08-23T07:07:59.305" v="6228" actId="20577"/>
          <ac:graphicFrameMkLst>
            <pc:docMk/>
            <pc:sldMk cId="3699736807" sldId="2569"/>
            <ac:graphicFrameMk id="4" creationId="{11F08D9E-5A4E-B576-734E-BBE3BCC0CC5C}"/>
          </ac:graphicFrameMkLst>
        </pc:graphicFrameChg>
      </pc:sldChg>
      <pc:sldChg chg="modSp add mod ord modAnim">
        <pc:chgData name="Owais Ahmed" userId="6abc7d4556b3b071" providerId="LiveId" clId="{654F8BE6-0793-4CC3-92A1-28CD9668A693}" dt="2023-08-23T09:48:02.954" v="7006"/>
        <pc:sldMkLst>
          <pc:docMk/>
          <pc:sldMk cId="721076035" sldId="2570"/>
        </pc:sldMkLst>
        <pc:spChg chg="mod">
          <ac:chgData name="Owais Ahmed" userId="6abc7d4556b3b071" providerId="LiveId" clId="{654F8BE6-0793-4CC3-92A1-28CD9668A693}" dt="2023-08-23T09:48:02.954" v="7006"/>
          <ac:spMkLst>
            <pc:docMk/>
            <pc:sldMk cId="721076035" sldId="2570"/>
            <ac:spMk id="3" creationId="{4A1C0383-58FE-E486-295E-B33B8683B938}"/>
          </ac:spMkLst>
        </pc:spChg>
        <pc:spChg chg="mod">
          <ac:chgData name="Owais Ahmed" userId="6abc7d4556b3b071" providerId="LiveId" clId="{654F8BE6-0793-4CC3-92A1-28CD9668A693}" dt="2023-08-23T07:28:35.625" v="6252" actId="20577"/>
          <ac:spMkLst>
            <pc:docMk/>
            <pc:sldMk cId="721076035" sldId="2570"/>
            <ac:spMk id="215" creationId="{00000000-0000-0000-0000-000000000000}"/>
          </ac:spMkLst>
        </pc:spChg>
      </pc:sldChg>
      <pc:sldChg chg="del">
        <pc:chgData name="Owais Ahmed" userId="6abc7d4556b3b071" providerId="LiveId" clId="{654F8BE6-0793-4CC3-92A1-28CD9668A693}" dt="2023-08-22T11:13:51.751" v="539" actId="47"/>
        <pc:sldMkLst>
          <pc:docMk/>
          <pc:sldMk cId="3970414602" sldId="2570"/>
        </pc:sldMkLst>
      </pc:sldChg>
      <pc:sldChg chg="del">
        <pc:chgData name="Owais Ahmed" userId="6abc7d4556b3b071" providerId="LiveId" clId="{654F8BE6-0793-4CC3-92A1-28CD9668A693}" dt="2023-08-22T11:13:54.628" v="540" actId="47"/>
        <pc:sldMkLst>
          <pc:docMk/>
          <pc:sldMk cId="1201433262" sldId="2571"/>
        </pc:sldMkLst>
      </pc:sldChg>
      <pc:sldChg chg="addSp delSp modSp add mod modAnim">
        <pc:chgData name="Owais Ahmed" userId="6abc7d4556b3b071" providerId="LiveId" clId="{654F8BE6-0793-4CC3-92A1-28CD9668A693}" dt="2023-08-23T10:08:11.789" v="8295" actId="20577"/>
        <pc:sldMkLst>
          <pc:docMk/>
          <pc:sldMk cId="2523736307" sldId="2571"/>
        </pc:sldMkLst>
        <pc:spChg chg="mod">
          <ac:chgData name="Owais Ahmed" userId="6abc7d4556b3b071" providerId="LiveId" clId="{654F8BE6-0793-4CC3-92A1-28CD9668A693}" dt="2023-08-23T10:08:11.789" v="8295" actId="20577"/>
          <ac:spMkLst>
            <pc:docMk/>
            <pc:sldMk cId="2523736307" sldId="2571"/>
            <ac:spMk id="3" creationId="{4A1C0383-58FE-E486-295E-B33B8683B938}"/>
          </ac:spMkLst>
        </pc:spChg>
        <pc:spChg chg="mod">
          <ac:chgData name="Owais Ahmed" userId="6abc7d4556b3b071" providerId="LiveId" clId="{654F8BE6-0793-4CC3-92A1-28CD9668A693}" dt="2023-08-23T10:03:05.369" v="8020" actId="1076"/>
          <ac:spMkLst>
            <pc:docMk/>
            <pc:sldMk cId="2523736307" sldId="2571"/>
            <ac:spMk id="6" creationId="{39E42166-E2F1-F17E-FC29-9D4D99F81FFC}"/>
          </ac:spMkLst>
        </pc:spChg>
        <pc:spChg chg="del mod">
          <ac:chgData name="Owais Ahmed" userId="6abc7d4556b3b071" providerId="LiveId" clId="{654F8BE6-0793-4CC3-92A1-28CD9668A693}" dt="2023-08-23T10:02:35.081" v="8011" actId="478"/>
          <ac:spMkLst>
            <pc:docMk/>
            <pc:sldMk cId="2523736307" sldId="2571"/>
            <ac:spMk id="7" creationId="{9BD4E3D1-732F-0181-D710-1195BB9ECC08}"/>
          </ac:spMkLst>
        </pc:spChg>
        <pc:spChg chg="del mod">
          <ac:chgData name="Owais Ahmed" userId="6abc7d4556b3b071" providerId="LiveId" clId="{654F8BE6-0793-4CC3-92A1-28CD9668A693}" dt="2023-08-23T10:03:32.621" v="8024" actId="21"/>
          <ac:spMkLst>
            <pc:docMk/>
            <pc:sldMk cId="2523736307" sldId="2571"/>
            <ac:spMk id="8" creationId="{B33738A5-AE53-778E-8988-5DC71EE84BC7}"/>
          </ac:spMkLst>
        </pc:spChg>
        <pc:spChg chg="del mod">
          <ac:chgData name="Owais Ahmed" userId="6abc7d4556b3b071" providerId="LiveId" clId="{654F8BE6-0793-4CC3-92A1-28CD9668A693}" dt="2023-08-23T10:02:39.612" v="8014" actId="478"/>
          <ac:spMkLst>
            <pc:docMk/>
            <pc:sldMk cId="2523736307" sldId="2571"/>
            <ac:spMk id="9" creationId="{A877F42E-AB96-DBE5-DE3F-C3748FDFFFF9}"/>
          </ac:spMkLst>
        </pc:spChg>
        <pc:spChg chg="mod">
          <ac:chgData name="Owais Ahmed" userId="6abc7d4556b3b071" providerId="LiveId" clId="{654F8BE6-0793-4CC3-92A1-28CD9668A693}" dt="2023-08-23T10:02:33.644" v="8010" actId="18245"/>
          <ac:spMkLst>
            <pc:docMk/>
            <pc:sldMk cId="2523736307" sldId="2571"/>
            <ac:spMk id="10" creationId="{F0D5DD73-8111-E513-EECE-F7164814220E}"/>
          </ac:spMkLst>
        </pc:spChg>
        <pc:spChg chg="del mod">
          <ac:chgData name="Owais Ahmed" userId="6abc7d4556b3b071" providerId="LiveId" clId="{654F8BE6-0793-4CC3-92A1-28CD9668A693}" dt="2023-08-23T10:02:41.357" v="8015" actId="478"/>
          <ac:spMkLst>
            <pc:docMk/>
            <pc:sldMk cId="2523736307" sldId="2571"/>
            <ac:spMk id="11" creationId="{D9CA8A87-63D8-91F0-7C86-BEC2F24BD13B}"/>
          </ac:spMkLst>
        </pc:spChg>
        <pc:spChg chg="mod">
          <ac:chgData name="Owais Ahmed" userId="6abc7d4556b3b071" providerId="LiveId" clId="{654F8BE6-0793-4CC3-92A1-28CD9668A693}" dt="2023-08-23T10:02:33.644" v="8010" actId="18245"/>
          <ac:spMkLst>
            <pc:docMk/>
            <pc:sldMk cId="2523736307" sldId="2571"/>
            <ac:spMk id="12" creationId="{95849AD1-12EF-F363-E5F4-BCF2D15AFA3C}"/>
          </ac:spMkLst>
        </pc:spChg>
        <pc:spChg chg="del mod">
          <ac:chgData name="Owais Ahmed" userId="6abc7d4556b3b071" providerId="LiveId" clId="{654F8BE6-0793-4CC3-92A1-28CD9668A693}" dt="2023-08-23T10:02:47.451" v="8017" actId="478"/>
          <ac:spMkLst>
            <pc:docMk/>
            <pc:sldMk cId="2523736307" sldId="2571"/>
            <ac:spMk id="13" creationId="{D735388B-1C17-43DA-626D-BA3F237F7746}"/>
          </ac:spMkLst>
        </pc:spChg>
        <pc:spChg chg="mod">
          <ac:chgData name="Owais Ahmed" userId="6abc7d4556b3b071" providerId="LiveId" clId="{654F8BE6-0793-4CC3-92A1-28CD9668A693}" dt="2023-08-23T10:02:33.644" v="8010" actId="18245"/>
          <ac:spMkLst>
            <pc:docMk/>
            <pc:sldMk cId="2523736307" sldId="2571"/>
            <ac:spMk id="14" creationId="{63542A25-1E05-2BEF-CDDF-C841EC9D8528}"/>
          </ac:spMkLst>
        </pc:spChg>
        <pc:spChg chg="del mod">
          <ac:chgData name="Owais Ahmed" userId="6abc7d4556b3b071" providerId="LiveId" clId="{654F8BE6-0793-4CC3-92A1-28CD9668A693}" dt="2023-08-23T10:02:45.674" v="8016" actId="478"/>
          <ac:spMkLst>
            <pc:docMk/>
            <pc:sldMk cId="2523736307" sldId="2571"/>
            <ac:spMk id="15" creationId="{162F14E2-A4D2-F9AF-D7A7-007DEC0E3980}"/>
          </ac:spMkLst>
        </pc:spChg>
        <pc:spChg chg="mod">
          <ac:chgData name="Owais Ahmed" userId="6abc7d4556b3b071" providerId="LiveId" clId="{654F8BE6-0793-4CC3-92A1-28CD9668A693}" dt="2023-08-23T10:02:33.644" v="8010" actId="18245"/>
          <ac:spMkLst>
            <pc:docMk/>
            <pc:sldMk cId="2523736307" sldId="2571"/>
            <ac:spMk id="16" creationId="{D392A1B1-7266-6101-8916-A76F87FB6A7E}"/>
          </ac:spMkLst>
        </pc:spChg>
        <pc:spChg chg="del mod">
          <ac:chgData name="Owais Ahmed" userId="6abc7d4556b3b071" providerId="LiveId" clId="{654F8BE6-0793-4CC3-92A1-28CD9668A693}" dt="2023-08-23T10:02:49.231" v="8018" actId="478"/>
          <ac:spMkLst>
            <pc:docMk/>
            <pc:sldMk cId="2523736307" sldId="2571"/>
            <ac:spMk id="17" creationId="{3DB2252C-2AB3-55DD-87F2-FBFDD72F8FB9}"/>
          </ac:spMkLst>
        </pc:spChg>
        <pc:spChg chg="mod">
          <ac:chgData name="Owais Ahmed" userId="6abc7d4556b3b071" providerId="LiveId" clId="{654F8BE6-0793-4CC3-92A1-28CD9668A693}" dt="2023-08-23T10:02:33.644" v="8010" actId="18245"/>
          <ac:spMkLst>
            <pc:docMk/>
            <pc:sldMk cId="2523736307" sldId="2571"/>
            <ac:spMk id="18" creationId="{CBCA8043-41A8-8A7A-C5C5-B398E74821F5}"/>
          </ac:spMkLst>
        </pc:spChg>
        <pc:spChg chg="add del mod">
          <ac:chgData name="Owais Ahmed" userId="6abc7d4556b3b071" providerId="LiveId" clId="{654F8BE6-0793-4CC3-92A1-28CD9668A693}" dt="2023-08-23T10:03:34.247" v="8026"/>
          <ac:spMkLst>
            <pc:docMk/>
            <pc:sldMk cId="2523736307" sldId="2571"/>
            <ac:spMk id="19" creationId="{896CF43C-E188-00CB-29FE-D8530F1FC003}"/>
          </ac:spMkLst>
        </pc:spChg>
        <pc:spChg chg="add mod">
          <ac:chgData name="Owais Ahmed" userId="6abc7d4556b3b071" providerId="LiveId" clId="{654F8BE6-0793-4CC3-92A1-28CD9668A693}" dt="2023-08-23T10:05:33.882" v="8144" actId="164"/>
          <ac:spMkLst>
            <pc:docMk/>
            <pc:sldMk cId="2523736307" sldId="2571"/>
            <ac:spMk id="20" creationId="{E8DB4507-F49D-E856-EB8C-03C2304575A7}"/>
          </ac:spMkLst>
        </pc:spChg>
        <pc:spChg chg="add mod">
          <ac:chgData name="Owais Ahmed" userId="6abc7d4556b3b071" providerId="LiveId" clId="{654F8BE6-0793-4CC3-92A1-28CD9668A693}" dt="2023-08-23T10:05:33.882" v="8144" actId="164"/>
          <ac:spMkLst>
            <pc:docMk/>
            <pc:sldMk cId="2523736307" sldId="2571"/>
            <ac:spMk id="21" creationId="{99E66DAA-6304-D2F8-173D-2316A20CC9BB}"/>
          </ac:spMkLst>
        </pc:spChg>
        <pc:spChg chg="add mod">
          <ac:chgData name="Owais Ahmed" userId="6abc7d4556b3b071" providerId="LiveId" clId="{654F8BE6-0793-4CC3-92A1-28CD9668A693}" dt="2023-08-23T10:05:33.882" v="8144" actId="164"/>
          <ac:spMkLst>
            <pc:docMk/>
            <pc:sldMk cId="2523736307" sldId="2571"/>
            <ac:spMk id="22" creationId="{2CA33A12-7E02-5F69-6E38-B10263391436}"/>
          </ac:spMkLst>
        </pc:spChg>
        <pc:spChg chg="add mod">
          <ac:chgData name="Owais Ahmed" userId="6abc7d4556b3b071" providerId="LiveId" clId="{654F8BE6-0793-4CC3-92A1-28CD9668A693}" dt="2023-08-23T10:05:51.675" v="8145" actId="207"/>
          <ac:spMkLst>
            <pc:docMk/>
            <pc:sldMk cId="2523736307" sldId="2571"/>
            <ac:spMk id="23" creationId="{C990E7AA-935A-140E-13AF-6406BC063122}"/>
          </ac:spMkLst>
        </pc:spChg>
        <pc:spChg chg="add mod">
          <ac:chgData name="Owais Ahmed" userId="6abc7d4556b3b071" providerId="LiveId" clId="{654F8BE6-0793-4CC3-92A1-28CD9668A693}" dt="2023-08-23T10:05:33.882" v="8144" actId="164"/>
          <ac:spMkLst>
            <pc:docMk/>
            <pc:sldMk cId="2523736307" sldId="2571"/>
            <ac:spMk id="24" creationId="{715E078C-2D8C-AFFC-A4A7-7CAC6AA09210}"/>
          </ac:spMkLst>
        </pc:spChg>
        <pc:spChg chg="add mod">
          <ac:chgData name="Owais Ahmed" userId="6abc7d4556b3b071" providerId="LiveId" clId="{654F8BE6-0793-4CC3-92A1-28CD9668A693}" dt="2023-08-23T10:05:33.882" v="8144" actId="164"/>
          <ac:spMkLst>
            <pc:docMk/>
            <pc:sldMk cId="2523736307" sldId="2571"/>
            <ac:spMk id="25" creationId="{6D1A7348-48F3-C269-6869-FD7020B141BA}"/>
          </ac:spMkLst>
        </pc:spChg>
        <pc:grpChg chg="add del mod">
          <ac:chgData name="Owais Ahmed" userId="6abc7d4556b3b071" providerId="LiveId" clId="{654F8BE6-0793-4CC3-92A1-28CD9668A693}" dt="2023-08-23T10:03:35.572" v="8027" actId="478"/>
          <ac:grpSpMkLst>
            <pc:docMk/>
            <pc:sldMk cId="2523736307" sldId="2571"/>
            <ac:grpSpMk id="5" creationId="{9A4B73B0-1188-86E9-30B2-D5E2994E670B}"/>
          </ac:grpSpMkLst>
        </pc:grpChg>
        <pc:grpChg chg="add mod">
          <ac:chgData name="Owais Ahmed" userId="6abc7d4556b3b071" providerId="LiveId" clId="{654F8BE6-0793-4CC3-92A1-28CD9668A693}" dt="2023-08-23T10:05:33.882" v="8144" actId="164"/>
          <ac:grpSpMkLst>
            <pc:docMk/>
            <pc:sldMk cId="2523736307" sldId="2571"/>
            <ac:grpSpMk id="26" creationId="{8E3A83D1-9DAA-A966-B379-9A5CE6ACF025}"/>
          </ac:grpSpMkLst>
        </pc:grpChg>
        <pc:graphicFrameChg chg="add del mod">
          <ac:chgData name="Owais Ahmed" userId="6abc7d4556b3b071" providerId="LiveId" clId="{654F8BE6-0793-4CC3-92A1-28CD9668A693}" dt="2023-08-23T10:02:33.644" v="8010" actId="18245"/>
          <ac:graphicFrameMkLst>
            <pc:docMk/>
            <pc:sldMk cId="2523736307" sldId="2571"/>
            <ac:graphicFrameMk id="4" creationId="{453E1AD1-EA19-E4DD-5C6B-4B3720FCB187}"/>
          </ac:graphicFrameMkLst>
        </pc:graphicFrameChg>
      </pc:sldChg>
      <pc:sldChg chg="modSp add del mod">
        <pc:chgData name="Owais Ahmed" userId="6abc7d4556b3b071" providerId="LiveId" clId="{654F8BE6-0793-4CC3-92A1-28CD9668A693}" dt="2023-08-23T10:06:13.950" v="8152" actId="47"/>
        <pc:sldMkLst>
          <pc:docMk/>
          <pc:sldMk cId="2271919845" sldId="2572"/>
        </pc:sldMkLst>
        <pc:spChg chg="mod">
          <ac:chgData name="Owais Ahmed" userId="6abc7d4556b3b071" providerId="LiveId" clId="{654F8BE6-0793-4CC3-92A1-28CD9668A693}" dt="2023-08-23T10:06:09.689" v="8149" actId="27636"/>
          <ac:spMkLst>
            <pc:docMk/>
            <pc:sldMk cId="2271919845" sldId="2572"/>
            <ac:spMk id="3" creationId="{4A1C0383-58FE-E486-295E-B33B8683B938}"/>
          </ac:spMkLst>
        </pc:spChg>
      </pc:sldChg>
      <pc:sldChg chg="del">
        <pc:chgData name="Owais Ahmed" userId="6abc7d4556b3b071" providerId="LiveId" clId="{654F8BE6-0793-4CC3-92A1-28CD9668A693}" dt="2023-08-22T11:13:51.751" v="539" actId="47"/>
        <pc:sldMkLst>
          <pc:docMk/>
          <pc:sldMk cId="2285914733" sldId="2573"/>
        </pc:sldMkLst>
      </pc:sldChg>
      <pc:sldChg chg="delSp modSp add mod delAnim modAnim">
        <pc:chgData name="Owais Ahmed" userId="6abc7d4556b3b071" providerId="LiveId" clId="{654F8BE6-0793-4CC3-92A1-28CD9668A693}" dt="2023-08-23T10:13:01.057" v="8689" actId="20577"/>
        <pc:sldMkLst>
          <pc:docMk/>
          <pc:sldMk cId="3301237467" sldId="2573"/>
        </pc:sldMkLst>
        <pc:spChg chg="mod">
          <ac:chgData name="Owais Ahmed" userId="6abc7d4556b3b071" providerId="LiveId" clId="{654F8BE6-0793-4CC3-92A1-28CD9668A693}" dt="2023-08-23T10:13:01.057" v="8689" actId="20577"/>
          <ac:spMkLst>
            <pc:docMk/>
            <pc:sldMk cId="3301237467" sldId="2573"/>
            <ac:spMk id="3" creationId="{4A1C0383-58FE-E486-295E-B33B8683B938}"/>
          </ac:spMkLst>
        </pc:spChg>
        <pc:grpChg chg="del">
          <ac:chgData name="Owais Ahmed" userId="6abc7d4556b3b071" providerId="LiveId" clId="{654F8BE6-0793-4CC3-92A1-28CD9668A693}" dt="2023-08-23T10:12:11.983" v="8550" actId="478"/>
          <ac:grpSpMkLst>
            <pc:docMk/>
            <pc:sldMk cId="3301237467" sldId="2573"/>
            <ac:grpSpMk id="26" creationId="{8E3A83D1-9DAA-A966-B379-9A5CE6ACF025}"/>
          </ac:grpSpMkLst>
        </pc:grpChg>
      </pc:sldChg>
      <pc:sldChg chg="del">
        <pc:chgData name="Owais Ahmed" userId="6abc7d4556b3b071" providerId="LiveId" clId="{654F8BE6-0793-4CC3-92A1-28CD9668A693}" dt="2023-08-22T11:13:54.628" v="540" actId="47"/>
        <pc:sldMkLst>
          <pc:docMk/>
          <pc:sldMk cId="1728240852" sldId="2574"/>
        </pc:sldMkLst>
      </pc:sldChg>
      <pc:sldChg chg="addSp delSp modSp add mod ord modAnim">
        <pc:chgData name="Owais Ahmed" userId="6abc7d4556b3b071" providerId="LiveId" clId="{654F8BE6-0793-4CC3-92A1-28CD9668A693}" dt="2023-08-23T10:12:07.787" v="8549"/>
        <pc:sldMkLst>
          <pc:docMk/>
          <pc:sldMk cId="3086638069" sldId="2574"/>
        </pc:sldMkLst>
        <pc:spChg chg="mod">
          <ac:chgData name="Owais Ahmed" userId="6abc7d4556b3b071" providerId="LiveId" clId="{654F8BE6-0793-4CC3-92A1-28CD9668A693}" dt="2023-08-23T10:11:25.579" v="8543" actId="1076"/>
          <ac:spMkLst>
            <pc:docMk/>
            <pc:sldMk cId="3086638069" sldId="2574"/>
            <ac:spMk id="3" creationId="{4A1C0383-58FE-E486-295E-B33B8683B938}"/>
          </ac:spMkLst>
        </pc:spChg>
        <pc:spChg chg="mod topLvl">
          <ac:chgData name="Owais Ahmed" userId="6abc7d4556b3b071" providerId="LiveId" clId="{654F8BE6-0793-4CC3-92A1-28CD9668A693}" dt="2023-08-23T10:11:49.748" v="8546" actId="338"/>
          <ac:spMkLst>
            <pc:docMk/>
            <pc:sldMk cId="3086638069" sldId="2574"/>
            <ac:spMk id="20" creationId="{E8DB4507-F49D-E856-EB8C-03C2304575A7}"/>
          </ac:spMkLst>
        </pc:spChg>
        <pc:spChg chg="mod topLvl">
          <ac:chgData name="Owais Ahmed" userId="6abc7d4556b3b071" providerId="LiveId" clId="{654F8BE6-0793-4CC3-92A1-28CD9668A693}" dt="2023-08-23T10:11:49.748" v="8546" actId="338"/>
          <ac:spMkLst>
            <pc:docMk/>
            <pc:sldMk cId="3086638069" sldId="2574"/>
            <ac:spMk id="21" creationId="{99E66DAA-6304-D2F8-173D-2316A20CC9BB}"/>
          </ac:spMkLst>
        </pc:spChg>
        <pc:spChg chg="mod topLvl">
          <ac:chgData name="Owais Ahmed" userId="6abc7d4556b3b071" providerId="LiveId" clId="{654F8BE6-0793-4CC3-92A1-28CD9668A693}" dt="2023-08-23T10:11:49.748" v="8546" actId="338"/>
          <ac:spMkLst>
            <pc:docMk/>
            <pc:sldMk cId="3086638069" sldId="2574"/>
            <ac:spMk id="22" creationId="{2CA33A12-7E02-5F69-6E38-B10263391436}"/>
          </ac:spMkLst>
        </pc:spChg>
        <pc:spChg chg="mod topLvl">
          <ac:chgData name="Owais Ahmed" userId="6abc7d4556b3b071" providerId="LiveId" clId="{654F8BE6-0793-4CC3-92A1-28CD9668A693}" dt="2023-08-23T10:11:49.748" v="8546" actId="338"/>
          <ac:spMkLst>
            <pc:docMk/>
            <pc:sldMk cId="3086638069" sldId="2574"/>
            <ac:spMk id="23" creationId="{C990E7AA-935A-140E-13AF-6406BC063122}"/>
          </ac:spMkLst>
        </pc:spChg>
        <pc:spChg chg="mod topLvl">
          <ac:chgData name="Owais Ahmed" userId="6abc7d4556b3b071" providerId="LiveId" clId="{654F8BE6-0793-4CC3-92A1-28CD9668A693}" dt="2023-08-23T10:11:49.748" v="8546" actId="338"/>
          <ac:spMkLst>
            <pc:docMk/>
            <pc:sldMk cId="3086638069" sldId="2574"/>
            <ac:spMk id="24" creationId="{715E078C-2D8C-AFFC-A4A7-7CAC6AA09210}"/>
          </ac:spMkLst>
        </pc:spChg>
        <pc:spChg chg="mod topLvl">
          <ac:chgData name="Owais Ahmed" userId="6abc7d4556b3b071" providerId="LiveId" clId="{654F8BE6-0793-4CC3-92A1-28CD9668A693}" dt="2023-08-23T10:11:49.748" v="8546" actId="338"/>
          <ac:spMkLst>
            <pc:docMk/>
            <pc:sldMk cId="3086638069" sldId="2574"/>
            <ac:spMk id="25" creationId="{6D1A7348-48F3-C269-6869-FD7020B141BA}"/>
          </ac:spMkLst>
        </pc:spChg>
        <pc:grpChg chg="add mod">
          <ac:chgData name="Owais Ahmed" userId="6abc7d4556b3b071" providerId="LiveId" clId="{654F8BE6-0793-4CC3-92A1-28CD9668A693}" dt="2023-08-23T10:11:49.748" v="8546" actId="338"/>
          <ac:grpSpMkLst>
            <pc:docMk/>
            <pc:sldMk cId="3086638069" sldId="2574"/>
            <ac:grpSpMk id="4" creationId="{6AB342B2-F217-1D48-C4E5-0F1E493B35CC}"/>
          </ac:grpSpMkLst>
        </pc:grpChg>
        <pc:grpChg chg="del">
          <ac:chgData name="Owais Ahmed" userId="6abc7d4556b3b071" providerId="LiveId" clId="{654F8BE6-0793-4CC3-92A1-28CD9668A693}" dt="2023-08-23T10:10:47.493" v="8534" actId="165"/>
          <ac:grpSpMkLst>
            <pc:docMk/>
            <pc:sldMk cId="3086638069" sldId="2574"/>
            <ac:grpSpMk id="26" creationId="{8E3A83D1-9DAA-A966-B379-9A5CE6ACF025}"/>
          </ac:grpSpMkLst>
        </pc:grpChg>
      </pc:sldChg>
      <pc:sldChg chg="modSp add mod modAnim">
        <pc:chgData name="Owais Ahmed" userId="6abc7d4556b3b071" providerId="LiveId" clId="{654F8BE6-0793-4CC3-92A1-28CD9668A693}" dt="2023-08-23T10:28:46.606" v="9447" actId="27636"/>
        <pc:sldMkLst>
          <pc:docMk/>
          <pc:sldMk cId="570576384" sldId="2575"/>
        </pc:sldMkLst>
        <pc:spChg chg="mod">
          <ac:chgData name="Owais Ahmed" userId="6abc7d4556b3b071" providerId="LiveId" clId="{654F8BE6-0793-4CC3-92A1-28CD9668A693}" dt="2023-08-23T10:28:46.606" v="9447" actId="27636"/>
          <ac:spMkLst>
            <pc:docMk/>
            <pc:sldMk cId="570576384" sldId="2575"/>
            <ac:spMk id="3" creationId="{4A1C0383-58FE-E486-295E-B33B8683B938}"/>
          </ac:spMkLst>
        </pc:spChg>
      </pc:sldChg>
      <pc:sldChg chg="del">
        <pc:chgData name="Owais Ahmed" userId="6abc7d4556b3b071" providerId="LiveId" clId="{654F8BE6-0793-4CC3-92A1-28CD9668A693}" dt="2023-08-22T11:13:54.628" v="540" actId="47"/>
        <pc:sldMkLst>
          <pc:docMk/>
          <pc:sldMk cId="3271818871" sldId="2575"/>
        </pc:sldMkLst>
      </pc:sldChg>
      <pc:sldChg chg="addSp delSp modSp add mod delAnim modAnim">
        <pc:chgData name="Owais Ahmed" userId="6abc7d4556b3b071" providerId="LiveId" clId="{654F8BE6-0793-4CC3-92A1-28CD9668A693}" dt="2023-08-23T10:51:47.110" v="10200" actId="20577"/>
        <pc:sldMkLst>
          <pc:docMk/>
          <pc:sldMk cId="630212416" sldId="2576"/>
        </pc:sldMkLst>
        <pc:spChg chg="del mod">
          <ac:chgData name="Owais Ahmed" userId="6abc7d4556b3b071" providerId="LiveId" clId="{654F8BE6-0793-4CC3-92A1-28CD9668A693}" dt="2023-08-23T10:30:15.704" v="9470" actId="478"/>
          <ac:spMkLst>
            <pc:docMk/>
            <pc:sldMk cId="630212416" sldId="2576"/>
            <ac:spMk id="3" creationId="{4A1C0383-58FE-E486-295E-B33B8683B938}"/>
          </ac:spMkLst>
        </pc:spChg>
        <pc:spChg chg="add mod">
          <ac:chgData name="Owais Ahmed" userId="6abc7d4556b3b071" providerId="LiveId" clId="{654F8BE6-0793-4CC3-92A1-28CD9668A693}" dt="2023-08-23T10:51:47.110" v="10200" actId="20577"/>
          <ac:spMkLst>
            <pc:docMk/>
            <pc:sldMk cId="630212416" sldId="2576"/>
            <ac:spMk id="4" creationId="{253D3A93-8F13-5316-FD30-AB9BCE38986D}"/>
          </ac:spMkLst>
        </pc:spChg>
      </pc:sldChg>
      <pc:sldChg chg="del">
        <pc:chgData name="Owais Ahmed" userId="6abc7d4556b3b071" providerId="LiveId" clId="{654F8BE6-0793-4CC3-92A1-28CD9668A693}" dt="2023-08-22T11:13:54.628" v="540" actId="47"/>
        <pc:sldMkLst>
          <pc:docMk/>
          <pc:sldMk cId="1747158155" sldId="2576"/>
        </pc:sldMkLst>
      </pc:sldChg>
      <pc:sldChg chg="modSp mod modAnim">
        <pc:chgData name="Owais Ahmed" userId="6abc7d4556b3b071" providerId="LiveId" clId="{654F8BE6-0793-4CC3-92A1-28CD9668A693}" dt="2023-08-28T05:48:00.346" v="11209" actId="20577"/>
        <pc:sldMkLst>
          <pc:docMk/>
          <pc:sldMk cId="1248502933" sldId="2577"/>
        </pc:sldMkLst>
        <pc:spChg chg="mod">
          <ac:chgData name="Owais Ahmed" userId="6abc7d4556b3b071" providerId="LiveId" clId="{654F8BE6-0793-4CC3-92A1-28CD9668A693}" dt="2023-08-28T05:48:00.346" v="11209" actId="20577"/>
          <ac:spMkLst>
            <pc:docMk/>
            <pc:sldMk cId="1248502933" sldId="2577"/>
            <ac:spMk id="3" creationId="{4A1C0383-58FE-E486-295E-B33B8683B938}"/>
          </ac:spMkLst>
        </pc:spChg>
        <pc:spChg chg="mod">
          <ac:chgData name="Owais Ahmed" userId="6abc7d4556b3b071" providerId="LiveId" clId="{654F8BE6-0793-4CC3-92A1-28CD9668A693}" dt="2023-08-28T05:38:15.659" v="10206" actId="20577"/>
          <ac:spMkLst>
            <pc:docMk/>
            <pc:sldMk cId="1248502933" sldId="2577"/>
            <ac:spMk id="215" creationId="{00000000-0000-0000-0000-000000000000}"/>
          </ac:spMkLst>
        </pc:spChg>
      </pc:sldChg>
      <pc:sldChg chg="addSp delSp modSp add mod delAnim modAnim">
        <pc:chgData name="Owais Ahmed" userId="6abc7d4556b3b071" providerId="LiveId" clId="{654F8BE6-0793-4CC3-92A1-28CD9668A693}" dt="2023-08-28T06:28:46.005" v="13833" actId="20577"/>
        <pc:sldMkLst>
          <pc:docMk/>
          <pc:sldMk cId="3096821593" sldId="2578"/>
        </pc:sldMkLst>
        <pc:spChg chg="mod">
          <ac:chgData name="Owais Ahmed" userId="6abc7d4556b3b071" providerId="LiveId" clId="{654F8BE6-0793-4CC3-92A1-28CD9668A693}" dt="2023-08-28T06:28:17.260" v="13818" actId="20577"/>
          <ac:spMkLst>
            <pc:docMk/>
            <pc:sldMk cId="3096821593" sldId="2578"/>
            <ac:spMk id="3" creationId="{4A1C0383-58FE-E486-295E-B33B8683B938}"/>
          </ac:spMkLst>
        </pc:spChg>
        <pc:spChg chg="mod">
          <ac:chgData name="Owais Ahmed" userId="6abc7d4556b3b071" providerId="LiveId" clId="{654F8BE6-0793-4CC3-92A1-28CD9668A693}" dt="2023-08-28T05:53:01.912" v="11931" actId="20577"/>
          <ac:spMkLst>
            <pc:docMk/>
            <pc:sldMk cId="3096821593" sldId="2578"/>
            <ac:spMk id="5" creationId="{8409C532-3F45-10B8-CDA5-7128B7483748}"/>
          </ac:spMkLst>
        </pc:spChg>
        <pc:spChg chg="mod">
          <ac:chgData name="Owais Ahmed" userId="6abc7d4556b3b071" providerId="LiveId" clId="{654F8BE6-0793-4CC3-92A1-28CD9668A693}" dt="2023-08-28T06:28:19.515" v="13819" actId="20577"/>
          <ac:spMkLst>
            <pc:docMk/>
            <pc:sldMk cId="3096821593" sldId="2578"/>
            <ac:spMk id="6" creationId="{DFD78871-7A07-A7E2-BDD7-5A69436AE4D7}"/>
          </ac:spMkLst>
        </pc:spChg>
        <pc:spChg chg="mod">
          <ac:chgData name="Owais Ahmed" userId="6abc7d4556b3b071" providerId="LiveId" clId="{654F8BE6-0793-4CC3-92A1-28CD9668A693}" dt="2023-08-28T05:53:07.733" v="11934" actId="20577"/>
          <ac:spMkLst>
            <pc:docMk/>
            <pc:sldMk cId="3096821593" sldId="2578"/>
            <ac:spMk id="7" creationId="{AF7FF264-D51A-6E9C-A5CB-B55C061A1793}"/>
          </ac:spMkLst>
        </pc:spChg>
        <pc:spChg chg="del mod">
          <ac:chgData name="Owais Ahmed" userId="6abc7d4556b3b071" providerId="LiveId" clId="{654F8BE6-0793-4CC3-92A1-28CD9668A693}" dt="2023-08-28T05:53:10.806" v="11935" actId="478"/>
          <ac:spMkLst>
            <pc:docMk/>
            <pc:sldMk cId="3096821593" sldId="2578"/>
            <ac:spMk id="8" creationId="{0C962454-E787-E500-FDF9-23A4D0DA099D}"/>
          </ac:spMkLst>
        </pc:spChg>
        <pc:spChg chg="mod">
          <ac:chgData name="Owais Ahmed" userId="6abc7d4556b3b071" providerId="LiveId" clId="{654F8BE6-0793-4CC3-92A1-28CD9668A693}" dt="2023-08-28T05:52:59.044" v="11930" actId="20577"/>
          <ac:spMkLst>
            <pc:docMk/>
            <pc:sldMk cId="3096821593" sldId="2578"/>
            <ac:spMk id="9" creationId="{F7B51F7B-20E3-2E67-167D-3D60A178B676}"/>
          </ac:spMkLst>
        </pc:spChg>
        <pc:spChg chg="mod">
          <ac:chgData name="Owais Ahmed" userId="6abc7d4556b3b071" providerId="LiveId" clId="{654F8BE6-0793-4CC3-92A1-28CD9668A693}" dt="2023-08-28T05:53:03.909" v="11932" actId="20577"/>
          <ac:spMkLst>
            <pc:docMk/>
            <pc:sldMk cId="3096821593" sldId="2578"/>
            <ac:spMk id="10" creationId="{3A4F2CD0-9145-823F-281B-16C46A6E8712}"/>
          </ac:spMkLst>
        </pc:spChg>
        <pc:spChg chg="mod">
          <ac:chgData name="Owais Ahmed" userId="6abc7d4556b3b071" providerId="LiveId" clId="{654F8BE6-0793-4CC3-92A1-28CD9668A693}" dt="2023-08-28T05:54:21.371" v="11947" actId="20577"/>
          <ac:spMkLst>
            <pc:docMk/>
            <pc:sldMk cId="3096821593" sldId="2578"/>
            <ac:spMk id="12" creationId="{C693BFCE-48B5-0C95-49FB-6ECE25241A6F}"/>
          </ac:spMkLst>
        </pc:spChg>
        <pc:spChg chg="mod">
          <ac:chgData name="Owais Ahmed" userId="6abc7d4556b3b071" providerId="LiveId" clId="{654F8BE6-0793-4CC3-92A1-28CD9668A693}" dt="2023-08-28T05:54:24.776" v="11949" actId="20577"/>
          <ac:spMkLst>
            <pc:docMk/>
            <pc:sldMk cId="3096821593" sldId="2578"/>
            <ac:spMk id="13" creationId="{1BF27821-572E-A9E6-9222-DDA1054E9F5F}"/>
          </ac:spMkLst>
        </pc:spChg>
        <pc:spChg chg="mod">
          <ac:chgData name="Owais Ahmed" userId="6abc7d4556b3b071" providerId="LiveId" clId="{654F8BE6-0793-4CC3-92A1-28CD9668A693}" dt="2023-08-28T06:28:21.024" v="13820" actId="20577"/>
          <ac:spMkLst>
            <pc:docMk/>
            <pc:sldMk cId="3096821593" sldId="2578"/>
            <ac:spMk id="14" creationId="{0392F986-3FE7-B14E-8F42-F6BA35B9C4D9}"/>
          </ac:spMkLst>
        </pc:spChg>
        <pc:spChg chg="mod">
          <ac:chgData name="Owais Ahmed" userId="6abc7d4556b3b071" providerId="LiveId" clId="{654F8BE6-0793-4CC3-92A1-28CD9668A693}" dt="2023-08-28T05:54:19.025" v="11946" actId="20577"/>
          <ac:spMkLst>
            <pc:docMk/>
            <pc:sldMk cId="3096821593" sldId="2578"/>
            <ac:spMk id="15" creationId="{3CBB3817-8588-AAB9-7ADC-64CD937354E7}"/>
          </ac:spMkLst>
        </pc:spChg>
        <pc:spChg chg="mod">
          <ac:chgData name="Owais Ahmed" userId="6abc7d4556b3b071" providerId="LiveId" clId="{654F8BE6-0793-4CC3-92A1-28CD9668A693}" dt="2023-08-28T05:54:22.698" v="11948" actId="20577"/>
          <ac:spMkLst>
            <pc:docMk/>
            <pc:sldMk cId="3096821593" sldId="2578"/>
            <ac:spMk id="16" creationId="{1E7F3760-F090-26DF-28A8-FE0C641F82AA}"/>
          </ac:spMkLst>
        </pc:spChg>
        <pc:spChg chg="add mod">
          <ac:chgData name="Owais Ahmed" userId="6abc7d4556b3b071" providerId="LiveId" clId="{654F8BE6-0793-4CC3-92A1-28CD9668A693}" dt="2023-08-28T06:04:30.113" v="12774" actId="1076"/>
          <ac:spMkLst>
            <pc:docMk/>
            <pc:sldMk cId="3096821593" sldId="2578"/>
            <ac:spMk id="17" creationId="{FC6EA43A-EF78-FBC0-A24E-27427C45647D}"/>
          </ac:spMkLst>
        </pc:spChg>
        <pc:spChg chg="mod">
          <ac:chgData name="Owais Ahmed" userId="6abc7d4556b3b071" providerId="LiveId" clId="{654F8BE6-0793-4CC3-92A1-28CD9668A693}" dt="2023-08-28T05:59:15.405" v="12428"/>
          <ac:spMkLst>
            <pc:docMk/>
            <pc:sldMk cId="3096821593" sldId="2578"/>
            <ac:spMk id="19" creationId="{2BAA4C66-D56A-AC71-57F4-ABD5CBACB974}"/>
          </ac:spMkLst>
        </pc:spChg>
        <pc:spChg chg="mod">
          <ac:chgData name="Owais Ahmed" userId="6abc7d4556b3b071" providerId="LiveId" clId="{654F8BE6-0793-4CC3-92A1-28CD9668A693}" dt="2023-08-28T05:59:15.405" v="12428"/>
          <ac:spMkLst>
            <pc:docMk/>
            <pc:sldMk cId="3096821593" sldId="2578"/>
            <ac:spMk id="20" creationId="{7B003A09-FF83-8D9D-C446-0C9AE874F682}"/>
          </ac:spMkLst>
        </pc:spChg>
        <pc:spChg chg="mod">
          <ac:chgData name="Owais Ahmed" userId="6abc7d4556b3b071" providerId="LiveId" clId="{654F8BE6-0793-4CC3-92A1-28CD9668A693}" dt="2023-08-28T05:59:15.405" v="12428"/>
          <ac:spMkLst>
            <pc:docMk/>
            <pc:sldMk cId="3096821593" sldId="2578"/>
            <ac:spMk id="21" creationId="{FBAFD7F2-BBDF-B49F-39E0-03307B6D0422}"/>
          </ac:spMkLst>
        </pc:spChg>
        <pc:spChg chg="mod">
          <ac:chgData name="Owais Ahmed" userId="6abc7d4556b3b071" providerId="LiveId" clId="{654F8BE6-0793-4CC3-92A1-28CD9668A693}" dt="2023-08-28T05:59:15.405" v="12428"/>
          <ac:spMkLst>
            <pc:docMk/>
            <pc:sldMk cId="3096821593" sldId="2578"/>
            <ac:spMk id="22" creationId="{EE466531-A32E-145E-6B77-A003D559D45B}"/>
          </ac:spMkLst>
        </pc:spChg>
        <pc:spChg chg="mod">
          <ac:chgData name="Owais Ahmed" userId="6abc7d4556b3b071" providerId="LiveId" clId="{654F8BE6-0793-4CC3-92A1-28CD9668A693}" dt="2023-08-28T05:59:15.405" v="12428"/>
          <ac:spMkLst>
            <pc:docMk/>
            <pc:sldMk cId="3096821593" sldId="2578"/>
            <ac:spMk id="23" creationId="{5CED7E9F-A77F-204F-19A4-F11DB2FF9C03}"/>
          </ac:spMkLst>
        </pc:spChg>
        <pc:spChg chg="mod topLvl">
          <ac:chgData name="Owais Ahmed" userId="6abc7d4556b3b071" providerId="LiveId" clId="{654F8BE6-0793-4CC3-92A1-28CD9668A693}" dt="2023-08-28T06:28:39.148" v="13828" actId="20577"/>
          <ac:spMkLst>
            <pc:docMk/>
            <pc:sldMk cId="3096821593" sldId="2578"/>
            <ac:spMk id="25" creationId="{F3EBFA59-8693-A18B-A929-28870C29FB1E}"/>
          </ac:spMkLst>
        </pc:spChg>
        <pc:spChg chg="mod topLvl">
          <ac:chgData name="Owais Ahmed" userId="6abc7d4556b3b071" providerId="LiveId" clId="{654F8BE6-0793-4CC3-92A1-28CD9668A693}" dt="2023-08-28T06:28:42.422" v="13831" actId="20577"/>
          <ac:spMkLst>
            <pc:docMk/>
            <pc:sldMk cId="3096821593" sldId="2578"/>
            <ac:spMk id="26" creationId="{FCEC19D2-E44F-3BBC-FC43-1871BCC4CF59}"/>
          </ac:spMkLst>
        </pc:spChg>
        <pc:spChg chg="mod topLvl">
          <ac:chgData name="Owais Ahmed" userId="6abc7d4556b3b071" providerId="LiveId" clId="{654F8BE6-0793-4CC3-92A1-28CD9668A693}" dt="2023-08-28T06:28:44.539" v="13832" actId="20577"/>
          <ac:spMkLst>
            <pc:docMk/>
            <pc:sldMk cId="3096821593" sldId="2578"/>
            <ac:spMk id="27" creationId="{8A9C82DB-5AFE-D2D4-A738-FA74CD6689CB}"/>
          </ac:spMkLst>
        </pc:spChg>
        <pc:spChg chg="mod topLvl">
          <ac:chgData name="Owais Ahmed" userId="6abc7d4556b3b071" providerId="LiveId" clId="{654F8BE6-0793-4CC3-92A1-28CD9668A693}" dt="2023-08-28T06:28:37.677" v="13826" actId="20577"/>
          <ac:spMkLst>
            <pc:docMk/>
            <pc:sldMk cId="3096821593" sldId="2578"/>
            <ac:spMk id="28" creationId="{2B4213EE-600E-CE6D-AABE-631762A9D3A8}"/>
          </ac:spMkLst>
        </pc:spChg>
        <pc:spChg chg="mod topLvl">
          <ac:chgData name="Owais Ahmed" userId="6abc7d4556b3b071" providerId="LiveId" clId="{654F8BE6-0793-4CC3-92A1-28CD9668A693}" dt="2023-08-28T06:28:40.680" v="13830" actId="20577"/>
          <ac:spMkLst>
            <pc:docMk/>
            <pc:sldMk cId="3096821593" sldId="2578"/>
            <ac:spMk id="29" creationId="{439F9D42-FD9D-1D7E-4106-4273DFE182AE}"/>
          </ac:spMkLst>
        </pc:spChg>
        <pc:spChg chg="add mod">
          <ac:chgData name="Owais Ahmed" userId="6abc7d4556b3b071" providerId="LiveId" clId="{654F8BE6-0793-4CC3-92A1-28CD9668A693}" dt="2023-08-28T06:01:15.996" v="12467" actId="164"/>
          <ac:spMkLst>
            <pc:docMk/>
            <pc:sldMk cId="3096821593" sldId="2578"/>
            <ac:spMk id="30" creationId="{4E82B62A-D13A-02A1-C23D-4F887764842C}"/>
          </ac:spMkLst>
        </pc:spChg>
        <pc:spChg chg="add mod">
          <ac:chgData name="Owais Ahmed" userId="6abc7d4556b3b071" providerId="LiveId" clId="{654F8BE6-0793-4CC3-92A1-28CD9668A693}" dt="2023-08-28T06:01:15.996" v="12467" actId="164"/>
          <ac:spMkLst>
            <pc:docMk/>
            <pc:sldMk cId="3096821593" sldId="2578"/>
            <ac:spMk id="31" creationId="{7A7E5DAC-1EA0-140B-5403-142F6D346AF2}"/>
          </ac:spMkLst>
        </pc:spChg>
        <pc:spChg chg="add mod">
          <ac:chgData name="Owais Ahmed" userId="6abc7d4556b3b071" providerId="LiveId" clId="{654F8BE6-0793-4CC3-92A1-28CD9668A693}" dt="2023-08-28T06:28:46.005" v="13833" actId="20577"/>
          <ac:spMkLst>
            <pc:docMk/>
            <pc:sldMk cId="3096821593" sldId="2578"/>
            <ac:spMk id="32" creationId="{900CBCD6-0122-B584-938A-BF2A7F1C9C19}"/>
          </ac:spMkLst>
        </pc:spChg>
        <pc:spChg chg="add mod">
          <ac:chgData name="Owais Ahmed" userId="6abc7d4556b3b071" providerId="LiveId" clId="{654F8BE6-0793-4CC3-92A1-28CD9668A693}" dt="2023-08-28T06:28:23.426" v="13821" actId="20577"/>
          <ac:spMkLst>
            <pc:docMk/>
            <pc:sldMk cId="3096821593" sldId="2578"/>
            <ac:spMk id="33" creationId="{379E5261-2130-A0C6-B289-CF321F6BF304}"/>
          </ac:spMkLst>
        </pc:spChg>
        <pc:grpChg chg="add mod">
          <ac:chgData name="Owais Ahmed" userId="6abc7d4556b3b071" providerId="LiveId" clId="{654F8BE6-0793-4CC3-92A1-28CD9668A693}" dt="2023-08-28T06:04:18.841" v="12767" actId="1076"/>
          <ac:grpSpMkLst>
            <pc:docMk/>
            <pc:sldMk cId="3096821593" sldId="2578"/>
            <ac:grpSpMk id="4" creationId="{C7B9D74E-F12A-4E2E-371A-127196D15AEE}"/>
          </ac:grpSpMkLst>
        </pc:grpChg>
        <pc:grpChg chg="add mod">
          <ac:chgData name="Owais Ahmed" userId="6abc7d4556b3b071" providerId="LiveId" clId="{654F8BE6-0793-4CC3-92A1-28CD9668A693}" dt="2023-08-28T06:04:18.841" v="12767" actId="1076"/>
          <ac:grpSpMkLst>
            <pc:docMk/>
            <pc:sldMk cId="3096821593" sldId="2578"/>
            <ac:grpSpMk id="11" creationId="{45E1DDAA-E4D6-063B-13C7-B0C1C7528977}"/>
          </ac:grpSpMkLst>
        </pc:grpChg>
        <pc:grpChg chg="add del mod">
          <ac:chgData name="Owais Ahmed" userId="6abc7d4556b3b071" providerId="LiveId" clId="{654F8BE6-0793-4CC3-92A1-28CD9668A693}" dt="2023-08-28T05:59:56.307" v="12441" actId="478"/>
          <ac:grpSpMkLst>
            <pc:docMk/>
            <pc:sldMk cId="3096821593" sldId="2578"/>
            <ac:grpSpMk id="18" creationId="{C6D5CE15-B84F-59B4-1C25-6CF0D30C310E}"/>
          </ac:grpSpMkLst>
        </pc:grpChg>
        <pc:grpChg chg="add del mod">
          <ac:chgData name="Owais Ahmed" userId="6abc7d4556b3b071" providerId="LiveId" clId="{654F8BE6-0793-4CC3-92A1-28CD9668A693}" dt="2023-08-28T06:00:07.921" v="12444" actId="165"/>
          <ac:grpSpMkLst>
            <pc:docMk/>
            <pc:sldMk cId="3096821593" sldId="2578"/>
            <ac:grpSpMk id="24" creationId="{D3C4F967-D29B-4A76-1837-610E246C7C83}"/>
          </ac:grpSpMkLst>
        </pc:grpChg>
        <pc:grpChg chg="add mod">
          <ac:chgData name="Owais Ahmed" userId="6abc7d4556b3b071" providerId="LiveId" clId="{654F8BE6-0793-4CC3-92A1-28CD9668A693}" dt="2023-08-28T06:04:33.977" v="12775" actId="1076"/>
          <ac:grpSpMkLst>
            <pc:docMk/>
            <pc:sldMk cId="3096821593" sldId="2578"/>
            <ac:grpSpMk id="34" creationId="{F3393E56-D066-7C1F-1C8D-0BF35387679C}"/>
          </ac:grpSpMkLst>
        </pc:grpChg>
      </pc:sldChg>
      <pc:sldChg chg="addSp delSp modSp add mod delAnim modAnim modNotesTx">
        <pc:chgData name="Owais Ahmed" userId="6abc7d4556b3b071" providerId="LiveId" clId="{654F8BE6-0793-4CC3-92A1-28CD9668A693}" dt="2023-08-28T07:10:30.460" v="14489" actId="1076"/>
        <pc:sldMkLst>
          <pc:docMk/>
          <pc:sldMk cId="4187608694" sldId="2579"/>
        </pc:sldMkLst>
        <pc:spChg chg="mod">
          <ac:chgData name="Owais Ahmed" userId="6abc7d4556b3b071" providerId="LiveId" clId="{654F8BE6-0793-4CC3-92A1-28CD9668A693}" dt="2023-08-28T07:10:24.844" v="14488" actId="14100"/>
          <ac:spMkLst>
            <pc:docMk/>
            <pc:sldMk cId="4187608694" sldId="2579"/>
            <ac:spMk id="3" creationId="{4A1C0383-58FE-E486-295E-B33B8683B938}"/>
          </ac:spMkLst>
        </pc:spChg>
        <pc:spChg chg="del">
          <ac:chgData name="Owais Ahmed" userId="6abc7d4556b3b071" providerId="LiveId" clId="{654F8BE6-0793-4CC3-92A1-28CD9668A693}" dt="2023-08-28T06:05:05.954" v="12790" actId="478"/>
          <ac:spMkLst>
            <pc:docMk/>
            <pc:sldMk cId="4187608694" sldId="2579"/>
            <ac:spMk id="15" creationId="{3CBB3817-8588-AAB9-7ADC-64CD937354E7}"/>
          </ac:spMkLst>
        </pc:spChg>
        <pc:spChg chg="del">
          <ac:chgData name="Owais Ahmed" userId="6abc7d4556b3b071" providerId="LiveId" clId="{654F8BE6-0793-4CC3-92A1-28CD9668A693}" dt="2023-08-28T06:05:04.563" v="12788" actId="478"/>
          <ac:spMkLst>
            <pc:docMk/>
            <pc:sldMk cId="4187608694" sldId="2579"/>
            <ac:spMk id="17" creationId="{FC6EA43A-EF78-FBC0-A24E-27427C45647D}"/>
          </ac:spMkLst>
        </pc:spChg>
        <pc:spChg chg="mod topLvl">
          <ac:chgData name="Owais Ahmed" userId="6abc7d4556b3b071" providerId="LiveId" clId="{654F8BE6-0793-4CC3-92A1-28CD9668A693}" dt="2023-08-28T06:26:50.041" v="13790" actId="20577"/>
          <ac:spMkLst>
            <pc:docMk/>
            <pc:sldMk cId="4187608694" sldId="2579"/>
            <ac:spMk id="18" creationId="{19D3737D-D1A8-F840-FBBF-7CCD7841A368}"/>
          </ac:spMkLst>
        </pc:spChg>
        <pc:spChg chg="mod topLvl">
          <ac:chgData name="Owais Ahmed" userId="6abc7d4556b3b071" providerId="LiveId" clId="{654F8BE6-0793-4CC3-92A1-28CD9668A693}" dt="2023-08-28T06:27:43.014" v="13816" actId="20577"/>
          <ac:spMkLst>
            <pc:docMk/>
            <pc:sldMk cId="4187608694" sldId="2579"/>
            <ac:spMk id="19" creationId="{C61DE13B-71AD-73B1-AA87-AD903D291C2C}"/>
          </ac:spMkLst>
        </pc:spChg>
        <pc:spChg chg="add del mod topLvl">
          <ac:chgData name="Owais Ahmed" userId="6abc7d4556b3b071" providerId="LiveId" clId="{654F8BE6-0793-4CC3-92A1-28CD9668A693}" dt="2023-08-28T06:28:58.315" v="13834" actId="20577"/>
          <ac:spMkLst>
            <pc:docMk/>
            <pc:sldMk cId="4187608694" sldId="2579"/>
            <ac:spMk id="20" creationId="{04C56E6E-3E00-1F88-29A0-23AB69D48C70}"/>
          </ac:spMkLst>
        </pc:spChg>
        <pc:spChg chg="add del mod topLvl">
          <ac:chgData name="Owais Ahmed" userId="6abc7d4556b3b071" providerId="LiveId" clId="{654F8BE6-0793-4CC3-92A1-28CD9668A693}" dt="2023-08-28T06:26:00.255" v="13787" actId="20577"/>
          <ac:spMkLst>
            <pc:docMk/>
            <pc:sldMk cId="4187608694" sldId="2579"/>
            <ac:spMk id="21" creationId="{D970CBC2-5D7A-3809-C6FC-E41E142B9F79}"/>
          </ac:spMkLst>
        </pc:spChg>
        <pc:spChg chg="mod topLvl">
          <ac:chgData name="Owais Ahmed" userId="6abc7d4556b3b071" providerId="LiveId" clId="{654F8BE6-0793-4CC3-92A1-28CD9668A693}" dt="2023-08-28T06:22:48.955" v="13684" actId="165"/>
          <ac:spMkLst>
            <pc:docMk/>
            <pc:sldMk cId="4187608694" sldId="2579"/>
            <ac:spMk id="22" creationId="{7ECC7064-5AF7-2841-5C4F-BC02ABFEC6D5}"/>
          </ac:spMkLst>
        </pc:spChg>
        <pc:spChg chg="add del mod topLvl">
          <ac:chgData name="Owais Ahmed" userId="6abc7d4556b3b071" providerId="LiveId" clId="{654F8BE6-0793-4CC3-92A1-28CD9668A693}" dt="2023-08-28T06:22:58.995" v="13687" actId="478"/>
          <ac:spMkLst>
            <pc:docMk/>
            <pc:sldMk cId="4187608694" sldId="2579"/>
            <ac:spMk id="23" creationId="{EB442EDC-E489-13DC-D76D-BF4084997DBA}"/>
          </ac:spMkLst>
        </pc:spChg>
        <pc:spChg chg="del mod topLvl">
          <ac:chgData name="Owais Ahmed" userId="6abc7d4556b3b071" providerId="LiveId" clId="{654F8BE6-0793-4CC3-92A1-28CD9668A693}" dt="2023-08-28T06:22:53.474" v="13686" actId="478"/>
          <ac:spMkLst>
            <pc:docMk/>
            <pc:sldMk cId="4187608694" sldId="2579"/>
            <ac:spMk id="24" creationId="{59A50E52-CB15-2755-8A99-034671205888}"/>
          </ac:spMkLst>
        </pc:spChg>
        <pc:spChg chg="del mod topLvl">
          <ac:chgData name="Owais Ahmed" userId="6abc7d4556b3b071" providerId="LiveId" clId="{654F8BE6-0793-4CC3-92A1-28CD9668A693}" dt="2023-08-28T06:26:53.709" v="13791" actId="478"/>
          <ac:spMkLst>
            <pc:docMk/>
            <pc:sldMk cId="4187608694" sldId="2579"/>
            <ac:spMk id="35" creationId="{93E62B23-5171-4B38-2D3B-6410CB75752E}"/>
          </ac:spMkLst>
        </pc:spChg>
        <pc:spChg chg="del mod topLvl">
          <ac:chgData name="Owais Ahmed" userId="6abc7d4556b3b071" providerId="LiveId" clId="{654F8BE6-0793-4CC3-92A1-28CD9668A693}" dt="2023-08-28T06:22:51.522" v="13685" actId="478"/>
          <ac:spMkLst>
            <pc:docMk/>
            <pc:sldMk cId="4187608694" sldId="2579"/>
            <ac:spMk id="36" creationId="{7631C6E7-43C7-06E3-E334-C7FAC55FFB39}"/>
          </ac:spMkLst>
        </pc:spChg>
        <pc:grpChg chg="del">
          <ac:chgData name="Owais Ahmed" userId="6abc7d4556b3b071" providerId="LiveId" clId="{654F8BE6-0793-4CC3-92A1-28CD9668A693}" dt="2023-08-28T06:05:07.254" v="12791" actId="478"/>
          <ac:grpSpMkLst>
            <pc:docMk/>
            <pc:sldMk cId="4187608694" sldId="2579"/>
            <ac:grpSpMk id="4" creationId="{C7B9D74E-F12A-4E2E-371A-127196D15AEE}"/>
          </ac:grpSpMkLst>
        </pc:grpChg>
        <pc:grpChg chg="add del mod">
          <ac:chgData name="Owais Ahmed" userId="6abc7d4556b3b071" providerId="LiveId" clId="{654F8BE6-0793-4CC3-92A1-28CD9668A693}" dt="2023-08-28T07:10:30.460" v="14489" actId="1076"/>
          <ac:grpSpMkLst>
            <pc:docMk/>
            <pc:sldMk cId="4187608694" sldId="2579"/>
            <ac:grpSpMk id="8" creationId="{0BCF855C-1ABF-67DC-1E11-F242A7910498}"/>
          </ac:grpSpMkLst>
        </pc:grpChg>
        <pc:grpChg chg="del mod">
          <ac:chgData name="Owais Ahmed" userId="6abc7d4556b3b071" providerId="LiveId" clId="{654F8BE6-0793-4CC3-92A1-28CD9668A693}" dt="2023-08-28T06:05:08.048" v="12792" actId="478"/>
          <ac:grpSpMkLst>
            <pc:docMk/>
            <pc:sldMk cId="4187608694" sldId="2579"/>
            <ac:grpSpMk id="11" creationId="{45E1DDAA-E4D6-063B-13C7-B0C1C7528977}"/>
          </ac:grpSpMkLst>
        </pc:grpChg>
        <pc:grpChg chg="del">
          <ac:chgData name="Owais Ahmed" userId="6abc7d4556b3b071" providerId="LiveId" clId="{654F8BE6-0793-4CC3-92A1-28CD9668A693}" dt="2023-08-28T06:05:03.712" v="12787" actId="478"/>
          <ac:grpSpMkLst>
            <pc:docMk/>
            <pc:sldMk cId="4187608694" sldId="2579"/>
            <ac:grpSpMk id="34" creationId="{F3393E56-D066-7C1F-1C8D-0BF35387679C}"/>
          </ac:grpSpMkLst>
        </pc:grpChg>
      </pc:sldChg>
      <pc:sldChg chg="delSp modSp add mod delAnim modAnim">
        <pc:chgData name="Owais Ahmed" userId="6abc7d4556b3b071" providerId="LiveId" clId="{654F8BE6-0793-4CC3-92A1-28CD9668A693}" dt="2023-08-28T06:37:37.995" v="14348" actId="20577"/>
        <pc:sldMkLst>
          <pc:docMk/>
          <pc:sldMk cId="652720807" sldId="2580"/>
        </pc:sldMkLst>
        <pc:spChg chg="mod">
          <ac:chgData name="Owais Ahmed" userId="6abc7d4556b3b071" providerId="LiveId" clId="{654F8BE6-0793-4CC3-92A1-28CD9668A693}" dt="2023-08-28T06:37:11.376" v="14305" actId="20577"/>
          <ac:spMkLst>
            <pc:docMk/>
            <pc:sldMk cId="652720807" sldId="2580"/>
            <ac:spMk id="3" creationId="{4A1C0383-58FE-E486-295E-B33B8683B938}"/>
          </ac:spMkLst>
        </pc:spChg>
        <pc:spChg chg="mod">
          <ac:chgData name="Owais Ahmed" userId="6abc7d4556b3b071" providerId="LiveId" clId="{654F8BE6-0793-4CC3-92A1-28CD9668A693}" dt="2023-08-28T06:37:37.995" v="14348" actId="20577"/>
          <ac:spMkLst>
            <pc:docMk/>
            <pc:sldMk cId="652720807" sldId="2580"/>
            <ac:spMk id="215" creationId="{00000000-0000-0000-0000-000000000000}"/>
          </ac:spMkLst>
        </pc:spChg>
        <pc:grpChg chg="del">
          <ac:chgData name="Owais Ahmed" userId="6abc7d4556b3b071" providerId="LiveId" clId="{654F8BE6-0793-4CC3-92A1-28CD9668A693}" dt="2023-08-28T06:35:56.430" v="14169" actId="478"/>
          <ac:grpSpMkLst>
            <pc:docMk/>
            <pc:sldMk cId="652720807" sldId="2580"/>
            <ac:grpSpMk id="8" creationId="{0BCF855C-1ABF-67DC-1E11-F242A7910498}"/>
          </ac:grpSpMkLst>
        </pc:grpChg>
      </pc:sldChg>
      <pc:sldChg chg="addSp delSp modSp add mod addAnim delAnim modAnim">
        <pc:chgData name="Owais Ahmed" userId="6abc7d4556b3b071" providerId="LiveId" clId="{654F8BE6-0793-4CC3-92A1-28CD9668A693}" dt="2023-08-29T10:40:20.072" v="17793" actId="403"/>
        <pc:sldMkLst>
          <pc:docMk/>
          <pc:sldMk cId="1081717244" sldId="2581"/>
        </pc:sldMkLst>
        <pc:spChg chg="mod">
          <ac:chgData name="Owais Ahmed" userId="6abc7d4556b3b071" providerId="LiveId" clId="{654F8BE6-0793-4CC3-92A1-28CD9668A693}" dt="2023-08-29T10:40:20.072" v="17793" actId="403"/>
          <ac:spMkLst>
            <pc:docMk/>
            <pc:sldMk cId="1081717244" sldId="2581"/>
            <ac:spMk id="3" creationId="{4A1C0383-58FE-E486-295E-B33B8683B938}"/>
          </ac:spMkLst>
        </pc:spChg>
        <pc:spChg chg="mod topLvl">
          <ac:chgData name="Owais Ahmed" userId="6abc7d4556b3b071" providerId="LiveId" clId="{654F8BE6-0793-4CC3-92A1-28CD9668A693}" dt="2023-08-28T07:13:37.104" v="14732" actId="164"/>
          <ac:spMkLst>
            <pc:docMk/>
            <pc:sldMk cId="1081717244" sldId="2581"/>
            <ac:spMk id="5" creationId="{F9ECA9C2-75EF-0270-295F-3A436643D85A}"/>
          </ac:spMkLst>
        </pc:spChg>
        <pc:spChg chg="mod topLvl">
          <ac:chgData name="Owais Ahmed" userId="6abc7d4556b3b071" providerId="LiveId" clId="{654F8BE6-0793-4CC3-92A1-28CD9668A693}" dt="2023-08-28T07:13:37.104" v="14732" actId="164"/>
          <ac:spMkLst>
            <pc:docMk/>
            <pc:sldMk cId="1081717244" sldId="2581"/>
            <ac:spMk id="6" creationId="{E32ADBA1-C070-E76B-1D31-923E89E7AEAD}"/>
          </ac:spMkLst>
        </pc:spChg>
        <pc:spChg chg="mod topLvl">
          <ac:chgData name="Owais Ahmed" userId="6abc7d4556b3b071" providerId="LiveId" clId="{654F8BE6-0793-4CC3-92A1-28CD9668A693}" dt="2023-08-28T07:13:37.104" v="14732" actId="164"/>
          <ac:spMkLst>
            <pc:docMk/>
            <pc:sldMk cId="1081717244" sldId="2581"/>
            <ac:spMk id="7" creationId="{D8872865-69A3-0AD4-3857-D7E730F22689}"/>
          </ac:spMkLst>
        </pc:spChg>
        <pc:spChg chg="mod topLvl">
          <ac:chgData name="Owais Ahmed" userId="6abc7d4556b3b071" providerId="LiveId" clId="{654F8BE6-0793-4CC3-92A1-28CD9668A693}" dt="2023-08-28T07:13:37.104" v="14732" actId="164"/>
          <ac:spMkLst>
            <pc:docMk/>
            <pc:sldMk cId="1081717244" sldId="2581"/>
            <ac:spMk id="8" creationId="{A5474883-56DB-D619-D01F-FF6C8143A6C7}"/>
          </ac:spMkLst>
        </pc:spChg>
        <pc:spChg chg="mod topLvl">
          <ac:chgData name="Owais Ahmed" userId="6abc7d4556b3b071" providerId="LiveId" clId="{654F8BE6-0793-4CC3-92A1-28CD9668A693}" dt="2023-08-28T07:13:37.104" v="14732" actId="164"/>
          <ac:spMkLst>
            <pc:docMk/>
            <pc:sldMk cId="1081717244" sldId="2581"/>
            <ac:spMk id="9" creationId="{1B06C236-207C-206D-509D-BB366BA134E8}"/>
          </ac:spMkLst>
        </pc:spChg>
        <pc:spChg chg="mod">
          <ac:chgData name="Owais Ahmed" userId="6abc7d4556b3b071" providerId="LiveId" clId="{654F8BE6-0793-4CC3-92A1-28CD9668A693}" dt="2023-08-28T07:13:51.357" v="14734"/>
          <ac:spMkLst>
            <pc:docMk/>
            <pc:sldMk cId="1081717244" sldId="2581"/>
            <ac:spMk id="12" creationId="{2217741E-60A2-E683-2497-C04ADF4982BA}"/>
          </ac:spMkLst>
        </pc:spChg>
        <pc:spChg chg="mod">
          <ac:chgData name="Owais Ahmed" userId="6abc7d4556b3b071" providerId="LiveId" clId="{654F8BE6-0793-4CC3-92A1-28CD9668A693}" dt="2023-08-28T07:13:51.357" v="14734"/>
          <ac:spMkLst>
            <pc:docMk/>
            <pc:sldMk cId="1081717244" sldId="2581"/>
            <ac:spMk id="13" creationId="{207C7B26-0C34-E96B-36DE-12A79AF4D091}"/>
          </ac:spMkLst>
        </pc:spChg>
        <pc:spChg chg="mod">
          <ac:chgData name="Owais Ahmed" userId="6abc7d4556b3b071" providerId="LiveId" clId="{654F8BE6-0793-4CC3-92A1-28CD9668A693}" dt="2023-08-28T07:14:01.787" v="14737" actId="20577"/>
          <ac:spMkLst>
            <pc:docMk/>
            <pc:sldMk cId="1081717244" sldId="2581"/>
            <ac:spMk id="14" creationId="{3755299F-1070-548D-B511-B41B1FEB3FF0}"/>
          </ac:spMkLst>
        </pc:spChg>
        <pc:spChg chg="mod">
          <ac:chgData name="Owais Ahmed" userId="6abc7d4556b3b071" providerId="LiveId" clId="{654F8BE6-0793-4CC3-92A1-28CD9668A693}" dt="2023-08-28T07:13:59.394" v="14736" actId="20577"/>
          <ac:spMkLst>
            <pc:docMk/>
            <pc:sldMk cId="1081717244" sldId="2581"/>
            <ac:spMk id="15" creationId="{D6BEFC6A-E993-5E4E-9138-8107E9644A29}"/>
          </ac:spMkLst>
        </pc:spChg>
        <pc:spChg chg="mod">
          <ac:chgData name="Owais Ahmed" userId="6abc7d4556b3b071" providerId="LiveId" clId="{654F8BE6-0793-4CC3-92A1-28CD9668A693}" dt="2023-08-28T07:13:51.357" v="14734"/>
          <ac:spMkLst>
            <pc:docMk/>
            <pc:sldMk cId="1081717244" sldId="2581"/>
            <ac:spMk id="16" creationId="{7DD09B3C-D14D-5986-E6B9-219F690E7AE4}"/>
          </ac:spMkLst>
        </pc:spChg>
        <pc:spChg chg="mod">
          <ac:chgData name="Owais Ahmed" userId="6abc7d4556b3b071" providerId="LiveId" clId="{654F8BE6-0793-4CC3-92A1-28CD9668A693}" dt="2023-08-28T07:15:28.774" v="14740"/>
          <ac:spMkLst>
            <pc:docMk/>
            <pc:sldMk cId="1081717244" sldId="2581"/>
            <ac:spMk id="18" creationId="{FB2636AA-28B0-1E2D-1A2E-293B330FBE73}"/>
          </ac:spMkLst>
        </pc:spChg>
        <pc:spChg chg="mod">
          <ac:chgData name="Owais Ahmed" userId="6abc7d4556b3b071" providerId="LiveId" clId="{654F8BE6-0793-4CC3-92A1-28CD9668A693}" dt="2023-08-28T07:15:28.774" v="14740"/>
          <ac:spMkLst>
            <pc:docMk/>
            <pc:sldMk cId="1081717244" sldId="2581"/>
            <ac:spMk id="19" creationId="{5CE6E4DE-3629-16DB-4870-6425149C165E}"/>
          </ac:spMkLst>
        </pc:spChg>
        <pc:spChg chg="mod">
          <ac:chgData name="Owais Ahmed" userId="6abc7d4556b3b071" providerId="LiveId" clId="{654F8BE6-0793-4CC3-92A1-28CD9668A693}" dt="2023-08-28T07:15:33.671" v="14744"/>
          <ac:spMkLst>
            <pc:docMk/>
            <pc:sldMk cId="1081717244" sldId="2581"/>
            <ac:spMk id="21" creationId="{69DB09FF-78CB-AF02-5B06-CB23ED4D2388}"/>
          </ac:spMkLst>
        </pc:spChg>
        <pc:spChg chg="mod">
          <ac:chgData name="Owais Ahmed" userId="6abc7d4556b3b071" providerId="LiveId" clId="{654F8BE6-0793-4CC3-92A1-28CD9668A693}" dt="2023-08-28T07:15:33.671" v="14744"/>
          <ac:spMkLst>
            <pc:docMk/>
            <pc:sldMk cId="1081717244" sldId="2581"/>
            <ac:spMk id="22" creationId="{E4B462D1-1E69-0DE4-79E3-84FEBA4651F7}"/>
          </ac:spMkLst>
        </pc:spChg>
        <pc:spChg chg="mod">
          <ac:chgData name="Owais Ahmed" userId="6abc7d4556b3b071" providerId="LiveId" clId="{654F8BE6-0793-4CC3-92A1-28CD9668A693}" dt="2023-08-28T07:15:35.432" v="14746"/>
          <ac:spMkLst>
            <pc:docMk/>
            <pc:sldMk cId="1081717244" sldId="2581"/>
            <ac:spMk id="24" creationId="{4E9CF8AC-24B0-BE3E-04AB-201B7F9BCD74}"/>
          </ac:spMkLst>
        </pc:spChg>
        <pc:spChg chg="mod">
          <ac:chgData name="Owais Ahmed" userId="6abc7d4556b3b071" providerId="LiveId" clId="{654F8BE6-0793-4CC3-92A1-28CD9668A693}" dt="2023-08-28T07:15:35.432" v="14746"/>
          <ac:spMkLst>
            <pc:docMk/>
            <pc:sldMk cId="1081717244" sldId="2581"/>
            <ac:spMk id="25" creationId="{1EB4593C-58B8-1BF7-B236-55F22CDD5FEB}"/>
          </ac:spMkLst>
        </pc:spChg>
        <pc:spChg chg="mod">
          <ac:chgData name="Owais Ahmed" userId="6abc7d4556b3b071" providerId="LiveId" clId="{654F8BE6-0793-4CC3-92A1-28CD9668A693}" dt="2023-08-28T07:16:16.294" v="14759" actId="20577"/>
          <ac:spMkLst>
            <pc:docMk/>
            <pc:sldMk cId="1081717244" sldId="2581"/>
            <ac:spMk id="27" creationId="{41644380-A292-13E7-CDE2-3EC4D847E916}"/>
          </ac:spMkLst>
        </pc:spChg>
        <pc:spChg chg="mod">
          <ac:chgData name="Owais Ahmed" userId="6abc7d4556b3b071" providerId="LiveId" clId="{654F8BE6-0793-4CC3-92A1-28CD9668A693}" dt="2023-08-28T07:16:19.235" v="14763" actId="20577"/>
          <ac:spMkLst>
            <pc:docMk/>
            <pc:sldMk cId="1081717244" sldId="2581"/>
            <ac:spMk id="28" creationId="{0174404C-B10A-C99D-4AE3-1BF0B49119B3}"/>
          </ac:spMkLst>
        </pc:spChg>
        <pc:spChg chg="mod">
          <ac:chgData name="Owais Ahmed" userId="6abc7d4556b3b071" providerId="LiveId" clId="{654F8BE6-0793-4CC3-92A1-28CD9668A693}" dt="2023-08-28T07:16:30.773" v="14764"/>
          <ac:spMkLst>
            <pc:docMk/>
            <pc:sldMk cId="1081717244" sldId="2581"/>
            <ac:spMk id="30" creationId="{C748028C-518C-92B0-A015-844B03D7D723}"/>
          </ac:spMkLst>
        </pc:spChg>
        <pc:spChg chg="mod">
          <ac:chgData name="Owais Ahmed" userId="6abc7d4556b3b071" providerId="LiveId" clId="{654F8BE6-0793-4CC3-92A1-28CD9668A693}" dt="2023-08-28T07:16:30.773" v="14764"/>
          <ac:spMkLst>
            <pc:docMk/>
            <pc:sldMk cId="1081717244" sldId="2581"/>
            <ac:spMk id="31" creationId="{04498153-6EB9-024D-4686-3E2FDF4A0284}"/>
          </ac:spMkLst>
        </pc:spChg>
        <pc:spChg chg="mod">
          <ac:chgData name="Owais Ahmed" userId="6abc7d4556b3b071" providerId="LiveId" clId="{654F8BE6-0793-4CC3-92A1-28CD9668A693}" dt="2023-08-28T07:17:19.112" v="14782" actId="20577"/>
          <ac:spMkLst>
            <pc:docMk/>
            <pc:sldMk cId="1081717244" sldId="2581"/>
            <ac:spMk id="33" creationId="{AB21837A-D696-7191-D5B3-C570D3341FC4}"/>
          </ac:spMkLst>
        </pc:spChg>
        <pc:spChg chg="mod">
          <ac:chgData name="Owais Ahmed" userId="6abc7d4556b3b071" providerId="LiveId" clId="{654F8BE6-0793-4CC3-92A1-28CD9668A693}" dt="2023-08-28T07:17:05.724" v="14778"/>
          <ac:spMkLst>
            <pc:docMk/>
            <pc:sldMk cId="1081717244" sldId="2581"/>
            <ac:spMk id="34" creationId="{94B56EC4-9024-1DBE-3669-E1CEAE839E2B}"/>
          </ac:spMkLst>
        </pc:spChg>
        <pc:spChg chg="mod">
          <ac:chgData name="Owais Ahmed" userId="6abc7d4556b3b071" providerId="LiveId" clId="{654F8BE6-0793-4CC3-92A1-28CD9668A693}" dt="2023-08-28T07:17:20.830" v="14783" actId="20577"/>
          <ac:spMkLst>
            <pc:docMk/>
            <pc:sldMk cId="1081717244" sldId="2581"/>
            <ac:spMk id="36" creationId="{9D79A1DC-76C7-6518-542D-7A9460BFFE98}"/>
          </ac:spMkLst>
        </pc:spChg>
        <pc:spChg chg="mod">
          <ac:chgData name="Owais Ahmed" userId="6abc7d4556b3b071" providerId="LiveId" clId="{654F8BE6-0793-4CC3-92A1-28CD9668A693}" dt="2023-08-28T07:17:09.119" v="14780"/>
          <ac:spMkLst>
            <pc:docMk/>
            <pc:sldMk cId="1081717244" sldId="2581"/>
            <ac:spMk id="37" creationId="{64363730-2093-E54A-0132-C722B68A5035}"/>
          </ac:spMkLst>
        </pc:spChg>
        <pc:spChg chg="mod">
          <ac:chgData name="Owais Ahmed" userId="6abc7d4556b3b071" providerId="LiveId" clId="{654F8BE6-0793-4CC3-92A1-28CD9668A693}" dt="2023-08-28T07:18:25.902" v="14786" actId="20577"/>
          <ac:spMkLst>
            <pc:docMk/>
            <pc:sldMk cId="1081717244" sldId="2581"/>
            <ac:spMk id="39" creationId="{6F0D9F97-738D-446A-8F00-F451CC637FB3}"/>
          </ac:spMkLst>
        </pc:spChg>
        <pc:spChg chg="mod">
          <ac:chgData name="Owais Ahmed" userId="6abc7d4556b3b071" providerId="LiveId" clId="{654F8BE6-0793-4CC3-92A1-28CD9668A693}" dt="2023-08-28T07:19:50.368" v="14803" actId="20577"/>
          <ac:spMkLst>
            <pc:docMk/>
            <pc:sldMk cId="1081717244" sldId="2581"/>
            <ac:spMk id="40" creationId="{CF503C03-C7B2-3C98-A584-1CAE3953DCDE}"/>
          </ac:spMkLst>
        </pc:spChg>
        <pc:spChg chg="mod">
          <ac:chgData name="Owais Ahmed" userId="6abc7d4556b3b071" providerId="LiveId" clId="{654F8BE6-0793-4CC3-92A1-28CD9668A693}" dt="2023-08-28T07:18:58.915" v="14787"/>
          <ac:spMkLst>
            <pc:docMk/>
            <pc:sldMk cId="1081717244" sldId="2581"/>
            <ac:spMk id="42" creationId="{D2EEF232-C89F-A199-4EBB-4BE951E26EF1}"/>
          </ac:spMkLst>
        </pc:spChg>
        <pc:spChg chg="mod">
          <ac:chgData name="Owais Ahmed" userId="6abc7d4556b3b071" providerId="LiveId" clId="{654F8BE6-0793-4CC3-92A1-28CD9668A693}" dt="2023-08-28T07:18:58.915" v="14787"/>
          <ac:spMkLst>
            <pc:docMk/>
            <pc:sldMk cId="1081717244" sldId="2581"/>
            <ac:spMk id="43" creationId="{6D81ACB8-A46D-8833-3BD6-1FD54A0282FC}"/>
          </ac:spMkLst>
        </pc:spChg>
        <pc:spChg chg="mod">
          <ac:chgData name="Owais Ahmed" userId="6abc7d4556b3b071" providerId="LiveId" clId="{654F8BE6-0793-4CC3-92A1-28CD9668A693}" dt="2023-08-28T07:20:24.551" v="14806" actId="20577"/>
          <ac:spMkLst>
            <pc:docMk/>
            <pc:sldMk cId="1081717244" sldId="2581"/>
            <ac:spMk id="45" creationId="{56AA56B1-891A-D967-EDA9-DFFA2F26F8D3}"/>
          </ac:spMkLst>
        </pc:spChg>
        <pc:spChg chg="mod">
          <ac:chgData name="Owais Ahmed" userId="6abc7d4556b3b071" providerId="LiveId" clId="{654F8BE6-0793-4CC3-92A1-28CD9668A693}" dt="2023-08-28T07:19:24.569" v="14794"/>
          <ac:spMkLst>
            <pc:docMk/>
            <pc:sldMk cId="1081717244" sldId="2581"/>
            <ac:spMk id="46" creationId="{D2917468-D0F0-701B-4B7E-CFF3A8A7A7F7}"/>
          </ac:spMkLst>
        </pc:spChg>
        <pc:spChg chg="mod">
          <ac:chgData name="Owais Ahmed" userId="6abc7d4556b3b071" providerId="LiveId" clId="{654F8BE6-0793-4CC3-92A1-28CD9668A693}" dt="2023-08-28T07:15:31.514" v="14742" actId="1076"/>
          <ac:spMkLst>
            <pc:docMk/>
            <pc:sldMk cId="1081717244" sldId="2581"/>
            <ac:spMk id="89" creationId="{00000000-0000-0000-0000-000000000000}"/>
          </ac:spMkLst>
        </pc:spChg>
        <pc:grpChg chg="add del mod">
          <ac:chgData name="Owais Ahmed" userId="6abc7d4556b3b071" providerId="LiveId" clId="{654F8BE6-0793-4CC3-92A1-28CD9668A693}" dt="2023-08-28T07:12:38.896" v="14727" actId="165"/>
          <ac:grpSpMkLst>
            <pc:docMk/>
            <pc:sldMk cId="1081717244" sldId="2581"/>
            <ac:grpSpMk id="4" creationId="{386CD58E-F772-8961-2606-B1F37BE9E8E3}"/>
          </ac:grpSpMkLst>
        </pc:grpChg>
        <pc:grpChg chg="add del mod">
          <ac:chgData name="Owais Ahmed" userId="6abc7d4556b3b071" providerId="LiveId" clId="{654F8BE6-0793-4CC3-92A1-28CD9668A693}" dt="2023-08-28T07:14:17.679" v="14739" actId="478"/>
          <ac:grpSpMkLst>
            <pc:docMk/>
            <pc:sldMk cId="1081717244" sldId="2581"/>
            <ac:grpSpMk id="10" creationId="{CCAB5D29-97BC-9B13-3300-96DDAA2DEAA1}"/>
          </ac:grpSpMkLst>
        </pc:grpChg>
        <pc:grpChg chg="add mod">
          <ac:chgData name="Owais Ahmed" userId="6abc7d4556b3b071" providerId="LiveId" clId="{654F8BE6-0793-4CC3-92A1-28CD9668A693}" dt="2023-08-28T07:19:22.428" v="14793" actId="1076"/>
          <ac:grpSpMkLst>
            <pc:docMk/>
            <pc:sldMk cId="1081717244" sldId="2581"/>
            <ac:grpSpMk id="11" creationId="{D03AACF3-18FF-B475-11A2-0B96137DCE38}"/>
          </ac:grpSpMkLst>
        </pc:grpChg>
        <pc:grpChg chg="add del mod">
          <ac:chgData name="Owais Ahmed" userId="6abc7d4556b3b071" providerId="LiveId" clId="{654F8BE6-0793-4CC3-92A1-28CD9668A693}" dt="2023-08-28T07:15:32.462" v="14743"/>
          <ac:grpSpMkLst>
            <pc:docMk/>
            <pc:sldMk cId="1081717244" sldId="2581"/>
            <ac:grpSpMk id="17" creationId="{E3EADB79-0B74-1453-8FC2-6DE29050501D}"/>
          </ac:grpSpMkLst>
        </pc:grpChg>
        <pc:grpChg chg="add del mod">
          <ac:chgData name="Owais Ahmed" userId="6abc7d4556b3b071" providerId="LiveId" clId="{654F8BE6-0793-4CC3-92A1-28CD9668A693}" dt="2023-08-28T07:15:34.377" v="14745"/>
          <ac:grpSpMkLst>
            <pc:docMk/>
            <pc:sldMk cId="1081717244" sldId="2581"/>
            <ac:grpSpMk id="20" creationId="{C0D4D0F0-2EFE-52C0-F32B-B4990327958D}"/>
          </ac:grpSpMkLst>
        </pc:grpChg>
        <pc:grpChg chg="add del mod">
          <ac:chgData name="Owais Ahmed" userId="6abc7d4556b3b071" providerId="LiveId" clId="{654F8BE6-0793-4CC3-92A1-28CD9668A693}" dt="2023-08-28T07:15:35.987" v="14747"/>
          <ac:grpSpMkLst>
            <pc:docMk/>
            <pc:sldMk cId="1081717244" sldId="2581"/>
            <ac:grpSpMk id="23" creationId="{2CF014FA-CD74-C785-81DE-4B04090589C4}"/>
          </ac:grpSpMkLst>
        </pc:grpChg>
        <pc:grpChg chg="add mod">
          <ac:chgData name="Owais Ahmed" userId="6abc7d4556b3b071" providerId="LiveId" clId="{654F8BE6-0793-4CC3-92A1-28CD9668A693}" dt="2023-08-28T07:19:22.428" v="14793" actId="1076"/>
          <ac:grpSpMkLst>
            <pc:docMk/>
            <pc:sldMk cId="1081717244" sldId="2581"/>
            <ac:grpSpMk id="26" creationId="{537851C2-0687-BCC2-7A57-BABA3702A6D4}"/>
          </ac:grpSpMkLst>
        </pc:grpChg>
        <pc:grpChg chg="add del mod">
          <ac:chgData name="Owais Ahmed" userId="6abc7d4556b3b071" providerId="LiveId" clId="{654F8BE6-0793-4CC3-92A1-28CD9668A693}" dt="2023-08-28T07:16:56.243" v="14775" actId="478"/>
          <ac:grpSpMkLst>
            <pc:docMk/>
            <pc:sldMk cId="1081717244" sldId="2581"/>
            <ac:grpSpMk id="29" creationId="{EA17B749-FA28-B440-019A-2C9C02C6A381}"/>
          </ac:grpSpMkLst>
        </pc:grpChg>
        <pc:grpChg chg="add mod">
          <ac:chgData name="Owais Ahmed" userId="6abc7d4556b3b071" providerId="LiveId" clId="{654F8BE6-0793-4CC3-92A1-28CD9668A693}" dt="2023-08-28T07:19:22.428" v="14793" actId="1076"/>
          <ac:grpSpMkLst>
            <pc:docMk/>
            <pc:sldMk cId="1081717244" sldId="2581"/>
            <ac:grpSpMk id="32" creationId="{0D11369E-DCE5-5651-369C-F35EA86291EF}"/>
          </ac:grpSpMkLst>
        </pc:grpChg>
        <pc:grpChg chg="add mod">
          <ac:chgData name="Owais Ahmed" userId="6abc7d4556b3b071" providerId="LiveId" clId="{654F8BE6-0793-4CC3-92A1-28CD9668A693}" dt="2023-08-28T07:19:22.428" v="14793" actId="1076"/>
          <ac:grpSpMkLst>
            <pc:docMk/>
            <pc:sldMk cId="1081717244" sldId="2581"/>
            <ac:grpSpMk id="35" creationId="{684784A7-3402-631B-B574-A031325C526E}"/>
          </ac:grpSpMkLst>
        </pc:grpChg>
        <pc:grpChg chg="add mod">
          <ac:chgData name="Owais Ahmed" userId="6abc7d4556b3b071" providerId="LiveId" clId="{654F8BE6-0793-4CC3-92A1-28CD9668A693}" dt="2023-08-28T07:19:22.428" v="14793" actId="1076"/>
          <ac:grpSpMkLst>
            <pc:docMk/>
            <pc:sldMk cId="1081717244" sldId="2581"/>
            <ac:grpSpMk id="38" creationId="{69091757-9550-4A3B-C060-4CAD1D500A49}"/>
          </ac:grpSpMkLst>
        </pc:grpChg>
        <pc:grpChg chg="add del mod">
          <ac:chgData name="Owais Ahmed" userId="6abc7d4556b3b071" providerId="LiveId" clId="{654F8BE6-0793-4CC3-92A1-28CD9668A693}" dt="2023-08-28T07:19:09.723" v="14790"/>
          <ac:grpSpMkLst>
            <pc:docMk/>
            <pc:sldMk cId="1081717244" sldId="2581"/>
            <ac:grpSpMk id="41" creationId="{3547023B-1669-2413-B3A4-C1E86D24C30E}"/>
          </ac:grpSpMkLst>
        </pc:grpChg>
        <pc:grpChg chg="add mod">
          <ac:chgData name="Owais Ahmed" userId="6abc7d4556b3b071" providerId="LiveId" clId="{654F8BE6-0793-4CC3-92A1-28CD9668A693}" dt="2023-08-28T07:21:43.680" v="14814" actId="164"/>
          <ac:grpSpMkLst>
            <pc:docMk/>
            <pc:sldMk cId="1081717244" sldId="2581"/>
            <ac:grpSpMk id="44" creationId="{C088159A-C18A-D849-E471-F27375F6E9E4}"/>
          </ac:grpSpMkLst>
        </pc:grpChg>
        <pc:grpChg chg="add mod">
          <ac:chgData name="Owais Ahmed" userId="6abc7d4556b3b071" providerId="LiveId" clId="{654F8BE6-0793-4CC3-92A1-28CD9668A693}" dt="2023-08-28T07:21:43.680" v="14814" actId="164"/>
          <ac:grpSpMkLst>
            <pc:docMk/>
            <pc:sldMk cId="1081717244" sldId="2581"/>
            <ac:grpSpMk id="49" creationId="{809E931E-FE13-AF8F-2BA9-1E97F1E8FB63}"/>
          </ac:grpSpMkLst>
        </pc:grpChg>
        <pc:cxnChg chg="add mod">
          <ac:chgData name="Owais Ahmed" userId="6abc7d4556b3b071" providerId="LiveId" clId="{654F8BE6-0793-4CC3-92A1-28CD9668A693}" dt="2023-08-28T07:21:43.680" v="14814" actId="164"/>
          <ac:cxnSpMkLst>
            <pc:docMk/>
            <pc:sldMk cId="1081717244" sldId="2581"/>
            <ac:cxnSpMk id="48" creationId="{C0A7B56B-A65D-9E53-5732-6B17F0FF1513}"/>
          </ac:cxnSpMkLst>
        </pc:cxnChg>
      </pc:sldChg>
      <pc:sldChg chg="addSp delSp modSp add mod delAnim modAnim">
        <pc:chgData name="Owais Ahmed" userId="6abc7d4556b3b071" providerId="LiveId" clId="{654F8BE6-0793-4CC3-92A1-28CD9668A693}" dt="2023-08-28T07:41:20.729" v="16456" actId="20577"/>
        <pc:sldMkLst>
          <pc:docMk/>
          <pc:sldMk cId="2048934489" sldId="2582"/>
        </pc:sldMkLst>
        <pc:spChg chg="mod">
          <ac:chgData name="Owais Ahmed" userId="6abc7d4556b3b071" providerId="LiveId" clId="{654F8BE6-0793-4CC3-92A1-28CD9668A693}" dt="2023-08-28T07:41:20.729" v="16456" actId="20577"/>
          <ac:spMkLst>
            <pc:docMk/>
            <pc:sldMk cId="2048934489" sldId="2582"/>
            <ac:spMk id="3" creationId="{4A1C0383-58FE-E486-295E-B33B8683B938}"/>
          </ac:spMkLst>
        </pc:spChg>
        <pc:spChg chg="mod">
          <ac:chgData name="Owais Ahmed" userId="6abc7d4556b3b071" providerId="LiveId" clId="{654F8BE6-0793-4CC3-92A1-28CD9668A693}" dt="2023-08-28T07:34:46.978" v="15870"/>
          <ac:spMkLst>
            <pc:docMk/>
            <pc:sldMk cId="2048934489" sldId="2582"/>
            <ac:spMk id="5" creationId="{B0BFDE25-CBDE-D587-AFB0-7AED375478D5}"/>
          </ac:spMkLst>
        </pc:spChg>
        <pc:spChg chg="mod">
          <ac:chgData name="Owais Ahmed" userId="6abc7d4556b3b071" providerId="LiveId" clId="{654F8BE6-0793-4CC3-92A1-28CD9668A693}" dt="2023-08-28T07:34:46.978" v="15870"/>
          <ac:spMkLst>
            <pc:docMk/>
            <pc:sldMk cId="2048934489" sldId="2582"/>
            <ac:spMk id="6" creationId="{9E614F72-9A46-E201-72E3-7A35AA084076}"/>
          </ac:spMkLst>
        </pc:spChg>
        <pc:spChg chg="mod">
          <ac:chgData name="Owais Ahmed" userId="6abc7d4556b3b071" providerId="LiveId" clId="{654F8BE6-0793-4CC3-92A1-28CD9668A693}" dt="2023-08-28T07:35:07.696" v="15874" actId="20577"/>
          <ac:spMkLst>
            <pc:docMk/>
            <pc:sldMk cId="2048934489" sldId="2582"/>
            <ac:spMk id="7" creationId="{CA29BACC-01E5-B75E-607A-C65FBB5D9282}"/>
          </ac:spMkLst>
        </pc:spChg>
        <pc:spChg chg="mod">
          <ac:chgData name="Owais Ahmed" userId="6abc7d4556b3b071" providerId="LiveId" clId="{654F8BE6-0793-4CC3-92A1-28CD9668A693}" dt="2023-08-28T07:34:59.166" v="15872" actId="20577"/>
          <ac:spMkLst>
            <pc:docMk/>
            <pc:sldMk cId="2048934489" sldId="2582"/>
            <ac:spMk id="8" creationId="{8E9096B0-4803-EB64-462E-92CC97681E13}"/>
          </ac:spMkLst>
        </pc:spChg>
        <pc:spChg chg="mod">
          <ac:chgData name="Owais Ahmed" userId="6abc7d4556b3b071" providerId="LiveId" clId="{654F8BE6-0793-4CC3-92A1-28CD9668A693}" dt="2023-08-28T07:34:46.978" v="15870"/>
          <ac:spMkLst>
            <pc:docMk/>
            <pc:sldMk cId="2048934489" sldId="2582"/>
            <ac:spMk id="9" creationId="{AEBF6036-1396-BABD-CCD8-0444A14FC57C}"/>
          </ac:spMkLst>
        </pc:spChg>
        <pc:grpChg chg="add mod">
          <ac:chgData name="Owais Ahmed" userId="6abc7d4556b3b071" providerId="LiveId" clId="{654F8BE6-0793-4CC3-92A1-28CD9668A693}" dt="2023-08-28T07:39:12.772" v="16146" actId="164"/>
          <ac:grpSpMkLst>
            <pc:docMk/>
            <pc:sldMk cId="2048934489" sldId="2582"/>
            <ac:grpSpMk id="4" creationId="{417053B7-B7C9-02D9-94E2-15DFF9C54C62}"/>
          </ac:grpSpMkLst>
        </pc:grpChg>
        <pc:grpChg chg="add mod">
          <ac:chgData name="Owais Ahmed" userId="6abc7d4556b3b071" providerId="LiveId" clId="{654F8BE6-0793-4CC3-92A1-28CD9668A693}" dt="2023-08-28T07:39:29.430" v="16152" actId="1076"/>
          <ac:grpSpMkLst>
            <pc:docMk/>
            <pc:sldMk cId="2048934489" sldId="2582"/>
            <ac:grpSpMk id="10" creationId="{F0A5D1C2-DEB3-4AB6-E456-DA34031377C2}"/>
          </ac:grpSpMkLst>
        </pc:grpChg>
        <pc:grpChg chg="mod">
          <ac:chgData name="Owais Ahmed" userId="6abc7d4556b3b071" providerId="LiveId" clId="{654F8BE6-0793-4CC3-92A1-28CD9668A693}" dt="2023-08-28T07:39:12.772" v="16146" actId="164"/>
          <ac:grpSpMkLst>
            <pc:docMk/>
            <pc:sldMk cId="2048934489" sldId="2582"/>
            <ac:grpSpMk id="11" creationId="{D03AACF3-18FF-B475-11A2-0B96137DCE38}"/>
          </ac:grpSpMkLst>
        </pc:grpChg>
        <pc:grpChg chg="del">
          <ac:chgData name="Owais Ahmed" userId="6abc7d4556b3b071" providerId="LiveId" clId="{654F8BE6-0793-4CC3-92A1-28CD9668A693}" dt="2023-08-28T07:32:44.926" v="15642" actId="478"/>
          <ac:grpSpMkLst>
            <pc:docMk/>
            <pc:sldMk cId="2048934489" sldId="2582"/>
            <ac:grpSpMk id="26" creationId="{537851C2-0687-BCC2-7A57-BABA3702A6D4}"/>
          </ac:grpSpMkLst>
        </pc:grpChg>
        <pc:grpChg chg="del">
          <ac:chgData name="Owais Ahmed" userId="6abc7d4556b3b071" providerId="LiveId" clId="{654F8BE6-0793-4CC3-92A1-28CD9668A693}" dt="2023-08-28T07:32:46.509" v="15643" actId="478"/>
          <ac:grpSpMkLst>
            <pc:docMk/>
            <pc:sldMk cId="2048934489" sldId="2582"/>
            <ac:grpSpMk id="32" creationId="{0D11369E-DCE5-5651-369C-F35EA86291EF}"/>
          </ac:grpSpMkLst>
        </pc:grpChg>
        <pc:grpChg chg="del">
          <ac:chgData name="Owais Ahmed" userId="6abc7d4556b3b071" providerId="LiveId" clId="{654F8BE6-0793-4CC3-92A1-28CD9668A693}" dt="2023-08-28T07:32:46.509" v="15643" actId="478"/>
          <ac:grpSpMkLst>
            <pc:docMk/>
            <pc:sldMk cId="2048934489" sldId="2582"/>
            <ac:grpSpMk id="35" creationId="{684784A7-3402-631B-B574-A031325C526E}"/>
          </ac:grpSpMkLst>
        </pc:grpChg>
        <pc:grpChg chg="del">
          <ac:chgData name="Owais Ahmed" userId="6abc7d4556b3b071" providerId="LiveId" clId="{654F8BE6-0793-4CC3-92A1-28CD9668A693}" dt="2023-08-28T07:32:46.509" v="15643" actId="478"/>
          <ac:grpSpMkLst>
            <pc:docMk/>
            <pc:sldMk cId="2048934489" sldId="2582"/>
            <ac:grpSpMk id="38" creationId="{69091757-9550-4A3B-C060-4CAD1D500A49}"/>
          </ac:grpSpMkLst>
        </pc:grpChg>
        <pc:grpChg chg="del">
          <ac:chgData name="Owais Ahmed" userId="6abc7d4556b3b071" providerId="LiveId" clId="{654F8BE6-0793-4CC3-92A1-28CD9668A693}" dt="2023-08-28T07:32:46.509" v="15643" actId="478"/>
          <ac:grpSpMkLst>
            <pc:docMk/>
            <pc:sldMk cId="2048934489" sldId="2582"/>
            <ac:grpSpMk id="49" creationId="{809E931E-FE13-AF8F-2BA9-1E97F1E8FB63}"/>
          </ac:grpSpMkLst>
        </pc:grpChg>
        <pc:cxnChg chg="mod">
          <ac:chgData name="Owais Ahmed" userId="6abc7d4556b3b071" providerId="LiveId" clId="{654F8BE6-0793-4CC3-92A1-28CD9668A693}" dt="2023-08-28T07:32:46.509" v="15643" actId="478"/>
          <ac:cxnSpMkLst>
            <pc:docMk/>
            <pc:sldMk cId="2048934489" sldId="2582"/>
            <ac:cxnSpMk id="48" creationId="{C0A7B56B-A65D-9E53-5732-6B17F0FF1513}"/>
          </ac:cxnSpMkLst>
        </pc:cxnChg>
      </pc:sldChg>
      <pc:sldChg chg="modSp add mod modAnim">
        <pc:chgData name="Owais Ahmed" userId="6abc7d4556b3b071" providerId="LiveId" clId="{654F8BE6-0793-4CC3-92A1-28CD9668A693}" dt="2023-08-28T07:51:43.427" v="17066" actId="33524"/>
        <pc:sldMkLst>
          <pc:docMk/>
          <pc:sldMk cId="3235654127" sldId="2583"/>
        </pc:sldMkLst>
        <pc:spChg chg="mod">
          <ac:chgData name="Owais Ahmed" userId="6abc7d4556b3b071" providerId="LiveId" clId="{654F8BE6-0793-4CC3-92A1-28CD9668A693}" dt="2023-08-28T07:51:43.427" v="17066" actId="33524"/>
          <ac:spMkLst>
            <pc:docMk/>
            <pc:sldMk cId="3235654127" sldId="2583"/>
            <ac:spMk id="3" creationId="{4A1C0383-58FE-E486-295E-B33B8683B938}"/>
          </ac:spMkLst>
        </pc:spChg>
      </pc:sldChg>
      <pc:sldChg chg="modSp add modAnim">
        <pc:chgData name="Owais Ahmed" userId="6abc7d4556b3b071" providerId="LiveId" clId="{654F8BE6-0793-4CC3-92A1-28CD9668A693}" dt="2023-08-28T08:51:01.893" v="17567" actId="20577"/>
        <pc:sldMkLst>
          <pc:docMk/>
          <pc:sldMk cId="3907642670" sldId="2584"/>
        </pc:sldMkLst>
        <pc:spChg chg="mod">
          <ac:chgData name="Owais Ahmed" userId="6abc7d4556b3b071" providerId="LiveId" clId="{654F8BE6-0793-4CC3-92A1-28CD9668A693}" dt="2023-08-28T08:51:00.604" v="17566" actId="20577"/>
          <ac:spMkLst>
            <pc:docMk/>
            <pc:sldMk cId="3907642670" sldId="2584"/>
            <ac:spMk id="3" creationId="{4A1C0383-58FE-E486-295E-B33B8683B938}"/>
          </ac:spMkLst>
        </pc:spChg>
      </pc:sldChg>
      <pc:sldChg chg="delSp modSp add mod delAnim modAnim">
        <pc:chgData name="Owais Ahmed" userId="6abc7d4556b3b071" providerId="LiveId" clId="{654F8BE6-0793-4CC3-92A1-28CD9668A693}" dt="2023-08-28T08:52:58.163" v="17788" actId="20577"/>
        <pc:sldMkLst>
          <pc:docMk/>
          <pc:sldMk cId="2776830619" sldId="2585"/>
        </pc:sldMkLst>
        <pc:spChg chg="mod">
          <ac:chgData name="Owais Ahmed" userId="6abc7d4556b3b071" providerId="LiveId" clId="{654F8BE6-0793-4CC3-92A1-28CD9668A693}" dt="2023-08-28T08:52:58.163" v="17788" actId="20577"/>
          <ac:spMkLst>
            <pc:docMk/>
            <pc:sldMk cId="2776830619" sldId="2585"/>
            <ac:spMk id="3" creationId="{4A1C0383-58FE-E486-295E-B33B8683B938}"/>
          </ac:spMkLst>
        </pc:spChg>
        <pc:graphicFrameChg chg="del">
          <ac:chgData name="Owais Ahmed" userId="6abc7d4556b3b071" providerId="LiveId" clId="{654F8BE6-0793-4CC3-92A1-28CD9668A693}" dt="2023-08-28T08:42:39.323" v="17156" actId="478"/>
          <ac:graphicFrameMkLst>
            <pc:docMk/>
            <pc:sldMk cId="2776830619" sldId="2585"/>
            <ac:graphicFrameMk id="4" creationId="{11F08D9E-5A4E-B576-734E-BBE3BCC0CC5C}"/>
          </ac:graphicFrameMkLst>
        </pc:graphicFrame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4669</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351AE15B-B4FF-4A7A-864B-5933D29F200B}">
      <dgm:prSet phldrT="[Text]"/>
      <dgm:spPr/>
      <dgm:t>
        <a:bodyPr/>
        <a:lstStyle/>
        <a:p>
          <a:r>
            <a:rPr lang="en-US" dirty="0"/>
            <a:t>4901</a:t>
          </a:r>
        </a:p>
      </dgm:t>
    </dgm:pt>
    <dgm:pt modelId="{E66A56C9-B4EC-4841-B9AC-4383DF412EEA}" type="sibTrans" cxnId="{A867517D-4661-40F9-9B9B-F7F2E798371A}">
      <dgm:prSet/>
      <dgm:spPr/>
      <dgm:t>
        <a:bodyPr/>
        <a:lstStyle/>
        <a:p>
          <a:endParaRPr lang="en-US"/>
        </a:p>
      </dgm:t>
    </dgm:pt>
    <dgm:pt modelId="{F976EBDB-FF4D-40E7-BFA2-7BD774CDECD2}" type="parTrans" cxnId="{A867517D-4661-40F9-9B9B-F7F2E798371A}">
      <dgm:prSet/>
      <dgm:spPr/>
      <dgm:t>
        <a:bodyPr/>
        <a:lstStyle/>
        <a:p>
          <a:endParaRPr lang="en-US"/>
        </a:p>
      </dgm:t>
    </dgm:pt>
    <dgm:pt modelId="{FFCBE785-50CE-4ADE-BB95-44B23D878466}">
      <dgm:prSet phldrT="[Text]"/>
      <dgm:spPr/>
      <dgm:t>
        <a:bodyPr/>
        <a:lstStyle/>
        <a:p>
          <a:r>
            <a:rPr lang="en-US" dirty="0"/>
            <a:t>4930</a:t>
          </a:r>
        </a:p>
      </dgm:t>
    </dgm:pt>
    <dgm:pt modelId="{A3B8FD9F-51D8-4195-8053-0DF27A486E49}" type="sibTrans" cxnId="{DE11EAD0-5105-4870-8943-F32E640C2900}">
      <dgm:prSet/>
      <dgm:spPr/>
      <dgm:t>
        <a:bodyPr/>
        <a:lstStyle/>
        <a:p>
          <a:endParaRPr lang="en-US"/>
        </a:p>
      </dgm:t>
    </dgm:pt>
    <dgm:pt modelId="{1EE154CC-9EE5-4459-BB29-35B833C2534D}" type="parTrans" cxnId="{DE11EAD0-5105-4870-8943-F32E640C2900}">
      <dgm:prSet/>
      <dgm:spPr/>
      <dgm:t>
        <a:bodyPr/>
        <a:lstStyle/>
        <a:p>
          <a:endParaRPr lang="en-US"/>
        </a:p>
      </dgm:t>
    </dgm:pt>
    <dgm:pt modelId="{687C1415-3806-4A98-96DE-98B3B1FF7EB3}">
      <dgm:prSet phldrT="[Text]"/>
      <dgm:spPr/>
      <dgm:t>
        <a:bodyPr/>
        <a:lstStyle/>
        <a:p>
          <a:r>
            <a:rPr lang="en-US" dirty="0"/>
            <a:t>5073</a:t>
          </a:r>
        </a:p>
      </dgm:t>
    </dgm:pt>
    <dgm:pt modelId="{C8156453-D9AA-40E4-95E9-0F800CCCFC00}" type="sibTrans" cxnId="{CC53B5D2-87FD-489A-8DD7-9B05C0C2E3D5}">
      <dgm:prSet/>
      <dgm:spPr/>
      <dgm:t>
        <a:bodyPr/>
        <a:lstStyle/>
        <a:p>
          <a:endParaRPr lang="en-US"/>
        </a:p>
      </dgm:t>
    </dgm:pt>
    <dgm:pt modelId="{5834B688-3434-4E3F-A75D-603C6A7BABA2}" type="parTrans" cxnId="{CC53B5D2-87FD-489A-8DD7-9B05C0C2E3D5}">
      <dgm:prSet/>
      <dgm:spPr/>
      <dgm:t>
        <a:bodyPr/>
        <a:lstStyle/>
        <a:p>
          <a:endParaRPr lang="en-US"/>
        </a:p>
      </dgm:t>
    </dgm:pt>
    <dgm:pt modelId="{8F8A7617-E0A1-4634-8C9C-6E2C397C53DE}">
      <dgm:prSet phldrT="[Text]"/>
      <dgm:spPr/>
      <dgm:t>
        <a:bodyPr/>
        <a:lstStyle/>
        <a:p>
          <a:r>
            <a:rPr lang="en-US" dirty="0"/>
            <a:t>4967</a:t>
          </a:r>
        </a:p>
      </dgm:t>
    </dgm:pt>
    <dgm:pt modelId="{40E3B303-5386-4C0B-A182-B5FB049470DF}" type="sibTrans" cxnId="{FBCACF85-1C1B-4324-89F7-CA658C6EF993}">
      <dgm:prSet/>
      <dgm:spPr/>
      <dgm:t>
        <a:bodyPr/>
        <a:lstStyle/>
        <a:p>
          <a:endParaRPr lang="en-US"/>
        </a:p>
      </dgm:t>
    </dgm:pt>
    <dgm:pt modelId="{7E85E903-90E7-430D-B2C1-4D9C3A943C82}" type="parTrans" cxnId="{FBCACF85-1C1B-4324-89F7-CA658C6EF993}">
      <dgm:prSet/>
      <dgm:spPr/>
      <dgm:t>
        <a:bodyPr/>
        <a:lstStyle/>
        <a:p>
          <a:endParaRPr lang="en-US"/>
        </a:p>
      </dgm:t>
    </dgm:pt>
    <dgm:pt modelId="{7D169B33-9272-4AD7-8FCD-75CEB676FFC6}">
      <dgm:prSet phldrT="[Text]"/>
      <dgm:spPr/>
      <dgm:t>
        <a:bodyPr/>
        <a:lstStyle/>
        <a:p>
          <a:r>
            <a:rPr lang="en-US" dirty="0"/>
            <a:t>4910</a:t>
          </a:r>
        </a:p>
      </dgm:t>
    </dgm:pt>
    <dgm:pt modelId="{E8715B2F-5932-49EB-BE28-63BBB654D4CF}" type="sibTrans" cxnId="{592B2994-6B54-4487-B719-0349A103FDDF}">
      <dgm:prSet/>
      <dgm:spPr/>
      <dgm:t>
        <a:bodyPr/>
        <a:lstStyle/>
        <a:p>
          <a:endParaRPr lang="en-US"/>
        </a:p>
      </dgm:t>
    </dgm:pt>
    <dgm:pt modelId="{559E15B8-8060-47EF-A354-C7D863B51388}" type="parTrans" cxnId="{592B2994-6B54-4487-B719-0349A103FDDF}">
      <dgm:prSet/>
      <dgm:spPr/>
      <dgm:t>
        <a:bodyPr/>
        <a:lstStyle/>
        <a:p>
          <a:endParaRPr lang="en-US"/>
        </a:p>
      </dgm:t>
    </dgm:pt>
    <dgm:pt modelId="{ACB4FDB1-A068-4AD5-8D37-511A781B56A5}">
      <dgm:prSet phldrT="[Text]"/>
      <dgm:spPr/>
      <dgm:t>
        <a:bodyPr/>
        <a:lstStyle/>
        <a:p>
          <a:r>
            <a:rPr lang="en-US" dirty="0"/>
            <a:t>4946</a:t>
          </a:r>
        </a:p>
      </dgm:t>
    </dgm:pt>
    <dgm:pt modelId="{595A18BA-C82D-4B9F-BEC0-34571439F5C3}" type="sibTrans" cxnId="{E09E29A7-F1E5-4883-97D8-D046901668B4}">
      <dgm:prSet/>
      <dgm:spPr/>
      <dgm:t>
        <a:bodyPr/>
        <a:lstStyle/>
        <a:p>
          <a:endParaRPr lang="en-US"/>
        </a:p>
      </dgm:t>
    </dgm:pt>
    <dgm:pt modelId="{2090B8DF-C63A-4CFA-A6C4-1D5DDAC7EB06}" type="parTrans" cxnId="{E09E29A7-F1E5-4883-97D8-D046901668B4}">
      <dgm:prSet/>
      <dgm:spPr/>
      <dgm:t>
        <a:bodyPr/>
        <a:lstStyle/>
        <a:p>
          <a:endParaRPr lang="en-US"/>
        </a:p>
      </dgm:t>
    </dgm:pt>
    <dgm:pt modelId="{CA1E4DF2-15C1-4C79-8D80-F62E3494A2EE}">
      <dgm:prSet phldrT="[Text]"/>
      <dgm:spPr/>
      <dgm:t>
        <a:bodyPr/>
        <a:lstStyle/>
        <a:p>
          <a:r>
            <a:rPr lang="en-US" dirty="0"/>
            <a:t>5040</a:t>
          </a:r>
        </a:p>
      </dgm:t>
    </dgm:pt>
    <dgm:pt modelId="{5EDC675E-FC5F-442C-B394-56B030EBCBA1}" type="sibTrans" cxnId="{CF3DFD68-CE63-4DB6-8221-42F2C0E84B9F}">
      <dgm:prSet/>
      <dgm:spPr/>
      <dgm:t>
        <a:bodyPr/>
        <a:lstStyle/>
        <a:p>
          <a:endParaRPr lang="en-US"/>
        </a:p>
      </dgm:t>
    </dgm:pt>
    <dgm:pt modelId="{D337FB03-A9C7-4F8F-A36F-D5B0F641B7F0}" type="parTrans" cxnId="{CF3DFD68-CE63-4DB6-8221-42F2C0E84B9F}">
      <dgm:prSet/>
      <dgm:spPr/>
      <dgm:t>
        <a:bodyPr/>
        <a:lstStyle/>
        <a:p>
          <a:endParaRPr lang="en-US"/>
        </a:p>
      </dgm:t>
    </dgm:pt>
    <dgm:pt modelId="{1907AE88-49B1-4331-8978-5C0BE5973FF0}">
      <dgm:prSet phldrT="[Text]"/>
      <dgm:spPr/>
      <dgm:t>
        <a:bodyPr/>
        <a:lstStyle/>
        <a:p>
          <a:r>
            <a:rPr lang="en-US" dirty="0"/>
            <a:t>5019</a:t>
          </a:r>
        </a:p>
      </dgm:t>
    </dgm:pt>
    <dgm:pt modelId="{FCB34FC6-2438-4BEF-B384-7F5C18440ADD}" type="sibTrans" cxnId="{21DB7E4A-1EFB-42BC-B4E6-997A3150AD04}">
      <dgm:prSet/>
      <dgm:spPr/>
      <dgm:t>
        <a:bodyPr/>
        <a:lstStyle/>
        <a:p>
          <a:endParaRPr lang="en-US"/>
        </a:p>
      </dgm:t>
    </dgm:pt>
    <dgm:pt modelId="{64E56DB0-EF3D-495C-A855-3C47CD13C443}" type="parTrans" cxnId="{21DB7E4A-1EFB-42BC-B4E6-997A3150AD04}">
      <dgm:prSet/>
      <dgm:spPr/>
      <dgm:t>
        <a:bodyPr/>
        <a:lstStyle/>
        <a:p>
          <a:endParaRPr lang="en-US"/>
        </a:p>
      </dgm:t>
    </dgm:pt>
    <dgm:pt modelId="{80D4A23E-453C-4A71-972A-B99F3FCB81D8}">
      <dgm:prSet phldrT="[Text]"/>
      <dgm:spPr/>
      <dgm:t>
        <a:bodyPr/>
        <a:lstStyle/>
        <a:p>
          <a:r>
            <a:rPr lang="en-US" dirty="0"/>
            <a:t>5139</a:t>
          </a:r>
        </a:p>
      </dgm:t>
    </dgm:pt>
    <dgm:pt modelId="{A0DEF201-7867-4E6A-A5CD-088DCF3117F4}" type="sibTrans" cxnId="{5CF96B72-89CD-425F-93C7-0A451605A51F}">
      <dgm:prSet/>
      <dgm:spPr/>
      <dgm:t>
        <a:bodyPr/>
        <a:lstStyle/>
        <a:p>
          <a:endParaRPr lang="en-US"/>
        </a:p>
      </dgm:t>
    </dgm:pt>
    <dgm:pt modelId="{F8DF5482-B00F-4B40-A5DA-D3A73665D237}" type="parTrans" cxnId="{5CF96B72-89CD-425F-93C7-0A451605A51F}">
      <dgm:prSet/>
      <dgm:spPr/>
      <dgm:t>
        <a:bodyPr/>
        <a:lstStyle/>
        <a:p>
          <a:endParaRPr lang="en-US"/>
        </a:p>
      </dgm:t>
    </dgm:pt>
    <dgm:pt modelId="{A91133DE-5E52-466C-AA54-B40D2C0E7EDD}">
      <dgm:prSet phldrT="[Text]"/>
      <dgm:spPr/>
      <dgm:t>
        <a:bodyPr/>
        <a:lstStyle/>
        <a:p>
          <a:r>
            <a:rPr lang="en-US" dirty="0"/>
            <a:t>5144</a:t>
          </a:r>
        </a:p>
      </dgm:t>
    </dgm:pt>
    <dgm:pt modelId="{31ED1D44-2EA6-4B71-BEE4-6E3145D0319E}" type="sibTrans" cxnId="{85A2CBD1-618C-46B0-B918-8FFC5CCCA894}">
      <dgm:prSet/>
      <dgm:spPr/>
      <dgm:t>
        <a:bodyPr/>
        <a:lstStyle/>
        <a:p>
          <a:endParaRPr lang="en-US"/>
        </a:p>
      </dgm:t>
    </dgm:pt>
    <dgm:pt modelId="{4CCC7BFD-48D1-427F-87D0-B1FE2045E66C}" type="parTrans" cxnId="{85A2CBD1-618C-46B0-B918-8FFC5CCCA894}">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150A8BA6-9779-413D-AC1A-9B1AB177FDAB}" type="pres">
      <dgm:prSet presAssocID="{462DC39C-95D9-4BA2-8B4A-4CEE79E3559D}" presName="Name14" presStyleCnt="0"/>
      <dgm:spPr/>
    </dgm:pt>
    <dgm:pt modelId="{5D7B3AD6-D2F4-4D3D-825F-33770313BB27}" type="pres">
      <dgm:prSet presAssocID="{462DC39C-95D9-4BA2-8B4A-4CEE79E3559D}" presName="level1Shape" presStyleLbl="node0" presStyleIdx="0" presStyleCnt="1">
        <dgm:presLayoutVars>
          <dgm:chPref val="3"/>
        </dgm:presLayoutVars>
      </dgm:prSet>
      <dgm:spPr/>
    </dgm:pt>
    <dgm:pt modelId="{9BC83C42-FDF3-4CAE-A3ED-CC080BD9024B}" type="pres">
      <dgm:prSet presAssocID="{462DC39C-95D9-4BA2-8B4A-4CEE79E3559D}" presName="hierChild2" presStyleCnt="0"/>
      <dgm:spPr/>
    </dgm:pt>
    <dgm:pt modelId="{384DE6B7-CD56-4C6E-B801-56C8DC0726AB}" type="pres">
      <dgm:prSet presAssocID="{F976EBDB-FF4D-40E7-BFA2-7BD774CDECD2}" presName="Name19" presStyleLbl="parChTrans1D2" presStyleIdx="0" presStyleCnt="2"/>
      <dgm:spPr/>
    </dgm:pt>
    <dgm:pt modelId="{48AAF1AF-843E-4654-9952-9F30DF56A3C4}" type="pres">
      <dgm:prSet presAssocID="{351AE15B-B4FF-4A7A-864B-5933D29F200B}" presName="Name21" presStyleCnt="0"/>
      <dgm:spPr/>
    </dgm:pt>
    <dgm:pt modelId="{F0970B1A-1A53-40BC-B762-CD6FCEC99850}" type="pres">
      <dgm:prSet presAssocID="{351AE15B-B4FF-4A7A-864B-5933D29F200B}" presName="level2Shape" presStyleLbl="node2" presStyleIdx="0" presStyleCnt="2"/>
      <dgm:spPr/>
    </dgm:pt>
    <dgm:pt modelId="{6C6CEA98-8210-4E5E-9602-A15F674DB7E9}" type="pres">
      <dgm:prSet presAssocID="{351AE15B-B4FF-4A7A-864B-5933D29F200B}" presName="hierChild3" presStyleCnt="0"/>
      <dgm:spPr/>
    </dgm:pt>
    <dgm:pt modelId="{8963A563-9528-4454-8AA3-68751E3AD828}" type="pres">
      <dgm:prSet presAssocID="{1EE154CC-9EE5-4459-BB29-35B833C2534D}" presName="Name19" presStyleLbl="parChTrans1D3" presStyleIdx="0" presStyleCnt="4"/>
      <dgm:spPr/>
    </dgm:pt>
    <dgm:pt modelId="{C8B62B03-9C27-4739-A541-5BE73A27164E}" type="pres">
      <dgm:prSet presAssocID="{FFCBE785-50CE-4ADE-BB95-44B23D878466}" presName="Name21" presStyleCnt="0"/>
      <dgm:spPr/>
    </dgm:pt>
    <dgm:pt modelId="{588E3467-626B-45AE-9442-C8A2B9FFDCF8}" type="pres">
      <dgm:prSet presAssocID="{FFCBE785-50CE-4ADE-BB95-44B23D878466}" presName="level2Shape" presStyleLbl="node3" presStyleIdx="0" presStyleCnt="4"/>
      <dgm:spPr/>
    </dgm:pt>
    <dgm:pt modelId="{C8EA38BB-D402-496D-9B6F-6EABABF9B0DF}" type="pres">
      <dgm:prSet presAssocID="{FFCBE785-50CE-4ADE-BB95-44B23D878466}" presName="hierChild3" presStyleCnt="0"/>
      <dgm:spPr/>
    </dgm:pt>
    <dgm:pt modelId="{4E13CE57-DF35-4E72-91CA-A0E86CBC5245}" type="pres">
      <dgm:prSet presAssocID="{5834B688-3434-4E3F-A75D-603C6A7BABA2}" presName="Name19" presStyleLbl="parChTrans1D4" presStyleIdx="0" presStyleCnt="4"/>
      <dgm:spPr/>
    </dgm:pt>
    <dgm:pt modelId="{96FE4D9A-D4E1-451B-98E9-F5FEADCE7337}" type="pres">
      <dgm:prSet presAssocID="{687C1415-3806-4A98-96DE-98B3B1FF7EB3}" presName="Name21" presStyleCnt="0"/>
      <dgm:spPr/>
    </dgm:pt>
    <dgm:pt modelId="{37A6FF69-217A-4519-A19D-3E630816E02E}" type="pres">
      <dgm:prSet presAssocID="{687C1415-3806-4A98-96DE-98B3B1FF7EB3}" presName="level2Shape" presStyleLbl="node4" presStyleIdx="0" presStyleCnt="4"/>
      <dgm:spPr/>
    </dgm:pt>
    <dgm:pt modelId="{10D60201-AFAE-4D47-B12B-0785400A6CC2}" type="pres">
      <dgm:prSet presAssocID="{687C1415-3806-4A98-96DE-98B3B1FF7EB3}" presName="hierChild3" presStyleCnt="0"/>
      <dgm:spPr/>
    </dgm:pt>
    <dgm:pt modelId="{2959629B-9624-4CF1-8C75-00A693F26C16}" type="pres">
      <dgm:prSet presAssocID="{7E85E903-90E7-430D-B2C1-4D9C3A943C82}" presName="Name19" presStyleLbl="parChTrans1D4" presStyleIdx="1" presStyleCnt="4"/>
      <dgm:spPr/>
    </dgm:pt>
    <dgm:pt modelId="{5842F7AB-4FF8-4270-B01B-176067BAD2C5}" type="pres">
      <dgm:prSet presAssocID="{8F8A7617-E0A1-4634-8C9C-6E2C397C53DE}" presName="Name21" presStyleCnt="0"/>
      <dgm:spPr/>
    </dgm:pt>
    <dgm:pt modelId="{F6C5B53C-35CB-4A59-8D93-68A4FD64BC6F}" type="pres">
      <dgm:prSet presAssocID="{8F8A7617-E0A1-4634-8C9C-6E2C397C53DE}" presName="level2Shape" presStyleLbl="node4" presStyleIdx="1" presStyleCnt="4"/>
      <dgm:spPr/>
    </dgm:pt>
    <dgm:pt modelId="{5A3454B1-2E11-4A4D-A729-039621861883}" type="pres">
      <dgm:prSet presAssocID="{8F8A7617-E0A1-4634-8C9C-6E2C397C53DE}" presName="hierChild3" presStyleCnt="0"/>
      <dgm:spPr/>
    </dgm:pt>
    <dgm:pt modelId="{4F98196D-E79E-4519-8C98-745210CEAA8E}" type="pres">
      <dgm:prSet presAssocID="{559E15B8-8060-47EF-A354-C7D863B51388}" presName="Name19" presStyleLbl="parChTrans1D3" presStyleIdx="1" presStyleCnt="4"/>
      <dgm:spPr/>
    </dgm:pt>
    <dgm:pt modelId="{FA0C389E-4B1B-40D2-8A77-747D15A1E1EE}" type="pres">
      <dgm:prSet presAssocID="{7D169B33-9272-4AD7-8FCD-75CEB676FFC6}" presName="Name21" presStyleCnt="0"/>
      <dgm:spPr/>
    </dgm:pt>
    <dgm:pt modelId="{16B37A9B-1899-482E-87D8-9246BEC72BF3}" type="pres">
      <dgm:prSet presAssocID="{7D169B33-9272-4AD7-8FCD-75CEB676FFC6}" presName="level2Shape" presStyleLbl="node3" presStyleIdx="1" presStyleCnt="4"/>
      <dgm:spPr/>
    </dgm:pt>
    <dgm:pt modelId="{1F22008D-0B97-4138-ABAC-8D8D7E398944}" type="pres">
      <dgm:prSet presAssocID="{7D169B33-9272-4AD7-8FCD-75CEB676FFC6}" presName="hierChild3" presStyleCnt="0"/>
      <dgm:spPr/>
    </dgm:pt>
    <dgm:pt modelId="{B94C282B-D030-406A-A0CC-9E301442EE41}" type="pres">
      <dgm:prSet presAssocID="{2090B8DF-C63A-4CFA-A6C4-1D5DDAC7EB06}" presName="Name19" presStyleLbl="parChTrans1D4" presStyleIdx="2" presStyleCnt="4"/>
      <dgm:spPr/>
    </dgm:pt>
    <dgm:pt modelId="{E3BBB3B1-E9FA-458A-BDFB-43CCF108F56E}" type="pres">
      <dgm:prSet presAssocID="{ACB4FDB1-A068-4AD5-8D37-511A781B56A5}" presName="Name21" presStyleCnt="0"/>
      <dgm:spPr/>
    </dgm:pt>
    <dgm:pt modelId="{BE4C4399-3C63-4088-A8D8-1B50224CFDA4}" type="pres">
      <dgm:prSet presAssocID="{ACB4FDB1-A068-4AD5-8D37-511A781B56A5}" presName="level2Shape" presStyleLbl="node4" presStyleIdx="2" presStyleCnt="4"/>
      <dgm:spPr/>
    </dgm:pt>
    <dgm:pt modelId="{1330358B-B9D3-4C20-A557-152204C0905C}" type="pres">
      <dgm:prSet presAssocID="{ACB4FDB1-A068-4AD5-8D37-511A781B56A5}" presName="hierChild3" presStyleCnt="0"/>
      <dgm:spPr/>
    </dgm:pt>
    <dgm:pt modelId="{64BD8B3D-461E-4D80-A7C5-59461F2E9B91}" type="pres">
      <dgm:prSet presAssocID="{D337FB03-A9C7-4F8F-A36F-D5B0F641B7F0}" presName="Name19" presStyleLbl="parChTrans1D4" presStyleIdx="3" presStyleCnt="4"/>
      <dgm:spPr/>
    </dgm:pt>
    <dgm:pt modelId="{5EE0F216-7634-4790-90C1-DF49D8964CD3}" type="pres">
      <dgm:prSet presAssocID="{CA1E4DF2-15C1-4C79-8D80-F62E3494A2EE}" presName="Name21" presStyleCnt="0"/>
      <dgm:spPr/>
    </dgm:pt>
    <dgm:pt modelId="{D5DEB78D-1895-4494-ADFD-30C5E411989D}" type="pres">
      <dgm:prSet presAssocID="{CA1E4DF2-15C1-4C79-8D80-F62E3494A2EE}" presName="level2Shape" presStyleLbl="node4" presStyleIdx="3" presStyleCnt="4"/>
      <dgm:spPr/>
    </dgm:pt>
    <dgm:pt modelId="{4C73F751-AF6F-4DD7-90EB-0C2D80B47215}" type="pres">
      <dgm:prSet presAssocID="{CA1E4DF2-15C1-4C79-8D80-F62E3494A2EE}" presName="hierChild3" presStyleCnt="0"/>
      <dgm:spPr/>
    </dgm:pt>
    <dgm:pt modelId="{502DEBFF-A32B-4CF9-89A5-1DFE52C763A1}" type="pres">
      <dgm:prSet presAssocID="{64E56DB0-EF3D-495C-A855-3C47CD13C443}" presName="Name19" presStyleLbl="parChTrans1D2" presStyleIdx="1" presStyleCnt="2"/>
      <dgm:spPr/>
    </dgm:pt>
    <dgm:pt modelId="{04C4D86A-3177-455B-97FC-028F283A752C}" type="pres">
      <dgm:prSet presAssocID="{1907AE88-49B1-4331-8978-5C0BE5973FF0}" presName="Name21" presStyleCnt="0"/>
      <dgm:spPr/>
    </dgm:pt>
    <dgm:pt modelId="{D1F4E15E-3B4B-42D8-862E-A975A9729BD8}" type="pres">
      <dgm:prSet presAssocID="{1907AE88-49B1-4331-8978-5C0BE5973FF0}" presName="level2Shape" presStyleLbl="node2" presStyleIdx="1" presStyleCnt="2"/>
      <dgm:spPr/>
    </dgm:pt>
    <dgm:pt modelId="{45F84E30-5D5D-40A9-A6A4-E0B8BAE90C80}" type="pres">
      <dgm:prSet presAssocID="{1907AE88-49B1-4331-8978-5C0BE5973FF0}" presName="hierChild3" presStyleCnt="0"/>
      <dgm:spPr/>
    </dgm:pt>
    <dgm:pt modelId="{B4722D48-D7EF-4076-8266-9A5E590F1E74}" type="pres">
      <dgm:prSet presAssocID="{F8DF5482-B00F-4B40-A5DA-D3A73665D237}" presName="Name19" presStyleLbl="parChTrans1D3" presStyleIdx="2" presStyleCnt="4"/>
      <dgm:spPr/>
    </dgm:pt>
    <dgm:pt modelId="{E1448878-49DD-47E9-A4FC-135A95398044}" type="pres">
      <dgm:prSet presAssocID="{80D4A23E-453C-4A71-972A-B99F3FCB81D8}" presName="Name21" presStyleCnt="0"/>
      <dgm:spPr/>
    </dgm:pt>
    <dgm:pt modelId="{2C10E9C6-3BBF-4485-A51F-2AB9EB39ED63}" type="pres">
      <dgm:prSet presAssocID="{80D4A23E-453C-4A71-972A-B99F3FCB81D8}" presName="level2Shape" presStyleLbl="node3" presStyleIdx="2" presStyleCnt="4"/>
      <dgm:spPr/>
    </dgm:pt>
    <dgm:pt modelId="{321063A6-9742-41AF-B55F-CF611D38901D}" type="pres">
      <dgm:prSet presAssocID="{80D4A23E-453C-4A71-972A-B99F3FCB81D8}" presName="hierChild3" presStyleCnt="0"/>
      <dgm:spPr/>
    </dgm:pt>
    <dgm:pt modelId="{952BE6E0-911E-4241-8DEF-9EF99F09EF10}" type="pres">
      <dgm:prSet presAssocID="{4CCC7BFD-48D1-427F-87D0-B1FE2045E66C}" presName="Name19" presStyleLbl="parChTrans1D3" presStyleIdx="3" presStyleCnt="4"/>
      <dgm:spPr/>
    </dgm:pt>
    <dgm:pt modelId="{F3E6DC6F-5115-46AF-9E84-1FFA47D535FD}" type="pres">
      <dgm:prSet presAssocID="{A91133DE-5E52-466C-AA54-B40D2C0E7EDD}" presName="Name21" presStyleCnt="0"/>
      <dgm:spPr/>
    </dgm:pt>
    <dgm:pt modelId="{8A52357A-B0B4-4247-9B0F-659CE23DFB6C}" type="pres">
      <dgm:prSet presAssocID="{A91133DE-5E52-466C-AA54-B40D2C0E7EDD}" presName="level2Shape" presStyleLbl="node3" presStyleIdx="3" presStyleCnt="4"/>
      <dgm:spPr/>
    </dgm:pt>
    <dgm:pt modelId="{03D29C21-F4AE-43DD-BE97-9911F819CA91}" type="pres">
      <dgm:prSet presAssocID="{A91133DE-5E52-466C-AA54-B40D2C0E7EDD}" presName="hierChild3" presStyleCnt="0"/>
      <dgm:spPr/>
    </dgm:pt>
    <dgm:pt modelId="{7E63DA02-DECF-437D-A9F4-F60E0940C42C}" type="pres">
      <dgm:prSet presAssocID="{25D41D2E-FEC9-444D-B75D-82CC7BEA4B4B}" presName="bgShapesFlow" presStyleCnt="0"/>
      <dgm:spPr/>
    </dgm:pt>
  </dgm:ptLst>
  <dgm:cxnLst>
    <dgm:cxn modelId="{FD689000-5132-40EE-ACD4-0F21749162D5}" type="presOf" srcId="{687C1415-3806-4A98-96DE-98B3B1FF7EB3}" destId="{37A6FF69-217A-4519-A19D-3E630816E02E}" srcOrd="0" destOrd="0" presId="urn:microsoft.com/office/officeart/2005/8/layout/hierarchy6"/>
    <dgm:cxn modelId="{0AB13A07-5085-48D9-BA31-45BE64E9A270}" type="presOf" srcId="{1907AE88-49B1-4331-8978-5C0BE5973FF0}" destId="{D1F4E15E-3B4B-42D8-862E-A975A9729BD8}" srcOrd="0" destOrd="0" presId="urn:microsoft.com/office/officeart/2005/8/layout/hierarchy6"/>
    <dgm:cxn modelId="{43B2590B-667E-4D6E-88ED-DFE06FD67E5E}" type="presOf" srcId="{1EE154CC-9EE5-4459-BB29-35B833C2534D}" destId="{8963A563-9528-4454-8AA3-68751E3AD828}" srcOrd="0" destOrd="0" presId="urn:microsoft.com/office/officeart/2005/8/layout/hierarchy6"/>
    <dgm:cxn modelId="{03C08315-2161-4D18-A315-A4BB6B66C9FF}" type="presOf" srcId="{4CCC7BFD-48D1-427F-87D0-B1FE2045E66C}" destId="{952BE6E0-911E-4241-8DEF-9EF99F09EF10}" srcOrd="0" destOrd="0" presId="urn:microsoft.com/office/officeart/2005/8/layout/hierarchy6"/>
    <dgm:cxn modelId="{69837616-8DD9-4D41-A897-DFF0B1BBAFAF}" type="presOf" srcId="{F8DF5482-B00F-4B40-A5DA-D3A73665D237}" destId="{B4722D48-D7EF-4076-8266-9A5E590F1E74}" srcOrd="0" destOrd="0" presId="urn:microsoft.com/office/officeart/2005/8/layout/hierarchy6"/>
    <dgm:cxn modelId="{A927B116-3987-4453-B1C0-A6AC66F1BE4E}" type="presOf" srcId="{A91133DE-5E52-466C-AA54-B40D2C0E7EDD}" destId="{8A52357A-B0B4-4247-9B0F-659CE23DFB6C}" srcOrd="0" destOrd="0" presId="urn:microsoft.com/office/officeart/2005/8/layout/hierarchy6"/>
    <dgm:cxn modelId="{AC9E6024-6477-4D32-817F-985F869BE6F6}" type="presOf" srcId="{5834B688-3434-4E3F-A75D-603C6A7BABA2}" destId="{4E13CE57-DF35-4E72-91CA-A0E86CBC5245}" srcOrd="0" destOrd="0" presId="urn:microsoft.com/office/officeart/2005/8/layout/hierarchy6"/>
    <dgm:cxn modelId="{9F18AC29-DC17-4FFF-8896-921B68DD3E7B}" type="presOf" srcId="{559E15B8-8060-47EF-A354-C7D863B51388}" destId="{4F98196D-E79E-4519-8C98-745210CEAA8E}" srcOrd="0" destOrd="0" presId="urn:microsoft.com/office/officeart/2005/8/layout/hierarchy6"/>
    <dgm:cxn modelId="{17527134-5302-40BF-8DA8-34C502E6A619}" type="presOf" srcId="{D337FB03-A9C7-4F8F-A36F-D5B0F641B7F0}" destId="{64BD8B3D-461E-4D80-A7C5-59461F2E9B91}" srcOrd="0" destOrd="0" presId="urn:microsoft.com/office/officeart/2005/8/layout/hierarchy6"/>
    <dgm:cxn modelId="{6303973E-FD68-4DA3-A818-72CF10CBAEE8}" type="presOf" srcId="{7E85E903-90E7-430D-B2C1-4D9C3A943C82}" destId="{2959629B-9624-4CF1-8C75-00A693F26C16}" srcOrd="0" destOrd="0" presId="urn:microsoft.com/office/officeart/2005/8/layout/hierarchy6"/>
    <dgm:cxn modelId="{9A93DF5D-6EBF-460E-B7DB-67C563416705}" type="presOf" srcId="{7D169B33-9272-4AD7-8FCD-75CEB676FFC6}" destId="{16B37A9B-1899-482E-87D8-9246BEC72BF3}" srcOrd="0" destOrd="0" presId="urn:microsoft.com/office/officeart/2005/8/layout/hierarchy6"/>
    <dgm:cxn modelId="{CF3DFD68-CE63-4DB6-8221-42F2C0E84B9F}" srcId="{7D169B33-9272-4AD7-8FCD-75CEB676FFC6}" destId="{CA1E4DF2-15C1-4C79-8D80-F62E3494A2EE}" srcOrd="1" destOrd="0" parTransId="{D337FB03-A9C7-4F8F-A36F-D5B0F641B7F0}" sibTransId="{5EDC675E-FC5F-442C-B394-56B030EBCBA1}"/>
    <dgm:cxn modelId="{21DB7E4A-1EFB-42BC-B4E6-997A3150AD04}" srcId="{462DC39C-95D9-4BA2-8B4A-4CEE79E3559D}" destId="{1907AE88-49B1-4331-8978-5C0BE5973FF0}" srcOrd="1" destOrd="0" parTransId="{64E56DB0-EF3D-495C-A855-3C47CD13C443}" sibTransId="{FCB34FC6-2438-4BEF-B384-7F5C18440ADD}"/>
    <dgm:cxn modelId="{3F83BD71-3352-44B3-8D11-28A5B2107E0B}" type="presOf" srcId="{64E56DB0-EF3D-495C-A855-3C47CD13C443}" destId="{502DEBFF-A32B-4CF9-89A5-1DFE52C763A1}" srcOrd="0" destOrd="0" presId="urn:microsoft.com/office/officeart/2005/8/layout/hierarchy6"/>
    <dgm:cxn modelId="{5CF96B72-89CD-425F-93C7-0A451605A51F}" srcId="{1907AE88-49B1-4331-8978-5C0BE5973FF0}" destId="{80D4A23E-453C-4A71-972A-B99F3FCB81D8}" srcOrd="0" destOrd="0" parTransId="{F8DF5482-B00F-4B40-A5DA-D3A73665D237}" sibTransId="{A0DEF201-7867-4E6A-A5CD-088DCF3117F4}"/>
    <dgm:cxn modelId="{A867517D-4661-40F9-9B9B-F7F2E798371A}" srcId="{462DC39C-95D9-4BA2-8B4A-4CEE79E3559D}" destId="{351AE15B-B4FF-4A7A-864B-5933D29F200B}" srcOrd="0" destOrd="0" parTransId="{F976EBDB-FF4D-40E7-BFA2-7BD774CDECD2}" sibTransId="{E66A56C9-B4EC-4841-B9AC-4383DF412EEA}"/>
    <dgm:cxn modelId="{42922281-62FD-4945-A85D-C4560DE81931}" type="presOf" srcId="{462DC39C-95D9-4BA2-8B4A-4CEE79E3559D}" destId="{5D7B3AD6-D2F4-4D3D-825F-33770313BB27}" srcOrd="0" destOrd="0" presId="urn:microsoft.com/office/officeart/2005/8/layout/hierarchy6"/>
    <dgm:cxn modelId="{40ADF081-57DC-4E19-B82A-B0E37DCD57F3}" type="presOf" srcId="{ACB4FDB1-A068-4AD5-8D37-511A781B56A5}" destId="{BE4C4399-3C63-4088-A8D8-1B50224CFDA4}" srcOrd="0" destOrd="0" presId="urn:microsoft.com/office/officeart/2005/8/layout/hierarchy6"/>
    <dgm:cxn modelId="{FBCACF85-1C1B-4324-89F7-CA658C6EF993}" srcId="{FFCBE785-50CE-4ADE-BB95-44B23D878466}" destId="{8F8A7617-E0A1-4634-8C9C-6E2C397C53DE}" srcOrd="1" destOrd="0" parTransId="{7E85E903-90E7-430D-B2C1-4D9C3A943C82}" sibTransId="{40E3B303-5386-4C0B-A182-B5FB049470DF}"/>
    <dgm:cxn modelId="{1D770A8D-9ABA-46A3-98A7-5A1E6F719190}" type="presOf" srcId="{351AE15B-B4FF-4A7A-864B-5933D29F200B}" destId="{F0970B1A-1A53-40BC-B762-CD6FCEC99850}" srcOrd="0" destOrd="0" presId="urn:microsoft.com/office/officeart/2005/8/layout/hierarchy6"/>
    <dgm:cxn modelId="{59696392-770C-48A0-9012-6756036361E0}" type="presOf" srcId="{F976EBDB-FF4D-40E7-BFA2-7BD774CDECD2}" destId="{384DE6B7-CD56-4C6E-B801-56C8DC0726AB}" srcOrd="0" destOrd="0" presId="urn:microsoft.com/office/officeart/2005/8/layout/hierarchy6"/>
    <dgm:cxn modelId="{592B2994-6B54-4487-B719-0349A103FDDF}" srcId="{351AE15B-B4FF-4A7A-864B-5933D29F200B}" destId="{7D169B33-9272-4AD7-8FCD-75CEB676FFC6}" srcOrd="1" destOrd="0" parTransId="{559E15B8-8060-47EF-A354-C7D863B51388}" sibTransId="{E8715B2F-5932-49EB-BE28-63BBB654D4CF}"/>
    <dgm:cxn modelId="{58BABB97-39DF-4212-A1D7-773AA50FA2B6}" type="presOf" srcId="{80D4A23E-453C-4A71-972A-B99F3FCB81D8}" destId="{2C10E9C6-3BBF-4485-A51F-2AB9EB39ED63}" srcOrd="0" destOrd="0" presId="urn:microsoft.com/office/officeart/2005/8/layout/hierarchy6"/>
    <dgm:cxn modelId="{E09E29A7-F1E5-4883-97D8-D046901668B4}" srcId="{7D169B33-9272-4AD7-8FCD-75CEB676FFC6}" destId="{ACB4FDB1-A068-4AD5-8D37-511A781B56A5}" srcOrd="0" destOrd="0" parTransId="{2090B8DF-C63A-4CFA-A6C4-1D5DDAC7EB06}" sibTransId="{595A18BA-C82D-4B9F-BEC0-34571439F5C3}"/>
    <dgm:cxn modelId="{920CA2A7-011F-4402-997A-8A77EF7E870C}" type="presOf" srcId="{FFCBE785-50CE-4ADE-BB95-44B23D878466}" destId="{588E3467-626B-45AE-9442-C8A2B9FFDCF8}"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F831E5C8-2F1F-492D-9FE4-6923B8CF92E6}" type="presOf" srcId="{CA1E4DF2-15C1-4C79-8D80-F62E3494A2EE}" destId="{D5DEB78D-1895-4494-ADFD-30C5E411989D}" srcOrd="0" destOrd="0" presId="urn:microsoft.com/office/officeart/2005/8/layout/hierarchy6"/>
    <dgm:cxn modelId="{DE11EAD0-5105-4870-8943-F32E640C2900}" srcId="{351AE15B-B4FF-4A7A-864B-5933D29F200B}" destId="{FFCBE785-50CE-4ADE-BB95-44B23D878466}" srcOrd="0" destOrd="0" parTransId="{1EE154CC-9EE5-4459-BB29-35B833C2534D}" sibTransId="{A3B8FD9F-51D8-4195-8053-0DF27A486E49}"/>
    <dgm:cxn modelId="{85A2CBD1-618C-46B0-B918-8FFC5CCCA894}" srcId="{1907AE88-49B1-4331-8978-5C0BE5973FF0}" destId="{A91133DE-5E52-466C-AA54-B40D2C0E7EDD}" srcOrd="1" destOrd="0" parTransId="{4CCC7BFD-48D1-427F-87D0-B1FE2045E66C}" sibTransId="{31ED1D44-2EA6-4B71-BEE4-6E3145D0319E}"/>
    <dgm:cxn modelId="{CC53B5D2-87FD-489A-8DD7-9B05C0C2E3D5}" srcId="{FFCBE785-50CE-4ADE-BB95-44B23D878466}" destId="{687C1415-3806-4A98-96DE-98B3B1FF7EB3}" srcOrd="0" destOrd="0" parTransId="{5834B688-3434-4E3F-A75D-603C6A7BABA2}" sibTransId="{C8156453-D9AA-40E4-95E9-0F800CCCFC00}"/>
    <dgm:cxn modelId="{1BEB06F2-40E2-4181-A4F7-BE4F35FF143B}" srcId="{25D41D2E-FEC9-444D-B75D-82CC7BEA4B4B}" destId="{462DC39C-95D9-4BA2-8B4A-4CEE79E3559D}" srcOrd="0" destOrd="0" parTransId="{873A4569-48E4-4E3C-B450-542B067BAF28}" sibTransId="{B51697D8-48FB-480E-B4D8-FC130BE900F5}"/>
    <dgm:cxn modelId="{C3C0ACF6-D1E1-45D0-A418-78C8CCED570E}" type="presOf" srcId="{2090B8DF-C63A-4CFA-A6C4-1D5DDAC7EB06}" destId="{B94C282B-D030-406A-A0CC-9E301442EE41}" srcOrd="0" destOrd="0" presId="urn:microsoft.com/office/officeart/2005/8/layout/hierarchy6"/>
    <dgm:cxn modelId="{79FC36F9-1E08-4F39-A975-3191A88A39E6}" type="presOf" srcId="{8F8A7617-E0A1-4634-8C9C-6E2C397C53DE}" destId="{F6C5B53C-35CB-4A59-8D93-68A4FD64BC6F}"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D1026526-8F2E-42B5-B04A-C9B885B3F1DA}" type="presParOf" srcId="{3B8E0E52-806F-461B-808A-40A35535EB4C}" destId="{150A8BA6-9779-413D-AC1A-9B1AB177FDAB}" srcOrd="0" destOrd="0" presId="urn:microsoft.com/office/officeart/2005/8/layout/hierarchy6"/>
    <dgm:cxn modelId="{D5094726-54B4-437E-B92D-FFE480DB0F87}" type="presParOf" srcId="{150A8BA6-9779-413D-AC1A-9B1AB177FDAB}" destId="{5D7B3AD6-D2F4-4D3D-825F-33770313BB27}" srcOrd="0" destOrd="0" presId="urn:microsoft.com/office/officeart/2005/8/layout/hierarchy6"/>
    <dgm:cxn modelId="{28004E22-BBA6-49C7-8985-ACE1380AF67B}" type="presParOf" srcId="{150A8BA6-9779-413D-AC1A-9B1AB177FDAB}" destId="{9BC83C42-FDF3-4CAE-A3ED-CC080BD9024B}" srcOrd="1" destOrd="0" presId="urn:microsoft.com/office/officeart/2005/8/layout/hierarchy6"/>
    <dgm:cxn modelId="{2950C863-CEED-481F-936C-5ECD9BB4DA2E}" type="presParOf" srcId="{9BC83C42-FDF3-4CAE-A3ED-CC080BD9024B}" destId="{384DE6B7-CD56-4C6E-B801-56C8DC0726AB}" srcOrd="0" destOrd="0" presId="urn:microsoft.com/office/officeart/2005/8/layout/hierarchy6"/>
    <dgm:cxn modelId="{3AFB35BA-3976-4DE5-8CD7-54B0E6E0DABA}" type="presParOf" srcId="{9BC83C42-FDF3-4CAE-A3ED-CC080BD9024B}" destId="{48AAF1AF-843E-4654-9952-9F30DF56A3C4}" srcOrd="1" destOrd="0" presId="urn:microsoft.com/office/officeart/2005/8/layout/hierarchy6"/>
    <dgm:cxn modelId="{49390627-6D2D-4F79-ACCF-6CD8655241FC}" type="presParOf" srcId="{48AAF1AF-843E-4654-9952-9F30DF56A3C4}" destId="{F0970B1A-1A53-40BC-B762-CD6FCEC99850}" srcOrd="0" destOrd="0" presId="urn:microsoft.com/office/officeart/2005/8/layout/hierarchy6"/>
    <dgm:cxn modelId="{C0FFC6F3-44C3-4BD9-82EB-D4AA758CEB95}" type="presParOf" srcId="{48AAF1AF-843E-4654-9952-9F30DF56A3C4}" destId="{6C6CEA98-8210-4E5E-9602-A15F674DB7E9}" srcOrd="1" destOrd="0" presId="urn:microsoft.com/office/officeart/2005/8/layout/hierarchy6"/>
    <dgm:cxn modelId="{4A52A892-2857-4474-A6DB-94CDBB23B87B}" type="presParOf" srcId="{6C6CEA98-8210-4E5E-9602-A15F674DB7E9}" destId="{8963A563-9528-4454-8AA3-68751E3AD828}" srcOrd="0" destOrd="0" presId="urn:microsoft.com/office/officeart/2005/8/layout/hierarchy6"/>
    <dgm:cxn modelId="{5AFECEF1-E0B4-4BF1-ABD5-0D14CD9F70E3}" type="presParOf" srcId="{6C6CEA98-8210-4E5E-9602-A15F674DB7E9}" destId="{C8B62B03-9C27-4739-A541-5BE73A27164E}" srcOrd="1" destOrd="0" presId="urn:microsoft.com/office/officeart/2005/8/layout/hierarchy6"/>
    <dgm:cxn modelId="{560A9144-173D-4406-AA85-8A67DFC1E1B3}" type="presParOf" srcId="{C8B62B03-9C27-4739-A541-5BE73A27164E}" destId="{588E3467-626B-45AE-9442-C8A2B9FFDCF8}" srcOrd="0" destOrd="0" presId="urn:microsoft.com/office/officeart/2005/8/layout/hierarchy6"/>
    <dgm:cxn modelId="{62B8D10B-579A-4C34-91D2-CD9ACC48F2D9}" type="presParOf" srcId="{C8B62B03-9C27-4739-A541-5BE73A27164E}" destId="{C8EA38BB-D402-496D-9B6F-6EABABF9B0DF}" srcOrd="1" destOrd="0" presId="urn:microsoft.com/office/officeart/2005/8/layout/hierarchy6"/>
    <dgm:cxn modelId="{CE84BAF3-2D3D-410D-9DFE-D4734451664C}" type="presParOf" srcId="{C8EA38BB-D402-496D-9B6F-6EABABF9B0DF}" destId="{4E13CE57-DF35-4E72-91CA-A0E86CBC5245}" srcOrd="0" destOrd="0" presId="urn:microsoft.com/office/officeart/2005/8/layout/hierarchy6"/>
    <dgm:cxn modelId="{A388C544-1788-474F-BE60-EC0C031C844E}" type="presParOf" srcId="{C8EA38BB-D402-496D-9B6F-6EABABF9B0DF}" destId="{96FE4D9A-D4E1-451B-98E9-F5FEADCE7337}" srcOrd="1" destOrd="0" presId="urn:microsoft.com/office/officeart/2005/8/layout/hierarchy6"/>
    <dgm:cxn modelId="{1E4FB92D-F7D9-4A24-A126-4DC1E8D8D90D}" type="presParOf" srcId="{96FE4D9A-D4E1-451B-98E9-F5FEADCE7337}" destId="{37A6FF69-217A-4519-A19D-3E630816E02E}" srcOrd="0" destOrd="0" presId="urn:microsoft.com/office/officeart/2005/8/layout/hierarchy6"/>
    <dgm:cxn modelId="{377F8DE8-C61D-4EC1-940D-EF7B7641455D}" type="presParOf" srcId="{96FE4D9A-D4E1-451B-98E9-F5FEADCE7337}" destId="{10D60201-AFAE-4D47-B12B-0785400A6CC2}" srcOrd="1" destOrd="0" presId="urn:microsoft.com/office/officeart/2005/8/layout/hierarchy6"/>
    <dgm:cxn modelId="{5AD98F66-F951-4DE5-A715-41B8E9592AEA}" type="presParOf" srcId="{C8EA38BB-D402-496D-9B6F-6EABABF9B0DF}" destId="{2959629B-9624-4CF1-8C75-00A693F26C16}" srcOrd="2" destOrd="0" presId="urn:microsoft.com/office/officeart/2005/8/layout/hierarchy6"/>
    <dgm:cxn modelId="{C13B3126-1840-4978-ADE3-BA0502061A63}" type="presParOf" srcId="{C8EA38BB-D402-496D-9B6F-6EABABF9B0DF}" destId="{5842F7AB-4FF8-4270-B01B-176067BAD2C5}" srcOrd="3" destOrd="0" presId="urn:microsoft.com/office/officeart/2005/8/layout/hierarchy6"/>
    <dgm:cxn modelId="{0ABA7DA2-324A-4BF3-B5A1-CA7C5237AD0D}" type="presParOf" srcId="{5842F7AB-4FF8-4270-B01B-176067BAD2C5}" destId="{F6C5B53C-35CB-4A59-8D93-68A4FD64BC6F}" srcOrd="0" destOrd="0" presId="urn:microsoft.com/office/officeart/2005/8/layout/hierarchy6"/>
    <dgm:cxn modelId="{95694EC6-6548-42C5-83D6-EC472A22E56E}" type="presParOf" srcId="{5842F7AB-4FF8-4270-B01B-176067BAD2C5}" destId="{5A3454B1-2E11-4A4D-A729-039621861883}" srcOrd="1" destOrd="0" presId="urn:microsoft.com/office/officeart/2005/8/layout/hierarchy6"/>
    <dgm:cxn modelId="{456A7151-516B-4AB9-8D95-4D4F717FBC0F}" type="presParOf" srcId="{6C6CEA98-8210-4E5E-9602-A15F674DB7E9}" destId="{4F98196D-E79E-4519-8C98-745210CEAA8E}" srcOrd="2" destOrd="0" presId="urn:microsoft.com/office/officeart/2005/8/layout/hierarchy6"/>
    <dgm:cxn modelId="{C8CE39E5-E0FF-4435-A7F4-D16568A8835C}" type="presParOf" srcId="{6C6CEA98-8210-4E5E-9602-A15F674DB7E9}" destId="{FA0C389E-4B1B-40D2-8A77-747D15A1E1EE}" srcOrd="3" destOrd="0" presId="urn:microsoft.com/office/officeart/2005/8/layout/hierarchy6"/>
    <dgm:cxn modelId="{B3905ACF-DCA9-4E11-98D1-E5A1F785D4B3}" type="presParOf" srcId="{FA0C389E-4B1B-40D2-8A77-747D15A1E1EE}" destId="{16B37A9B-1899-482E-87D8-9246BEC72BF3}" srcOrd="0" destOrd="0" presId="urn:microsoft.com/office/officeart/2005/8/layout/hierarchy6"/>
    <dgm:cxn modelId="{861116B7-8E4F-47A3-91DC-604464F61538}" type="presParOf" srcId="{FA0C389E-4B1B-40D2-8A77-747D15A1E1EE}" destId="{1F22008D-0B97-4138-ABAC-8D8D7E398944}" srcOrd="1" destOrd="0" presId="urn:microsoft.com/office/officeart/2005/8/layout/hierarchy6"/>
    <dgm:cxn modelId="{0B6F23B4-959B-4082-824F-B8A14278AE58}" type="presParOf" srcId="{1F22008D-0B97-4138-ABAC-8D8D7E398944}" destId="{B94C282B-D030-406A-A0CC-9E301442EE41}" srcOrd="0" destOrd="0" presId="urn:microsoft.com/office/officeart/2005/8/layout/hierarchy6"/>
    <dgm:cxn modelId="{0EAA2C5B-8D3D-43E1-BF61-C69EC9CFA5B6}" type="presParOf" srcId="{1F22008D-0B97-4138-ABAC-8D8D7E398944}" destId="{E3BBB3B1-E9FA-458A-BDFB-43CCF108F56E}" srcOrd="1" destOrd="0" presId="urn:microsoft.com/office/officeart/2005/8/layout/hierarchy6"/>
    <dgm:cxn modelId="{4B59A5E7-7E71-4E10-A0E4-A166ADCC01B7}" type="presParOf" srcId="{E3BBB3B1-E9FA-458A-BDFB-43CCF108F56E}" destId="{BE4C4399-3C63-4088-A8D8-1B50224CFDA4}" srcOrd="0" destOrd="0" presId="urn:microsoft.com/office/officeart/2005/8/layout/hierarchy6"/>
    <dgm:cxn modelId="{263B68DC-9A63-4E00-A210-08B67A50863A}" type="presParOf" srcId="{E3BBB3B1-E9FA-458A-BDFB-43CCF108F56E}" destId="{1330358B-B9D3-4C20-A557-152204C0905C}" srcOrd="1" destOrd="0" presId="urn:microsoft.com/office/officeart/2005/8/layout/hierarchy6"/>
    <dgm:cxn modelId="{39EFE5FF-AFC1-420B-93B1-507A1210FA5A}" type="presParOf" srcId="{1F22008D-0B97-4138-ABAC-8D8D7E398944}" destId="{64BD8B3D-461E-4D80-A7C5-59461F2E9B91}" srcOrd="2" destOrd="0" presId="urn:microsoft.com/office/officeart/2005/8/layout/hierarchy6"/>
    <dgm:cxn modelId="{C1836DF6-0C53-4282-89F4-4E0B8F9E821A}" type="presParOf" srcId="{1F22008D-0B97-4138-ABAC-8D8D7E398944}" destId="{5EE0F216-7634-4790-90C1-DF49D8964CD3}" srcOrd="3" destOrd="0" presId="urn:microsoft.com/office/officeart/2005/8/layout/hierarchy6"/>
    <dgm:cxn modelId="{2FF36D2B-FB9D-49FC-B6CE-548F1239CC76}" type="presParOf" srcId="{5EE0F216-7634-4790-90C1-DF49D8964CD3}" destId="{D5DEB78D-1895-4494-ADFD-30C5E411989D}" srcOrd="0" destOrd="0" presId="urn:microsoft.com/office/officeart/2005/8/layout/hierarchy6"/>
    <dgm:cxn modelId="{A2416F9F-7018-487E-AE68-7F220D01399E}" type="presParOf" srcId="{5EE0F216-7634-4790-90C1-DF49D8964CD3}" destId="{4C73F751-AF6F-4DD7-90EB-0C2D80B47215}" srcOrd="1" destOrd="0" presId="urn:microsoft.com/office/officeart/2005/8/layout/hierarchy6"/>
    <dgm:cxn modelId="{0EC074D9-68C8-44B2-BD1C-59DA043F1778}" type="presParOf" srcId="{9BC83C42-FDF3-4CAE-A3ED-CC080BD9024B}" destId="{502DEBFF-A32B-4CF9-89A5-1DFE52C763A1}" srcOrd="2" destOrd="0" presId="urn:microsoft.com/office/officeart/2005/8/layout/hierarchy6"/>
    <dgm:cxn modelId="{226B6867-BD3F-4BDC-814C-A4B141689E0F}" type="presParOf" srcId="{9BC83C42-FDF3-4CAE-A3ED-CC080BD9024B}" destId="{04C4D86A-3177-455B-97FC-028F283A752C}" srcOrd="3" destOrd="0" presId="urn:microsoft.com/office/officeart/2005/8/layout/hierarchy6"/>
    <dgm:cxn modelId="{54E5070E-FCAF-4495-B639-374076BDFD34}" type="presParOf" srcId="{04C4D86A-3177-455B-97FC-028F283A752C}" destId="{D1F4E15E-3B4B-42D8-862E-A975A9729BD8}" srcOrd="0" destOrd="0" presId="urn:microsoft.com/office/officeart/2005/8/layout/hierarchy6"/>
    <dgm:cxn modelId="{D1D9FDFB-12D7-4A3E-BCE9-3853CA82A63C}" type="presParOf" srcId="{04C4D86A-3177-455B-97FC-028F283A752C}" destId="{45F84E30-5D5D-40A9-A6A4-E0B8BAE90C80}" srcOrd="1" destOrd="0" presId="urn:microsoft.com/office/officeart/2005/8/layout/hierarchy6"/>
    <dgm:cxn modelId="{3C77DAB8-0F54-44D4-80B7-6F7C7FBB83E7}" type="presParOf" srcId="{45F84E30-5D5D-40A9-A6A4-E0B8BAE90C80}" destId="{B4722D48-D7EF-4076-8266-9A5E590F1E74}" srcOrd="0" destOrd="0" presId="urn:microsoft.com/office/officeart/2005/8/layout/hierarchy6"/>
    <dgm:cxn modelId="{27902031-9C82-43A3-9021-0AA2DBC7364A}" type="presParOf" srcId="{45F84E30-5D5D-40A9-A6A4-E0B8BAE90C80}" destId="{E1448878-49DD-47E9-A4FC-135A95398044}" srcOrd="1" destOrd="0" presId="urn:microsoft.com/office/officeart/2005/8/layout/hierarchy6"/>
    <dgm:cxn modelId="{F2185643-9903-43BD-8B8D-A7D50D924E7D}" type="presParOf" srcId="{E1448878-49DD-47E9-A4FC-135A95398044}" destId="{2C10E9C6-3BBF-4485-A51F-2AB9EB39ED63}" srcOrd="0" destOrd="0" presId="urn:microsoft.com/office/officeart/2005/8/layout/hierarchy6"/>
    <dgm:cxn modelId="{FB7BB2CA-2B5B-487C-83CF-9665D4E247A8}" type="presParOf" srcId="{E1448878-49DD-47E9-A4FC-135A95398044}" destId="{321063A6-9742-41AF-B55F-CF611D38901D}" srcOrd="1" destOrd="0" presId="urn:microsoft.com/office/officeart/2005/8/layout/hierarchy6"/>
    <dgm:cxn modelId="{357A3FA5-4D4E-4C84-B7F4-28B0E1546664}" type="presParOf" srcId="{45F84E30-5D5D-40A9-A6A4-E0B8BAE90C80}" destId="{952BE6E0-911E-4241-8DEF-9EF99F09EF10}" srcOrd="2" destOrd="0" presId="urn:microsoft.com/office/officeart/2005/8/layout/hierarchy6"/>
    <dgm:cxn modelId="{4A3E2835-BDAB-49BD-AC7C-FA80F93D1CAC}" type="presParOf" srcId="{45F84E30-5D5D-40A9-A6A4-E0B8BAE90C80}" destId="{F3E6DC6F-5115-46AF-9E84-1FFA47D535FD}" srcOrd="3" destOrd="0" presId="urn:microsoft.com/office/officeart/2005/8/layout/hierarchy6"/>
    <dgm:cxn modelId="{A83F464E-705F-48ED-8A23-7C2479E60F7C}" type="presParOf" srcId="{F3E6DC6F-5115-46AF-9E84-1FFA47D535FD}" destId="{8A52357A-B0B4-4247-9B0F-659CE23DFB6C}" srcOrd="0" destOrd="0" presId="urn:microsoft.com/office/officeart/2005/8/layout/hierarchy6"/>
    <dgm:cxn modelId="{2F711718-28D7-40A5-8675-64C5151E5179}" type="presParOf" srcId="{F3E6DC6F-5115-46AF-9E84-1FFA47D535FD}" destId="{03D29C21-F4AE-43DD-BE97-9911F819CA91}"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dgm:t>
        <a:bodyPr/>
        <a:lstStyle/>
        <a:p>
          <a:r>
            <a:rPr lang="en-US"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4"/>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4"/>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4"/>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4"/>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4"/>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4"/>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4"/>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4"/>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8EDEE330-77EE-4AD7-A556-1ABCCA4C4A49}" type="pres">
      <dgm:prSet presAssocID="{BB8D9CE1-0C5A-4237-8E8F-10ADB6FB8D6B}" presName="Name19" presStyleLbl="parChTrans1D3" presStyleIdx="2" presStyleCnt="4"/>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3" presStyleIdx="2" presStyleCnt="4"/>
      <dgm:spPr/>
    </dgm:pt>
    <dgm:pt modelId="{EF6E8AB4-0723-4245-AD83-C3904D3929A5}" type="pres">
      <dgm:prSet presAssocID="{7F7FF6D0-112E-4AFA-A279-0987C2D20715}"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9A3F458-10FA-4EB8-8BDE-0D92348DF74B}" type="presOf" srcId="{7F7FF6D0-112E-4AFA-A279-0987C2D20715}" destId="{B3A66481-C015-444E-A158-F2EECADAD76F}" srcOrd="0" destOrd="0" presId="urn:microsoft.com/office/officeart/2005/8/layout/hierarchy6"/>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56799C93-C579-4090-B2D9-3197DFD7E4A7}" destId="{7F7FF6D0-112E-4AFA-A279-0987C2D20715}" srcOrd="0" destOrd="0" parTransId="{BB8D9CE1-0C5A-4237-8E8F-10ADB6FB8D6B}" sibTransId="{F3DBEA5C-7573-4837-AA31-92E1C308AEF0}"/>
    <dgm:cxn modelId="{9BFE6BD2-928A-45C6-B377-35EB5D1EB77D}" type="presOf" srcId="{BB8D9CE1-0C5A-4237-8E8F-10ADB6FB8D6B}" destId="{8EDEE330-77EE-4AD7-A556-1ABCCA4C4A49}" srcOrd="0" destOrd="0" presId="urn:microsoft.com/office/officeart/2005/8/layout/hierarchy6"/>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7FF98E3B-2CC7-4F7C-A1A3-714926AA961D}" type="presParOf" srcId="{38D3B0D2-0B1D-44BE-938F-DAAF8488FB97}" destId="{8EDEE330-77EE-4AD7-A556-1ABCCA4C4A49}" srcOrd="0" destOrd="0" presId="urn:microsoft.com/office/officeart/2005/8/layout/hierarchy6"/>
    <dgm:cxn modelId="{8D18C195-D63C-4F8B-9098-277BEEC6490D}" type="presParOf" srcId="{38D3B0D2-0B1D-44BE-938F-DAAF8488FB97}" destId="{E3A589FB-50FC-4AE5-ACEF-176E15C239F8}" srcOrd="1" destOrd="0" presId="urn:microsoft.com/office/officeart/2005/8/layout/hierarchy6"/>
    <dgm:cxn modelId="{5F7F3EF6-B728-4CCC-B4CF-EC3A9DC66082}" type="presParOf" srcId="{E3A589FB-50FC-4AE5-ACEF-176E15C239F8}" destId="{B3A66481-C015-444E-A158-F2EECADAD76F}" srcOrd="0" destOrd="0" presId="urn:microsoft.com/office/officeart/2005/8/layout/hierarchy6"/>
    <dgm:cxn modelId="{4F2A6709-6942-4207-B2F6-2AE1516F2AA9}" type="presParOf" srcId="{E3A589FB-50FC-4AE5-ACEF-176E15C239F8}" destId="{EF6E8AB4-0723-4245-AD83-C3904D3929A5}"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dgm:t>
        <a:bodyPr/>
        <a:lstStyle/>
        <a:p>
          <a:r>
            <a:rPr lang="en-US"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1"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solidFill>
          <a:srgbClr val="FFFF00"/>
        </a:solidFill>
      </dgm:spPr>
      <dgm:t>
        <a:bodyPr/>
        <a:lstStyle/>
        <a:p>
          <a:r>
            <a:rPr lang="en-US" b="1" dirty="0"/>
            <a:t>5150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5"/>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5"/>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5"/>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5"/>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5"/>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5"/>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5"/>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5"/>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8EDEE330-77EE-4AD7-A556-1ABCCA4C4A49}" type="pres">
      <dgm:prSet presAssocID="{BB8D9CE1-0C5A-4237-8E8F-10ADB6FB8D6B}" presName="Name19" presStyleLbl="parChTrans1D4" presStyleIdx="4" presStyleCnt="5"/>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4" presStyleIdx="4" presStyleCnt="5"/>
      <dgm:spPr/>
    </dgm:pt>
    <dgm:pt modelId="{EF6E8AB4-0723-4245-AD83-C3904D3929A5}" type="pres">
      <dgm:prSet presAssocID="{7F7FF6D0-112E-4AFA-A279-0987C2D20715}"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0E05450D-113D-4083-9EDF-F9CA4B2EB437}" type="presOf" srcId="{7F7FF6D0-112E-4AFA-A279-0987C2D20715}" destId="{B3A66481-C015-444E-A158-F2EECADAD76F}"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DEE9DD97-F155-4072-803C-72439E68157C}" type="presOf" srcId="{BB8D9CE1-0C5A-4237-8E8F-10ADB6FB8D6B}" destId="{8EDEE330-77EE-4AD7-A556-1ABCCA4C4A49}"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F20019CC-BA8B-45A5-9960-0D4AB0B2FC68}" destId="{7F7FF6D0-112E-4AFA-A279-0987C2D20715}" srcOrd="0" destOrd="0" parTransId="{BB8D9CE1-0C5A-4237-8E8F-10ADB6FB8D6B}" sibTransId="{F3DBEA5C-7573-4837-AA31-92E1C308AEF0}"/>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665104A6-3DE2-4E10-9060-EE457C3BB1C3}" type="presParOf" srcId="{E9D543B6-269A-4BF0-8B76-2B705864E937}" destId="{8EDEE330-77EE-4AD7-A556-1ABCCA4C4A49}" srcOrd="0" destOrd="0" presId="urn:microsoft.com/office/officeart/2005/8/layout/hierarchy6"/>
    <dgm:cxn modelId="{0CD1DA09-D0D2-40B6-87CD-05E6A981B3FA}" type="presParOf" srcId="{E9D543B6-269A-4BF0-8B76-2B705864E937}" destId="{E3A589FB-50FC-4AE5-ACEF-176E15C239F8}" srcOrd="1" destOrd="0" presId="urn:microsoft.com/office/officeart/2005/8/layout/hierarchy6"/>
    <dgm:cxn modelId="{FCE6D455-F656-4CD3-B7C2-F72F88A58E96}" type="presParOf" srcId="{E3A589FB-50FC-4AE5-ACEF-176E15C239F8}" destId="{B3A66481-C015-444E-A158-F2EECADAD76F}" srcOrd="0" destOrd="0" presId="urn:microsoft.com/office/officeart/2005/8/layout/hierarchy6"/>
    <dgm:cxn modelId="{C1BBC3E8-0F6B-414E-989B-8F481A6386B6}" type="presParOf" srcId="{E3A589FB-50FC-4AE5-ACEF-176E15C239F8}" destId="{EF6E8AB4-0723-4245-AD83-C3904D3929A5}"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dgm:t>
        <a:bodyPr/>
        <a:lstStyle/>
        <a:p>
          <a:r>
            <a:rPr lang="en-US" b="1"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8095E3A8-1D7D-49F1-B3D9-D5CF7FD88521}">
      <dgm:prSet phldrT="[Text]"/>
      <dgm:spPr>
        <a:solidFill>
          <a:srgbClr val="FFFF00"/>
        </a:solidFill>
      </dgm:spPr>
      <dgm:t>
        <a:bodyPr/>
        <a:lstStyle/>
        <a:p>
          <a:r>
            <a:rPr lang="en-US" b="1" dirty="0"/>
            <a:t>5150</a:t>
          </a:r>
        </a:p>
      </dgm:t>
    </dgm:pt>
    <dgm:pt modelId="{954D18EA-2D18-4931-AD9F-804BB845E112}" type="parTrans" cxnId="{43876602-D48E-4852-8E7A-1AAAD0997D79}">
      <dgm:prSet/>
      <dgm:spPr/>
      <dgm:t>
        <a:bodyPr/>
        <a:lstStyle/>
        <a:p>
          <a:endParaRPr lang="en-US"/>
        </a:p>
      </dgm:t>
    </dgm:pt>
    <dgm:pt modelId="{267AB23E-CC68-4A98-8916-546FDAB29624}" type="sibTrans" cxnId="{43876602-D48E-4852-8E7A-1AAAD0997D79}">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5"/>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5"/>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5"/>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5"/>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5"/>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5"/>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5"/>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5"/>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8EDEE330-77EE-4AD7-A556-1ABCCA4C4A49}" type="pres">
      <dgm:prSet presAssocID="{BB8D9CE1-0C5A-4237-8E8F-10ADB6FB8D6B}" presName="Name19" presStyleLbl="parChTrans1D3" presStyleIdx="2" presStyleCnt="4"/>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3" presStyleIdx="2" presStyleCnt="4"/>
      <dgm:spPr/>
    </dgm:pt>
    <dgm:pt modelId="{EF6E8AB4-0723-4245-AD83-C3904D3929A5}" type="pres">
      <dgm:prSet presAssocID="{7F7FF6D0-112E-4AFA-A279-0987C2D20715}" presName="hierChild3" presStyleCnt="0"/>
      <dgm:spPr/>
    </dgm:pt>
    <dgm:pt modelId="{C699C1BD-71B6-4353-9A9E-3BA55540F2E0}" type="pres">
      <dgm:prSet presAssocID="{954D18EA-2D18-4931-AD9F-804BB845E112}" presName="Name19" presStyleLbl="parChTrans1D4" presStyleIdx="4" presStyleCnt="5"/>
      <dgm:spPr/>
    </dgm:pt>
    <dgm:pt modelId="{10AFA81D-A487-4F2E-A4CB-1C9C2355E113}" type="pres">
      <dgm:prSet presAssocID="{8095E3A8-1D7D-49F1-B3D9-D5CF7FD88521}" presName="Name21" presStyleCnt="0"/>
      <dgm:spPr/>
    </dgm:pt>
    <dgm:pt modelId="{CDC5D4B2-2B2B-49E8-ADAF-EBD9344B3C30}" type="pres">
      <dgm:prSet presAssocID="{8095E3A8-1D7D-49F1-B3D9-D5CF7FD88521}" presName="level2Shape" presStyleLbl="node4" presStyleIdx="4" presStyleCnt="5"/>
      <dgm:spPr/>
    </dgm:pt>
    <dgm:pt modelId="{3C68BC2E-C8D1-4EAA-9E02-854A0A3AEBAA}" type="pres">
      <dgm:prSet presAssocID="{8095E3A8-1D7D-49F1-B3D9-D5CF7FD88521}"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43876602-D48E-4852-8E7A-1AAAD0997D79}" srcId="{7F7FF6D0-112E-4AFA-A279-0987C2D20715}" destId="{8095E3A8-1D7D-49F1-B3D9-D5CF7FD88521}" srcOrd="0" destOrd="0" parTransId="{954D18EA-2D18-4931-AD9F-804BB845E112}" sibTransId="{267AB23E-CC68-4A98-8916-546FDAB2962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0D596D15-A16C-42EF-BDFE-181AE36D6076}" type="presOf" srcId="{8095E3A8-1D7D-49F1-B3D9-D5CF7FD88521}" destId="{CDC5D4B2-2B2B-49E8-ADAF-EBD9344B3C30}" srcOrd="0" destOrd="0" presId="urn:microsoft.com/office/officeart/2005/8/layout/hierarchy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E120BC55-4821-4CC6-A1A6-7420C8DAA0B7}" type="presOf" srcId="{954D18EA-2D18-4931-AD9F-804BB845E112}" destId="{C699C1BD-71B6-4353-9A9E-3BA55540F2E0}"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9A3F458-10FA-4EB8-8BDE-0D92348DF74B}" type="presOf" srcId="{7F7FF6D0-112E-4AFA-A279-0987C2D20715}" destId="{B3A66481-C015-444E-A158-F2EECADAD76F}" srcOrd="0" destOrd="0" presId="urn:microsoft.com/office/officeart/2005/8/layout/hierarchy6"/>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56799C93-C579-4090-B2D9-3197DFD7E4A7}" destId="{7F7FF6D0-112E-4AFA-A279-0987C2D20715}" srcOrd="0" destOrd="0" parTransId="{BB8D9CE1-0C5A-4237-8E8F-10ADB6FB8D6B}" sibTransId="{F3DBEA5C-7573-4837-AA31-92E1C308AEF0}"/>
    <dgm:cxn modelId="{9BFE6BD2-928A-45C6-B377-35EB5D1EB77D}" type="presOf" srcId="{BB8D9CE1-0C5A-4237-8E8F-10ADB6FB8D6B}" destId="{8EDEE330-77EE-4AD7-A556-1ABCCA4C4A49}" srcOrd="0" destOrd="0" presId="urn:microsoft.com/office/officeart/2005/8/layout/hierarchy6"/>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7FF98E3B-2CC7-4F7C-A1A3-714926AA961D}" type="presParOf" srcId="{38D3B0D2-0B1D-44BE-938F-DAAF8488FB97}" destId="{8EDEE330-77EE-4AD7-A556-1ABCCA4C4A49}" srcOrd="0" destOrd="0" presId="urn:microsoft.com/office/officeart/2005/8/layout/hierarchy6"/>
    <dgm:cxn modelId="{8D18C195-D63C-4F8B-9098-277BEEC6490D}" type="presParOf" srcId="{38D3B0D2-0B1D-44BE-938F-DAAF8488FB97}" destId="{E3A589FB-50FC-4AE5-ACEF-176E15C239F8}" srcOrd="1" destOrd="0" presId="urn:microsoft.com/office/officeart/2005/8/layout/hierarchy6"/>
    <dgm:cxn modelId="{5F7F3EF6-B728-4CCC-B4CF-EC3A9DC66082}" type="presParOf" srcId="{E3A589FB-50FC-4AE5-ACEF-176E15C239F8}" destId="{B3A66481-C015-444E-A158-F2EECADAD76F}" srcOrd="0" destOrd="0" presId="urn:microsoft.com/office/officeart/2005/8/layout/hierarchy6"/>
    <dgm:cxn modelId="{4F2A6709-6942-4207-B2F6-2AE1516F2AA9}" type="presParOf" srcId="{E3A589FB-50FC-4AE5-ACEF-176E15C239F8}" destId="{EF6E8AB4-0723-4245-AD83-C3904D3929A5}" srcOrd="1" destOrd="0" presId="urn:microsoft.com/office/officeart/2005/8/layout/hierarchy6"/>
    <dgm:cxn modelId="{79DF003B-ECD0-4C65-956C-796C5DC45A3F}" type="presParOf" srcId="{EF6E8AB4-0723-4245-AD83-C3904D3929A5}" destId="{C699C1BD-71B6-4353-9A9E-3BA55540F2E0}" srcOrd="0" destOrd="0" presId="urn:microsoft.com/office/officeart/2005/8/layout/hierarchy6"/>
    <dgm:cxn modelId="{8D571897-4209-47D9-8A4C-F23CD356F505}" type="presParOf" srcId="{EF6E8AB4-0723-4245-AD83-C3904D3929A5}" destId="{10AFA81D-A487-4F2E-A4CB-1C9C2355E113}" srcOrd="1" destOrd="0" presId="urn:microsoft.com/office/officeart/2005/8/layout/hierarchy6"/>
    <dgm:cxn modelId="{93C6C979-A205-412A-BFE8-55082390E49F}" type="presParOf" srcId="{10AFA81D-A487-4F2E-A4CB-1C9C2355E113}" destId="{CDC5D4B2-2B2B-49E8-ADAF-EBD9344B3C30}" srcOrd="0" destOrd="0" presId="urn:microsoft.com/office/officeart/2005/8/layout/hierarchy6"/>
    <dgm:cxn modelId="{BA4407D7-8BBF-4423-AA67-D133CBB04915}" type="presParOf" srcId="{10AFA81D-A487-4F2E-A4CB-1C9C2355E113}" destId="{3C68BC2E-C8D1-4EAA-9E02-854A0A3AEBAA}"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dgm:t>
        <a:bodyPr/>
        <a:lstStyle/>
        <a:p>
          <a:r>
            <a:rPr lang="en-US"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dgm:t>
        <a:bodyPr/>
        <a:lstStyle/>
        <a:p>
          <a:r>
            <a:rPr lang="en-US" b="1"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a:solidFill>
          <a:srgbClr val="FFFF00"/>
        </a:solidFill>
      </dgm:spPr>
      <dgm:t>
        <a:bodyPr/>
        <a:lstStyle/>
        <a:p>
          <a:r>
            <a:rPr lang="en-US" b="1" dirty="0"/>
            <a:t>5150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dirty="0"/>
            <a:t>5040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5"/>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5"/>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5"/>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5"/>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5"/>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5"/>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5"/>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5"/>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8EDEE330-77EE-4AD7-A556-1ABCCA4C4A49}" type="pres">
      <dgm:prSet presAssocID="{BB8D9CE1-0C5A-4237-8E8F-10ADB6FB8D6B}" presName="Name19" presStyleLbl="parChTrans1D4" presStyleIdx="4" presStyleCnt="5"/>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4" presStyleIdx="4" presStyleCnt="5"/>
      <dgm:spPr/>
    </dgm:pt>
    <dgm:pt modelId="{EF6E8AB4-0723-4245-AD83-C3904D3929A5}" type="pres">
      <dgm:prSet presAssocID="{7F7FF6D0-112E-4AFA-A279-0987C2D20715}"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0E05450D-113D-4083-9EDF-F9CA4B2EB437}" type="presOf" srcId="{7F7FF6D0-112E-4AFA-A279-0987C2D20715}" destId="{B3A66481-C015-444E-A158-F2EECADAD76F}"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DEE9DD97-F155-4072-803C-72439E68157C}" type="presOf" srcId="{BB8D9CE1-0C5A-4237-8E8F-10ADB6FB8D6B}" destId="{8EDEE330-77EE-4AD7-A556-1ABCCA4C4A49}"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F20019CC-BA8B-45A5-9960-0D4AB0B2FC68}" destId="{7F7FF6D0-112E-4AFA-A279-0987C2D20715}" srcOrd="0" destOrd="0" parTransId="{BB8D9CE1-0C5A-4237-8E8F-10ADB6FB8D6B}" sibTransId="{F3DBEA5C-7573-4837-AA31-92E1C308AEF0}"/>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665104A6-3DE2-4E10-9060-EE457C3BB1C3}" type="presParOf" srcId="{E9D543B6-269A-4BF0-8B76-2B705864E937}" destId="{8EDEE330-77EE-4AD7-A556-1ABCCA4C4A49}" srcOrd="0" destOrd="0" presId="urn:microsoft.com/office/officeart/2005/8/layout/hierarchy6"/>
    <dgm:cxn modelId="{0CD1DA09-D0D2-40B6-87CD-05E6A981B3FA}" type="presParOf" srcId="{E9D543B6-269A-4BF0-8B76-2B705864E937}" destId="{E3A589FB-50FC-4AE5-ACEF-176E15C239F8}" srcOrd="1" destOrd="0" presId="urn:microsoft.com/office/officeart/2005/8/layout/hierarchy6"/>
    <dgm:cxn modelId="{FCE6D455-F656-4CD3-B7C2-F72F88A58E96}" type="presParOf" srcId="{E3A589FB-50FC-4AE5-ACEF-176E15C239F8}" destId="{B3A66481-C015-444E-A158-F2EECADAD76F}" srcOrd="0" destOrd="0" presId="urn:microsoft.com/office/officeart/2005/8/layout/hierarchy6"/>
    <dgm:cxn modelId="{C1BBC3E8-0F6B-414E-989B-8F481A6386B6}" type="presParOf" srcId="{E3A589FB-50FC-4AE5-ACEF-176E15C239F8}" destId="{EF6E8AB4-0723-4245-AD83-C3904D3929A5}"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dgm:t>
        <a:bodyPr/>
        <a:lstStyle/>
        <a:p>
          <a:r>
            <a:rPr lang="en-US"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a:solidFill>
          <a:srgbClr val="92D050"/>
        </a:solidFill>
      </dgm:spPr>
      <dgm:t>
        <a:bodyPr/>
        <a:lstStyle/>
        <a:p>
          <a:r>
            <a:rPr lang="en-US" b="1" dirty="0"/>
            <a:t>5150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a:noFill/>
      </dgm:spPr>
      <dgm:t>
        <a:bodyPr/>
        <a:lstStyle/>
        <a:p>
          <a:r>
            <a:rPr lang="en-US" dirty="0"/>
            <a:t>5144</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dirty="0"/>
            <a:t>5040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5"/>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5"/>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5"/>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5"/>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5"/>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5"/>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5"/>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5"/>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8EDEE330-77EE-4AD7-A556-1ABCCA4C4A49}" type="pres">
      <dgm:prSet presAssocID="{BB8D9CE1-0C5A-4237-8E8F-10ADB6FB8D6B}" presName="Name19" presStyleLbl="parChTrans1D4" presStyleIdx="4" presStyleCnt="5"/>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4" presStyleIdx="4" presStyleCnt="5"/>
      <dgm:spPr/>
    </dgm:pt>
    <dgm:pt modelId="{EF6E8AB4-0723-4245-AD83-C3904D3929A5}" type="pres">
      <dgm:prSet presAssocID="{7F7FF6D0-112E-4AFA-A279-0987C2D20715}"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0E05450D-113D-4083-9EDF-F9CA4B2EB437}" type="presOf" srcId="{7F7FF6D0-112E-4AFA-A279-0987C2D20715}" destId="{B3A66481-C015-444E-A158-F2EECADAD76F}"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DEE9DD97-F155-4072-803C-72439E68157C}" type="presOf" srcId="{BB8D9CE1-0C5A-4237-8E8F-10ADB6FB8D6B}" destId="{8EDEE330-77EE-4AD7-A556-1ABCCA4C4A49}"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F20019CC-BA8B-45A5-9960-0D4AB0B2FC68}" destId="{7F7FF6D0-112E-4AFA-A279-0987C2D20715}" srcOrd="0" destOrd="0" parTransId="{BB8D9CE1-0C5A-4237-8E8F-10ADB6FB8D6B}" sibTransId="{F3DBEA5C-7573-4837-AA31-92E1C308AEF0}"/>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665104A6-3DE2-4E10-9060-EE457C3BB1C3}" type="presParOf" srcId="{E9D543B6-269A-4BF0-8B76-2B705864E937}" destId="{8EDEE330-77EE-4AD7-A556-1ABCCA4C4A49}" srcOrd="0" destOrd="0" presId="urn:microsoft.com/office/officeart/2005/8/layout/hierarchy6"/>
    <dgm:cxn modelId="{0CD1DA09-D0D2-40B6-87CD-05E6A981B3FA}" type="presParOf" srcId="{E9D543B6-269A-4BF0-8B76-2B705864E937}" destId="{E3A589FB-50FC-4AE5-ACEF-176E15C239F8}" srcOrd="1" destOrd="0" presId="urn:microsoft.com/office/officeart/2005/8/layout/hierarchy6"/>
    <dgm:cxn modelId="{FCE6D455-F656-4CD3-B7C2-F72F88A58E96}" type="presParOf" srcId="{E3A589FB-50FC-4AE5-ACEF-176E15C239F8}" destId="{B3A66481-C015-444E-A158-F2EECADAD76F}" srcOrd="0" destOrd="0" presId="urn:microsoft.com/office/officeart/2005/8/layout/hierarchy6"/>
    <dgm:cxn modelId="{C1BBC3E8-0F6B-414E-989B-8F481A6386B6}" type="presParOf" srcId="{E3A589FB-50FC-4AE5-ACEF-176E15C239F8}" destId="{EF6E8AB4-0723-4245-AD83-C3904D3929A5}"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859CEC54-3BFC-4559-8C90-1C8EC1C80FF4}">
      <dgm:prSet phldrT="[Text]"/>
      <dgm:spPr>
        <a:solidFill>
          <a:srgbClr val="FFFF00"/>
        </a:solidFill>
      </dgm:spPr>
      <dgm:t>
        <a:bodyPr/>
        <a:lstStyle/>
        <a:p>
          <a:r>
            <a:rPr lang="en-US" dirty="0"/>
            <a:t>4910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1"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1"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b="1" dirty="0"/>
            <a:t>5150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36EB3989-A3D5-45D8-AC5E-9106D73093F5}">
      <dgm:prSet phldrT="[Text]"/>
      <dgm:spPr/>
      <dgm:t>
        <a:bodyPr/>
        <a:lstStyle/>
        <a:p>
          <a:r>
            <a:rPr lang="en-US" dirty="0"/>
            <a:t>4901</a:t>
          </a:r>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4"/>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4"/>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4"/>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4"/>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4"/>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4"/>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4"/>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4"/>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7F7FF6D0-112E-4AFA-A279-0987C2D20715}">
      <dgm:prSet phldrT="[Text]"/>
      <dgm:spPr>
        <a:solidFill>
          <a:srgbClr val="FFFF00"/>
        </a:solidFill>
      </dgm:spPr>
      <dgm:t>
        <a:bodyPr/>
        <a:lstStyle/>
        <a:p>
          <a:r>
            <a:rPr lang="en-US" dirty="0"/>
            <a:t>4910</a:t>
          </a:r>
        </a:p>
      </dgm:t>
    </dgm:pt>
    <dgm:pt modelId="{BB8D9CE1-0C5A-4237-8E8F-10ADB6FB8D6B}" type="parTrans" cxnId="{1DA665CA-9F08-46CF-88CE-D0887F732507}">
      <dgm:prSet/>
      <dgm:spPr/>
      <dgm:t>
        <a:bodyPr/>
        <a:lstStyle/>
        <a:p>
          <a:endParaRPr lang="en-US"/>
        </a:p>
      </dgm:t>
    </dgm:pt>
    <dgm:pt modelId="{F3DBEA5C-7573-4837-AA31-92E1C308AEF0}" type="sibTrans" cxnId="{1DA665CA-9F08-46CF-88CE-D0887F732507}">
      <dgm:prSet/>
      <dgm:spPr/>
      <dgm:t>
        <a:bodyPr/>
        <a:lstStyle/>
        <a:p>
          <a:endParaRPr lang="en-US"/>
        </a:p>
      </dgm:t>
    </dgm:pt>
    <dgm:pt modelId="{859CEC54-3BFC-4559-8C90-1C8EC1C80FF4}">
      <dgm:prSet phldrT="[Text]"/>
      <dgm:spPr>
        <a:solidFill>
          <a:srgbClr val="FF0000"/>
        </a:solidFill>
      </dgm:spPr>
      <dgm:t>
        <a:bodyPr/>
        <a:lstStyle/>
        <a:p>
          <a:r>
            <a:rPr lang="en-US" b="1" dirty="0"/>
            <a:t>5150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dirty="0"/>
            <a:t>5139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a:noFill/>
      </dgm:spPr>
      <dgm:t>
        <a:bodyPr/>
        <a:lstStyle/>
        <a:p>
          <a:r>
            <a:rPr lang="en-US" dirty="0"/>
            <a:t>5144</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36EB3989-A3D5-45D8-AC5E-9106D73093F5}">
      <dgm:prSet phldrT="[Text]"/>
      <dgm:spPr/>
      <dgm:t>
        <a:bodyPr/>
        <a:lstStyle/>
        <a:p>
          <a:r>
            <a:rPr lang="en-US" dirty="0"/>
            <a:t>4901</a:t>
          </a:r>
        </a:p>
      </dgm:t>
    </dgm:pt>
    <dgm:pt modelId="{08D0575B-A54A-41AA-8D2E-E6AC98F91FFA}" type="parTrans" cxnId="{20698D06-7AD7-4D78-8893-66215C56009A}">
      <dgm:prSet/>
      <dgm:spPr/>
      <dgm:t>
        <a:bodyPr/>
        <a:lstStyle/>
        <a:p>
          <a:endParaRPr lang="en-US"/>
        </a:p>
      </dgm:t>
    </dgm:pt>
    <dgm:pt modelId="{1A623D6F-6021-4803-B98F-EC2CB29AF0DF}" type="sibTrans" cxnId="{20698D06-7AD7-4D78-8893-66215C56009A}">
      <dgm:prSet/>
      <dgm:spPr/>
      <dgm:t>
        <a:bodyPr/>
        <a:lstStyle/>
        <a:p>
          <a:endParaRPr lang="en-US"/>
        </a:p>
      </dgm:t>
    </dgm:pt>
    <dgm:pt modelId="{925F761A-4B7B-4D81-85FF-46ACEE065B76}">
      <dgm:prSet phldrT="[Text]"/>
      <dgm:spPr/>
      <dgm:t>
        <a:bodyPr/>
        <a:lstStyle/>
        <a:p>
          <a:r>
            <a:rPr lang="en-US"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dirty="0"/>
            <a:t>5040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5"/>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5"/>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5"/>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5"/>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5"/>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5"/>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5"/>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5"/>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8EDEE330-77EE-4AD7-A556-1ABCCA4C4A49}" type="pres">
      <dgm:prSet presAssocID="{BB8D9CE1-0C5A-4237-8E8F-10ADB6FB8D6B}" presName="Name19" presStyleLbl="parChTrans1D4" presStyleIdx="4" presStyleCnt="5"/>
      <dgm:spPr/>
    </dgm:pt>
    <dgm:pt modelId="{E3A589FB-50FC-4AE5-ACEF-176E15C239F8}" type="pres">
      <dgm:prSet presAssocID="{7F7FF6D0-112E-4AFA-A279-0987C2D20715}" presName="Name21" presStyleCnt="0"/>
      <dgm:spPr/>
    </dgm:pt>
    <dgm:pt modelId="{B3A66481-C015-444E-A158-F2EECADAD76F}" type="pres">
      <dgm:prSet presAssocID="{7F7FF6D0-112E-4AFA-A279-0987C2D20715}" presName="level2Shape" presStyleLbl="node4" presStyleIdx="4" presStyleCnt="5"/>
      <dgm:spPr/>
    </dgm:pt>
    <dgm:pt modelId="{EF6E8AB4-0723-4245-AD83-C3904D3929A5}" type="pres">
      <dgm:prSet presAssocID="{7F7FF6D0-112E-4AFA-A279-0987C2D20715}"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0E05450D-113D-4083-9EDF-F9CA4B2EB437}" type="presOf" srcId="{7F7FF6D0-112E-4AFA-A279-0987C2D20715}" destId="{B3A66481-C015-444E-A158-F2EECADAD76F}"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DEE9DD97-F155-4072-803C-72439E68157C}" type="presOf" srcId="{BB8D9CE1-0C5A-4237-8E8F-10ADB6FB8D6B}" destId="{8EDEE330-77EE-4AD7-A556-1ABCCA4C4A49}"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1DA665CA-9F08-46CF-88CE-D0887F732507}" srcId="{F20019CC-BA8B-45A5-9960-0D4AB0B2FC68}" destId="{7F7FF6D0-112E-4AFA-A279-0987C2D20715}" srcOrd="0" destOrd="0" parTransId="{BB8D9CE1-0C5A-4237-8E8F-10ADB6FB8D6B}" sibTransId="{F3DBEA5C-7573-4837-AA31-92E1C308AEF0}"/>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665104A6-3DE2-4E10-9060-EE457C3BB1C3}" type="presParOf" srcId="{E9D543B6-269A-4BF0-8B76-2B705864E937}" destId="{8EDEE330-77EE-4AD7-A556-1ABCCA4C4A49}" srcOrd="0" destOrd="0" presId="urn:microsoft.com/office/officeart/2005/8/layout/hierarchy6"/>
    <dgm:cxn modelId="{0CD1DA09-D0D2-40B6-87CD-05E6A981B3FA}" type="presParOf" srcId="{E9D543B6-269A-4BF0-8B76-2B705864E937}" destId="{E3A589FB-50FC-4AE5-ACEF-176E15C239F8}" srcOrd="1" destOrd="0" presId="urn:microsoft.com/office/officeart/2005/8/layout/hierarchy6"/>
    <dgm:cxn modelId="{FCE6D455-F656-4CD3-B7C2-F72F88A58E96}" type="presParOf" srcId="{E3A589FB-50FC-4AE5-ACEF-176E15C239F8}" destId="{B3A66481-C015-444E-A158-F2EECADAD76F}" srcOrd="0" destOrd="0" presId="urn:microsoft.com/office/officeart/2005/8/layout/hierarchy6"/>
    <dgm:cxn modelId="{C1BBC3E8-0F6B-414E-989B-8F481A6386B6}" type="presParOf" srcId="{E3A589FB-50FC-4AE5-ACEF-176E15C239F8}" destId="{EF6E8AB4-0723-4245-AD83-C3904D3929A5}"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859CEC54-3BFC-4559-8C90-1C8EC1C80FF4}">
      <dgm:prSet phldrT="[Text]"/>
      <dgm:spPr>
        <a:noFill/>
      </dgm:spPr>
      <dgm:t>
        <a:bodyPr/>
        <a:lstStyle/>
        <a:p>
          <a:r>
            <a:rPr lang="en-US" dirty="0"/>
            <a:t>5139</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a:solidFill>
          <a:srgbClr val="FFFF00"/>
        </a:solidFill>
      </dgm:spPr>
      <dgm:t>
        <a:bodyPr/>
        <a:lstStyle/>
        <a:p>
          <a:r>
            <a:rPr lang="en-US" b="0" dirty="0"/>
            <a:t>4910</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b="1"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b="1" dirty="0"/>
            <a:t>5073</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b="1" dirty="0"/>
            <a:t>5150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36EB3989-A3D5-45D8-AC5E-9106D73093F5}">
      <dgm:prSet phldrT="[Text]"/>
      <dgm:spPr/>
      <dgm:t>
        <a:bodyPr/>
        <a:lstStyle/>
        <a:p>
          <a:r>
            <a:rPr lang="en-US" dirty="0"/>
            <a:t>4901</a:t>
          </a:r>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4"/>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4"/>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4"/>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4"/>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4"/>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4"/>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4"/>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4"/>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b="1" dirty="0"/>
            <a:t>4967</a:t>
          </a:r>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859CEC54-3BFC-4559-8C90-1C8EC1C80FF4}">
      <dgm:prSet phldrT="[Text]"/>
      <dgm:spPr>
        <a:noFill/>
      </dgm:spPr>
      <dgm:t>
        <a:bodyPr/>
        <a:lstStyle/>
        <a:p>
          <a:r>
            <a:rPr lang="en-US" dirty="0"/>
            <a:t>5139</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a:noFill/>
      </dgm:spPr>
      <dgm:t>
        <a:bodyPr/>
        <a:lstStyle/>
        <a:p>
          <a:r>
            <a:rPr lang="en-US" b="0" dirty="0"/>
            <a:t>5073</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b="0" dirty="0"/>
            <a:t>4946</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5040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a:solidFill>
          <a:srgbClr val="FFFF00"/>
        </a:solidFill>
      </dgm:spPr>
      <dgm:t>
        <a:bodyPr/>
        <a:lstStyle/>
        <a:p>
          <a:r>
            <a:rPr lang="en-US" b="0" dirty="0"/>
            <a:t>4910</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CC1F58A-89B8-40EF-B1AA-745A8A476BA9}">
      <dgm:prSet phldrT="[Text]"/>
      <dgm:spPr/>
      <dgm:t>
        <a:bodyPr/>
        <a:lstStyle/>
        <a:p>
          <a:r>
            <a:rPr lang="en-US" b="1" dirty="0"/>
            <a:t>5019</a:t>
          </a:r>
        </a:p>
      </dgm:t>
    </dgm:pt>
    <dgm:pt modelId="{C2D5911D-E6C5-4095-934D-1E8EC5B4011B}" type="parTrans" cxnId="{A2222938-B6D6-4669-8FC7-055D83D9C639}">
      <dgm:prSet/>
      <dgm:spPr/>
      <dgm:t>
        <a:bodyPr/>
        <a:lstStyle/>
        <a:p>
          <a:endParaRPr lang="en-US"/>
        </a:p>
      </dgm:t>
    </dgm:pt>
    <dgm:pt modelId="{DC2CC0B4-BE90-4217-8753-05BE76765DE5}" type="sibTrans" cxnId="{A2222938-B6D6-4669-8FC7-055D83D9C639}">
      <dgm:prSet/>
      <dgm:spPr/>
      <dgm:t>
        <a:bodyPr/>
        <a:lstStyle/>
        <a:p>
          <a:endParaRPr lang="en-US"/>
        </a:p>
      </dgm:t>
    </dgm:pt>
    <dgm:pt modelId="{26B1B0E3-32A6-49E0-A5F3-B23ABC0ED478}">
      <dgm:prSet phldrT="[Text]"/>
      <dgm:spPr/>
      <dgm:t>
        <a:bodyPr/>
        <a:lstStyle/>
        <a:p>
          <a:r>
            <a:rPr lang="en-US" dirty="0"/>
            <a:t>4669</a:t>
          </a:r>
        </a:p>
      </dgm:t>
    </dgm:pt>
    <dgm:pt modelId="{935429F4-C8DD-4DF2-807D-E7DAD476D63B}" type="parTrans" cxnId="{F48C6ED3-BEE1-4C43-8C0A-0208EF685A67}">
      <dgm:prSet/>
      <dgm:spPr/>
      <dgm:t>
        <a:bodyPr/>
        <a:lstStyle/>
        <a:p>
          <a:endParaRPr lang="en-US"/>
        </a:p>
      </dgm:t>
    </dgm:pt>
    <dgm:pt modelId="{D08A8616-87A1-4A71-A42B-ABC12D70A94A}" type="sibTrans" cxnId="{F48C6ED3-BEE1-4C43-8C0A-0208EF685A67}">
      <dgm:prSet/>
      <dgm:spPr/>
      <dgm:t>
        <a:bodyPr/>
        <a:lstStyle/>
        <a:p>
          <a:endParaRPr lang="en-US"/>
        </a:p>
      </dgm:t>
    </dgm:pt>
    <dgm:pt modelId="{12E53E50-CCCD-4F92-B02A-4020189D02B6}">
      <dgm:prSet phldrT="[Text]"/>
      <dgm:spPr/>
      <dgm:t>
        <a:bodyPr/>
        <a:lstStyle/>
        <a:p>
          <a:r>
            <a:rPr lang="en-US" dirty="0"/>
            <a:t>4930</a:t>
          </a:r>
        </a:p>
      </dgm:t>
    </dgm:pt>
    <dgm:pt modelId="{784E33A9-4235-4CF5-A26E-3AD84B403E1C}" type="parTrans" cxnId="{A24D5389-CD8B-47EF-9A52-9F321E8E12B3}">
      <dgm:prSet/>
      <dgm:spPr/>
      <dgm:t>
        <a:bodyPr/>
        <a:lstStyle/>
        <a:p>
          <a:endParaRPr lang="en-US"/>
        </a:p>
      </dgm:t>
    </dgm:pt>
    <dgm:pt modelId="{DEDC8099-7B46-4007-974F-56E297E165C8}" type="sibTrans" cxnId="{A24D5389-CD8B-47EF-9A52-9F321E8E12B3}">
      <dgm:prSet/>
      <dgm:spPr/>
      <dgm:t>
        <a:bodyPr/>
        <a:lstStyle/>
        <a:p>
          <a:endParaRPr lang="en-US"/>
        </a:p>
      </dgm:t>
    </dgm:pt>
    <dgm:pt modelId="{F20019CC-BA8B-45A5-9960-0D4AB0B2FC68}">
      <dgm:prSet phldrT="[Text]"/>
      <dgm:spPr>
        <a:noFill/>
      </dgm:spPr>
      <dgm:t>
        <a:bodyPr/>
        <a:lstStyle/>
        <a:p>
          <a:r>
            <a:rPr lang="en-US" b="1" dirty="0"/>
            <a:t>5150</a:t>
          </a:r>
        </a:p>
      </dgm:t>
    </dgm:pt>
    <dgm:pt modelId="{BEDC2357-B217-4B12-AA4C-A0B5F695CF68}" type="parTrans" cxnId="{EA1F4603-54C7-4F28-880A-25DABD265EF0}">
      <dgm:prSet/>
      <dgm:spPr/>
      <dgm:t>
        <a:bodyPr/>
        <a:lstStyle/>
        <a:p>
          <a:endParaRPr lang="en-US"/>
        </a:p>
      </dgm:t>
    </dgm:pt>
    <dgm:pt modelId="{1855188E-CAFC-4E8F-9D76-5D0883B582B4}" type="sibTrans" cxnId="{EA1F4603-54C7-4F28-880A-25DABD265EF0}">
      <dgm:prSet/>
      <dgm:spPr/>
      <dgm:t>
        <a:bodyPr/>
        <a:lstStyle/>
        <a:p>
          <a:endParaRPr lang="en-US"/>
        </a:p>
      </dgm:t>
    </dgm:pt>
    <dgm:pt modelId="{36EB3989-A3D5-45D8-AC5E-9106D73093F5}">
      <dgm:prSet phldrT="[Text]"/>
      <dgm:spPr/>
      <dgm:t>
        <a:bodyPr/>
        <a:lstStyle/>
        <a:p>
          <a:r>
            <a:rPr lang="en-US" dirty="0"/>
            <a:t>4901</a:t>
          </a:r>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DE793EE6-148F-4E33-850A-CCA6FDD4E953}" type="pres">
      <dgm:prSet presAssocID="{873A4569-48E4-4E3C-B450-542B067BAF28}" presName="Name19" presStyleLbl="parChTrans1D4" presStyleIdx="0" presStyleCnt="4"/>
      <dgm:spPr/>
    </dgm:pt>
    <dgm:pt modelId="{914D065A-1D05-448F-B60C-BACC11DD317F}" type="pres">
      <dgm:prSet presAssocID="{462DC39C-95D9-4BA2-8B4A-4CEE79E3559D}" presName="Name21" presStyleCnt="0"/>
      <dgm:spPr/>
    </dgm:pt>
    <dgm:pt modelId="{9BEA3625-52A1-4E0D-B86C-A0F4F527DFD0}" type="pres">
      <dgm:prSet presAssocID="{462DC39C-95D9-4BA2-8B4A-4CEE79E3559D}" presName="level2Shape" presStyleLbl="node4" presStyleIdx="0" presStyleCnt="4"/>
      <dgm:spPr/>
    </dgm:pt>
    <dgm:pt modelId="{3E33871E-FAA6-422B-AE1F-259F52E3B4B1}" type="pres">
      <dgm:prSet presAssocID="{462DC39C-95D9-4BA2-8B4A-4CEE79E3559D}" presName="hierChild3" presStyleCnt="0"/>
      <dgm:spPr/>
    </dgm:pt>
    <dgm:pt modelId="{B3EA0E01-1237-47A4-BC76-04D4C6D250B4}" type="pres">
      <dgm:prSet presAssocID="{C2D5911D-E6C5-4095-934D-1E8EC5B4011B}" presName="Name19" presStyleLbl="parChTrans1D4" presStyleIdx="1" presStyleCnt="4"/>
      <dgm:spPr/>
    </dgm:pt>
    <dgm:pt modelId="{44A2B5A7-64A0-45CC-8DA1-4B60A3BDDB83}" type="pres">
      <dgm:prSet presAssocID="{3CC1F58A-89B8-40EF-B1AA-745A8A476BA9}" presName="Name21" presStyleCnt="0"/>
      <dgm:spPr/>
    </dgm:pt>
    <dgm:pt modelId="{801269CA-194D-4CB2-BEFE-89B7027B48AA}" type="pres">
      <dgm:prSet presAssocID="{3CC1F58A-89B8-40EF-B1AA-745A8A476BA9}" presName="level2Shape" presStyleLbl="node4" presStyleIdx="1" presStyleCnt="4"/>
      <dgm:spPr/>
    </dgm:pt>
    <dgm:pt modelId="{53F15B06-3B42-4508-AD35-51871FEDE163}" type="pres">
      <dgm:prSet presAssocID="{3CC1F58A-89B8-40EF-B1AA-745A8A476BA9}"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112988A9-A465-452D-A67D-02E2008D0944}" type="pres">
      <dgm:prSet presAssocID="{935429F4-C8DD-4DF2-807D-E7DAD476D63B}" presName="Name19" presStyleLbl="parChTrans1D4" presStyleIdx="2" presStyleCnt="4"/>
      <dgm:spPr/>
    </dgm:pt>
    <dgm:pt modelId="{0E351634-34C7-4528-9CF3-22A9CC8B0E5E}" type="pres">
      <dgm:prSet presAssocID="{26B1B0E3-32A6-49E0-A5F3-B23ABC0ED478}" presName="Name21" presStyleCnt="0"/>
      <dgm:spPr/>
    </dgm:pt>
    <dgm:pt modelId="{AF77EB2E-4343-4B1C-B618-F055AC67793E}" type="pres">
      <dgm:prSet presAssocID="{26B1B0E3-32A6-49E0-A5F3-B23ABC0ED478}" presName="level2Shape" presStyleLbl="node4" presStyleIdx="2" presStyleCnt="4"/>
      <dgm:spPr/>
    </dgm:pt>
    <dgm:pt modelId="{D5F94BF9-5A2C-4C40-A8C5-470A73E86F2F}" type="pres">
      <dgm:prSet presAssocID="{26B1B0E3-32A6-49E0-A5F3-B23ABC0ED478}" presName="hierChild3" presStyleCnt="0"/>
      <dgm:spPr/>
    </dgm:pt>
    <dgm:pt modelId="{A01CFBE1-D46D-4878-AE2C-9DC8FC615B1A}" type="pres">
      <dgm:prSet presAssocID="{784E33A9-4235-4CF5-A26E-3AD84B403E1C}" presName="Name19" presStyleLbl="parChTrans1D4" presStyleIdx="3" presStyleCnt="4"/>
      <dgm:spPr/>
    </dgm:pt>
    <dgm:pt modelId="{C9FE5033-6647-4B0E-A999-DCB57E879925}" type="pres">
      <dgm:prSet presAssocID="{12E53E50-CCCD-4F92-B02A-4020189D02B6}" presName="Name21" presStyleCnt="0"/>
      <dgm:spPr/>
    </dgm:pt>
    <dgm:pt modelId="{7E1087DD-A3B7-42DB-82F1-C6BD2064E027}" type="pres">
      <dgm:prSet presAssocID="{12E53E50-CCCD-4F92-B02A-4020189D02B6}" presName="level2Shape" presStyleLbl="node4" presStyleIdx="3" presStyleCnt="4"/>
      <dgm:spPr/>
    </dgm:pt>
    <dgm:pt modelId="{4BE5AF17-0DB6-42E5-BEFF-E18194BB26CB}" type="pres">
      <dgm:prSet presAssocID="{12E53E50-CCCD-4F92-B02A-4020189D02B6}"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A2222938-B6D6-4669-8FC7-055D83D9C639}" srcId="{925F761A-4B7B-4D81-85FF-46ACEE065B76}" destId="{3CC1F58A-89B8-40EF-B1AA-745A8A476BA9}" srcOrd="1" destOrd="0" parTransId="{C2D5911D-E6C5-4095-934D-1E8EC5B4011B}" sibTransId="{DC2CC0B4-BE90-4217-8753-05BE76765DE5}"/>
    <dgm:cxn modelId="{8083B53C-D5CF-49E2-B5BF-B50F19929056}" type="presOf" srcId="{784E33A9-4235-4CF5-A26E-3AD84B403E1C}" destId="{A01CFBE1-D46D-4878-AE2C-9DC8FC615B1A}" srcOrd="0" destOrd="0" presId="urn:microsoft.com/office/officeart/2005/8/layout/hierarchy6"/>
    <dgm:cxn modelId="{CF1F9743-F387-439A-AE2D-621973A3066B}" type="presOf" srcId="{26B1B0E3-32A6-49E0-A5F3-B23ABC0ED478}" destId="{AF77EB2E-4343-4B1C-B618-F055AC67793E}" srcOrd="0" destOrd="0" presId="urn:microsoft.com/office/officeart/2005/8/layout/hierarchy6"/>
    <dgm:cxn modelId="{7969E36C-F5A1-4E0D-8341-1F49ED3E7857}" type="presOf" srcId="{462DC39C-95D9-4BA2-8B4A-4CEE79E3559D}" destId="{9BEA3625-52A1-4E0D-B86C-A0F4F527DFD0}" srcOrd="0" destOrd="0" presId="urn:microsoft.com/office/officeart/2005/8/layout/hierarchy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0D53795A-1D76-4C58-A640-E293F891D896}" type="presOf" srcId="{935429F4-C8DD-4DF2-807D-E7DAD476D63B}" destId="{112988A9-A465-452D-A67D-02E2008D0944}" srcOrd="0" destOrd="0" presId="urn:microsoft.com/office/officeart/2005/8/layout/hierarchy6"/>
    <dgm:cxn modelId="{3B5A087E-9A76-485E-91D6-D58998C71A78}" type="presOf" srcId="{FB050F7A-308F-41E5-B209-89E18D1F4635}" destId="{B0367589-497A-4875-951F-45EC0E1C7C32}" srcOrd="0" destOrd="0" presId="urn:microsoft.com/office/officeart/2005/8/layout/hierarchy6"/>
    <dgm:cxn modelId="{E5645C7E-099A-469F-B77B-069852C65C0E}" type="presOf" srcId="{C2D5911D-E6C5-4095-934D-1E8EC5B4011B}" destId="{B3EA0E01-1237-47A4-BC76-04D4C6D250B4}" srcOrd="0" destOrd="0" presId="urn:microsoft.com/office/officeart/2005/8/layout/hierarchy6"/>
    <dgm:cxn modelId="{A24D5389-CD8B-47EF-9A52-9F321E8E12B3}" srcId="{6B31BD28-9F9B-4856-9B39-910576B32AB9}" destId="{12E53E50-CCCD-4F92-B02A-4020189D02B6}" srcOrd="1" destOrd="0" parTransId="{784E33A9-4235-4CF5-A26E-3AD84B403E1C}" sibTransId="{DEDC8099-7B46-4007-974F-56E297E165C8}"/>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791EC393-B9C5-4BFC-83FB-E2B45F1C5916}" type="presOf" srcId="{3CC1F58A-89B8-40EF-B1AA-745A8A476BA9}" destId="{801269CA-194D-4CB2-BEFE-89B7027B48AA}" srcOrd="0" destOrd="0" presId="urn:microsoft.com/office/officeart/2005/8/layout/hierarchy6"/>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EFD735B0-9828-4D1A-B9A2-6C74E50A30BB}" type="presOf" srcId="{12E53E50-CCCD-4F92-B02A-4020189D02B6}" destId="{7E1087DD-A3B7-42DB-82F1-C6BD2064E027}"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42091AD3-FA0C-4DDD-BBED-A26056D7A0CF}" type="presOf" srcId="{873A4569-48E4-4E3C-B450-542B067BAF28}" destId="{DE793EE6-148F-4E33-850A-CCA6FDD4E953}" srcOrd="0" destOrd="0" presId="urn:microsoft.com/office/officeart/2005/8/layout/hierarchy6"/>
    <dgm:cxn modelId="{F48C6ED3-BEE1-4C43-8C0A-0208EF685A67}" srcId="{6B31BD28-9F9B-4856-9B39-910576B32AB9}" destId="{26B1B0E3-32A6-49E0-A5F3-B23ABC0ED478}" srcOrd="0" destOrd="0" parTransId="{935429F4-C8DD-4DF2-807D-E7DAD476D63B}" sibTransId="{D08A8616-87A1-4A71-A42B-ABC12D70A94A}"/>
    <dgm:cxn modelId="{C91D93E0-4AC1-45AE-8E03-0CFE1D6DBCB6}" type="presOf" srcId="{ECB6F434-657F-4C4D-8AC2-A8292EEA0088}" destId="{C64A9CA2-04C0-44B6-96B1-FCF1A63B439D}" srcOrd="0" destOrd="0" presId="urn:microsoft.com/office/officeart/2005/8/layout/hierarchy6"/>
    <dgm:cxn modelId="{1BEB06F2-40E2-4181-A4F7-BE4F35FF143B}" srcId="{925F761A-4B7B-4D81-85FF-46ACEE065B76}" destId="{462DC39C-95D9-4BA2-8B4A-4CEE79E3559D}" srcOrd="0" destOrd="0" parTransId="{873A4569-48E4-4E3C-B450-542B067BAF28}" sibTransId="{B51697D8-48FB-480E-B4D8-FC130BE900F5}"/>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9ED312E9-2355-4739-81DE-D61E0BACD877}" type="presParOf" srcId="{91F89447-EE88-484F-91A1-59C4CBCF9857}" destId="{DE793EE6-148F-4E33-850A-CCA6FDD4E953}" srcOrd="0" destOrd="0" presId="urn:microsoft.com/office/officeart/2005/8/layout/hierarchy6"/>
    <dgm:cxn modelId="{31A70FC4-FCD4-45BE-9466-285D1FB61008}" type="presParOf" srcId="{91F89447-EE88-484F-91A1-59C4CBCF9857}" destId="{914D065A-1D05-448F-B60C-BACC11DD317F}" srcOrd="1" destOrd="0" presId="urn:microsoft.com/office/officeart/2005/8/layout/hierarchy6"/>
    <dgm:cxn modelId="{4A0063F4-0A93-42B7-805C-F6A9F9BDBF83}" type="presParOf" srcId="{914D065A-1D05-448F-B60C-BACC11DD317F}" destId="{9BEA3625-52A1-4E0D-B86C-A0F4F527DFD0}" srcOrd="0" destOrd="0" presId="urn:microsoft.com/office/officeart/2005/8/layout/hierarchy6"/>
    <dgm:cxn modelId="{71D10A77-B5E8-439B-B981-FE08B396C91E}" type="presParOf" srcId="{914D065A-1D05-448F-B60C-BACC11DD317F}" destId="{3E33871E-FAA6-422B-AE1F-259F52E3B4B1}" srcOrd="1" destOrd="0" presId="urn:microsoft.com/office/officeart/2005/8/layout/hierarchy6"/>
    <dgm:cxn modelId="{689ECE30-9199-455F-A8C0-6D19DB8D0FE4}" type="presParOf" srcId="{91F89447-EE88-484F-91A1-59C4CBCF9857}" destId="{B3EA0E01-1237-47A4-BC76-04D4C6D250B4}" srcOrd="2" destOrd="0" presId="urn:microsoft.com/office/officeart/2005/8/layout/hierarchy6"/>
    <dgm:cxn modelId="{210E9829-051C-44BB-A4C9-D6EE3A2C7A34}" type="presParOf" srcId="{91F89447-EE88-484F-91A1-59C4CBCF9857}" destId="{44A2B5A7-64A0-45CC-8DA1-4B60A3BDDB83}" srcOrd="3" destOrd="0" presId="urn:microsoft.com/office/officeart/2005/8/layout/hierarchy6"/>
    <dgm:cxn modelId="{342F9ABC-9EF0-479B-9DA1-DFAA45A9A1C5}" type="presParOf" srcId="{44A2B5A7-64A0-45CC-8DA1-4B60A3BDDB83}" destId="{801269CA-194D-4CB2-BEFE-89B7027B48AA}" srcOrd="0" destOrd="0" presId="urn:microsoft.com/office/officeart/2005/8/layout/hierarchy6"/>
    <dgm:cxn modelId="{8F38912A-C4B5-4671-9D52-793614774167}" type="presParOf" srcId="{44A2B5A7-64A0-45CC-8DA1-4B60A3BDDB83}" destId="{53F15B06-3B42-4508-AD35-51871FEDE163}"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077DA5EE-046F-469E-8510-F80EF6D98FBA}" type="presParOf" srcId="{EFA8C7A7-0513-473E-B785-B1F19C1A565F}" destId="{112988A9-A465-452D-A67D-02E2008D0944}" srcOrd="0" destOrd="0" presId="urn:microsoft.com/office/officeart/2005/8/layout/hierarchy6"/>
    <dgm:cxn modelId="{BC3A8499-BB3B-42BC-BC2A-1FB7F188A86F}" type="presParOf" srcId="{EFA8C7A7-0513-473E-B785-B1F19C1A565F}" destId="{0E351634-34C7-4528-9CF3-22A9CC8B0E5E}" srcOrd="1" destOrd="0" presId="urn:microsoft.com/office/officeart/2005/8/layout/hierarchy6"/>
    <dgm:cxn modelId="{50B2B1A2-A76D-4F49-9C80-607FA7E250CD}" type="presParOf" srcId="{0E351634-34C7-4528-9CF3-22A9CC8B0E5E}" destId="{AF77EB2E-4343-4B1C-B618-F055AC67793E}" srcOrd="0" destOrd="0" presId="urn:microsoft.com/office/officeart/2005/8/layout/hierarchy6"/>
    <dgm:cxn modelId="{7CA70F0C-B692-4038-9C5C-DF589B8B804B}" type="presParOf" srcId="{0E351634-34C7-4528-9CF3-22A9CC8B0E5E}" destId="{D5F94BF9-5A2C-4C40-A8C5-470A73E86F2F}" srcOrd="1" destOrd="0" presId="urn:microsoft.com/office/officeart/2005/8/layout/hierarchy6"/>
    <dgm:cxn modelId="{0D293D26-8897-48CE-A4A5-EDA2A21618A4}" type="presParOf" srcId="{EFA8C7A7-0513-473E-B785-B1F19C1A565F}" destId="{A01CFBE1-D46D-4878-AE2C-9DC8FC615B1A}" srcOrd="2" destOrd="0" presId="urn:microsoft.com/office/officeart/2005/8/layout/hierarchy6"/>
    <dgm:cxn modelId="{7CD02257-0DE9-4FF4-804F-4B3A0426A85D}" type="presParOf" srcId="{EFA8C7A7-0513-473E-B785-B1F19C1A565F}" destId="{C9FE5033-6647-4B0E-A999-DCB57E879925}" srcOrd="3" destOrd="0" presId="urn:microsoft.com/office/officeart/2005/8/layout/hierarchy6"/>
    <dgm:cxn modelId="{2F8D875B-EED5-493A-B6EE-A3CD3161E70B}" type="presParOf" srcId="{C9FE5033-6647-4B0E-A999-DCB57E879925}" destId="{7E1087DD-A3B7-42DB-82F1-C6BD2064E027}" srcOrd="0" destOrd="0" presId="urn:microsoft.com/office/officeart/2005/8/layout/hierarchy6"/>
    <dgm:cxn modelId="{2BE7EFF7-0854-445B-8DAC-A4AB5D15FC2A}" type="presParOf" srcId="{C9FE5033-6647-4B0E-A999-DCB57E879925}" destId="{4BE5AF17-0DB6-42E5-BEFF-E18194BB26CB}"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endParaRPr lang="en-US" b="0" dirty="0"/>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4967</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4967</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4910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5073</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4910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4967</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5073</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5040</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4910</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4967</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5073</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5040</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5019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4967</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r>
            <a:rPr lang="en-US" dirty="0"/>
            <a:t>4669</a:t>
          </a:r>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r>
            <a:rPr lang="en-US" b="0" dirty="0"/>
            <a:t>4910</a:t>
          </a:r>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5144</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5073</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5040</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5019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4967</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36EB3989-A3D5-45D8-AC5E-9106D73093F5}">
      <dgm:prSet phldrT="[Text]"/>
      <dgm:spPr/>
      <dgm:t>
        <a:bodyPr/>
        <a:lstStyle/>
        <a:p>
          <a:r>
            <a:rPr lang="en-US" dirty="0"/>
            <a:t>4669</a:t>
          </a:r>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F20019CC-BA8B-45A5-9960-0D4AB0B2FC68}">
      <dgm:prSet phldrT="[Text]"/>
      <dgm:spPr>
        <a:noFill/>
      </dgm:spPr>
      <dgm:t>
        <a:bodyPr/>
        <a:lstStyle/>
        <a:p>
          <a:r>
            <a:rPr lang="en-US" b="0" dirty="0"/>
            <a:t>4910</a:t>
          </a:r>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5073</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5040</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4669</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5019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4967</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r>
            <a:rPr lang="en-US" b="0" dirty="0"/>
            <a:t>4910</a:t>
          </a:r>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5040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4967</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r>
            <a:rPr lang="en-US" dirty="0"/>
            <a:t>4669</a:t>
          </a:r>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5019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4910</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5019</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4967</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4669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r>
            <a:rPr lang="en-US" dirty="0"/>
            <a:t>4910</a:t>
          </a:r>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4967</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4910</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r>
            <a:rPr lang="en-US" b="0" dirty="0"/>
            <a:t>4669</a:t>
          </a:r>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4910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a:solidFill>
          <a:srgbClr val="FFFF00"/>
        </a:solidFill>
      </dgm:spPr>
      <dgm:t>
        <a:bodyPr/>
        <a:lstStyle/>
        <a:p>
          <a:r>
            <a:rPr lang="en-US" b="1" dirty="0"/>
            <a:t>4669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4910</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r>
            <a:rPr lang="en-US" b="0" dirty="0"/>
            <a:t>4669</a:t>
          </a:r>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solidFill>
          <a:srgbClr val="FF0000"/>
        </a:solidFill>
      </dgm:spPr>
      <dgm:t>
        <a:bodyPr/>
        <a:lstStyle/>
        <a:p>
          <a:r>
            <a:rPr lang="en-US" dirty="0"/>
            <a:t>4669</a:t>
          </a:r>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endParaRPr lang="en-US" b="0" dirty="0"/>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2C1183EB-CE60-4B83-AC0A-21006CA4A186}" type="doc">
      <dgm:prSet loTypeId="urn:microsoft.com/office/officeart/2005/8/layout/process1" loCatId="process" qsTypeId="urn:microsoft.com/office/officeart/2005/8/quickstyle/simple1" qsCatId="simple" csTypeId="urn:microsoft.com/office/officeart/2005/8/colors/accent0_1" csCatId="mainScheme" phldr="1"/>
      <dgm:spPr/>
    </dgm:pt>
    <dgm:pt modelId="{574AC13B-D956-49EE-900F-1218390F09F3}">
      <dgm:prSet phldrT="[Text]"/>
      <dgm:spPr/>
      <dgm:t>
        <a:bodyPr/>
        <a:lstStyle/>
        <a:p>
          <a:r>
            <a:rPr lang="en-US" dirty="0"/>
            <a:t>5144</a:t>
          </a:r>
        </a:p>
      </dgm:t>
    </dgm:pt>
    <dgm:pt modelId="{3A441266-D3A5-469D-8798-5BC577F6C50B}" type="parTrans" cxnId="{B91F36F9-D75C-468F-8817-5DACD3371F95}">
      <dgm:prSet/>
      <dgm:spPr/>
      <dgm:t>
        <a:bodyPr/>
        <a:lstStyle/>
        <a:p>
          <a:endParaRPr lang="en-US"/>
        </a:p>
      </dgm:t>
    </dgm:pt>
    <dgm:pt modelId="{6548110E-C01F-45E8-9387-7B8CBEDC8491}" type="sibTrans" cxnId="{B91F36F9-D75C-468F-8817-5DACD3371F95}">
      <dgm:prSet/>
      <dgm:spPr/>
      <dgm:t>
        <a:bodyPr/>
        <a:lstStyle/>
        <a:p>
          <a:endParaRPr lang="en-US"/>
        </a:p>
      </dgm:t>
    </dgm:pt>
    <dgm:pt modelId="{2CCCC836-3759-4E23-BA69-C7E71FD1ECA7}">
      <dgm:prSet phldrT="[Text]"/>
      <dgm:spPr/>
      <dgm:t>
        <a:bodyPr/>
        <a:lstStyle/>
        <a:p>
          <a:r>
            <a:rPr lang="en-US" dirty="0"/>
            <a:t>5073</a:t>
          </a:r>
        </a:p>
      </dgm:t>
    </dgm:pt>
    <dgm:pt modelId="{DEEF9023-DF0F-477E-A3E7-40F1D835A8C7}" type="parTrans" cxnId="{5866A953-C553-425F-AA41-E0C0D9D04D3F}">
      <dgm:prSet/>
      <dgm:spPr/>
      <dgm:t>
        <a:bodyPr/>
        <a:lstStyle/>
        <a:p>
          <a:endParaRPr lang="en-US"/>
        </a:p>
      </dgm:t>
    </dgm:pt>
    <dgm:pt modelId="{E0655459-AF9E-4E60-A264-4D0CAED138A9}" type="sibTrans" cxnId="{5866A953-C553-425F-AA41-E0C0D9D04D3F}">
      <dgm:prSet/>
      <dgm:spPr/>
      <dgm:t>
        <a:bodyPr/>
        <a:lstStyle/>
        <a:p>
          <a:endParaRPr lang="en-US"/>
        </a:p>
      </dgm:t>
    </dgm:pt>
    <dgm:pt modelId="{CB877F12-EBEF-419C-8E2A-4478DCAB8B4D}">
      <dgm:prSet phldrT="[Text]"/>
      <dgm:spPr/>
      <dgm:t>
        <a:bodyPr/>
        <a:lstStyle/>
        <a:p>
          <a:r>
            <a:rPr lang="en-US" dirty="0"/>
            <a:t>5040</a:t>
          </a:r>
        </a:p>
      </dgm:t>
    </dgm:pt>
    <dgm:pt modelId="{CD87E56C-AD37-4384-AAC7-B962741BFCB3}" type="parTrans" cxnId="{394F2BCB-A1C6-4B74-A60F-8D9F43D7520F}">
      <dgm:prSet/>
      <dgm:spPr/>
      <dgm:t>
        <a:bodyPr/>
        <a:lstStyle/>
        <a:p>
          <a:endParaRPr lang="en-US"/>
        </a:p>
      </dgm:t>
    </dgm:pt>
    <dgm:pt modelId="{46436A76-C944-4D64-B787-B23A0DF0FAF3}" type="sibTrans" cxnId="{394F2BCB-A1C6-4B74-A60F-8D9F43D7520F}">
      <dgm:prSet/>
      <dgm:spPr/>
      <dgm:t>
        <a:bodyPr/>
        <a:lstStyle/>
        <a:p>
          <a:endParaRPr lang="en-US"/>
        </a:p>
      </dgm:t>
    </dgm:pt>
    <dgm:pt modelId="{A4B155AE-27E2-44A3-A7D1-C026721937F2}">
      <dgm:prSet phldrT="[Text]"/>
      <dgm:spPr/>
      <dgm:t>
        <a:bodyPr/>
        <a:lstStyle/>
        <a:p>
          <a:r>
            <a:rPr lang="en-US" dirty="0"/>
            <a:t>5019</a:t>
          </a:r>
        </a:p>
      </dgm:t>
    </dgm:pt>
    <dgm:pt modelId="{ADD88900-443C-4213-B03B-685243C62EE2}" type="parTrans" cxnId="{59FEF01D-DEFE-472F-B0EB-F7E39ADA2A9B}">
      <dgm:prSet/>
      <dgm:spPr/>
      <dgm:t>
        <a:bodyPr/>
        <a:lstStyle/>
        <a:p>
          <a:endParaRPr lang="en-US"/>
        </a:p>
      </dgm:t>
    </dgm:pt>
    <dgm:pt modelId="{F55A2F50-9454-459E-8419-67CF65B1EEB1}" type="sibTrans" cxnId="{59FEF01D-DEFE-472F-B0EB-F7E39ADA2A9B}">
      <dgm:prSet/>
      <dgm:spPr/>
      <dgm:t>
        <a:bodyPr/>
        <a:lstStyle/>
        <a:p>
          <a:endParaRPr lang="en-US"/>
        </a:p>
      </dgm:t>
    </dgm:pt>
    <dgm:pt modelId="{13560DD7-D982-4D2A-82C4-EE3E2B3FFCC3}">
      <dgm:prSet phldrT="[Text]"/>
      <dgm:spPr/>
      <dgm:t>
        <a:bodyPr/>
        <a:lstStyle/>
        <a:p>
          <a:r>
            <a:rPr lang="en-US" dirty="0"/>
            <a:t>4967</a:t>
          </a:r>
        </a:p>
      </dgm:t>
    </dgm:pt>
    <dgm:pt modelId="{41AF3856-2F0A-472C-ACF8-F65A54858551}" type="parTrans" cxnId="{17B9152F-3E81-42C8-B99A-E68C7767E155}">
      <dgm:prSet/>
      <dgm:spPr/>
      <dgm:t>
        <a:bodyPr/>
        <a:lstStyle/>
        <a:p>
          <a:endParaRPr lang="en-US"/>
        </a:p>
      </dgm:t>
    </dgm:pt>
    <dgm:pt modelId="{9BC03450-3597-4D81-AC18-F6FAFF85B905}" type="sibTrans" cxnId="{17B9152F-3E81-42C8-B99A-E68C7767E155}">
      <dgm:prSet/>
      <dgm:spPr/>
      <dgm:t>
        <a:bodyPr/>
        <a:lstStyle/>
        <a:p>
          <a:endParaRPr lang="en-US"/>
        </a:p>
      </dgm:t>
    </dgm:pt>
    <dgm:pt modelId="{9B9CE8F9-DC04-49B9-BE57-DE0DE79C3CFA}">
      <dgm:prSet phldrT="[Text]"/>
      <dgm:spPr/>
      <dgm:t>
        <a:bodyPr/>
        <a:lstStyle/>
        <a:p>
          <a:r>
            <a:rPr lang="en-US" dirty="0"/>
            <a:t>4910</a:t>
          </a:r>
        </a:p>
      </dgm:t>
    </dgm:pt>
    <dgm:pt modelId="{6F8CCF05-7342-4D6A-8421-46C788561E8B}" type="parTrans" cxnId="{36A3FF5F-9283-4275-833B-229362E7E84B}">
      <dgm:prSet/>
      <dgm:spPr/>
      <dgm:t>
        <a:bodyPr/>
        <a:lstStyle/>
        <a:p>
          <a:endParaRPr lang="en-US"/>
        </a:p>
      </dgm:t>
    </dgm:pt>
    <dgm:pt modelId="{BCDB7F78-5E3D-45F0-8034-862634AEADE8}" type="sibTrans" cxnId="{36A3FF5F-9283-4275-833B-229362E7E84B}">
      <dgm:prSet/>
      <dgm:spPr/>
      <dgm:t>
        <a:bodyPr/>
        <a:lstStyle/>
        <a:p>
          <a:endParaRPr lang="en-US"/>
        </a:p>
      </dgm:t>
    </dgm:pt>
    <dgm:pt modelId="{81824481-869C-432E-A237-0E9E05289910}">
      <dgm:prSet phldrT="[Text]"/>
      <dgm:spPr/>
      <dgm:t>
        <a:bodyPr/>
        <a:lstStyle/>
        <a:p>
          <a:r>
            <a:rPr lang="en-US" dirty="0"/>
            <a:t>4669</a:t>
          </a:r>
        </a:p>
      </dgm:t>
    </dgm:pt>
    <dgm:pt modelId="{1C8E5150-0156-4AD4-8612-FBF6EDBC0F4D}" type="parTrans" cxnId="{6A4B5C17-588F-4A5E-85AA-2F52D58A5896}">
      <dgm:prSet/>
      <dgm:spPr/>
      <dgm:t>
        <a:bodyPr/>
        <a:lstStyle/>
        <a:p>
          <a:endParaRPr lang="en-US"/>
        </a:p>
      </dgm:t>
    </dgm:pt>
    <dgm:pt modelId="{D8029136-D159-4025-9958-6A32B9F5EF1E}" type="sibTrans" cxnId="{6A4B5C17-588F-4A5E-85AA-2F52D58A5896}">
      <dgm:prSet/>
      <dgm:spPr/>
      <dgm:t>
        <a:bodyPr/>
        <a:lstStyle/>
        <a:p>
          <a:endParaRPr lang="en-US"/>
        </a:p>
      </dgm:t>
    </dgm:pt>
    <dgm:pt modelId="{CCBB0642-123A-4CA1-A2EF-C58757153F77}" type="pres">
      <dgm:prSet presAssocID="{2C1183EB-CE60-4B83-AC0A-21006CA4A186}" presName="Name0" presStyleCnt="0">
        <dgm:presLayoutVars>
          <dgm:dir/>
          <dgm:resizeHandles val="exact"/>
        </dgm:presLayoutVars>
      </dgm:prSet>
      <dgm:spPr/>
    </dgm:pt>
    <dgm:pt modelId="{F45C5F2A-FA46-4C97-A3A2-08E42562315C}" type="pres">
      <dgm:prSet presAssocID="{574AC13B-D956-49EE-900F-1218390F09F3}" presName="node" presStyleLbl="node1" presStyleIdx="0" presStyleCnt="7">
        <dgm:presLayoutVars>
          <dgm:bulletEnabled val="1"/>
        </dgm:presLayoutVars>
      </dgm:prSet>
      <dgm:spPr/>
    </dgm:pt>
    <dgm:pt modelId="{F2DDBC2A-8584-45B9-8420-B5E06EACCA57}" type="pres">
      <dgm:prSet presAssocID="{6548110E-C01F-45E8-9387-7B8CBEDC8491}" presName="sibTrans" presStyleLbl="sibTrans2D1" presStyleIdx="0" presStyleCnt="6"/>
      <dgm:spPr/>
    </dgm:pt>
    <dgm:pt modelId="{9F08DD4B-BE81-4E6A-BB39-5D3B2CC5624B}" type="pres">
      <dgm:prSet presAssocID="{6548110E-C01F-45E8-9387-7B8CBEDC8491}" presName="connectorText" presStyleLbl="sibTrans2D1" presStyleIdx="0" presStyleCnt="6"/>
      <dgm:spPr/>
    </dgm:pt>
    <dgm:pt modelId="{01DFBD5B-DE00-497D-89D4-F70968F72B6B}" type="pres">
      <dgm:prSet presAssocID="{2CCCC836-3759-4E23-BA69-C7E71FD1ECA7}" presName="node" presStyleLbl="node1" presStyleIdx="1" presStyleCnt="7">
        <dgm:presLayoutVars>
          <dgm:bulletEnabled val="1"/>
        </dgm:presLayoutVars>
      </dgm:prSet>
      <dgm:spPr/>
    </dgm:pt>
    <dgm:pt modelId="{948FCB51-2095-4FE6-BAEF-DC5A8BDED838}" type="pres">
      <dgm:prSet presAssocID="{E0655459-AF9E-4E60-A264-4D0CAED138A9}" presName="sibTrans" presStyleLbl="sibTrans2D1" presStyleIdx="1" presStyleCnt="6"/>
      <dgm:spPr/>
    </dgm:pt>
    <dgm:pt modelId="{371F9ED9-A28B-43A7-9A0D-A4B27653AFE9}" type="pres">
      <dgm:prSet presAssocID="{E0655459-AF9E-4E60-A264-4D0CAED138A9}" presName="connectorText" presStyleLbl="sibTrans2D1" presStyleIdx="1" presStyleCnt="6"/>
      <dgm:spPr/>
    </dgm:pt>
    <dgm:pt modelId="{B84AF308-9955-4104-BA6F-F7BC94031000}" type="pres">
      <dgm:prSet presAssocID="{CB877F12-EBEF-419C-8E2A-4478DCAB8B4D}" presName="node" presStyleLbl="node1" presStyleIdx="2" presStyleCnt="7">
        <dgm:presLayoutVars>
          <dgm:bulletEnabled val="1"/>
        </dgm:presLayoutVars>
      </dgm:prSet>
      <dgm:spPr/>
    </dgm:pt>
    <dgm:pt modelId="{4EB2BF21-18AC-42C4-AF7D-93ECC487C9E5}" type="pres">
      <dgm:prSet presAssocID="{46436A76-C944-4D64-B787-B23A0DF0FAF3}" presName="sibTrans" presStyleLbl="sibTrans2D1" presStyleIdx="2" presStyleCnt="6"/>
      <dgm:spPr/>
    </dgm:pt>
    <dgm:pt modelId="{6FA2FCB8-00C9-4EE1-BA8F-56B035F0633B}" type="pres">
      <dgm:prSet presAssocID="{46436A76-C944-4D64-B787-B23A0DF0FAF3}" presName="connectorText" presStyleLbl="sibTrans2D1" presStyleIdx="2" presStyleCnt="6"/>
      <dgm:spPr/>
    </dgm:pt>
    <dgm:pt modelId="{5264C2A7-7823-4A25-83AC-AAFD0C10F9AF}" type="pres">
      <dgm:prSet presAssocID="{A4B155AE-27E2-44A3-A7D1-C026721937F2}" presName="node" presStyleLbl="node1" presStyleIdx="3" presStyleCnt="7">
        <dgm:presLayoutVars>
          <dgm:bulletEnabled val="1"/>
        </dgm:presLayoutVars>
      </dgm:prSet>
      <dgm:spPr/>
    </dgm:pt>
    <dgm:pt modelId="{FE29D1E5-AF8D-44FD-80E3-6B7CDBF70CF8}" type="pres">
      <dgm:prSet presAssocID="{F55A2F50-9454-459E-8419-67CF65B1EEB1}" presName="sibTrans" presStyleLbl="sibTrans2D1" presStyleIdx="3" presStyleCnt="6"/>
      <dgm:spPr/>
    </dgm:pt>
    <dgm:pt modelId="{7A5BC737-53B7-4737-B63D-4079CF101280}" type="pres">
      <dgm:prSet presAssocID="{F55A2F50-9454-459E-8419-67CF65B1EEB1}" presName="connectorText" presStyleLbl="sibTrans2D1" presStyleIdx="3" presStyleCnt="6"/>
      <dgm:spPr/>
    </dgm:pt>
    <dgm:pt modelId="{06860B3E-4227-4166-AD5E-9CD1FD97F8E5}" type="pres">
      <dgm:prSet presAssocID="{13560DD7-D982-4D2A-82C4-EE3E2B3FFCC3}" presName="node" presStyleLbl="node1" presStyleIdx="4" presStyleCnt="7">
        <dgm:presLayoutVars>
          <dgm:bulletEnabled val="1"/>
        </dgm:presLayoutVars>
      </dgm:prSet>
      <dgm:spPr/>
    </dgm:pt>
    <dgm:pt modelId="{5044BFF1-0E6B-44BA-AE8B-2FDDA6F93095}" type="pres">
      <dgm:prSet presAssocID="{9BC03450-3597-4D81-AC18-F6FAFF85B905}" presName="sibTrans" presStyleLbl="sibTrans2D1" presStyleIdx="4" presStyleCnt="6"/>
      <dgm:spPr/>
    </dgm:pt>
    <dgm:pt modelId="{357D9735-5590-4BC6-A9CD-59D05D624308}" type="pres">
      <dgm:prSet presAssocID="{9BC03450-3597-4D81-AC18-F6FAFF85B905}" presName="connectorText" presStyleLbl="sibTrans2D1" presStyleIdx="4" presStyleCnt="6"/>
      <dgm:spPr/>
    </dgm:pt>
    <dgm:pt modelId="{BEA50191-9853-40B9-A0F9-4795F92D8488}" type="pres">
      <dgm:prSet presAssocID="{9B9CE8F9-DC04-49B9-BE57-DE0DE79C3CFA}" presName="node" presStyleLbl="node1" presStyleIdx="5" presStyleCnt="7">
        <dgm:presLayoutVars>
          <dgm:bulletEnabled val="1"/>
        </dgm:presLayoutVars>
      </dgm:prSet>
      <dgm:spPr/>
    </dgm:pt>
    <dgm:pt modelId="{C6F1B879-64CB-44C7-B223-025D784DEC12}" type="pres">
      <dgm:prSet presAssocID="{BCDB7F78-5E3D-45F0-8034-862634AEADE8}" presName="sibTrans" presStyleLbl="sibTrans2D1" presStyleIdx="5" presStyleCnt="6"/>
      <dgm:spPr/>
    </dgm:pt>
    <dgm:pt modelId="{CFB3236F-E4E4-43EB-9DB5-295D106A2638}" type="pres">
      <dgm:prSet presAssocID="{BCDB7F78-5E3D-45F0-8034-862634AEADE8}" presName="connectorText" presStyleLbl="sibTrans2D1" presStyleIdx="5" presStyleCnt="6"/>
      <dgm:spPr/>
    </dgm:pt>
    <dgm:pt modelId="{C4016862-022D-4CDF-BFC7-9FD1F11F3ECA}" type="pres">
      <dgm:prSet presAssocID="{81824481-869C-432E-A237-0E9E05289910}" presName="node" presStyleLbl="node1" presStyleIdx="6" presStyleCnt="7">
        <dgm:presLayoutVars>
          <dgm:bulletEnabled val="1"/>
        </dgm:presLayoutVars>
      </dgm:prSet>
      <dgm:spPr/>
    </dgm:pt>
  </dgm:ptLst>
  <dgm:cxnLst>
    <dgm:cxn modelId="{C687950A-B2D3-4C53-B9A4-E21508822E11}" type="presOf" srcId="{9B9CE8F9-DC04-49B9-BE57-DE0DE79C3CFA}" destId="{BEA50191-9853-40B9-A0F9-4795F92D8488}" srcOrd="0" destOrd="0" presId="urn:microsoft.com/office/officeart/2005/8/layout/process1"/>
    <dgm:cxn modelId="{2D6FE90A-05B5-443E-8789-F8E95AFD9355}" type="presOf" srcId="{F55A2F50-9454-459E-8419-67CF65B1EEB1}" destId="{FE29D1E5-AF8D-44FD-80E3-6B7CDBF70CF8}" srcOrd="0" destOrd="0" presId="urn:microsoft.com/office/officeart/2005/8/layout/process1"/>
    <dgm:cxn modelId="{6A4B5C17-588F-4A5E-85AA-2F52D58A5896}" srcId="{2C1183EB-CE60-4B83-AC0A-21006CA4A186}" destId="{81824481-869C-432E-A237-0E9E05289910}" srcOrd="6" destOrd="0" parTransId="{1C8E5150-0156-4AD4-8612-FBF6EDBC0F4D}" sibTransId="{D8029136-D159-4025-9958-6A32B9F5EF1E}"/>
    <dgm:cxn modelId="{59FEF01D-DEFE-472F-B0EB-F7E39ADA2A9B}" srcId="{2C1183EB-CE60-4B83-AC0A-21006CA4A186}" destId="{A4B155AE-27E2-44A3-A7D1-C026721937F2}" srcOrd="3" destOrd="0" parTransId="{ADD88900-443C-4213-B03B-685243C62EE2}" sibTransId="{F55A2F50-9454-459E-8419-67CF65B1EEB1}"/>
    <dgm:cxn modelId="{E2536524-61D5-46C6-8637-4D91F564874C}" type="presOf" srcId="{6548110E-C01F-45E8-9387-7B8CBEDC8491}" destId="{9F08DD4B-BE81-4E6A-BB39-5D3B2CC5624B}" srcOrd="1" destOrd="0" presId="urn:microsoft.com/office/officeart/2005/8/layout/process1"/>
    <dgm:cxn modelId="{F0E03A2C-007C-4FF9-A1EA-29B3961A28C6}" type="presOf" srcId="{574AC13B-D956-49EE-900F-1218390F09F3}" destId="{F45C5F2A-FA46-4C97-A3A2-08E42562315C}" srcOrd="0" destOrd="0" presId="urn:microsoft.com/office/officeart/2005/8/layout/process1"/>
    <dgm:cxn modelId="{17B9152F-3E81-42C8-B99A-E68C7767E155}" srcId="{2C1183EB-CE60-4B83-AC0A-21006CA4A186}" destId="{13560DD7-D982-4D2A-82C4-EE3E2B3FFCC3}" srcOrd="4" destOrd="0" parTransId="{41AF3856-2F0A-472C-ACF8-F65A54858551}" sibTransId="{9BC03450-3597-4D81-AC18-F6FAFF85B905}"/>
    <dgm:cxn modelId="{2CF8F45C-5FDD-4F57-84E8-76F69280FC12}" type="presOf" srcId="{2C1183EB-CE60-4B83-AC0A-21006CA4A186}" destId="{CCBB0642-123A-4CA1-A2EF-C58757153F77}" srcOrd="0" destOrd="0" presId="urn:microsoft.com/office/officeart/2005/8/layout/process1"/>
    <dgm:cxn modelId="{36A3FF5F-9283-4275-833B-229362E7E84B}" srcId="{2C1183EB-CE60-4B83-AC0A-21006CA4A186}" destId="{9B9CE8F9-DC04-49B9-BE57-DE0DE79C3CFA}" srcOrd="5" destOrd="0" parTransId="{6F8CCF05-7342-4D6A-8421-46C788561E8B}" sibTransId="{BCDB7F78-5E3D-45F0-8034-862634AEADE8}"/>
    <dgm:cxn modelId="{8F635441-FB3D-409D-8C3F-4C86269547A7}" type="presOf" srcId="{E0655459-AF9E-4E60-A264-4D0CAED138A9}" destId="{948FCB51-2095-4FE6-BAEF-DC5A8BDED838}" srcOrd="0" destOrd="0" presId="urn:microsoft.com/office/officeart/2005/8/layout/process1"/>
    <dgm:cxn modelId="{63902C66-F061-4F55-A4D4-241FF957912B}" type="presOf" srcId="{81824481-869C-432E-A237-0E9E05289910}" destId="{C4016862-022D-4CDF-BFC7-9FD1F11F3ECA}" srcOrd="0" destOrd="0" presId="urn:microsoft.com/office/officeart/2005/8/layout/process1"/>
    <dgm:cxn modelId="{847A9568-4DE8-436E-B585-02D6614742C3}" type="presOf" srcId="{BCDB7F78-5E3D-45F0-8034-862634AEADE8}" destId="{CFB3236F-E4E4-43EB-9DB5-295D106A2638}" srcOrd="1" destOrd="0" presId="urn:microsoft.com/office/officeart/2005/8/layout/process1"/>
    <dgm:cxn modelId="{D3FD9D4E-E194-413A-9D39-580C7A7D4481}" type="presOf" srcId="{46436A76-C944-4D64-B787-B23A0DF0FAF3}" destId="{4EB2BF21-18AC-42C4-AF7D-93ECC487C9E5}" srcOrd="0" destOrd="0" presId="urn:microsoft.com/office/officeart/2005/8/layout/process1"/>
    <dgm:cxn modelId="{5866A953-C553-425F-AA41-E0C0D9D04D3F}" srcId="{2C1183EB-CE60-4B83-AC0A-21006CA4A186}" destId="{2CCCC836-3759-4E23-BA69-C7E71FD1ECA7}" srcOrd="1" destOrd="0" parTransId="{DEEF9023-DF0F-477E-A3E7-40F1D835A8C7}" sibTransId="{E0655459-AF9E-4E60-A264-4D0CAED138A9}"/>
    <dgm:cxn modelId="{1BD1CC59-9FD4-4846-BFD1-E68CC3B49816}" type="presOf" srcId="{13560DD7-D982-4D2A-82C4-EE3E2B3FFCC3}" destId="{06860B3E-4227-4166-AD5E-9CD1FD97F8E5}" srcOrd="0" destOrd="0" presId="urn:microsoft.com/office/officeart/2005/8/layout/process1"/>
    <dgm:cxn modelId="{9593917E-4638-4720-BA41-C776890DA2D0}" type="presOf" srcId="{9BC03450-3597-4D81-AC18-F6FAFF85B905}" destId="{357D9735-5590-4BC6-A9CD-59D05D624308}" srcOrd="1" destOrd="0" presId="urn:microsoft.com/office/officeart/2005/8/layout/process1"/>
    <dgm:cxn modelId="{43226B87-E59B-4ABD-9BE6-CAB6933D5928}" type="presOf" srcId="{A4B155AE-27E2-44A3-A7D1-C026721937F2}" destId="{5264C2A7-7823-4A25-83AC-AAFD0C10F9AF}" srcOrd="0" destOrd="0" presId="urn:microsoft.com/office/officeart/2005/8/layout/process1"/>
    <dgm:cxn modelId="{0DDB239E-C1AD-4561-8297-B69C8F896BB1}" type="presOf" srcId="{F55A2F50-9454-459E-8419-67CF65B1EEB1}" destId="{7A5BC737-53B7-4737-B63D-4079CF101280}" srcOrd="1" destOrd="0" presId="urn:microsoft.com/office/officeart/2005/8/layout/process1"/>
    <dgm:cxn modelId="{8DAF01A6-0763-40D0-B1B4-7EFE8BD8ADC1}" type="presOf" srcId="{9BC03450-3597-4D81-AC18-F6FAFF85B905}" destId="{5044BFF1-0E6B-44BA-AE8B-2FDDA6F93095}" srcOrd="0" destOrd="0" presId="urn:microsoft.com/office/officeart/2005/8/layout/process1"/>
    <dgm:cxn modelId="{E20516AC-558B-46DE-915C-982F40D71ACC}" type="presOf" srcId="{CB877F12-EBEF-419C-8E2A-4478DCAB8B4D}" destId="{B84AF308-9955-4104-BA6F-F7BC94031000}" srcOrd="0" destOrd="0" presId="urn:microsoft.com/office/officeart/2005/8/layout/process1"/>
    <dgm:cxn modelId="{31700FB0-7963-40B8-8AF5-CB5DD87AA322}" type="presOf" srcId="{E0655459-AF9E-4E60-A264-4D0CAED138A9}" destId="{371F9ED9-A28B-43A7-9A0D-A4B27653AFE9}" srcOrd="1" destOrd="0" presId="urn:microsoft.com/office/officeart/2005/8/layout/process1"/>
    <dgm:cxn modelId="{FE69EFB2-0739-4CD7-93C8-385EA662B1BA}" type="presOf" srcId="{2CCCC836-3759-4E23-BA69-C7E71FD1ECA7}" destId="{01DFBD5B-DE00-497D-89D4-F70968F72B6B}" srcOrd="0" destOrd="0" presId="urn:microsoft.com/office/officeart/2005/8/layout/process1"/>
    <dgm:cxn modelId="{ADF1F3BF-D395-46B7-83EF-C85A5B7800BF}" type="presOf" srcId="{46436A76-C944-4D64-B787-B23A0DF0FAF3}" destId="{6FA2FCB8-00C9-4EE1-BA8F-56B035F0633B}" srcOrd="1" destOrd="0" presId="urn:microsoft.com/office/officeart/2005/8/layout/process1"/>
    <dgm:cxn modelId="{54F72EC1-A95F-4252-A6DF-8FCFDDB84E79}" type="presOf" srcId="{6548110E-C01F-45E8-9387-7B8CBEDC8491}" destId="{F2DDBC2A-8584-45B9-8420-B5E06EACCA57}" srcOrd="0" destOrd="0" presId="urn:microsoft.com/office/officeart/2005/8/layout/process1"/>
    <dgm:cxn modelId="{394F2BCB-A1C6-4B74-A60F-8D9F43D7520F}" srcId="{2C1183EB-CE60-4B83-AC0A-21006CA4A186}" destId="{CB877F12-EBEF-419C-8E2A-4478DCAB8B4D}" srcOrd="2" destOrd="0" parTransId="{CD87E56C-AD37-4384-AAC7-B962741BFCB3}" sibTransId="{46436A76-C944-4D64-B787-B23A0DF0FAF3}"/>
    <dgm:cxn modelId="{4801C5EA-11CD-41D9-9915-D96FA055EADC}" type="presOf" srcId="{BCDB7F78-5E3D-45F0-8034-862634AEADE8}" destId="{C6F1B879-64CB-44C7-B223-025D784DEC12}" srcOrd="0" destOrd="0" presId="urn:microsoft.com/office/officeart/2005/8/layout/process1"/>
    <dgm:cxn modelId="{B91F36F9-D75C-468F-8817-5DACD3371F95}" srcId="{2C1183EB-CE60-4B83-AC0A-21006CA4A186}" destId="{574AC13B-D956-49EE-900F-1218390F09F3}" srcOrd="0" destOrd="0" parTransId="{3A441266-D3A5-469D-8798-5BC577F6C50B}" sibTransId="{6548110E-C01F-45E8-9387-7B8CBEDC8491}"/>
    <dgm:cxn modelId="{A54BE992-952B-42F2-923B-6DE3EE33493F}" type="presParOf" srcId="{CCBB0642-123A-4CA1-A2EF-C58757153F77}" destId="{F45C5F2A-FA46-4C97-A3A2-08E42562315C}" srcOrd="0" destOrd="0" presId="urn:microsoft.com/office/officeart/2005/8/layout/process1"/>
    <dgm:cxn modelId="{1F0F2F15-A6D9-4475-8BF2-7E3D5DC0ABC6}" type="presParOf" srcId="{CCBB0642-123A-4CA1-A2EF-C58757153F77}" destId="{F2DDBC2A-8584-45B9-8420-B5E06EACCA57}" srcOrd="1" destOrd="0" presId="urn:microsoft.com/office/officeart/2005/8/layout/process1"/>
    <dgm:cxn modelId="{09F6EF83-2A3A-4D2E-87C0-E8F98B3832A3}" type="presParOf" srcId="{F2DDBC2A-8584-45B9-8420-B5E06EACCA57}" destId="{9F08DD4B-BE81-4E6A-BB39-5D3B2CC5624B}" srcOrd="0" destOrd="0" presId="urn:microsoft.com/office/officeart/2005/8/layout/process1"/>
    <dgm:cxn modelId="{3CFD18F0-DA95-4E9F-A129-A291EB472C46}" type="presParOf" srcId="{CCBB0642-123A-4CA1-A2EF-C58757153F77}" destId="{01DFBD5B-DE00-497D-89D4-F70968F72B6B}" srcOrd="2" destOrd="0" presId="urn:microsoft.com/office/officeart/2005/8/layout/process1"/>
    <dgm:cxn modelId="{990AA808-543A-4BF1-BCE6-257A10CDC55F}" type="presParOf" srcId="{CCBB0642-123A-4CA1-A2EF-C58757153F77}" destId="{948FCB51-2095-4FE6-BAEF-DC5A8BDED838}" srcOrd="3" destOrd="0" presId="urn:microsoft.com/office/officeart/2005/8/layout/process1"/>
    <dgm:cxn modelId="{6A61A46C-28FF-4481-9E94-DE8A713225C3}" type="presParOf" srcId="{948FCB51-2095-4FE6-BAEF-DC5A8BDED838}" destId="{371F9ED9-A28B-43A7-9A0D-A4B27653AFE9}" srcOrd="0" destOrd="0" presId="urn:microsoft.com/office/officeart/2005/8/layout/process1"/>
    <dgm:cxn modelId="{F4233AC1-CCA8-4B17-A0A1-EB3A6E171CAF}" type="presParOf" srcId="{CCBB0642-123A-4CA1-A2EF-C58757153F77}" destId="{B84AF308-9955-4104-BA6F-F7BC94031000}" srcOrd="4" destOrd="0" presId="urn:microsoft.com/office/officeart/2005/8/layout/process1"/>
    <dgm:cxn modelId="{4165C41D-3321-4580-B7DB-D3A2FB0F3CF7}" type="presParOf" srcId="{CCBB0642-123A-4CA1-A2EF-C58757153F77}" destId="{4EB2BF21-18AC-42C4-AF7D-93ECC487C9E5}" srcOrd="5" destOrd="0" presId="urn:microsoft.com/office/officeart/2005/8/layout/process1"/>
    <dgm:cxn modelId="{C63284AB-3A11-4DC3-9F35-2D0E1ABD92A9}" type="presParOf" srcId="{4EB2BF21-18AC-42C4-AF7D-93ECC487C9E5}" destId="{6FA2FCB8-00C9-4EE1-BA8F-56B035F0633B}" srcOrd="0" destOrd="0" presId="urn:microsoft.com/office/officeart/2005/8/layout/process1"/>
    <dgm:cxn modelId="{A10FBA8C-D698-4125-AAF4-9B922903802F}" type="presParOf" srcId="{CCBB0642-123A-4CA1-A2EF-C58757153F77}" destId="{5264C2A7-7823-4A25-83AC-AAFD0C10F9AF}" srcOrd="6" destOrd="0" presId="urn:microsoft.com/office/officeart/2005/8/layout/process1"/>
    <dgm:cxn modelId="{A4169C0F-7BC0-444A-9DAE-A544A2A8862B}" type="presParOf" srcId="{CCBB0642-123A-4CA1-A2EF-C58757153F77}" destId="{FE29D1E5-AF8D-44FD-80E3-6B7CDBF70CF8}" srcOrd="7" destOrd="0" presId="urn:microsoft.com/office/officeart/2005/8/layout/process1"/>
    <dgm:cxn modelId="{973CB149-5E28-4211-8984-A52595DD6C9D}" type="presParOf" srcId="{FE29D1E5-AF8D-44FD-80E3-6B7CDBF70CF8}" destId="{7A5BC737-53B7-4737-B63D-4079CF101280}" srcOrd="0" destOrd="0" presId="urn:microsoft.com/office/officeart/2005/8/layout/process1"/>
    <dgm:cxn modelId="{4E258440-EFD8-456C-9DC2-32CEC762C367}" type="presParOf" srcId="{CCBB0642-123A-4CA1-A2EF-C58757153F77}" destId="{06860B3E-4227-4166-AD5E-9CD1FD97F8E5}" srcOrd="8" destOrd="0" presId="urn:microsoft.com/office/officeart/2005/8/layout/process1"/>
    <dgm:cxn modelId="{C810AD12-82D0-496F-BDE4-732346C250BF}" type="presParOf" srcId="{CCBB0642-123A-4CA1-A2EF-C58757153F77}" destId="{5044BFF1-0E6B-44BA-AE8B-2FDDA6F93095}" srcOrd="9" destOrd="0" presId="urn:microsoft.com/office/officeart/2005/8/layout/process1"/>
    <dgm:cxn modelId="{057E34F8-085D-409E-B88A-A8023D144C04}" type="presParOf" srcId="{5044BFF1-0E6B-44BA-AE8B-2FDDA6F93095}" destId="{357D9735-5590-4BC6-A9CD-59D05D624308}" srcOrd="0" destOrd="0" presId="urn:microsoft.com/office/officeart/2005/8/layout/process1"/>
    <dgm:cxn modelId="{0A4EA1FE-79D1-4FD7-847B-743D2EDFD2D2}" type="presParOf" srcId="{CCBB0642-123A-4CA1-A2EF-C58757153F77}" destId="{BEA50191-9853-40B9-A0F9-4795F92D8488}" srcOrd="10" destOrd="0" presId="urn:microsoft.com/office/officeart/2005/8/layout/process1"/>
    <dgm:cxn modelId="{2CA7DD9A-0FD9-4DEA-B143-2F08D0F07AAB}" type="presParOf" srcId="{CCBB0642-123A-4CA1-A2EF-C58757153F77}" destId="{C6F1B879-64CB-44C7-B223-025D784DEC12}" srcOrd="11" destOrd="0" presId="urn:microsoft.com/office/officeart/2005/8/layout/process1"/>
    <dgm:cxn modelId="{74E755FC-E6C1-41CA-B155-5F11DCED9FA1}" type="presParOf" srcId="{C6F1B879-64CB-44C7-B223-025D784DEC12}" destId="{CFB3236F-E4E4-43EB-9DB5-295D106A2638}" srcOrd="0" destOrd="0" presId="urn:microsoft.com/office/officeart/2005/8/layout/process1"/>
    <dgm:cxn modelId="{E7A2EC4C-38CD-4A9D-8DEE-3D1AF8FF4733}" type="presParOf" srcId="{CCBB0642-123A-4CA1-A2EF-C58757153F77}" destId="{C4016862-022D-4CDF-BFC7-9FD1F11F3ECA}" srcOrd="12"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859CEC54-3BFC-4559-8C90-1C8EC1C80FF4}">
      <dgm:prSet phldrT="[Text]"/>
      <dgm:spPr>
        <a:noFill/>
      </dgm:spPr>
      <dgm:t>
        <a:bodyPr/>
        <a:lstStyle/>
        <a:p>
          <a:endParaRPr lang="en-US" dirty="0"/>
        </a:p>
      </dgm:t>
    </dgm:pt>
    <dgm:pt modelId="{97EB3296-A18A-49BF-A6D3-32422372153B}" type="parTrans" cxnId="{427BE656-2045-4EDF-99C2-1DBBE36C96D3}">
      <dgm:prSet/>
      <dgm:spPr/>
      <dgm:t>
        <a:bodyPr/>
        <a:lstStyle/>
        <a:p>
          <a:endParaRPr lang="en-US"/>
        </a:p>
      </dgm:t>
    </dgm:pt>
    <dgm:pt modelId="{13C816DF-5772-43D7-A241-1F7BDC3350B2}" type="sibTrans" cxnId="{427BE656-2045-4EDF-99C2-1DBBE36C96D3}">
      <dgm:prSet/>
      <dgm:spPr/>
      <dgm:t>
        <a:bodyPr/>
        <a:lstStyle/>
        <a:p>
          <a:endParaRPr lang="en-US"/>
        </a:p>
      </dgm:t>
    </dgm:pt>
    <dgm:pt modelId="{CC4E72C5-CB95-4D5C-9251-A98146B91465}">
      <dgm:prSet phldrT="[Text]"/>
      <dgm:spPr/>
      <dgm:t>
        <a:bodyPr/>
        <a:lstStyle/>
        <a:p>
          <a:endParaRPr lang="en-US" b="0" dirty="0"/>
        </a:p>
      </dgm:t>
    </dgm:pt>
    <dgm:pt modelId="{4E52A6B5-DFCF-4124-BCFC-05E6C830E0C5}" type="parTrans" cxnId="{5BE96B15-1EDB-4DF9-9840-A6F42E563AAC}">
      <dgm:prSet/>
      <dgm:spPr/>
      <dgm:t>
        <a:bodyPr/>
        <a:lstStyle/>
        <a:p>
          <a:endParaRPr lang="en-US"/>
        </a:p>
      </dgm:t>
    </dgm:pt>
    <dgm:pt modelId="{55CC1976-3FE7-4E53-9047-83288A97B286}" type="sibTrans" cxnId="{5BE96B15-1EDB-4DF9-9840-A6F42E563AAC}">
      <dgm:prSet/>
      <dgm:spPr/>
      <dgm:t>
        <a:bodyPr/>
        <a:lstStyle/>
        <a:p>
          <a:endParaRPr lang="en-US"/>
        </a:p>
      </dgm:t>
    </dgm:pt>
    <dgm:pt modelId="{6B31BD28-9F9B-4856-9B39-910576B32AB9}">
      <dgm:prSet phldrT="[Text]"/>
      <dgm:spPr/>
      <dgm:t>
        <a:bodyPr/>
        <a:lstStyle/>
        <a:p>
          <a:endParaRPr lang="en-US" dirty="0"/>
        </a:p>
      </dgm:t>
    </dgm:pt>
    <dgm:pt modelId="{ECB6F434-657F-4C4D-8AC2-A8292EEA0088}" type="parTrans" cxnId="{54556E70-BC6C-4564-9C99-2D54D2FE789D}">
      <dgm:prSet/>
      <dgm:spPr/>
      <dgm:t>
        <a:bodyPr/>
        <a:lstStyle/>
        <a:p>
          <a:endParaRPr lang="en-US"/>
        </a:p>
      </dgm:t>
    </dgm:pt>
    <dgm:pt modelId="{3B867DC1-3441-46D7-B49B-E5AAFFF1DB92}" type="sibTrans" cxnId="{54556E70-BC6C-4564-9C99-2D54D2FE789D}">
      <dgm:prSet/>
      <dgm:spPr/>
      <dgm:t>
        <a:bodyPr/>
        <a:lstStyle/>
        <a:p>
          <a:endParaRPr lang="en-US"/>
        </a:p>
      </dgm:t>
    </dgm:pt>
    <dgm:pt modelId="{56799C93-C579-4090-B2D9-3197DFD7E4A7}">
      <dgm:prSet phldrT="[Text]"/>
      <dgm:spPr/>
      <dgm:t>
        <a:bodyPr/>
        <a:lstStyle/>
        <a:p>
          <a:endParaRPr lang="en-US" b="0" dirty="0"/>
        </a:p>
      </dgm:t>
    </dgm:pt>
    <dgm:pt modelId="{A550CEF6-2655-44A9-A395-DF0FFF1F4417}" type="parTrans" cxnId="{3BE8F28A-5D20-4EBA-9DF4-FEFEDBD158DF}">
      <dgm:prSet/>
      <dgm:spPr/>
      <dgm:t>
        <a:bodyPr/>
        <a:lstStyle/>
        <a:p>
          <a:endParaRPr lang="en-US"/>
        </a:p>
      </dgm:t>
    </dgm:pt>
    <dgm:pt modelId="{415E3A98-E1BA-4B4C-8475-E6840045FE7F}" type="sibTrans" cxnId="{3BE8F28A-5D20-4EBA-9DF4-FEFEDBD158DF}">
      <dgm:prSet/>
      <dgm:spPr/>
      <dgm:t>
        <a:bodyPr/>
        <a:lstStyle/>
        <a:p>
          <a:endParaRPr lang="en-US"/>
        </a:p>
      </dgm:t>
    </dgm:pt>
    <dgm:pt modelId="{925F761A-4B7B-4D81-85FF-46ACEE065B76}">
      <dgm:prSet phldrT="[Text]"/>
      <dgm:spPr/>
      <dgm:t>
        <a:bodyPr/>
        <a:lstStyle/>
        <a:p>
          <a:endParaRPr lang="en-US" dirty="0"/>
        </a:p>
      </dgm:t>
    </dgm:pt>
    <dgm:pt modelId="{FB050F7A-308F-41E5-B209-89E18D1F4635}" type="parTrans" cxnId="{6FD21FF5-3B08-4A6E-B32B-4502AFECC278}">
      <dgm:prSet/>
      <dgm:spPr/>
      <dgm:t>
        <a:bodyPr/>
        <a:lstStyle/>
        <a:p>
          <a:endParaRPr lang="en-US"/>
        </a:p>
      </dgm:t>
    </dgm:pt>
    <dgm:pt modelId="{21FC002D-10AA-4B0E-850A-BE3B66CB726A}" type="sibTrans" cxnId="{6FD21FF5-3B08-4A6E-B32B-4502AFECC278}">
      <dgm:prSet/>
      <dgm:spPr/>
      <dgm:t>
        <a:bodyPr/>
        <a:lstStyle/>
        <a:p>
          <a:endParaRPr lang="en-US"/>
        </a:p>
      </dgm:t>
    </dgm:pt>
    <dgm:pt modelId="{F20019CC-BA8B-45A5-9960-0D4AB0B2FC68}">
      <dgm:prSet phldrT="[Text]"/>
      <dgm:spPr>
        <a:noFill/>
      </dgm:spPr>
      <dgm:t>
        <a:bodyPr/>
        <a:lstStyle/>
        <a:p>
          <a:endParaRPr lang="en-US" b="0" dirty="0"/>
        </a:p>
      </dgm:t>
    </dgm:pt>
    <dgm:pt modelId="{1855188E-CAFC-4E8F-9D76-5D0883B582B4}" type="sibTrans" cxnId="{EA1F4603-54C7-4F28-880A-25DABD265EF0}">
      <dgm:prSet/>
      <dgm:spPr/>
      <dgm:t>
        <a:bodyPr/>
        <a:lstStyle/>
        <a:p>
          <a:endParaRPr lang="en-US"/>
        </a:p>
      </dgm:t>
    </dgm:pt>
    <dgm:pt modelId="{BEDC2357-B217-4B12-AA4C-A0B5F695CF68}" type="parTrans" cxnId="{EA1F4603-54C7-4F28-880A-25DABD265EF0}">
      <dgm:prSet/>
      <dgm:spPr/>
      <dgm:t>
        <a:bodyPr/>
        <a:lstStyle/>
        <a:p>
          <a:endParaRPr lang="en-US"/>
        </a:p>
      </dgm:t>
    </dgm:pt>
    <dgm:pt modelId="{36EB3989-A3D5-45D8-AC5E-9106D73093F5}">
      <dgm:prSet phldrT="[Text]"/>
      <dgm:spPr/>
      <dgm:t>
        <a:bodyPr/>
        <a:lstStyle/>
        <a:p>
          <a:endParaRPr lang="en-US" dirty="0"/>
        </a:p>
      </dgm:t>
    </dgm:pt>
    <dgm:pt modelId="{1A623D6F-6021-4803-B98F-EC2CB29AF0DF}" type="sibTrans" cxnId="{20698D06-7AD7-4D78-8893-66215C56009A}">
      <dgm:prSet/>
      <dgm:spPr/>
      <dgm:t>
        <a:bodyPr/>
        <a:lstStyle/>
        <a:p>
          <a:endParaRPr lang="en-US"/>
        </a:p>
      </dgm:t>
    </dgm:pt>
    <dgm:pt modelId="{08D0575B-A54A-41AA-8D2E-E6AC98F91FFA}" type="parTrans" cxnId="{20698D06-7AD7-4D78-8893-66215C56009A}">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0BE006A9-DEFA-40D0-9599-99376709FB79}" type="pres">
      <dgm:prSet presAssocID="{859CEC54-3BFC-4559-8C90-1C8EC1C80FF4}" presName="Name14" presStyleCnt="0"/>
      <dgm:spPr/>
    </dgm:pt>
    <dgm:pt modelId="{26401598-B8D7-406C-B736-3CF836DDD4DE}" type="pres">
      <dgm:prSet presAssocID="{859CEC54-3BFC-4559-8C90-1C8EC1C80FF4}" presName="level1Shape" presStyleLbl="node0" presStyleIdx="0" presStyleCnt="1">
        <dgm:presLayoutVars>
          <dgm:chPref val="3"/>
        </dgm:presLayoutVars>
      </dgm:prSet>
      <dgm:spPr/>
    </dgm:pt>
    <dgm:pt modelId="{07EAE3A1-3F76-43EE-AEEE-8CCFC5894AB0}" type="pres">
      <dgm:prSet presAssocID="{859CEC54-3BFC-4559-8C90-1C8EC1C80FF4}" presName="hierChild2" presStyleCnt="0"/>
      <dgm:spPr/>
    </dgm:pt>
    <dgm:pt modelId="{B24BB3AC-008B-4F67-9794-0D87BCBB43E5}" type="pres">
      <dgm:prSet presAssocID="{4E52A6B5-DFCF-4124-BCFC-05E6C830E0C5}" presName="Name19" presStyleLbl="parChTrans1D2" presStyleIdx="0" presStyleCnt="2"/>
      <dgm:spPr/>
    </dgm:pt>
    <dgm:pt modelId="{C5682404-6B3A-40B3-88CC-400354A72752}" type="pres">
      <dgm:prSet presAssocID="{CC4E72C5-CB95-4D5C-9251-A98146B91465}" presName="Name21" presStyleCnt="0"/>
      <dgm:spPr/>
    </dgm:pt>
    <dgm:pt modelId="{F59A013F-1438-47F4-8B27-D69502865401}" type="pres">
      <dgm:prSet presAssocID="{CC4E72C5-CB95-4D5C-9251-A98146B91465}" presName="level2Shape" presStyleLbl="node2" presStyleIdx="0" presStyleCnt="2"/>
      <dgm:spPr/>
    </dgm:pt>
    <dgm:pt modelId="{837337E4-5F51-46BB-8518-2603B65A2871}" type="pres">
      <dgm:prSet presAssocID="{CC4E72C5-CB95-4D5C-9251-A98146B91465}" presName="hierChild3" presStyleCnt="0"/>
      <dgm:spPr/>
    </dgm:pt>
    <dgm:pt modelId="{B0367589-497A-4875-951F-45EC0E1C7C32}" type="pres">
      <dgm:prSet presAssocID="{FB050F7A-308F-41E5-B209-89E18D1F4635}" presName="Name19" presStyleLbl="parChTrans1D3" presStyleIdx="0" presStyleCnt="4"/>
      <dgm:spPr/>
    </dgm:pt>
    <dgm:pt modelId="{C6FF9674-AF5F-4983-9B26-C216F0D8297E}" type="pres">
      <dgm:prSet presAssocID="{925F761A-4B7B-4D81-85FF-46ACEE065B76}" presName="Name21" presStyleCnt="0"/>
      <dgm:spPr/>
    </dgm:pt>
    <dgm:pt modelId="{4C01D3B3-42E5-4952-8DCB-1CA0F3F2ABA5}" type="pres">
      <dgm:prSet presAssocID="{925F761A-4B7B-4D81-85FF-46ACEE065B76}" presName="level2Shape" presStyleLbl="node3" presStyleIdx="0" presStyleCnt="4"/>
      <dgm:spPr/>
    </dgm:pt>
    <dgm:pt modelId="{91F89447-EE88-484F-91A1-59C4CBCF9857}" type="pres">
      <dgm:prSet presAssocID="{925F761A-4B7B-4D81-85FF-46ACEE065B76}" presName="hierChild3" presStyleCnt="0"/>
      <dgm:spPr/>
    </dgm:pt>
    <dgm:pt modelId="{C64A9CA2-04C0-44B6-96B1-FCF1A63B439D}" type="pres">
      <dgm:prSet presAssocID="{ECB6F434-657F-4C4D-8AC2-A8292EEA0088}" presName="Name19" presStyleLbl="parChTrans1D3" presStyleIdx="1" presStyleCnt="4"/>
      <dgm:spPr/>
    </dgm:pt>
    <dgm:pt modelId="{F88336ED-678B-48D9-9A4D-0C796040AB14}" type="pres">
      <dgm:prSet presAssocID="{6B31BD28-9F9B-4856-9B39-910576B32AB9}" presName="Name21" presStyleCnt="0"/>
      <dgm:spPr/>
    </dgm:pt>
    <dgm:pt modelId="{7E78E7F0-832D-4A20-925F-020B3BF5C8B8}" type="pres">
      <dgm:prSet presAssocID="{6B31BD28-9F9B-4856-9B39-910576B32AB9}" presName="level2Shape" presStyleLbl="node3" presStyleIdx="1" presStyleCnt="4"/>
      <dgm:spPr/>
    </dgm:pt>
    <dgm:pt modelId="{EFA8C7A7-0513-473E-B785-B1F19C1A565F}" type="pres">
      <dgm:prSet presAssocID="{6B31BD28-9F9B-4856-9B39-910576B32AB9}" presName="hierChild3" presStyleCnt="0"/>
      <dgm:spPr/>
    </dgm:pt>
    <dgm:pt modelId="{3C40A692-13D9-422B-B9FF-193B81CF340D}" type="pres">
      <dgm:prSet presAssocID="{A550CEF6-2655-44A9-A395-DF0FFF1F4417}" presName="Name19" presStyleLbl="parChTrans1D2" presStyleIdx="1" presStyleCnt="2"/>
      <dgm:spPr/>
    </dgm:pt>
    <dgm:pt modelId="{A4D1F762-E34D-4851-B0DD-AAEAF9A7D138}" type="pres">
      <dgm:prSet presAssocID="{56799C93-C579-4090-B2D9-3197DFD7E4A7}" presName="Name21" presStyleCnt="0"/>
      <dgm:spPr/>
    </dgm:pt>
    <dgm:pt modelId="{388AEF2B-4191-4BFA-996A-379639767DFD}" type="pres">
      <dgm:prSet presAssocID="{56799C93-C579-4090-B2D9-3197DFD7E4A7}" presName="level2Shape" presStyleLbl="node2" presStyleIdx="1" presStyleCnt="2"/>
      <dgm:spPr/>
    </dgm:pt>
    <dgm:pt modelId="{38D3B0D2-0B1D-44BE-938F-DAAF8488FB97}" type="pres">
      <dgm:prSet presAssocID="{56799C93-C579-4090-B2D9-3197DFD7E4A7}" presName="hierChild3" presStyleCnt="0"/>
      <dgm:spPr/>
    </dgm:pt>
    <dgm:pt modelId="{69C3670A-1514-4A63-9A6E-6F43E7A9157D}" type="pres">
      <dgm:prSet presAssocID="{BEDC2357-B217-4B12-AA4C-A0B5F695CF68}" presName="Name19" presStyleLbl="parChTrans1D3" presStyleIdx="2" presStyleCnt="4"/>
      <dgm:spPr/>
    </dgm:pt>
    <dgm:pt modelId="{0D25EA4B-9378-4B14-914E-1C19DC5BF032}" type="pres">
      <dgm:prSet presAssocID="{F20019CC-BA8B-45A5-9960-0D4AB0B2FC68}" presName="Name21" presStyleCnt="0"/>
      <dgm:spPr/>
    </dgm:pt>
    <dgm:pt modelId="{D82EA27A-E629-4358-81A0-AE031994D5ED}" type="pres">
      <dgm:prSet presAssocID="{F20019CC-BA8B-45A5-9960-0D4AB0B2FC68}" presName="level2Shape" presStyleLbl="node3" presStyleIdx="2" presStyleCnt="4"/>
      <dgm:spPr/>
    </dgm:pt>
    <dgm:pt modelId="{E9D543B6-269A-4BF0-8B76-2B705864E937}" type="pres">
      <dgm:prSet presAssocID="{F20019CC-BA8B-45A5-9960-0D4AB0B2FC68}" presName="hierChild3" presStyleCnt="0"/>
      <dgm:spPr/>
    </dgm:pt>
    <dgm:pt modelId="{5FF37B24-8B9C-4A73-8099-97320B73F4FA}" type="pres">
      <dgm:prSet presAssocID="{08D0575B-A54A-41AA-8D2E-E6AC98F91FFA}" presName="Name19" presStyleLbl="parChTrans1D3" presStyleIdx="3" presStyleCnt="4"/>
      <dgm:spPr/>
    </dgm:pt>
    <dgm:pt modelId="{D51FB670-32F0-4956-8A46-60852673D919}" type="pres">
      <dgm:prSet presAssocID="{36EB3989-A3D5-45D8-AC5E-9106D73093F5}" presName="Name21" presStyleCnt="0"/>
      <dgm:spPr/>
    </dgm:pt>
    <dgm:pt modelId="{E994761A-DA6F-4BB7-AAA8-FA4B8CB0BC36}" type="pres">
      <dgm:prSet presAssocID="{36EB3989-A3D5-45D8-AC5E-9106D73093F5}" presName="level2Shape" presStyleLbl="node3" presStyleIdx="3" presStyleCnt="4"/>
      <dgm:spPr/>
    </dgm:pt>
    <dgm:pt modelId="{AA85AE91-1130-4E21-8C41-7AF46EA81CF7}" type="pres">
      <dgm:prSet presAssocID="{36EB3989-A3D5-45D8-AC5E-9106D73093F5}" presName="hierChild3" presStyleCnt="0"/>
      <dgm:spPr/>
    </dgm:pt>
    <dgm:pt modelId="{7E63DA02-DECF-437D-A9F4-F60E0940C42C}" type="pres">
      <dgm:prSet presAssocID="{25D41D2E-FEC9-444D-B75D-82CC7BEA4B4B}" presName="bgShapesFlow" presStyleCnt="0"/>
      <dgm:spPr/>
    </dgm:pt>
  </dgm:ptLst>
  <dgm:cxnLst>
    <dgm:cxn modelId="{EA1F4603-54C7-4F28-880A-25DABD265EF0}" srcId="{56799C93-C579-4090-B2D9-3197DFD7E4A7}" destId="{F20019CC-BA8B-45A5-9960-0D4AB0B2FC68}" srcOrd="0" destOrd="0" parTransId="{BEDC2357-B217-4B12-AA4C-A0B5F695CF68}" sibTransId="{1855188E-CAFC-4E8F-9D76-5D0883B582B4}"/>
    <dgm:cxn modelId="{20698D06-7AD7-4D78-8893-66215C56009A}" srcId="{56799C93-C579-4090-B2D9-3197DFD7E4A7}" destId="{36EB3989-A3D5-45D8-AC5E-9106D73093F5}" srcOrd="1" destOrd="0" parTransId="{08D0575B-A54A-41AA-8D2E-E6AC98F91FFA}" sibTransId="{1A623D6F-6021-4803-B98F-EC2CB29AF0DF}"/>
    <dgm:cxn modelId="{BAA29209-8A24-47D6-B1FE-2C188DF986AB}" type="presOf" srcId="{4E52A6B5-DFCF-4124-BCFC-05E6C830E0C5}" destId="{B24BB3AC-008B-4F67-9794-0D87BCBB43E5}" srcOrd="0" destOrd="0" presId="urn:microsoft.com/office/officeart/2005/8/layout/hierarchy6"/>
    <dgm:cxn modelId="{5BE96B15-1EDB-4DF9-9840-A6F42E563AAC}" srcId="{859CEC54-3BFC-4559-8C90-1C8EC1C80FF4}" destId="{CC4E72C5-CB95-4D5C-9251-A98146B91465}" srcOrd="0" destOrd="0" parTransId="{4E52A6B5-DFCF-4124-BCFC-05E6C830E0C5}" sibTransId="{55CC1976-3FE7-4E53-9047-83288A97B286}"/>
    <dgm:cxn modelId="{5501B34F-B1B5-439D-B27F-5F17458BD0C6}" type="presOf" srcId="{56799C93-C579-4090-B2D9-3197DFD7E4A7}" destId="{388AEF2B-4191-4BFA-996A-379639767DFD}" srcOrd="0" destOrd="0" presId="urn:microsoft.com/office/officeart/2005/8/layout/hierarchy6"/>
    <dgm:cxn modelId="{54556E70-BC6C-4564-9C99-2D54D2FE789D}" srcId="{CC4E72C5-CB95-4D5C-9251-A98146B91465}" destId="{6B31BD28-9F9B-4856-9B39-910576B32AB9}" srcOrd="1" destOrd="0" parTransId="{ECB6F434-657F-4C4D-8AC2-A8292EEA0088}" sibTransId="{3B867DC1-3441-46D7-B49B-E5AAFFF1DB92}"/>
    <dgm:cxn modelId="{52A43174-B10A-4AFE-B5FF-D5F8F07D2CB4}" type="presOf" srcId="{A550CEF6-2655-44A9-A395-DF0FFF1F4417}" destId="{3C40A692-13D9-422B-B9FF-193B81CF340D}" srcOrd="0" destOrd="0" presId="urn:microsoft.com/office/officeart/2005/8/layout/hierarchy6"/>
    <dgm:cxn modelId="{1DCF3676-F1F0-4DFB-B308-5AFAC9785B1D}" type="presOf" srcId="{925F761A-4B7B-4D81-85FF-46ACEE065B76}" destId="{4C01D3B3-42E5-4952-8DCB-1CA0F3F2ABA5}" srcOrd="0" destOrd="0" presId="urn:microsoft.com/office/officeart/2005/8/layout/hierarchy6"/>
    <dgm:cxn modelId="{427BE656-2045-4EDF-99C2-1DBBE36C96D3}" srcId="{25D41D2E-FEC9-444D-B75D-82CC7BEA4B4B}" destId="{859CEC54-3BFC-4559-8C90-1C8EC1C80FF4}" srcOrd="0" destOrd="0" parTransId="{97EB3296-A18A-49BF-A6D3-32422372153B}" sibTransId="{13C816DF-5772-43D7-A241-1F7BDC3350B2}"/>
    <dgm:cxn modelId="{3B5A087E-9A76-485E-91D6-D58998C71A78}" type="presOf" srcId="{FB050F7A-308F-41E5-B209-89E18D1F4635}" destId="{B0367589-497A-4875-951F-45EC0E1C7C32}" srcOrd="0" destOrd="0" presId="urn:microsoft.com/office/officeart/2005/8/layout/hierarchy6"/>
    <dgm:cxn modelId="{11456A8A-FFB7-46BC-87EB-C9B96337DA10}" type="presOf" srcId="{F20019CC-BA8B-45A5-9960-0D4AB0B2FC68}" destId="{D82EA27A-E629-4358-81A0-AE031994D5ED}" srcOrd="0" destOrd="0" presId="urn:microsoft.com/office/officeart/2005/8/layout/hierarchy6"/>
    <dgm:cxn modelId="{3BE8F28A-5D20-4EBA-9DF4-FEFEDBD158DF}" srcId="{859CEC54-3BFC-4559-8C90-1C8EC1C80FF4}" destId="{56799C93-C579-4090-B2D9-3197DFD7E4A7}" srcOrd="1" destOrd="0" parTransId="{A550CEF6-2655-44A9-A395-DF0FFF1F4417}" sibTransId="{415E3A98-E1BA-4B4C-8475-E6840045FE7F}"/>
    <dgm:cxn modelId="{E11C9C9C-A865-4413-B431-A3D73EDF1E03}" type="presOf" srcId="{859CEC54-3BFC-4559-8C90-1C8EC1C80FF4}" destId="{26401598-B8D7-406C-B736-3CF836DDD4DE}" srcOrd="0" destOrd="0" presId="urn:microsoft.com/office/officeart/2005/8/layout/hierarchy6"/>
    <dgm:cxn modelId="{2040C59F-D18C-43D8-8157-1A5A888A39B3}" type="presOf" srcId="{CC4E72C5-CB95-4D5C-9251-A98146B91465}" destId="{F59A013F-1438-47F4-8B27-D69502865401}" srcOrd="0" destOrd="0" presId="urn:microsoft.com/office/officeart/2005/8/layout/hierarchy6"/>
    <dgm:cxn modelId="{1EEEFFAB-53DB-4955-95D1-7B262FE01211}" type="presOf" srcId="{25D41D2E-FEC9-444D-B75D-82CC7BEA4B4B}" destId="{795F8D38-F273-4357-8278-7DE3F5760840}" srcOrd="0" destOrd="0" presId="urn:microsoft.com/office/officeart/2005/8/layout/hierarchy6"/>
    <dgm:cxn modelId="{AD7A58B9-D4CF-4544-A128-881D374FCD61}" type="presOf" srcId="{BEDC2357-B217-4B12-AA4C-A0B5F695CF68}" destId="{69C3670A-1514-4A63-9A6E-6F43E7A9157D}" srcOrd="0" destOrd="0" presId="urn:microsoft.com/office/officeart/2005/8/layout/hierarchy6"/>
    <dgm:cxn modelId="{5EC38BBC-EB97-46C5-8253-7E3F263D7843}" type="presOf" srcId="{36EB3989-A3D5-45D8-AC5E-9106D73093F5}" destId="{E994761A-DA6F-4BB7-AAA8-FA4B8CB0BC36}" srcOrd="0" destOrd="0" presId="urn:microsoft.com/office/officeart/2005/8/layout/hierarchy6"/>
    <dgm:cxn modelId="{46BCB2C8-0413-4114-9E8D-B356850F018F}" type="presOf" srcId="{6B31BD28-9F9B-4856-9B39-910576B32AB9}" destId="{7E78E7F0-832D-4A20-925F-020B3BF5C8B8}" srcOrd="0" destOrd="0" presId="urn:microsoft.com/office/officeart/2005/8/layout/hierarchy6"/>
    <dgm:cxn modelId="{C91D93E0-4AC1-45AE-8E03-0CFE1D6DBCB6}" type="presOf" srcId="{ECB6F434-657F-4C4D-8AC2-A8292EEA0088}" destId="{C64A9CA2-04C0-44B6-96B1-FCF1A63B439D}" srcOrd="0" destOrd="0" presId="urn:microsoft.com/office/officeart/2005/8/layout/hierarchy6"/>
    <dgm:cxn modelId="{6FD21FF5-3B08-4A6E-B32B-4502AFECC278}" srcId="{CC4E72C5-CB95-4D5C-9251-A98146B91465}" destId="{925F761A-4B7B-4D81-85FF-46ACEE065B76}" srcOrd="0" destOrd="0" parTransId="{FB050F7A-308F-41E5-B209-89E18D1F4635}" sibTransId="{21FC002D-10AA-4B0E-850A-BE3B66CB726A}"/>
    <dgm:cxn modelId="{5CAC08F7-ADB5-40E2-96FD-68A4945B8C64}" type="presOf" srcId="{08D0575B-A54A-41AA-8D2E-E6AC98F91FFA}" destId="{5FF37B24-8B9C-4A73-8099-97320B73F4FA}" srcOrd="0" destOrd="0" presId="urn:microsoft.com/office/officeart/2005/8/layout/hierarchy6"/>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EDBD05F2-5912-4246-8F44-9FD744A549E3}" type="presParOf" srcId="{3B8E0E52-806F-461B-808A-40A35535EB4C}" destId="{0BE006A9-DEFA-40D0-9599-99376709FB79}" srcOrd="0" destOrd="0" presId="urn:microsoft.com/office/officeart/2005/8/layout/hierarchy6"/>
    <dgm:cxn modelId="{334DAF08-D52B-4095-81E6-12979D8F032E}" type="presParOf" srcId="{0BE006A9-DEFA-40D0-9599-99376709FB79}" destId="{26401598-B8D7-406C-B736-3CF836DDD4DE}" srcOrd="0" destOrd="0" presId="urn:microsoft.com/office/officeart/2005/8/layout/hierarchy6"/>
    <dgm:cxn modelId="{7C6695F0-A736-408C-B506-9E19849AC508}" type="presParOf" srcId="{0BE006A9-DEFA-40D0-9599-99376709FB79}" destId="{07EAE3A1-3F76-43EE-AEEE-8CCFC5894AB0}" srcOrd="1" destOrd="0" presId="urn:microsoft.com/office/officeart/2005/8/layout/hierarchy6"/>
    <dgm:cxn modelId="{4603202A-EA5C-4B76-992A-6BD94A6B524D}" type="presParOf" srcId="{07EAE3A1-3F76-43EE-AEEE-8CCFC5894AB0}" destId="{B24BB3AC-008B-4F67-9794-0D87BCBB43E5}" srcOrd="0" destOrd="0" presId="urn:microsoft.com/office/officeart/2005/8/layout/hierarchy6"/>
    <dgm:cxn modelId="{B42F42AE-4745-4219-BD83-A9AAA5D1550B}" type="presParOf" srcId="{07EAE3A1-3F76-43EE-AEEE-8CCFC5894AB0}" destId="{C5682404-6B3A-40B3-88CC-400354A72752}" srcOrd="1" destOrd="0" presId="urn:microsoft.com/office/officeart/2005/8/layout/hierarchy6"/>
    <dgm:cxn modelId="{BB69D9B0-19C3-430B-85FD-1D2CA49B6BF4}" type="presParOf" srcId="{C5682404-6B3A-40B3-88CC-400354A72752}" destId="{F59A013F-1438-47F4-8B27-D69502865401}" srcOrd="0" destOrd="0" presId="urn:microsoft.com/office/officeart/2005/8/layout/hierarchy6"/>
    <dgm:cxn modelId="{A06CC9A0-6BD0-4E39-83AD-62B34FE3034F}" type="presParOf" srcId="{C5682404-6B3A-40B3-88CC-400354A72752}" destId="{837337E4-5F51-46BB-8518-2603B65A2871}" srcOrd="1" destOrd="0" presId="urn:microsoft.com/office/officeart/2005/8/layout/hierarchy6"/>
    <dgm:cxn modelId="{12AC673D-F3C8-4D0E-A6DF-DCBE73B2364B}" type="presParOf" srcId="{837337E4-5F51-46BB-8518-2603B65A2871}" destId="{B0367589-497A-4875-951F-45EC0E1C7C32}" srcOrd="0" destOrd="0" presId="urn:microsoft.com/office/officeart/2005/8/layout/hierarchy6"/>
    <dgm:cxn modelId="{A666EB20-FBBF-4EC8-8C15-01C01B7B906D}" type="presParOf" srcId="{837337E4-5F51-46BB-8518-2603B65A2871}" destId="{C6FF9674-AF5F-4983-9B26-C216F0D8297E}" srcOrd="1" destOrd="0" presId="urn:microsoft.com/office/officeart/2005/8/layout/hierarchy6"/>
    <dgm:cxn modelId="{89749CB7-2C66-45FD-8D4C-89116345CFF4}" type="presParOf" srcId="{C6FF9674-AF5F-4983-9B26-C216F0D8297E}" destId="{4C01D3B3-42E5-4952-8DCB-1CA0F3F2ABA5}" srcOrd="0" destOrd="0" presId="urn:microsoft.com/office/officeart/2005/8/layout/hierarchy6"/>
    <dgm:cxn modelId="{4EDFD46D-F1FB-42BE-98CD-7A2847A53B2A}" type="presParOf" srcId="{C6FF9674-AF5F-4983-9B26-C216F0D8297E}" destId="{91F89447-EE88-484F-91A1-59C4CBCF9857}" srcOrd="1" destOrd="0" presId="urn:microsoft.com/office/officeart/2005/8/layout/hierarchy6"/>
    <dgm:cxn modelId="{2566C25B-5D67-45CC-A701-4886A1D59CD4}" type="presParOf" srcId="{837337E4-5F51-46BB-8518-2603B65A2871}" destId="{C64A9CA2-04C0-44B6-96B1-FCF1A63B439D}" srcOrd="2" destOrd="0" presId="urn:microsoft.com/office/officeart/2005/8/layout/hierarchy6"/>
    <dgm:cxn modelId="{B8899559-2BD5-4905-9120-09A0D8265FDD}" type="presParOf" srcId="{837337E4-5F51-46BB-8518-2603B65A2871}" destId="{F88336ED-678B-48D9-9A4D-0C796040AB14}" srcOrd="3" destOrd="0" presId="urn:microsoft.com/office/officeart/2005/8/layout/hierarchy6"/>
    <dgm:cxn modelId="{C9EF7327-C111-478B-B748-FB7055FEAD61}" type="presParOf" srcId="{F88336ED-678B-48D9-9A4D-0C796040AB14}" destId="{7E78E7F0-832D-4A20-925F-020B3BF5C8B8}" srcOrd="0" destOrd="0" presId="urn:microsoft.com/office/officeart/2005/8/layout/hierarchy6"/>
    <dgm:cxn modelId="{333B5D10-14C9-4759-82CB-9750C871E747}" type="presParOf" srcId="{F88336ED-678B-48D9-9A4D-0C796040AB14}" destId="{EFA8C7A7-0513-473E-B785-B1F19C1A565F}" srcOrd="1" destOrd="0" presId="urn:microsoft.com/office/officeart/2005/8/layout/hierarchy6"/>
    <dgm:cxn modelId="{ED40540F-110E-4EE5-A859-60241C09057B}" type="presParOf" srcId="{07EAE3A1-3F76-43EE-AEEE-8CCFC5894AB0}" destId="{3C40A692-13D9-422B-B9FF-193B81CF340D}" srcOrd="2" destOrd="0" presId="urn:microsoft.com/office/officeart/2005/8/layout/hierarchy6"/>
    <dgm:cxn modelId="{C9BD4063-62A1-4755-9C0F-5F22256F8849}" type="presParOf" srcId="{07EAE3A1-3F76-43EE-AEEE-8CCFC5894AB0}" destId="{A4D1F762-E34D-4851-B0DD-AAEAF9A7D138}" srcOrd="3" destOrd="0" presId="urn:microsoft.com/office/officeart/2005/8/layout/hierarchy6"/>
    <dgm:cxn modelId="{093CCB98-DA6A-4FAA-B7E9-DDC7A3904748}" type="presParOf" srcId="{A4D1F762-E34D-4851-B0DD-AAEAF9A7D138}" destId="{388AEF2B-4191-4BFA-996A-379639767DFD}" srcOrd="0" destOrd="0" presId="urn:microsoft.com/office/officeart/2005/8/layout/hierarchy6"/>
    <dgm:cxn modelId="{2FD94F45-9BC3-40DD-8D8B-53CC4C2B8ECD}" type="presParOf" srcId="{A4D1F762-E34D-4851-B0DD-AAEAF9A7D138}" destId="{38D3B0D2-0B1D-44BE-938F-DAAF8488FB97}" srcOrd="1" destOrd="0" presId="urn:microsoft.com/office/officeart/2005/8/layout/hierarchy6"/>
    <dgm:cxn modelId="{F8A528A4-1C56-455D-B217-BE852884E39A}" type="presParOf" srcId="{38D3B0D2-0B1D-44BE-938F-DAAF8488FB97}" destId="{69C3670A-1514-4A63-9A6E-6F43E7A9157D}" srcOrd="0" destOrd="0" presId="urn:microsoft.com/office/officeart/2005/8/layout/hierarchy6"/>
    <dgm:cxn modelId="{EE7A7922-4647-473B-B5C5-A5D95FA80371}" type="presParOf" srcId="{38D3B0D2-0B1D-44BE-938F-DAAF8488FB97}" destId="{0D25EA4B-9378-4B14-914E-1C19DC5BF032}" srcOrd="1" destOrd="0" presId="urn:microsoft.com/office/officeart/2005/8/layout/hierarchy6"/>
    <dgm:cxn modelId="{805691D3-0220-4666-B71E-E82FEC0BE5AA}" type="presParOf" srcId="{0D25EA4B-9378-4B14-914E-1C19DC5BF032}" destId="{D82EA27A-E629-4358-81A0-AE031994D5ED}" srcOrd="0" destOrd="0" presId="urn:microsoft.com/office/officeart/2005/8/layout/hierarchy6"/>
    <dgm:cxn modelId="{79D3C354-D774-4C86-B397-79BCD56C33ED}" type="presParOf" srcId="{0D25EA4B-9378-4B14-914E-1C19DC5BF032}" destId="{E9D543B6-269A-4BF0-8B76-2B705864E937}" srcOrd="1" destOrd="0" presId="urn:microsoft.com/office/officeart/2005/8/layout/hierarchy6"/>
    <dgm:cxn modelId="{5D8129F9-2DD5-487B-AA27-B55F4D9BE58B}" type="presParOf" srcId="{38D3B0D2-0B1D-44BE-938F-DAAF8488FB97}" destId="{5FF37B24-8B9C-4A73-8099-97320B73F4FA}" srcOrd="2" destOrd="0" presId="urn:microsoft.com/office/officeart/2005/8/layout/hierarchy6"/>
    <dgm:cxn modelId="{E25933CA-31E4-453F-A8C3-332369BC2D36}" type="presParOf" srcId="{38D3B0D2-0B1D-44BE-938F-DAAF8488FB97}" destId="{D51FB670-32F0-4956-8A46-60852673D919}" srcOrd="3" destOrd="0" presId="urn:microsoft.com/office/officeart/2005/8/layout/hierarchy6"/>
    <dgm:cxn modelId="{305D7927-0683-4E96-9CA4-23FD8642A745}" type="presParOf" srcId="{D51FB670-32F0-4956-8A46-60852673D919}" destId="{E994761A-DA6F-4BB7-AAA8-FA4B8CB0BC36}" srcOrd="0" destOrd="0" presId="urn:microsoft.com/office/officeart/2005/8/layout/hierarchy6"/>
    <dgm:cxn modelId="{BB265747-33EA-4A1F-B259-C4AA2B791017}" type="presParOf" srcId="{D51FB670-32F0-4956-8A46-60852673D919}" destId="{AA85AE91-1130-4E21-8C41-7AF46EA81CF7}"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25D41D2E-FEC9-444D-B75D-82CC7BEA4B4B}"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462DC39C-95D9-4BA2-8B4A-4CEE79E3559D}">
      <dgm:prSet phldrT="[Text]"/>
      <dgm:spPr/>
      <dgm:t>
        <a:bodyPr/>
        <a:lstStyle/>
        <a:p>
          <a:r>
            <a:rPr lang="en-US" b="0" i="0" u="none" dirty="0"/>
            <a:t>4967</a:t>
          </a:r>
          <a:endParaRPr lang="en-US" dirty="0"/>
        </a:p>
      </dgm:t>
    </dgm:pt>
    <dgm:pt modelId="{873A4569-48E4-4E3C-B450-542B067BAF28}" type="parTrans" cxnId="{1BEB06F2-40E2-4181-A4F7-BE4F35FF143B}">
      <dgm:prSet/>
      <dgm:spPr/>
      <dgm:t>
        <a:bodyPr/>
        <a:lstStyle/>
        <a:p>
          <a:endParaRPr lang="en-US"/>
        </a:p>
      </dgm:t>
    </dgm:pt>
    <dgm:pt modelId="{B51697D8-48FB-480E-B4D8-FC130BE900F5}" type="sibTrans" cxnId="{1BEB06F2-40E2-4181-A4F7-BE4F35FF143B}">
      <dgm:prSet/>
      <dgm:spPr/>
      <dgm:t>
        <a:bodyPr/>
        <a:lstStyle/>
        <a:p>
          <a:endParaRPr lang="en-US"/>
        </a:p>
      </dgm:t>
    </dgm:pt>
    <dgm:pt modelId="{F7EA9A60-9A1C-475E-9407-AE17F90E2D2C}">
      <dgm:prSet/>
      <dgm:spPr/>
      <dgm:t>
        <a:bodyPr/>
        <a:lstStyle/>
        <a:p>
          <a:r>
            <a:rPr lang="en-US" b="0" i="0" u="none" dirty="0"/>
            <a:t>5051</a:t>
          </a:r>
          <a:endParaRPr lang="en-US" dirty="0"/>
        </a:p>
      </dgm:t>
    </dgm:pt>
    <dgm:pt modelId="{B7A668E8-DD38-41F6-BD6E-FF846FA84234}" type="parTrans" cxnId="{23778CE5-A543-49A0-83BA-5A1A5AAB2D63}">
      <dgm:prSet/>
      <dgm:spPr/>
      <dgm:t>
        <a:bodyPr/>
        <a:lstStyle/>
        <a:p>
          <a:endParaRPr lang="en-US"/>
        </a:p>
      </dgm:t>
    </dgm:pt>
    <dgm:pt modelId="{0664B7B1-181E-498A-81F4-F4C13762CF7F}" type="sibTrans" cxnId="{23778CE5-A543-49A0-83BA-5A1A5AAB2D63}">
      <dgm:prSet/>
      <dgm:spPr/>
      <dgm:t>
        <a:bodyPr/>
        <a:lstStyle/>
        <a:p>
          <a:endParaRPr lang="en-US"/>
        </a:p>
      </dgm:t>
    </dgm:pt>
    <dgm:pt modelId="{222AFF1A-C4A6-4B50-9607-23E36D8EE071}">
      <dgm:prSet/>
      <dgm:spPr/>
      <dgm:t>
        <a:bodyPr/>
        <a:lstStyle/>
        <a:p>
          <a:r>
            <a:rPr lang="en-US" b="0" i="0" u="none" dirty="0"/>
            <a:t>4669</a:t>
          </a:r>
          <a:endParaRPr lang="en-US" dirty="0"/>
        </a:p>
      </dgm:t>
    </dgm:pt>
    <dgm:pt modelId="{96BAD9AE-E4F3-49BF-8D35-42359F636F95}" type="parTrans" cxnId="{9E3365B2-8439-4BDD-9209-BFB4C38F4714}">
      <dgm:prSet/>
      <dgm:spPr/>
      <dgm:t>
        <a:bodyPr/>
        <a:lstStyle/>
        <a:p>
          <a:endParaRPr lang="en-US"/>
        </a:p>
      </dgm:t>
    </dgm:pt>
    <dgm:pt modelId="{8A574335-59F6-4892-87DB-BCD070D6F89B}" type="sibTrans" cxnId="{9E3365B2-8439-4BDD-9209-BFB4C38F4714}">
      <dgm:prSet/>
      <dgm:spPr/>
      <dgm:t>
        <a:bodyPr/>
        <a:lstStyle/>
        <a:p>
          <a:endParaRPr lang="en-US"/>
        </a:p>
      </dgm:t>
    </dgm:pt>
    <dgm:pt modelId="{AB7249F0-B6A3-49F7-A074-2CC56509F002}">
      <dgm:prSet/>
      <dgm:spPr/>
      <dgm:t>
        <a:bodyPr/>
        <a:lstStyle/>
        <a:p>
          <a:r>
            <a:rPr lang="en-US" b="0" i="0" u="none" dirty="0"/>
            <a:t>5019</a:t>
          </a:r>
          <a:endParaRPr lang="en-US" dirty="0"/>
        </a:p>
      </dgm:t>
    </dgm:pt>
    <dgm:pt modelId="{FD4F7389-A8B8-4F62-A911-AC58683517D4}" type="parTrans" cxnId="{B62BCB4F-A9DF-48B4-BF23-C61C3DA10DFB}">
      <dgm:prSet/>
      <dgm:spPr/>
      <dgm:t>
        <a:bodyPr/>
        <a:lstStyle/>
        <a:p>
          <a:endParaRPr lang="en-US"/>
        </a:p>
      </dgm:t>
    </dgm:pt>
    <dgm:pt modelId="{04CD7955-8B6D-4222-BD84-06E12A5D28B7}" type="sibTrans" cxnId="{B62BCB4F-A9DF-48B4-BF23-C61C3DA10DFB}">
      <dgm:prSet/>
      <dgm:spPr/>
      <dgm:t>
        <a:bodyPr/>
        <a:lstStyle/>
        <a:p>
          <a:endParaRPr lang="en-US"/>
        </a:p>
      </dgm:t>
    </dgm:pt>
    <dgm:pt modelId="{C90B90C1-9941-4C2B-885E-09322C5BC022}">
      <dgm:prSet/>
      <dgm:spPr/>
      <dgm:t>
        <a:bodyPr/>
        <a:lstStyle/>
        <a:p>
          <a:r>
            <a:rPr lang="en-US" b="0" i="0" u="none" dirty="0"/>
            <a:t>5187</a:t>
          </a:r>
          <a:endParaRPr lang="en-US" dirty="0"/>
        </a:p>
      </dgm:t>
    </dgm:pt>
    <dgm:pt modelId="{65919679-96DF-41F1-9FEC-0115280BB9DA}" type="parTrans" cxnId="{744768A8-0239-48F6-B0E5-58AA80171333}">
      <dgm:prSet/>
      <dgm:spPr/>
      <dgm:t>
        <a:bodyPr/>
        <a:lstStyle/>
        <a:p>
          <a:endParaRPr lang="en-US"/>
        </a:p>
      </dgm:t>
    </dgm:pt>
    <dgm:pt modelId="{BDF85C96-F24D-41D5-935A-403E4EB567F0}" type="sibTrans" cxnId="{744768A8-0239-48F6-B0E5-58AA80171333}">
      <dgm:prSet/>
      <dgm:spPr/>
      <dgm:t>
        <a:bodyPr/>
        <a:lstStyle/>
        <a:p>
          <a:endParaRPr lang="en-US"/>
        </a:p>
      </dgm:t>
    </dgm:pt>
    <dgm:pt modelId="{215CE8DB-3483-4009-894D-1FBE5D5A905F}">
      <dgm:prSet/>
      <dgm:spPr/>
      <dgm:t>
        <a:bodyPr/>
        <a:lstStyle/>
        <a:p>
          <a:r>
            <a:rPr lang="en-US" b="0" i="0" u="none" dirty="0"/>
            <a:t>5144</a:t>
          </a:r>
          <a:endParaRPr lang="en-US" dirty="0"/>
        </a:p>
      </dgm:t>
    </dgm:pt>
    <dgm:pt modelId="{9E731D34-E5B2-48E8-ACEB-0AE287C832FC}" type="parTrans" cxnId="{8C8694E3-1A17-479F-90E2-74448F3DC58C}">
      <dgm:prSet/>
      <dgm:spPr/>
      <dgm:t>
        <a:bodyPr/>
        <a:lstStyle/>
        <a:p>
          <a:endParaRPr lang="en-US"/>
        </a:p>
      </dgm:t>
    </dgm:pt>
    <dgm:pt modelId="{D5B0776F-0DC0-4AEA-8FEF-77F48CBC54D1}" type="sibTrans" cxnId="{8C8694E3-1A17-479F-90E2-74448F3DC58C}">
      <dgm:prSet/>
      <dgm:spPr/>
      <dgm:t>
        <a:bodyPr/>
        <a:lstStyle/>
        <a:p>
          <a:endParaRPr lang="en-US"/>
        </a:p>
      </dgm:t>
    </dgm:pt>
    <dgm:pt modelId="{7A9E0472-A87F-4139-838D-64F88439C57C}">
      <dgm:prSet/>
      <dgm:spPr/>
      <dgm:t>
        <a:bodyPr/>
        <a:lstStyle/>
        <a:p>
          <a:r>
            <a:rPr lang="en-US" b="0" i="0" u="none" dirty="0"/>
            <a:t>5139</a:t>
          </a:r>
          <a:endParaRPr lang="en-US" dirty="0"/>
        </a:p>
      </dgm:t>
    </dgm:pt>
    <dgm:pt modelId="{4D02C339-4921-493E-9120-6C88F1B2F4C8}" type="parTrans" cxnId="{71CEEEBE-6088-463C-87C7-7B79FA4F2AF2}">
      <dgm:prSet/>
      <dgm:spPr/>
      <dgm:t>
        <a:bodyPr/>
        <a:lstStyle/>
        <a:p>
          <a:endParaRPr lang="en-US"/>
        </a:p>
      </dgm:t>
    </dgm:pt>
    <dgm:pt modelId="{F7770309-DC2C-465A-9806-4D8FAB3F293B}" type="sibTrans" cxnId="{71CEEEBE-6088-463C-87C7-7B79FA4F2AF2}">
      <dgm:prSet/>
      <dgm:spPr/>
      <dgm:t>
        <a:bodyPr/>
        <a:lstStyle/>
        <a:p>
          <a:endParaRPr lang="en-US"/>
        </a:p>
      </dgm:t>
    </dgm:pt>
    <dgm:pt modelId="{2A36AEF1-588B-467E-B638-1D8E31DF5A87}">
      <dgm:prSet/>
      <dgm:spPr/>
      <dgm:t>
        <a:bodyPr/>
        <a:lstStyle/>
        <a:p>
          <a:r>
            <a:rPr lang="en-US" b="0" i="0" u="none" dirty="0"/>
            <a:t>3826</a:t>
          </a:r>
          <a:endParaRPr lang="en-US" dirty="0"/>
        </a:p>
      </dgm:t>
    </dgm:pt>
    <dgm:pt modelId="{118B97B1-9112-4903-8692-C1035BE6DF20}" type="parTrans" cxnId="{82806C1D-F5BB-41CE-85F7-A6AA60EF2F10}">
      <dgm:prSet/>
      <dgm:spPr/>
      <dgm:t>
        <a:bodyPr/>
        <a:lstStyle/>
        <a:p>
          <a:endParaRPr lang="en-US"/>
        </a:p>
      </dgm:t>
    </dgm:pt>
    <dgm:pt modelId="{A9B4E949-6CDB-423B-AB85-DF510AFB4F84}" type="sibTrans" cxnId="{82806C1D-F5BB-41CE-85F7-A6AA60EF2F10}">
      <dgm:prSet/>
      <dgm:spPr/>
      <dgm:t>
        <a:bodyPr/>
        <a:lstStyle/>
        <a:p>
          <a:endParaRPr lang="en-US"/>
        </a:p>
      </dgm:t>
    </dgm:pt>
    <dgm:pt modelId="{F15CA2B1-5F51-4B05-B58C-85EB114479FF}">
      <dgm:prSet/>
      <dgm:spPr/>
      <dgm:t>
        <a:bodyPr/>
        <a:lstStyle/>
        <a:p>
          <a:r>
            <a:rPr lang="en-US" b="0" i="0" u="none" dirty="0"/>
            <a:t>4901</a:t>
          </a:r>
          <a:endParaRPr lang="en-US" dirty="0"/>
        </a:p>
      </dgm:t>
    </dgm:pt>
    <dgm:pt modelId="{CD54113A-D09C-4B59-87A4-68CE8415A09B}" type="parTrans" cxnId="{703B010E-8206-4DA1-A39D-0FF20B0FF010}">
      <dgm:prSet/>
      <dgm:spPr/>
      <dgm:t>
        <a:bodyPr/>
        <a:lstStyle/>
        <a:p>
          <a:endParaRPr lang="en-US"/>
        </a:p>
      </dgm:t>
    </dgm:pt>
    <dgm:pt modelId="{B4713052-1688-456D-94F7-FED310FD3200}" type="sibTrans" cxnId="{703B010E-8206-4DA1-A39D-0FF20B0FF010}">
      <dgm:prSet/>
      <dgm:spPr/>
      <dgm:t>
        <a:bodyPr/>
        <a:lstStyle/>
        <a:p>
          <a:endParaRPr lang="en-US"/>
        </a:p>
      </dgm:t>
    </dgm:pt>
    <dgm:pt modelId="{3240C364-D676-49EF-8408-356581015C50}">
      <dgm:prSet/>
      <dgm:spPr/>
      <dgm:t>
        <a:bodyPr/>
        <a:lstStyle/>
        <a:p>
          <a:r>
            <a:rPr lang="en-US" b="0" i="0" u="none" dirty="0"/>
            <a:t>4910</a:t>
          </a:r>
          <a:endParaRPr lang="en-US" dirty="0"/>
        </a:p>
      </dgm:t>
    </dgm:pt>
    <dgm:pt modelId="{71EA0492-DC0F-47C8-BFB9-304E86499B45}" type="parTrans" cxnId="{6E90F788-B23D-4286-92A7-53D8BE8DDB55}">
      <dgm:prSet/>
      <dgm:spPr/>
      <dgm:t>
        <a:bodyPr/>
        <a:lstStyle/>
        <a:p>
          <a:endParaRPr lang="en-US"/>
        </a:p>
      </dgm:t>
    </dgm:pt>
    <dgm:pt modelId="{85933F8D-655D-44F7-AA95-63B9D51F4BF9}" type="sibTrans" cxnId="{6E90F788-B23D-4286-92A7-53D8BE8DDB55}">
      <dgm:prSet/>
      <dgm:spPr/>
      <dgm:t>
        <a:bodyPr/>
        <a:lstStyle/>
        <a:p>
          <a:endParaRPr lang="en-US"/>
        </a:p>
      </dgm:t>
    </dgm:pt>
    <dgm:pt modelId="{204928B3-38EB-4798-AC24-16FD1384834A}">
      <dgm:prSet/>
      <dgm:spPr/>
      <dgm:t>
        <a:bodyPr/>
        <a:lstStyle/>
        <a:p>
          <a:r>
            <a:rPr lang="en-US" b="0" i="0" u="none" dirty="0"/>
            <a:t>4930</a:t>
          </a:r>
          <a:endParaRPr lang="en-US" dirty="0"/>
        </a:p>
      </dgm:t>
    </dgm:pt>
    <dgm:pt modelId="{ACCAB9C8-CCE3-40E3-99E7-E25F811A307E}" type="parTrans" cxnId="{3E6D6134-D985-45D2-B8EC-48094C27F44D}">
      <dgm:prSet/>
      <dgm:spPr/>
      <dgm:t>
        <a:bodyPr/>
        <a:lstStyle/>
        <a:p>
          <a:endParaRPr lang="en-US"/>
        </a:p>
      </dgm:t>
    </dgm:pt>
    <dgm:pt modelId="{C67B7789-EA7C-4ED2-B7BC-12B8B93B50D0}" type="sibTrans" cxnId="{3E6D6134-D985-45D2-B8EC-48094C27F44D}">
      <dgm:prSet/>
      <dgm:spPr/>
      <dgm:t>
        <a:bodyPr/>
        <a:lstStyle/>
        <a:p>
          <a:endParaRPr lang="en-US"/>
        </a:p>
      </dgm:t>
    </dgm:pt>
    <dgm:pt modelId="{E1015DA8-8DA0-4B2F-9C9F-80B7E51DC4E7}">
      <dgm:prSet/>
      <dgm:spPr/>
      <dgm:t>
        <a:bodyPr/>
        <a:lstStyle/>
        <a:p>
          <a:r>
            <a:rPr lang="en-US" b="0" i="0" u="none" dirty="0"/>
            <a:t>1864</a:t>
          </a:r>
          <a:endParaRPr lang="en-US" dirty="0"/>
        </a:p>
      </dgm:t>
    </dgm:pt>
    <dgm:pt modelId="{1C1F14D2-C0A5-49BC-84DD-36818D9EF568}" type="parTrans" cxnId="{60573327-316F-448D-B358-154A353E631C}">
      <dgm:prSet/>
      <dgm:spPr/>
      <dgm:t>
        <a:bodyPr/>
        <a:lstStyle/>
        <a:p>
          <a:endParaRPr lang="en-US"/>
        </a:p>
      </dgm:t>
    </dgm:pt>
    <dgm:pt modelId="{4659B447-A52E-4BB5-B741-014275B5AAE6}" type="sibTrans" cxnId="{60573327-316F-448D-B358-154A353E631C}">
      <dgm:prSet/>
      <dgm:spPr/>
      <dgm:t>
        <a:bodyPr/>
        <a:lstStyle/>
        <a:p>
          <a:endParaRPr lang="en-US"/>
        </a:p>
      </dgm:t>
    </dgm:pt>
    <dgm:pt modelId="{528E3656-C59A-4A70-A038-997044197CC8}">
      <dgm:prSet/>
      <dgm:spPr/>
      <dgm:t>
        <a:bodyPr/>
        <a:lstStyle/>
        <a:p>
          <a:r>
            <a:rPr lang="en-US" b="0" i="0" u="none" dirty="0"/>
            <a:t>3045</a:t>
          </a:r>
          <a:endParaRPr lang="en-US" dirty="0"/>
        </a:p>
      </dgm:t>
    </dgm:pt>
    <dgm:pt modelId="{CE77439F-B080-4443-A808-F6B29D89C8F2}" type="parTrans" cxnId="{EE9ED7C1-60B6-4A7F-90B2-56A21B109E93}">
      <dgm:prSet/>
      <dgm:spPr/>
      <dgm:t>
        <a:bodyPr/>
        <a:lstStyle/>
        <a:p>
          <a:endParaRPr lang="en-US"/>
        </a:p>
      </dgm:t>
    </dgm:pt>
    <dgm:pt modelId="{B6276AE2-B6A7-4126-B1ED-BB9C095D9B3A}" type="sibTrans" cxnId="{EE9ED7C1-60B6-4A7F-90B2-56A21B109E93}">
      <dgm:prSet/>
      <dgm:spPr/>
      <dgm:t>
        <a:bodyPr/>
        <a:lstStyle/>
        <a:p>
          <a:endParaRPr lang="en-US"/>
        </a:p>
      </dgm:t>
    </dgm:pt>
    <dgm:pt modelId="{7B8BE726-DD48-4B81-80BC-FF8094E3D255}">
      <dgm:prSet/>
      <dgm:spPr/>
      <dgm:t>
        <a:bodyPr/>
        <a:lstStyle/>
        <a:p>
          <a:r>
            <a:rPr lang="en-US" b="0" i="0" u="none" dirty="0"/>
            <a:t>5073</a:t>
          </a:r>
          <a:endParaRPr lang="en-US" dirty="0"/>
        </a:p>
      </dgm:t>
    </dgm:pt>
    <dgm:pt modelId="{D054CEA4-3CC2-4C93-8FB0-5B925EC924F3}" type="sibTrans" cxnId="{134E84CA-9C85-4584-A03E-1443794CD280}">
      <dgm:prSet/>
      <dgm:spPr/>
      <dgm:t>
        <a:bodyPr/>
        <a:lstStyle/>
        <a:p>
          <a:endParaRPr lang="en-US"/>
        </a:p>
      </dgm:t>
    </dgm:pt>
    <dgm:pt modelId="{EF7072D4-FC6A-4A75-8554-20E6E167219F}" type="parTrans" cxnId="{134E84CA-9C85-4584-A03E-1443794CD280}">
      <dgm:prSet/>
      <dgm:spPr/>
      <dgm:t>
        <a:bodyPr/>
        <a:lstStyle/>
        <a:p>
          <a:endParaRPr lang="en-US"/>
        </a:p>
      </dgm:t>
    </dgm:pt>
    <dgm:pt modelId="{1E9EF1E9-58BC-4449-B488-25BCAA48109E}">
      <dgm:prSet phldrT="[Text]"/>
      <dgm:spPr/>
      <dgm:t>
        <a:bodyPr/>
        <a:lstStyle/>
        <a:p>
          <a:r>
            <a:rPr lang="en-US" dirty="0"/>
            <a:t>4946</a:t>
          </a:r>
        </a:p>
      </dgm:t>
    </dgm:pt>
    <dgm:pt modelId="{17A80643-F3AD-4400-ABE5-414F6FCF641B}" type="parTrans" cxnId="{FC0C62F6-BACC-45E6-8FA5-8C28525A6E7B}">
      <dgm:prSet/>
      <dgm:spPr/>
      <dgm:t>
        <a:bodyPr/>
        <a:lstStyle/>
        <a:p>
          <a:endParaRPr lang="en-US"/>
        </a:p>
      </dgm:t>
    </dgm:pt>
    <dgm:pt modelId="{2ACE8275-52BF-468C-9A8B-03655CA0022C}" type="sibTrans" cxnId="{FC0C62F6-BACC-45E6-8FA5-8C28525A6E7B}">
      <dgm:prSet/>
      <dgm:spPr/>
      <dgm:t>
        <a:bodyPr/>
        <a:lstStyle/>
        <a:p>
          <a:endParaRPr lang="en-US"/>
        </a:p>
      </dgm:t>
    </dgm:pt>
    <dgm:pt modelId="{795F8D38-F273-4357-8278-7DE3F5760840}" type="pres">
      <dgm:prSet presAssocID="{25D41D2E-FEC9-444D-B75D-82CC7BEA4B4B}" presName="mainComposite" presStyleCnt="0">
        <dgm:presLayoutVars>
          <dgm:chPref val="1"/>
          <dgm:dir/>
          <dgm:animOne val="branch"/>
          <dgm:animLvl val="lvl"/>
          <dgm:resizeHandles val="exact"/>
        </dgm:presLayoutVars>
      </dgm:prSet>
      <dgm:spPr/>
    </dgm:pt>
    <dgm:pt modelId="{2D695314-BBE3-4218-9C76-EBC1528D0B37}" type="pres">
      <dgm:prSet presAssocID="{25D41D2E-FEC9-444D-B75D-82CC7BEA4B4B}" presName="hierFlow" presStyleCnt="0"/>
      <dgm:spPr/>
    </dgm:pt>
    <dgm:pt modelId="{3B8E0E52-806F-461B-808A-40A35535EB4C}" type="pres">
      <dgm:prSet presAssocID="{25D41D2E-FEC9-444D-B75D-82CC7BEA4B4B}" presName="hierChild1" presStyleCnt="0">
        <dgm:presLayoutVars>
          <dgm:chPref val="1"/>
          <dgm:animOne val="branch"/>
          <dgm:animLvl val="lvl"/>
        </dgm:presLayoutVars>
      </dgm:prSet>
      <dgm:spPr/>
    </dgm:pt>
    <dgm:pt modelId="{7F399CAD-A39F-4C3C-A236-98BBF4A3DFBE}" type="pres">
      <dgm:prSet presAssocID="{1E9EF1E9-58BC-4449-B488-25BCAA48109E}" presName="Name14" presStyleCnt="0"/>
      <dgm:spPr/>
    </dgm:pt>
    <dgm:pt modelId="{1B12A6FF-50ED-4943-BD25-29745F944682}" type="pres">
      <dgm:prSet presAssocID="{1E9EF1E9-58BC-4449-B488-25BCAA48109E}" presName="level1Shape" presStyleLbl="node0" presStyleIdx="0" presStyleCnt="1">
        <dgm:presLayoutVars>
          <dgm:chPref val="3"/>
        </dgm:presLayoutVars>
      </dgm:prSet>
      <dgm:spPr/>
    </dgm:pt>
    <dgm:pt modelId="{928BC009-6C31-4D6B-A90C-3E01A5810900}" type="pres">
      <dgm:prSet presAssocID="{1E9EF1E9-58BC-4449-B488-25BCAA48109E}" presName="hierChild2" presStyleCnt="0"/>
      <dgm:spPr/>
    </dgm:pt>
    <dgm:pt modelId="{85AD3F35-1126-470A-9469-E756255D86C1}" type="pres">
      <dgm:prSet presAssocID="{873A4569-48E4-4E3C-B450-542B067BAF28}" presName="Name19" presStyleLbl="parChTrans1D2" presStyleIdx="0" presStyleCnt="2"/>
      <dgm:spPr/>
    </dgm:pt>
    <dgm:pt modelId="{C9501E80-E3AC-4388-AFCF-21C4EA561552}" type="pres">
      <dgm:prSet presAssocID="{462DC39C-95D9-4BA2-8B4A-4CEE79E3559D}" presName="Name21" presStyleCnt="0"/>
      <dgm:spPr/>
    </dgm:pt>
    <dgm:pt modelId="{06BBC88E-DD2F-418B-906A-C32A7BC5664A}" type="pres">
      <dgm:prSet presAssocID="{462DC39C-95D9-4BA2-8B4A-4CEE79E3559D}" presName="level2Shape" presStyleLbl="node2" presStyleIdx="0" presStyleCnt="2"/>
      <dgm:spPr/>
    </dgm:pt>
    <dgm:pt modelId="{E2F4C9CA-13B9-4F5A-94CA-91FFC432AB47}" type="pres">
      <dgm:prSet presAssocID="{462DC39C-95D9-4BA2-8B4A-4CEE79E3559D}" presName="hierChild3" presStyleCnt="0"/>
      <dgm:spPr/>
    </dgm:pt>
    <dgm:pt modelId="{882FB6CA-1D4C-4BB9-A81F-C07F1667737F}" type="pres">
      <dgm:prSet presAssocID="{B7A668E8-DD38-41F6-BD6E-FF846FA84234}" presName="Name19" presStyleLbl="parChTrans1D3" presStyleIdx="0" presStyleCnt="4"/>
      <dgm:spPr/>
    </dgm:pt>
    <dgm:pt modelId="{F444A06B-E5AC-42F9-815E-E383B43C7E01}" type="pres">
      <dgm:prSet presAssocID="{F7EA9A60-9A1C-475E-9407-AE17F90E2D2C}" presName="Name21" presStyleCnt="0"/>
      <dgm:spPr/>
    </dgm:pt>
    <dgm:pt modelId="{266EAD9B-7712-49CC-9EBF-919CE3B44B5C}" type="pres">
      <dgm:prSet presAssocID="{F7EA9A60-9A1C-475E-9407-AE17F90E2D2C}" presName="level2Shape" presStyleLbl="node3" presStyleIdx="0" presStyleCnt="4"/>
      <dgm:spPr/>
    </dgm:pt>
    <dgm:pt modelId="{A5578C7E-BDDD-4D30-BD99-F1E3D92AFE20}" type="pres">
      <dgm:prSet presAssocID="{F7EA9A60-9A1C-475E-9407-AE17F90E2D2C}" presName="hierChild3" presStyleCnt="0"/>
      <dgm:spPr/>
    </dgm:pt>
    <dgm:pt modelId="{9C8B359A-C43E-4B23-97F2-412865549F91}" type="pres">
      <dgm:prSet presAssocID="{96BAD9AE-E4F3-49BF-8D35-42359F636F95}" presName="Name19" presStyleLbl="parChTrans1D4" presStyleIdx="0" presStyleCnt="8"/>
      <dgm:spPr/>
    </dgm:pt>
    <dgm:pt modelId="{22E379FD-5279-4BCC-958E-1B64383CAFAE}" type="pres">
      <dgm:prSet presAssocID="{222AFF1A-C4A6-4B50-9607-23E36D8EE071}" presName="Name21" presStyleCnt="0"/>
      <dgm:spPr/>
    </dgm:pt>
    <dgm:pt modelId="{A9A1422A-3F26-4296-A3CF-A0CEE0DB1565}" type="pres">
      <dgm:prSet presAssocID="{222AFF1A-C4A6-4B50-9607-23E36D8EE071}" presName="level2Shape" presStyleLbl="node4" presStyleIdx="0" presStyleCnt="8"/>
      <dgm:spPr/>
    </dgm:pt>
    <dgm:pt modelId="{D9505FC0-E8C9-415D-84F8-3167F8EC46F8}" type="pres">
      <dgm:prSet presAssocID="{222AFF1A-C4A6-4B50-9607-23E36D8EE071}" presName="hierChild3" presStyleCnt="0"/>
      <dgm:spPr/>
    </dgm:pt>
    <dgm:pt modelId="{50F858D7-D24A-4C7F-AE6E-F57385040245}" type="pres">
      <dgm:prSet presAssocID="{FD4F7389-A8B8-4F62-A911-AC58683517D4}" presName="Name19" presStyleLbl="parChTrans1D4" presStyleIdx="1" presStyleCnt="8"/>
      <dgm:spPr/>
    </dgm:pt>
    <dgm:pt modelId="{050861AB-AF12-4428-BC1B-F11DB32EC00B}" type="pres">
      <dgm:prSet presAssocID="{AB7249F0-B6A3-49F7-A074-2CC56509F002}" presName="Name21" presStyleCnt="0"/>
      <dgm:spPr/>
    </dgm:pt>
    <dgm:pt modelId="{BACE2ED6-1A18-4F4E-AD4B-2836B32EF68F}" type="pres">
      <dgm:prSet presAssocID="{AB7249F0-B6A3-49F7-A074-2CC56509F002}" presName="level2Shape" presStyleLbl="node4" presStyleIdx="1" presStyleCnt="8"/>
      <dgm:spPr/>
    </dgm:pt>
    <dgm:pt modelId="{46E64055-D196-4090-A725-B68E2EABE26B}" type="pres">
      <dgm:prSet presAssocID="{AB7249F0-B6A3-49F7-A074-2CC56509F002}" presName="hierChild3" presStyleCnt="0"/>
      <dgm:spPr/>
    </dgm:pt>
    <dgm:pt modelId="{FEE6A337-062C-4616-BE73-10B3CF16CFCF}" type="pres">
      <dgm:prSet presAssocID="{EF7072D4-FC6A-4A75-8554-20E6E167219F}" presName="Name19" presStyleLbl="parChTrans1D3" presStyleIdx="1" presStyleCnt="4"/>
      <dgm:spPr/>
    </dgm:pt>
    <dgm:pt modelId="{5C0253F8-760F-4002-91E6-16D0A9C5CE5F}" type="pres">
      <dgm:prSet presAssocID="{7B8BE726-DD48-4B81-80BC-FF8094E3D255}" presName="Name21" presStyleCnt="0"/>
      <dgm:spPr/>
    </dgm:pt>
    <dgm:pt modelId="{A1DE42C9-730D-4A50-9857-CE6440C6A62E}" type="pres">
      <dgm:prSet presAssocID="{7B8BE726-DD48-4B81-80BC-FF8094E3D255}" presName="level2Shape" presStyleLbl="node3" presStyleIdx="1" presStyleCnt="4"/>
      <dgm:spPr/>
    </dgm:pt>
    <dgm:pt modelId="{81D5870D-3CDD-4B89-85F3-4C5601BF8983}" type="pres">
      <dgm:prSet presAssocID="{7B8BE726-DD48-4B81-80BC-FF8094E3D255}" presName="hierChild3" presStyleCnt="0"/>
      <dgm:spPr/>
    </dgm:pt>
    <dgm:pt modelId="{4CDD4B7D-A44C-4FE0-8239-FCCA3A1D86DD}" type="pres">
      <dgm:prSet presAssocID="{65919679-96DF-41F1-9FEC-0115280BB9DA}" presName="Name19" presStyleLbl="parChTrans1D4" presStyleIdx="2" presStyleCnt="8"/>
      <dgm:spPr/>
    </dgm:pt>
    <dgm:pt modelId="{EBFCF448-C60A-412C-919C-031E2046C439}" type="pres">
      <dgm:prSet presAssocID="{C90B90C1-9941-4C2B-885E-09322C5BC022}" presName="Name21" presStyleCnt="0"/>
      <dgm:spPr/>
    </dgm:pt>
    <dgm:pt modelId="{C48D3C98-638A-499A-BCFB-6428B6BC53D6}" type="pres">
      <dgm:prSet presAssocID="{C90B90C1-9941-4C2B-885E-09322C5BC022}" presName="level2Shape" presStyleLbl="node4" presStyleIdx="2" presStyleCnt="8"/>
      <dgm:spPr/>
    </dgm:pt>
    <dgm:pt modelId="{BBB9664E-BCA7-46E2-8889-B164A470394C}" type="pres">
      <dgm:prSet presAssocID="{C90B90C1-9941-4C2B-885E-09322C5BC022}" presName="hierChild3" presStyleCnt="0"/>
      <dgm:spPr/>
    </dgm:pt>
    <dgm:pt modelId="{22867D17-9F16-4D51-9A2B-9C36B6C51CCB}" type="pres">
      <dgm:prSet presAssocID="{9E731D34-E5B2-48E8-ACEB-0AE287C832FC}" presName="Name19" presStyleLbl="parChTrans1D4" presStyleIdx="3" presStyleCnt="8"/>
      <dgm:spPr/>
    </dgm:pt>
    <dgm:pt modelId="{1F02E654-7A88-42CD-AB7D-77C496BB7852}" type="pres">
      <dgm:prSet presAssocID="{215CE8DB-3483-4009-894D-1FBE5D5A905F}" presName="Name21" presStyleCnt="0"/>
      <dgm:spPr/>
    </dgm:pt>
    <dgm:pt modelId="{47FB48E2-8F67-4D73-8353-D910743F5C29}" type="pres">
      <dgm:prSet presAssocID="{215CE8DB-3483-4009-894D-1FBE5D5A905F}" presName="level2Shape" presStyleLbl="node4" presStyleIdx="3" presStyleCnt="8"/>
      <dgm:spPr/>
    </dgm:pt>
    <dgm:pt modelId="{6E4CA033-37E6-44FF-A6C2-DB12D6C4F11F}" type="pres">
      <dgm:prSet presAssocID="{215CE8DB-3483-4009-894D-1FBE5D5A905F}" presName="hierChild3" presStyleCnt="0"/>
      <dgm:spPr/>
    </dgm:pt>
    <dgm:pt modelId="{9BB3DB38-48D9-4209-8EEB-E673CDD62668}" type="pres">
      <dgm:prSet presAssocID="{4D02C339-4921-493E-9120-6C88F1B2F4C8}" presName="Name19" presStyleLbl="parChTrans1D2" presStyleIdx="1" presStyleCnt="2"/>
      <dgm:spPr/>
    </dgm:pt>
    <dgm:pt modelId="{04C352C9-5E40-424E-B2F7-30697D646237}" type="pres">
      <dgm:prSet presAssocID="{7A9E0472-A87F-4139-838D-64F88439C57C}" presName="Name21" presStyleCnt="0"/>
      <dgm:spPr/>
    </dgm:pt>
    <dgm:pt modelId="{76C842FC-71D0-4FEA-B11C-6BA31BCDA592}" type="pres">
      <dgm:prSet presAssocID="{7A9E0472-A87F-4139-838D-64F88439C57C}" presName="level2Shape" presStyleLbl="node2" presStyleIdx="1" presStyleCnt="2"/>
      <dgm:spPr/>
    </dgm:pt>
    <dgm:pt modelId="{F37779BA-ACD7-49F1-A55F-29E5CD647CC3}" type="pres">
      <dgm:prSet presAssocID="{7A9E0472-A87F-4139-838D-64F88439C57C}" presName="hierChild3" presStyleCnt="0"/>
      <dgm:spPr/>
    </dgm:pt>
    <dgm:pt modelId="{FE7EB98C-E781-4A66-A074-9A09BF7D6AA0}" type="pres">
      <dgm:prSet presAssocID="{118B97B1-9112-4903-8692-C1035BE6DF20}" presName="Name19" presStyleLbl="parChTrans1D3" presStyleIdx="2" presStyleCnt="4"/>
      <dgm:spPr/>
    </dgm:pt>
    <dgm:pt modelId="{80C2E7BF-3B0F-4A13-B7E2-FAA5EE138A73}" type="pres">
      <dgm:prSet presAssocID="{2A36AEF1-588B-467E-B638-1D8E31DF5A87}" presName="Name21" presStyleCnt="0"/>
      <dgm:spPr/>
    </dgm:pt>
    <dgm:pt modelId="{8D7B8A60-42E5-47B3-AEDD-3CF388DCB1C4}" type="pres">
      <dgm:prSet presAssocID="{2A36AEF1-588B-467E-B638-1D8E31DF5A87}" presName="level2Shape" presStyleLbl="node3" presStyleIdx="2" presStyleCnt="4"/>
      <dgm:spPr/>
    </dgm:pt>
    <dgm:pt modelId="{21CEF804-53FD-4809-8571-31FC0CB47A34}" type="pres">
      <dgm:prSet presAssocID="{2A36AEF1-588B-467E-B638-1D8E31DF5A87}" presName="hierChild3" presStyleCnt="0"/>
      <dgm:spPr/>
    </dgm:pt>
    <dgm:pt modelId="{932FEF74-64B9-41D2-8781-70A2334B4E22}" type="pres">
      <dgm:prSet presAssocID="{CD54113A-D09C-4B59-87A4-68CE8415A09B}" presName="Name19" presStyleLbl="parChTrans1D4" presStyleIdx="4" presStyleCnt="8"/>
      <dgm:spPr/>
    </dgm:pt>
    <dgm:pt modelId="{6026ACBA-5F14-4F5B-88A6-5A063CFD6063}" type="pres">
      <dgm:prSet presAssocID="{F15CA2B1-5F51-4B05-B58C-85EB114479FF}" presName="Name21" presStyleCnt="0"/>
      <dgm:spPr/>
    </dgm:pt>
    <dgm:pt modelId="{ABC422F6-D243-4AF9-A204-801F6716882C}" type="pres">
      <dgm:prSet presAssocID="{F15CA2B1-5F51-4B05-B58C-85EB114479FF}" presName="level2Shape" presStyleLbl="node4" presStyleIdx="4" presStyleCnt="8"/>
      <dgm:spPr/>
    </dgm:pt>
    <dgm:pt modelId="{3635A78F-A1C5-4C43-BB57-249C004EC566}" type="pres">
      <dgm:prSet presAssocID="{F15CA2B1-5F51-4B05-B58C-85EB114479FF}" presName="hierChild3" presStyleCnt="0"/>
      <dgm:spPr/>
    </dgm:pt>
    <dgm:pt modelId="{20BA316B-127E-46E7-A965-8155B2B8F86A}" type="pres">
      <dgm:prSet presAssocID="{71EA0492-DC0F-47C8-BFB9-304E86499B45}" presName="Name19" presStyleLbl="parChTrans1D4" presStyleIdx="5" presStyleCnt="8"/>
      <dgm:spPr/>
    </dgm:pt>
    <dgm:pt modelId="{1CDE7501-4C9C-4514-A387-B801E6B95A15}" type="pres">
      <dgm:prSet presAssocID="{3240C364-D676-49EF-8408-356581015C50}" presName="Name21" presStyleCnt="0"/>
      <dgm:spPr/>
    </dgm:pt>
    <dgm:pt modelId="{F7B3210A-54B7-4DA6-AD03-D5C0167FCF23}" type="pres">
      <dgm:prSet presAssocID="{3240C364-D676-49EF-8408-356581015C50}" presName="level2Shape" presStyleLbl="node4" presStyleIdx="5" presStyleCnt="8"/>
      <dgm:spPr/>
    </dgm:pt>
    <dgm:pt modelId="{5AB63A0D-C9F0-4F9B-903A-47653CD8CC6D}" type="pres">
      <dgm:prSet presAssocID="{3240C364-D676-49EF-8408-356581015C50}" presName="hierChild3" presStyleCnt="0"/>
      <dgm:spPr/>
    </dgm:pt>
    <dgm:pt modelId="{52FCE529-CE2F-4707-BB04-A866CA9D394E}" type="pres">
      <dgm:prSet presAssocID="{ACCAB9C8-CCE3-40E3-99E7-E25F811A307E}" presName="Name19" presStyleLbl="parChTrans1D3" presStyleIdx="3" presStyleCnt="4"/>
      <dgm:spPr/>
    </dgm:pt>
    <dgm:pt modelId="{287A551E-E6F4-41C7-A4CE-2220D9A16A0A}" type="pres">
      <dgm:prSet presAssocID="{204928B3-38EB-4798-AC24-16FD1384834A}" presName="Name21" presStyleCnt="0"/>
      <dgm:spPr/>
    </dgm:pt>
    <dgm:pt modelId="{9FDBA057-5B3C-423D-A5AB-561006FBDA7E}" type="pres">
      <dgm:prSet presAssocID="{204928B3-38EB-4798-AC24-16FD1384834A}" presName="level2Shape" presStyleLbl="node3" presStyleIdx="3" presStyleCnt="4"/>
      <dgm:spPr/>
    </dgm:pt>
    <dgm:pt modelId="{18EF4814-9E94-4F71-8725-32ECA5D47AD8}" type="pres">
      <dgm:prSet presAssocID="{204928B3-38EB-4798-AC24-16FD1384834A}" presName="hierChild3" presStyleCnt="0"/>
      <dgm:spPr/>
    </dgm:pt>
    <dgm:pt modelId="{E7C0E10F-F863-446A-A89C-01AB20C00D02}" type="pres">
      <dgm:prSet presAssocID="{1C1F14D2-C0A5-49BC-84DD-36818D9EF568}" presName="Name19" presStyleLbl="parChTrans1D4" presStyleIdx="6" presStyleCnt="8"/>
      <dgm:spPr/>
    </dgm:pt>
    <dgm:pt modelId="{D2336047-5BD0-4118-AC15-0C06E9F2CFDB}" type="pres">
      <dgm:prSet presAssocID="{E1015DA8-8DA0-4B2F-9C9F-80B7E51DC4E7}" presName="Name21" presStyleCnt="0"/>
      <dgm:spPr/>
    </dgm:pt>
    <dgm:pt modelId="{51B3A8DC-F325-406F-9E10-6CF71D8182EF}" type="pres">
      <dgm:prSet presAssocID="{E1015DA8-8DA0-4B2F-9C9F-80B7E51DC4E7}" presName="level2Shape" presStyleLbl="node4" presStyleIdx="6" presStyleCnt="8"/>
      <dgm:spPr/>
    </dgm:pt>
    <dgm:pt modelId="{50AD5E30-001F-4D58-9F18-F12F3CBB2E6C}" type="pres">
      <dgm:prSet presAssocID="{E1015DA8-8DA0-4B2F-9C9F-80B7E51DC4E7}" presName="hierChild3" presStyleCnt="0"/>
      <dgm:spPr/>
    </dgm:pt>
    <dgm:pt modelId="{F7FD1DC4-CB22-40EE-B29D-867975FCE670}" type="pres">
      <dgm:prSet presAssocID="{CE77439F-B080-4443-A808-F6B29D89C8F2}" presName="Name19" presStyleLbl="parChTrans1D4" presStyleIdx="7" presStyleCnt="8"/>
      <dgm:spPr/>
    </dgm:pt>
    <dgm:pt modelId="{2EB7E716-E23E-49BE-9250-336385EEF6F6}" type="pres">
      <dgm:prSet presAssocID="{528E3656-C59A-4A70-A038-997044197CC8}" presName="Name21" presStyleCnt="0"/>
      <dgm:spPr/>
    </dgm:pt>
    <dgm:pt modelId="{A9B6F9EB-D8D6-4A48-B2A7-606511803449}" type="pres">
      <dgm:prSet presAssocID="{528E3656-C59A-4A70-A038-997044197CC8}" presName="level2Shape" presStyleLbl="node4" presStyleIdx="7" presStyleCnt="8"/>
      <dgm:spPr/>
    </dgm:pt>
    <dgm:pt modelId="{FBBD4B33-95F9-47F5-8BDF-5CD0D3890DF0}" type="pres">
      <dgm:prSet presAssocID="{528E3656-C59A-4A70-A038-997044197CC8}" presName="hierChild3" presStyleCnt="0"/>
      <dgm:spPr/>
    </dgm:pt>
    <dgm:pt modelId="{7E63DA02-DECF-437D-A9F4-F60E0940C42C}" type="pres">
      <dgm:prSet presAssocID="{25D41D2E-FEC9-444D-B75D-82CC7BEA4B4B}" presName="bgShapesFlow" presStyleCnt="0"/>
      <dgm:spPr/>
    </dgm:pt>
  </dgm:ptLst>
  <dgm:cxnLst>
    <dgm:cxn modelId="{71AFA804-F3F6-4A95-89CB-941187D24884}" type="presOf" srcId="{FD4F7389-A8B8-4F62-A911-AC58683517D4}" destId="{50F858D7-D24A-4C7F-AE6E-F57385040245}" srcOrd="0" destOrd="0" presId="urn:microsoft.com/office/officeart/2005/8/layout/hierarchy6"/>
    <dgm:cxn modelId="{703B010E-8206-4DA1-A39D-0FF20B0FF010}" srcId="{2A36AEF1-588B-467E-B638-1D8E31DF5A87}" destId="{F15CA2B1-5F51-4B05-B58C-85EB114479FF}" srcOrd="0" destOrd="0" parTransId="{CD54113A-D09C-4B59-87A4-68CE8415A09B}" sibTransId="{B4713052-1688-456D-94F7-FED310FD3200}"/>
    <dgm:cxn modelId="{CED7E80E-C72B-4126-BE5D-7E81C98912B6}" type="presOf" srcId="{462DC39C-95D9-4BA2-8B4A-4CEE79E3559D}" destId="{06BBC88E-DD2F-418B-906A-C32A7BC5664A}" srcOrd="0" destOrd="0" presId="urn:microsoft.com/office/officeart/2005/8/layout/hierarchy6"/>
    <dgm:cxn modelId="{5E656013-E1A4-4E27-B389-37367A2A72F2}" type="presOf" srcId="{E1015DA8-8DA0-4B2F-9C9F-80B7E51DC4E7}" destId="{51B3A8DC-F325-406F-9E10-6CF71D8182EF}" srcOrd="0" destOrd="0" presId="urn:microsoft.com/office/officeart/2005/8/layout/hierarchy6"/>
    <dgm:cxn modelId="{DD833515-19D5-4CDE-ADBD-3BEB07300C9D}" type="presOf" srcId="{96BAD9AE-E4F3-49BF-8D35-42359F636F95}" destId="{9C8B359A-C43E-4B23-97F2-412865549F91}" srcOrd="0" destOrd="0" presId="urn:microsoft.com/office/officeart/2005/8/layout/hierarchy6"/>
    <dgm:cxn modelId="{A3449115-5C48-41AA-953A-992C16BF9F35}" type="presOf" srcId="{71EA0492-DC0F-47C8-BFB9-304E86499B45}" destId="{20BA316B-127E-46E7-A965-8155B2B8F86A}" srcOrd="0" destOrd="0" presId="urn:microsoft.com/office/officeart/2005/8/layout/hierarchy6"/>
    <dgm:cxn modelId="{87236716-7D6B-401F-8833-FB78DBFD9C94}" type="presOf" srcId="{118B97B1-9112-4903-8692-C1035BE6DF20}" destId="{FE7EB98C-E781-4A66-A074-9A09BF7D6AA0}" srcOrd="0" destOrd="0" presId="urn:microsoft.com/office/officeart/2005/8/layout/hierarchy6"/>
    <dgm:cxn modelId="{82806C1D-F5BB-41CE-85F7-A6AA60EF2F10}" srcId="{7A9E0472-A87F-4139-838D-64F88439C57C}" destId="{2A36AEF1-588B-467E-B638-1D8E31DF5A87}" srcOrd="0" destOrd="0" parTransId="{118B97B1-9112-4903-8692-C1035BE6DF20}" sibTransId="{A9B4E949-6CDB-423B-AB85-DF510AFB4F84}"/>
    <dgm:cxn modelId="{84665324-3B36-4342-BB0F-977BB312D8EB}" type="presOf" srcId="{873A4569-48E4-4E3C-B450-542B067BAF28}" destId="{85AD3F35-1126-470A-9469-E756255D86C1}" srcOrd="0" destOrd="0" presId="urn:microsoft.com/office/officeart/2005/8/layout/hierarchy6"/>
    <dgm:cxn modelId="{60573327-316F-448D-B358-154A353E631C}" srcId="{204928B3-38EB-4798-AC24-16FD1384834A}" destId="{E1015DA8-8DA0-4B2F-9C9F-80B7E51DC4E7}" srcOrd="0" destOrd="0" parTransId="{1C1F14D2-C0A5-49BC-84DD-36818D9EF568}" sibTransId="{4659B447-A52E-4BB5-B741-014275B5AAE6}"/>
    <dgm:cxn modelId="{7A9EFC2E-2AEA-4818-B25C-84D3BA4621FE}" type="presOf" srcId="{1C1F14D2-C0A5-49BC-84DD-36818D9EF568}" destId="{E7C0E10F-F863-446A-A89C-01AB20C00D02}" srcOrd="0" destOrd="0" presId="urn:microsoft.com/office/officeart/2005/8/layout/hierarchy6"/>
    <dgm:cxn modelId="{3E6D6134-D985-45D2-B8EC-48094C27F44D}" srcId="{7A9E0472-A87F-4139-838D-64F88439C57C}" destId="{204928B3-38EB-4798-AC24-16FD1384834A}" srcOrd="1" destOrd="0" parTransId="{ACCAB9C8-CCE3-40E3-99E7-E25F811A307E}" sibTransId="{C67B7789-EA7C-4ED2-B7BC-12B8B93B50D0}"/>
    <dgm:cxn modelId="{B8FB1161-2C4A-44ED-9595-84392314209C}" type="presOf" srcId="{7B8BE726-DD48-4B81-80BC-FF8094E3D255}" destId="{A1DE42C9-730D-4A50-9857-CE6440C6A62E}" srcOrd="0" destOrd="0" presId="urn:microsoft.com/office/officeart/2005/8/layout/hierarchy6"/>
    <dgm:cxn modelId="{21349E6D-F632-4CE4-8F8B-CD8CF56CC79F}" type="presOf" srcId="{1E9EF1E9-58BC-4449-B488-25BCAA48109E}" destId="{1B12A6FF-50ED-4943-BD25-29745F944682}" srcOrd="0" destOrd="0" presId="urn:microsoft.com/office/officeart/2005/8/layout/hierarchy6"/>
    <dgm:cxn modelId="{B62BCB4F-A9DF-48B4-BF23-C61C3DA10DFB}" srcId="{F7EA9A60-9A1C-475E-9407-AE17F90E2D2C}" destId="{AB7249F0-B6A3-49F7-A074-2CC56509F002}" srcOrd="1" destOrd="0" parTransId="{FD4F7389-A8B8-4F62-A911-AC58683517D4}" sibTransId="{04CD7955-8B6D-4222-BD84-06E12A5D28B7}"/>
    <dgm:cxn modelId="{378F5455-08BB-46C6-BB6A-0B6C543AC3EF}" type="presOf" srcId="{3240C364-D676-49EF-8408-356581015C50}" destId="{F7B3210A-54B7-4DA6-AD03-D5C0167FCF23}" srcOrd="0" destOrd="0" presId="urn:microsoft.com/office/officeart/2005/8/layout/hierarchy6"/>
    <dgm:cxn modelId="{28F86256-0A5A-4D96-9387-9355053002C6}" type="presOf" srcId="{4D02C339-4921-493E-9120-6C88F1B2F4C8}" destId="{9BB3DB38-48D9-4209-8EEB-E673CDD62668}" srcOrd="0" destOrd="0" presId="urn:microsoft.com/office/officeart/2005/8/layout/hierarchy6"/>
    <dgm:cxn modelId="{05250658-8072-4F4F-AF9B-43F990A1105B}" type="presOf" srcId="{EF7072D4-FC6A-4A75-8554-20E6E167219F}" destId="{FEE6A337-062C-4616-BE73-10B3CF16CFCF}" srcOrd="0" destOrd="0" presId="urn:microsoft.com/office/officeart/2005/8/layout/hierarchy6"/>
    <dgm:cxn modelId="{4AC3C579-C084-4E61-803F-26E2784E5517}" type="presOf" srcId="{C90B90C1-9941-4C2B-885E-09322C5BC022}" destId="{C48D3C98-638A-499A-BCFB-6428B6BC53D6}" srcOrd="0" destOrd="0" presId="urn:microsoft.com/office/officeart/2005/8/layout/hierarchy6"/>
    <dgm:cxn modelId="{DD16127B-1506-4980-AC1F-92755697B74E}" type="presOf" srcId="{AB7249F0-B6A3-49F7-A074-2CC56509F002}" destId="{BACE2ED6-1A18-4F4E-AD4B-2836B32EF68F}" srcOrd="0" destOrd="0" presId="urn:microsoft.com/office/officeart/2005/8/layout/hierarchy6"/>
    <dgm:cxn modelId="{6E90F788-B23D-4286-92A7-53D8BE8DDB55}" srcId="{2A36AEF1-588B-467E-B638-1D8E31DF5A87}" destId="{3240C364-D676-49EF-8408-356581015C50}" srcOrd="1" destOrd="0" parTransId="{71EA0492-DC0F-47C8-BFB9-304E86499B45}" sibTransId="{85933F8D-655D-44F7-AA95-63B9D51F4BF9}"/>
    <dgm:cxn modelId="{0FF3D18C-BDBF-48E3-83C6-042744D5BA94}" type="presOf" srcId="{CD54113A-D09C-4B59-87A4-68CE8415A09B}" destId="{932FEF74-64B9-41D2-8781-70A2334B4E22}" srcOrd="0" destOrd="0" presId="urn:microsoft.com/office/officeart/2005/8/layout/hierarchy6"/>
    <dgm:cxn modelId="{63FB4291-5739-4C34-A15E-17516C88C981}" type="presOf" srcId="{528E3656-C59A-4A70-A038-997044197CC8}" destId="{A9B6F9EB-D8D6-4A48-B2A7-606511803449}" srcOrd="0" destOrd="0" presId="urn:microsoft.com/office/officeart/2005/8/layout/hierarchy6"/>
    <dgm:cxn modelId="{AF87B796-EAD2-490E-A773-A96E703A642B}" type="presOf" srcId="{7A9E0472-A87F-4139-838D-64F88439C57C}" destId="{76C842FC-71D0-4FEA-B11C-6BA31BCDA592}" srcOrd="0" destOrd="0" presId="urn:microsoft.com/office/officeart/2005/8/layout/hierarchy6"/>
    <dgm:cxn modelId="{F0804498-7B55-4FC7-A0E2-A8321F1FCF26}" type="presOf" srcId="{B7A668E8-DD38-41F6-BD6E-FF846FA84234}" destId="{882FB6CA-1D4C-4BB9-A81F-C07F1667737F}" srcOrd="0" destOrd="0" presId="urn:microsoft.com/office/officeart/2005/8/layout/hierarchy6"/>
    <dgm:cxn modelId="{907FECA4-1F36-4514-870E-C61B9BB69104}" type="presOf" srcId="{F7EA9A60-9A1C-475E-9407-AE17F90E2D2C}" destId="{266EAD9B-7712-49CC-9EBF-919CE3B44B5C}" srcOrd="0" destOrd="0" presId="urn:microsoft.com/office/officeart/2005/8/layout/hierarchy6"/>
    <dgm:cxn modelId="{744768A8-0239-48F6-B0E5-58AA80171333}" srcId="{7B8BE726-DD48-4B81-80BC-FF8094E3D255}" destId="{C90B90C1-9941-4C2B-885E-09322C5BC022}" srcOrd="0" destOrd="0" parTransId="{65919679-96DF-41F1-9FEC-0115280BB9DA}" sibTransId="{BDF85C96-F24D-41D5-935A-403E4EB567F0}"/>
    <dgm:cxn modelId="{1EEEFFAB-53DB-4955-95D1-7B262FE01211}" type="presOf" srcId="{25D41D2E-FEC9-444D-B75D-82CC7BEA4B4B}" destId="{795F8D38-F273-4357-8278-7DE3F5760840}" srcOrd="0" destOrd="0" presId="urn:microsoft.com/office/officeart/2005/8/layout/hierarchy6"/>
    <dgm:cxn modelId="{D346D6AE-68CD-4445-BE9F-E613ADC092E0}" type="presOf" srcId="{65919679-96DF-41F1-9FEC-0115280BB9DA}" destId="{4CDD4B7D-A44C-4FE0-8239-FCCA3A1D86DD}" srcOrd="0" destOrd="0" presId="urn:microsoft.com/office/officeart/2005/8/layout/hierarchy6"/>
    <dgm:cxn modelId="{9E3365B2-8439-4BDD-9209-BFB4C38F4714}" srcId="{F7EA9A60-9A1C-475E-9407-AE17F90E2D2C}" destId="{222AFF1A-C4A6-4B50-9607-23E36D8EE071}" srcOrd="0" destOrd="0" parTransId="{96BAD9AE-E4F3-49BF-8D35-42359F636F95}" sibTransId="{8A574335-59F6-4892-87DB-BCD070D6F89B}"/>
    <dgm:cxn modelId="{71CEEEBE-6088-463C-87C7-7B79FA4F2AF2}" srcId="{1E9EF1E9-58BC-4449-B488-25BCAA48109E}" destId="{7A9E0472-A87F-4139-838D-64F88439C57C}" srcOrd="1" destOrd="0" parTransId="{4D02C339-4921-493E-9120-6C88F1B2F4C8}" sibTransId="{F7770309-DC2C-465A-9806-4D8FAB3F293B}"/>
    <dgm:cxn modelId="{EE9ED7C1-60B6-4A7F-90B2-56A21B109E93}" srcId="{204928B3-38EB-4798-AC24-16FD1384834A}" destId="{528E3656-C59A-4A70-A038-997044197CC8}" srcOrd="1" destOrd="0" parTransId="{CE77439F-B080-4443-A808-F6B29D89C8F2}" sibTransId="{B6276AE2-B6A7-4126-B1ED-BB9C095D9B3A}"/>
    <dgm:cxn modelId="{813115C3-0D5B-4974-BDE8-45CDE2AF6E75}" type="presOf" srcId="{215CE8DB-3483-4009-894D-1FBE5D5A905F}" destId="{47FB48E2-8F67-4D73-8353-D910743F5C29}" srcOrd="0" destOrd="0" presId="urn:microsoft.com/office/officeart/2005/8/layout/hierarchy6"/>
    <dgm:cxn modelId="{4B2DD3C3-0E1F-4AFC-8AA7-A58FAE5CDB71}" type="presOf" srcId="{F15CA2B1-5F51-4B05-B58C-85EB114479FF}" destId="{ABC422F6-D243-4AF9-A204-801F6716882C}" srcOrd="0" destOrd="0" presId="urn:microsoft.com/office/officeart/2005/8/layout/hierarchy6"/>
    <dgm:cxn modelId="{134E84CA-9C85-4584-A03E-1443794CD280}" srcId="{462DC39C-95D9-4BA2-8B4A-4CEE79E3559D}" destId="{7B8BE726-DD48-4B81-80BC-FF8094E3D255}" srcOrd="1" destOrd="0" parTransId="{EF7072D4-FC6A-4A75-8554-20E6E167219F}" sibTransId="{D054CEA4-3CC2-4C93-8FB0-5B925EC924F3}"/>
    <dgm:cxn modelId="{D7EF9DCC-07A0-4EEB-8AA1-FA2E5C8AB3D7}" type="presOf" srcId="{9E731D34-E5B2-48E8-ACEB-0AE287C832FC}" destId="{22867D17-9F16-4D51-9A2B-9C36B6C51CCB}" srcOrd="0" destOrd="0" presId="urn:microsoft.com/office/officeart/2005/8/layout/hierarchy6"/>
    <dgm:cxn modelId="{04BC24CF-843B-418A-AF02-2CDDDB290292}" type="presOf" srcId="{ACCAB9C8-CCE3-40E3-99E7-E25F811A307E}" destId="{52FCE529-CE2F-4707-BB04-A866CA9D394E}" srcOrd="0" destOrd="0" presId="urn:microsoft.com/office/officeart/2005/8/layout/hierarchy6"/>
    <dgm:cxn modelId="{310926D0-CD2B-47A7-90DD-DF4E7F8FBC8B}" type="presOf" srcId="{2A36AEF1-588B-467E-B638-1D8E31DF5A87}" destId="{8D7B8A60-42E5-47B3-AEDD-3CF388DCB1C4}" srcOrd="0" destOrd="0" presId="urn:microsoft.com/office/officeart/2005/8/layout/hierarchy6"/>
    <dgm:cxn modelId="{081D6DD5-654B-4D55-A4EB-C1C8686C651C}" type="presOf" srcId="{204928B3-38EB-4798-AC24-16FD1384834A}" destId="{9FDBA057-5B3C-423D-A5AB-561006FBDA7E}" srcOrd="0" destOrd="0" presId="urn:microsoft.com/office/officeart/2005/8/layout/hierarchy6"/>
    <dgm:cxn modelId="{141B6BD9-FD06-4B49-ADE4-7B1EE194D757}" type="presOf" srcId="{CE77439F-B080-4443-A808-F6B29D89C8F2}" destId="{F7FD1DC4-CB22-40EE-B29D-867975FCE670}" srcOrd="0" destOrd="0" presId="urn:microsoft.com/office/officeart/2005/8/layout/hierarchy6"/>
    <dgm:cxn modelId="{8C8694E3-1A17-479F-90E2-74448F3DC58C}" srcId="{7B8BE726-DD48-4B81-80BC-FF8094E3D255}" destId="{215CE8DB-3483-4009-894D-1FBE5D5A905F}" srcOrd="1" destOrd="0" parTransId="{9E731D34-E5B2-48E8-ACEB-0AE287C832FC}" sibTransId="{D5B0776F-0DC0-4AEA-8FEF-77F48CBC54D1}"/>
    <dgm:cxn modelId="{23778CE5-A543-49A0-83BA-5A1A5AAB2D63}" srcId="{462DC39C-95D9-4BA2-8B4A-4CEE79E3559D}" destId="{F7EA9A60-9A1C-475E-9407-AE17F90E2D2C}" srcOrd="0" destOrd="0" parTransId="{B7A668E8-DD38-41F6-BD6E-FF846FA84234}" sibTransId="{0664B7B1-181E-498A-81F4-F4C13762CF7F}"/>
    <dgm:cxn modelId="{BF0150E8-E724-48A4-A443-6E9A7F42EB4D}" type="presOf" srcId="{222AFF1A-C4A6-4B50-9607-23E36D8EE071}" destId="{A9A1422A-3F26-4296-A3CF-A0CEE0DB1565}" srcOrd="0" destOrd="0" presId="urn:microsoft.com/office/officeart/2005/8/layout/hierarchy6"/>
    <dgm:cxn modelId="{1BEB06F2-40E2-4181-A4F7-BE4F35FF143B}" srcId="{1E9EF1E9-58BC-4449-B488-25BCAA48109E}" destId="{462DC39C-95D9-4BA2-8B4A-4CEE79E3559D}" srcOrd="0" destOrd="0" parTransId="{873A4569-48E4-4E3C-B450-542B067BAF28}" sibTransId="{B51697D8-48FB-480E-B4D8-FC130BE900F5}"/>
    <dgm:cxn modelId="{FC0C62F6-BACC-45E6-8FA5-8C28525A6E7B}" srcId="{25D41D2E-FEC9-444D-B75D-82CC7BEA4B4B}" destId="{1E9EF1E9-58BC-4449-B488-25BCAA48109E}" srcOrd="0" destOrd="0" parTransId="{17A80643-F3AD-4400-ABE5-414F6FCF641B}" sibTransId="{2ACE8275-52BF-468C-9A8B-03655CA0022C}"/>
    <dgm:cxn modelId="{717CC137-6B96-4A92-868E-4E5077FF9FC2}" type="presParOf" srcId="{795F8D38-F273-4357-8278-7DE3F5760840}" destId="{2D695314-BBE3-4218-9C76-EBC1528D0B37}" srcOrd="0" destOrd="0" presId="urn:microsoft.com/office/officeart/2005/8/layout/hierarchy6"/>
    <dgm:cxn modelId="{AEA61484-ACC9-49DC-A098-2B71193EB438}" type="presParOf" srcId="{2D695314-BBE3-4218-9C76-EBC1528D0B37}" destId="{3B8E0E52-806F-461B-808A-40A35535EB4C}" srcOrd="0" destOrd="0" presId="urn:microsoft.com/office/officeart/2005/8/layout/hierarchy6"/>
    <dgm:cxn modelId="{DED9C441-E0A4-4A6B-9F1F-64E7BEB0273E}" type="presParOf" srcId="{3B8E0E52-806F-461B-808A-40A35535EB4C}" destId="{7F399CAD-A39F-4C3C-A236-98BBF4A3DFBE}" srcOrd="0" destOrd="0" presId="urn:microsoft.com/office/officeart/2005/8/layout/hierarchy6"/>
    <dgm:cxn modelId="{3BC53DA9-9092-4CE6-9CE1-BBF0807C433F}" type="presParOf" srcId="{7F399CAD-A39F-4C3C-A236-98BBF4A3DFBE}" destId="{1B12A6FF-50ED-4943-BD25-29745F944682}" srcOrd="0" destOrd="0" presId="urn:microsoft.com/office/officeart/2005/8/layout/hierarchy6"/>
    <dgm:cxn modelId="{3D551A3C-2DBB-4196-ABD7-3EB8196F42EA}" type="presParOf" srcId="{7F399CAD-A39F-4C3C-A236-98BBF4A3DFBE}" destId="{928BC009-6C31-4D6B-A90C-3E01A5810900}" srcOrd="1" destOrd="0" presId="urn:microsoft.com/office/officeart/2005/8/layout/hierarchy6"/>
    <dgm:cxn modelId="{C975B6A1-6E33-49A8-8EFE-765CC7283188}" type="presParOf" srcId="{928BC009-6C31-4D6B-A90C-3E01A5810900}" destId="{85AD3F35-1126-470A-9469-E756255D86C1}" srcOrd="0" destOrd="0" presId="urn:microsoft.com/office/officeart/2005/8/layout/hierarchy6"/>
    <dgm:cxn modelId="{0A97F5A2-EC58-4B93-A965-9AE9AD205A02}" type="presParOf" srcId="{928BC009-6C31-4D6B-A90C-3E01A5810900}" destId="{C9501E80-E3AC-4388-AFCF-21C4EA561552}" srcOrd="1" destOrd="0" presId="urn:microsoft.com/office/officeart/2005/8/layout/hierarchy6"/>
    <dgm:cxn modelId="{C12BCAEE-B1AE-412C-9989-0114EC506364}" type="presParOf" srcId="{C9501E80-E3AC-4388-AFCF-21C4EA561552}" destId="{06BBC88E-DD2F-418B-906A-C32A7BC5664A}" srcOrd="0" destOrd="0" presId="urn:microsoft.com/office/officeart/2005/8/layout/hierarchy6"/>
    <dgm:cxn modelId="{DBEEC764-DCD3-4400-955C-E1C3C923434E}" type="presParOf" srcId="{C9501E80-E3AC-4388-AFCF-21C4EA561552}" destId="{E2F4C9CA-13B9-4F5A-94CA-91FFC432AB47}" srcOrd="1" destOrd="0" presId="urn:microsoft.com/office/officeart/2005/8/layout/hierarchy6"/>
    <dgm:cxn modelId="{23A8AEBF-0737-4A3C-A544-7F8153A7B063}" type="presParOf" srcId="{E2F4C9CA-13B9-4F5A-94CA-91FFC432AB47}" destId="{882FB6CA-1D4C-4BB9-A81F-C07F1667737F}" srcOrd="0" destOrd="0" presId="urn:microsoft.com/office/officeart/2005/8/layout/hierarchy6"/>
    <dgm:cxn modelId="{B9297AC1-7C78-4B1F-9970-B781A321F97B}" type="presParOf" srcId="{E2F4C9CA-13B9-4F5A-94CA-91FFC432AB47}" destId="{F444A06B-E5AC-42F9-815E-E383B43C7E01}" srcOrd="1" destOrd="0" presId="urn:microsoft.com/office/officeart/2005/8/layout/hierarchy6"/>
    <dgm:cxn modelId="{B5BB3A70-23F6-4108-B502-1951D448FCEE}" type="presParOf" srcId="{F444A06B-E5AC-42F9-815E-E383B43C7E01}" destId="{266EAD9B-7712-49CC-9EBF-919CE3B44B5C}" srcOrd="0" destOrd="0" presId="urn:microsoft.com/office/officeart/2005/8/layout/hierarchy6"/>
    <dgm:cxn modelId="{42A43B96-CB20-42B4-AF73-F5FE09709A5F}" type="presParOf" srcId="{F444A06B-E5AC-42F9-815E-E383B43C7E01}" destId="{A5578C7E-BDDD-4D30-BD99-F1E3D92AFE20}" srcOrd="1" destOrd="0" presId="urn:microsoft.com/office/officeart/2005/8/layout/hierarchy6"/>
    <dgm:cxn modelId="{E5AA12F5-55CB-4AE2-855C-B314FC3B8B79}" type="presParOf" srcId="{A5578C7E-BDDD-4D30-BD99-F1E3D92AFE20}" destId="{9C8B359A-C43E-4B23-97F2-412865549F91}" srcOrd="0" destOrd="0" presId="urn:microsoft.com/office/officeart/2005/8/layout/hierarchy6"/>
    <dgm:cxn modelId="{19C6AD73-6171-484D-B1A5-DC0E4DDCD0AD}" type="presParOf" srcId="{A5578C7E-BDDD-4D30-BD99-F1E3D92AFE20}" destId="{22E379FD-5279-4BCC-958E-1B64383CAFAE}" srcOrd="1" destOrd="0" presId="urn:microsoft.com/office/officeart/2005/8/layout/hierarchy6"/>
    <dgm:cxn modelId="{232A43E1-EDEA-4B98-A791-1460E2CD4E57}" type="presParOf" srcId="{22E379FD-5279-4BCC-958E-1B64383CAFAE}" destId="{A9A1422A-3F26-4296-A3CF-A0CEE0DB1565}" srcOrd="0" destOrd="0" presId="urn:microsoft.com/office/officeart/2005/8/layout/hierarchy6"/>
    <dgm:cxn modelId="{D93C693B-4209-43F7-BBF2-3EFC4D2F4CED}" type="presParOf" srcId="{22E379FD-5279-4BCC-958E-1B64383CAFAE}" destId="{D9505FC0-E8C9-415D-84F8-3167F8EC46F8}" srcOrd="1" destOrd="0" presId="urn:microsoft.com/office/officeart/2005/8/layout/hierarchy6"/>
    <dgm:cxn modelId="{F6B77864-5A7B-409F-AE05-5E5E628DD5D9}" type="presParOf" srcId="{A5578C7E-BDDD-4D30-BD99-F1E3D92AFE20}" destId="{50F858D7-D24A-4C7F-AE6E-F57385040245}" srcOrd="2" destOrd="0" presId="urn:microsoft.com/office/officeart/2005/8/layout/hierarchy6"/>
    <dgm:cxn modelId="{395A7EF6-6455-4BC2-A57F-F5DB2D87314C}" type="presParOf" srcId="{A5578C7E-BDDD-4D30-BD99-F1E3D92AFE20}" destId="{050861AB-AF12-4428-BC1B-F11DB32EC00B}" srcOrd="3" destOrd="0" presId="urn:microsoft.com/office/officeart/2005/8/layout/hierarchy6"/>
    <dgm:cxn modelId="{A07BCCBC-A888-4170-8F8C-AF2B5D31FD07}" type="presParOf" srcId="{050861AB-AF12-4428-BC1B-F11DB32EC00B}" destId="{BACE2ED6-1A18-4F4E-AD4B-2836B32EF68F}" srcOrd="0" destOrd="0" presId="urn:microsoft.com/office/officeart/2005/8/layout/hierarchy6"/>
    <dgm:cxn modelId="{E54FF70A-FB15-49C9-AB02-5914511B40E9}" type="presParOf" srcId="{050861AB-AF12-4428-BC1B-F11DB32EC00B}" destId="{46E64055-D196-4090-A725-B68E2EABE26B}" srcOrd="1" destOrd="0" presId="urn:microsoft.com/office/officeart/2005/8/layout/hierarchy6"/>
    <dgm:cxn modelId="{6DDBC52D-812F-466B-8970-9A06BD735C63}" type="presParOf" srcId="{E2F4C9CA-13B9-4F5A-94CA-91FFC432AB47}" destId="{FEE6A337-062C-4616-BE73-10B3CF16CFCF}" srcOrd="2" destOrd="0" presId="urn:microsoft.com/office/officeart/2005/8/layout/hierarchy6"/>
    <dgm:cxn modelId="{2649A87B-2F22-4152-8BD5-63B25D893F4E}" type="presParOf" srcId="{E2F4C9CA-13B9-4F5A-94CA-91FFC432AB47}" destId="{5C0253F8-760F-4002-91E6-16D0A9C5CE5F}" srcOrd="3" destOrd="0" presId="urn:microsoft.com/office/officeart/2005/8/layout/hierarchy6"/>
    <dgm:cxn modelId="{2D22D831-4B4F-4006-B174-57841D481EFC}" type="presParOf" srcId="{5C0253F8-760F-4002-91E6-16D0A9C5CE5F}" destId="{A1DE42C9-730D-4A50-9857-CE6440C6A62E}" srcOrd="0" destOrd="0" presId="urn:microsoft.com/office/officeart/2005/8/layout/hierarchy6"/>
    <dgm:cxn modelId="{CB7E5363-2DDE-47AA-84EC-757BC0583E44}" type="presParOf" srcId="{5C0253F8-760F-4002-91E6-16D0A9C5CE5F}" destId="{81D5870D-3CDD-4B89-85F3-4C5601BF8983}" srcOrd="1" destOrd="0" presId="urn:microsoft.com/office/officeart/2005/8/layout/hierarchy6"/>
    <dgm:cxn modelId="{D0A4FD80-5E3E-437F-86A0-62D650BD6080}" type="presParOf" srcId="{81D5870D-3CDD-4B89-85F3-4C5601BF8983}" destId="{4CDD4B7D-A44C-4FE0-8239-FCCA3A1D86DD}" srcOrd="0" destOrd="0" presId="urn:microsoft.com/office/officeart/2005/8/layout/hierarchy6"/>
    <dgm:cxn modelId="{BCFD53CA-876E-458B-8EE0-84D40C2CBE53}" type="presParOf" srcId="{81D5870D-3CDD-4B89-85F3-4C5601BF8983}" destId="{EBFCF448-C60A-412C-919C-031E2046C439}" srcOrd="1" destOrd="0" presId="urn:microsoft.com/office/officeart/2005/8/layout/hierarchy6"/>
    <dgm:cxn modelId="{0665C0B1-6EF8-4923-B4B3-835FD8DF2B09}" type="presParOf" srcId="{EBFCF448-C60A-412C-919C-031E2046C439}" destId="{C48D3C98-638A-499A-BCFB-6428B6BC53D6}" srcOrd="0" destOrd="0" presId="urn:microsoft.com/office/officeart/2005/8/layout/hierarchy6"/>
    <dgm:cxn modelId="{E0A3D946-B501-4583-B3B6-648D493C5750}" type="presParOf" srcId="{EBFCF448-C60A-412C-919C-031E2046C439}" destId="{BBB9664E-BCA7-46E2-8889-B164A470394C}" srcOrd="1" destOrd="0" presId="urn:microsoft.com/office/officeart/2005/8/layout/hierarchy6"/>
    <dgm:cxn modelId="{AFFFD469-80AE-45EB-B1C4-B7F5F74DEAE1}" type="presParOf" srcId="{81D5870D-3CDD-4B89-85F3-4C5601BF8983}" destId="{22867D17-9F16-4D51-9A2B-9C36B6C51CCB}" srcOrd="2" destOrd="0" presId="urn:microsoft.com/office/officeart/2005/8/layout/hierarchy6"/>
    <dgm:cxn modelId="{5BDABB85-EDC0-465B-B0BF-33CB9D6F5D34}" type="presParOf" srcId="{81D5870D-3CDD-4B89-85F3-4C5601BF8983}" destId="{1F02E654-7A88-42CD-AB7D-77C496BB7852}" srcOrd="3" destOrd="0" presId="urn:microsoft.com/office/officeart/2005/8/layout/hierarchy6"/>
    <dgm:cxn modelId="{56356BA4-4A90-4FA7-A288-F41271C2D4ED}" type="presParOf" srcId="{1F02E654-7A88-42CD-AB7D-77C496BB7852}" destId="{47FB48E2-8F67-4D73-8353-D910743F5C29}" srcOrd="0" destOrd="0" presId="urn:microsoft.com/office/officeart/2005/8/layout/hierarchy6"/>
    <dgm:cxn modelId="{DE0D3869-A482-4225-9A57-FADC31F9A239}" type="presParOf" srcId="{1F02E654-7A88-42CD-AB7D-77C496BB7852}" destId="{6E4CA033-37E6-44FF-A6C2-DB12D6C4F11F}" srcOrd="1" destOrd="0" presId="urn:microsoft.com/office/officeart/2005/8/layout/hierarchy6"/>
    <dgm:cxn modelId="{62EA19F8-D89A-45A5-A1D5-8898A613CBDD}" type="presParOf" srcId="{928BC009-6C31-4D6B-A90C-3E01A5810900}" destId="{9BB3DB38-48D9-4209-8EEB-E673CDD62668}" srcOrd="2" destOrd="0" presId="urn:microsoft.com/office/officeart/2005/8/layout/hierarchy6"/>
    <dgm:cxn modelId="{8BEA7C8E-AB4A-4DB5-8333-D86046ECB797}" type="presParOf" srcId="{928BC009-6C31-4D6B-A90C-3E01A5810900}" destId="{04C352C9-5E40-424E-B2F7-30697D646237}" srcOrd="3" destOrd="0" presId="urn:microsoft.com/office/officeart/2005/8/layout/hierarchy6"/>
    <dgm:cxn modelId="{4DE8C980-9DF7-4648-B932-ADD2B2E259A7}" type="presParOf" srcId="{04C352C9-5E40-424E-B2F7-30697D646237}" destId="{76C842FC-71D0-4FEA-B11C-6BA31BCDA592}" srcOrd="0" destOrd="0" presId="urn:microsoft.com/office/officeart/2005/8/layout/hierarchy6"/>
    <dgm:cxn modelId="{3E740A20-EB59-463D-9DEF-02D5766B8B84}" type="presParOf" srcId="{04C352C9-5E40-424E-B2F7-30697D646237}" destId="{F37779BA-ACD7-49F1-A55F-29E5CD647CC3}" srcOrd="1" destOrd="0" presId="urn:microsoft.com/office/officeart/2005/8/layout/hierarchy6"/>
    <dgm:cxn modelId="{492E5613-12EF-4B8B-AC90-661DF6A5E50E}" type="presParOf" srcId="{F37779BA-ACD7-49F1-A55F-29E5CD647CC3}" destId="{FE7EB98C-E781-4A66-A074-9A09BF7D6AA0}" srcOrd="0" destOrd="0" presId="urn:microsoft.com/office/officeart/2005/8/layout/hierarchy6"/>
    <dgm:cxn modelId="{DC78604C-FA5F-40AE-97D0-B6A72F1621EC}" type="presParOf" srcId="{F37779BA-ACD7-49F1-A55F-29E5CD647CC3}" destId="{80C2E7BF-3B0F-4A13-B7E2-FAA5EE138A73}" srcOrd="1" destOrd="0" presId="urn:microsoft.com/office/officeart/2005/8/layout/hierarchy6"/>
    <dgm:cxn modelId="{794C0627-31AC-4CA1-B1D2-BF94D9DF4E7D}" type="presParOf" srcId="{80C2E7BF-3B0F-4A13-B7E2-FAA5EE138A73}" destId="{8D7B8A60-42E5-47B3-AEDD-3CF388DCB1C4}" srcOrd="0" destOrd="0" presId="urn:microsoft.com/office/officeart/2005/8/layout/hierarchy6"/>
    <dgm:cxn modelId="{E15B00AE-4AAB-4EAC-8A63-0313479CF829}" type="presParOf" srcId="{80C2E7BF-3B0F-4A13-B7E2-FAA5EE138A73}" destId="{21CEF804-53FD-4809-8571-31FC0CB47A34}" srcOrd="1" destOrd="0" presId="urn:microsoft.com/office/officeart/2005/8/layout/hierarchy6"/>
    <dgm:cxn modelId="{6526B442-5D72-49D8-AFE2-D0AF529DBCDB}" type="presParOf" srcId="{21CEF804-53FD-4809-8571-31FC0CB47A34}" destId="{932FEF74-64B9-41D2-8781-70A2334B4E22}" srcOrd="0" destOrd="0" presId="urn:microsoft.com/office/officeart/2005/8/layout/hierarchy6"/>
    <dgm:cxn modelId="{61E0668F-254C-4355-9A2D-E72A6F44A4FD}" type="presParOf" srcId="{21CEF804-53FD-4809-8571-31FC0CB47A34}" destId="{6026ACBA-5F14-4F5B-88A6-5A063CFD6063}" srcOrd="1" destOrd="0" presId="urn:microsoft.com/office/officeart/2005/8/layout/hierarchy6"/>
    <dgm:cxn modelId="{ABAAA357-DFB9-4F65-946E-5AB3BC786F6F}" type="presParOf" srcId="{6026ACBA-5F14-4F5B-88A6-5A063CFD6063}" destId="{ABC422F6-D243-4AF9-A204-801F6716882C}" srcOrd="0" destOrd="0" presId="urn:microsoft.com/office/officeart/2005/8/layout/hierarchy6"/>
    <dgm:cxn modelId="{06BB939B-994F-4C82-8227-1343D42763F0}" type="presParOf" srcId="{6026ACBA-5F14-4F5B-88A6-5A063CFD6063}" destId="{3635A78F-A1C5-4C43-BB57-249C004EC566}" srcOrd="1" destOrd="0" presId="urn:microsoft.com/office/officeart/2005/8/layout/hierarchy6"/>
    <dgm:cxn modelId="{D7BF3362-1FE7-4C0F-8873-3AF8EF7E4EA4}" type="presParOf" srcId="{21CEF804-53FD-4809-8571-31FC0CB47A34}" destId="{20BA316B-127E-46E7-A965-8155B2B8F86A}" srcOrd="2" destOrd="0" presId="urn:microsoft.com/office/officeart/2005/8/layout/hierarchy6"/>
    <dgm:cxn modelId="{307CF902-83F6-4118-9364-1D30B58E756F}" type="presParOf" srcId="{21CEF804-53FD-4809-8571-31FC0CB47A34}" destId="{1CDE7501-4C9C-4514-A387-B801E6B95A15}" srcOrd="3" destOrd="0" presId="urn:microsoft.com/office/officeart/2005/8/layout/hierarchy6"/>
    <dgm:cxn modelId="{7E21DD52-6496-44B8-A89F-D65BF942A57D}" type="presParOf" srcId="{1CDE7501-4C9C-4514-A387-B801E6B95A15}" destId="{F7B3210A-54B7-4DA6-AD03-D5C0167FCF23}" srcOrd="0" destOrd="0" presId="urn:microsoft.com/office/officeart/2005/8/layout/hierarchy6"/>
    <dgm:cxn modelId="{8667004E-7A1B-4245-87E4-E603C59AA94F}" type="presParOf" srcId="{1CDE7501-4C9C-4514-A387-B801E6B95A15}" destId="{5AB63A0D-C9F0-4F9B-903A-47653CD8CC6D}" srcOrd="1" destOrd="0" presId="urn:microsoft.com/office/officeart/2005/8/layout/hierarchy6"/>
    <dgm:cxn modelId="{0388F63E-FB0E-4F39-A4A5-0CEA03893C4A}" type="presParOf" srcId="{F37779BA-ACD7-49F1-A55F-29E5CD647CC3}" destId="{52FCE529-CE2F-4707-BB04-A866CA9D394E}" srcOrd="2" destOrd="0" presId="urn:microsoft.com/office/officeart/2005/8/layout/hierarchy6"/>
    <dgm:cxn modelId="{3645AFCA-1B8C-4D95-9AFC-B63D0D8634BE}" type="presParOf" srcId="{F37779BA-ACD7-49F1-A55F-29E5CD647CC3}" destId="{287A551E-E6F4-41C7-A4CE-2220D9A16A0A}" srcOrd="3" destOrd="0" presId="urn:microsoft.com/office/officeart/2005/8/layout/hierarchy6"/>
    <dgm:cxn modelId="{BEDF1AA4-F0D4-471D-9945-9FE6EB9A6922}" type="presParOf" srcId="{287A551E-E6F4-41C7-A4CE-2220D9A16A0A}" destId="{9FDBA057-5B3C-423D-A5AB-561006FBDA7E}" srcOrd="0" destOrd="0" presId="urn:microsoft.com/office/officeart/2005/8/layout/hierarchy6"/>
    <dgm:cxn modelId="{315D596D-884C-4B5E-9537-6B02D80662C9}" type="presParOf" srcId="{287A551E-E6F4-41C7-A4CE-2220D9A16A0A}" destId="{18EF4814-9E94-4F71-8725-32ECA5D47AD8}" srcOrd="1" destOrd="0" presId="urn:microsoft.com/office/officeart/2005/8/layout/hierarchy6"/>
    <dgm:cxn modelId="{D89824E0-C9AA-4E7F-90C9-4AE06D60C75D}" type="presParOf" srcId="{18EF4814-9E94-4F71-8725-32ECA5D47AD8}" destId="{E7C0E10F-F863-446A-A89C-01AB20C00D02}" srcOrd="0" destOrd="0" presId="urn:microsoft.com/office/officeart/2005/8/layout/hierarchy6"/>
    <dgm:cxn modelId="{5C469879-D3CC-427A-A91E-F964FE247518}" type="presParOf" srcId="{18EF4814-9E94-4F71-8725-32ECA5D47AD8}" destId="{D2336047-5BD0-4118-AC15-0C06E9F2CFDB}" srcOrd="1" destOrd="0" presId="urn:microsoft.com/office/officeart/2005/8/layout/hierarchy6"/>
    <dgm:cxn modelId="{F4337FFC-9293-4AAA-A8B5-AA24FB6F66EC}" type="presParOf" srcId="{D2336047-5BD0-4118-AC15-0C06E9F2CFDB}" destId="{51B3A8DC-F325-406F-9E10-6CF71D8182EF}" srcOrd="0" destOrd="0" presId="urn:microsoft.com/office/officeart/2005/8/layout/hierarchy6"/>
    <dgm:cxn modelId="{C069C945-5EE0-4540-923C-07BCE138B42F}" type="presParOf" srcId="{D2336047-5BD0-4118-AC15-0C06E9F2CFDB}" destId="{50AD5E30-001F-4D58-9F18-F12F3CBB2E6C}" srcOrd="1" destOrd="0" presId="urn:microsoft.com/office/officeart/2005/8/layout/hierarchy6"/>
    <dgm:cxn modelId="{AB6478F6-ADE8-4289-8C50-15BCE30050E8}" type="presParOf" srcId="{18EF4814-9E94-4F71-8725-32ECA5D47AD8}" destId="{F7FD1DC4-CB22-40EE-B29D-867975FCE670}" srcOrd="2" destOrd="0" presId="urn:microsoft.com/office/officeart/2005/8/layout/hierarchy6"/>
    <dgm:cxn modelId="{B10B2A70-563C-4847-BACD-BA58848DE79C}" type="presParOf" srcId="{18EF4814-9E94-4F71-8725-32ECA5D47AD8}" destId="{2EB7E716-E23E-49BE-9250-336385EEF6F6}" srcOrd="3" destOrd="0" presId="urn:microsoft.com/office/officeart/2005/8/layout/hierarchy6"/>
    <dgm:cxn modelId="{501C2C10-6D36-448B-A1A1-85182040BD20}" type="presParOf" srcId="{2EB7E716-E23E-49BE-9250-336385EEF6F6}" destId="{A9B6F9EB-D8D6-4A48-B2A7-606511803449}" srcOrd="0" destOrd="0" presId="urn:microsoft.com/office/officeart/2005/8/layout/hierarchy6"/>
    <dgm:cxn modelId="{2EAE4CC8-EB12-4131-A262-DF4F4608CAAE}" type="presParOf" srcId="{2EB7E716-E23E-49BE-9250-336385EEF6F6}" destId="{FBBD4B33-95F9-47F5-8BDF-5CD0D3890DF0}" srcOrd="1" destOrd="0" presId="urn:microsoft.com/office/officeart/2005/8/layout/hierarchy6"/>
    <dgm:cxn modelId="{54B4ED86-D481-4532-9C1E-0DA760F0D6EE}" type="presParOf" srcId="{795F8D38-F273-4357-8278-7DE3F5760840}" destId="{7E63DA02-DECF-437D-A9F4-F60E0940C42C}"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7B3AD6-D2F4-4D3D-825F-33770313BB27}">
      <dsp:nvSpPr>
        <dsp:cNvPr id="0" name=""/>
        <dsp:cNvSpPr/>
      </dsp:nvSpPr>
      <dsp:spPr>
        <a:xfrm>
          <a:off x="2864667" y="1599"/>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4669</a:t>
          </a:r>
        </a:p>
      </dsp:txBody>
      <dsp:txXfrm>
        <a:off x="2878399" y="15331"/>
        <a:ext cx="675802" cy="441380"/>
      </dsp:txXfrm>
    </dsp:sp>
    <dsp:sp modelId="{384DE6B7-CD56-4C6E-B801-56C8DC0726AB}">
      <dsp:nvSpPr>
        <dsp:cNvPr id="0" name=""/>
        <dsp:cNvSpPr/>
      </dsp:nvSpPr>
      <dsp:spPr>
        <a:xfrm>
          <a:off x="2073492" y="470444"/>
          <a:ext cx="1142808" cy="187537"/>
        </a:xfrm>
        <a:custGeom>
          <a:avLst/>
          <a:gdLst/>
          <a:ahLst/>
          <a:cxnLst/>
          <a:rect l="0" t="0" r="0" b="0"/>
          <a:pathLst>
            <a:path>
              <a:moveTo>
                <a:pt x="1142808" y="0"/>
              </a:moveTo>
              <a:lnTo>
                <a:pt x="1142808" y="93768"/>
              </a:lnTo>
              <a:lnTo>
                <a:pt x="0" y="93768"/>
              </a:lnTo>
              <a:lnTo>
                <a:pt x="0" y="18753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970B1A-1A53-40BC-B762-CD6FCEC99850}">
      <dsp:nvSpPr>
        <dsp:cNvPr id="0" name=""/>
        <dsp:cNvSpPr/>
      </dsp:nvSpPr>
      <dsp:spPr>
        <a:xfrm>
          <a:off x="1721858" y="657981"/>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4901</a:t>
          </a:r>
        </a:p>
      </dsp:txBody>
      <dsp:txXfrm>
        <a:off x="1735590" y="671713"/>
        <a:ext cx="675802" cy="441380"/>
      </dsp:txXfrm>
    </dsp:sp>
    <dsp:sp modelId="{8963A563-9528-4454-8AA3-68751E3AD828}">
      <dsp:nvSpPr>
        <dsp:cNvPr id="0" name=""/>
        <dsp:cNvSpPr/>
      </dsp:nvSpPr>
      <dsp:spPr>
        <a:xfrm>
          <a:off x="1159245" y="1126826"/>
          <a:ext cx="914246" cy="187537"/>
        </a:xfrm>
        <a:custGeom>
          <a:avLst/>
          <a:gdLst/>
          <a:ahLst/>
          <a:cxnLst/>
          <a:rect l="0" t="0" r="0" b="0"/>
          <a:pathLst>
            <a:path>
              <a:moveTo>
                <a:pt x="914246" y="0"/>
              </a:moveTo>
              <a:lnTo>
                <a:pt x="914246"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8E3467-626B-45AE-9442-C8A2B9FFDCF8}">
      <dsp:nvSpPr>
        <dsp:cNvPr id="0" name=""/>
        <dsp:cNvSpPr/>
      </dsp:nvSpPr>
      <dsp:spPr>
        <a:xfrm>
          <a:off x="807611"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4930</a:t>
          </a:r>
        </a:p>
      </dsp:txBody>
      <dsp:txXfrm>
        <a:off x="821343" y="1328096"/>
        <a:ext cx="675802" cy="441380"/>
      </dsp:txXfrm>
    </dsp:sp>
    <dsp:sp modelId="{4E13CE57-DF35-4E72-91CA-A0E86CBC5245}">
      <dsp:nvSpPr>
        <dsp:cNvPr id="0" name=""/>
        <dsp:cNvSpPr/>
      </dsp:nvSpPr>
      <dsp:spPr>
        <a:xfrm>
          <a:off x="702121" y="1783209"/>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A6FF69-217A-4519-A19D-3E630816E02E}">
      <dsp:nvSpPr>
        <dsp:cNvPr id="0" name=""/>
        <dsp:cNvSpPr/>
      </dsp:nvSpPr>
      <dsp:spPr>
        <a:xfrm>
          <a:off x="350488"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5073</a:t>
          </a:r>
        </a:p>
      </dsp:txBody>
      <dsp:txXfrm>
        <a:off x="364220" y="1984478"/>
        <a:ext cx="675802" cy="441380"/>
      </dsp:txXfrm>
    </dsp:sp>
    <dsp:sp modelId="{2959629B-9624-4CF1-8C75-00A693F26C16}">
      <dsp:nvSpPr>
        <dsp:cNvPr id="0" name=""/>
        <dsp:cNvSpPr/>
      </dsp:nvSpPr>
      <dsp:spPr>
        <a:xfrm>
          <a:off x="1159245" y="1783209"/>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C5B53C-35CB-4A59-8D93-68A4FD64BC6F}">
      <dsp:nvSpPr>
        <dsp:cNvPr id="0" name=""/>
        <dsp:cNvSpPr/>
      </dsp:nvSpPr>
      <dsp:spPr>
        <a:xfrm>
          <a:off x="1264735"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4967</a:t>
          </a:r>
        </a:p>
      </dsp:txBody>
      <dsp:txXfrm>
        <a:off x="1278467" y="1984478"/>
        <a:ext cx="675802" cy="441380"/>
      </dsp:txXfrm>
    </dsp:sp>
    <dsp:sp modelId="{4F98196D-E79E-4519-8C98-745210CEAA8E}">
      <dsp:nvSpPr>
        <dsp:cNvPr id="0" name=""/>
        <dsp:cNvSpPr/>
      </dsp:nvSpPr>
      <dsp:spPr>
        <a:xfrm>
          <a:off x="2073492" y="1126826"/>
          <a:ext cx="914246" cy="187537"/>
        </a:xfrm>
        <a:custGeom>
          <a:avLst/>
          <a:gdLst/>
          <a:ahLst/>
          <a:cxnLst/>
          <a:rect l="0" t="0" r="0" b="0"/>
          <a:pathLst>
            <a:path>
              <a:moveTo>
                <a:pt x="0" y="0"/>
              </a:moveTo>
              <a:lnTo>
                <a:pt x="0" y="93768"/>
              </a:lnTo>
              <a:lnTo>
                <a:pt x="914246" y="93768"/>
              </a:lnTo>
              <a:lnTo>
                <a:pt x="914246"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B37A9B-1899-482E-87D8-9246BEC72BF3}">
      <dsp:nvSpPr>
        <dsp:cNvPr id="0" name=""/>
        <dsp:cNvSpPr/>
      </dsp:nvSpPr>
      <dsp:spPr>
        <a:xfrm>
          <a:off x="2636105"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4910</a:t>
          </a:r>
        </a:p>
      </dsp:txBody>
      <dsp:txXfrm>
        <a:off x="2649837" y="1328096"/>
        <a:ext cx="675802" cy="441380"/>
      </dsp:txXfrm>
    </dsp:sp>
    <dsp:sp modelId="{B94C282B-D030-406A-A0CC-9E301442EE41}">
      <dsp:nvSpPr>
        <dsp:cNvPr id="0" name=""/>
        <dsp:cNvSpPr/>
      </dsp:nvSpPr>
      <dsp:spPr>
        <a:xfrm>
          <a:off x="2530615" y="1783209"/>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4C4399-3C63-4088-A8D8-1B50224CFDA4}">
      <dsp:nvSpPr>
        <dsp:cNvPr id="0" name=""/>
        <dsp:cNvSpPr/>
      </dsp:nvSpPr>
      <dsp:spPr>
        <a:xfrm>
          <a:off x="2178982"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4946</a:t>
          </a:r>
        </a:p>
      </dsp:txBody>
      <dsp:txXfrm>
        <a:off x="2192714" y="1984478"/>
        <a:ext cx="675802" cy="441380"/>
      </dsp:txXfrm>
    </dsp:sp>
    <dsp:sp modelId="{64BD8B3D-461E-4D80-A7C5-59461F2E9B91}">
      <dsp:nvSpPr>
        <dsp:cNvPr id="0" name=""/>
        <dsp:cNvSpPr/>
      </dsp:nvSpPr>
      <dsp:spPr>
        <a:xfrm>
          <a:off x="2987739" y="1783209"/>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DEB78D-1895-4494-ADFD-30C5E411989D}">
      <dsp:nvSpPr>
        <dsp:cNvPr id="0" name=""/>
        <dsp:cNvSpPr/>
      </dsp:nvSpPr>
      <dsp:spPr>
        <a:xfrm>
          <a:off x="3093229"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5040</a:t>
          </a:r>
        </a:p>
      </dsp:txBody>
      <dsp:txXfrm>
        <a:off x="3106961" y="1984478"/>
        <a:ext cx="675802" cy="441380"/>
      </dsp:txXfrm>
    </dsp:sp>
    <dsp:sp modelId="{502DEBFF-A32B-4CF9-89A5-1DFE52C763A1}">
      <dsp:nvSpPr>
        <dsp:cNvPr id="0" name=""/>
        <dsp:cNvSpPr/>
      </dsp:nvSpPr>
      <dsp:spPr>
        <a:xfrm>
          <a:off x="3216300" y="470444"/>
          <a:ext cx="1142808" cy="187537"/>
        </a:xfrm>
        <a:custGeom>
          <a:avLst/>
          <a:gdLst/>
          <a:ahLst/>
          <a:cxnLst/>
          <a:rect l="0" t="0" r="0" b="0"/>
          <a:pathLst>
            <a:path>
              <a:moveTo>
                <a:pt x="0" y="0"/>
              </a:moveTo>
              <a:lnTo>
                <a:pt x="0" y="93768"/>
              </a:lnTo>
              <a:lnTo>
                <a:pt x="1142808" y="93768"/>
              </a:lnTo>
              <a:lnTo>
                <a:pt x="1142808" y="18753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F4E15E-3B4B-42D8-862E-A975A9729BD8}">
      <dsp:nvSpPr>
        <dsp:cNvPr id="0" name=""/>
        <dsp:cNvSpPr/>
      </dsp:nvSpPr>
      <dsp:spPr>
        <a:xfrm>
          <a:off x="4007476" y="657981"/>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5019</a:t>
          </a:r>
        </a:p>
      </dsp:txBody>
      <dsp:txXfrm>
        <a:off x="4021208" y="671713"/>
        <a:ext cx="675802" cy="441380"/>
      </dsp:txXfrm>
    </dsp:sp>
    <dsp:sp modelId="{B4722D48-D7EF-4076-8266-9A5E590F1E74}">
      <dsp:nvSpPr>
        <dsp:cNvPr id="0" name=""/>
        <dsp:cNvSpPr/>
      </dsp:nvSpPr>
      <dsp:spPr>
        <a:xfrm>
          <a:off x="3901986" y="1126826"/>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10E9C6-3BBF-4485-A51F-2AB9EB39ED63}">
      <dsp:nvSpPr>
        <dsp:cNvPr id="0" name=""/>
        <dsp:cNvSpPr/>
      </dsp:nvSpPr>
      <dsp:spPr>
        <a:xfrm>
          <a:off x="3550352"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5139</a:t>
          </a:r>
        </a:p>
      </dsp:txBody>
      <dsp:txXfrm>
        <a:off x="3564084" y="1328096"/>
        <a:ext cx="675802" cy="441380"/>
      </dsp:txXfrm>
    </dsp:sp>
    <dsp:sp modelId="{952BE6E0-911E-4241-8DEF-9EF99F09EF10}">
      <dsp:nvSpPr>
        <dsp:cNvPr id="0" name=""/>
        <dsp:cNvSpPr/>
      </dsp:nvSpPr>
      <dsp:spPr>
        <a:xfrm>
          <a:off x="4359109" y="1126826"/>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52357A-B0B4-4247-9B0F-659CE23DFB6C}">
      <dsp:nvSpPr>
        <dsp:cNvPr id="0" name=""/>
        <dsp:cNvSpPr/>
      </dsp:nvSpPr>
      <dsp:spPr>
        <a:xfrm>
          <a:off x="4464599"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5144</a:t>
          </a:r>
        </a:p>
      </dsp:txBody>
      <dsp:txXfrm>
        <a:off x="4478331" y="1328096"/>
        <a:ext cx="675802" cy="441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2864667" y="1599"/>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5144</a:t>
          </a:r>
        </a:p>
      </dsp:txBody>
      <dsp:txXfrm>
        <a:off x="2878399" y="15331"/>
        <a:ext cx="675802" cy="441380"/>
      </dsp:txXfrm>
    </dsp:sp>
    <dsp:sp modelId="{B24BB3AC-008B-4F67-9794-0D87BCBB43E5}">
      <dsp:nvSpPr>
        <dsp:cNvPr id="0" name=""/>
        <dsp:cNvSpPr/>
      </dsp:nvSpPr>
      <dsp:spPr>
        <a:xfrm>
          <a:off x="2073492" y="470444"/>
          <a:ext cx="1142808" cy="187537"/>
        </a:xfrm>
        <a:custGeom>
          <a:avLst/>
          <a:gdLst/>
          <a:ahLst/>
          <a:cxnLst/>
          <a:rect l="0" t="0" r="0" b="0"/>
          <a:pathLst>
            <a:path>
              <a:moveTo>
                <a:pt x="1142808" y="0"/>
              </a:moveTo>
              <a:lnTo>
                <a:pt x="1142808" y="93768"/>
              </a:lnTo>
              <a:lnTo>
                <a:pt x="0" y="93768"/>
              </a:lnTo>
              <a:lnTo>
                <a:pt x="0" y="18753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721858" y="657981"/>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5139</a:t>
          </a:r>
        </a:p>
      </dsp:txBody>
      <dsp:txXfrm>
        <a:off x="1735590" y="671713"/>
        <a:ext cx="675802" cy="441380"/>
      </dsp:txXfrm>
    </dsp:sp>
    <dsp:sp modelId="{B0367589-497A-4875-951F-45EC0E1C7C32}">
      <dsp:nvSpPr>
        <dsp:cNvPr id="0" name=""/>
        <dsp:cNvSpPr/>
      </dsp:nvSpPr>
      <dsp:spPr>
        <a:xfrm>
          <a:off x="1159245" y="1126826"/>
          <a:ext cx="914246" cy="187537"/>
        </a:xfrm>
        <a:custGeom>
          <a:avLst/>
          <a:gdLst/>
          <a:ahLst/>
          <a:cxnLst/>
          <a:rect l="0" t="0" r="0" b="0"/>
          <a:pathLst>
            <a:path>
              <a:moveTo>
                <a:pt x="914246" y="0"/>
              </a:moveTo>
              <a:lnTo>
                <a:pt x="914246"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807611"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5073</a:t>
          </a:r>
        </a:p>
      </dsp:txBody>
      <dsp:txXfrm>
        <a:off x="821343" y="1328096"/>
        <a:ext cx="675802" cy="441380"/>
      </dsp:txXfrm>
    </dsp:sp>
    <dsp:sp modelId="{DE793EE6-148F-4E33-850A-CCA6FDD4E953}">
      <dsp:nvSpPr>
        <dsp:cNvPr id="0" name=""/>
        <dsp:cNvSpPr/>
      </dsp:nvSpPr>
      <dsp:spPr>
        <a:xfrm>
          <a:off x="702121" y="1783209"/>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350488"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4967</a:t>
          </a:r>
        </a:p>
      </dsp:txBody>
      <dsp:txXfrm>
        <a:off x="364220" y="1984478"/>
        <a:ext cx="675802" cy="441380"/>
      </dsp:txXfrm>
    </dsp:sp>
    <dsp:sp modelId="{B3EA0E01-1237-47A4-BC76-04D4C6D250B4}">
      <dsp:nvSpPr>
        <dsp:cNvPr id="0" name=""/>
        <dsp:cNvSpPr/>
      </dsp:nvSpPr>
      <dsp:spPr>
        <a:xfrm>
          <a:off x="1159245" y="1783209"/>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264735"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5019</a:t>
          </a:r>
        </a:p>
      </dsp:txBody>
      <dsp:txXfrm>
        <a:off x="1278467" y="1984478"/>
        <a:ext cx="675802" cy="441380"/>
      </dsp:txXfrm>
    </dsp:sp>
    <dsp:sp modelId="{C64A9CA2-04C0-44B6-96B1-FCF1A63B439D}">
      <dsp:nvSpPr>
        <dsp:cNvPr id="0" name=""/>
        <dsp:cNvSpPr/>
      </dsp:nvSpPr>
      <dsp:spPr>
        <a:xfrm>
          <a:off x="2073492" y="1126826"/>
          <a:ext cx="914246" cy="187537"/>
        </a:xfrm>
        <a:custGeom>
          <a:avLst/>
          <a:gdLst/>
          <a:ahLst/>
          <a:cxnLst/>
          <a:rect l="0" t="0" r="0" b="0"/>
          <a:pathLst>
            <a:path>
              <a:moveTo>
                <a:pt x="0" y="0"/>
              </a:moveTo>
              <a:lnTo>
                <a:pt x="0" y="93768"/>
              </a:lnTo>
              <a:lnTo>
                <a:pt x="914246" y="93768"/>
              </a:lnTo>
              <a:lnTo>
                <a:pt x="914246"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636105"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4946</a:t>
          </a:r>
        </a:p>
      </dsp:txBody>
      <dsp:txXfrm>
        <a:off x="2649837" y="1328096"/>
        <a:ext cx="675802" cy="441380"/>
      </dsp:txXfrm>
    </dsp:sp>
    <dsp:sp modelId="{112988A9-A465-452D-A67D-02E2008D0944}">
      <dsp:nvSpPr>
        <dsp:cNvPr id="0" name=""/>
        <dsp:cNvSpPr/>
      </dsp:nvSpPr>
      <dsp:spPr>
        <a:xfrm>
          <a:off x="2530615" y="1783209"/>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178982"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4669</a:t>
          </a:r>
        </a:p>
      </dsp:txBody>
      <dsp:txXfrm>
        <a:off x="2192714" y="1984478"/>
        <a:ext cx="675802" cy="441380"/>
      </dsp:txXfrm>
    </dsp:sp>
    <dsp:sp modelId="{A01CFBE1-D46D-4878-AE2C-9DC8FC615B1A}">
      <dsp:nvSpPr>
        <dsp:cNvPr id="0" name=""/>
        <dsp:cNvSpPr/>
      </dsp:nvSpPr>
      <dsp:spPr>
        <a:xfrm>
          <a:off x="2987739" y="1783209"/>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3093229" y="1970746"/>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4930</a:t>
          </a:r>
        </a:p>
      </dsp:txBody>
      <dsp:txXfrm>
        <a:off x="3106961" y="1984478"/>
        <a:ext cx="675802" cy="441380"/>
      </dsp:txXfrm>
    </dsp:sp>
    <dsp:sp modelId="{3C40A692-13D9-422B-B9FF-193B81CF340D}">
      <dsp:nvSpPr>
        <dsp:cNvPr id="0" name=""/>
        <dsp:cNvSpPr/>
      </dsp:nvSpPr>
      <dsp:spPr>
        <a:xfrm>
          <a:off x="3216300" y="470444"/>
          <a:ext cx="1142808" cy="187537"/>
        </a:xfrm>
        <a:custGeom>
          <a:avLst/>
          <a:gdLst/>
          <a:ahLst/>
          <a:cxnLst/>
          <a:rect l="0" t="0" r="0" b="0"/>
          <a:pathLst>
            <a:path>
              <a:moveTo>
                <a:pt x="0" y="0"/>
              </a:moveTo>
              <a:lnTo>
                <a:pt x="0" y="93768"/>
              </a:lnTo>
              <a:lnTo>
                <a:pt x="1142808" y="93768"/>
              </a:lnTo>
              <a:lnTo>
                <a:pt x="1142808" y="18753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4007476" y="657981"/>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5040</a:t>
          </a:r>
        </a:p>
      </dsp:txBody>
      <dsp:txXfrm>
        <a:off x="4021208" y="671713"/>
        <a:ext cx="675802" cy="441380"/>
      </dsp:txXfrm>
    </dsp:sp>
    <dsp:sp modelId="{8EDEE330-77EE-4AD7-A556-1ABCCA4C4A49}">
      <dsp:nvSpPr>
        <dsp:cNvPr id="0" name=""/>
        <dsp:cNvSpPr/>
      </dsp:nvSpPr>
      <dsp:spPr>
        <a:xfrm>
          <a:off x="3901986" y="1126826"/>
          <a:ext cx="457123" cy="187537"/>
        </a:xfrm>
        <a:custGeom>
          <a:avLst/>
          <a:gdLst/>
          <a:ahLst/>
          <a:cxnLst/>
          <a:rect l="0" t="0" r="0" b="0"/>
          <a:pathLst>
            <a:path>
              <a:moveTo>
                <a:pt x="457123" y="0"/>
              </a:moveTo>
              <a:lnTo>
                <a:pt x="457123" y="93768"/>
              </a:lnTo>
              <a:lnTo>
                <a:pt x="0" y="93768"/>
              </a:lnTo>
              <a:lnTo>
                <a:pt x="0"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550352"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4910</a:t>
          </a:r>
        </a:p>
      </dsp:txBody>
      <dsp:txXfrm>
        <a:off x="3564084" y="1328096"/>
        <a:ext cx="675802" cy="441380"/>
      </dsp:txXfrm>
    </dsp:sp>
    <dsp:sp modelId="{5FF37B24-8B9C-4A73-8099-97320B73F4FA}">
      <dsp:nvSpPr>
        <dsp:cNvPr id="0" name=""/>
        <dsp:cNvSpPr/>
      </dsp:nvSpPr>
      <dsp:spPr>
        <a:xfrm>
          <a:off x="4359109" y="1126826"/>
          <a:ext cx="457123" cy="187537"/>
        </a:xfrm>
        <a:custGeom>
          <a:avLst/>
          <a:gdLst/>
          <a:ahLst/>
          <a:cxnLst/>
          <a:rect l="0" t="0" r="0" b="0"/>
          <a:pathLst>
            <a:path>
              <a:moveTo>
                <a:pt x="0" y="0"/>
              </a:moveTo>
              <a:lnTo>
                <a:pt x="0" y="93768"/>
              </a:lnTo>
              <a:lnTo>
                <a:pt x="457123" y="93768"/>
              </a:lnTo>
              <a:lnTo>
                <a:pt x="457123" y="18753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464599" y="1314364"/>
          <a:ext cx="703266" cy="46884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4901</a:t>
          </a:r>
        </a:p>
      </dsp:txBody>
      <dsp:txXfrm>
        <a:off x="4478331" y="1328096"/>
        <a:ext cx="675802" cy="4413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3026996" y="317"/>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5144</a:t>
          </a:r>
        </a:p>
      </dsp:txBody>
      <dsp:txXfrm>
        <a:off x="3038606" y="11927"/>
        <a:ext cx="571370" cy="373173"/>
      </dsp:txXfrm>
    </dsp:sp>
    <dsp:sp modelId="{B24BB3AC-008B-4F67-9794-0D87BCBB43E5}">
      <dsp:nvSpPr>
        <dsp:cNvPr id="0" name=""/>
        <dsp:cNvSpPr/>
      </dsp:nvSpPr>
      <dsp:spPr>
        <a:xfrm>
          <a:off x="2164840" y="396711"/>
          <a:ext cx="1159451" cy="158557"/>
        </a:xfrm>
        <a:custGeom>
          <a:avLst/>
          <a:gdLst/>
          <a:ahLst/>
          <a:cxnLst/>
          <a:rect l="0" t="0" r="0" b="0"/>
          <a:pathLst>
            <a:path>
              <a:moveTo>
                <a:pt x="1159451" y="0"/>
              </a:moveTo>
              <a:lnTo>
                <a:pt x="1159451" y="79278"/>
              </a:lnTo>
              <a:lnTo>
                <a:pt x="0" y="79278"/>
              </a:lnTo>
              <a:lnTo>
                <a:pt x="0"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867545"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1879155" y="566878"/>
        <a:ext cx="571370" cy="373173"/>
      </dsp:txXfrm>
    </dsp:sp>
    <dsp:sp modelId="{B0367589-497A-4875-951F-45EC0E1C7C32}">
      <dsp:nvSpPr>
        <dsp:cNvPr id="0" name=""/>
        <dsp:cNvSpPr/>
      </dsp:nvSpPr>
      <dsp:spPr>
        <a:xfrm>
          <a:off x="1391872" y="951662"/>
          <a:ext cx="772967" cy="158557"/>
        </a:xfrm>
        <a:custGeom>
          <a:avLst/>
          <a:gdLst/>
          <a:ahLst/>
          <a:cxnLst/>
          <a:rect l="0" t="0" r="0" b="0"/>
          <a:pathLst>
            <a:path>
              <a:moveTo>
                <a:pt x="772967" y="0"/>
              </a:moveTo>
              <a:lnTo>
                <a:pt x="772967"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1094577"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1106187" y="1121829"/>
        <a:ext cx="571370" cy="373173"/>
      </dsp:txXfrm>
    </dsp:sp>
    <dsp:sp modelId="{DE793EE6-148F-4E33-850A-CCA6FDD4E953}">
      <dsp:nvSpPr>
        <dsp:cNvPr id="0" name=""/>
        <dsp:cNvSpPr/>
      </dsp:nvSpPr>
      <dsp:spPr>
        <a:xfrm>
          <a:off x="1005388"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708093"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719703" y="1676780"/>
        <a:ext cx="571370" cy="373173"/>
      </dsp:txXfrm>
    </dsp:sp>
    <dsp:sp modelId="{B3EA0E01-1237-47A4-BC76-04D4C6D250B4}">
      <dsp:nvSpPr>
        <dsp:cNvPr id="0" name=""/>
        <dsp:cNvSpPr/>
      </dsp:nvSpPr>
      <dsp:spPr>
        <a:xfrm>
          <a:off x="1391872"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481061"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492671" y="1676780"/>
        <a:ext cx="571370" cy="373173"/>
      </dsp:txXfrm>
    </dsp:sp>
    <dsp:sp modelId="{C64A9CA2-04C0-44B6-96B1-FCF1A63B439D}">
      <dsp:nvSpPr>
        <dsp:cNvPr id="0" name=""/>
        <dsp:cNvSpPr/>
      </dsp:nvSpPr>
      <dsp:spPr>
        <a:xfrm>
          <a:off x="2164840" y="951662"/>
          <a:ext cx="772967" cy="158557"/>
        </a:xfrm>
        <a:custGeom>
          <a:avLst/>
          <a:gdLst/>
          <a:ahLst/>
          <a:cxnLst/>
          <a:rect l="0" t="0" r="0" b="0"/>
          <a:pathLst>
            <a:path>
              <a:moveTo>
                <a:pt x="0" y="0"/>
              </a:moveTo>
              <a:lnTo>
                <a:pt x="0" y="79278"/>
              </a:lnTo>
              <a:lnTo>
                <a:pt x="772967" y="79278"/>
              </a:lnTo>
              <a:lnTo>
                <a:pt x="772967"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640512"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652122" y="1121829"/>
        <a:ext cx="571370" cy="373173"/>
      </dsp:txXfrm>
    </dsp:sp>
    <dsp:sp modelId="{112988A9-A465-452D-A67D-02E2008D0944}">
      <dsp:nvSpPr>
        <dsp:cNvPr id="0" name=""/>
        <dsp:cNvSpPr/>
      </dsp:nvSpPr>
      <dsp:spPr>
        <a:xfrm>
          <a:off x="2551324"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254028"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265638" y="1676780"/>
        <a:ext cx="571370" cy="373173"/>
      </dsp:txXfrm>
    </dsp:sp>
    <dsp:sp modelId="{A01CFBE1-D46D-4878-AE2C-9DC8FC615B1A}">
      <dsp:nvSpPr>
        <dsp:cNvPr id="0" name=""/>
        <dsp:cNvSpPr/>
      </dsp:nvSpPr>
      <dsp:spPr>
        <a:xfrm>
          <a:off x="2937808"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3026996"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3038606" y="1676780"/>
        <a:ext cx="571370" cy="373173"/>
      </dsp:txXfrm>
    </dsp:sp>
    <dsp:sp modelId="{3C40A692-13D9-422B-B9FF-193B81CF340D}">
      <dsp:nvSpPr>
        <dsp:cNvPr id="0" name=""/>
        <dsp:cNvSpPr/>
      </dsp:nvSpPr>
      <dsp:spPr>
        <a:xfrm>
          <a:off x="3324291" y="396711"/>
          <a:ext cx="1159451" cy="158557"/>
        </a:xfrm>
        <a:custGeom>
          <a:avLst/>
          <a:gdLst/>
          <a:ahLst/>
          <a:cxnLst/>
          <a:rect l="0" t="0" r="0" b="0"/>
          <a:pathLst>
            <a:path>
              <a:moveTo>
                <a:pt x="0" y="0"/>
              </a:moveTo>
              <a:lnTo>
                <a:pt x="0" y="79278"/>
              </a:lnTo>
              <a:lnTo>
                <a:pt x="1159451" y="79278"/>
              </a:lnTo>
              <a:lnTo>
                <a:pt x="1159451"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4186448"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5040</a:t>
          </a:r>
        </a:p>
      </dsp:txBody>
      <dsp:txXfrm>
        <a:off x="4198058" y="566878"/>
        <a:ext cx="571370" cy="373173"/>
      </dsp:txXfrm>
    </dsp:sp>
    <dsp:sp modelId="{69C3670A-1514-4A63-9A6E-6F43E7A9157D}">
      <dsp:nvSpPr>
        <dsp:cNvPr id="0" name=""/>
        <dsp:cNvSpPr/>
      </dsp:nvSpPr>
      <dsp:spPr>
        <a:xfrm>
          <a:off x="4097259" y="951662"/>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799964" y="1110219"/>
          <a:ext cx="594590" cy="396393"/>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811574" y="1121829"/>
        <a:ext cx="571370" cy="373173"/>
      </dsp:txXfrm>
    </dsp:sp>
    <dsp:sp modelId="{8EDEE330-77EE-4AD7-A556-1ABCCA4C4A49}">
      <dsp:nvSpPr>
        <dsp:cNvPr id="0" name=""/>
        <dsp:cNvSpPr/>
      </dsp:nvSpPr>
      <dsp:spPr>
        <a:xfrm>
          <a:off x="4051539" y="1506613"/>
          <a:ext cx="91440" cy="158557"/>
        </a:xfrm>
        <a:custGeom>
          <a:avLst/>
          <a:gdLst/>
          <a:ahLst/>
          <a:cxnLst/>
          <a:rect l="0" t="0" r="0" b="0"/>
          <a:pathLst>
            <a:path>
              <a:moveTo>
                <a:pt x="45720" y="0"/>
              </a:moveTo>
              <a:lnTo>
                <a:pt x="4572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799964"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4910</a:t>
          </a:r>
        </a:p>
      </dsp:txBody>
      <dsp:txXfrm>
        <a:off x="3811574" y="1676780"/>
        <a:ext cx="571370" cy="373173"/>
      </dsp:txXfrm>
    </dsp:sp>
    <dsp:sp modelId="{5FF37B24-8B9C-4A73-8099-97320B73F4FA}">
      <dsp:nvSpPr>
        <dsp:cNvPr id="0" name=""/>
        <dsp:cNvSpPr/>
      </dsp:nvSpPr>
      <dsp:spPr>
        <a:xfrm>
          <a:off x="4483743" y="951662"/>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572931"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4584541" y="1121829"/>
        <a:ext cx="571370" cy="3731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3026996" y="317"/>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5144</a:t>
          </a:r>
        </a:p>
      </dsp:txBody>
      <dsp:txXfrm>
        <a:off x="3038606" y="11927"/>
        <a:ext cx="571370" cy="373173"/>
      </dsp:txXfrm>
    </dsp:sp>
    <dsp:sp modelId="{B24BB3AC-008B-4F67-9794-0D87BCBB43E5}">
      <dsp:nvSpPr>
        <dsp:cNvPr id="0" name=""/>
        <dsp:cNvSpPr/>
      </dsp:nvSpPr>
      <dsp:spPr>
        <a:xfrm>
          <a:off x="2164840" y="396711"/>
          <a:ext cx="1159451" cy="158557"/>
        </a:xfrm>
        <a:custGeom>
          <a:avLst/>
          <a:gdLst/>
          <a:ahLst/>
          <a:cxnLst/>
          <a:rect l="0" t="0" r="0" b="0"/>
          <a:pathLst>
            <a:path>
              <a:moveTo>
                <a:pt x="1159451" y="0"/>
              </a:moveTo>
              <a:lnTo>
                <a:pt x="1159451" y="79278"/>
              </a:lnTo>
              <a:lnTo>
                <a:pt x="0" y="79278"/>
              </a:lnTo>
              <a:lnTo>
                <a:pt x="0"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867545"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1879155" y="566878"/>
        <a:ext cx="571370" cy="373173"/>
      </dsp:txXfrm>
    </dsp:sp>
    <dsp:sp modelId="{B0367589-497A-4875-951F-45EC0E1C7C32}">
      <dsp:nvSpPr>
        <dsp:cNvPr id="0" name=""/>
        <dsp:cNvSpPr/>
      </dsp:nvSpPr>
      <dsp:spPr>
        <a:xfrm>
          <a:off x="1391872" y="951662"/>
          <a:ext cx="772967" cy="158557"/>
        </a:xfrm>
        <a:custGeom>
          <a:avLst/>
          <a:gdLst/>
          <a:ahLst/>
          <a:cxnLst/>
          <a:rect l="0" t="0" r="0" b="0"/>
          <a:pathLst>
            <a:path>
              <a:moveTo>
                <a:pt x="772967" y="0"/>
              </a:moveTo>
              <a:lnTo>
                <a:pt x="772967"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1094577"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1106187" y="1121829"/>
        <a:ext cx="571370" cy="373173"/>
      </dsp:txXfrm>
    </dsp:sp>
    <dsp:sp modelId="{DE793EE6-148F-4E33-850A-CCA6FDD4E953}">
      <dsp:nvSpPr>
        <dsp:cNvPr id="0" name=""/>
        <dsp:cNvSpPr/>
      </dsp:nvSpPr>
      <dsp:spPr>
        <a:xfrm>
          <a:off x="1005388"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708093"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719703" y="1676780"/>
        <a:ext cx="571370" cy="373173"/>
      </dsp:txXfrm>
    </dsp:sp>
    <dsp:sp modelId="{B3EA0E01-1237-47A4-BC76-04D4C6D250B4}">
      <dsp:nvSpPr>
        <dsp:cNvPr id="0" name=""/>
        <dsp:cNvSpPr/>
      </dsp:nvSpPr>
      <dsp:spPr>
        <a:xfrm>
          <a:off x="1391872"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481061"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492671" y="1676780"/>
        <a:ext cx="571370" cy="373173"/>
      </dsp:txXfrm>
    </dsp:sp>
    <dsp:sp modelId="{C64A9CA2-04C0-44B6-96B1-FCF1A63B439D}">
      <dsp:nvSpPr>
        <dsp:cNvPr id="0" name=""/>
        <dsp:cNvSpPr/>
      </dsp:nvSpPr>
      <dsp:spPr>
        <a:xfrm>
          <a:off x="2164840" y="951662"/>
          <a:ext cx="772967" cy="158557"/>
        </a:xfrm>
        <a:custGeom>
          <a:avLst/>
          <a:gdLst/>
          <a:ahLst/>
          <a:cxnLst/>
          <a:rect l="0" t="0" r="0" b="0"/>
          <a:pathLst>
            <a:path>
              <a:moveTo>
                <a:pt x="0" y="0"/>
              </a:moveTo>
              <a:lnTo>
                <a:pt x="0" y="79278"/>
              </a:lnTo>
              <a:lnTo>
                <a:pt x="772967" y="79278"/>
              </a:lnTo>
              <a:lnTo>
                <a:pt x="772967"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640512"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652122" y="1121829"/>
        <a:ext cx="571370" cy="373173"/>
      </dsp:txXfrm>
    </dsp:sp>
    <dsp:sp modelId="{112988A9-A465-452D-A67D-02E2008D0944}">
      <dsp:nvSpPr>
        <dsp:cNvPr id="0" name=""/>
        <dsp:cNvSpPr/>
      </dsp:nvSpPr>
      <dsp:spPr>
        <a:xfrm>
          <a:off x="2551324"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254028"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265638" y="1676780"/>
        <a:ext cx="571370" cy="373173"/>
      </dsp:txXfrm>
    </dsp:sp>
    <dsp:sp modelId="{A01CFBE1-D46D-4878-AE2C-9DC8FC615B1A}">
      <dsp:nvSpPr>
        <dsp:cNvPr id="0" name=""/>
        <dsp:cNvSpPr/>
      </dsp:nvSpPr>
      <dsp:spPr>
        <a:xfrm>
          <a:off x="2937808"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3026996"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3038606" y="1676780"/>
        <a:ext cx="571370" cy="373173"/>
      </dsp:txXfrm>
    </dsp:sp>
    <dsp:sp modelId="{3C40A692-13D9-422B-B9FF-193B81CF340D}">
      <dsp:nvSpPr>
        <dsp:cNvPr id="0" name=""/>
        <dsp:cNvSpPr/>
      </dsp:nvSpPr>
      <dsp:spPr>
        <a:xfrm>
          <a:off x="3324291" y="396711"/>
          <a:ext cx="1159451" cy="158557"/>
        </a:xfrm>
        <a:custGeom>
          <a:avLst/>
          <a:gdLst/>
          <a:ahLst/>
          <a:cxnLst/>
          <a:rect l="0" t="0" r="0" b="0"/>
          <a:pathLst>
            <a:path>
              <a:moveTo>
                <a:pt x="0" y="0"/>
              </a:moveTo>
              <a:lnTo>
                <a:pt x="0" y="79278"/>
              </a:lnTo>
              <a:lnTo>
                <a:pt x="1159451" y="79278"/>
              </a:lnTo>
              <a:lnTo>
                <a:pt x="1159451"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4186448"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5040</a:t>
          </a:r>
        </a:p>
      </dsp:txBody>
      <dsp:txXfrm>
        <a:off x="4198058" y="566878"/>
        <a:ext cx="571370" cy="373173"/>
      </dsp:txXfrm>
    </dsp:sp>
    <dsp:sp modelId="{8EDEE330-77EE-4AD7-A556-1ABCCA4C4A49}">
      <dsp:nvSpPr>
        <dsp:cNvPr id="0" name=""/>
        <dsp:cNvSpPr/>
      </dsp:nvSpPr>
      <dsp:spPr>
        <a:xfrm>
          <a:off x="4097259" y="951662"/>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799964"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4910</a:t>
          </a:r>
        </a:p>
      </dsp:txBody>
      <dsp:txXfrm>
        <a:off x="3811574" y="1121829"/>
        <a:ext cx="571370" cy="373173"/>
      </dsp:txXfrm>
    </dsp:sp>
    <dsp:sp modelId="{C699C1BD-71B6-4353-9A9E-3BA55540F2E0}">
      <dsp:nvSpPr>
        <dsp:cNvPr id="0" name=""/>
        <dsp:cNvSpPr/>
      </dsp:nvSpPr>
      <dsp:spPr>
        <a:xfrm>
          <a:off x="4051539" y="1506613"/>
          <a:ext cx="91440" cy="158557"/>
        </a:xfrm>
        <a:custGeom>
          <a:avLst/>
          <a:gdLst/>
          <a:ahLst/>
          <a:cxnLst/>
          <a:rect l="0" t="0" r="0" b="0"/>
          <a:pathLst>
            <a:path>
              <a:moveTo>
                <a:pt x="45720" y="0"/>
              </a:moveTo>
              <a:lnTo>
                <a:pt x="4572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C5D4B2-2B2B-49E8-ADAF-EBD9344B3C30}">
      <dsp:nvSpPr>
        <dsp:cNvPr id="0" name=""/>
        <dsp:cNvSpPr/>
      </dsp:nvSpPr>
      <dsp:spPr>
        <a:xfrm>
          <a:off x="3799964" y="1665170"/>
          <a:ext cx="594590" cy="396393"/>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811574" y="1676780"/>
        <a:ext cx="571370" cy="373173"/>
      </dsp:txXfrm>
    </dsp:sp>
    <dsp:sp modelId="{5FF37B24-8B9C-4A73-8099-97320B73F4FA}">
      <dsp:nvSpPr>
        <dsp:cNvPr id="0" name=""/>
        <dsp:cNvSpPr/>
      </dsp:nvSpPr>
      <dsp:spPr>
        <a:xfrm>
          <a:off x="4483743" y="951662"/>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572931"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4584541" y="1121829"/>
        <a:ext cx="571370" cy="3731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3026996" y="317"/>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5144</a:t>
          </a:r>
        </a:p>
      </dsp:txBody>
      <dsp:txXfrm>
        <a:off x="3038606" y="11927"/>
        <a:ext cx="571370" cy="373173"/>
      </dsp:txXfrm>
    </dsp:sp>
    <dsp:sp modelId="{B24BB3AC-008B-4F67-9794-0D87BCBB43E5}">
      <dsp:nvSpPr>
        <dsp:cNvPr id="0" name=""/>
        <dsp:cNvSpPr/>
      </dsp:nvSpPr>
      <dsp:spPr>
        <a:xfrm>
          <a:off x="2164840" y="396711"/>
          <a:ext cx="1159451" cy="158557"/>
        </a:xfrm>
        <a:custGeom>
          <a:avLst/>
          <a:gdLst/>
          <a:ahLst/>
          <a:cxnLst/>
          <a:rect l="0" t="0" r="0" b="0"/>
          <a:pathLst>
            <a:path>
              <a:moveTo>
                <a:pt x="1159451" y="0"/>
              </a:moveTo>
              <a:lnTo>
                <a:pt x="1159451" y="79278"/>
              </a:lnTo>
              <a:lnTo>
                <a:pt x="0" y="79278"/>
              </a:lnTo>
              <a:lnTo>
                <a:pt x="0"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867545"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1879155" y="566878"/>
        <a:ext cx="571370" cy="373173"/>
      </dsp:txXfrm>
    </dsp:sp>
    <dsp:sp modelId="{B0367589-497A-4875-951F-45EC0E1C7C32}">
      <dsp:nvSpPr>
        <dsp:cNvPr id="0" name=""/>
        <dsp:cNvSpPr/>
      </dsp:nvSpPr>
      <dsp:spPr>
        <a:xfrm>
          <a:off x="1391872" y="951662"/>
          <a:ext cx="772967" cy="158557"/>
        </a:xfrm>
        <a:custGeom>
          <a:avLst/>
          <a:gdLst/>
          <a:ahLst/>
          <a:cxnLst/>
          <a:rect l="0" t="0" r="0" b="0"/>
          <a:pathLst>
            <a:path>
              <a:moveTo>
                <a:pt x="772967" y="0"/>
              </a:moveTo>
              <a:lnTo>
                <a:pt x="772967"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1094577"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1106187" y="1121829"/>
        <a:ext cx="571370" cy="373173"/>
      </dsp:txXfrm>
    </dsp:sp>
    <dsp:sp modelId="{DE793EE6-148F-4E33-850A-CCA6FDD4E953}">
      <dsp:nvSpPr>
        <dsp:cNvPr id="0" name=""/>
        <dsp:cNvSpPr/>
      </dsp:nvSpPr>
      <dsp:spPr>
        <a:xfrm>
          <a:off x="1005388"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708093"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719703" y="1676780"/>
        <a:ext cx="571370" cy="373173"/>
      </dsp:txXfrm>
    </dsp:sp>
    <dsp:sp modelId="{B3EA0E01-1237-47A4-BC76-04D4C6D250B4}">
      <dsp:nvSpPr>
        <dsp:cNvPr id="0" name=""/>
        <dsp:cNvSpPr/>
      </dsp:nvSpPr>
      <dsp:spPr>
        <a:xfrm>
          <a:off x="1391872"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481061"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492671" y="1676780"/>
        <a:ext cx="571370" cy="373173"/>
      </dsp:txXfrm>
    </dsp:sp>
    <dsp:sp modelId="{C64A9CA2-04C0-44B6-96B1-FCF1A63B439D}">
      <dsp:nvSpPr>
        <dsp:cNvPr id="0" name=""/>
        <dsp:cNvSpPr/>
      </dsp:nvSpPr>
      <dsp:spPr>
        <a:xfrm>
          <a:off x="2164840" y="951662"/>
          <a:ext cx="772967" cy="158557"/>
        </a:xfrm>
        <a:custGeom>
          <a:avLst/>
          <a:gdLst/>
          <a:ahLst/>
          <a:cxnLst/>
          <a:rect l="0" t="0" r="0" b="0"/>
          <a:pathLst>
            <a:path>
              <a:moveTo>
                <a:pt x="0" y="0"/>
              </a:moveTo>
              <a:lnTo>
                <a:pt x="0" y="79278"/>
              </a:lnTo>
              <a:lnTo>
                <a:pt x="772967" y="79278"/>
              </a:lnTo>
              <a:lnTo>
                <a:pt x="772967"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640512"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652122" y="1121829"/>
        <a:ext cx="571370" cy="373173"/>
      </dsp:txXfrm>
    </dsp:sp>
    <dsp:sp modelId="{112988A9-A465-452D-A67D-02E2008D0944}">
      <dsp:nvSpPr>
        <dsp:cNvPr id="0" name=""/>
        <dsp:cNvSpPr/>
      </dsp:nvSpPr>
      <dsp:spPr>
        <a:xfrm>
          <a:off x="2551324"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254028"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265638" y="1676780"/>
        <a:ext cx="571370" cy="373173"/>
      </dsp:txXfrm>
    </dsp:sp>
    <dsp:sp modelId="{A01CFBE1-D46D-4878-AE2C-9DC8FC615B1A}">
      <dsp:nvSpPr>
        <dsp:cNvPr id="0" name=""/>
        <dsp:cNvSpPr/>
      </dsp:nvSpPr>
      <dsp:spPr>
        <a:xfrm>
          <a:off x="2937808"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3026996"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3038606" y="1676780"/>
        <a:ext cx="571370" cy="373173"/>
      </dsp:txXfrm>
    </dsp:sp>
    <dsp:sp modelId="{3C40A692-13D9-422B-B9FF-193B81CF340D}">
      <dsp:nvSpPr>
        <dsp:cNvPr id="0" name=""/>
        <dsp:cNvSpPr/>
      </dsp:nvSpPr>
      <dsp:spPr>
        <a:xfrm>
          <a:off x="3324291" y="396711"/>
          <a:ext cx="1159451" cy="158557"/>
        </a:xfrm>
        <a:custGeom>
          <a:avLst/>
          <a:gdLst/>
          <a:ahLst/>
          <a:cxnLst/>
          <a:rect l="0" t="0" r="0" b="0"/>
          <a:pathLst>
            <a:path>
              <a:moveTo>
                <a:pt x="0" y="0"/>
              </a:moveTo>
              <a:lnTo>
                <a:pt x="0" y="79278"/>
              </a:lnTo>
              <a:lnTo>
                <a:pt x="1159451" y="79278"/>
              </a:lnTo>
              <a:lnTo>
                <a:pt x="1159451"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4186448" y="555268"/>
          <a:ext cx="594590" cy="396393"/>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4198058" y="566878"/>
        <a:ext cx="571370" cy="373173"/>
      </dsp:txXfrm>
    </dsp:sp>
    <dsp:sp modelId="{69C3670A-1514-4A63-9A6E-6F43E7A9157D}">
      <dsp:nvSpPr>
        <dsp:cNvPr id="0" name=""/>
        <dsp:cNvSpPr/>
      </dsp:nvSpPr>
      <dsp:spPr>
        <a:xfrm>
          <a:off x="4097259" y="951662"/>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799964" y="1110219"/>
          <a:ext cx="594590" cy="396393"/>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5040</a:t>
          </a:r>
        </a:p>
      </dsp:txBody>
      <dsp:txXfrm>
        <a:off x="3811574" y="1121829"/>
        <a:ext cx="571370" cy="373173"/>
      </dsp:txXfrm>
    </dsp:sp>
    <dsp:sp modelId="{8EDEE330-77EE-4AD7-A556-1ABCCA4C4A49}">
      <dsp:nvSpPr>
        <dsp:cNvPr id="0" name=""/>
        <dsp:cNvSpPr/>
      </dsp:nvSpPr>
      <dsp:spPr>
        <a:xfrm>
          <a:off x="4051539" y="1506613"/>
          <a:ext cx="91440" cy="158557"/>
        </a:xfrm>
        <a:custGeom>
          <a:avLst/>
          <a:gdLst/>
          <a:ahLst/>
          <a:cxnLst/>
          <a:rect l="0" t="0" r="0" b="0"/>
          <a:pathLst>
            <a:path>
              <a:moveTo>
                <a:pt x="45720" y="0"/>
              </a:moveTo>
              <a:lnTo>
                <a:pt x="4572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799964"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4910</a:t>
          </a:r>
        </a:p>
      </dsp:txBody>
      <dsp:txXfrm>
        <a:off x="3811574" y="1676780"/>
        <a:ext cx="571370" cy="373173"/>
      </dsp:txXfrm>
    </dsp:sp>
    <dsp:sp modelId="{5FF37B24-8B9C-4A73-8099-97320B73F4FA}">
      <dsp:nvSpPr>
        <dsp:cNvPr id="0" name=""/>
        <dsp:cNvSpPr/>
      </dsp:nvSpPr>
      <dsp:spPr>
        <a:xfrm>
          <a:off x="4483743" y="951662"/>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572931"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4584541" y="1121829"/>
        <a:ext cx="571370" cy="37317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3026996" y="317"/>
          <a:ext cx="594590" cy="396393"/>
        </a:xfrm>
        <a:prstGeom prst="roundRect">
          <a:avLst>
            <a:gd name="adj" fmla="val 10000"/>
          </a:avLst>
        </a:prstGeom>
        <a:solidFill>
          <a:srgbClr val="92D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038606" y="11927"/>
        <a:ext cx="571370" cy="373173"/>
      </dsp:txXfrm>
    </dsp:sp>
    <dsp:sp modelId="{B24BB3AC-008B-4F67-9794-0D87BCBB43E5}">
      <dsp:nvSpPr>
        <dsp:cNvPr id="0" name=""/>
        <dsp:cNvSpPr/>
      </dsp:nvSpPr>
      <dsp:spPr>
        <a:xfrm>
          <a:off x="2164840" y="396711"/>
          <a:ext cx="1159451" cy="158557"/>
        </a:xfrm>
        <a:custGeom>
          <a:avLst/>
          <a:gdLst/>
          <a:ahLst/>
          <a:cxnLst/>
          <a:rect l="0" t="0" r="0" b="0"/>
          <a:pathLst>
            <a:path>
              <a:moveTo>
                <a:pt x="1159451" y="0"/>
              </a:moveTo>
              <a:lnTo>
                <a:pt x="1159451" y="79278"/>
              </a:lnTo>
              <a:lnTo>
                <a:pt x="0" y="79278"/>
              </a:lnTo>
              <a:lnTo>
                <a:pt x="0"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867545" y="555268"/>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1879155" y="566878"/>
        <a:ext cx="571370" cy="373173"/>
      </dsp:txXfrm>
    </dsp:sp>
    <dsp:sp modelId="{B0367589-497A-4875-951F-45EC0E1C7C32}">
      <dsp:nvSpPr>
        <dsp:cNvPr id="0" name=""/>
        <dsp:cNvSpPr/>
      </dsp:nvSpPr>
      <dsp:spPr>
        <a:xfrm>
          <a:off x="1391872" y="951662"/>
          <a:ext cx="772967" cy="158557"/>
        </a:xfrm>
        <a:custGeom>
          <a:avLst/>
          <a:gdLst/>
          <a:ahLst/>
          <a:cxnLst/>
          <a:rect l="0" t="0" r="0" b="0"/>
          <a:pathLst>
            <a:path>
              <a:moveTo>
                <a:pt x="772967" y="0"/>
              </a:moveTo>
              <a:lnTo>
                <a:pt x="772967"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1094577"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1106187" y="1121829"/>
        <a:ext cx="571370" cy="373173"/>
      </dsp:txXfrm>
    </dsp:sp>
    <dsp:sp modelId="{DE793EE6-148F-4E33-850A-CCA6FDD4E953}">
      <dsp:nvSpPr>
        <dsp:cNvPr id="0" name=""/>
        <dsp:cNvSpPr/>
      </dsp:nvSpPr>
      <dsp:spPr>
        <a:xfrm>
          <a:off x="1005388"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708093"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719703" y="1676780"/>
        <a:ext cx="571370" cy="373173"/>
      </dsp:txXfrm>
    </dsp:sp>
    <dsp:sp modelId="{B3EA0E01-1237-47A4-BC76-04D4C6D250B4}">
      <dsp:nvSpPr>
        <dsp:cNvPr id="0" name=""/>
        <dsp:cNvSpPr/>
      </dsp:nvSpPr>
      <dsp:spPr>
        <a:xfrm>
          <a:off x="1391872"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481061"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492671" y="1676780"/>
        <a:ext cx="571370" cy="373173"/>
      </dsp:txXfrm>
    </dsp:sp>
    <dsp:sp modelId="{C64A9CA2-04C0-44B6-96B1-FCF1A63B439D}">
      <dsp:nvSpPr>
        <dsp:cNvPr id="0" name=""/>
        <dsp:cNvSpPr/>
      </dsp:nvSpPr>
      <dsp:spPr>
        <a:xfrm>
          <a:off x="2164840" y="951662"/>
          <a:ext cx="772967" cy="158557"/>
        </a:xfrm>
        <a:custGeom>
          <a:avLst/>
          <a:gdLst/>
          <a:ahLst/>
          <a:cxnLst/>
          <a:rect l="0" t="0" r="0" b="0"/>
          <a:pathLst>
            <a:path>
              <a:moveTo>
                <a:pt x="0" y="0"/>
              </a:moveTo>
              <a:lnTo>
                <a:pt x="0" y="79278"/>
              </a:lnTo>
              <a:lnTo>
                <a:pt x="772967" y="79278"/>
              </a:lnTo>
              <a:lnTo>
                <a:pt x="772967"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640512"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652122" y="1121829"/>
        <a:ext cx="571370" cy="373173"/>
      </dsp:txXfrm>
    </dsp:sp>
    <dsp:sp modelId="{112988A9-A465-452D-A67D-02E2008D0944}">
      <dsp:nvSpPr>
        <dsp:cNvPr id="0" name=""/>
        <dsp:cNvSpPr/>
      </dsp:nvSpPr>
      <dsp:spPr>
        <a:xfrm>
          <a:off x="2551324" y="1506613"/>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254028"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265638" y="1676780"/>
        <a:ext cx="571370" cy="373173"/>
      </dsp:txXfrm>
    </dsp:sp>
    <dsp:sp modelId="{A01CFBE1-D46D-4878-AE2C-9DC8FC615B1A}">
      <dsp:nvSpPr>
        <dsp:cNvPr id="0" name=""/>
        <dsp:cNvSpPr/>
      </dsp:nvSpPr>
      <dsp:spPr>
        <a:xfrm>
          <a:off x="2937808" y="1506613"/>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3026996"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3038606" y="1676780"/>
        <a:ext cx="571370" cy="373173"/>
      </dsp:txXfrm>
    </dsp:sp>
    <dsp:sp modelId="{3C40A692-13D9-422B-B9FF-193B81CF340D}">
      <dsp:nvSpPr>
        <dsp:cNvPr id="0" name=""/>
        <dsp:cNvSpPr/>
      </dsp:nvSpPr>
      <dsp:spPr>
        <a:xfrm>
          <a:off x="3324291" y="396711"/>
          <a:ext cx="1159451" cy="158557"/>
        </a:xfrm>
        <a:custGeom>
          <a:avLst/>
          <a:gdLst/>
          <a:ahLst/>
          <a:cxnLst/>
          <a:rect l="0" t="0" r="0" b="0"/>
          <a:pathLst>
            <a:path>
              <a:moveTo>
                <a:pt x="0" y="0"/>
              </a:moveTo>
              <a:lnTo>
                <a:pt x="0" y="79278"/>
              </a:lnTo>
              <a:lnTo>
                <a:pt x="1159451" y="79278"/>
              </a:lnTo>
              <a:lnTo>
                <a:pt x="1159451" y="158557"/>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4186448" y="555268"/>
          <a:ext cx="594590" cy="396393"/>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5144</a:t>
          </a:r>
        </a:p>
      </dsp:txBody>
      <dsp:txXfrm>
        <a:off x="4198058" y="566878"/>
        <a:ext cx="571370" cy="373173"/>
      </dsp:txXfrm>
    </dsp:sp>
    <dsp:sp modelId="{69C3670A-1514-4A63-9A6E-6F43E7A9157D}">
      <dsp:nvSpPr>
        <dsp:cNvPr id="0" name=""/>
        <dsp:cNvSpPr/>
      </dsp:nvSpPr>
      <dsp:spPr>
        <a:xfrm>
          <a:off x="4097259" y="951662"/>
          <a:ext cx="386483" cy="158557"/>
        </a:xfrm>
        <a:custGeom>
          <a:avLst/>
          <a:gdLst/>
          <a:ahLst/>
          <a:cxnLst/>
          <a:rect l="0" t="0" r="0" b="0"/>
          <a:pathLst>
            <a:path>
              <a:moveTo>
                <a:pt x="386483" y="0"/>
              </a:moveTo>
              <a:lnTo>
                <a:pt x="386483" y="79278"/>
              </a:lnTo>
              <a:lnTo>
                <a:pt x="0" y="79278"/>
              </a:lnTo>
              <a:lnTo>
                <a:pt x="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799964" y="1110219"/>
          <a:ext cx="594590" cy="396393"/>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5040</a:t>
          </a:r>
        </a:p>
      </dsp:txBody>
      <dsp:txXfrm>
        <a:off x="3811574" y="1121829"/>
        <a:ext cx="571370" cy="373173"/>
      </dsp:txXfrm>
    </dsp:sp>
    <dsp:sp modelId="{8EDEE330-77EE-4AD7-A556-1ABCCA4C4A49}">
      <dsp:nvSpPr>
        <dsp:cNvPr id="0" name=""/>
        <dsp:cNvSpPr/>
      </dsp:nvSpPr>
      <dsp:spPr>
        <a:xfrm>
          <a:off x="4051539" y="1506613"/>
          <a:ext cx="91440" cy="158557"/>
        </a:xfrm>
        <a:custGeom>
          <a:avLst/>
          <a:gdLst/>
          <a:ahLst/>
          <a:cxnLst/>
          <a:rect l="0" t="0" r="0" b="0"/>
          <a:pathLst>
            <a:path>
              <a:moveTo>
                <a:pt x="45720" y="0"/>
              </a:moveTo>
              <a:lnTo>
                <a:pt x="45720"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799964" y="1665170"/>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4910</a:t>
          </a:r>
        </a:p>
      </dsp:txBody>
      <dsp:txXfrm>
        <a:off x="3811574" y="1676780"/>
        <a:ext cx="571370" cy="373173"/>
      </dsp:txXfrm>
    </dsp:sp>
    <dsp:sp modelId="{5FF37B24-8B9C-4A73-8099-97320B73F4FA}">
      <dsp:nvSpPr>
        <dsp:cNvPr id="0" name=""/>
        <dsp:cNvSpPr/>
      </dsp:nvSpPr>
      <dsp:spPr>
        <a:xfrm>
          <a:off x="4483743" y="951662"/>
          <a:ext cx="386483" cy="158557"/>
        </a:xfrm>
        <a:custGeom>
          <a:avLst/>
          <a:gdLst/>
          <a:ahLst/>
          <a:cxnLst/>
          <a:rect l="0" t="0" r="0" b="0"/>
          <a:pathLst>
            <a:path>
              <a:moveTo>
                <a:pt x="0" y="0"/>
              </a:moveTo>
              <a:lnTo>
                <a:pt x="0" y="79278"/>
              </a:lnTo>
              <a:lnTo>
                <a:pt x="386483" y="79278"/>
              </a:lnTo>
              <a:lnTo>
                <a:pt x="386483" y="15855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572931" y="1110219"/>
          <a:ext cx="594590" cy="3963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4584541" y="1121829"/>
        <a:ext cx="571370" cy="37317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2623905" y="145"/>
          <a:ext cx="594689" cy="396459"/>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4910</a:t>
          </a:r>
        </a:p>
      </dsp:txBody>
      <dsp:txXfrm>
        <a:off x="2635517" y="11757"/>
        <a:ext cx="571465" cy="373235"/>
      </dsp:txXfrm>
    </dsp:sp>
    <dsp:sp modelId="{B24BB3AC-008B-4F67-9794-0D87BCBB43E5}">
      <dsp:nvSpPr>
        <dsp:cNvPr id="0" name=""/>
        <dsp:cNvSpPr/>
      </dsp:nvSpPr>
      <dsp:spPr>
        <a:xfrm>
          <a:off x="1954880" y="396605"/>
          <a:ext cx="966370" cy="158583"/>
        </a:xfrm>
        <a:custGeom>
          <a:avLst/>
          <a:gdLst/>
          <a:ahLst/>
          <a:cxnLst/>
          <a:rect l="0" t="0" r="0" b="0"/>
          <a:pathLst>
            <a:path>
              <a:moveTo>
                <a:pt x="966370" y="0"/>
              </a:moveTo>
              <a:lnTo>
                <a:pt x="966370" y="79291"/>
              </a:lnTo>
              <a:lnTo>
                <a:pt x="0" y="79291"/>
              </a:lnTo>
              <a:lnTo>
                <a:pt x="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657535" y="555189"/>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5139</a:t>
          </a:r>
        </a:p>
      </dsp:txBody>
      <dsp:txXfrm>
        <a:off x="1669147" y="566801"/>
        <a:ext cx="571465" cy="373235"/>
      </dsp:txXfrm>
    </dsp:sp>
    <dsp:sp modelId="{B0367589-497A-4875-951F-45EC0E1C7C32}">
      <dsp:nvSpPr>
        <dsp:cNvPr id="0" name=""/>
        <dsp:cNvSpPr/>
      </dsp:nvSpPr>
      <dsp:spPr>
        <a:xfrm>
          <a:off x="1181783" y="951649"/>
          <a:ext cx="773096" cy="158583"/>
        </a:xfrm>
        <a:custGeom>
          <a:avLst/>
          <a:gdLst/>
          <a:ahLst/>
          <a:cxnLst/>
          <a:rect l="0" t="0" r="0" b="0"/>
          <a:pathLst>
            <a:path>
              <a:moveTo>
                <a:pt x="773096" y="0"/>
              </a:moveTo>
              <a:lnTo>
                <a:pt x="773096"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884438"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896050" y="1121844"/>
        <a:ext cx="571465" cy="373235"/>
      </dsp:txXfrm>
    </dsp:sp>
    <dsp:sp modelId="{DE793EE6-148F-4E33-850A-CCA6FDD4E953}">
      <dsp:nvSpPr>
        <dsp:cNvPr id="0" name=""/>
        <dsp:cNvSpPr/>
      </dsp:nvSpPr>
      <dsp:spPr>
        <a:xfrm>
          <a:off x="795235"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49789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509502" y="1676888"/>
        <a:ext cx="571465" cy="373235"/>
      </dsp:txXfrm>
    </dsp:sp>
    <dsp:sp modelId="{B3EA0E01-1237-47A4-BC76-04D4C6D250B4}">
      <dsp:nvSpPr>
        <dsp:cNvPr id="0" name=""/>
        <dsp:cNvSpPr/>
      </dsp:nvSpPr>
      <dsp:spPr>
        <a:xfrm>
          <a:off x="1181783"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270986"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282598" y="1676888"/>
        <a:ext cx="571465" cy="373235"/>
      </dsp:txXfrm>
    </dsp:sp>
    <dsp:sp modelId="{C64A9CA2-04C0-44B6-96B1-FCF1A63B439D}">
      <dsp:nvSpPr>
        <dsp:cNvPr id="0" name=""/>
        <dsp:cNvSpPr/>
      </dsp:nvSpPr>
      <dsp:spPr>
        <a:xfrm>
          <a:off x="1954880" y="951649"/>
          <a:ext cx="773096" cy="158583"/>
        </a:xfrm>
        <a:custGeom>
          <a:avLst/>
          <a:gdLst/>
          <a:ahLst/>
          <a:cxnLst/>
          <a:rect l="0" t="0" r="0" b="0"/>
          <a:pathLst>
            <a:path>
              <a:moveTo>
                <a:pt x="0" y="0"/>
              </a:moveTo>
              <a:lnTo>
                <a:pt x="0" y="79291"/>
              </a:lnTo>
              <a:lnTo>
                <a:pt x="773096" y="79291"/>
              </a:lnTo>
              <a:lnTo>
                <a:pt x="773096"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430631"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442243" y="1121844"/>
        <a:ext cx="571465" cy="373235"/>
      </dsp:txXfrm>
    </dsp:sp>
    <dsp:sp modelId="{112988A9-A465-452D-A67D-02E2008D0944}">
      <dsp:nvSpPr>
        <dsp:cNvPr id="0" name=""/>
        <dsp:cNvSpPr/>
      </dsp:nvSpPr>
      <dsp:spPr>
        <a:xfrm>
          <a:off x="2341428"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044083"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055695" y="1676888"/>
        <a:ext cx="571465" cy="373235"/>
      </dsp:txXfrm>
    </dsp:sp>
    <dsp:sp modelId="{A01CFBE1-D46D-4878-AE2C-9DC8FC615B1A}">
      <dsp:nvSpPr>
        <dsp:cNvPr id="0" name=""/>
        <dsp:cNvSpPr/>
      </dsp:nvSpPr>
      <dsp:spPr>
        <a:xfrm>
          <a:off x="2727976"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281718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2828792" y="1676888"/>
        <a:ext cx="571465" cy="373235"/>
      </dsp:txXfrm>
    </dsp:sp>
    <dsp:sp modelId="{3C40A692-13D9-422B-B9FF-193B81CF340D}">
      <dsp:nvSpPr>
        <dsp:cNvPr id="0" name=""/>
        <dsp:cNvSpPr/>
      </dsp:nvSpPr>
      <dsp:spPr>
        <a:xfrm>
          <a:off x="2921250" y="396605"/>
          <a:ext cx="966370" cy="158583"/>
        </a:xfrm>
        <a:custGeom>
          <a:avLst/>
          <a:gdLst/>
          <a:ahLst/>
          <a:cxnLst/>
          <a:rect l="0" t="0" r="0" b="0"/>
          <a:pathLst>
            <a:path>
              <a:moveTo>
                <a:pt x="0" y="0"/>
              </a:moveTo>
              <a:lnTo>
                <a:pt x="0" y="79291"/>
              </a:lnTo>
              <a:lnTo>
                <a:pt x="966370" y="79291"/>
              </a:lnTo>
              <a:lnTo>
                <a:pt x="96637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3590276" y="555189"/>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5040</a:t>
          </a:r>
        </a:p>
      </dsp:txBody>
      <dsp:txXfrm>
        <a:off x="3601888" y="566801"/>
        <a:ext cx="571465" cy="373235"/>
      </dsp:txXfrm>
    </dsp:sp>
    <dsp:sp modelId="{69C3670A-1514-4A63-9A6E-6F43E7A9157D}">
      <dsp:nvSpPr>
        <dsp:cNvPr id="0" name=""/>
        <dsp:cNvSpPr/>
      </dsp:nvSpPr>
      <dsp:spPr>
        <a:xfrm>
          <a:off x="3501073" y="951649"/>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203728" y="1110232"/>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215340" y="1121844"/>
        <a:ext cx="571465" cy="373235"/>
      </dsp:txXfrm>
    </dsp:sp>
    <dsp:sp modelId="{5FF37B24-8B9C-4A73-8099-97320B73F4FA}">
      <dsp:nvSpPr>
        <dsp:cNvPr id="0" name=""/>
        <dsp:cNvSpPr/>
      </dsp:nvSpPr>
      <dsp:spPr>
        <a:xfrm>
          <a:off x="3887621" y="951649"/>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976825"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3988437" y="1121844"/>
        <a:ext cx="571465" cy="3732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2623905" y="145"/>
          <a:ext cx="594689" cy="396459"/>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2635517" y="11757"/>
        <a:ext cx="571465" cy="373235"/>
      </dsp:txXfrm>
    </dsp:sp>
    <dsp:sp modelId="{B24BB3AC-008B-4F67-9794-0D87BCBB43E5}">
      <dsp:nvSpPr>
        <dsp:cNvPr id="0" name=""/>
        <dsp:cNvSpPr/>
      </dsp:nvSpPr>
      <dsp:spPr>
        <a:xfrm>
          <a:off x="1761605" y="396605"/>
          <a:ext cx="1159644" cy="158583"/>
        </a:xfrm>
        <a:custGeom>
          <a:avLst/>
          <a:gdLst/>
          <a:ahLst/>
          <a:cxnLst/>
          <a:rect l="0" t="0" r="0" b="0"/>
          <a:pathLst>
            <a:path>
              <a:moveTo>
                <a:pt x="1159644" y="0"/>
              </a:moveTo>
              <a:lnTo>
                <a:pt x="1159644" y="79291"/>
              </a:lnTo>
              <a:lnTo>
                <a:pt x="0" y="79291"/>
              </a:lnTo>
              <a:lnTo>
                <a:pt x="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464260" y="555189"/>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1475872" y="566801"/>
        <a:ext cx="571465" cy="373235"/>
      </dsp:txXfrm>
    </dsp:sp>
    <dsp:sp modelId="{B0367589-497A-4875-951F-45EC0E1C7C32}">
      <dsp:nvSpPr>
        <dsp:cNvPr id="0" name=""/>
        <dsp:cNvSpPr/>
      </dsp:nvSpPr>
      <dsp:spPr>
        <a:xfrm>
          <a:off x="988509" y="951649"/>
          <a:ext cx="773096" cy="158583"/>
        </a:xfrm>
        <a:custGeom>
          <a:avLst/>
          <a:gdLst/>
          <a:ahLst/>
          <a:cxnLst/>
          <a:rect l="0" t="0" r="0" b="0"/>
          <a:pathLst>
            <a:path>
              <a:moveTo>
                <a:pt x="773096" y="0"/>
              </a:moveTo>
              <a:lnTo>
                <a:pt x="773096"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691164"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5073</a:t>
          </a:r>
        </a:p>
      </dsp:txBody>
      <dsp:txXfrm>
        <a:off x="702776" y="1121844"/>
        <a:ext cx="571465" cy="373235"/>
      </dsp:txXfrm>
    </dsp:sp>
    <dsp:sp modelId="{DE793EE6-148F-4E33-850A-CCA6FDD4E953}">
      <dsp:nvSpPr>
        <dsp:cNvPr id="0" name=""/>
        <dsp:cNvSpPr/>
      </dsp:nvSpPr>
      <dsp:spPr>
        <a:xfrm>
          <a:off x="601960"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304616"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316228" y="1676888"/>
        <a:ext cx="571465" cy="373235"/>
      </dsp:txXfrm>
    </dsp:sp>
    <dsp:sp modelId="{B3EA0E01-1237-47A4-BC76-04D4C6D250B4}">
      <dsp:nvSpPr>
        <dsp:cNvPr id="0" name=""/>
        <dsp:cNvSpPr/>
      </dsp:nvSpPr>
      <dsp:spPr>
        <a:xfrm>
          <a:off x="988509"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077712"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089324" y="1676888"/>
        <a:ext cx="571465" cy="373235"/>
      </dsp:txXfrm>
    </dsp:sp>
    <dsp:sp modelId="{C64A9CA2-04C0-44B6-96B1-FCF1A63B439D}">
      <dsp:nvSpPr>
        <dsp:cNvPr id="0" name=""/>
        <dsp:cNvSpPr/>
      </dsp:nvSpPr>
      <dsp:spPr>
        <a:xfrm>
          <a:off x="1761605" y="951649"/>
          <a:ext cx="773096" cy="158583"/>
        </a:xfrm>
        <a:custGeom>
          <a:avLst/>
          <a:gdLst/>
          <a:ahLst/>
          <a:cxnLst/>
          <a:rect l="0" t="0" r="0" b="0"/>
          <a:pathLst>
            <a:path>
              <a:moveTo>
                <a:pt x="0" y="0"/>
              </a:moveTo>
              <a:lnTo>
                <a:pt x="0" y="79291"/>
              </a:lnTo>
              <a:lnTo>
                <a:pt x="773096" y="79291"/>
              </a:lnTo>
              <a:lnTo>
                <a:pt x="773096"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237357"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4946</a:t>
          </a:r>
        </a:p>
      </dsp:txBody>
      <dsp:txXfrm>
        <a:off x="2248969" y="1121844"/>
        <a:ext cx="571465" cy="373235"/>
      </dsp:txXfrm>
    </dsp:sp>
    <dsp:sp modelId="{112988A9-A465-452D-A67D-02E2008D0944}">
      <dsp:nvSpPr>
        <dsp:cNvPr id="0" name=""/>
        <dsp:cNvSpPr/>
      </dsp:nvSpPr>
      <dsp:spPr>
        <a:xfrm>
          <a:off x="2148154"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1850809"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1862421" y="1676888"/>
        <a:ext cx="571465" cy="373235"/>
      </dsp:txXfrm>
    </dsp:sp>
    <dsp:sp modelId="{A01CFBE1-D46D-4878-AE2C-9DC8FC615B1A}">
      <dsp:nvSpPr>
        <dsp:cNvPr id="0" name=""/>
        <dsp:cNvSpPr/>
      </dsp:nvSpPr>
      <dsp:spPr>
        <a:xfrm>
          <a:off x="2534702"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2623905"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2635517" y="1676888"/>
        <a:ext cx="571465" cy="373235"/>
      </dsp:txXfrm>
    </dsp:sp>
    <dsp:sp modelId="{3C40A692-13D9-422B-B9FF-193B81CF340D}">
      <dsp:nvSpPr>
        <dsp:cNvPr id="0" name=""/>
        <dsp:cNvSpPr/>
      </dsp:nvSpPr>
      <dsp:spPr>
        <a:xfrm>
          <a:off x="2921250" y="396605"/>
          <a:ext cx="1159644" cy="158583"/>
        </a:xfrm>
        <a:custGeom>
          <a:avLst/>
          <a:gdLst/>
          <a:ahLst/>
          <a:cxnLst/>
          <a:rect l="0" t="0" r="0" b="0"/>
          <a:pathLst>
            <a:path>
              <a:moveTo>
                <a:pt x="0" y="0"/>
              </a:moveTo>
              <a:lnTo>
                <a:pt x="0" y="79291"/>
              </a:lnTo>
              <a:lnTo>
                <a:pt x="1159644" y="79291"/>
              </a:lnTo>
              <a:lnTo>
                <a:pt x="1159644"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3783550" y="555189"/>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5144</a:t>
          </a:r>
        </a:p>
      </dsp:txBody>
      <dsp:txXfrm>
        <a:off x="3795162" y="566801"/>
        <a:ext cx="571465" cy="373235"/>
      </dsp:txXfrm>
    </dsp:sp>
    <dsp:sp modelId="{69C3670A-1514-4A63-9A6E-6F43E7A9157D}">
      <dsp:nvSpPr>
        <dsp:cNvPr id="0" name=""/>
        <dsp:cNvSpPr/>
      </dsp:nvSpPr>
      <dsp:spPr>
        <a:xfrm>
          <a:off x="3694347" y="951649"/>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397002" y="1110232"/>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5040</a:t>
          </a:r>
        </a:p>
      </dsp:txBody>
      <dsp:txXfrm>
        <a:off x="3408614" y="1121844"/>
        <a:ext cx="571465" cy="373235"/>
      </dsp:txXfrm>
    </dsp:sp>
    <dsp:sp modelId="{8EDEE330-77EE-4AD7-A556-1ABCCA4C4A49}">
      <dsp:nvSpPr>
        <dsp:cNvPr id="0" name=""/>
        <dsp:cNvSpPr/>
      </dsp:nvSpPr>
      <dsp:spPr>
        <a:xfrm>
          <a:off x="3648627" y="1506692"/>
          <a:ext cx="91440" cy="158583"/>
        </a:xfrm>
        <a:custGeom>
          <a:avLst/>
          <a:gdLst/>
          <a:ahLst/>
          <a:cxnLst/>
          <a:rect l="0" t="0" r="0" b="0"/>
          <a:pathLst>
            <a:path>
              <a:moveTo>
                <a:pt x="45720" y="0"/>
              </a:moveTo>
              <a:lnTo>
                <a:pt x="4572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A66481-C015-444E-A158-F2EECADAD76F}">
      <dsp:nvSpPr>
        <dsp:cNvPr id="0" name=""/>
        <dsp:cNvSpPr/>
      </dsp:nvSpPr>
      <dsp:spPr>
        <a:xfrm>
          <a:off x="3397002" y="1665276"/>
          <a:ext cx="594689" cy="396459"/>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4910</a:t>
          </a:r>
        </a:p>
      </dsp:txBody>
      <dsp:txXfrm>
        <a:off x="3408614" y="1676888"/>
        <a:ext cx="571465" cy="373235"/>
      </dsp:txXfrm>
    </dsp:sp>
    <dsp:sp modelId="{5FF37B24-8B9C-4A73-8099-97320B73F4FA}">
      <dsp:nvSpPr>
        <dsp:cNvPr id="0" name=""/>
        <dsp:cNvSpPr/>
      </dsp:nvSpPr>
      <dsp:spPr>
        <a:xfrm>
          <a:off x="4080895" y="951649"/>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4170099"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4181711" y="1121844"/>
        <a:ext cx="571465" cy="3732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2623905" y="145"/>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2635517" y="11757"/>
        <a:ext cx="571465" cy="373235"/>
      </dsp:txXfrm>
    </dsp:sp>
    <dsp:sp modelId="{B24BB3AC-008B-4F67-9794-0D87BCBB43E5}">
      <dsp:nvSpPr>
        <dsp:cNvPr id="0" name=""/>
        <dsp:cNvSpPr/>
      </dsp:nvSpPr>
      <dsp:spPr>
        <a:xfrm>
          <a:off x="1954880" y="396605"/>
          <a:ext cx="966370" cy="158583"/>
        </a:xfrm>
        <a:custGeom>
          <a:avLst/>
          <a:gdLst/>
          <a:ahLst/>
          <a:cxnLst/>
          <a:rect l="0" t="0" r="0" b="0"/>
          <a:pathLst>
            <a:path>
              <a:moveTo>
                <a:pt x="966370" y="0"/>
              </a:moveTo>
              <a:lnTo>
                <a:pt x="966370" y="79291"/>
              </a:lnTo>
              <a:lnTo>
                <a:pt x="0" y="79291"/>
              </a:lnTo>
              <a:lnTo>
                <a:pt x="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657535" y="555189"/>
          <a:ext cx="594689" cy="396459"/>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4910</a:t>
          </a:r>
        </a:p>
      </dsp:txBody>
      <dsp:txXfrm>
        <a:off x="1669147" y="566801"/>
        <a:ext cx="571465" cy="373235"/>
      </dsp:txXfrm>
    </dsp:sp>
    <dsp:sp modelId="{B0367589-497A-4875-951F-45EC0E1C7C32}">
      <dsp:nvSpPr>
        <dsp:cNvPr id="0" name=""/>
        <dsp:cNvSpPr/>
      </dsp:nvSpPr>
      <dsp:spPr>
        <a:xfrm>
          <a:off x="1181783" y="951649"/>
          <a:ext cx="773096" cy="158583"/>
        </a:xfrm>
        <a:custGeom>
          <a:avLst/>
          <a:gdLst/>
          <a:ahLst/>
          <a:cxnLst/>
          <a:rect l="0" t="0" r="0" b="0"/>
          <a:pathLst>
            <a:path>
              <a:moveTo>
                <a:pt x="773096" y="0"/>
              </a:moveTo>
              <a:lnTo>
                <a:pt x="773096"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884438"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5073</a:t>
          </a:r>
        </a:p>
      </dsp:txBody>
      <dsp:txXfrm>
        <a:off x="896050" y="1121844"/>
        <a:ext cx="571465" cy="373235"/>
      </dsp:txXfrm>
    </dsp:sp>
    <dsp:sp modelId="{DE793EE6-148F-4E33-850A-CCA6FDD4E953}">
      <dsp:nvSpPr>
        <dsp:cNvPr id="0" name=""/>
        <dsp:cNvSpPr/>
      </dsp:nvSpPr>
      <dsp:spPr>
        <a:xfrm>
          <a:off x="795235"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49789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4967</a:t>
          </a:r>
        </a:p>
      </dsp:txBody>
      <dsp:txXfrm>
        <a:off x="509502" y="1676888"/>
        <a:ext cx="571465" cy="373235"/>
      </dsp:txXfrm>
    </dsp:sp>
    <dsp:sp modelId="{B3EA0E01-1237-47A4-BC76-04D4C6D250B4}">
      <dsp:nvSpPr>
        <dsp:cNvPr id="0" name=""/>
        <dsp:cNvSpPr/>
      </dsp:nvSpPr>
      <dsp:spPr>
        <a:xfrm>
          <a:off x="1181783"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270986"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5019</a:t>
          </a:r>
        </a:p>
      </dsp:txBody>
      <dsp:txXfrm>
        <a:off x="1282598" y="1676888"/>
        <a:ext cx="571465" cy="373235"/>
      </dsp:txXfrm>
    </dsp:sp>
    <dsp:sp modelId="{C64A9CA2-04C0-44B6-96B1-FCF1A63B439D}">
      <dsp:nvSpPr>
        <dsp:cNvPr id="0" name=""/>
        <dsp:cNvSpPr/>
      </dsp:nvSpPr>
      <dsp:spPr>
        <a:xfrm>
          <a:off x="1954880" y="951649"/>
          <a:ext cx="773096" cy="158583"/>
        </a:xfrm>
        <a:custGeom>
          <a:avLst/>
          <a:gdLst/>
          <a:ahLst/>
          <a:cxnLst/>
          <a:rect l="0" t="0" r="0" b="0"/>
          <a:pathLst>
            <a:path>
              <a:moveTo>
                <a:pt x="0" y="0"/>
              </a:moveTo>
              <a:lnTo>
                <a:pt x="0" y="79291"/>
              </a:lnTo>
              <a:lnTo>
                <a:pt x="773096" y="79291"/>
              </a:lnTo>
              <a:lnTo>
                <a:pt x="773096"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430631"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4946</a:t>
          </a:r>
        </a:p>
      </dsp:txBody>
      <dsp:txXfrm>
        <a:off x="2442243" y="1121844"/>
        <a:ext cx="571465" cy="373235"/>
      </dsp:txXfrm>
    </dsp:sp>
    <dsp:sp modelId="{112988A9-A465-452D-A67D-02E2008D0944}">
      <dsp:nvSpPr>
        <dsp:cNvPr id="0" name=""/>
        <dsp:cNvSpPr/>
      </dsp:nvSpPr>
      <dsp:spPr>
        <a:xfrm>
          <a:off x="2341428"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044083"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055695" y="1676888"/>
        <a:ext cx="571465" cy="373235"/>
      </dsp:txXfrm>
    </dsp:sp>
    <dsp:sp modelId="{A01CFBE1-D46D-4878-AE2C-9DC8FC615B1A}">
      <dsp:nvSpPr>
        <dsp:cNvPr id="0" name=""/>
        <dsp:cNvSpPr/>
      </dsp:nvSpPr>
      <dsp:spPr>
        <a:xfrm>
          <a:off x="2727976"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281718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2828792" y="1676888"/>
        <a:ext cx="571465" cy="373235"/>
      </dsp:txXfrm>
    </dsp:sp>
    <dsp:sp modelId="{3C40A692-13D9-422B-B9FF-193B81CF340D}">
      <dsp:nvSpPr>
        <dsp:cNvPr id="0" name=""/>
        <dsp:cNvSpPr/>
      </dsp:nvSpPr>
      <dsp:spPr>
        <a:xfrm>
          <a:off x="2921250" y="396605"/>
          <a:ext cx="966370" cy="158583"/>
        </a:xfrm>
        <a:custGeom>
          <a:avLst/>
          <a:gdLst/>
          <a:ahLst/>
          <a:cxnLst/>
          <a:rect l="0" t="0" r="0" b="0"/>
          <a:pathLst>
            <a:path>
              <a:moveTo>
                <a:pt x="0" y="0"/>
              </a:moveTo>
              <a:lnTo>
                <a:pt x="0" y="79291"/>
              </a:lnTo>
              <a:lnTo>
                <a:pt x="966370" y="79291"/>
              </a:lnTo>
              <a:lnTo>
                <a:pt x="96637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3590276" y="555189"/>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5040</a:t>
          </a:r>
        </a:p>
      </dsp:txBody>
      <dsp:txXfrm>
        <a:off x="3601888" y="566801"/>
        <a:ext cx="571465" cy="373235"/>
      </dsp:txXfrm>
    </dsp:sp>
    <dsp:sp modelId="{69C3670A-1514-4A63-9A6E-6F43E7A9157D}">
      <dsp:nvSpPr>
        <dsp:cNvPr id="0" name=""/>
        <dsp:cNvSpPr/>
      </dsp:nvSpPr>
      <dsp:spPr>
        <a:xfrm>
          <a:off x="3501073" y="951649"/>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203728" y="1110232"/>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215340" y="1121844"/>
        <a:ext cx="571465" cy="373235"/>
      </dsp:txXfrm>
    </dsp:sp>
    <dsp:sp modelId="{5FF37B24-8B9C-4A73-8099-97320B73F4FA}">
      <dsp:nvSpPr>
        <dsp:cNvPr id="0" name=""/>
        <dsp:cNvSpPr/>
      </dsp:nvSpPr>
      <dsp:spPr>
        <a:xfrm>
          <a:off x="3887621" y="951649"/>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976825"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3988437" y="1121844"/>
        <a:ext cx="571465" cy="3732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2623905" y="145"/>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5139</a:t>
          </a:r>
        </a:p>
      </dsp:txBody>
      <dsp:txXfrm>
        <a:off x="2635517" y="11757"/>
        <a:ext cx="571465" cy="373235"/>
      </dsp:txXfrm>
    </dsp:sp>
    <dsp:sp modelId="{B24BB3AC-008B-4F67-9794-0D87BCBB43E5}">
      <dsp:nvSpPr>
        <dsp:cNvPr id="0" name=""/>
        <dsp:cNvSpPr/>
      </dsp:nvSpPr>
      <dsp:spPr>
        <a:xfrm>
          <a:off x="1954880" y="396605"/>
          <a:ext cx="966370" cy="158583"/>
        </a:xfrm>
        <a:custGeom>
          <a:avLst/>
          <a:gdLst/>
          <a:ahLst/>
          <a:cxnLst/>
          <a:rect l="0" t="0" r="0" b="0"/>
          <a:pathLst>
            <a:path>
              <a:moveTo>
                <a:pt x="966370" y="0"/>
              </a:moveTo>
              <a:lnTo>
                <a:pt x="966370" y="79291"/>
              </a:lnTo>
              <a:lnTo>
                <a:pt x="0" y="79291"/>
              </a:lnTo>
              <a:lnTo>
                <a:pt x="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1657535" y="555189"/>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5073</a:t>
          </a:r>
        </a:p>
      </dsp:txBody>
      <dsp:txXfrm>
        <a:off x="1669147" y="566801"/>
        <a:ext cx="571465" cy="373235"/>
      </dsp:txXfrm>
    </dsp:sp>
    <dsp:sp modelId="{B0367589-497A-4875-951F-45EC0E1C7C32}">
      <dsp:nvSpPr>
        <dsp:cNvPr id="0" name=""/>
        <dsp:cNvSpPr/>
      </dsp:nvSpPr>
      <dsp:spPr>
        <a:xfrm>
          <a:off x="1181783" y="951649"/>
          <a:ext cx="773096" cy="158583"/>
        </a:xfrm>
        <a:custGeom>
          <a:avLst/>
          <a:gdLst/>
          <a:ahLst/>
          <a:cxnLst/>
          <a:rect l="0" t="0" r="0" b="0"/>
          <a:pathLst>
            <a:path>
              <a:moveTo>
                <a:pt x="773096" y="0"/>
              </a:moveTo>
              <a:lnTo>
                <a:pt x="773096"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884438" y="1110232"/>
          <a:ext cx="594689" cy="396459"/>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4910</a:t>
          </a:r>
        </a:p>
      </dsp:txBody>
      <dsp:txXfrm>
        <a:off x="896050" y="1121844"/>
        <a:ext cx="571465" cy="373235"/>
      </dsp:txXfrm>
    </dsp:sp>
    <dsp:sp modelId="{DE793EE6-148F-4E33-850A-CCA6FDD4E953}">
      <dsp:nvSpPr>
        <dsp:cNvPr id="0" name=""/>
        <dsp:cNvSpPr/>
      </dsp:nvSpPr>
      <dsp:spPr>
        <a:xfrm>
          <a:off x="795235"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EA3625-52A1-4E0D-B86C-A0F4F527DFD0}">
      <dsp:nvSpPr>
        <dsp:cNvPr id="0" name=""/>
        <dsp:cNvSpPr/>
      </dsp:nvSpPr>
      <dsp:spPr>
        <a:xfrm>
          <a:off x="49789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4967</a:t>
          </a:r>
        </a:p>
      </dsp:txBody>
      <dsp:txXfrm>
        <a:off x="509502" y="1676888"/>
        <a:ext cx="571465" cy="373235"/>
      </dsp:txXfrm>
    </dsp:sp>
    <dsp:sp modelId="{B3EA0E01-1237-47A4-BC76-04D4C6D250B4}">
      <dsp:nvSpPr>
        <dsp:cNvPr id="0" name=""/>
        <dsp:cNvSpPr/>
      </dsp:nvSpPr>
      <dsp:spPr>
        <a:xfrm>
          <a:off x="1181783"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1269CA-194D-4CB2-BEFE-89B7027B48AA}">
      <dsp:nvSpPr>
        <dsp:cNvPr id="0" name=""/>
        <dsp:cNvSpPr/>
      </dsp:nvSpPr>
      <dsp:spPr>
        <a:xfrm>
          <a:off x="1270986"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5019</a:t>
          </a:r>
        </a:p>
      </dsp:txBody>
      <dsp:txXfrm>
        <a:off x="1282598" y="1676888"/>
        <a:ext cx="571465" cy="373235"/>
      </dsp:txXfrm>
    </dsp:sp>
    <dsp:sp modelId="{C64A9CA2-04C0-44B6-96B1-FCF1A63B439D}">
      <dsp:nvSpPr>
        <dsp:cNvPr id="0" name=""/>
        <dsp:cNvSpPr/>
      </dsp:nvSpPr>
      <dsp:spPr>
        <a:xfrm>
          <a:off x="1954880" y="951649"/>
          <a:ext cx="773096" cy="158583"/>
        </a:xfrm>
        <a:custGeom>
          <a:avLst/>
          <a:gdLst/>
          <a:ahLst/>
          <a:cxnLst/>
          <a:rect l="0" t="0" r="0" b="0"/>
          <a:pathLst>
            <a:path>
              <a:moveTo>
                <a:pt x="0" y="0"/>
              </a:moveTo>
              <a:lnTo>
                <a:pt x="0" y="79291"/>
              </a:lnTo>
              <a:lnTo>
                <a:pt x="773096" y="79291"/>
              </a:lnTo>
              <a:lnTo>
                <a:pt x="773096"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2430631"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4946</a:t>
          </a:r>
        </a:p>
      </dsp:txBody>
      <dsp:txXfrm>
        <a:off x="2442243" y="1121844"/>
        <a:ext cx="571465" cy="373235"/>
      </dsp:txXfrm>
    </dsp:sp>
    <dsp:sp modelId="{112988A9-A465-452D-A67D-02E2008D0944}">
      <dsp:nvSpPr>
        <dsp:cNvPr id="0" name=""/>
        <dsp:cNvSpPr/>
      </dsp:nvSpPr>
      <dsp:spPr>
        <a:xfrm>
          <a:off x="2341428" y="1506692"/>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F77EB2E-4343-4B1C-B618-F055AC67793E}">
      <dsp:nvSpPr>
        <dsp:cNvPr id="0" name=""/>
        <dsp:cNvSpPr/>
      </dsp:nvSpPr>
      <dsp:spPr>
        <a:xfrm>
          <a:off x="2044083"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4669</a:t>
          </a:r>
        </a:p>
      </dsp:txBody>
      <dsp:txXfrm>
        <a:off x="2055695" y="1676888"/>
        <a:ext cx="571465" cy="373235"/>
      </dsp:txXfrm>
    </dsp:sp>
    <dsp:sp modelId="{A01CFBE1-D46D-4878-AE2C-9DC8FC615B1A}">
      <dsp:nvSpPr>
        <dsp:cNvPr id="0" name=""/>
        <dsp:cNvSpPr/>
      </dsp:nvSpPr>
      <dsp:spPr>
        <a:xfrm>
          <a:off x="2727976" y="1506692"/>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1087DD-A3B7-42DB-82F1-C6BD2064E027}">
      <dsp:nvSpPr>
        <dsp:cNvPr id="0" name=""/>
        <dsp:cNvSpPr/>
      </dsp:nvSpPr>
      <dsp:spPr>
        <a:xfrm>
          <a:off x="2817180" y="1665276"/>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4930</a:t>
          </a:r>
        </a:p>
      </dsp:txBody>
      <dsp:txXfrm>
        <a:off x="2828792" y="1676888"/>
        <a:ext cx="571465" cy="373235"/>
      </dsp:txXfrm>
    </dsp:sp>
    <dsp:sp modelId="{3C40A692-13D9-422B-B9FF-193B81CF340D}">
      <dsp:nvSpPr>
        <dsp:cNvPr id="0" name=""/>
        <dsp:cNvSpPr/>
      </dsp:nvSpPr>
      <dsp:spPr>
        <a:xfrm>
          <a:off x="2921250" y="396605"/>
          <a:ext cx="966370" cy="158583"/>
        </a:xfrm>
        <a:custGeom>
          <a:avLst/>
          <a:gdLst/>
          <a:ahLst/>
          <a:cxnLst/>
          <a:rect l="0" t="0" r="0" b="0"/>
          <a:pathLst>
            <a:path>
              <a:moveTo>
                <a:pt x="0" y="0"/>
              </a:moveTo>
              <a:lnTo>
                <a:pt x="0" y="79291"/>
              </a:lnTo>
              <a:lnTo>
                <a:pt x="966370" y="79291"/>
              </a:lnTo>
              <a:lnTo>
                <a:pt x="966370" y="15858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3590276" y="555189"/>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5040</a:t>
          </a:r>
        </a:p>
      </dsp:txBody>
      <dsp:txXfrm>
        <a:off x="3601888" y="566801"/>
        <a:ext cx="571465" cy="373235"/>
      </dsp:txXfrm>
    </dsp:sp>
    <dsp:sp modelId="{69C3670A-1514-4A63-9A6E-6F43E7A9157D}">
      <dsp:nvSpPr>
        <dsp:cNvPr id="0" name=""/>
        <dsp:cNvSpPr/>
      </dsp:nvSpPr>
      <dsp:spPr>
        <a:xfrm>
          <a:off x="3501073" y="951649"/>
          <a:ext cx="386548" cy="158583"/>
        </a:xfrm>
        <a:custGeom>
          <a:avLst/>
          <a:gdLst/>
          <a:ahLst/>
          <a:cxnLst/>
          <a:rect l="0" t="0" r="0" b="0"/>
          <a:pathLst>
            <a:path>
              <a:moveTo>
                <a:pt x="386548" y="0"/>
              </a:moveTo>
              <a:lnTo>
                <a:pt x="386548" y="79291"/>
              </a:lnTo>
              <a:lnTo>
                <a:pt x="0" y="79291"/>
              </a:lnTo>
              <a:lnTo>
                <a:pt x="0"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3203728" y="1110232"/>
          <a:ext cx="594689" cy="396459"/>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5150</a:t>
          </a:r>
        </a:p>
      </dsp:txBody>
      <dsp:txXfrm>
        <a:off x="3215340" y="1121844"/>
        <a:ext cx="571465" cy="373235"/>
      </dsp:txXfrm>
    </dsp:sp>
    <dsp:sp modelId="{5FF37B24-8B9C-4A73-8099-97320B73F4FA}">
      <dsp:nvSpPr>
        <dsp:cNvPr id="0" name=""/>
        <dsp:cNvSpPr/>
      </dsp:nvSpPr>
      <dsp:spPr>
        <a:xfrm>
          <a:off x="3887621" y="951649"/>
          <a:ext cx="386548" cy="158583"/>
        </a:xfrm>
        <a:custGeom>
          <a:avLst/>
          <a:gdLst/>
          <a:ahLst/>
          <a:cxnLst/>
          <a:rect l="0" t="0" r="0" b="0"/>
          <a:pathLst>
            <a:path>
              <a:moveTo>
                <a:pt x="0" y="0"/>
              </a:moveTo>
              <a:lnTo>
                <a:pt x="0" y="79291"/>
              </a:lnTo>
              <a:lnTo>
                <a:pt x="386548" y="79291"/>
              </a:lnTo>
              <a:lnTo>
                <a:pt x="386548" y="15858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976825" y="1110232"/>
          <a:ext cx="594689" cy="39645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4901</a:t>
          </a:r>
        </a:p>
      </dsp:txBody>
      <dsp:txXfrm>
        <a:off x="3988437" y="1121844"/>
        <a:ext cx="571465" cy="3732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4967</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4967</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5073</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5073</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5040</a:t>
          </a:r>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5073</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5040</a:t>
          </a:r>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5019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4669</a:t>
          </a:r>
        </a:p>
      </dsp:txBody>
      <dsp:txXfrm>
        <a:off x="3233627" y="1535148"/>
        <a:ext cx="782079" cy="51079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5144</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5073</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5040</a:t>
          </a:r>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5019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4669</a:t>
          </a:r>
        </a:p>
      </dsp:txBody>
      <dsp:txXfrm>
        <a:off x="3233627" y="1535148"/>
        <a:ext cx="782079" cy="51079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5073</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5040</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4669</a:t>
          </a:r>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5019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5040</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4967</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4910</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4669</a:t>
          </a:r>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5019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5019</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4967</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4910</a:t>
          </a:r>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4669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4967</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4910</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4669</a:t>
          </a:r>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4910</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4669</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4910</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0" kern="1200" dirty="0"/>
            <a:t>4669</a:t>
          </a:r>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4669</a:t>
          </a:r>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5C5F2A-FA46-4C97-A3A2-08E42562315C}">
      <dsp:nvSpPr>
        <dsp:cNvPr id="0" name=""/>
        <dsp:cNvSpPr/>
      </dsp:nvSpPr>
      <dsp:spPr>
        <a:xfrm>
          <a:off x="3296"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5144</a:t>
          </a:r>
        </a:p>
      </dsp:txBody>
      <dsp:txXfrm>
        <a:off x="25237" y="177050"/>
        <a:ext cx="1204673" cy="705251"/>
      </dsp:txXfrm>
    </dsp:sp>
    <dsp:sp modelId="{F2DDBC2A-8584-45B9-8420-B5E06EACCA57}">
      <dsp:nvSpPr>
        <dsp:cNvPr id="0" name=""/>
        <dsp:cNvSpPr/>
      </dsp:nvSpPr>
      <dsp:spPr>
        <a:xfrm>
          <a:off x="1376707"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76707" y="436783"/>
        <a:ext cx="185285" cy="185785"/>
      </dsp:txXfrm>
    </dsp:sp>
    <dsp:sp modelId="{01DFBD5B-DE00-497D-89D4-F70968F72B6B}">
      <dsp:nvSpPr>
        <dsp:cNvPr id="0" name=""/>
        <dsp:cNvSpPr/>
      </dsp:nvSpPr>
      <dsp:spPr>
        <a:xfrm>
          <a:off x="1751274"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5073</a:t>
          </a:r>
        </a:p>
      </dsp:txBody>
      <dsp:txXfrm>
        <a:off x="1773215" y="177050"/>
        <a:ext cx="1204673" cy="705251"/>
      </dsp:txXfrm>
    </dsp:sp>
    <dsp:sp modelId="{948FCB51-2095-4FE6-BAEF-DC5A8BDED838}">
      <dsp:nvSpPr>
        <dsp:cNvPr id="0" name=""/>
        <dsp:cNvSpPr/>
      </dsp:nvSpPr>
      <dsp:spPr>
        <a:xfrm>
          <a:off x="3124685"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124685" y="436783"/>
        <a:ext cx="185285" cy="185785"/>
      </dsp:txXfrm>
    </dsp:sp>
    <dsp:sp modelId="{B84AF308-9955-4104-BA6F-F7BC94031000}">
      <dsp:nvSpPr>
        <dsp:cNvPr id="0" name=""/>
        <dsp:cNvSpPr/>
      </dsp:nvSpPr>
      <dsp:spPr>
        <a:xfrm>
          <a:off x="3499252"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5040</a:t>
          </a:r>
        </a:p>
      </dsp:txBody>
      <dsp:txXfrm>
        <a:off x="3521193" y="177050"/>
        <a:ext cx="1204673" cy="705251"/>
      </dsp:txXfrm>
    </dsp:sp>
    <dsp:sp modelId="{4EB2BF21-18AC-42C4-AF7D-93ECC487C9E5}">
      <dsp:nvSpPr>
        <dsp:cNvPr id="0" name=""/>
        <dsp:cNvSpPr/>
      </dsp:nvSpPr>
      <dsp:spPr>
        <a:xfrm>
          <a:off x="4872663"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872663" y="436783"/>
        <a:ext cx="185285" cy="185785"/>
      </dsp:txXfrm>
    </dsp:sp>
    <dsp:sp modelId="{5264C2A7-7823-4A25-83AC-AAFD0C10F9AF}">
      <dsp:nvSpPr>
        <dsp:cNvPr id="0" name=""/>
        <dsp:cNvSpPr/>
      </dsp:nvSpPr>
      <dsp:spPr>
        <a:xfrm>
          <a:off x="5247229"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5019</a:t>
          </a:r>
        </a:p>
      </dsp:txBody>
      <dsp:txXfrm>
        <a:off x="5269170" y="177050"/>
        <a:ext cx="1204673" cy="705251"/>
      </dsp:txXfrm>
    </dsp:sp>
    <dsp:sp modelId="{FE29D1E5-AF8D-44FD-80E3-6B7CDBF70CF8}">
      <dsp:nvSpPr>
        <dsp:cNvPr id="0" name=""/>
        <dsp:cNvSpPr/>
      </dsp:nvSpPr>
      <dsp:spPr>
        <a:xfrm>
          <a:off x="6620640"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620640" y="436783"/>
        <a:ext cx="185285" cy="185785"/>
      </dsp:txXfrm>
    </dsp:sp>
    <dsp:sp modelId="{06860B3E-4227-4166-AD5E-9CD1FD97F8E5}">
      <dsp:nvSpPr>
        <dsp:cNvPr id="0" name=""/>
        <dsp:cNvSpPr/>
      </dsp:nvSpPr>
      <dsp:spPr>
        <a:xfrm>
          <a:off x="6995207"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4967</a:t>
          </a:r>
        </a:p>
      </dsp:txBody>
      <dsp:txXfrm>
        <a:off x="7017148" y="177050"/>
        <a:ext cx="1204673" cy="705251"/>
      </dsp:txXfrm>
    </dsp:sp>
    <dsp:sp modelId="{5044BFF1-0E6B-44BA-AE8B-2FDDA6F93095}">
      <dsp:nvSpPr>
        <dsp:cNvPr id="0" name=""/>
        <dsp:cNvSpPr/>
      </dsp:nvSpPr>
      <dsp:spPr>
        <a:xfrm>
          <a:off x="8368618"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368618" y="436783"/>
        <a:ext cx="185285" cy="185785"/>
      </dsp:txXfrm>
    </dsp:sp>
    <dsp:sp modelId="{BEA50191-9853-40B9-A0F9-4795F92D8488}">
      <dsp:nvSpPr>
        <dsp:cNvPr id="0" name=""/>
        <dsp:cNvSpPr/>
      </dsp:nvSpPr>
      <dsp:spPr>
        <a:xfrm>
          <a:off x="8743184"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4910</a:t>
          </a:r>
        </a:p>
      </dsp:txBody>
      <dsp:txXfrm>
        <a:off x="8765125" y="177050"/>
        <a:ext cx="1204673" cy="705251"/>
      </dsp:txXfrm>
    </dsp:sp>
    <dsp:sp modelId="{C6F1B879-64CB-44C7-B223-025D784DEC12}">
      <dsp:nvSpPr>
        <dsp:cNvPr id="0" name=""/>
        <dsp:cNvSpPr/>
      </dsp:nvSpPr>
      <dsp:spPr>
        <a:xfrm>
          <a:off x="10116595" y="374855"/>
          <a:ext cx="264693" cy="309641"/>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0116595" y="436783"/>
        <a:ext cx="185285" cy="185785"/>
      </dsp:txXfrm>
    </dsp:sp>
    <dsp:sp modelId="{C4016862-022D-4CDF-BFC7-9FD1F11F3ECA}">
      <dsp:nvSpPr>
        <dsp:cNvPr id="0" name=""/>
        <dsp:cNvSpPr/>
      </dsp:nvSpPr>
      <dsp:spPr>
        <a:xfrm>
          <a:off x="10491162" y="155109"/>
          <a:ext cx="1248555" cy="74913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4669</a:t>
          </a:r>
        </a:p>
      </dsp:txBody>
      <dsp:txXfrm>
        <a:off x="10513103" y="177050"/>
        <a:ext cx="1204673" cy="705251"/>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1598-B8D7-406C-B736-3CF836DDD4DE}">
      <dsp:nvSpPr>
        <dsp:cNvPr id="0" name=""/>
        <dsp:cNvSpPr/>
      </dsp:nvSpPr>
      <dsp:spPr>
        <a:xfrm>
          <a:off x="1630706" y="50"/>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646597" y="15941"/>
        <a:ext cx="782079" cy="510792"/>
      </dsp:txXfrm>
    </dsp:sp>
    <dsp:sp modelId="{B24BB3AC-008B-4F67-9794-0D87BCBB43E5}">
      <dsp:nvSpPr>
        <dsp:cNvPr id="0" name=""/>
        <dsp:cNvSpPr/>
      </dsp:nvSpPr>
      <dsp:spPr>
        <a:xfrm>
          <a:off x="979618" y="542624"/>
          <a:ext cx="1058019" cy="217029"/>
        </a:xfrm>
        <a:custGeom>
          <a:avLst/>
          <a:gdLst/>
          <a:ahLst/>
          <a:cxnLst/>
          <a:rect l="0" t="0" r="0" b="0"/>
          <a:pathLst>
            <a:path>
              <a:moveTo>
                <a:pt x="1058019" y="0"/>
              </a:moveTo>
              <a:lnTo>
                <a:pt x="1058019" y="108514"/>
              </a:lnTo>
              <a:lnTo>
                <a:pt x="0" y="108514"/>
              </a:lnTo>
              <a:lnTo>
                <a:pt x="0"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9A013F-1438-47F4-8B27-D69502865401}">
      <dsp:nvSpPr>
        <dsp:cNvPr id="0" name=""/>
        <dsp:cNvSpPr/>
      </dsp:nvSpPr>
      <dsp:spPr>
        <a:xfrm>
          <a:off x="572687"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588578" y="775544"/>
        <a:ext cx="782079" cy="510792"/>
      </dsp:txXfrm>
    </dsp:sp>
    <dsp:sp modelId="{B0367589-497A-4875-951F-45EC0E1C7C32}">
      <dsp:nvSpPr>
        <dsp:cNvPr id="0" name=""/>
        <dsp:cNvSpPr/>
      </dsp:nvSpPr>
      <dsp:spPr>
        <a:xfrm>
          <a:off x="450608"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01D3B3-42E5-4952-8DCB-1CA0F3F2ABA5}">
      <dsp:nvSpPr>
        <dsp:cNvPr id="0" name=""/>
        <dsp:cNvSpPr/>
      </dsp:nvSpPr>
      <dsp:spPr>
        <a:xfrm>
          <a:off x="4367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59568" y="1535148"/>
        <a:ext cx="782079" cy="510792"/>
      </dsp:txXfrm>
    </dsp:sp>
    <dsp:sp modelId="{C64A9CA2-04C0-44B6-96B1-FCF1A63B439D}">
      <dsp:nvSpPr>
        <dsp:cNvPr id="0" name=""/>
        <dsp:cNvSpPr/>
      </dsp:nvSpPr>
      <dsp:spPr>
        <a:xfrm>
          <a:off x="979618"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78E7F0-832D-4A20-925F-020B3BF5C8B8}">
      <dsp:nvSpPr>
        <dsp:cNvPr id="0" name=""/>
        <dsp:cNvSpPr/>
      </dsp:nvSpPr>
      <dsp:spPr>
        <a:xfrm>
          <a:off x="1101697"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1117588" y="1535148"/>
        <a:ext cx="782079" cy="510792"/>
      </dsp:txXfrm>
    </dsp:sp>
    <dsp:sp modelId="{3C40A692-13D9-422B-B9FF-193B81CF340D}">
      <dsp:nvSpPr>
        <dsp:cNvPr id="0" name=""/>
        <dsp:cNvSpPr/>
      </dsp:nvSpPr>
      <dsp:spPr>
        <a:xfrm>
          <a:off x="2037637" y="542624"/>
          <a:ext cx="1058019" cy="217029"/>
        </a:xfrm>
        <a:custGeom>
          <a:avLst/>
          <a:gdLst/>
          <a:ahLst/>
          <a:cxnLst/>
          <a:rect l="0" t="0" r="0" b="0"/>
          <a:pathLst>
            <a:path>
              <a:moveTo>
                <a:pt x="0" y="0"/>
              </a:moveTo>
              <a:lnTo>
                <a:pt x="0" y="108514"/>
              </a:lnTo>
              <a:lnTo>
                <a:pt x="1058019" y="108514"/>
              </a:lnTo>
              <a:lnTo>
                <a:pt x="1058019" y="21702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8AEF2B-4191-4BFA-996A-379639767DFD}">
      <dsp:nvSpPr>
        <dsp:cNvPr id="0" name=""/>
        <dsp:cNvSpPr/>
      </dsp:nvSpPr>
      <dsp:spPr>
        <a:xfrm>
          <a:off x="2688726" y="759653"/>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704617" y="775544"/>
        <a:ext cx="782079" cy="510792"/>
      </dsp:txXfrm>
    </dsp:sp>
    <dsp:sp modelId="{69C3670A-1514-4A63-9A6E-6F43E7A9157D}">
      <dsp:nvSpPr>
        <dsp:cNvPr id="0" name=""/>
        <dsp:cNvSpPr/>
      </dsp:nvSpPr>
      <dsp:spPr>
        <a:xfrm>
          <a:off x="2566647" y="1302228"/>
          <a:ext cx="529009" cy="217029"/>
        </a:xfrm>
        <a:custGeom>
          <a:avLst/>
          <a:gdLst/>
          <a:ahLst/>
          <a:cxnLst/>
          <a:rect l="0" t="0" r="0" b="0"/>
          <a:pathLst>
            <a:path>
              <a:moveTo>
                <a:pt x="529009" y="0"/>
              </a:moveTo>
              <a:lnTo>
                <a:pt x="529009" y="108514"/>
              </a:lnTo>
              <a:lnTo>
                <a:pt x="0" y="108514"/>
              </a:lnTo>
              <a:lnTo>
                <a:pt x="0"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2EA27A-E629-4358-81A0-AE031994D5ED}">
      <dsp:nvSpPr>
        <dsp:cNvPr id="0" name=""/>
        <dsp:cNvSpPr/>
      </dsp:nvSpPr>
      <dsp:spPr>
        <a:xfrm>
          <a:off x="2159716" y="1519257"/>
          <a:ext cx="813861" cy="542574"/>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b="0" kern="1200" dirty="0"/>
        </a:p>
      </dsp:txBody>
      <dsp:txXfrm>
        <a:off x="2175607" y="1535148"/>
        <a:ext cx="782079" cy="510792"/>
      </dsp:txXfrm>
    </dsp:sp>
    <dsp:sp modelId="{5FF37B24-8B9C-4A73-8099-97320B73F4FA}">
      <dsp:nvSpPr>
        <dsp:cNvPr id="0" name=""/>
        <dsp:cNvSpPr/>
      </dsp:nvSpPr>
      <dsp:spPr>
        <a:xfrm>
          <a:off x="3095656" y="1302228"/>
          <a:ext cx="529009" cy="217029"/>
        </a:xfrm>
        <a:custGeom>
          <a:avLst/>
          <a:gdLst/>
          <a:ahLst/>
          <a:cxnLst/>
          <a:rect l="0" t="0" r="0" b="0"/>
          <a:pathLst>
            <a:path>
              <a:moveTo>
                <a:pt x="0" y="0"/>
              </a:moveTo>
              <a:lnTo>
                <a:pt x="0" y="108514"/>
              </a:lnTo>
              <a:lnTo>
                <a:pt x="529009" y="108514"/>
              </a:lnTo>
              <a:lnTo>
                <a:pt x="529009" y="21702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761A-DA6F-4BB7-AAA8-FA4B8CB0BC36}">
      <dsp:nvSpPr>
        <dsp:cNvPr id="0" name=""/>
        <dsp:cNvSpPr/>
      </dsp:nvSpPr>
      <dsp:spPr>
        <a:xfrm>
          <a:off x="3217736" y="1519257"/>
          <a:ext cx="813861" cy="54257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a:off x="3233627" y="1535148"/>
        <a:ext cx="782079" cy="51079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12A6FF-50ED-4943-BD25-29745F944682}">
      <dsp:nvSpPr>
        <dsp:cNvPr id="0" name=""/>
        <dsp:cNvSpPr/>
      </dsp:nvSpPr>
      <dsp:spPr>
        <a:xfrm>
          <a:off x="5446383" y="1486"/>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4946</a:t>
          </a:r>
        </a:p>
      </dsp:txBody>
      <dsp:txXfrm>
        <a:off x="5463525" y="18628"/>
        <a:ext cx="843632" cy="550993"/>
      </dsp:txXfrm>
    </dsp:sp>
    <dsp:sp modelId="{85AD3F35-1126-470A-9469-E756255D86C1}">
      <dsp:nvSpPr>
        <dsp:cNvPr id="0" name=""/>
        <dsp:cNvSpPr/>
      </dsp:nvSpPr>
      <dsp:spPr>
        <a:xfrm>
          <a:off x="3602760" y="586764"/>
          <a:ext cx="2282581" cy="234110"/>
        </a:xfrm>
        <a:custGeom>
          <a:avLst/>
          <a:gdLst/>
          <a:ahLst/>
          <a:cxnLst/>
          <a:rect l="0" t="0" r="0" b="0"/>
          <a:pathLst>
            <a:path>
              <a:moveTo>
                <a:pt x="2282581" y="0"/>
              </a:moveTo>
              <a:lnTo>
                <a:pt x="2282581" y="117055"/>
              </a:lnTo>
              <a:lnTo>
                <a:pt x="0" y="117055"/>
              </a:lnTo>
              <a:lnTo>
                <a:pt x="0" y="23411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BC88E-DD2F-418B-906A-C32A7BC5664A}">
      <dsp:nvSpPr>
        <dsp:cNvPr id="0" name=""/>
        <dsp:cNvSpPr/>
      </dsp:nvSpPr>
      <dsp:spPr>
        <a:xfrm>
          <a:off x="3163802" y="820875"/>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4967</a:t>
          </a:r>
          <a:endParaRPr lang="en-US" sz="2500" kern="1200" dirty="0"/>
        </a:p>
      </dsp:txBody>
      <dsp:txXfrm>
        <a:off x="3180944" y="838017"/>
        <a:ext cx="843632" cy="550993"/>
      </dsp:txXfrm>
    </dsp:sp>
    <dsp:sp modelId="{882FB6CA-1D4C-4BB9-A81F-C07F1667737F}">
      <dsp:nvSpPr>
        <dsp:cNvPr id="0" name=""/>
        <dsp:cNvSpPr/>
      </dsp:nvSpPr>
      <dsp:spPr>
        <a:xfrm>
          <a:off x="2461469" y="1406152"/>
          <a:ext cx="1141290" cy="234110"/>
        </a:xfrm>
        <a:custGeom>
          <a:avLst/>
          <a:gdLst/>
          <a:ahLst/>
          <a:cxnLst/>
          <a:rect l="0" t="0" r="0" b="0"/>
          <a:pathLst>
            <a:path>
              <a:moveTo>
                <a:pt x="1141290" y="0"/>
              </a:moveTo>
              <a:lnTo>
                <a:pt x="1141290"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6EAD9B-7712-49CC-9EBF-919CE3B44B5C}">
      <dsp:nvSpPr>
        <dsp:cNvPr id="0" name=""/>
        <dsp:cNvSpPr/>
      </dsp:nvSpPr>
      <dsp:spPr>
        <a:xfrm>
          <a:off x="2022511" y="1640263"/>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5051</a:t>
          </a:r>
          <a:endParaRPr lang="en-US" sz="2500" kern="1200" dirty="0"/>
        </a:p>
      </dsp:txBody>
      <dsp:txXfrm>
        <a:off x="2039653" y="1657405"/>
        <a:ext cx="843632" cy="550993"/>
      </dsp:txXfrm>
    </dsp:sp>
    <dsp:sp modelId="{9C8B359A-C43E-4B23-97F2-412865549F91}">
      <dsp:nvSpPr>
        <dsp:cNvPr id="0" name=""/>
        <dsp:cNvSpPr/>
      </dsp:nvSpPr>
      <dsp:spPr>
        <a:xfrm>
          <a:off x="1890824" y="2225540"/>
          <a:ext cx="570645" cy="234110"/>
        </a:xfrm>
        <a:custGeom>
          <a:avLst/>
          <a:gdLst/>
          <a:ahLst/>
          <a:cxnLst/>
          <a:rect l="0" t="0" r="0" b="0"/>
          <a:pathLst>
            <a:path>
              <a:moveTo>
                <a:pt x="570645" y="0"/>
              </a:moveTo>
              <a:lnTo>
                <a:pt x="570645"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A1422A-3F26-4296-A3CF-A0CEE0DB1565}">
      <dsp:nvSpPr>
        <dsp:cNvPr id="0" name=""/>
        <dsp:cNvSpPr/>
      </dsp:nvSpPr>
      <dsp:spPr>
        <a:xfrm>
          <a:off x="1451866"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4669</a:t>
          </a:r>
          <a:endParaRPr lang="en-US" sz="2500" kern="1200" dirty="0"/>
        </a:p>
      </dsp:txBody>
      <dsp:txXfrm>
        <a:off x="1469008" y="2476793"/>
        <a:ext cx="843632" cy="550993"/>
      </dsp:txXfrm>
    </dsp:sp>
    <dsp:sp modelId="{50F858D7-D24A-4C7F-AE6E-F57385040245}">
      <dsp:nvSpPr>
        <dsp:cNvPr id="0" name=""/>
        <dsp:cNvSpPr/>
      </dsp:nvSpPr>
      <dsp:spPr>
        <a:xfrm>
          <a:off x="2461469" y="2225540"/>
          <a:ext cx="570645" cy="234110"/>
        </a:xfrm>
        <a:custGeom>
          <a:avLst/>
          <a:gdLst/>
          <a:ahLst/>
          <a:cxnLst/>
          <a:rect l="0" t="0" r="0" b="0"/>
          <a:pathLst>
            <a:path>
              <a:moveTo>
                <a:pt x="0" y="0"/>
              </a:moveTo>
              <a:lnTo>
                <a:pt x="0" y="117055"/>
              </a:lnTo>
              <a:lnTo>
                <a:pt x="570645" y="117055"/>
              </a:lnTo>
              <a:lnTo>
                <a:pt x="570645"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CE2ED6-1A18-4F4E-AD4B-2836B32EF68F}">
      <dsp:nvSpPr>
        <dsp:cNvPr id="0" name=""/>
        <dsp:cNvSpPr/>
      </dsp:nvSpPr>
      <dsp:spPr>
        <a:xfrm>
          <a:off x="2593156"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5019</a:t>
          </a:r>
          <a:endParaRPr lang="en-US" sz="2500" kern="1200" dirty="0"/>
        </a:p>
      </dsp:txBody>
      <dsp:txXfrm>
        <a:off x="2610298" y="2476793"/>
        <a:ext cx="843632" cy="550993"/>
      </dsp:txXfrm>
    </dsp:sp>
    <dsp:sp modelId="{FEE6A337-062C-4616-BE73-10B3CF16CFCF}">
      <dsp:nvSpPr>
        <dsp:cNvPr id="0" name=""/>
        <dsp:cNvSpPr/>
      </dsp:nvSpPr>
      <dsp:spPr>
        <a:xfrm>
          <a:off x="3602760" y="1406152"/>
          <a:ext cx="1141290" cy="234110"/>
        </a:xfrm>
        <a:custGeom>
          <a:avLst/>
          <a:gdLst/>
          <a:ahLst/>
          <a:cxnLst/>
          <a:rect l="0" t="0" r="0" b="0"/>
          <a:pathLst>
            <a:path>
              <a:moveTo>
                <a:pt x="0" y="0"/>
              </a:moveTo>
              <a:lnTo>
                <a:pt x="0" y="117055"/>
              </a:lnTo>
              <a:lnTo>
                <a:pt x="1141290" y="117055"/>
              </a:lnTo>
              <a:lnTo>
                <a:pt x="114129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DE42C9-730D-4A50-9857-CE6440C6A62E}">
      <dsp:nvSpPr>
        <dsp:cNvPr id="0" name=""/>
        <dsp:cNvSpPr/>
      </dsp:nvSpPr>
      <dsp:spPr>
        <a:xfrm>
          <a:off x="4305093" y="1640263"/>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5073</a:t>
          </a:r>
          <a:endParaRPr lang="en-US" sz="2500" kern="1200" dirty="0"/>
        </a:p>
      </dsp:txBody>
      <dsp:txXfrm>
        <a:off x="4322235" y="1657405"/>
        <a:ext cx="843632" cy="550993"/>
      </dsp:txXfrm>
    </dsp:sp>
    <dsp:sp modelId="{4CDD4B7D-A44C-4FE0-8239-FCCA3A1D86DD}">
      <dsp:nvSpPr>
        <dsp:cNvPr id="0" name=""/>
        <dsp:cNvSpPr/>
      </dsp:nvSpPr>
      <dsp:spPr>
        <a:xfrm>
          <a:off x="4173405" y="2225540"/>
          <a:ext cx="570645" cy="234110"/>
        </a:xfrm>
        <a:custGeom>
          <a:avLst/>
          <a:gdLst/>
          <a:ahLst/>
          <a:cxnLst/>
          <a:rect l="0" t="0" r="0" b="0"/>
          <a:pathLst>
            <a:path>
              <a:moveTo>
                <a:pt x="570645" y="0"/>
              </a:moveTo>
              <a:lnTo>
                <a:pt x="570645"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8D3C98-638A-499A-BCFB-6428B6BC53D6}">
      <dsp:nvSpPr>
        <dsp:cNvPr id="0" name=""/>
        <dsp:cNvSpPr/>
      </dsp:nvSpPr>
      <dsp:spPr>
        <a:xfrm>
          <a:off x="3734447"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5187</a:t>
          </a:r>
          <a:endParaRPr lang="en-US" sz="2500" kern="1200" dirty="0"/>
        </a:p>
      </dsp:txBody>
      <dsp:txXfrm>
        <a:off x="3751589" y="2476793"/>
        <a:ext cx="843632" cy="550993"/>
      </dsp:txXfrm>
    </dsp:sp>
    <dsp:sp modelId="{22867D17-9F16-4D51-9A2B-9C36B6C51CCB}">
      <dsp:nvSpPr>
        <dsp:cNvPr id="0" name=""/>
        <dsp:cNvSpPr/>
      </dsp:nvSpPr>
      <dsp:spPr>
        <a:xfrm>
          <a:off x="4744051" y="2225540"/>
          <a:ext cx="570645" cy="234110"/>
        </a:xfrm>
        <a:custGeom>
          <a:avLst/>
          <a:gdLst/>
          <a:ahLst/>
          <a:cxnLst/>
          <a:rect l="0" t="0" r="0" b="0"/>
          <a:pathLst>
            <a:path>
              <a:moveTo>
                <a:pt x="0" y="0"/>
              </a:moveTo>
              <a:lnTo>
                <a:pt x="0" y="117055"/>
              </a:lnTo>
              <a:lnTo>
                <a:pt x="570645" y="117055"/>
              </a:lnTo>
              <a:lnTo>
                <a:pt x="570645"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FB48E2-8F67-4D73-8353-D910743F5C29}">
      <dsp:nvSpPr>
        <dsp:cNvPr id="0" name=""/>
        <dsp:cNvSpPr/>
      </dsp:nvSpPr>
      <dsp:spPr>
        <a:xfrm>
          <a:off x="4875738"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5144</a:t>
          </a:r>
          <a:endParaRPr lang="en-US" sz="2500" kern="1200" dirty="0"/>
        </a:p>
      </dsp:txBody>
      <dsp:txXfrm>
        <a:off x="4892880" y="2476793"/>
        <a:ext cx="843632" cy="550993"/>
      </dsp:txXfrm>
    </dsp:sp>
    <dsp:sp modelId="{9BB3DB38-48D9-4209-8EEB-E673CDD62668}">
      <dsp:nvSpPr>
        <dsp:cNvPr id="0" name=""/>
        <dsp:cNvSpPr/>
      </dsp:nvSpPr>
      <dsp:spPr>
        <a:xfrm>
          <a:off x="5885341" y="586764"/>
          <a:ext cx="2282581" cy="234110"/>
        </a:xfrm>
        <a:custGeom>
          <a:avLst/>
          <a:gdLst/>
          <a:ahLst/>
          <a:cxnLst/>
          <a:rect l="0" t="0" r="0" b="0"/>
          <a:pathLst>
            <a:path>
              <a:moveTo>
                <a:pt x="0" y="0"/>
              </a:moveTo>
              <a:lnTo>
                <a:pt x="0" y="117055"/>
              </a:lnTo>
              <a:lnTo>
                <a:pt x="2282581" y="117055"/>
              </a:lnTo>
              <a:lnTo>
                <a:pt x="2282581" y="23411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C842FC-71D0-4FEA-B11C-6BA31BCDA592}">
      <dsp:nvSpPr>
        <dsp:cNvPr id="0" name=""/>
        <dsp:cNvSpPr/>
      </dsp:nvSpPr>
      <dsp:spPr>
        <a:xfrm>
          <a:off x="7728965" y="820875"/>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5139</a:t>
          </a:r>
          <a:endParaRPr lang="en-US" sz="2500" kern="1200" dirty="0"/>
        </a:p>
      </dsp:txBody>
      <dsp:txXfrm>
        <a:off x="7746107" y="838017"/>
        <a:ext cx="843632" cy="550993"/>
      </dsp:txXfrm>
    </dsp:sp>
    <dsp:sp modelId="{FE7EB98C-E781-4A66-A074-9A09BF7D6AA0}">
      <dsp:nvSpPr>
        <dsp:cNvPr id="0" name=""/>
        <dsp:cNvSpPr/>
      </dsp:nvSpPr>
      <dsp:spPr>
        <a:xfrm>
          <a:off x="7026632" y="1406152"/>
          <a:ext cx="1141290" cy="234110"/>
        </a:xfrm>
        <a:custGeom>
          <a:avLst/>
          <a:gdLst/>
          <a:ahLst/>
          <a:cxnLst/>
          <a:rect l="0" t="0" r="0" b="0"/>
          <a:pathLst>
            <a:path>
              <a:moveTo>
                <a:pt x="1141290" y="0"/>
              </a:moveTo>
              <a:lnTo>
                <a:pt x="1141290"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7B8A60-42E5-47B3-AEDD-3CF388DCB1C4}">
      <dsp:nvSpPr>
        <dsp:cNvPr id="0" name=""/>
        <dsp:cNvSpPr/>
      </dsp:nvSpPr>
      <dsp:spPr>
        <a:xfrm>
          <a:off x="6587674" y="1640263"/>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3826</a:t>
          </a:r>
          <a:endParaRPr lang="en-US" sz="2500" kern="1200" dirty="0"/>
        </a:p>
      </dsp:txBody>
      <dsp:txXfrm>
        <a:off x="6604816" y="1657405"/>
        <a:ext cx="843632" cy="550993"/>
      </dsp:txXfrm>
    </dsp:sp>
    <dsp:sp modelId="{932FEF74-64B9-41D2-8781-70A2334B4E22}">
      <dsp:nvSpPr>
        <dsp:cNvPr id="0" name=""/>
        <dsp:cNvSpPr/>
      </dsp:nvSpPr>
      <dsp:spPr>
        <a:xfrm>
          <a:off x="6455987" y="2225540"/>
          <a:ext cx="570645" cy="234110"/>
        </a:xfrm>
        <a:custGeom>
          <a:avLst/>
          <a:gdLst/>
          <a:ahLst/>
          <a:cxnLst/>
          <a:rect l="0" t="0" r="0" b="0"/>
          <a:pathLst>
            <a:path>
              <a:moveTo>
                <a:pt x="570645" y="0"/>
              </a:moveTo>
              <a:lnTo>
                <a:pt x="570645"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C422F6-D243-4AF9-A204-801F6716882C}">
      <dsp:nvSpPr>
        <dsp:cNvPr id="0" name=""/>
        <dsp:cNvSpPr/>
      </dsp:nvSpPr>
      <dsp:spPr>
        <a:xfrm>
          <a:off x="6017029"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4901</a:t>
          </a:r>
          <a:endParaRPr lang="en-US" sz="2500" kern="1200" dirty="0"/>
        </a:p>
      </dsp:txBody>
      <dsp:txXfrm>
        <a:off x="6034171" y="2476793"/>
        <a:ext cx="843632" cy="550993"/>
      </dsp:txXfrm>
    </dsp:sp>
    <dsp:sp modelId="{20BA316B-127E-46E7-A965-8155B2B8F86A}">
      <dsp:nvSpPr>
        <dsp:cNvPr id="0" name=""/>
        <dsp:cNvSpPr/>
      </dsp:nvSpPr>
      <dsp:spPr>
        <a:xfrm>
          <a:off x="7026632" y="2225540"/>
          <a:ext cx="570645" cy="234110"/>
        </a:xfrm>
        <a:custGeom>
          <a:avLst/>
          <a:gdLst/>
          <a:ahLst/>
          <a:cxnLst/>
          <a:rect l="0" t="0" r="0" b="0"/>
          <a:pathLst>
            <a:path>
              <a:moveTo>
                <a:pt x="0" y="0"/>
              </a:moveTo>
              <a:lnTo>
                <a:pt x="0" y="117055"/>
              </a:lnTo>
              <a:lnTo>
                <a:pt x="570645" y="117055"/>
              </a:lnTo>
              <a:lnTo>
                <a:pt x="570645"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B3210A-54B7-4DA6-AD03-D5C0167FCF23}">
      <dsp:nvSpPr>
        <dsp:cNvPr id="0" name=""/>
        <dsp:cNvSpPr/>
      </dsp:nvSpPr>
      <dsp:spPr>
        <a:xfrm>
          <a:off x="7158320"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4910</a:t>
          </a:r>
          <a:endParaRPr lang="en-US" sz="2500" kern="1200" dirty="0"/>
        </a:p>
      </dsp:txBody>
      <dsp:txXfrm>
        <a:off x="7175462" y="2476793"/>
        <a:ext cx="843632" cy="550993"/>
      </dsp:txXfrm>
    </dsp:sp>
    <dsp:sp modelId="{52FCE529-CE2F-4707-BB04-A866CA9D394E}">
      <dsp:nvSpPr>
        <dsp:cNvPr id="0" name=""/>
        <dsp:cNvSpPr/>
      </dsp:nvSpPr>
      <dsp:spPr>
        <a:xfrm>
          <a:off x="8167923" y="1406152"/>
          <a:ext cx="1141290" cy="234110"/>
        </a:xfrm>
        <a:custGeom>
          <a:avLst/>
          <a:gdLst/>
          <a:ahLst/>
          <a:cxnLst/>
          <a:rect l="0" t="0" r="0" b="0"/>
          <a:pathLst>
            <a:path>
              <a:moveTo>
                <a:pt x="0" y="0"/>
              </a:moveTo>
              <a:lnTo>
                <a:pt x="0" y="117055"/>
              </a:lnTo>
              <a:lnTo>
                <a:pt x="1141290" y="117055"/>
              </a:lnTo>
              <a:lnTo>
                <a:pt x="114129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DBA057-5B3C-423D-A5AB-561006FBDA7E}">
      <dsp:nvSpPr>
        <dsp:cNvPr id="0" name=""/>
        <dsp:cNvSpPr/>
      </dsp:nvSpPr>
      <dsp:spPr>
        <a:xfrm>
          <a:off x="8870256" y="1640263"/>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4930</a:t>
          </a:r>
          <a:endParaRPr lang="en-US" sz="2500" kern="1200" dirty="0"/>
        </a:p>
      </dsp:txBody>
      <dsp:txXfrm>
        <a:off x="8887398" y="1657405"/>
        <a:ext cx="843632" cy="550993"/>
      </dsp:txXfrm>
    </dsp:sp>
    <dsp:sp modelId="{E7C0E10F-F863-446A-A89C-01AB20C00D02}">
      <dsp:nvSpPr>
        <dsp:cNvPr id="0" name=""/>
        <dsp:cNvSpPr/>
      </dsp:nvSpPr>
      <dsp:spPr>
        <a:xfrm>
          <a:off x="8738569" y="2225540"/>
          <a:ext cx="570645" cy="234110"/>
        </a:xfrm>
        <a:custGeom>
          <a:avLst/>
          <a:gdLst/>
          <a:ahLst/>
          <a:cxnLst/>
          <a:rect l="0" t="0" r="0" b="0"/>
          <a:pathLst>
            <a:path>
              <a:moveTo>
                <a:pt x="570645" y="0"/>
              </a:moveTo>
              <a:lnTo>
                <a:pt x="570645" y="117055"/>
              </a:lnTo>
              <a:lnTo>
                <a:pt x="0" y="117055"/>
              </a:lnTo>
              <a:lnTo>
                <a:pt x="0"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B3A8DC-F325-406F-9E10-6CF71D8182EF}">
      <dsp:nvSpPr>
        <dsp:cNvPr id="0" name=""/>
        <dsp:cNvSpPr/>
      </dsp:nvSpPr>
      <dsp:spPr>
        <a:xfrm>
          <a:off x="8299611"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1864</a:t>
          </a:r>
          <a:endParaRPr lang="en-US" sz="2500" kern="1200" dirty="0"/>
        </a:p>
      </dsp:txBody>
      <dsp:txXfrm>
        <a:off x="8316753" y="2476793"/>
        <a:ext cx="843632" cy="550993"/>
      </dsp:txXfrm>
    </dsp:sp>
    <dsp:sp modelId="{F7FD1DC4-CB22-40EE-B29D-867975FCE670}">
      <dsp:nvSpPr>
        <dsp:cNvPr id="0" name=""/>
        <dsp:cNvSpPr/>
      </dsp:nvSpPr>
      <dsp:spPr>
        <a:xfrm>
          <a:off x="9309214" y="2225540"/>
          <a:ext cx="570645" cy="234110"/>
        </a:xfrm>
        <a:custGeom>
          <a:avLst/>
          <a:gdLst/>
          <a:ahLst/>
          <a:cxnLst/>
          <a:rect l="0" t="0" r="0" b="0"/>
          <a:pathLst>
            <a:path>
              <a:moveTo>
                <a:pt x="0" y="0"/>
              </a:moveTo>
              <a:lnTo>
                <a:pt x="0" y="117055"/>
              </a:lnTo>
              <a:lnTo>
                <a:pt x="570645" y="117055"/>
              </a:lnTo>
              <a:lnTo>
                <a:pt x="570645" y="23411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B6F9EB-D8D6-4A48-B2A7-606511803449}">
      <dsp:nvSpPr>
        <dsp:cNvPr id="0" name=""/>
        <dsp:cNvSpPr/>
      </dsp:nvSpPr>
      <dsp:spPr>
        <a:xfrm>
          <a:off x="9440901" y="2459651"/>
          <a:ext cx="877916" cy="58527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b="0" i="0" u="none" kern="1200" dirty="0"/>
            <a:t>3045</a:t>
          </a:r>
          <a:endParaRPr lang="en-US" sz="2500" kern="1200" dirty="0"/>
        </a:p>
      </dsp:txBody>
      <dsp:txXfrm>
        <a:off x="9458043" y="2476793"/>
        <a:ext cx="843632" cy="55099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9.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8/30/2023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87269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798046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243679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delete operation, the last element is chosen to be moved to maintain completeness property.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462936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816406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642126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4095846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Focus on the 6</a:t>
            </a:r>
            <a:r>
              <a:rPr lang="en-US" baseline="30000" dirty="0"/>
              <a:t>th</a:t>
            </a:r>
            <a:r>
              <a:rPr lang="en-US" dirty="0"/>
              <a:t> delete operation. The value 4669 was moved towards left because it followed the algorithm. This is very important to note.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168720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3768972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733216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007400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2250736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31917968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91721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555082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664567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3159502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3175609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2792301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can have any hash function. For example, a hash function for SID could be </a:t>
                </a:r>
                <a14:m>
                  <m:oMath xmlns:m="http://schemas.openxmlformats.org/officeDocument/2006/math">
                    <m:r>
                      <a:rPr lang="en-US" i="1" dirty="0" smtClean="0">
                        <a:latin typeface="Cambria Math" panose="02040503050406030204" pitchFamily="18" charset="0"/>
                      </a:rPr>
                      <m:t>𝐴𝐵𝑆</m:t>
                    </m:r>
                    <m:r>
                      <a:rPr lang="en-US" i="1" dirty="0" smtClean="0">
                        <a:latin typeface="Cambria Math" panose="02040503050406030204" pitchFamily="18" charset="0"/>
                      </a:rPr>
                      <m:t>(50000 – </m:t>
                    </m:r>
                    <m:r>
                      <a:rPr lang="en-US" i="1" dirty="0" smtClean="0">
                        <a:latin typeface="Cambria Math" panose="02040503050406030204" pitchFamily="18" charset="0"/>
                      </a:rPr>
                      <m:t>𝑆𝐼𝐷</m:t>
                    </m:r>
                    <m:r>
                      <a:rPr lang="en-US" i="1" dirty="0" smtClean="0">
                        <a:latin typeface="Cambria Math" panose="02040503050406030204" pitchFamily="18" charset="0"/>
                      </a:rPr>
                      <m:t>) % 50</m:t>
                    </m:r>
                  </m:oMath>
                </a14:m>
                <a:endParaRPr lang="en-US" dirty="0"/>
              </a:p>
            </p:txBody>
          </p:sp>
        </mc:Choice>
        <mc:Fallback xmlns="">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We can have any hash function. For example, a hash function for SID could be </a:t>
                </a:r>
                <a:r>
                  <a:rPr lang="en-US" i="0" dirty="0">
                    <a:latin typeface="Cambria Math" panose="02040503050406030204" pitchFamily="18" charset="0"/>
                  </a:rPr>
                  <a:t>𝐴𝐵𝑆(50000 – 𝑆𝐼𝐷) % 50</a:t>
                </a:r>
                <a:endParaRPr lang="en-US" dirty="0"/>
              </a:p>
            </p:txBody>
          </p:sp>
        </mc:Fallback>
      </mc:AlternateContent>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22298136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3251782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2818597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238980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946453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849452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1537646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18" Type="http://schemas.openxmlformats.org/officeDocument/2006/relationships/diagramData" Target="../diagrams/data6.xml"/><Relationship Id="rId3" Type="http://schemas.openxmlformats.org/officeDocument/2006/relationships/diagramData" Target="../diagrams/data3.xml"/><Relationship Id="rId21" Type="http://schemas.openxmlformats.org/officeDocument/2006/relationships/diagramColors" Target="../diagrams/colors6.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4.xml"/><Relationship Id="rId16" Type="http://schemas.openxmlformats.org/officeDocument/2006/relationships/diagramColors" Target="../diagrams/colors5.xml"/><Relationship Id="rId20" Type="http://schemas.openxmlformats.org/officeDocument/2006/relationships/diagramQuickStyle" Target="../diagrams/quickStyle6.xml"/><Relationship Id="rId1" Type="http://schemas.openxmlformats.org/officeDocument/2006/relationships/slideLayout" Target="../slideLayouts/slideLayout1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19" Type="http://schemas.openxmlformats.org/officeDocument/2006/relationships/diagramLayout" Target="../diagrams/layout6.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 Id="rId22" Type="http://schemas.microsoft.com/office/2007/relationships/diagramDrawing" Target="../diagrams/drawing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diagramData" Target="../diagrams/data9.xml"/><Relationship Id="rId18" Type="http://schemas.openxmlformats.org/officeDocument/2006/relationships/diagramData" Target="../diagrams/data10.xml"/><Relationship Id="rId3" Type="http://schemas.openxmlformats.org/officeDocument/2006/relationships/diagramData" Target="../diagrams/data7.xml"/><Relationship Id="rId21" Type="http://schemas.openxmlformats.org/officeDocument/2006/relationships/diagramColors" Target="../diagrams/colors10.xml"/><Relationship Id="rId7" Type="http://schemas.microsoft.com/office/2007/relationships/diagramDrawing" Target="../diagrams/drawing7.xml"/><Relationship Id="rId12" Type="http://schemas.microsoft.com/office/2007/relationships/diagramDrawing" Target="../diagrams/drawing8.xml"/><Relationship Id="rId17" Type="http://schemas.microsoft.com/office/2007/relationships/diagramDrawing" Target="../diagrams/drawing9.xml"/><Relationship Id="rId2" Type="http://schemas.openxmlformats.org/officeDocument/2006/relationships/notesSlide" Target="../notesSlides/notesSlide6.xml"/><Relationship Id="rId16" Type="http://schemas.openxmlformats.org/officeDocument/2006/relationships/diagramColors" Target="../diagrams/colors9.xml"/><Relationship Id="rId20" Type="http://schemas.openxmlformats.org/officeDocument/2006/relationships/diagramQuickStyle" Target="../diagrams/quickStyle10.xml"/><Relationship Id="rId1" Type="http://schemas.openxmlformats.org/officeDocument/2006/relationships/slideLayout" Target="../slideLayouts/slideLayout1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diagramQuickStyle" Target="../diagrams/quickStyle9.xml"/><Relationship Id="rId10" Type="http://schemas.openxmlformats.org/officeDocument/2006/relationships/diagramQuickStyle" Target="../diagrams/quickStyle8.xml"/><Relationship Id="rId19" Type="http://schemas.openxmlformats.org/officeDocument/2006/relationships/diagramLayout" Target="../diagrams/layout10.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diagramLayout" Target="../diagrams/layout9.xml"/><Relationship Id="rId22" Type="http://schemas.microsoft.com/office/2007/relationships/diagramDrawing" Target="../diagrams/drawing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2.xml"/><Relationship Id="rId13" Type="http://schemas.openxmlformats.org/officeDocument/2006/relationships/diagramData" Target="../diagrams/data13.xml"/><Relationship Id="rId18" Type="http://schemas.openxmlformats.org/officeDocument/2006/relationships/diagramData" Target="../diagrams/data14.xml"/><Relationship Id="rId26" Type="http://schemas.openxmlformats.org/officeDocument/2006/relationships/diagramColors" Target="../diagrams/colors15.xml"/><Relationship Id="rId3" Type="http://schemas.openxmlformats.org/officeDocument/2006/relationships/diagramData" Target="../diagrams/data11.xml"/><Relationship Id="rId21" Type="http://schemas.openxmlformats.org/officeDocument/2006/relationships/diagramColors" Target="../diagrams/colors14.xml"/><Relationship Id="rId7" Type="http://schemas.microsoft.com/office/2007/relationships/diagramDrawing" Target="../diagrams/drawing11.xml"/><Relationship Id="rId12" Type="http://schemas.microsoft.com/office/2007/relationships/diagramDrawing" Target="../diagrams/drawing12.xml"/><Relationship Id="rId17" Type="http://schemas.microsoft.com/office/2007/relationships/diagramDrawing" Target="../diagrams/drawing13.xml"/><Relationship Id="rId25" Type="http://schemas.openxmlformats.org/officeDocument/2006/relationships/diagramQuickStyle" Target="../diagrams/quickStyle15.xml"/><Relationship Id="rId2" Type="http://schemas.openxmlformats.org/officeDocument/2006/relationships/notesSlide" Target="../notesSlides/notesSlide8.xml"/><Relationship Id="rId16" Type="http://schemas.openxmlformats.org/officeDocument/2006/relationships/diagramColors" Target="../diagrams/colors13.xml"/><Relationship Id="rId20" Type="http://schemas.openxmlformats.org/officeDocument/2006/relationships/diagramQuickStyle" Target="../diagrams/quickStyle14.xml"/><Relationship Id="rId29" Type="http://schemas.openxmlformats.org/officeDocument/2006/relationships/diagramLayout" Target="../diagrams/layout16.xml"/><Relationship Id="rId1" Type="http://schemas.openxmlformats.org/officeDocument/2006/relationships/slideLayout" Target="../slideLayouts/slideLayout12.xml"/><Relationship Id="rId6" Type="http://schemas.openxmlformats.org/officeDocument/2006/relationships/diagramColors" Target="../diagrams/colors11.xml"/><Relationship Id="rId11" Type="http://schemas.openxmlformats.org/officeDocument/2006/relationships/diagramColors" Target="../diagrams/colors12.xml"/><Relationship Id="rId24" Type="http://schemas.openxmlformats.org/officeDocument/2006/relationships/diagramLayout" Target="../diagrams/layout15.xml"/><Relationship Id="rId32" Type="http://schemas.microsoft.com/office/2007/relationships/diagramDrawing" Target="../diagrams/drawing16.xml"/><Relationship Id="rId5" Type="http://schemas.openxmlformats.org/officeDocument/2006/relationships/diagramQuickStyle" Target="../diagrams/quickStyle11.xml"/><Relationship Id="rId15" Type="http://schemas.openxmlformats.org/officeDocument/2006/relationships/diagramQuickStyle" Target="../diagrams/quickStyle13.xml"/><Relationship Id="rId23" Type="http://schemas.openxmlformats.org/officeDocument/2006/relationships/diagramData" Target="../diagrams/data15.xml"/><Relationship Id="rId28" Type="http://schemas.openxmlformats.org/officeDocument/2006/relationships/diagramData" Target="../diagrams/data16.xml"/><Relationship Id="rId10" Type="http://schemas.openxmlformats.org/officeDocument/2006/relationships/diagramQuickStyle" Target="../diagrams/quickStyle12.xml"/><Relationship Id="rId19" Type="http://schemas.openxmlformats.org/officeDocument/2006/relationships/diagramLayout" Target="../diagrams/layout14.xml"/><Relationship Id="rId31" Type="http://schemas.openxmlformats.org/officeDocument/2006/relationships/diagramColors" Target="../diagrams/colors16.xml"/><Relationship Id="rId4" Type="http://schemas.openxmlformats.org/officeDocument/2006/relationships/diagramLayout" Target="../diagrams/layout11.xml"/><Relationship Id="rId9" Type="http://schemas.openxmlformats.org/officeDocument/2006/relationships/diagramLayout" Target="../diagrams/layout12.xml"/><Relationship Id="rId14" Type="http://schemas.openxmlformats.org/officeDocument/2006/relationships/diagramLayout" Target="../diagrams/layout13.xml"/><Relationship Id="rId22" Type="http://schemas.microsoft.com/office/2007/relationships/diagramDrawing" Target="../diagrams/drawing14.xml"/><Relationship Id="rId27" Type="http://schemas.microsoft.com/office/2007/relationships/diagramDrawing" Target="../diagrams/drawing15.xml"/><Relationship Id="rId30" Type="http://schemas.openxmlformats.org/officeDocument/2006/relationships/diagramQuickStyle" Target="../diagrams/quickStyle16.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18" Type="http://schemas.openxmlformats.org/officeDocument/2006/relationships/diagramData" Target="../diagrams/data20.xml"/><Relationship Id="rId26" Type="http://schemas.openxmlformats.org/officeDocument/2006/relationships/diagramColors" Target="../diagrams/colors21.xml"/><Relationship Id="rId3" Type="http://schemas.openxmlformats.org/officeDocument/2006/relationships/diagramData" Target="../diagrams/data17.xml"/><Relationship Id="rId21" Type="http://schemas.openxmlformats.org/officeDocument/2006/relationships/diagramColors" Target="../diagrams/colors20.xml"/><Relationship Id="rId7" Type="http://schemas.microsoft.com/office/2007/relationships/diagramDrawing" Target="../diagrams/drawing17.xml"/><Relationship Id="rId12" Type="http://schemas.microsoft.com/office/2007/relationships/diagramDrawing" Target="../diagrams/drawing18.xml"/><Relationship Id="rId17" Type="http://schemas.microsoft.com/office/2007/relationships/diagramDrawing" Target="../diagrams/drawing19.xml"/><Relationship Id="rId25" Type="http://schemas.openxmlformats.org/officeDocument/2006/relationships/diagramQuickStyle" Target="../diagrams/quickStyle21.xml"/><Relationship Id="rId2" Type="http://schemas.openxmlformats.org/officeDocument/2006/relationships/notesSlide" Target="../notesSlides/notesSlide9.xml"/><Relationship Id="rId16" Type="http://schemas.openxmlformats.org/officeDocument/2006/relationships/diagramColors" Target="../diagrams/colors19.xml"/><Relationship Id="rId20" Type="http://schemas.openxmlformats.org/officeDocument/2006/relationships/diagramQuickStyle" Target="../diagrams/quickStyle20.xml"/><Relationship Id="rId29" Type="http://schemas.openxmlformats.org/officeDocument/2006/relationships/diagramLayout" Target="../diagrams/layout22.xml"/><Relationship Id="rId1" Type="http://schemas.openxmlformats.org/officeDocument/2006/relationships/slideLayout" Target="../slideLayouts/slideLayout12.xml"/><Relationship Id="rId6" Type="http://schemas.openxmlformats.org/officeDocument/2006/relationships/diagramColors" Target="../diagrams/colors17.xml"/><Relationship Id="rId11" Type="http://schemas.openxmlformats.org/officeDocument/2006/relationships/diagramColors" Target="../diagrams/colors18.xml"/><Relationship Id="rId24" Type="http://schemas.openxmlformats.org/officeDocument/2006/relationships/diagramLayout" Target="../diagrams/layout21.xml"/><Relationship Id="rId32" Type="http://schemas.microsoft.com/office/2007/relationships/diagramDrawing" Target="../diagrams/drawing22.xml"/><Relationship Id="rId5" Type="http://schemas.openxmlformats.org/officeDocument/2006/relationships/diagramQuickStyle" Target="../diagrams/quickStyle17.xml"/><Relationship Id="rId15" Type="http://schemas.openxmlformats.org/officeDocument/2006/relationships/diagramQuickStyle" Target="../diagrams/quickStyle19.xml"/><Relationship Id="rId23" Type="http://schemas.openxmlformats.org/officeDocument/2006/relationships/diagramData" Target="../diagrams/data21.xml"/><Relationship Id="rId28" Type="http://schemas.openxmlformats.org/officeDocument/2006/relationships/diagramData" Target="../diagrams/data22.xml"/><Relationship Id="rId10" Type="http://schemas.openxmlformats.org/officeDocument/2006/relationships/diagramQuickStyle" Target="../diagrams/quickStyle18.xml"/><Relationship Id="rId19" Type="http://schemas.openxmlformats.org/officeDocument/2006/relationships/diagramLayout" Target="../diagrams/layout20.xml"/><Relationship Id="rId31" Type="http://schemas.openxmlformats.org/officeDocument/2006/relationships/diagramColors" Target="../diagrams/colors22.xml"/><Relationship Id="rId4" Type="http://schemas.openxmlformats.org/officeDocument/2006/relationships/diagramLayout" Target="../diagrams/layout17.xml"/><Relationship Id="rId9" Type="http://schemas.openxmlformats.org/officeDocument/2006/relationships/diagramLayout" Target="../diagrams/layout18.xml"/><Relationship Id="rId14" Type="http://schemas.openxmlformats.org/officeDocument/2006/relationships/diagramLayout" Target="../diagrams/layout19.xml"/><Relationship Id="rId22" Type="http://schemas.microsoft.com/office/2007/relationships/diagramDrawing" Target="../diagrams/drawing20.xml"/><Relationship Id="rId27" Type="http://schemas.microsoft.com/office/2007/relationships/diagramDrawing" Target="../diagrams/drawing21.xml"/><Relationship Id="rId30" Type="http://schemas.openxmlformats.org/officeDocument/2006/relationships/diagramQuickStyle" Target="../diagrams/quickStyle22.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24.xml"/><Relationship Id="rId13" Type="http://schemas.openxmlformats.org/officeDocument/2006/relationships/diagramData" Target="../diagrams/data25.xml"/><Relationship Id="rId18" Type="http://schemas.openxmlformats.org/officeDocument/2006/relationships/diagramData" Target="../diagrams/data26.xml"/><Relationship Id="rId3" Type="http://schemas.openxmlformats.org/officeDocument/2006/relationships/diagramData" Target="../diagrams/data23.xml"/><Relationship Id="rId21" Type="http://schemas.openxmlformats.org/officeDocument/2006/relationships/diagramColors" Target="../diagrams/colors26.xml"/><Relationship Id="rId7" Type="http://schemas.microsoft.com/office/2007/relationships/diagramDrawing" Target="../diagrams/drawing23.xml"/><Relationship Id="rId12" Type="http://schemas.microsoft.com/office/2007/relationships/diagramDrawing" Target="../diagrams/drawing24.xml"/><Relationship Id="rId17" Type="http://schemas.microsoft.com/office/2007/relationships/diagramDrawing" Target="../diagrams/drawing25.xml"/><Relationship Id="rId2" Type="http://schemas.openxmlformats.org/officeDocument/2006/relationships/notesSlide" Target="../notesSlides/notesSlide10.xml"/><Relationship Id="rId16" Type="http://schemas.openxmlformats.org/officeDocument/2006/relationships/diagramColors" Target="../diagrams/colors25.xml"/><Relationship Id="rId20" Type="http://schemas.openxmlformats.org/officeDocument/2006/relationships/diagramQuickStyle" Target="../diagrams/quickStyle26.xml"/><Relationship Id="rId1" Type="http://schemas.openxmlformats.org/officeDocument/2006/relationships/slideLayout" Target="../slideLayouts/slideLayout12.xml"/><Relationship Id="rId6" Type="http://schemas.openxmlformats.org/officeDocument/2006/relationships/diagramColors" Target="../diagrams/colors23.xml"/><Relationship Id="rId11" Type="http://schemas.openxmlformats.org/officeDocument/2006/relationships/diagramColors" Target="../diagrams/colors24.xml"/><Relationship Id="rId5" Type="http://schemas.openxmlformats.org/officeDocument/2006/relationships/diagramQuickStyle" Target="../diagrams/quickStyle23.xml"/><Relationship Id="rId15" Type="http://schemas.openxmlformats.org/officeDocument/2006/relationships/diagramQuickStyle" Target="../diagrams/quickStyle25.xml"/><Relationship Id="rId10" Type="http://schemas.openxmlformats.org/officeDocument/2006/relationships/diagramQuickStyle" Target="../diagrams/quickStyle24.xml"/><Relationship Id="rId19" Type="http://schemas.openxmlformats.org/officeDocument/2006/relationships/diagramLayout" Target="../diagrams/layout26.xml"/><Relationship Id="rId4" Type="http://schemas.openxmlformats.org/officeDocument/2006/relationships/diagramLayout" Target="../diagrams/layout23.xml"/><Relationship Id="rId9" Type="http://schemas.openxmlformats.org/officeDocument/2006/relationships/diagramLayout" Target="../diagrams/layout24.xml"/><Relationship Id="rId14" Type="http://schemas.openxmlformats.org/officeDocument/2006/relationships/diagramLayout" Target="../diagrams/layout25.xml"/><Relationship Id="rId22" Type="http://schemas.microsoft.com/office/2007/relationships/diagramDrawing" Target="../diagrams/drawing2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microsoft.com/office/2007/relationships/diagramDrawing" Target="../diagrams/drawing27.xml"/><Relationship Id="rId3" Type="http://schemas.openxmlformats.org/officeDocument/2006/relationships/hyperlink" Target="https://www.youtube.com/@abdul_bari" TargetMode="External"/><Relationship Id="rId7" Type="http://schemas.openxmlformats.org/officeDocument/2006/relationships/diagramColors" Target="../diagrams/colors27.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diagramQuickStyle" Target="../diagrams/quickStyle27.xml"/><Relationship Id="rId5" Type="http://schemas.openxmlformats.org/officeDocument/2006/relationships/diagramLayout" Target="../diagrams/layout27.xml"/><Relationship Id="rId4" Type="http://schemas.openxmlformats.org/officeDocument/2006/relationships/diagramData" Target="../diagrams/data2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hdphoto" Target="../media/hdphoto1.wdp"/><Relationship Id="rId7" Type="http://schemas.openxmlformats.org/officeDocument/2006/relationships/image" Target="../media/image23.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Binary Heap</a:t>
            </a:r>
          </a:p>
          <a:p>
            <a:r>
              <a:rPr lang="en-US" dirty="0"/>
              <a:t>Heap Sort</a:t>
            </a:r>
          </a:p>
          <a:p>
            <a:r>
              <a:rPr lang="en-US" dirty="0"/>
              <a:t>Heapify</a:t>
            </a:r>
          </a:p>
          <a:p>
            <a:r>
              <a:rPr lang="en-US" dirty="0"/>
              <a:t>Priority Queues</a:t>
            </a:r>
          </a:p>
          <a:p>
            <a:r>
              <a:rPr lang="en-US" dirty="0"/>
              <a:t>Hashing</a:t>
            </a:r>
          </a:p>
          <a:p>
            <a:r>
              <a:rPr lang="en-US" dirty="0"/>
              <a:t>Handling Collisions</a:t>
            </a:r>
          </a:p>
          <a:p>
            <a:r>
              <a:rPr lang="en-US" dirty="0"/>
              <a:t>Hash Table</a:t>
            </a:r>
          </a:p>
          <a:p>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Binary Heap is a Binary Tree which is:</a:t>
            </a:r>
          </a:p>
          <a:p>
            <a:pPr marL="971550" lvl="1" indent="-514350">
              <a:lnSpc>
                <a:spcPct val="120000"/>
              </a:lnSpc>
              <a:buFont typeface="+mj-lt"/>
              <a:buAutoNum type="arabicPeriod"/>
            </a:pPr>
            <a:r>
              <a:rPr lang="en-US" sz="3000" dirty="0"/>
              <a:t>ALWAYS complete.</a:t>
            </a:r>
          </a:p>
          <a:p>
            <a:pPr marL="971550" lvl="1" indent="-514350">
              <a:lnSpc>
                <a:spcPct val="120000"/>
              </a:lnSpc>
              <a:buFont typeface="+mj-lt"/>
              <a:buAutoNum type="arabicPeriod"/>
            </a:pPr>
            <a:r>
              <a:rPr lang="en-US" sz="3000" dirty="0"/>
              <a:t>Each Parent node is either the smallest or the largest element.</a:t>
            </a:r>
          </a:p>
          <a:p>
            <a:pPr>
              <a:lnSpc>
                <a:spcPct val="120000"/>
              </a:lnSpc>
              <a:buFont typeface="Wingdings" panose="05000000000000000000" pitchFamily="2" charset="2"/>
              <a:buChar char="§"/>
            </a:pPr>
            <a:r>
              <a:rPr lang="en-US" sz="3200" dirty="0"/>
              <a:t>In Min heap, the element at root node is the smallest and each parent node is smaller than all its children.</a:t>
            </a:r>
          </a:p>
          <a:p>
            <a:pPr>
              <a:lnSpc>
                <a:spcPct val="120000"/>
              </a:lnSpc>
              <a:buFont typeface="Wingdings" panose="05000000000000000000" pitchFamily="2" charset="2"/>
              <a:buChar char="§"/>
            </a:pPr>
            <a:r>
              <a:rPr lang="en-US" sz="3200" dirty="0"/>
              <a:t>In Max heap, the element at root node is the largest and each parent node is larger than all its children.</a:t>
            </a:r>
          </a:p>
          <a:p>
            <a:pPr>
              <a:lnSpc>
                <a:spcPct val="120000"/>
              </a:lnSpc>
              <a:buFont typeface="Wingdings" panose="05000000000000000000" pitchFamily="2" charset="2"/>
              <a:buChar char="§"/>
            </a:pPr>
            <a:r>
              <a:rPr lang="en-US" sz="3200" dirty="0"/>
              <a:t>One of the most important uses of Heap is in implementing Priority Queues.</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Min heap, the element at root node is the smallest and each parent node is smaller than all its children.</a:t>
            </a:r>
          </a:p>
          <a:p>
            <a:pPr>
              <a:lnSpc>
                <a:spcPct val="120000"/>
              </a:lnSpc>
              <a:buFont typeface="Wingdings" panose="05000000000000000000" pitchFamily="2" charset="2"/>
              <a:buChar char="§"/>
            </a:pPr>
            <a:r>
              <a:rPr lang="en-US" sz="3200" dirty="0"/>
              <a:t>Assume the data to be: 4967, 4910, 5144, 5073, 4930, 5040, 4901, 5019, 5139, 4669, 4946</a:t>
            </a:r>
          </a:p>
          <a:p>
            <a:pPr>
              <a:lnSpc>
                <a:spcPct val="120000"/>
              </a:lnSpc>
              <a:buFont typeface="Wingdings" panose="05000000000000000000" pitchFamily="2" charset="2"/>
              <a:buChar char="§"/>
            </a:pPr>
            <a:r>
              <a:rPr lang="en-US" sz="3200" dirty="0"/>
              <a:t>Th Min Heap will be like the first tree.</a:t>
            </a:r>
          </a:p>
          <a:p>
            <a:pPr>
              <a:lnSpc>
                <a:spcPct val="120000"/>
              </a:lnSpc>
              <a:buFont typeface="Wingdings" panose="05000000000000000000" pitchFamily="2" charset="2"/>
              <a:buChar char="§"/>
            </a:pPr>
            <a:r>
              <a:rPr lang="en-US" sz="3200" dirty="0"/>
              <a:t>Max Heap will look like the second tree.</a:t>
            </a:r>
          </a:p>
        </p:txBody>
      </p:sp>
      <p:graphicFrame>
        <p:nvGraphicFramePr>
          <p:cNvPr id="4" name="Diagram 3">
            <a:extLst>
              <a:ext uri="{FF2B5EF4-FFF2-40B4-BE49-F238E27FC236}">
                <a16:creationId xmlns:a16="http://schemas.microsoft.com/office/drawing/2014/main" id="{9AB67E05-3A87-91A8-3B30-46F707BCE7DB}"/>
              </a:ext>
            </a:extLst>
          </p:cNvPr>
          <p:cNvGraphicFramePr/>
          <p:nvPr>
            <p:extLst>
              <p:ext uri="{D42A27DB-BD31-4B8C-83A1-F6EECF244321}">
                <p14:modId xmlns:p14="http://schemas.microsoft.com/office/powerpoint/2010/main" val="2599119954"/>
              </p:ext>
            </p:extLst>
          </p:nvPr>
        </p:nvGraphicFramePr>
        <p:xfrm>
          <a:off x="6445044" y="1511409"/>
          <a:ext cx="5518355" cy="2441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86B136B2-39BE-7359-2E19-7A7CD1DEE1DA}"/>
              </a:ext>
            </a:extLst>
          </p:cNvPr>
          <p:cNvGraphicFramePr/>
          <p:nvPr>
            <p:extLst>
              <p:ext uri="{D42A27DB-BD31-4B8C-83A1-F6EECF244321}">
                <p14:modId xmlns:p14="http://schemas.microsoft.com/office/powerpoint/2010/main" val="1074300190"/>
              </p:ext>
            </p:extLst>
          </p:nvPr>
        </p:nvGraphicFramePr>
        <p:xfrm>
          <a:off x="6445043" y="4034225"/>
          <a:ext cx="5518355" cy="24411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02512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INSERT operation in Max heap:</a:t>
            </a:r>
          </a:p>
          <a:p>
            <a:pPr lvl="1">
              <a:lnSpc>
                <a:spcPct val="120000"/>
              </a:lnSpc>
              <a:buFont typeface="Wingdings" panose="05000000000000000000" pitchFamily="2" charset="2"/>
              <a:buChar char="§"/>
            </a:pPr>
            <a:r>
              <a:rPr lang="en-US" sz="3000" dirty="0"/>
              <a:t>If the heap is empty, then Insert the element at the root.</a:t>
            </a:r>
          </a:p>
          <a:p>
            <a:pPr lvl="1">
              <a:lnSpc>
                <a:spcPct val="120000"/>
              </a:lnSpc>
              <a:buFont typeface="Wingdings" panose="05000000000000000000" pitchFamily="2" charset="2"/>
              <a:buChar char="§"/>
            </a:pPr>
            <a:r>
              <a:rPr lang="en-US" sz="3000" dirty="0"/>
              <a:t>Otherwise:</a:t>
            </a:r>
          </a:p>
          <a:p>
            <a:pPr lvl="2">
              <a:lnSpc>
                <a:spcPct val="120000"/>
              </a:lnSpc>
              <a:buFont typeface="Wingdings" panose="05000000000000000000" pitchFamily="2" charset="2"/>
              <a:buChar char="§"/>
            </a:pPr>
            <a:r>
              <a:rPr lang="en-US" sz="3000" dirty="0"/>
              <a:t>Insert the element at the last free space in complete binary tree.</a:t>
            </a:r>
          </a:p>
          <a:p>
            <a:pPr lvl="2">
              <a:lnSpc>
                <a:spcPct val="120000"/>
              </a:lnSpc>
              <a:buFont typeface="Wingdings" panose="05000000000000000000" pitchFamily="2" charset="2"/>
              <a:buChar char="§"/>
            </a:pPr>
            <a:r>
              <a:rPr lang="en-US" sz="3000" dirty="0"/>
              <a:t>If the element is greater than its parent, then swap with the parent.</a:t>
            </a:r>
          </a:p>
          <a:p>
            <a:pPr lvl="2">
              <a:lnSpc>
                <a:spcPct val="120000"/>
              </a:lnSpc>
              <a:buFont typeface="Wingdings" panose="05000000000000000000" pitchFamily="2" charset="2"/>
              <a:buChar char="§"/>
            </a:pPr>
            <a:r>
              <a:rPr lang="en-US" sz="3000" dirty="0"/>
              <a:t>Keep on repeating until the inserted element is the larger than its parent element.</a:t>
            </a:r>
          </a:p>
          <a:p>
            <a:pPr>
              <a:lnSpc>
                <a:spcPct val="120000"/>
              </a:lnSpc>
              <a:buFont typeface="Wingdings" panose="05000000000000000000" pitchFamily="2" charset="2"/>
              <a:buChar char="§"/>
            </a:pPr>
            <a:r>
              <a:rPr lang="en-US" sz="3200" dirty="0"/>
              <a:t>The time complexity of INSERT operation is based on the number of SWAP operations.</a:t>
            </a:r>
          </a:p>
        </p:txBody>
      </p:sp>
    </p:spTree>
    <p:extLst>
      <p:ext uri="{BB962C8B-B14F-4D97-AF65-F5344CB8AC3E}">
        <p14:creationId xmlns:p14="http://schemas.microsoft.com/office/powerpoint/2010/main" val="267648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Content Placeholder 2">
            <a:extLst>
              <a:ext uri="{FF2B5EF4-FFF2-40B4-BE49-F238E27FC236}">
                <a16:creationId xmlns:a16="http://schemas.microsoft.com/office/drawing/2014/main" id="{FB15A564-B6BD-E0E2-861F-35FFD0AB97FC}"/>
              </a:ext>
            </a:extLst>
          </p:cNvPr>
          <p:cNvSpPr txBox="1">
            <a:spLocks/>
          </p:cNvSpPr>
          <p:nvPr/>
        </p:nvSpPr>
        <p:spPr>
          <a:xfrm>
            <a:off x="220384" y="1532587"/>
            <a:ext cx="11743016" cy="7623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INSERT 5150 in the following Heap</a:t>
            </a:r>
          </a:p>
        </p:txBody>
      </p:sp>
      <p:graphicFrame>
        <p:nvGraphicFramePr>
          <p:cNvPr id="6" name="Diagram 5">
            <a:extLst>
              <a:ext uri="{FF2B5EF4-FFF2-40B4-BE49-F238E27FC236}">
                <a16:creationId xmlns:a16="http://schemas.microsoft.com/office/drawing/2014/main" id="{AD1D1AF4-2022-928F-321B-1D93F08FDF2C}"/>
              </a:ext>
            </a:extLst>
          </p:cNvPr>
          <p:cNvGraphicFramePr/>
          <p:nvPr>
            <p:extLst>
              <p:ext uri="{D42A27DB-BD31-4B8C-83A1-F6EECF244321}">
                <p14:modId xmlns:p14="http://schemas.microsoft.com/office/powerpoint/2010/main" val="3040342517"/>
              </p:ext>
            </p:extLst>
          </p:nvPr>
        </p:nvGraphicFramePr>
        <p:xfrm>
          <a:off x="6096000" y="2294965"/>
          <a:ext cx="5875616" cy="2061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56EE8F7F-322D-2D1D-5A40-810FF4E27776}"/>
              </a:ext>
            </a:extLst>
          </p:cNvPr>
          <p:cNvGraphicFramePr/>
          <p:nvPr>
            <p:extLst>
              <p:ext uri="{D42A27DB-BD31-4B8C-83A1-F6EECF244321}">
                <p14:modId xmlns:p14="http://schemas.microsoft.com/office/powerpoint/2010/main" val="1640195642"/>
              </p:ext>
            </p:extLst>
          </p:nvPr>
        </p:nvGraphicFramePr>
        <p:xfrm>
          <a:off x="17929" y="2294965"/>
          <a:ext cx="5875616" cy="20618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a:extLst>
              <a:ext uri="{FF2B5EF4-FFF2-40B4-BE49-F238E27FC236}">
                <a16:creationId xmlns:a16="http://schemas.microsoft.com/office/drawing/2014/main" id="{85BCDC92-7B32-2176-B2B1-0126D96D1C48}"/>
              </a:ext>
            </a:extLst>
          </p:cNvPr>
          <p:cNvGraphicFramePr/>
          <p:nvPr>
            <p:extLst>
              <p:ext uri="{D42A27DB-BD31-4B8C-83A1-F6EECF244321}">
                <p14:modId xmlns:p14="http://schemas.microsoft.com/office/powerpoint/2010/main" val="2344787826"/>
              </p:ext>
            </p:extLst>
          </p:nvPr>
        </p:nvGraphicFramePr>
        <p:xfrm>
          <a:off x="17929" y="4486835"/>
          <a:ext cx="5875616" cy="206188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0" name="Diagram 9">
            <a:extLst>
              <a:ext uri="{FF2B5EF4-FFF2-40B4-BE49-F238E27FC236}">
                <a16:creationId xmlns:a16="http://schemas.microsoft.com/office/drawing/2014/main" id="{4B0BA684-69FC-1D4F-8F84-8F7DBADE5E3B}"/>
              </a:ext>
            </a:extLst>
          </p:cNvPr>
          <p:cNvGraphicFramePr/>
          <p:nvPr>
            <p:extLst>
              <p:ext uri="{D42A27DB-BD31-4B8C-83A1-F6EECF244321}">
                <p14:modId xmlns:p14="http://schemas.microsoft.com/office/powerpoint/2010/main" val="2575054607"/>
              </p:ext>
            </p:extLst>
          </p:nvPr>
        </p:nvGraphicFramePr>
        <p:xfrm>
          <a:off x="5893545" y="4491318"/>
          <a:ext cx="5875616" cy="206188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81453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Graphic spid="9" grpId="0">
        <p:bldAsOne/>
      </p:bldGraphic>
      <p:bldGraphic spid="10"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DELETE operation in Max heap, ONLY THE ROOT NODE can be deleted. Because that’s the whole purpose of a Heap.</a:t>
                </a:r>
              </a:p>
              <a:p>
                <a:pPr lvl="1">
                  <a:lnSpc>
                    <a:spcPct val="120000"/>
                  </a:lnSpc>
                  <a:buFont typeface="Wingdings" panose="05000000000000000000" pitchFamily="2" charset="2"/>
                  <a:buChar char="§"/>
                </a:pPr>
                <a:r>
                  <a:rPr lang="en-US" sz="3000" dirty="0"/>
                  <a:t>If the heap is empty, then return false.</a:t>
                </a:r>
              </a:p>
              <a:p>
                <a:pPr lvl="1">
                  <a:lnSpc>
                    <a:spcPct val="120000"/>
                  </a:lnSpc>
                  <a:buFont typeface="Wingdings" panose="05000000000000000000" pitchFamily="2" charset="2"/>
                  <a:buChar char="§"/>
                </a:pPr>
                <a:r>
                  <a:rPr lang="en-US" sz="3000" dirty="0"/>
                  <a:t>Otherwise:</a:t>
                </a:r>
              </a:p>
              <a:p>
                <a:pPr lvl="2">
                  <a:lnSpc>
                    <a:spcPct val="120000"/>
                  </a:lnSpc>
                  <a:buFont typeface="Wingdings" panose="05000000000000000000" pitchFamily="2" charset="2"/>
                  <a:buChar char="§"/>
                </a:pPr>
                <a:r>
                  <a:rPr lang="en-US" sz="3000" dirty="0"/>
                  <a:t>Delete the root element.</a:t>
                </a:r>
              </a:p>
              <a:p>
                <a:pPr lvl="2">
                  <a:lnSpc>
                    <a:spcPct val="120000"/>
                  </a:lnSpc>
                  <a:buFont typeface="Wingdings" panose="05000000000000000000" pitchFamily="2" charset="2"/>
                  <a:buChar char="§"/>
                </a:pPr>
                <a:r>
                  <a:rPr lang="en-US" sz="3000" dirty="0"/>
                  <a:t>Move the last element of binary tree to root*.</a:t>
                </a:r>
              </a:p>
              <a:p>
                <a:pPr lvl="2">
                  <a:lnSpc>
                    <a:spcPct val="120000"/>
                  </a:lnSpc>
                  <a:buFont typeface="Wingdings" panose="05000000000000000000" pitchFamily="2" charset="2"/>
                  <a:buChar char="§"/>
                </a:pPr>
                <a:r>
                  <a:rPr lang="en-US" sz="3000" dirty="0"/>
                  <a:t>Now compare this element’s left and right children and SWAP with the larger node.</a:t>
                </a:r>
              </a:p>
              <a:p>
                <a:pPr lvl="2">
                  <a:lnSpc>
                    <a:spcPct val="120000"/>
                  </a:lnSpc>
                  <a:buFont typeface="Wingdings" panose="05000000000000000000" pitchFamily="2" charset="2"/>
                  <a:buChar char="§"/>
                </a:pPr>
                <a:r>
                  <a:rPr lang="en-US" sz="3000" dirty="0"/>
                  <a:t>Keep on repeating until the element is at the last level (i.e., leaf).</a:t>
                </a:r>
              </a:p>
              <a:p>
                <a:pPr>
                  <a:lnSpc>
                    <a:spcPct val="120000"/>
                  </a:lnSpc>
                  <a:buFont typeface="Wingdings" panose="05000000000000000000" pitchFamily="2" charset="2"/>
                  <a:buChar char="§"/>
                </a:pPr>
                <a:r>
                  <a:rPr lang="en-US" sz="3200" dirty="0"/>
                  <a:t>The time complexity depends on the height of the tree, i.e.,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e>
                    </m:d>
                  </m:oMath>
                </a14:m>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5020613"/>
              </a:xfrm>
              <a:prstGeom prst="rect">
                <a:avLst/>
              </a:prstGeom>
              <a:blipFill>
                <a:blip r:embed="rId3"/>
                <a:stretch>
                  <a:fillRect l="-1038" t="-1456" r="-1038" b="-2549"/>
                </a:stretch>
              </a:blipFill>
            </p:spPr>
            <p:txBody>
              <a:bodyPr/>
              <a:lstStyle/>
              <a:p>
                <a:r>
                  <a:rPr lang="en-US">
                    <a:noFill/>
                  </a:rPr>
                  <a:t> </a:t>
                </a:r>
              </a:p>
            </p:txBody>
          </p:sp>
        </mc:Fallback>
      </mc:AlternateContent>
    </p:spTree>
    <p:extLst>
      <p:ext uri="{BB962C8B-B14F-4D97-AF65-F5344CB8AC3E}">
        <p14:creationId xmlns:p14="http://schemas.microsoft.com/office/powerpoint/2010/main" val="390910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Heap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5" name="Content Placeholder 2">
            <a:extLst>
              <a:ext uri="{FF2B5EF4-FFF2-40B4-BE49-F238E27FC236}">
                <a16:creationId xmlns:a16="http://schemas.microsoft.com/office/drawing/2014/main" id="{FB15A564-B6BD-E0E2-861F-35FFD0AB97FC}"/>
              </a:ext>
            </a:extLst>
          </p:cNvPr>
          <p:cNvSpPr txBox="1">
            <a:spLocks/>
          </p:cNvSpPr>
          <p:nvPr/>
        </p:nvSpPr>
        <p:spPr>
          <a:xfrm>
            <a:off x="220384" y="1532587"/>
            <a:ext cx="11743016" cy="7623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DELETE 5150 from the following Heap</a:t>
            </a:r>
          </a:p>
        </p:txBody>
      </p:sp>
      <p:graphicFrame>
        <p:nvGraphicFramePr>
          <p:cNvPr id="6" name="Diagram 5">
            <a:extLst>
              <a:ext uri="{FF2B5EF4-FFF2-40B4-BE49-F238E27FC236}">
                <a16:creationId xmlns:a16="http://schemas.microsoft.com/office/drawing/2014/main" id="{AD1D1AF4-2022-928F-321B-1D93F08FDF2C}"/>
              </a:ext>
            </a:extLst>
          </p:cNvPr>
          <p:cNvGraphicFramePr/>
          <p:nvPr>
            <p:extLst>
              <p:ext uri="{D42A27DB-BD31-4B8C-83A1-F6EECF244321}">
                <p14:modId xmlns:p14="http://schemas.microsoft.com/office/powerpoint/2010/main" val="2264178159"/>
              </p:ext>
            </p:extLst>
          </p:nvPr>
        </p:nvGraphicFramePr>
        <p:xfrm>
          <a:off x="5289789" y="2294965"/>
          <a:ext cx="5069405" cy="2061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F29A803C-15FD-7D3C-CE40-F1E9CBD83915}"/>
              </a:ext>
            </a:extLst>
          </p:cNvPr>
          <p:cNvGraphicFramePr/>
          <p:nvPr>
            <p:extLst>
              <p:ext uri="{D42A27DB-BD31-4B8C-83A1-F6EECF244321}">
                <p14:modId xmlns:p14="http://schemas.microsoft.com/office/powerpoint/2010/main" val="194931990"/>
              </p:ext>
            </p:extLst>
          </p:nvPr>
        </p:nvGraphicFramePr>
        <p:xfrm>
          <a:off x="220384" y="2294965"/>
          <a:ext cx="5069405" cy="20618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4" name="Diagram 3">
            <a:extLst>
              <a:ext uri="{FF2B5EF4-FFF2-40B4-BE49-F238E27FC236}">
                <a16:creationId xmlns:a16="http://schemas.microsoft.com/office/drawing/2014/main" id="{875D8977-1084-BF4D-8101-E583EE353369}"/>
              </a:ext>
            </a:extLst>
          </p:cNvPr>
          <p:cNvGraphicFramePr/>
          <p:nvPr>
            <p:extLst>
              <p:ext uri="{D42A27DB-BD31-4B8C-83A1-F6EECF244321}">
                <p14:modId xmlns:p14="http://schemas.microsoft.com/office/powerpoint/2010/main" val="426121099"/>
              </p:ext>
            </p:extLst>
          </p:nvPr>
        </p:nvGraphicFramePr>
        <p:xfrm>
          <a:off x="210659" y="4491318"/>
          <a:ext cx="5069405" cy="206188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8" name="Diagram 7">
            <a:extLst>
              <a:ext uri="{FF2B5EF4-FFF2-40B4-BE49-F238E27FC236}">
                <a16:creationId xmlns:a16="http://schemas.microsoft.com/office/drawing/2014/main" id="{0706DEB8-767A-3BA2-A3C2-F7D6CDE5E351}"/>
              </a:ext>
            </a:extLst>
          </p:cNvPr>
          <p:cNvGraphicFramePr/>
          <p:nvPr>
            <p:extLst>
              <p:ext uri="{D42A27DB-BD31-4B8C-83A1-F6EECF244321}">
                <p14:modId xmlns:p14="http://schemas.microsoft.com/office/powerpoint/2010/main" val="4175806584"/>
              </p:ext>
            </p:extLst>
          </p:nvPr>
        </p:nvGraphicFramePr>
        <p:xfrm>
          <a:off x="5280064" y="4491318"/>
          <a:ext cx="5069405" cy="206188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1" name="Content Placeholder 2">
            <a:extLst>
              <a:ext uri="{FF2B5EF4-FFF2-40B4-BE49-F238E27FC236}">
                <a16:creationId xmlns:a16="http://schemas.microsoft.com/office/drawing/2014/main" id="{E73331A6-F305-D372-2795-C57149D62CB8}"/>
              </a:ext>
            </a:extLst>
          </p:cNvPr>
          <p:cNvSpPr txBox="1">
            <a:spLocks/>
          </p:cNvSpPr>
          <p:nvPr/>
        </p:nvSpPr>
        <p:spPr>
          <a:xfrm>
            <a:off x="10068448" y="4491318"/>
            <a:ext cx="2047351" cy="1984097"/>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Can you guess the last step?</a:t>
            </a:r>
          </a:p>
        </p:txBody>
      </p:sp>
    </p:spTree>
    <p:extLst>
      <p:ext uri="{BB962C8B-B14F-4D97-AF65-F5344CB8AC3E}">
        <p14:creationId xmlns:p14="http://schemas.microsoft.com/office/powerpoint/2010/main" val="247170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3" grpId="0">
        <p:bldAsOne/>
      </p:bldGraphic>
      <p:bldGraphic spid="4" grpId="0">
        <p:bldAsOne/>
      </p:bldGraphic>
      <p:bldGraphic spid="8"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Heap Sort is one of the most efficient sorting algorithms.</a:t>
            </a:r>
          </a:p>
          <a:p>
            <a:pPr>
              <a:lnSpc>
                <a:spcPct val="120000"/>
              </a:lnSpc>
              <a:buFont typeface="Wingdings" panose="05000000000000000000" pitchFamily="2" charset="2"/>
              <a:buChar char="§"/>
            </a:pPr>
            <a:r>
              <a:rPr lang="en-US" sz="3200" dirty="0"/>
              <a:t>Once we implement a Heap, then this algorithm is fairly simple with only 2 steps.</a:t>
            </a:r>
          </a:p>
          <a:p>
            <a:pPr>
              <a:lnSpc>
                <a:spcPct val="120000"/>
              </a:lnSpc>
              <a:buFont typeface="Wingdings" panose="05000000000000000000" pitchFamily="2" charset="2"/>
              <a:buChar char="§"/>
            </a:pPr>
            <a:r>
              <a:rPr lang="en-US" sz="3200" dirty="0"/>
              <a:t>Given an array of unsorted values:</a:t>
            </a:r>
          </a:p>
          <a:p>
            <a:pPr marL="971550" lvl="1" indent="-514350">
              <a:lnSpc>
                <a:spcPct val="120000"/>
              </a:lnSpc>
              <a:buFont typeface="+mj-lt"/>
              <a:buAutoNum type="arabicPeriod"/>
            </a:pPr>
            <a:r>
              <a:rPr lang="en-US" sz="3000" dirty="0"/>
              <a:t>INSERT all values in Min Heap.</a:t>
            </a:r>
          </a:p>
          <a:p>
            <a:pPr marL="971550" lvl="1" indent="-514350">
              <a:lnSpc>
                <a:spcPct val="120000"/>
              </a:lnSpc>
              <a:buFont typeface="+mj-lt"/>
              <a:buAutoNum type="arabicPeriod"/>
            </a:pPr>
            <a:r>
              <a:rPr lang="en-US" sz="3000" dirty="0"/>
              <a:t>DELETE all values from the Heap and collect into a linear array.</a:t>
            </a:r>
          </a:p>
          <a:p>
            <a:pPr marL="971550" lvl="1" indent="-514350">
              <a:lnSpc>
                <a:spcPct val="120000"/>
              </a:lnSpc>
              <a:buFont typeface="+mj-lt"/>
              <a:buAutoNum type="arabicPeriod"/>
            </a:pPr>
            <a:r>
              <a:rPr lang="en-US" sz="3000" dirty="0"/>
              <a:t>The array will be sorted.</a:t>
            </a:r>
          </a:p>
          <a:p>
            <a:pPr>
              <a:lnSpc>
                <a:spcPct val="120000"/>
              </a:lnSpc>
              <a:buFont typeface="Wingdings" panose="05000000000000000000" pitchFamily="2" charset="2"/>
              <a:buChar char="§"/>
            </a:pPr>
            <a:r>
              <a:rPr lang="en-US" sz="3200" dirty="0"/>
              <a:t>Similarly, to sort an array into reverse order, use Max Heap.</a:t>
            </a:r>
          </a:p>
        </p:txBody>
      </p:sp>
    </p:spTree>
    <p:extLst>
      <p:ext uri="{BB962C8B-B14F-4D97-AF65-F5344CB8AC3E}">
        <p14:creationId xmlns:p14="http://schemas.microsoft.com/office/powerpoint/2010/main" val="255266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61776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Let’s sort Array: 5144, 4967, 4910, 5073, 5040, 5019, 4669 in descending order using Max Heap.</a:t>
            </a:r>
          </a:p>
        </p:txBody>
      </p:sp>
      <p:graphicFrame>
        <p:nvGraphicFramePr>
          <p:cNvPr id="4" name="Diagram 3">
            <a:extLst>
              <a:ext uri="{FF2B5EF4-FFF2-40B4-BE49-F238E27FC236}">
                <a16:creationId xmlns:a16="http://schemas.microsoft.com/office/drawing/2014/main" id="{55A18BD5-DFB1-E574-CF54-DACE34F0E208}"/>
              </a:ext>
            </a:extLst>
          </p:cNvPr>
          <p:cNvGraphicFramePr/>
          <p:nvPr>
            <p:extLst>
              <p:ext uri="{D42A27DB-BD31-4B8C-83A1-F6EECF244321}">
                <p14:modId xmlns:p14="http://schemas.microsoft.com/office/powerpoint/2010/main" val="2474716474"/>
              </p:ext>
            </p:extLst>
          </p:nvPr>
        </p:nvGraphicFramePr>
        <p:xfrm>
          <a:off x="0" y="2150347"/>
          <a:ext cx="4075275" cy="2061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513812BD-D655-F5D3-36B7-713BE1F572B8}"/>
              </a:ext>
            </a:extLst>
          </p:cNvPr>
          <p:cNvGraphicFramePr/>
          <p:nvPr>
            <p:extLst>
              <p:ext uri="{D42A27DB-BD31-4B8C-83A1-F6EECF244321}">
                <p14:modId xmlns:p14="http://schemas.microsoft.com/office/powerpoint/2010/main" val="2552115093"/>
              </p:ext>
            </p:extLst>
          </p:nvPr>
        </p:nvGraphicFramePr>
        <p:xfrm>
          <a:off x="4057569" y="2150347"/>
          <a:ext cx="4075275" cy="20618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Diagram 6">
            <a:extLst>
              <a:ext uri="{FF2B5EF4-FFF2-40B4-BE49-F238E27FC236}">
                <a16:creationId xmlns:a16="http://schemas.microsoft.com/office/drawing/2014/main" id="{96EC4DF7-AFB3-526A-E575-60B87E38FC82}"/>
              </a:ext>
            </a:extLst>
          </p:cNvPr>
          <p:cNvGraphicFramePr/>
          <p:nvPr>
            <p:extLst>
              <p:ext uri="{D42A27DB-BD31-4B8C-83A1-F6EECF244321}">
                <p14:modId xmlns:p14="http://schemas.microsoft.com/office/powerpoint/2010/main" val="841403445"/>
              </p:ext>
            </p:extLst>
          </p:nvPr>
        </p:nvGraphicFramePr>
        <p:xfrm>
          <a:off x="8116727" y="2150347"/>
          <a:ext cx="4075275" cy="206188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8" name="Diagram 7">
            <a:extLst>
              <a:ext uri="{FF2B5EF4-FFF2-40B4-BE49-F238E27FC236}">
                <a16:creationId xmlns:a16="http://schemas.microsoft.com/office/drawing/2014/main" id="{AFAAABEA-7436-4864-0FDE-9D04D695E82F}"/>
              </a:ext>
            </a:extLst>
          </p:cNvPr>
          <p:cNvGraphicFramePr/>
          <p:nvPr>
            <p:extLst>
              <p:ext uri="{D42A27DB-BD31-4B8C-83A1-F6EECF244321}">
                <p14:modId xmlns:p14="http://schemas.microsoft.com/office/powerpoint/2010/main" val="4158120597"/>
              </p:ext>
            </p:extLst>
          </p:nvPr>
        </p:nvGraphicFramePr>
        <p:xfrm>
          <a:off x="-17861" y="4351773"/>
          <a:ext cx="4075275" cy="206188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9" name="Diagram 8">
            <a:extLst>
              <a:ext uri="{FF2B5EF4-FFF2-40B4-BE49-F238E27FC236}">
                <a16:creationId xmlns:a16="http://schemas.microsoft.com/office/drawing/2014/main" id="{64E74109-E5D8-1122-DE31-F7BFE3084874}"/>
              </a:ext>
            </a:extLst>
          </p:cNvPr>
          <p:cNvGraphicFramePr/>
          <p:nvPr>
            <p:extLst>
              <p:ext uri="{D42A27DB-BD31-4B8C-83A1-F6EECF244321}">
                <p14:modId xmlns:p14="http://schemas.microsoft.com/office/powerpoint/2010/main" val="309979692"/>
              </p:ext>
            </p:extLst>
          </p:nvPr>
        </p:nvGraphicFramePr>
        <p:xfrm>
          <a:off x="4057414" y="4351773"/>
          <a:ext cx="4075275" cy="2061882"/>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aphicFrame>
        <p:nvGraphicFramePr>
          <p:cNvPr id="10" name="Diagram 9">
            <a:extLst>
              <a:ext uri="{FF2B5EF4-FFF2-40B4-BE49-F238E27FC236}">
                <a16:creationId xmlns:a16="http://schemas.microsoft.com/office/drawing/2014/main" id="{B6BF8969-CE16-E095-F484-898E6DE551C8}"/>
              </a:ext>
            </a:extLst>
          </p:cNvPr>
          <p:cNvGraphicFramePr/>
          <p:nvPr>
            <p:extLst>
              <p:ext uri="{D42A27DB-BD31-4B8C-83A1-F6EECF244321}">
                <p14:modId xmlns:p14="http://schemas.microsoft.com/office/powerpoint/2010/main" val="273514872"/>
              </p:ext>
            </p:extLst>
          </p:nvPr>
        </p:nvGraphicFramePr>
        <p:xfrm>
          <a:off x="8115137" y="4351773"/>
          <a:ext cx="4075275" cy="2061882"/>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Tree>
    <p:extLst>
      <p:ext uri="{BB962C8B-B14F-4D97-AF65-F5344CB8AC3E}">
        <p14:creationId xmlns:p14="http://schemas.microsoft.com/office/powerpoint/2010/main" val="4199798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7" grpId="0">
        <p:bldAsOne/>
      </p:bldGraphic>
      <p:bldGraphic spid="8" grpId="0">
        <p:bldAsOne/>
      </p:bldGraphic>
      <p:bldGraphic spid="9" grpId="0">
        <p:bldAsOne/>
      </p:bldGraphic>
      <p:bldGraphic spid="10"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61776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Repeat DELETE operation until the Heap is empty.</a:t>
            </a:r>
          </a:p>
        </p:txBody>
      </p:sp>
      <p:graphicFrame>
        <p:nvGraphicFramePr>
          <p:cNvPr id="6" name="Diagram 5">
            <a:extLst>
              <a:ext uri="{FF2B5EF4-FFF2-40B4-BE49-F238E27FC236}">
                <a16:creationId xmlns:a16="http://schemas.microsoft.com/office/drawing/2014/main" id="{6F8C5D4E-DC34-F7D6-ED2D-E9DE2FA4FBD5}"/>
              </a:ext>
            </a:extLst>
          </p:cNvPr>
          <p:cNvGraphicFramePr/>
          <p:nvPr>
            <p:extLst>
              <p:ext uri="{D42A27DB-BD31-4B8C-83A1-F6EECF244321}">
                <p14:modId xmlns:p14="http://schemas.microsoft.com/office/powerpoint/2010/main" val="2418629824"/>
              </p:ext>
            </p:extLst>
          </p:nvPr>
        </p:nvGraphicFramePr>
        <p:xfrm>
          <a:off x="0" y="2150346"/>
          <a:ext cx="4075275" cy="2061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8C77CE1A-DE8B-D6F2-5496-00C1A6EEDF0B}"/>
              </a:ext>
            </a:extLst>
          </p:cNvPr>
          <p:cNvGraphicFramePr/>
          <p:nvPr>
            <p:extLst>
              <p:ext uri="{D42A27DB-BD31-4B8C-83A1-F6EECF244321}">
                <p14:modId xmlns:p14="http://schemas.microsoft.com/office/powerpoint/2010/main" val="3040172462"/>
              </p:ext>
            </p:extLst>
          </p:nvPr>
        </p:nvGraphicFramePr>
        <p:xfrm>
          <a:off x="4075274" y="2150346"/>
          <a:ext cx="4075275" cy="20618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a:extLst>
              <a:ext uri="{FF2B5EF4-FFF2-40B4-BE49-F238E27FC236}">
                <a16:creationId xmlns:a16="http://schemas.microsoft.com/office/drawing/2014/main" id="{8F46339C-03CA-C65C-C8B3-67B8B215F7AF}"/>
              </a:ext>
            </a:extLst>
          </p:cNvPr>
          <p:cNvGraphicFramePr/>
          <p:nvPr>
            <p:extLst>
              <p:ext uri="{D42A27DB-BD31-4B8C-83A1-F6EECF244321}">
                <p14:modId xmlns:p14="http://schemas.microsoft.com/office/powerpoint/2010/main" val="571794998"/>
              </p:ext>
            </p:extLst>
          </p:nvPr>
        </p:nvGraphicFramePr>
        <p:xfrm>
          <a:off x="8116725" y="2150346"/>
          <a:ext cx="4075275" cy="206188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3" name="Diagram 12">
            <a:extLst>
              <a:ext uri="{FF2B5EF4-FFF2-40B4-BE49-F238E27FC236}">
                <a16:creationId xmlns:a16="http://schemas.microsoft.com/office/drawing/2014/main" id="{FC9289A5-8839-B4B3-0D2B-6109740F9091}"/>
              </a:ext>
            </a:extLst>
          </p:cNvPr>
          <p:cNvGraphicFramePr/>
          <p:nvPr>
            <p:extLst>
              <p:ext uri="{D42A27DB-BD31-4B8C-83A1-F6EECF244321}">
                <p14:modId xmlns:p14="http://schemas.microsoft.com/office/powerpoint/2010/main" val="3117028855"/>
              </p:ext>
            </p:extLst>
          </p:nvPr>
        </p:nvGraphicFramePr>
        <p:xfrm>
          <a:off x="0" y="4351773"/>
          <a:ext cx="4075275" cy="206188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4" name="Diagram 13">
            <a:extLst>
              <a:ext uri="{FF2B5EF4-FFF2-40B4-BE49-F238E27FC236}">
                <a16:creationId xmlns:a16="http://schemas.microsoft.com/office/drawing/2014/main" id="{6596A7A3-852F-514E-33BC-EF42360740D2}"/>
              </a:ext>
            </a:extLst>
          </p:cNvPr>
          <p:cNvGraphicFramePr/>
          <p:nvPr>
            <p:extLst>
              <p:ext uri="{D42A27DB-BD31-4B8C-83A1-F6EECF244321}">
                <p14:modId xmlns:p14="http://schemas.microsoft.com/office/powerpoint/2010/main" val="2666064465"/>
              </p:ext>
            </p:extLst>
          </p:nvPr>
        </p:nvGraphicFramePr>
        <p:xfrm>
          <a:off x="4048637" y="4351773"/>
          <a:ext cx="4075275" cy="2061882"/>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pSp>
        <p:nvGrpSpPr>
          <p:cNvPr id="20" name="Group 19">
            <a:extLst>
              <a:ext uri="{FF2B5EF4-FFF2-40B4-BE49-F238E27FC236}">
                <a16:creationId xmlns:a16="http://schemas.microsoft.com/office/drawing/2014/main" id="{07B8643B-E212-5D09-295A-41E604F2C488}"/>
              </a:ext>
            </a:extLst>
          </p:cNvPr>
          <p:cNvGrpSpPr/>
          <p:nvPr/>
        </p:nvGrpSpPr>
        <p:grpSpPr>
          <a:xfrm>
            <a:off x="8115137" y="4351773"/>
            <a:ext cx="4075275" cy="2061882"/>
            <a:chOff x="8115137" y="4351773"/>
            <a:chExt cx="4075275" cy="2061882"/>
          </a:xfrm>
        </p:grpSpPr>
        <p:graphicFrame>
          <p:nvGraphicFramePr>
            <p:cNvPr id="15" name="Diagram 14">
              <a:extLst>
                <a:ext uri="{FF2B5EF4-FFF2-40B4-BE49-F238E27FC236}">
                  <a16:creationId xmlns:a16="http://schemas.microsoft.com/office/drawing/2014/main" id="{50D2DF72-A546-B8AD-B17E-44FB4E49002B}"/>
                </a:ext>
              </a:extLst>
            </p:cNvPr>
            <p:cNvGraphicFramePr/>
            <p:nvPr>
              <p:extLst>
                <p:ext uri="{D42A27DB-BD31-4B8C-83A1-F6EECF244321}">
                  <p14:modId xmlns:p14="http://schemas.microsoft.com/office/powerpoint/2010/main" val="1647785321"/>
                </p:ext>
              </p:extLst>
            </p:nvPr>
          </p:nvGraphicFramePr>
          <p:xfrm>
            <a:off x="8115137" y="4351773"/>
            <a:ext cx="4075275" cy="2061882"/>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cxnSp>
          <p:nvCxnSpPr>
            <p:cNvPr id="17" name="Straight Arrow Connector 16">
              <a:extLst>
                <a:ext uri="{FF2B5EF4-FFF2-40B4-BE49-F238E27FC236}">
                  <a16:creationId xmlns:a16="http://schemas.microsoft.com/office/drawing/2014/main" id="{DEA98A71-0BC3-DAA3-7A23-D689F54788F7}"/>
                </a:ext>
              </a:extLst>
            </p:cNvPr>
            <p:cNvCxnSpPr/>
            <p:nvPr/>
          </p:nvCxnSpPr>
          <p:spPr>
            <a:xfrm flipH="1">
              <a:off x="9525837" y="5416062"/>
              <a:ext cx="1266093"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grpSp>
    </p:spTree>
    <p:extLst>
      <p:ext uri="{BB962C8B-B14F-4D97-AF65-F5344CB8AC3E}">
        <p14:creationId xmlns:p14="http://schemas.microsoft.com/office/powerpoint/2010/main" val="123710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11" grpId="0">
        <p:bldAsOne/>
      </p:bldGraphic>
      <p:bldGraphic spid="12" grpId="0">
        <p:bldAsOne/>
      </p:bldGraphic>
      <p:bldGraphic spid="13" grpId="0">
        <p:bldAsOne/>
      </p:bldGraphic>
      <p:bldGraphic spid="1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617760"/>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As the Heap is being emptied, collect the deleted elements in another Array.</a:t>
            </a:r>
          </a:p>
        </p:txBody>
      </p:sp>
      <p:graphicFrame>
        <p:nvGraphicFramePr>
          <p:cNvPr id="4" name="Diagram 3">
            <a:extLst>
              <a:ext uri="{FF2B5EF4-FFF2-40B4-BE49-F238E27FC236}">
                <a16:creationId xmlns:a16="http://schemas.microsoft.com/office/drawing/2014/main" id="{044DD4B5-E110-4373-F05F-F0BBECBDEE89}"/>
              </a:ext>
            </a:extLst>
          </p:cNvPr>
          <p:cNvGraphicFramePr/>
          <p:nvPr>
            <p:extLst>
              <p:ext uri="{D42A27DB-BD31-4B8C-83A1-F6EECF244321}">
                <p14:modId xmlns:p14="http://schemas.microsoft.com/office/powerpoint/2010/main" val="2175400849"/>
              </p:ext>
            </p:extLst>
          </p:nvPr>
        </p:nvGraphicFramePr>
        <p:xfrm>
          <a:off x="0" y="2150347"/>
          <a:ext cx="4075275" cy="20618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7460ECD8-EF4C-1F4B-376A-78E01B9BAD44}"/>
              </a:ext>
            </a:extLst>
          </p:cNvPr>
          <p:cNvGraphicFramePr/>
          <p:nvPr>
            <p:extLst>
              <p:ext uri="{D42A27DB-BD31-4B8C-83A1-F6EECF244321}">
                <p14:modId xmlns:p14="http://schemas.microsoft.com/office/powerpoint/2010/main" val="1949709773"/>
              </p:ext>
            </p:extLst>
          </p:nvPr>
        </p:nvGraphicFramePr>
        <p:xfrm>
          <a:off x="4041452" y="2150347"/>
          <a:ext cx="4075275" cy="206188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7" name="Diagram 6">
            <a:extLst>
              <a:ext uri="{FF2B5EF4-FFF2-40B4-BE49-F238E27FC236}">
                <a16:creationId xmlns:a16="http://schemas.microsoft.com/office/drawing/2014/main" id="{55B671F5-DE1A-F7D8-A25B-FC683CCC6213}"/>
              </a:ext>
            </a:extLst>
          </p:cNvPr>
          <p:cNvGraphicFramePr/>
          <p:nvPr>
            <p:extLst>
              <p:ext uri="{D42A27DB-BD31-4B8C-83A1-F6EECF244321}">
                <p14:modId xmlns:p14="http://schemas.microsoft.com/office/powerpoint/2010/main" val="3123968594"/>
              </p:ext>
            </p:extLst>
          </p:nvPr>
        </p:nvGraphicFramePr>
        <p:xfrm>
          <a:off x="220383" y="5416062"/>
          <a:ext cx="11743015" cy="105935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8" name="Content Placeholder 2">
            <a:extLst>
              <a:ext uri="{FF2B5EF4-FFF2-40B4-BE49-F238E27FC236}">
                <a16:creationId xmlns:a16="http://schemas.microsoft.com/office/drawing/2014/main" id="{3FEC8D7B-DF99-236A-8606-CF83B6BEBF46}"/>
              </a:ext>
            </a:extLst>
          </p:cNvPr>
          <p:cNvSpPr txBox="1">
            <a:spLocks/>
          </p:cNvSpPr>
          <p:nvPr/>
        </p:nvSpPr>
        <p:spPr>
          <a:xfrm>
            <a:off x="207581" y="4373216"/>
            <a:ext cx="11743016" cy="1042846"/>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Eventually, the items will be collected in descending order.</a:t>
            </a:r>
          </a:p>
        </p:txBody>
      </p:sp>
      <p:graphicFrame>
        <p:nvGraphicFramePr>
          <p:cNvPr id="9" name="Diagram 8">
            <a:extLst>
              <a:ext uri="{FF2B5EF4-FFF2-40B4-BE49-F238E27FC236}">
                <a16:creationId xmlns:a16="http://schemas.microsoft.com/office/drawing/2014/main" id="{F39B208D-B3E0-141D-7C82-3F5C77526EBF}"/>
              </a:ext>
            </a:extLst>
          </p:cNvPr>
          <p:cNvGraphicFramePr/>
          <p:nvPr>
            <p:extLst>
              <p:ext uri="{D42A27DB-BD31-4B8C-83A1-F6EECF244321}">
                <p14:modId xmlns:p14="http://schemas.microsoft.com/office/powerpoint/2010/main" val="4026561315"/>
              </p:ext>
            </p:extLst>
          </p:nvPr>
        </p:nvGraphicFramePr>
        <p:xfrm>
          <a:off x="8116727" y="2150347"/>
          <a:ext cx="4075275" cy="206188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206529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7" grpId="0">
        <p:bldAsOne/>
      </p:bldGraphic>
      <p:bldGraphic spid="9"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 Sort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So, what’s the time complexity of heap sort?</a:t>
                </a:r>
              </a:p>
              <a:p>
                <a:pPr>
                  <a:lnSpc>
                    <a:spcPct val="120000"/>
                  </a:lnSpc>
                  <a:buFont typeface="Wingdings" panose="05000000000000000000" pitchFamily="2" charset="2"/>
                  <a:buChar char="§"/>
                </a:pPr>
                <a:r>
                  <a:rPr lang="en-US" sz="3200" dirty="0"/>
                  <a:t>First, we inserted </a:t>
                </a:r>
                <a14:m>
                  <m:oMath xmlns:m="http://schemas.openxmlformats.org/officeDocument/2006/math">
                    <m:r>
                      <a:rPr lang="en-US" sz="3200" b="0" i="1" smtClean="0">
                        <a:latin typeface="Cambria Math" panose="02040503050406030204" pitchFamily="18" charset="0"/>
                      </a:rPr>
                      <m:t>𝑛</m:t>
                    </m:r>
                  </m:oMath>
                </a14:m>
                <a:r>
                  <a:rPr lang="en-US" sz="3200" dirty="0"/>
                  <a:t> elements with each element taking </a:t>
                </a:r>
                <a14:m>
                  <m:oMath xmlns:m="http://schemas.openxmlformats.org/officeDocument/2006/math">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oMath>
                </a14:m>
                <a:r>
                  <a:rPr lang="en-US" sz="3200" dirty="0"/>
                  <a:t> time.</a:t>
                </a:r>
              </a:p>
              <a:p>
                <a:pPr>
                  <a:lnSpc>
                    <a:spcPct val="120000"/>
                  </a:lnSpc>
                  <a:buFont typeface="Wingdings" panose="05000000000000000000" pitchFamily="2" charset="2"/>
                  <a:buChar char="§"/>
                </a:pPr>
                <a:r>
                  <a:rPr lang="en-US" sz="3200" dirty="0"/>
                  <a:t>Next, the elements were deleted with each taking </a:t>
                </a:r>
                <a14:m>
                  <m:oMath xmlns:m="http://schemas.openxmlformats.org/officeDocument/2006/math">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panose="02040503050406030204" pitchFamily="18" charset="0"/>
                              </a:rPr>
                              <m:t>log</m:t>
                            </m:r>
                          </m:e>
                          <m:sub>
                            <m:r>
                              <a:rPr lang="en-US" sz="3200" i="1">
                                <a:latin typeface="Cambria Math" panose="02040503050406030204" pitchFamily="18" charset="0"/>
                              </a:rPr>
                              <m:t>2</m:t>
                            </m:r>
                          </m:sub>
                        </m:sSub>
                      </m:fName>
                      <m:e>
                        <m:r>
                          <a:rPr lang="en-US" sz="3200" i="1">
                            <a:latin typeface="Cambria Math" panose="02040503050406030204" pitchFamily="18" charset="0"/>
                          </a:rPr>
                          <m:t>𝑛</m:t>
                        </m:r>
                      </m:e>
                    </m:func>
                  </m:oMath>
                </a14:m>
                <a:r>
                  <a:rPr lang="en-US" sz="3200" dirty="0"/>
                  <a:t> time.</a:t>
                </a:r>
              </a:p>
              <a:p>
                <a:pPr>
                  <a:lnSpc>
                    <a:spcPct val="120000"/>
                  </a:lnSpc>
                  <a:buFont typeface="Wingdings" panose="05000000000000000000" pitchFamily="2" charset="2"/>
                  <a:buChar char="§"/>
                </a:pPr>
                <a:r>
                  <a:rPr lang="en-US" sz="3200" dirty="0"/>
                  <a:t>Therefore,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panose="02040503050406030204" pitchFamily="18" charset="0"/>
                                  </a:rPr>
                                  <m:t>log</m:t>
                                </m:r>
                              </m:e>
                              <m:sub>
                                <m:r>
                                  <a:rPr lang="en-US" sz="3200" i="1">
                                    <a:latin typeface="Cambria Math" panose="02040503050406030204" pitchFamily="18" charset="0"/>
                                  </a:rPr>
                                  <m:t>2</m:t>
                                </m:r>
                              </m:sub>
                            </m:sSub>
                          </m:fName>
                          <m:e>
                            <m:r>
                              <a:rPr lang="en-US" sz="3200" i="1">
                                <a:latin typeface="Cambria Math" panose="02040503050406030204" pitchFamily="18" charset="0"/>
                              </a:rPr>
                              <m:t>𝑛</m:t>
                            </m:r>
                          </m:e>
                        </m:func>
                      </m:e>
                    </m:d>
                    <m:r>
                      <a:rPr lang="en-US" sz="3200" b="0" i="1" smtClean="0">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panose="02040503050406030204" pitchFamily="18" charset="0"/>
                                  </a:rPr>
                                  <m:t>log</m:t>
                                </m:r>
                              </m:e>
                              <m:sub>
                                <m:r>
                                  <a:rPr lang="en-US" sz="3200" i="1">
                                    <a:latin typeface="Cambria Math" panose="02040503050406030204" pitchFamily="18" charset="0"/>
                                  </a:rPr>
                                  <m:t>2</m:t>
                                </m:r>
                              </m:sub>
                            </m:sSub>
                          </m:fName>
                          <m:e>
                            <m:r>
                              <a:rPr lang="en-US" sz="3200" i="1">
                                <a:latin typeface="Cambria Math" panose="02040503050406030204" pitchFamily="18" charset="0"/>
                              </a:rPr>
                              <m:t>𝑛</m:t>
                            </m:r>
                          </m:e>
                        </m:func>
                      </m:e>
                    </m:d>
                    <m:r>
                      <a:rPr lang="en-US" sz="3200" b="0" i="1" smtClean="0">
                        <a:latin typeface="Cambria Math" panose="02040503050406030204" pitchFamily="18" charset="0"/>
                      </a:rPr>
                      <m:t>=2</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e>
                    </m:d>
                  </m:oMath>
                </a14:m>
                <a:endParaRPr lang="en-US" sz="3200" dirty="0"/>
              </a:p>
              <a:p>
                <a:pPr>
                  <a:lnSpc>
                    <a:spcPct val="120000"/>
                  </a:lnSpc>
                  <a:buFont typeface="Wingdings" panose="05000000000000000000" pitchFamily="2" charset="2"/>
                  <a:buChar char="§"/>
                </a:pPr>
                <a:r>
                  <a:rPr lang="en-US" sz="3200" dirty="0"/>
                  <a:t>Hence, the time complexity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e>
                    </m:d>
                  </m:oMath>
                </a14:m>
                <a:r>
                  <a:rPr lang="en-US" sz="3200" dirty="0"/>
                  <a:t>, which is better than Bubble, Insertion, Selection sort algorithms.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374"/>
                </a:stretch>
              </a:blipFill>
            </p:spPr>
            <p:txBody>
              <a:bodyPr/>
              <a:lstStyle/>
              <a:p>
                <a:r>
                  <a:rPr lang="en-US">
                    <a:noFill/>
                  </a:rPr>
                  <a:t> </a:t>
                </a:r>
              </a:p>
            </p:txBody>
          </p:sp>
        </mc:Fallback>
      </mc:AlternateContent>
    </p:spTree>
    <p:extLst>
      <p:ext uri="{BB962C8B-B14F-4D97-AF65-F5344CB8AC3E}">
        <p14:creationId xmlns:p14="http://schemas.microsoft.com/office/powerpoint/2010/main" val="287658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Heapify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Since INSERTING </a:t>
                </a:r>
                <a14:m>
                  <m:oMath xmlns:m="http://schemas.openxmlformats.org/officeDocument/2006/math">
                    <m:r>
                      <a:rPr lang="en-US" sz="3200" i="1" dirty="0" smtClean="0">
                        <a:latin typeface="Cambria Math" panose="02040503050406030204" pitchFamily="18" charset="0"/>
                      </a:rPr>
                      <m:t>𝑛</m:t>
                    </m:r>
                  </m:oMath>
                </a14:m>
                <a:r>
                  <a:rPr lang="en-US" sz="3200" dirty="0"/>
                  <a:t> elements into a Heap takes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r>
                      <a:rPr lang="en-US" sz="3200" b="0" i="1" smtClean="0">
                        <a:latin typeface="Cambria Math" panose="02040503050406030204" pitchFamily="18" charset="0"/>
                      </a:rPr>
                      <m:t>)</m:t>
                    </m:r>
                  </m:oMath>
                </a14:m>
                <a:r>
                  <a:rPr lang="en-US" sz="3200" dirty="0"/>
                  <a:t> time, is there a way to simply convert an ordinary complete binary tree into a heap more efficiently?</a:t>
                </a:r>
              </a:p>
              <a:p>
                <a:pPr>
                  <a:lnSpc>
                    <a:spcPct val="120000"/>
                  </a:lnSpc>
                  <a:buFont typeface="Wingdings" panose="05000000000000000000" pitchFamily="2" charset="2"/>
                  <a:buChar char="§"/>
                </a:pPr>
                <a:r>
                  <a:rPr lang="en-US" sz="3200" dirty="0"/>
                  <a:t>The answer is Yes, using the Heapify function, which takes linear time to convert a binary tree into a heap.</a:t>
                </a:r>
              </a:p>
              <a:p>
                <a:pPr>
                  <a:lnSpc>
                    <a:spcPct val="120000"/>
                  </a:lnSpc>
                  <a:buFont typeface="Wingdings" panose="05000000000000000000" pitchFamily="2" charset="2"/>
                  <a:buChar char="§"/>
                </a:pPr>
                <a:r>
                  <a:rPr lang="en-US" sz="3200" dirty="0"/>
                  <a:t>But this is DIY topic. Go to second last slide for </a:t>
                </a:r>
                <a:r>
                  <a:rPr lang="en-US" sz="3200"/>
                  <a:t>the assignment.</a:t>
                </a:r>
                <a:endParaRPr lang="en-US" sz="3200" dirty="0"/>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374" r="-571"/>
                </a:stretch>
              </a:blipFill>
            </p:spPr>
            <p:txBody>
              <a:bodyPr/>
              <a:lstStyle/>
              <a:p>
                <a:r>
                  <a:rPr lang="en-US">
                    <a:noFill/>
                  </a:rPr>
                  <a:t> </a:t>
                </a:r>
              </a:p>
            </p:txBody>
          </p:sp>
        </mc:Fallback>
      </mc:AlternateContent>
    </p:spTree>
    <p:extLst>
      <p:ext uri="{BB962C8B-B14F-4D97-AF65-F5344CB8AC3E}">
        <p14:creationId xmlns:p14="http://schemas.microsoft.com/office/powerpoint/2010/main" val="200474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Priority Queue is an ADT similar to a Queue, but it is NOT A FIFO data structure.</a:t>
                </a:r>
              </a:p>
              <a:p>
                <a:pPr>
                  <a:lnSpc>
                    <a:spcPct val="120000"/>
                  </a:lnSpc>
                  <a:buFont typeface="Wingdings" panose="05000000000000000000" pitchFamily="2" charset="2"/>
                  <a:buChar char="§"/>
                </a:pPr>
                <a:r>
                  <a:rPr lang="en-US" sz="3200" dirty="0"/>
                  <a:t>Each element in a Priority Queue has a Priority </a:t>
                </a:r>
                <a14:m>
                  <m:oMath xmlns:m="http://schemas.openxmlformats.org/officeDocument/2006/math">
                    <m:r>
                      <a:rPr lang="en-US" sz="3200" i="1" dirty="0" smtClean="0">
                        <a:latin typeface="Cambria Math" panose="02040503050406030204" pitchFamily="18" charset="0"/>
                      </a:rPr>
                      <m:t>𝑝</m:t>
                    </m:r>
                  </m:oMath>
                </a14:m>
                <a:r>
                  <a:rPr lang="en-US" sz="3200" dirty="0"/>
                  <a:t> and the elements are dequeued based on priority, not based on their order of insertion.</a:t>
                </a:r>
              </a:p>
              <a:p>
                <a:pPr>
                  <a:lnSpc>
                    <a:spcPct val="120000"/>
                  </a:lnSpc>
                  <a:buFont typeface="Wingdings" panose="05000000000000000000" pitchFamily="2" charset="2"/>
                  <a:buChar char="§"/>
                </a:pPr>
                <a:r>
                  <a:rPr lang="en-US" sz="3200" dirty="0"/>
                  <a:t>Therefore, Priority Queues are </a:t>
                </a:r>
              </a:p>
              <a:p>
                <a:pPr>
                  <a:lnSpc>
                    <a:spcPct val="120000"/>
                  </a:lnSpc>
                  <a:buFont typeface="Wingdings" panose="05000000000000000000" pitchFamily="2" charset="2"/>
                  <a:buChar char="§"/>
                </a:pPr>
                <a:r>
                  <a:rPr lang="en-US" sz="3200" dirty="0"/>
                  <a:t>A Priority Queue is used to implement:</a:t>
                </a:r>
              </a:p>
              <a:p>
                <a:pPr lvl="1">
                  <a:lnSpc>
                    <a:spcPct val="120000"/>
                  </a:lnSpc>
                  <a:buFont typeface="Wingdings" panose="05000000000000000000" pitchFamily="2" charset="2"/>
                  <a:buChar char="§"/>
                </a:pPr>
                <a:r>
                  <a:rPr lang="en-US" sz="3000" dirty="0"/>
                  <a:t>Dijkstra’s shortest path algorithm</a:t>
                </a:r>
              </a:p>
              <a:p>
                <a:pPr lvl="1">
                  <a:lnSpc>
                    <a:spcPct val="120000"/>
                  </a:lnSpc>
                  <a:buFont typeface="Wingdings" panose="05000000000000000000" pitchFamily="2" charset="2"/>
                  <a:buChar char="§"/>
                </a:pPr>
                <a:r>
                  <a:rPr lang="en-US" sz="3000" dirty="0"/>
                  <a:t>Prim’s minimum spanning tree algorithm</a:t>
                </a:r>
              </a:p>
              <a:p>
                <a:pPr lvl="1">
                  <a:lnSpc>
                    <a:spcPct val="120000"/>
                  </a:lnSpc>
                  <a:buFont typeface="Wingdings" panose="05000000000000000000" pitchFamily="2" charset="2"/>
                  <a:buChar char="§"/>
                </a:pPr>
                <a:r>
                  <a:rPr lang="en-US" sz="3000" dirty="0"/>
                  <a:t>Huffman’s encoding algorithm</a:t>
                </a:r>
              </a:p>
              <a:p>
                <a:pPr lvl="1">
                  <a:lnSpc>
                    <a:spcPct val="120000"/>
                  </a:lnSpc>
                  <a:buFont typeface="Wingdings" panose="05000000000000000000" pitchFamily="2" charset="2"/>
                  <a:buChar char="§"/>
                </a:pPr>
                <a:r>
                  <a:rPr lang="en-US" sz="3000" dirty="0"/>
                  <a:t>Process queueing in OS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623" r="-986"/>
                </a:stretch>
              </a:blipFill>
            </p:spPr>
            <p:txBody>
              <a:bodyPr/>
              <a:lstStyle/>
              <a:p>
                <a:r>
                  <a:rPr lang="en-US">
                    <a:noFill/>
                  </a:rPr>
                  <a:t> </a:t>
                </a:r>
              </a:p>
            </p:txBody>
          </p:sp>
        </mc:Fallback>
      </mc:AlternateContent>
    </p:spTree>
    <p:extLst>
      <p:ext uri="{BB962C8B-B14F-4D97-AF65-F5344CB8AC3E}">
        <p14:creationId xmlns:p14="http://schemas.microsoft.com/office/powerpoint/2010/main" val="721076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65859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simplest implementation of a Priority can be as a linear array, such that the value itself represents the priority.</a:t>
                </a:r>
              </a:p>
              <a:p>
                <a:pPr>
                  <a:lnSpc>
                    <a:spcPct val="120000"/>
                  </a:lnSpc>
                  <a:buFont typeface="Wingdings" panose="05000000000000000000" pitchFamily="2" charset="2"/>
                  <a:buChar char="§"/>
                </a:pPr>
                <a:r>
                  <a:rPr lang="en-US" sz="3200" dirty="0"/>
                  <a:t>In this case, Enqueue operation has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time complexity.</a:t>
                </a:r>
              </a:p>
              <a:p>
                <a:pPr>
                  <a:lnSpc>
                    <a:spcPct val="120000"/>
                  </a:lnSpc>
                  <a:buFont typeface="Wingdings" panose="05000000000000000000" pitchFamily="2" charset="2"/>
                  <a:buChar char="§"/>
                </a:pPr>
                <a:r>
                  <a:rPr lang="en-US" sz="3200" dirty="0"/>
                  <a:t>But Dequeue operation for highest priority element has </a:t>
                </a:r>
                <a14:m>
                  <m:oMath xmlns:m="http://schemas.openxmlformats.org/officeDocument/2006/math">
                    <m:r>
                      <m:rPr>
                        <m:sty m:val="p"/>
                      </m:rPr>
                      <a:rPr lang="en-US" sz="3200" b="0" i="0" dirty="0" smtClean="0">
                        <a:latin typeface="Cambria Math" panose="02040503050406030204" pitchFamily="18" charset="0"/>
                      </a:rPr>
                      <m:t>O</m:t>
                    </m:r>
                    <m:d>
                      <m:dPr>
                        <m:ctrlPr>
                          <a:rPr lang="en-US" sz="3200" b="0" i="1" dirty="0" smtClean="0">
                            <a:latin typeface="Cambria Math" panose="02040503050406030204" pitchFamily="18" charset="0"/>
                          </a:rPr>
                        </m:ctrlPr>
                      </m:dPr>
                      <m:e>
                        <m:r>
                          <a:rPr lang="en-US" sz="3200" i="1" dirty="0" smtClean="0">
                            <a:latin typeface="Cambria Math" panose="02040503050406030204" pitchFamily="18" charset="0"/>
                          </a:rPr>
                          <m:t>𝑛</m:t>
                        </m:r>
                      </m:e>
                    </m:d>
                  </m:oMath>
                </a14:m>
                <a:r>
                  <a:rPr lang="en-US" sz="3200" dirty="0"/>
                  <a:t> time complexity. For example, in the given array, the highest priority element is 5144.</a:t>
                </a:r>
              </a:p>
              <a:p>
                <a:pPr>
                  <a:lnSpc>
                    <a:spcPct val="120000"/>
                  </a:lnSpc>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3658598"/>
              </a:xfrm>
              <a:prstGeom prst="rect">
                <a:avLst/>
              </a:prstGeom>
              <a:blipFill>
                <a:blip r:embed="rId3"/>
                <a:stretch>
                  <a:fillRect l="-1142" t="-1498" b="-2163"/>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8E3A83D1-9DAA-A966-B379-9A5CE6ACF025}"/>
              </a:ext>
            </a:extLst>
          </p:cNvPr>
          <p:cNvGrpSpPr/>
          <p:nvPr/>
        </p:nvGrpSpPr>
        <p:grpSpPr>
          <a:xfrm>
            <a:off x="1971656" y="5346294"/>
            <a:ext cx="7491330" cy="750311"/>
            <a:chOff x="1971656" y="5346294"/>
            <a:chExt cx="7491330" cy="750311"/>
          </a:xfrm>
        </p:grpSpPr>
        <p:sp>
          <p:nvSpPr>
            <p:cNvPr id="20" name="Freeform: Shape 19">
              <a:extLst>
                <a:ext uri="{FF2B5EF4-FFF2-40B4-BE49-F238E27FC236}">
                  <a16:creationId xmlns:a16="http://schemas.microsoft.com/office/drawing/2014/main" id="{E8DB4507-F49D-E856-EB8C-03C2304575A7}"/>
                </a:ext>
              </a:extLst>
            </p:cNvPr>
            <p:cNvSpPr/>
            <p:nvPr/>
          </p:nvSpPr>
          <p:spPr>
            <a:xfrm>
              <a:off x="1971656" y="5346294"/>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4669</a:t>
              </a:r>
            </a:p>
          </p:txBody>
        </p:sp>
        <p:sp>
          <p:nvSpPr>
            <p:cNvPr id="21" name="Freeform: Shape 20">
              <a:extLst>
                <a:ext uri="{FF2B5EF4-FFF2-40B4-BE49-F238E27FC236}">
                  <a16:creationId xmlns:a16="http://schemas.microsoft.com/office/drawing/2014/main" id="{99E66DAA-6304-D2F8-173D-2316A20CC9BB}"/>
                </a:ext>
              </a:extLst>
            </p:cNvPr>
            <p:cNvSpPr/>
            <p:nvPr/>
          </p:nvSpPr>
          <p:spPr>
            <a:xfrm>
              <a:off x="3220211" y="5346294"/>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5051</a:t>
              </a:r>
            </a:p>
          </p:txBody>
        </p:sp>
        <p:sp>
          <p:nvSpPr>
            <p:cNvPr id="22" name="Freeform: Shape 21">
              <a:extLst>
                <a:ext uri="{FF2B5EF4-FFF2-40B4-BE49-F238E27FC236}">
                  <a16:creationId xmlns:a16="http://schemas.microsoft.com/office/drawing/2014/main" id="{2CA33A12-7E02-5F69-6E38-B10263391436}"/>
                </a:ext>
              </a:extLst>
            </p:cNvPr>
            <p:cNvSpPr/>
            <p:nvPr/>
          </p:nvSpPr>
          <p:spPr>
            <a:xfrm>
              <a:off x="4468766" y="53474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5073</a:t>
              </a:r>
            </a:p>
          </p:txBody>
        </p:sp>
        <p:sp>
          <p:nvSpPr>
            <p:cNvPr id="23" name="Freeform: Shape 22">
              <a:extLst>
                <a:ext uri="{FF2B5EF4-FFF2-40B4-BE49-F238E27FC236}">
                  <a16:creationId xmlns:a16="http://schemas.microsoft.com/office/drawing/2014/main" id="{C990E7AA-935A-140E-13AF-6406BC063122}"/>
                </a:ext>
              </a:extLst>
            </p:cNvPr>
            <p:cNvSpPr/>
            <p:nvPr/>
          </p:nvSpPr>
          <p:spPr>
            <a:xfrm>
              <a:off x="5717321" y="53474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a:solidFill>
              <a:srgbClr val="FFFF00"/>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5144</a:t>
              </a:r>
            </a:p>
          </p:txBody>
        </p:sp>
        <p:sp>
          <p:nvSpPr>
            <p:cNvPr id="24" name="Freeform: Shape 23">
              <a:extLst>
                <a:ext uri="{FF2B5EF4-FFF2-40B4-BE49-F238E27FC236}">
                  <a16:creationId xmlns:a16="http://schemas.microsoft.com/office/drawing/2014/main" id="{715E078C-2D8C-AFFC-A4A7-7CAC6AA09210}"/>
                </a:ext>
              </a:extLst>
            </p:cNvPr>
            <p:cNvSpPr/>
            <p:nvPr/>
          </p:nvSpPr>
          <p:spPr>
            <a:xfrm>
              <a:off x="6965876" y="5346294"/>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3826</a:t>
              </a:r>
            </a:p>
          </p:txBody>
        </p:sp>
        <p:sp>
          <p:nvSpPr>
            <p:cNvPr id="25" name="Freeform: Shape 24">
              <a:extLst>
                <a:ext uri="{FF2B5EF4-FFF2-40B4-BE49-F238E27FC236}">
                  <a16:creationId xmlns:a16="http://schemas.microsoft.com/office/drawing/2014/main" id="{6D1A7348-48F3-C269-6869-FD7020B141BA}"/>
                </a:ext>
              </a:extLst>
            </p:cNvPr>
            <p:cNvSpPr/>
            <p:nvPr/>
          </p:nvSpPr>
          <p:spPr>
            <a:xfrm>
              <a:off x="8214431" y="5346294"/>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4910</a:t>
              </a:r>
            </a:p>
          </p:txBody>
        </p:sp>
      </p:grpSp>
    </p:spTree>
    <p:extLst>
      <p:ext uri="{BB962C8B-B14F-4D97-AF65-F5344CB8AC3E}">
        <p14:creationId xmlns:p14="http://schemas.microsoft.com/office/powerpoint/2010/main" val="2523736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65859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Instinctively, we can say that this problem can be solved if the array is sorted. This way, we can Dequeue in constant time.</a:t>
                </a:r>
              </a:p>
              <a:p>
                <a:pPr>
                  <a:lnSpc>
                    <a:spcPct val="120000"/>
                  </a:lnSpc>
                  <a:buFont typeface="Wingdings" panose="05000000000000000000" pitchFamily="2" charset="2"/>
                  <a:buChar char="§"/>
                </a:pPr>
                <a:r>
                  <a:rPr lang="en-US" sz="3200" dirty="0"/>
                  <a:t>However, now the Enqueue operation will take linear time.</a:t>
                </a:r>
              </a:p>
              <a:p>
                <a:pPr>
                  <a:lnSpc>
                    <a:spcPct val="120000"/>
                  </a:lnSpc>
                  <a:buFont typeface="Wingdings" panose="05000000000000000000" pitchFamily="2" charset="2"/>
                  <a:buChar char="§"/>
                </a:pPr>
                <a:r>
                  <a:rPr lang="en-US" sz="3200" dirty="0"/>
                  <a:t>For example, adding a new element 3045 in the following will require </a:t>
                </a:r>
                <a14:m>
                  <m:oMath xmlns:m="http://schemas.openxmlformats.org/officeDocument/2006/math">
                    <m:r>
                      <a:rPr lang="en-US" sz="3200" b="0" i="1" smtClean="0">
                        <a:latin typeface="Cambria Math" panose="02040503050406030204" pitchFamily="18" charset="0"/>
                      </a:rPr>
                      <m:t>𝑛</m:t>
                    </m:r>
                  </m:oMath>
                </a14:m>
                <a:r>
                  <a:rPr lang="en-US" sz="3200" dirty="0"/>
                  <a:t> operations.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3658598"/>
              </a:xfrm>
              <a:prstGeom prst="rect">
                <a:avLst/>
              </a:prstGeom>
              <a:blipFill>
                <a:blip r:embed="rId3"/>
                <a:stretch>
                  <a:fillRect l="-1142" t="-499" r="-15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6AB342B2-F217-1D48-C4E5-0F1E493B35CC}"/>
              </a:ext>
            </a:extLst>
          </p:cNvPr>
          <p:cNvGrpSpPr/>
          <p:nvPr/>
        </p:nvGrpSpPr>
        <p:grpSpPr>
          <a:xfrm>
            <a:off x="1837083" y="5352172"/>
            <a:ext cx="7491330" cy="750311"/>
            <a:chOff x="1837083" y="5352172"/>
            <a:chExt cx="7491330" cy="750311"/>
          </a:xfrm>
        </p:grpSpPr>
        <p:sp>
          <p:nvSpPr>
            <p:cNvPr id="20" name="Freeform: Shape 19">
              <a:extLst>
                <a:ext uri="{FF2B5EF4-FFF2-40B4-BE49-F238E27FC236}">
                  <a16:creationId xmlns:a16="http://schemas.microsoft.com/office/drawing/2014/main" id="{E8DB4507-F49D-E856-EB8C-03C2304575A7}"/>
                </a:ext>
              </a:extLst>
            </p:cNvPr>
            <p:cNvSpPr/>
            <p:nvPr/>
          </p:nvSpPr>
          <p:spPr>
            <a:xfrm>
              <a:off x="3085638" y="535242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4669</a:t>
              </a:r>
            </a:p>
          </p:txBody>
        </p:sp>
        <p:sp>
          <p:nvSpPr>
            <p:cNvPr id="21" name="Freeform: Shape 20">
              <a:extLst>
                <a:ext uri="{FF2B5EF4-FFF2-40B4-BE49-F238E27FC236}">
                  <a16:creationId xmlns:a16="http://schemas.microsoft.com/office/drawing/2014/main" id="{99E66DAA-6304-D2F8-173D-2316A20CC9BB}"/>
                </a:ext>
              </a:extLst>
            </p:cNvPr>
            <p:cNvSpPr/>
            <p:nvPr/>
          </p:nvSpPr>
          <p:spPr>
            <a:xfrm>
              <a:off x="5582748"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5051</a:t>
              </a:r>
            </a:p>
          </p:txBody>
        </p:sp>
        <p:sp>
          <p:nvSpPr>
            <p:cNvPr id="22" name="Freeform: Shape 21">
              <a:extLst>
                <a:ext uri="{FF2B5EF4-FFF2-40B4-BE49-F238E27FC236}">
                  <a16:creationId xmlns:a16="http://schemas.microsoft.com/office/drawing/2014/main" id="{2CA33A12-7E02-5F69-6E38-B10263391436}"/>
                </a:ext>
              </a:extLst>
            </p:cNvPr>
            <p:cNvSpPr/>
            <p:nvPr/>
          </p:nvSpPr>
          <p:spPr>
            <a:xfrm>
              <a:off x="6831303" y="535335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5073</a:t>
              </a:r>
            </a:p>
          </p:txBody>
        </p:sp>
        <p:sp>
          <p:nvSpPr>
            <p:cNvPr id="23" name="Freeform: Shape 22">
              <a:extLst>
                <a:ext uri="{FF2B5EF4-FFF2-40B4-BE49-F238E27FC236}">
                  <a16:creationId xmlns:a16="http://schemas.microsoft.com/office/drawing/2014/main" id="{C990E7AA-935A-140E-13AF-6406BC063122}"/>
                </a:ext>
              </a:extLst>
            </p:cNvPr>
            <p:cNvSpPr/>
            <p:nvPr/>
          </p:nvSpPr>
          <p:spPr>
            <a:xfrm>
              <a:off x="8079858" y="535335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a:no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5144</a:t>
              </a:r>
            </a:p>
          </p:txBody>
        </p:sp>
        <p:sp>
          <p:nvSpPr>
            <p:cNvPr id="24" name="Freeform: Shape 23">
              <a:extLst>
                <a:ext uri="{FF2B5EF4-FFF2-40B4-BE49-F238E27FC236}">
                  <a16:creationId xmlns:a16="http://schemas.microsoft.com/office/drawing/2014/main" id="{715E078C-2D8C-AFFC-A4A7-7CAC6AA09210}"/>
                </a:ext>
              </a:extLst>
            </p:cNvPr>
            <p:cNvSpPr/>
            <p:nvPr/>
          </p:nvSpPr>
          <p:spPr>
            <a:xfrm>
              <a:off x="183708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3826</a:t>
              </a:r>
            </a:p>
          </p:txBody>
        </p:sp>
        <p:sp>
          <p:nvSpPr>
            <p:cNvPr id="25" name="Freeform: Shape 24">
              <a:extLst>
                <a:ext uri="{FF2B5EF4-FFF2-40B4-BE49-F238E27FC236}">
                  <a16:creationId xmlns:a16="http://schemas.microsoft.com/office/drawing/2014/main" id="{6D1A7348-48F3-C269-6869-FD7020B141BA}"/>
                </a:ext>
              </a:extLst>
            </p:cNvPr>
            <p:cNvSpPr/>
            <p:nvPr/>
          </p:nvSpPr>
          <p:spPr>
            <a:xfrm>
              <a:off x="433419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4910</a:t>
              </a:r>
            </a:p>
          </p:txBody>
        </p:sp>
      </p:grpSp>
    </p:spTree>
    <p:extLst>
      <p:ext uri="{BB962C8B-B14F-4D97-AF65-F5344CB8AC3E}">
        <p14:creationId xmlns:p14="http://schemas.microsoft.com/office/powerpoint/2010/main" val="308663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82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Linked Lists are no different either. They will have the same time complexity issue.</a:t>
                </a:r>
              </a:p>
              <a:p>
                <a:pPr>
                  <a:lnSpc>
                    <a:spcPct val="120000"/>
                  </a:lnSpc>
                  <a:buFont typeface="Wingdings" panose="05000000000000000000" pitchFamily="2" charset="2"/>
                  <a:buChar char="§"/>
                </a:pPr>
                <a:r>
                  <a:rPr lang="en-US" sz="3200" dirty="0"/>
                  <a:t>This is why a Max Heap is the best data structure for Priority Queues, because it takes </a:t>
                </a:r>
                <a14:m>
                  <m:oMath xmlns:m="http://schemas.openxmlformats.org/officeDocument/2006/math">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panose="02040503050406030204" pitchFamily="18" charset="0"/>
                              </a:rPr>
                              <m:t>log</m:t>
                            </m:r>
                          </m:e>
                          <m:sub>
                            <m:r>
                              <a:rPr lang="en-US" sz="3200" i="1">
                                <a:latin typeface="Cambria Math" panose="02040503050406030204" pitchFamily="18" charset="0"/>
                              </a:rPr>
                              <m:t>2</m:t>
                            </m:r>
                          </m:sub>
                        </m:sSub>
                      </m:fName>
                      <m:e>
                        <m:r>
                          <a:rPr lang="en-US" sz="3200" i="1">
                            <a:latin typeface="Cambria Math" panose="02040503050406030204" pitchFamily="18" charset="0"/>
                          </a:rPr>
                          <m:t>𝑛</m:t>
                        </m:r>
                      </m:e>
                    </m:func>
                  </m:oMath>
                </a14:m>
                <a:r>
                  <a:rPr lang="en-US" sz="3200" dirty="0"/>
                  <a:t> operations to dequeue an element, as we have already seen in previous slides.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8213"/>
              </a:xfrm>
              <a:prstGeom prst="rect">
                <a:avLst/>
              </a:prstGeom>
              <a:blipFill>
                <a:blip r:embed="rId3"/>
                <a:stretch>
                  <a:fillRect l="-1142" t="-375" r="-1713"/>
                </a:stretch>
              </a:blipFill>
            </p:spPr>
            <p:txBody>
              <a:bodyPr/>
              <a:lstStyle/>
              <a:p>
                <a:r>
                  <a:rPr lang="en-US">
                    <a:noFill/>
                  </a:rPr>
                  <a:t> </a:t>
                </a:r>
              </a:p>
            </p:txBody>
          </p:sp>
        </mc:Fallback>
      </mc:AlternateContent>
    </p:spTree>
    <p:extLst>
      <p:ext uri="{BB962C8B-B14F-4D97-AF65-F5344CB8AC3E}">
        <p14:creationId xmlns:p14="http://schemas.microsoft.com/office/powerpoint/2010/main" val="330123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82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There are 4 basic operations in a Priority Queue:</a:t>
                </a:r>
              </a:p>
              <a:p>
                <a:pPr lvl="1">
                  <a:lnSpc>
                    <a:spcPct val="120000"/>
                  </a:lnSpc>
                  <a:buFont typeface="Wingdings" panose="05000000000000000000" pitchFamily="2" charset="2"/>
                  <a:buChar char="§"/>
                </a:pPr>
                <a14:m>
                  <m:oMath xmlns:m="http://schemas.openxmlformats.org/officeDocument/2006/math">
                    <m:r>
                      <a:rPr lang="en-US" sz="3000" i="1" dirty="0" smtClean="0">
                        <a:latin typeface="Cambria Math" panose="02040503050406030204" pitchFamily="18" charset="0"/>
                      </a:rPr>
                      <m:t>𝐸𝑁𝑄𝑈𝐸𝑈𝐸</m:t>
                    </m:r>
                    <m:r>
                      <a:rPr lang="en-US" sz="3000" i="1" dirty="0" smtClean="0">
                        <a:latin typeface="Cambria Math" panose="02040503050406030204" pitchFamily="18" charset="0"/>
                      </a:rPr>
                      <m:t>(</m:t>
                    </m:r>
                    <m:r>
                      <a:rPr lang="en-US" sz="3000" i="1" dirty="0" smtClean="0">
                        <a:latin typeface="Cambria Math" panose="02040503050406030204" pitchFamily="18" charset="0"/>
                      </a:rPr>
                      <m:t>𝑒𝑙𝑒𝑚𝑒𝑛𝑡</m:t>
                    </m:r>
                    <m:r>
                      <a:rPr lang="en-US" sz="3000" i="1" dirty="0" smtClean="0">
                        <a:latin typeface="Cambria Math" panose="02040503050406030204" pitchFamily="18" charset="0"/>
                      </a:rPr>
                      <m:t>, </m:t>
                    </m:r>
                    <m:r>
                      <a:rPr lang="en-US" sz="3000" i="1" dirty="0" smtClean="0">
                        <a:latin typeface="Cambria Math" panose="02040503050406030204" pitchFamily="18" charset="0"/>
                      </a:rPr>
                      <m:t>𝑝</m:t>
                    </m:r>
                    <m:r>
                      <a:rPr lang="en-US" sz="3000" i="1" dirty="0" smtClean="0">
                        <a:latin typeface="Cambria Math" panose="02040503050406030204" pitchFamily="18" charset="0"/>
                      </a:rPr>
                      <m:t>)</m:t>
                    </m:r>
                  </m:oMath>
                </a14:m>
                <a:r>
                  <a:rPr lang="en-US" sz="3000" dirty="0"/>
                  <a:t> inserts the element with given priority.</a:t>
                </a:r>
              </a:p>
              <a:p>
                <a:pPr lvl="1">
                  <a:lnSpc>
                    <a:spcPct val="120000"/>
                  </a:lnSpc>
                  <a:buFont typeface="Wingdings" panose="05000000000000000000" pitchFamily="2" charset="2"/>
                  <a:buChar char="§"/>
                </a:pPr>
                <a14:m>
                  <m:oMath xmlns:m="http://schemas.openxmlformats.org/officeDocument/2006/math">
                    <m:r>
                      <a:rPr lang="en-US" sz="3000" i="1" dirty="0" smtClean="0">
                        <a:latin typeface="Cambria Math" panose="02040503050406030204" pitchFamily="18" charset="0"/>
                      </a:rPr>
                      <m:t>𝐷𝐸𝑄𝑈𝐸𝑈𝐸</m:t>
                    </m:r>
                    <m:r>
                      <a:rPr lang="en-US" sz="3000" i="1" dirty="0" smtClean="0">
                        <a:latin typeface="Cambria Math" panose="02040503050406030204" pitchFamily="18" charset="0"/>
                      </a:rPr>
                      <m:t>()</m:t>
                    </m:r>
                  </m:oMath>
                </a14:m>
                <a:r>
                  <a:rPr lang="en-US" sz="3000" dirty="0"/>
                  <a:t> returns and deletes the element with highest priority.</a:t>
                </a:r>
              </a:p>
              <a:p>
                <a:pPr lvl="1">
                  <a:lnSpc>
                    <a:spcPct val="120000"/>
                  </a:lnSpc>
                  <a:buFont typeface="Wingdings" panose="05000000000000000000" pitchFamily="2" charset="2"/>
                  <a:buChar char="§"/>
                </a:pPr>
                <a14:m>
                  <m:oMath xmlns:m="http://schemas.openxmlformats.org/officeDocument/2006/math">
                    <m:r>
                      <a:rPr lang="en-US" sz="3000" i="1" dirty="0" smtClean="0">
                        <a:latin typeface="Cambria Math" panose="02040503050406030204" pitchFamily="18" charset="0"/>
                      </a:rPr>
                      <m:t>𝑃𝐸𝐸𝐾</m:t>
                    </m:r>
                    <m:r>
                      <a:rPr lang="en-US" sz="3000" i="1" dirty="0">
                        <a:latin typeface="Cambria Math" panose="02040503050406030204" pitchFamily="18" charset="0"/>
                      </a:rPr>
                      <m:t>()</m:t>
                    </m:r>
                  </m:oMath>
                </a14:m>
                <a:r>
                  <a:rPr lang="en-US" sz="3000" dirty="0"/>
                  <a:t> returns the element with highest priority without deleting it.</a:t>
                </a:r>
              </a:p>
              <a:p>
                <a:pPr lvl="1">
                  <a:lnSpc>
                    <a:spcPct val="120000"/>
                  </a:lnSpc>
                  <a:buFont typeface="Wingdings" panose="05000000000000000000" pitchFamily="2" charset="2"/>
                  <a:buChar char="§"/>
                </a:pPr>
                <a14:m>
                  <m:oMath xmlns:m="http://schemas.openxmlformats.org/officeDocument/2006/math">
                    <m:r>
                      <a:rPr lang="en-US" sz="3000" i="1" dirty="0" smtClean="0">
                        <a:latin typeface="Cambria Math" panose="02040503050406030204" pitchFamily="18" charset="0"/>
                      </a:rPr>
                      <m:t>𝐶𝐻𝐴𝑁𝐺𝐸</m:t>
                    </m:r>
                    <m:r>
                      <a:rPr lang="en-US" sz="3000" i="1" dirty="0" smtClean="0">
                        <a:latin typeface="Cambria Math" panose="02040503050406030204" pitchFamily="18" charset="0"/>
                      </a:rPr>
                      <m:t>_</m:t>
                    </m:r>
                    <m:r>
                      <a:rPr lang="en-US" sz="3000" i="1" dirty="0" smtClean="0">
                        <a:latin typeface="Cambria Math" panose="02040503050406030204" pitchFamily="18" charset="0"/>
                      </a:rPr>
                      <m:t>𝑃𝑅𝐼𝑂𝑅𝐼𝑇𝑌</m:t>
                    </m:r>
                    <m:r>
                      <a:rPr lang="en-US" sz="3000" i="1" dirty="0" smtClean="0">
                        <a:latin typeface="Cambria Math" panose="02040503050406030204" pitchFamily="18" charset="0"/>
                      </a:rPr>
                      <m:t>(</m:t>
                    </m:r>
                    <m:r>
                      <a:rPr lang="en-US" sz="3000" i="1" dirty="0" smtClean="0">
                        <a:latin typeface="Cambria Math" panose="02040503050406030204" pitchFamily="18" charset="0"/>
                      </a:rPr>
                      <m:t>𝑒𝑙𝑒𝑚𝑒𝑛𝑡</m:t>
                    </m:r>
                    <m:r>
                      <a:rPr lang="en-US" sz="3000" i="1" dirty="0" smtClean="0">
                        <a:latin typeface="Cambria Math" panose="02040503050406030204" pitchFamily="18" charset="0"/>
                      </a:rPr>
                      <m:t>, </m:t>
                    </m:r>
                    <m:r>
                      <a:rPr lang="en-US" sz="3000" i="1" dirty="0" smtClean="0">
                        <a:latin typeface="Cambria Math" panose="02040503050406030204" pitchFamily="18" charset="0"/>
                      </a:rPr>
                      <m:t>𝑝</m:t>
                    </m:r>
                    <m:r>
                      <a:rPr lang="en-US" sz="3000" i="1" dirty="0" smtClean="0">
                        <a:latin typeface="Cambria Math" panose="02040503050406030204" pitchFamily="18" charset="0"/>
                      </a:rPr>
                      <m:t>)</m:t>
                    </m:r>
                  </m:oMath>
                </a14:m>
                <a:r>
                  <a:rPr lang="en-US" sz="3000" dirty="0"/>
                  <a:t> finds an element and changes its priority to the new value.</a:t>
                </a:r>
              </a:p>
              <a:p>
                <a:pPr>
                  <a:lnSpc>
                    <a:spcPct val="120000"/>
                  </a:lnSpc>
                  <a:buFont typeface="Wingdings" panose="05000000000000000000" pitchFamily="2" charset="2"/>
                  <a:buChar char="§"/>
                </a:pPr>
                <a:r>
                  <a:rPr lang="en-US" sz="3200" dirty="0"/>
                  <a:t>The algorithms depend on the data structure you choose to implement the Priority Queue.</a:t>
                </a:r>
              </a:p>
              <a:p>
                <a:pPr>
                  <a:lnSpc>
                    <a:spcPct val="120000"/>
                  </a:lnSpc>
                  <a:buFont typeface="Wingdings" panose="05000000000000000000" pitchFamily="2" charset="2"/>
                  <a:buChar char="§"/>
                </a:pPr>
                <a:r>
                  <a:rPr lang="en-US" sz="3200" dirty="0"/>
                  <a:t>In case of Heap, the Enqueue, Dequeue and Peek operations are same.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8213"/>
              </a:xfrm>
              <a:prstGeom prst="rect">
                <a:avLst/>
              </a:prstGeom>
              <a:blipFill>
                <a:blip r:embed="rId3"/>
                <a:stretch>
                  <a:fillRect l="-1038" t="-1502"/>
                </a:stretch>
              </a:blipFill>
            </p:spPr>
            <p:txBody>
              <a:bodyPr/>
              <a:lstStyle/>
              <a:p>
                <a:r>
                  <a:rPr lang="en-US">
                    <a:noFill/>
                  </a:rPr>
                  <a:t> </a:t>
                </a:r>
              </a:p>
            </p:txBody>
          </p:sp>
        </mc:Fallback>
      </mc:AlternateContent>
    </p:spTree>
    <p:extLst>
      <p:ext uri="{BB962C8B-B14F-4D97-AF65-F5344CB8AC3E}">
        <p14:creationId xmlns:p14="http://schemas.microsoft.com/office/powerpoint/2010/main" val="5705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Priority Queues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53D3A93-8F13-5316-FD30-AB9BCE38986D}"/>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CHANGE_PRIORITY</a:t>
                </a:r>
                <a:r>
                  <a:rPr lang="en-US" sz="2800" dirty="0">
                    <a:latin typeface="Cascadia Code" panose="020B0609020000020004" pitchFamily="49" charset="0"/>
                    <a:cs typeface="Cascadia Code" panose="020B0609020000020004" pitchFamily="49" charset="0"/>
                  </a:rPr>
                  <a:t>(root, element, p</a:t>
                </a:r>
                <a:r>
                  <a:rPr lang="en-US" sz="2800" dirty="0">
                    <a:latin typeface="Cascadia Code" panose="020B0609020000020004" pitchFamily="49" charset="0"/>
                    <a:ea typeface="Cascadia Code" panose="020B0609020000020004" pitchFamily="49" charset="0"/>
                    <a:cs typeface="Cascadia Code" panose="020B0609020000020004" pitchFamily="49" charset="0"/>
                  </a:rPr>
                  <a:t>) sets the priority of ‘element’ to ‘p’, where ‘root’ is the pointer to root node of max heap.</a:t>
                </a:r>
                <a:endParaRPr lang="en-US" sz="28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𝐷𝐹𝑆</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(Search the node using DFS/BFS)</a:t>
                </a: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971550" lvl="1" indent="-514350">
                  <a:lnSpc>
                    <a:spcPct val="100000"/>
                  </a:lnSpc>
                  <a:buFont typeface="+mj-lt"/>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𝐹𝐴𝐼𝐿</m:t>
                    </m:r>
                  </m:oMath>
                </a14:m>
                <a:r>
                  <a:rPr lang="en-US" sz="2600" b="0" dirty="0">
                    <a:latin typeface="Cambria Math" panose="02040503050406030204" pitchFamily="18" charset="0"/>
                    <a:ea typeface="Cascadia Code" panose="020B0609020000020004" pitchFamily="49" charset="0"/>
                    <a:cs typeface="Cascadia Code" panose="020B0609020000020004" pitchFamily="49" charset="0"/>
                  </a:rPr>
                  <a:t>		(Element does not exist)</a:t>
                </a:r>
              </a:p>
              <a:p>
                <a:pPr marL="457200" indent="-457200">
                  <a:lnSpc>
                    <a:spcPct val="100000"/>
                  </a:lnSpc>
                  <a:buAutoNum type="arabicPeriod"/>
                </a:pPr>
                <a14:m>
                  <m:oMath xmlns:m="http://schemas.openxmlformats.org/officeDocument/2006/math">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𝑝𝑟𝑖𝑜𝑟𝑖𝑡𝑦</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𝑝</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(Set the new priority)</a:t>
                </a: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(Fetch the node’s parent)</a:t>
                </a: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𝑝𝑟𝑖𝑜𝑟𝑖𝑡𝑦</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(Satisfy Heap property)</a:t>
                </a:r>
              </a:p>
              <a:p>
                <a:pPr marL="971550" lvl="1" indent="-514350">
                  <a:lnSpc>
                    <a:spcPct val="100000"/>
                  </a:lnSpc>
                  <a:buFont typeface="+mj-lt"/>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𝑛𝑜𝑑𝑒</m:t>
                        </m:r>
                      </m:e>
                    </m:d>
                  </m:oMath>
                </a14:m>
                <a:r>
                  <a:rPr lang="en-US" sz="2600" b="0" dirty="0">
                    <a:latin typeface="Cambria Math" panose="02040503050406030204" pitchFamily="18" charset="0"/>
                    <a:ea typeface="Cascadia Code" panose="020B0609020000020004" pitchFamily="49" charset="0"/>
                    <a:cs typeface="Cascadia Code" panose="020B0609020000020004" pitchFamily="49" charset="0"/>
                  </a:rPr>
                  <a:t>	(Keep swapping until the node is at its </a:t>
                </a:r>
                <a:r>
                  <a:rPr lang="en-US" sz="2600" b="0">
                    <a:latin typeface="Cambria Math" panose="02040503050406030204" pitchFamily="18" charset="0"/>
                    <a:ea typeface="Cascadia Code" panose="020B0609020000020004" pitchFamily="49" charset="0"/>
                    <a:cs typeface="Cascadia Code" panose="020B0609020000020004" pitchFamily="49" charset="0"/>
                  </a:rPr>
                  <a:t>right position)</a:t>
                </a:r>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oMath>
                </a14:m>
                <a:endParaRPr lang="en-US" sz="26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600" dirty="0">
                  <a:latin typeface="Cambria Math" panose="02040503050406030204" pitchFamily="18" charset="0"/>
                  <a:ea typeface="Cascadia Code" panose="020B0609020000020004" pitchFamily="49" charset="0"/>
                  <a:cs typeface="Cascadia Code" panose="020B0609020000020004" pitchFamily="49" charset="0"/>
                </a:endParaRPr>
              </a:p>
              <a:p>
                <a:pPr marL="1485900" lvl="2" indent="-571500">
                  <a:lnSpc>
                    <a:spcPct val="100000"/>
                  </a:lnSpc>
                  <a:buFont typeface="+mj-lt"/>
                  <a:buAutoNum type="romanLcPeriod"/>
                </a:pPr>
                <a14:m>
                  <m:oMath xmlns:m="http://schemas.openxmlformats.org/officeDocument/2006/math">
                    <m:r>
                      <a:rPr lang="en-US" sz="26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6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4" name="Content Placeholder 2">
                <a:extLst>
                  <a:ext uri="{FF2B5EF4-FFF2-40B4-BE49-F238E27FC236}">
                    <a16:creationId xmlns:a16="http://schemas.microsoft.com/office/drawing/2014/main" id="{253D3A93-8F13-5316-FD30-AB9BCE38986D}"/>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1746" r="-1661" b="-1746"/>
                </a:stretch>
              </a:blipFill>
            </p:spPr>
            <p:txBody>
              <a:bodyPr/>
              <a:lstStyle/>
              <a:p>
                <a:r>
                  <a:rPr lang="en-US">
                    <a:noFill/>
                  </a:rPr>
                  <a:t> </a:t>
                </a:r>
              </a:p>
            </p:txBody>
          </p:sp>
        </mc:Fallback>
      </mc:AlternateContent>
    </p:spTree>
    <p:extLst>
      <p:ext uri="{BB962C8B-B14F-4D97-AF65-F5344CB8AC3E}">
        <p14:creationId xmlns:p14="http://schemas.microsoft.com/office/powerpoint/2010/main" val="63021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Hashing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8213"/>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studied Search as the most interesting problem because it is the most frequent operation on a dataset.</a:t>
                </a:r>
              </a:p>
              <a:p>
                <a:pPr>
                  <a:lnSpc>
                    <a:spcPct val="120000"/>
                  </a:lnSpc>
                  <a:buFont typeface="Wingdings" panose="05000000000000000000" pitchFamily="2" charset="2"/>
                  <a:buChar char="§"/>
                </a:pPr>
                <a:r>
                  <a:rPr lang="en-US" sz="3200" dirty="0"/>
                  <a:t>Linear Search, the most basic algorithm for search has a time complexity of </a:t>
                </a:r>
                <a14:m>
                  <m:oMath xmlns:m="http://schemas.openxmlformats.org/officeDocument/2006/math">
                    <m:r>
                      <a:rPr lang="en-US" sz="3200" i="1">
                        <a:latin typeface="Cambria Math" panose="02040503050406030204" pitchFamily="18" charset="0"/>
                      </a:rPr>
                      <m:t>𝑂</m:t>
                    </m:r>
                    <m:d>
                      <m:dPr>
                        <m:ctrlPr>
                          <a:rPr lang="en-US" sz="3200" i="1">
                            <a:latin typeface="Cambria Math" panose="02040503050406030204" pitchFamily="18" charset="0"/>
                          </a:rPr>
                        </m:ctrlPr>
                      </m:dPr>
                      <m:e>
                        <m:r>
                          <a:rPr lang="en-US" sz="3200" i="1">
                            <a:latin typeface="Cambria Math" panose="02040503050406030204" pitchFamily="18" charset="0"/>
                          </a:rPr>
                          <m:t>𝑛</m:t>
                        </m:r>
                      </m:e>
                    </m:d>
                  </m:oMath>
                </a14:m>
                <a:r>
                  <a:rPr lang="en-US" sz="3200" dirty="0"/>
                  <a:t>.</a:t>
                </a:r>
              </a:p>
              <a:p>
                <a:pPr>
                  <a:lnSpc>
                    <a:spcPct val="120000"/>
                  </a:lnSpc>
                  <a:buFont typeface="Wingdings" panose="05000000000000000000" pitchFamily="2" charset="2"/>
                  <a:buChar char="§"/>
                </a:pPr>
                <a:r>
                  <a:rPr lang="en-US" sz="3200" dirty="0"/>
                  <a:t>The way to improve this time is by using Binary Search and Binary Search Trees, which can search for an element 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e>
                    </m:d>
                  </m:oMath>
                </a14:m>
                <a:r>
                  <a:rPr lang="en-US" sz="3200" dirty="0"/>
                  <a:t> time.</a:t>
                </a:r>
              </a:p>
              <a:p>
                <a:pPr>
                  <a:lnSpc>
                    <a:spcPct val="120000"/>
                  </a:lnSpc>
                  <a:buFont typeface="Wingdings" panose="05000000000000000000" pitchFamily="2" charset="2"/>
                  <a:buChar char="§"/>
                </a:pPr>
                <a:r>
                  <a:rPr lang="en-US" sz="3200" dirty="0"/>
                  <a:t>However, the Binary search works only on Sorted data, which itself has a time cost, from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to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r>
                      <a:rPr lang="en-US" sz="3200" b="0" i="1" smtClean="0">
                        <a:latin typeface="Cambria Math" panose="02040503050406030204" pitchFamily="18" charset="0"/>
                      </a:rPr>
                      <m:t>)</m:t>
                    </m:r>
                  </m:oMath>
                </a14:m>
                <a:r>
                  <a:rPr lang="en-US" sz="3200" dirty="0"/>
                  <a:t>.</a:t>
                </a:r>
              </a:p>
              <a:p>
                <a:pPr>
                  <a:lnSpc>
                    <a:spcPct val="120000"/>
                  </a:lnSpc>
                  <a:buFont typeface="Wingdings" panose="05000000000000000000" pitchFamily="2" charset="2"/>
                  <a:buChar char="§"/>
                </a:pPr>
                <a:r>
                  <a:rPr lang="en-US" sz="3200" dirty="0"/>
                  <a:t>Hashing is the technique which addresses both the issues at the same time by reducing search time to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as well as work on unordered data.</a:t>
                </a:r>
              </a:p>
              <a:p>
                <a:pPr>
                  <a:lnSpc>
                    <a:spcPct val="120000"/>
                  </a:lnSpc>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8213"/>
              </a:xfrm>
              <a:prstGeom prst="rect">
                <a:avLst/>
              </a:prstGeom>
              <a:blipFill>
                <a:blip r:embed="rId3"/>
                <a:stretch>
                  <a:fillRect l="-830" t="-626" r="-623"/>
                </a:stretch>
              </a:blipFill>
            </p:spPr>
            <p:txBody>
              <a:bodyPr/>
              <a:lstStyle/>
              <a:p>
                <a:r>
                  <a:rPr lang="en-US">
                    <a:noFill/>
                  </a:rPr>
                  <a:t> </a:t>
                </a:r>
              </a:p>
            </p:txBody>
          </p:sp>
        </mc:Fallback>
      </mc:AlternateContent>
    </p:spTree>
    <p:extLst>
      <p:ext uri="{BB962C8B-B14F-4D97-AF65-F5344CB8AC3E}">
        <p14:creationId xmlns:p14="http://schemas.microsoft.com/office/powerpoint/2010/main" val="124850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Hashing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2396319"/>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Let’s understand from a simple example. If we have a collection of elements: {5, 3, 2, 9, 1}, then there are 2 ways to insert them.</a:t>
                </a:r>
              </a:p>
              <a:p>
                <a:pPr marL="971550" lvl="1" indent="-514350">
                  <a:lnSpc>
                    <a:spcPct val="120000"/>
                  </a:lnSpc>
                  <a:buFont typeface="+mj-lt"/>
                  <a:buAutoNum type="arabicPeriod"/>
                </a:pPr>
                <a:r>
                  <a:rPr lang="en-US" sz="3000" dirty="0"/>
                  <a:t>Insert is fast, but search is slow.</a:t>
                </a:r>
              </a:p>
              <a:p>
                <a:pPr marL="971550" lvl="1" indent="-514350">
                  <a:lnSpc>
                    <a:spcPct val="120000"/>
                  </a:lnSpc>
                  <a:buFont typeface="+mj-lt"/>
                  <a:buAutoNum type="arabicPeriod"/>
                </a:pPr>
                <a:r>
                  <a:rPr lang="en-US" sz="3000" dirty="0"/>
                  <a:t>Insert is slow, but search is fast.</a:t>
                </a:r>
              </a:p>
              <a:p>
                <a:pPr>
                  <a:lnSpc>
                    <a:spcPct val="120000"/>
                  </a:lnSpc>
                  <a:buFont typeface="Wingdings" panose="05000000000000000000" pitchFamily="2" charset="2"/>
                  <a:buChar char="§"/>
                </a:pPr>
                <a:r>
                  <a:rPr lang="en-US" sz="3200" dirty="0"/>
                  <a:t>What if we wanted to make both the operations as fast as possible: </a:t>
                </a:r>
                <a14:m>
                  <m:oMath xmlns:m="http://schemas.openxmlformats.org/officeDocument/2006/math">
                    <m:r>
                      <a:rPr lang="en-US" sz="3200" i="1" dirty="0" smtClean="0">
                        <a:latin typeface="Cambria Math" panose="02040503050406030204" pitchFamily="18" charset="0"/>
                      </a:rPr>
                      <m:t>𝑂</m:t>
                    </m:r>
                    <m:d>
                      <m:dPr>
                        <m:ctrlPr>
                          <a:rPr lang="en-US" sz="3200" i="1" dirty="0" smtClean="0">
                            <a:latin typeface="Cambria Math" panose="02040503050406030204" pitchFamily="18" charset="0"/>
                          </a:rPr>
                        </m:ctrlPr>
                      </m:dPr>
                      <m:e>
                        <m:r>
                          <a:rPr lang="en-US" sz="3200" i="1" dirty="0" smtClean="0">
                            <a:latin typeface="Cambria Math" panose="02040503050406030204" pitchFamily="18" charset="0"/>
                          </a:rPr>
                          <m:t>1</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2396319"/>
              </a:xfrm>
              <a:prstGeom prst="rect">
                <a:avLst/>
              </a:prstGeom>
              <a:blipFill>
                <a:blip r:embed="rId3"/>
                <a:stretch>
                  <a:fillRect l="-830" t="-2030" b="-5838"/>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C7B9D74E-F12A-4E2E-371A-127196D15AEE}"/>
              </a:ext>
            </a:extLst>
          </p:cNvPr>
          <p:cNvGrpSpPr/>
          <p:nvPr/>
        </p:nvGrpSpPr>
        <p:grpSpPr>
          <a:xfrm>
            <a:off x="1598247" y="3946917"/>
            <a:ext cx="3963309" cy="698527"/>
            <a:chOff x="1837083" y="5352172"/>
            <a:chExt cx="6242775" cy="750311"/>
          </a:xfrm>
        </p:grpSpPr>
        <p:sp>
          <p:nvSpPr>
            <p:cNvPr id="5" name="Freeform: Shape 4">
              <a:extLst>
                <a:ext uri="{FF2B5EF4-FFF2-40B4-BE49-F238E27FC236}">
                  <a16:creationId xmlns:a16="http://schemas.microsoft.com/office/drawing/2014/main" id="{8409C532-3F45-10B8-CDA5-7128B7483748}"/>
                </a:ext>
              </a:extLst>
            </p:cNvPr>
            <p:cNvSpPr/>
            <p:nvPr/>
          </p:nvSpPr>
          <p:spPr>
            <a:xfrm>
              <a:off x="3085638" y="535242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6" name="Freeform: Shape 5">
              <a:extLst>
                <a:ext uri="{FF2B5EF4-FFF2-40B4-BE49-F238E27FC236}">
                  <a16:creationId xmlns:a16="http://schemas.microsoft.com/office/drawing/2014/main" id="{DFD78871-7A07-A7E2-BDD7-5A69436AE4D7}"/>
                </a:ext>
              </a:extLst>
            </p:cNvPr>
            <p:cNvSpPr/>
            <p:nvPr/>
          </p:nvSpPr>
          <p:spPr>
            <a:xfrm>
              <a:off x="5582748"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9</a:t>
              </a:r>
            </a:p>
          </p:txBody>
        </p:sp>
        <p:sp>
          <p:nvSpPr>
            <p:cNvPr id="7" name="Freeform: Shape 6">
              <a:extLst>
                <a:ext uri="{FF2B5EF4-FFF2-40B4-BE49-F238E27FC236}">
                  <a16:creationId xmlns:a16="http://schemas.microsoft.com/office/drawing/2014/main" id="{AF7FF264-D51A-6E9C-A5CB-B55C061A1793}"/>
                </a:ext>
              </a:extLst>
            </p:cNvPr>
            <p:cNvSpPr/>
            <p:nvPr/>
          </p:nvSpPr>
          <p:spPr>
            <a:xfrm>
              <a:off x="6831303" y="535335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9" name="Freeform: Shape 8">
              <a:extLst>
                <a:ext uri="{FF2B5EF4-FFF2-40B4-BE49-F238E27FC236}">
                  <a16:creationId xmlns:a16="http://schemas.microsoft.com/office/drawing/2014/main" id="{F7B51F7B-20E3-2E67-167D-3D60A178B676}"/>
                </a:ext>
              </a:extLst>
            </p:cNvPr>
            <p:cNvSpPr/>
            <p:nvPr/>
          </p:nvSpPr>
          <p:spPr>
            <a:xfrm>
              <a:off x="183708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10" name="Freeform: Shape 9">
              <a:extLst>
                <a:ext uri="{FF2B5EF4-FFF2-40B4-BE49-F238E27FC236}">
                  <a16:creationId xmlns:a16="http://schemas.microsoft.com/office/drawing/2014/main" id="{3A4F2CD0-9145-823F-281B-16C46A6E8712}"/>
                </a:ext>
              </a:extLst>
            </p:cNvPr>
            <p:cNvSpPr/>
            <p:nvPr/>
          </p:nvSpPr>
          <p:spPr>
            <a:xfrm>
              <a:off x="433419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nvGrpSpPr>
          <p:cNvPr id="11" name="Group 10">
            <a:extLst>
              <a:ext uri="{FF2B5EF4-FFF2-40B4-BE49-F238E27FC236}">
                <a16:creationId xmlns:a16="http://schemas.microsoft.com/office/drawing/2014/main" id="{45E1DDAA-E4D6-063B-13C7-B0C1C7528977}"/>
              </a:ext>
            </a:extLst>
          </p:cNvPr>
          <p:cNvGrpSpPr/>
          <p:nvPr/>
        </p:nvGrpSpPr>
        <p:grpSpPr>
          <a:xfrm>
            <a:off x="6354217" y="3946917"/>
            <a:ext cx="3963309" cy="698527"/>
            <a:chOff x="1837083" y="5352172"/>
            <a:chExt cx="6242775" cy="750311"/>
          </a:xfrm>
        </p:grpSpPr>
        <p:sp>
          <p:nvSpPr>
            <p:cNvPr id="12" name="Freeform: Shape 11">
              <a:extLst>
                <a:ext uri="{FF2B5EF4-FFF2-40B4-BE49-F238E27FC236}">
                  <a16:creationId xmlns:a16="http://schemas.microsoft.com/office/drawing/2014/main" id="{C693BFCE-48B5-0C95-49FB-6ECE25241A6F}"/>
                </a:ext>
              </a:extLst>
            </p:cNvPr>
            <p:cNvSpPr/>
            <p:nvPr/>
          </p:nvSpPr>
          <p:spPr>
            <a:xfrm>
              <a:off x="3085638" y="535242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sp>
          <p:nvSpPr>
            <p:cNvPr id="13" name="Freeform: Shape 12">
              <a:extLst>
                <a:ext uri="{FF2B5EF4-FFF2-40B4-BE49-F238E27FC236}">
                  <a16:creationId xmlns:a16="http://schemas.microsoft.com/office/drawing/2014/main" id="{1BF27821-572E-A9E6-9222-DDA1054E9F5F}"/>
                </a:ext>
              </a:extLst>
            </p:cNvPr>
            <p:cNvSpPr/>
            <p:nvPr/>
          </p:nvSpPr>
          <p:spPr>
            <a:xfrm>
              <a:off x="5582748"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14" name="Freeform: Shape 13">
              <a:extLst>
                <a:ext uri="{FF2B5EF4-FFF2-40B4-BE49-F238E27FC236}">
                  <a16:creationId xmlns:a16="http://schemas.microsoft.com/office/drawing/2014/main" id="{0392F986-3FE7-B14E-8F42-F6BA35B9C4D9}"/>
                </a:ext>
              </a:extLst>
            </p:cNvPr>
            <p:cNvSpPr/>
            <p:nvPr/>
          </p:nvSpPr>
          <p:spPr>
            <a:xfrm>
              <a:off x="6831303" y="5353350"/>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dirty="0"/>
                <a:t>9</a:t>
              </a:r>
              <a:endParaRPr lang="en-US" sz="3200" kern="1200" dirty="0"/>
            </a:p>
          </p:txBody>
        </p:sp>
        <p:sp>
          <p:nvSpPr>
            <p:cNvPr id="15" name="Freeform: Shape 14">
              <a:extLst>
                <a:ext uri="{FF2B5EF4-FFF2-40B4-BE49-F238E27FC236}">
                  <a16:creationId xmlns:a16="http://schemas.microsoft.com/office/drawing/2014/main" id="{3CBB3817-8588-AAB9-7ADC-64CD937354E7}"/>
                </a:ext>
              </a:extLst>
            </p:cNvPr>
            <p:cNvSpPr/>
            <p:nvPr/>
          </p:nvSpPr>
          <p:spPr>
            <a:xfrm>
              <a:off x="183708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16" name="Freeform: Shape 15">
              <a:extLst>
                <a:ext uri="{FF2B5EF4-FFF2-40B4-BE49-F238E27FC236}">
                  <a16:creationId xmlns:a16="http://schemas.microsoft.com/office/drawing/2014/main" id="{1E7F3760-F090-26DF-28A8-FE0C641F82AA}"/>
                </a:ext>
              </a:extLst>
            </p:cNvPr>
            <p:cNvSpPr/>
            <p:nvPr/>
          </p:nvSpPr>
          <p:spPr>
            <a:xfrm>
              <a:off x="4334193" y="5352172"/>
              <a:ext cx="1248555" cy="749133"/>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gr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FC6EA43A-EF78-FBC0-A24E-27427C45647D}"/>
                  </a:ext>
                </a:extLst>
              </p:cNvPr>
              <p:cNvSpPr txBox="1">
                <a:spLocks/>
              </p:cNvSpPr>
              <p:nvPr/>
            </p:nvSpPr>
            <p:spPr>
              <a:xfrm>
                <a:off x="214767" y="4644347"/>
                <a:ext cx="11743016" cy="868031"/>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Let’s put each element to the index determined by its value. The search will be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as we only need to check whether there’s a value on the given index or not.</a:t>
                </a:r>
              </a:p>
            </p:txBody>
          </p:sp>
        </mc:Choice>
        <mc:Fallback xmlns="">
          <p:sp>
            <p:nvSpPr>
              <p:cNvPr id="17" name="Content Placeholder 2">
                <a:extLst>
                  <a:ext uri="{FF2B5EF4-FFF2-40B4-BE49-F238E27FC236}">
                    <a16:creationId xmlns:a16="http://schemas.microsoft.com/office/drawing/2014/main" id="{FC6EA43A-EF78-FBC0-A24E-27427C45647D}"/>
                  </a:ext>
                </a:extLst>
              </p:cNvPr>
              <p:cNvSpPr txBox="1">
                <a:spLocks noRot="1" noChangeAspect="1" noMove="1" noResize="1" noEditPoints="1" noAdjustHandles="1" noChangeArrowheads="1" noChangeShapeType="1" noTextEdit="1"/>
              </p:cNvSpPr>
              <p:nvPr/>
            </p:nvSpPr>
            <p:spPr>
              <a:xfrm>
                <a:off x="214767" y="4644347"/>
                <a:ext cx="11743016" cy="868031"/>
              </a:xfrm>
              <a:prstGeom prst="rect">
                <a:avLst/>
              </a:prstGeom>
              <a:blipFill>
                <a:blip r:embed="rId4"/>
                <a:stretch>
                  <a:fillRect l="-727" t="-5634" r="-311" b="-15493"/>
                </a:stretch>
              </a:blipFill>
            </p:spPr>
            <p:txBody>
              <a:bodyPr/>
              <a:lstStyle/>
              <a:p>
                <a:r>
                  <a:rPr lang="en-US">
                    <a:noFill/>
                  </a:rPr>
                  <a:t> </a:t>
                </a:r>
              </a:p>
            </p:txBody>
          </p:sp>
        </mc:Fallback>
      </mc:AlternateContent>
      <p:grpSp>
        <p:nvGrpSpPr>
          <p:cNvPr id="34" name="Group 33">
            <a:extLst>
              <a:ext uri="{FF2B5EF4-FFF2-40B4-BE49-F238E27FC236}">
                <a16:creationId xmlns:a16="http://schemas.microsoft.com/office/drawing/2014/main" id="{F3393E56-D066-7C1F-1C8D-0BF35387679C}"/>
              </a:ext>
            </a:extLst>
          </p:cNvPr>
          <p:cNvGrpSpPr/>
          <p:nvPr/>
        </p:nvGrpSpPr>
        <p:grpSpPr>
          <a:xfrm>
            <a:off x="2390909" y="5529293"/>
            <a:ext cx="7124279" cy="698527"/>
            <a:chOff x="1598247" y="5699787"/>
            <a:chExt cx="7124279" cy="698527"/>
          </a:xfrm>
        </p:grpSpPr>
        <p:sp>
          <p:nvSpPr>
            <p:cNvPr id="25" name="Freeform: Shape 24">
              <a:extLst>
                <a:ext uri="{FF2B5EF4-FFF2-40B4-BE49-F238E27FC236}">
                  <a16:creationId xmlns:a16="http://schemas.microsoft.com/office/drawing/2014/main" id="{F3EBFA59-8693-A18B-A929-28870C29FB1E}"/>
                </a:ext>
              </a:extLst>
            </p:cNvPr>
            <p:cNvSpPr/>
            <p:nvPr/>
          </p:nvSpPr>
          <p:spPr>
            <a:xfrm>
              <a:off x="2390909" y="5700018"/>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dirty="0"/>
                <a:t>2</a:t>
              </a:r>
              <a:endParaRPr lang="en-US" sz="3200" kern="1200" dirty="0"/>
            </a:p>
          </p:txBody>
        </p:sp>
        <p:sp>
          <p:nvSpPr>
            <p:cNvPr id="26" name="Freeform: Shape 25">
              <a:extLst>
                <a:ext uri="{FF2B5EF4-FFF2-40B4-BE49-F238E27FC236}">
                  <a16:creationId xmlns:a16="http://schemas.microsoft.com/office/drawing/2014/main" id="{FCEC19D2-E44F-3BBC-FC43-1871BCC4CF59}"/>
                </a:ext>
              </a:extLst>
            </p:cNvPr>
            <p:cNvSpPr/>
            <p:nvPr/>
          </p:nvSpPr>
          <p:spPr>
            <a:xfrm>
              <a:off x="3976232"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endParaRPr lang="en-US" sz="3200" kern="1200" dirty="0"/>
            </a:p>
          </p:txBody>
        </p:sp>
        <p:sp>
          <p:nvSpPr>
            <p:cNvPr id="27" name="Freeform: Shape 26">
              <a:extLst>
                <a:ext uri="{FF2B5EF4-FFF2-40B4-BE49-F238E27FC236}">
                  <a16:creationId xmlns:a16="http://schemas.microsoft.com/office/drawing/2014/main" id="{8A9C82DB-5AFE-D2D4-A738-FA74CD6689CB}"/>
                </a:ext>
              </a:extLst>
            </p:cNvPr>
            <p:cNvSpPr/>
            <p:nvPr/>
          </p:nvSpPr>
          <p:spPr>
            <a:xfrm>
              <a:off x="4768894" y="5700884"/>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28" name="Freeform: Shape 27">
              <a:extLst>
                <a:ext uri="{FF2B5EF4-FFF2-40B4-BE49-F238E27FC236}">
                  <a16:creationId xmlns:a16="http://schemas.microsoft.com/office/drawing/2014/main" id="{2B4213EE-600E-CE6D-AABE-631762A9D3A8}"/>
                </a:ext>
              </a:extLst>
            </p:cNvPr>
            <p:cNvSpPr/>
            <p:nvPr/>
          </p:nvSpPr>
          <p:spPr>
            <a:xfrm>
              <a:off x="1598247"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dirty="0"/>
                <a:t>1</a:t>
              </a:r>
              <a:endParaRPr lang="en-US" sz="3200" kern="1200" dirty="0"/>
            </a:p>
          </p:txBody>
        </p:sp>
        <p:sp>
          <p:nvSpPr>
            <p:cNvPr id="29" name="Freeform: Shape 28">
              <a:extLst>
                <a:ext uri="{FF2B5EF4-FFF2-40B4-BE49-F238E27FC236}">
                  <a16:creationId xmlns:a16="http://schemas.microsoft.com/office/drawing/2014/main" id="{439F9D42-FD9D-1D7E-4106-4273DFE182AE}"/>
                </a:ext>
              </a:extLst>
            </p:cNvPr>
            <p:cNvSpPr/>
            <p:nvPr/>
          </p:nvSpPr>
          <p:spPr>
            <a:xfrm>
              <a:off x="3183571"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dirty="0"/>
                <a:t>3</a:t>
              </a:r>
              <a:endParaRPr lang="en-US" sz="3200" kern="1200" dirty="0"/>
            </a:p>
          </p:txBody>
        </p:sp>
        <p:sp>
          <p:nvSpPr>
            <p:cNvPr id="30" name="Freeform: Shape 29">
              <a:extLst>
                <a:ext uri="{FF2B5EF4-FFF2-40B4-BE49-F238E27FC236}">
                  <a16:creationId xmlns:a16="http://schemas.microsoft.com/office/drawing/2014/main" id="{4E82B62A-D13A-02A1-C23D-4F887764842C}"/>
                </a:ext>
              </a:extLst>
            </p:cNvPr>
            <p:cNvSpPr/>
            <p:nvPr/>
          </p:nvSpPr>
          <p:spPr>
            <a:xfrm>
              <a:off x="6344541"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endParaRPr lang="en-US" sz="3200" kern="1200" dirty="0"/>
            </a:p>
          </p:txBody>
        </p:sp>
        <p:sp>
          <p:nvSpPr>
            <p:cNvPr id="31" name="Freeform: Shape 30">
              <a:extLst>
                <a:ext uri="{FF2B5EF4-FFF2-40B4-BE49-F238E27FC236}">
                  <a16:creationId xmlns:a16="http://schemas.microsoft.com/office/drawing/2014/main" id="{7A7E5DAC-1EA0-140B-5403-142F6D346AF2}"/>
                </a:ext>
              </a:extLst>
            </p:cNvPr>
            <p:cNvSpPr/>
            <p:nvPr/>
          </p:nvSpPr>
          <p:spPr>
            <a:xfrm>
              <a:off x="7137203" y="5700884"/>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endParaRPr lang="en-US" sz="3200" kern="1200" dirty="0"/>
            </a:p>
          </p:txBody>
        </p:sp>
        <p:sp>
          <p:nvSpPr>
            <p:cNvPr id="32" name="Freeform: Shape 31">
              <a:extLst>
                <a:ext uri="{FF2B5EF4-FFF2-40B4-BE49-F238E27FC236}">
                  <a16:creationId xmlns:a16="http://schemas.microsoft.com/office/drawing/2014/main" id="{900CBCD6-0122-B584-938A-BF2A7F1C9C19}"/>
                </a:ext>
              </a:extLst>
            </p:cNvPr>
            <p:cNvSpPr/>
            <p:nvPr/>
          </p:nvSpPr>
          <p:spPr>
            <a:xfrm>
              <a:off x="5551880"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endParaRPr lang="en-US" sz="3200" kern="1200" dirty="0"/>
            </a:p>
          </p:txBody>
        </p:sp>
        <p:sp>
          <p:nvSpPr>
            <p:cNvPr id="33" name="Freeform: Shape 32">
              <a:extLst>
                <a:ext uri="{FF2B5EF4-FFF2-40B4-BE49-F238E27FC236}">
                  <a16:creationId xmlns:a16="http://schemas.microsoft.com/office/drawing/2014/main" id="{379E5261-2130-A0C6-B289-CF321F6BF304}"/>
                </a:ext>
              </a:extLst>
            </p:cNvPr>
            <p:cNvSpPr/>
            <p:nvPr/>
          </p:nvSpPr>
          <p:spPr>
            <a:xfrm>
              <a:off x="7929864" y="5700884"/>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9</a:t>
              </a:r>
            </a:p>
          </p:txBody>
        </p:sp>
      </p:grpSp>
    </p:spTree>
    <p:extLst>
      <p:ext uri="{BB962C8B-B14F-4D97-AF65-F5344CB8AC3E}">
        <p14:creationId xmlns:p14="http://schemas.microsoft.com/office/powerpoint/2010/main" val="309682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Hashing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4"/>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This technique is highly effective, because it takes single statement to insert as well as search. The indices are acting as “keys” to reach their respective values in constant time.</a:t>
                </a:r>
              </a:p>
              <a:p>
                <a:pPr>
                  <a:lnSpc>
                    <a:spcPct val="120000"/>
                  </a:lnSpc>
                  <a:buFont typeface="Wingdings" panose="05000000000000000000" pitchFamily="2" charset="2"/>
                  <a:buChar char="§"/>
                </a:pPr>
                <a:r>
                  <a:rPr lang="en-US" sz="3200" dirty="0"/>
                  <a:t>However, it took an array of the same size as the largest value. Meaning many array indices will remain empty and waste memory space.</a:t>
                </a:r>
              </a:p>
              <a:p>
                <a:pPr>
                  <a:lnSpc>
                    <a:spcPct val="120000"/>
                  </a:lnSpc>
                  <a:buFont typeface="Wingdings" panose="05000000000000000000" pitchFamily="2" charset="2"/>
                  <a:buChar char="§"/>
                </a:pPr>
                <a:r>
                  <a:rPr lang="en-US" sz="3200" dirty="0"/>
                  <a:t>To solve this problem, we can create a </a:t>
                </a:r>
                <a:r>
                  <a:rPr lang="en-US" sz="3200" i="1" u="sng" dirty="0"/>
                  <a:t>hash function</a:t>
                </a:r>
                <a:r>
                  <a:rPr lang="en-US" sz="3200" dirty="0"/>
                  <a:t> which calculates a </a:t>
                </a:r>
                <a:r>
                  <a:rPr lang="en-US" sz="3200" i="1" u="sng" dirty="0"/>
                  <a:t>key</a:t>
                </a:r>
                <a:r>
                  <a:rPr lang="en-US" sz="3200" dirty="0"/>
                  <a:t> for elements such that the memory waste is very low.</a:t>
                </a:r>
              </a:p>
              <a:p>
                <a:pPr>
                  <a:lnSpc>
                    <a:spcPct val="120000"/>
                  </a:lnSpc>
                  <a:buFont typeface="Wingdings" panose="05000000000000000000" pitchFamily="2" charset="2"/>
                  <a:buChar char="§"/>
                </a:pPr>
                <a:r>
                  <a:rPr lang="en-US" sz="3200" dirty="0"/>
                  <a:t>E.g., let’s call our elements </a:t>
                </a:r>
                <a14:m>
                  <m:oMath xmlns:m="http://schemas.openxmlformats.org/officeDocument/2006/math">
                    <m:r>
                      <a:rPr lang="en-US" sz="3200" b="0" i="1" smtClean="0">
                        <a:latin typeface="Cambria Math" panose="02040503050406030204" pitchFamily="18" charset="0"/>
                      </a:rPr>
                      <m:t>𝑥</m:t>
                    </m:r>
                  </m:oMath>
                </a14:m>
                <a:r>
                  <a:rPr lang="en-US" sz="3200" dirty="0"/>
                  <a:t> and define the hash function </a:t>
                </a:r>
                <a14:m>
                  <m:oMath xmlns:m="http://schemas.openxmlformats.org/officeDocument/2006/math">
                    <m:r>
                      <a:rPr lang="en-US" sz="3200" b="0" i="1" smtClean="0">
                        <a:latin typeface="Cambria Math" panose="02040503050406030204" pitchFamily="18" charset="0"/>
                      </a:rPr>
                      <m:t>h</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𝑥</m:t>
                        </m:r>
                      </m:e>
                    </m:d>
                    <m:r>
                      <a:rPr lang="en-US" sz="3200" b="0" i="1" smtClean="0">
                        <a:latin typeface="Cambria Math" panose="02040503050406030204" pitchFamily="18" charset="0"/>
                      </a:rPr>
                      <m:t>=</m:t>
                    </m:r>
                    <m:r>
                      <a:rPr lang="en-US" sz="3200" b="0" i="1" smtClean="0">
                        <a:latin typeface="Cambria Math" panose="02040503050406030204" pitchFamily="18" charset="0"/>
                      </a:rPr>
                      <m:t>𝑥</m:t>
                    </m:r>
                    <m:r>
                      <a:rPr lang="en-US" sz="3200" b="0" i="1" smtClean="0">
                        <a:latin typeface="Cambria Math" panose="02040503050406030204" pitchFamily="18" charset="0"/>
                      </a:rPr>
                      <m:t> </m:t>
                    </m:r>
                    <m:r>
                      <a:rPr lang="en-US" sz="3200" b="0" i="1" smtClean="0">
                        <a:latin typeface="Cambria Math" panose="02040503050406030204" pitchFamily="18" charset="0"/>
                      </a:rPr>
                      <m:t>𝑀𝑂𝐷</m:t>
                    </m:r>
                    <m:r>
                      <a:rPr lang="en-US" sz="3200" b="0" i="1" smtClean="0">
                        <a:latin typeface="Cambria Math" panose="02040503050406030204" pitchFamily="18" charset="0"/>
                      </a:rPr>
                      <m:t> 5</m:t>
                    </m:r>
                  </m:oMath>
                </a14:m>
                <a:r>
                  <a:rPr lang="en-US" sz="3200" dirty="0"/>
                  <a:t>. This way, for our data: {5, 3, 2, 9, 1}, the keys will be calculated as: {0, 3, 2, 4, 1}.</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4"/>
              </a:xfrm>
              <a:prstGeom prst="rect">
                <a:avLst/>
              </a:prstGeom>
              <a:blipFill>
                <a:blip r:embed="rId3"/>
                <a:stretch>
                  <a:fillRect l="-727" t="-1057" r="-1401" b="-302"/>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0BCF855C-1ABF-67DC-1E11-F242A7910498}"/>
              </a:ext>
            </a:extLst>
          </p:cNvPr>
          <p:cNvGrpSpPr/>
          <p:nvPr/>
        </p:nvGrpSpPr>
        <p:grpSpPr>
          <a:xfrm>
            <a:off x="4104620" y="5708636"/>
            <a:ext cx="3963309" cy="698527"/>
            <a:chOff x="1598247" y="5699787"/>
            <a:chExt cx="3963309" cy="698527"/>
          </a:xfrm>
        </p:grpSpPr>
        <p:sp>
          <p:nvSpPr>
            <p:cNvPr id="18" name="Freeform: Shape 17">
              <a:extLst>
                <a:ext uri="{FF2B5EF4-FFF2-40B4-BE49-F238E27FC236}">
                  <a16:creationId xmlns:a16="http://schemas.microsoft.com/office/drawing/2014/main" id="{19D3737D-D1A8-F840-FBBF-7CCD7841A368}"/>
                </a:ext>
              </a:extLst>
            </p:cNvPr>
            <p:cNvSpPr/>
            <p:nvPr/>
          </p:nvSpPr>
          <p:spPr>
            <a:xfrm>
              <a:off x="2390909" y="5700018"/>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19" name="Freeform: Shape 18">
              <a:extLst>
                <a:ext uri="{FF2B5EF4-FFF2-40B4-BE49-F238E27FC236}">
                  <a16:creationId xmlns:a16="http://schemas.microsoft.com/office/drawing/2014/main" id="{C61DE13B-71AD-73B1-AA87-AD903D291C2C}"/>
                </a:ext>
              </a:extLst>
            </p:cNvPr>
            <p:cNvSpPr/>
            <p:nvPr/>
          </p:nvSpPr>
          <p:spPr>
            <a:xfrm>
              <a:off x="3976232"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20" name="Freeform: Shape 19">
              <a:extLst>
                <a:ext uri="{FF2B5EF4-FFF2-40B4-BE49-F238E27FC236}">
                  <a16:creationId xmlns:a16="http://schemas.microsoft.com/office/drawing/2014/main" id="{04C56E6E-3E00-1F88-29A0-23AB69D48C70}"/>
                </a:ext>
              </a:extLst>
            </p:cNvPr>
            <p:cNvSpPr/>
            <p:nvPr/>
          </p:nvSpPr>
          <p:spPr>
            <a:xfrm>
              <a:off x="4768894" y="5700884"/>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9</a:t>
              </a:r>
            </a:p>
          </p:txBody>
        </p:sp>
        <p:sp>
          <p:nvSpPr>
            <p:cNvPr id="21" name="Freeform: Shape 20">
              <a:extLst>
                <a:ext uri="{FF2B5EF4-FFF2-40B4-BE49-F238E27FC236}">
                  <a16:creationId xmlns:a16="http://schemas.microsoft.com/office/drawing/2014/main" id="{D970CBC2-5D7A-3809-C6FC-E41E142B9F79}"/>
                </a:ext>
              </a:extLst>
            </p:cNvPr>
            <p:cNvSpPr/>
            <p:nvPr/>
          </p:nvSpPr>
          <p:spPr>
            <a:xfrm>
              <a:off x="1598247"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22" name="Freeform: Shape 21">
              <a:extLst>
                <a:ext uri="{FF2B5EF4-FFF2-40B4-BE49-F238E27FC236}">
                  <a16:creationId xmlns:a16="http://schemas.microsoft.com/office/drawing/2014/main" id="{7ECC7064-5AF7-2841-5C4F-BC02ABFEC6D5}"/>
                </a:ext>
              </a:extLst>
            </p:cNvPr>
            <p:cNvSpPr/>
            <p:nvPr/>
          </p:nvSpPr>
          <p:spPr>
            <a:xfrm>
              <a:off x="3183571" y="5699787"/>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spTree>
    <p:extLst>
      <p:ext uri="{BB962C8B-B14F-4D97-AF65-F5344CB8AC3E}">
        <p14:creationId xmlns:p14="http://schemas.microsoft.com/office/powerpoint/2010/main" val="418760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Handling Collisions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But what happens if we had 8 instead of 9 in the data?</a:t>
                </a:r>
              </a:p>
              <a:p>
                <a:pPr>
                  <a:lnSpc>
                    <a:spcPct val="120000"/>
                  </a:lnSpc>
                  <a:buFont typeface="Wingdings" panose="05000000000000000000" pitchFamily="2" charset="2"/>
                  <a:buChar char="§"/>
                </a:pPr>
                <a:r>
                  <a:rPr lang="en-US" sz="3200" dirty="0"/>
                  <a:t>Since </a:t>
                </a:r>
                <a14:m>
                  <m:oMath xmlns:m="http://schemas.openxmlformats.org/officeDocument/2006/math">
                    <m:r>
                      <a:rPr lang="en-US" sz="3200" b="0" i="1" smtClean="0">
                        <a:latin typeface="Cambria Math" panose="02040503050406030204" pitchFamily="18" charset="0"/>
                      </a:rPr>
                      <m:t>h</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8</m:t>
                        </m:r>
                      </m:e>
                    </m:d>
                    <m:r>
                      <a:rPr lang="en-US" sz="3200" b="0" i="1" smtClean="0">
                        <a:latin typeface="Cambria Math" panose="02040503050406030204" pitchFamily="18" charset="0"/>
                      </a:rPr>
                      <m:t>=8 </m:t>
                    </m:r>
                    <m:r>
                      <a:rPr lang="en-US" sz="3200" b="0" i="1" smtClean="0">
                        <a:latin typeface="Cambria Math" panose="02040503050406030204" pitchFamily="18" charset="0"/>
                      </a:rPr>
                      <m:t>𝑀𝑂𝐷</m:t>
                    </m:r>
                    <m:r>
                      <a:rPr lang="en-US" sz="3200" b="0" i="1" smtClean="0">
                        <a:latin typeface="Cambria Math" panose="02040503050406030204" pitchFamily="18" charset="0"/>
                      </a:rPr>
                      <m:t> 5=3</m:t>
                    </m:r>
                  </m:oMath>
                </a14:m>
                <a:r>
                  <a:rPr lang="en-US" sz="3200" dirty="0"/>
                  <a:t>, it will create a collision with </a:t>
                </a:r>
                <a14:m>
                  <m:oMath xmlns:m="http://schemas.openxmlformats.org/officeDocument/2006/math">
                    <m:r>
                      <a:rPr lang="en-US" sz="3200" b="0" i="1" smtClean="0">
                        <a:latin typeface="Cambria Math" panose="02040503050406030204" pitchFamily="18" charset="0"/>
                      </a:rPr>
                      <m:t>h</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3</m:t>
                        </m:r>
                      </m:e>
                    </m:d>
                  </m:oMath>
                </a14:m>
                <a:r>
                  <a:rPr lang="en-US" sz="3200" dirty="0"/>
                  <a:t>, because this </a:t>
                </a:r>
                <a14:m>
                  <m:oMath xmlns:m="http://schemas.openxmlformats.org/officeDocument/2006/math">
                    <m:r>
                      <a:rPr lang="en-US" sz="3200" i="1" dirty="0" smtClean="0">
                        <a:latin typeface="Cambria Math" panose="02040503050406030204" pitchFamily="18" charset="0"/>
                      </a:rPr>
                      <m:t>𝑘𝑒𝑦</m:t>
                    </m:r>
                  </m:oMath>
                </a14:m>
                <a:r>
                  <a:rPr lang="en-US" sz="3200" dirty="0"/>
                  <a:t> value is already mapped to </a:t>
                </a:r>
                <a14:m>
                  <m:oMath xmlns:m="http://schemas.openxmlformats.org/officeDocument/2006/math">
                    <m:r>
                      <a:rPr lang="en-US" sz="3200" i="1" dirty="0" smtClean="0">
                        <a:latin typeface="Cambria Math" panose="02040503050406030204" pitchFamily="18" charset="0"/>
                      </a:rPr>
                      <m:t>𝑥</m:t>
                    </m:r>
                    <m:r>
                      <a:rPr lang="en-US" sz="3200" i="1" dirty="0" smtClean="0">
                        <a:latin typeface="Cambria Math" panose="02040503050406030204" pitchFamily="18" charset="0"/>
                      </a:rPr>
                      <m:t>=3</m:t>
                    </m:r>
                  </m:oMath>
                </a14:m>
                <a:r>
                  <a:rPr lang="en-US" sz="3200" dirty="0"/>
                  <a:t>.</a:t>
                </a:r>
              </a:p>
              <a:p>
                <a:pPr>
                  <a:lnSpc>
                    <a:spcPct val="120000"/>
                  </a:lnSpc>
                  <a:buFont typeface="Wingdings" panose="05000000000000000000" pitchFamily="2" charset="2"/>
                  <a:buChar char="§"/>
                </a:pPr>
                <a:r>
                  <a:rPr lang="en-US" sz="3200" dirty="0"/>
                  <a:t>Multiple techniques are used to handle such collisions.</a:t>
                </a:r>
              </a:p>
              <a:p>
                <a:pPr marL="971550" lvl="1" indent="-514350">
                  <a:lnSpc>
                    <a:spcPct val="120000"/>
                  </a:lnSpc>
                  <a:buFont typeface="+mj-lt"/>
                  <a:buAutoNum type="arabicPeriod"/>
                </a:pPr>
                <a:r>
                  <a:rPr lang="en-US" sz="3000" dirty="0"/>
                  <a:t>Chaining</a:t>
                </a:r>
              </a:p>
              <a:p>
                <a:pPr marL="971550" lvl="1" indent="-514350">
                  <a:lnSpc>
                    <a:spcPct val="120000"/>
                  </a:lnSpc>
                  <a:buFont typeface="+mj-lt"/>
                  <a:buAutoNum type="arabicPeriod"/>
                </a:pPr>
                <a:r>
                  <a:rPr lang="en-US" sz="3000" dirty="0"/>
                  <a:t>Linear Probing</a:t>
                </a:r>
              </a:p>
              <a:p>
                <a:pPr marL="971550" lvl="1" indent="-514350">
                  <a:lnSpc>
                    <a:spcPct val="120000"/>
                  </a:lnSpc>
                  <a:buFont typeface="+mj-lt"/>
                  <a:buAutoNum type="arabicPeriod"/>
                </a:pPr>
                <a:r>
                  <a:rPr lang="en-US" sz="3000" dirty="0"/>
                  <a:t>Quadratic Probing</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142" t="-370"/>
                </a:stretch>
              </a:blipFill>
            </p:spPr>
            <p:txBody>
              <a:bodyPr/>
              <a:lstStyle/>
              <a:p>
                <a:r>
                  <a:rPr lang="en-US">
                    <a:noFill/>
                  </a:rPr>
                  <a:t> </a:t>
                </a:r>
              </a:p>
            </p:txBody>
          </p:sp>
        </mc:Fallback>
      </mc:AlternateContent>
    </p:spTree>
    <p:extLst>
      <p:ext uri="{BB962C8B-B14F-4D97-AF65-F5344CB8AC3E}">
        <p14:creationId xmlns:p14="http://schemas.microsoft.com/office/powerpoint/2010/main" val="65272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Handling Collisions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6918528"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Chaining is an </a:t>
            </a:r>
            <a:r>
              <a:rPr lang="en-US" sz="3200" u="sng" dirty="0"/>
              <a:t>open-hashing</a:t>
            </a:r>
            <a:r>
              <a:rPr lang="en-US" sz="3200" dirty="0"/>
              <a:t> technique of collision handling in which instead of a single element, we attach a linked list to each index of the array.</a:t>
            </a:r>
          </a:p>
          <a:p>
            <a:pPr>
              <a:lnSpc>
                <a:spcPct val="120000"/>
              </a:lnSpc>
              <a:buFont typeface="Wingdings" panose="05000000000000000000" pitchFamily="2" charset="2"/>
              <a:buChar char="§"/>
            </a:pPr>
            <a:r>
              <a:rPr lang="en-US" sz="3200" dirty="0"/>
              <a:t>There is a little overhead in this case, because now instead of 1 steps, we may require more steps, but the efficiency will still be much faster.</a:t>
            </a:r>
          </a:p>
          <a:p>
            <a:pPr>
              <a:lnSpc>
                <a:spcPct val="120000"/>
              </a:lnSpc>
              <a:buFont typeface="Wingdings" panose="05000000000000000000" pitchFamily="2" charset="2"/>
              <a:buChar char="§"/>
            </a:pPr>
            <a:r>
              <a:rPr lang="en-US" sz="3200" dirty="0"/>
              <a:t>Chaining is an effective technique, but it converts our data structure into dynamic.</a:t>
            </a:r>
          </a:p>
          <a:p>
            <a:pPr>
              <a:lnSpc>
                <a:spcPct val="120000"/>
              </a:lnSpc>
              <a:buFont typeface="Wingdings" panose="05000000000000000000" pitchFamily="2" charset="2"/>
              <a:buChar char="§"/>
            </a:pPr>
            <a:r>
              <a:rPr lang="en-US" sz="3100" dirty="0"/>
              <a:t>To handle collision and keep the data structure static, we use close-hashing techniques like </a:t>
            </a:r>
            <a:r>
              <a:rPr lang="en-US" sz="3100" u="sng" dirty="0"/>
              <a:t>Linear and Quadratic Probing</a:t>
            </a:r>
            <a:r>
              <a:rPr lang="en-US" sz="3100" dirty="0"/>
              <a:t>.</a:t>
            </a:r>
          </a:p>
          <a:p>
            <a:pPr>
              <a:lnSpc>
                <a:spcPct val="120000"/>
              </a:lnSpc>
              <a:buFont typeface="Wingdings" panose="05000000000000000000" pitchFamily="2" charset="2"/>
              <a:buChar char="§"/>
            </a:pPr>
            <a:endParaRPr lang="en-US" sz="3200" dirty="0"/>
          </a:p>
          <a:p>
            <a:pPr>
              <a:lnSpc>
                <a:spcPct val="120000"/>
              </a:lnSpc>
              <a:buFont typeface="Wingdings" panose="05000000000000000000" pitchFamily="2" charset="2"/>
              <a:buChar char="§"/>
            </a:pPr>
            <a:endParaRPr lang="en-US" sz="3000" dirty="0"/>
          </a:p>
        </p:txBody>
      </p:sp>
      <p:grpSp>
        <p:nvGrpSpPr>
          <p:cNvPr id="11" name="Group 10">
            <a:extLst>
              <a:ext uri="{FF2B5EF4-FFF2-40B4-BE49-F238E27FC236}">
                <a16:creationId xmlns:a16="http://schemas.microsoft.com/office/drawing/2014/main" id="{D03AACF3-18FF-B475-11A2-0B96137DCE38}"/>
              </a:ext>
            </a:extLst>
          </p:cNvPr>
          <p:cNvGrpSpPr/>
          <p:nvPr/>
        </p:nvGrpSpPr>
        <p:grpSpPr>
          <a:xfrm>
            <a:off x="7487048" y="1753944"/>
            <a:ext cx="792662" cy="3808656"/>
            <a:chOff x="7822510" y="1532586"/>
            <a:chExt cx="792662" cy="3487150"/>
          </a:xfrm>
        </p:grpSpPr>
        <p:sp>
          <p:nvSpPr>
            <p:cNvPr id="12" name="Freeform: Shape 11">
              <a:extLst>
                <a:ext uri="{FF2B5EF4-FFF2-40B4-BE49-F238E27FC236}">
                  <a16:creationId xmlns:a16="http://schemas.microsoft.com/office/drawing/2014/main" id="{2217741E-60A2-E683-2497-C04ADF4982BA}"/>
                </a:ext>
              </a:extLst>
            </p:cNvPr>
            <p:cNvSpPr/>
            <p:nvPr/>
          </p:nvSpPr>
          <p:spPr>
            <a:xfrm>
              <a:off x="7822510" y="223001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13" name="Freeform: Shape 12">
              <a:extLst>
                <a:ext uri="{FF2B5EF4-FFF2-40B4-BE49-F238E27FC236}">
                  <a16:creationId xmlns:a16="http://schemas.microsoft.com/office/drawing/2014/main" id="{207C7B26-0C34-E96B-36DE-12A79AF4D091}"/>
                </a:ext>
              </a:extLst>
            </p:cNvPr>
            <p:cNvSpPr/>
            <p:nvPr/>
          </p:nvSpPr>
          <p:spPr>
            <a:xfrm>
              <a:off x="7822510" y="362487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14" name="Freeform: Shape 13">
              <a:extLst>
                <a:ext uri="{FF2B5EF4-FFF2-40B4-BE49-F238E27FC236}">
                  <a16:creationId xmlns:a16="http://schemas.microsoft.com/office/drawing/2014/main" id="{3755299F-1070-548D-B511-B41B1FEB3FF0}"/>
                </a:ext>
              </a:extLst>
            </p:cNvPr>
            <p:cNvSpPr/>
            <p:nvPr/>
          </p:nvSpPr>
          <p:spPr>
            <a:xfrm>
              <a:off x="7822510" y="432230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a:t>
              </a:r>
            </a:p>
          </p:txBody>
        </p:sp>
        <p:sp>
          <p:nvSpPr>
            <p:cNvPr id="15" name="Freeform: Shape 14">
              <a:extLst>
                <a:ext uri="{FF2B5EF4-FFF2-40B4-BE49-F238E27FC236}">
                  <a16:creationId xmlns:a16="http://schemas.microsoft.com/office/drawing/2014/main" id="{D6BEFC6A-E993-5E4E-9138-8107E9644A29}"/>
                </a:ext>
              </a:extLst>
            </p:cNvPr>
            <p:cNvSpPr/>
            <p:nvPr/>
          </p:nvSpPr>
          <p:spPr>
            <a:xfrm>
              <a:off x="7822510" y="153258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0</a:t>
              </a:r>
            </a:p>
          </p:txBody>
        </p:sp>
        <p:sp>
          <p:nvSpPr>
            <p:cNvPr id="16" name="Freeform: Shape 15">
              <a:extLst>
                <a:ext uri="{FF2B5EF4-FFF2-40B4-BE49-F238E27FC236}">
                  <a16:creationId xmlns:a16="http://schemas.microsoft.com/office/drawing/2014/main" id="{7DD09B3C-D14D-5986-E6B9-219F690E7AE4}"/>
                </a:ext>
              </a:extLst>
            </p:cNvPr>
            <p:cNvSpPr/>
            <p:nvPr/>
          </p:nvSpPr>
          <p:spPr>
            <a:xfrm>
              <a:off x="7822510" y="292744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nvGrpSpPr>
          <p:cNvPr id="26" name="Group 25">
            <a:extLst>
              <a:ext uri="{FF2B5EF4-FFF2-40B4-BE49-F238E27FC236}">
                <a16:creationId xmlns:a16="http://schemas.microsoft.com/office/drawing/2014/main" id="{537851C2-0687-BCC2-7A57-BABA3702A6D4}"/>
              </a:ext>
            </a:extLst>
          </p:cNvPr>
          <p:cNvGrpSpPr/>
          <p:nvPr/>
        </p:nvGrpSpPr>
        <p:grpSpPr>
          <a:xfrm>
            <a:off x="8627845" y="1768911"/>
            <a:ext cx="1428993" cy="623497"/>
            <a:chOff x="1345323" y="1944414"/>
            <a:chExt cx="1608083" cy="738664"/>
          </a:xfrm>
        </p:grpSpPr>
        <p:sp>
          <p:nvSpPr>
            <p:cNvPr id="27" name="TextBox 26">
              <a:extLst>
                <a:ext uri="{FF2B5EF4-FFF2-40B4-BE49-F238E27FC236}">
                  <a16:creationId xmlns:a16="http://schemas.microsoft.com/office/drawing/2014/main" id="{41644380-A292-13E7-CDE2-3EC4D847E916}"/>
                </a:ext>
              </a:extLst>
            </p:cNvPr>
            <p:cNvSpPr txBox="1"/>
            <p:nvPr/>
          </p:nvSpPr>
          <p:spPr>
            <a:xfrm>
              <a:off x="1345323" y="1944414"/>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5</a:t>
              </a:r>
            </a:p>
          </p:txBody>
        </p:sp>
        <p:sp>
          <p:nvSpPr>
            <p:cNvPr id="28" name="TextBox 27">
              <a:extLst>
                <a:ext uri="{FF2B5EF4-FFF2-40B4-BE49-F238E27FC236}">
                  <a16:creationId xmlns:a16="http://schemas.microsoft.com/office/drawing/2014/main" id="{0174404C-B10A-C99D-4AE3-1BF0B49119B3}"/>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grpSp>
        <p:nvGrpSpPr>
          <p:cNvPr id="32" name="Group 31">
            <a:extLst>
              <a:ext uri="{FF2B5EF4-FFF2-40B4-BE49-F238E27FC236}">
                <a16:creationId xmlns:a16="http://schemas.microsoft.com/office/drawing/2014/main" id="{0D11369E-DCE5-5651-369C-F35EA86291EF}"/>
              </a:ext>
            </a:extLst>
          </p:cNvPr>
          <p:cNvGrpSpPr/>
          <p:nvPr/>
        </p:nvGrpSpPr>
        <p:grpSpPr>
          <a:xfrm>
            <a:off x="8627845" y="2530642"/>
            <a:ext cx="1428993" cy="623497"/>
            <a:chOff x="1345323" y="1944414"/>
            <a:chExt cx="1608083" cy="738664"/>
          </a:xfrm>
        </p:grpSpPr>
        <p:sp>
          <p:nvSpPr>
            <p:cNvPr id="33" name="TextBox 32">
              <a:extLst>
                <a:ext uri="{FF2B5EF4-FFF2-40B4-BE49-F238E27FC236}">
                  <a16:creationId xmlns:a16="http://schemas.microsoft.com/office/drawing/2014/main" id="{AB21837A-D696-7191-D5B3-C570D3341FC4}"/>
                </a:ext>
              </a:extLst>
            </p:cNvPr>
            <p:cNvSpPr txBox="1"/>
            <p:nvPr/>
          </p:nvSpPr>
          <p:spPr>
            <a:xfrm>
              <a:off x="1345323" y="1944414"/>
              <a:ext cx="1608083" cy="43755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1</a:t>
              </a:r>
            </a:p>
          </p:txBody>
        </p:sp>
        <p:sp>
          <p:nvSpPr>
            <p:cNvPr id="34" name="TextBox 33">
              <a:extLst>
                <a:ext uri="{FF2B5EF4-FFF2-40B4-BE49-F238E27FC236}">
                  <a16:creationId xmlns:a16="http://schemas.microsoft.com/office/drawing/2014/main" id="{94B56EC4-9024-1DBE-3669-E1CEAE839E2B}"/>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grpSp>
        <p:nvGrpSpPr>
          <p:cNvPr id="35" name="Group 34">
            <a:extLst>
              <a:ext uri="{FF2B5EF4-FFF2-40B4-BE49-F238E27FC236}">
                <a16:creationId xmlns:a16="http://schemas.microsoft.com/office/drawing/2014/main" id="{684784A7-3402-631B-B574-A031325C526E}"/>
              </a:ext>
            </a:extLst>
          </p:cNvPr>
          <p:cNvGrpSpPr/>
          <p:nvPr/>
        </p:nvGrpSpPr>
        <p:grpSpPr>
          <a:xfrm>
            <a:off x="8627845" y="3292648"/>
            <a:ext cx="1428993" cy="623497"/>
            <a:chOff x="1345323" y="1944414"/>
            <a:chExt cx="1608083" cy="738664"/>
          </a:xfrm>
        </p:grpSpPr>
        <p:sp>
          <p:nvSpPr>
            <p:cNvPr id="36" name="TextBox 35">
              <a:extLst>
                <a:ext uri="{FF2B5EF4-FFF2-40B4-BE49-F238E27FC236}">
                  <a16:creationId xmlns:a16="http://schemas.microsoft.com/office/drawing/2014/main" id="{9D79A1DC-76C7-6518-542D-7A9460BFFE98}"/>
                </a:ext>
              </a:extLst>
            </p:cNvPr>
            <p:cNvSpPr txBox="1"/>
            <p:nvPr/>
          </p:nvSpPr>
          <p:spPr>
            <a:xfrm>
              <a:off x="1345323" y="1944414"/>
              <a:ext cx="1608083" cy="43755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2</a:t>
              </a:r>
            </a:p>
          </p:txBody>
        </p:sp>
        <p:sp>
          <p:nvSpPr>
            <p:cNvPr id="37" name="TextBox 36">
              <a:extLst>
                <a:ext uri="{FF2B5EF4-FFF2-40B4-BE49-F238E27FC236}">
                  <a16:creationId xmlns:a16="http://schemas.microsoft.com/office/drawing/2014/main" id="{64363730-2093-E54A-0132-C722B68A5035}"/>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grpSp>
        <p:nvGrpSpPr>
          <p:cNvPr id="38" name="Group 37">
            <a:extLst>
              <a:ext uri="{FF2B5EF4-FFF2-40B4-BE49-F238E27FC236}">
                <a16:creationId xmlns:a16="http://schemas.microsoft.com/office/drawing/2014/main" id="{69091757-9550-4A3B-C060-4CAD1D500A49}"/>
              </a:ext>
            </a:extLst>
          </p:cNvPr>
          <p:cNvGrpSpPr/>
          <p:nvPr/>
        </p:nvGrpSpPr>
        <p:grpSpPr>
          <a:xfrm>
            <a:off x="8627845" y="4054103"/>
            <a:ext cx="1428993" cy="681081"/>
            <a:chOff x="1345323" y="1944414"/>
            <a:chExt cx="1608083" cy="806885"/>
          </a:xfrm>
        </p:grpSpPr>
        <p:sp>
          <p:nvSpPr>
            <p:cNvPr id="39" name="TextBox 38">
              <a:extLst>
                <a:ext uri="{FF2B5EF4-FFF2-40B4-BE49-F238E27FC236}">
                  <a16:creationId xmlns:a16="http://schemas.microsoft.com/office/drawing/2014/main" id="{6F0D9F97-738D-446A-8F00-F451CC637FB3}"/>
                </a:ext>
              </a:extLst>
            </p:cNvPr>
            <p:cNvSpPr txBox="1"/>
            <p:nvPr/>
          </p:nvSpPr>
          <p:spPr>
            <a:xfrm>
              <a:off x="1345323" y="1944414"/>
              <a:ext cx="1608083" cy="43755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3</a:t>
              </a:r>
            </a:p>
          </p:txBody>
        </p:sp>
        <p:sp>
          <p:nvSpPr>
            <p:cNvPr id="40" name="TextBox 39">
              <a:extLst>
                <a:ext uri="{FF2B5EF4-FFF2-40B4-BE49-F238E27FC236}">
                  <a16:creationId xmlns:a16="http://schemas.microsoft.com/office/drawing/2014/main" id="{CF503C03-C7B2-3C98-A584-1CAE3953DCDE}"/>
                </a:ext>
              </a:extLst>
            </p:cNvPr>
            <p:cNvSpPr txBox="1"/>
            <p:nvPr/>
          </p:nvSpPr>
          <p:spPr>
            <a:xfrm>
              <a:off x="1345324" y="2313747"/>
              <a:ext cx="1608082" cy="43755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202</a:t>
              </a:r>
            </a:p>
          </p:txBody>
        </p:sp>
      </p:grpSp>
      <p:grpSp>
        <p:nvGrpSpPr>
          <p:cNvPr id="49" name="Group 48">
            <a:extLst>
              <a:ext uri="{FF2B5EF4-FFF2-40B4-BE49-F238E27FC236}">
                <a16:creationId xmlns:a16="http://schemas.microsoft.com/office/drawing/2014/main" id="{809E931E-FE13-AF8F-2BA9-1E97F1E8FB63}"/>
              </a:ext>
            </a:extLst>
          </p:cNvPr>
          <p:cNvGrpSpPr/>
          <p:nvPr/>
        </p:nvGrpSpPr>
        <p:grpSpPr>
          <a:xfrm>
            <a:off x="10056838" y="4055066"/>
            <a:ext cx="1777128" cy="623497"/>
            <a:chOff x="10056838" y="4055066"/>
            <a:chExt cx="1777128" cy="623497"/>
          </a:xfrm>
        </p:grpSpPr>
        <p:grpSp>
          <p:nvGrpSpPr>
            <p:cNvPr id="44" name="Group 43">
              <a:extLst>
                <a:ext uri="{FF2B5EF4-FFF2-40B4-BE49-F238E27FC236}">
                  <a16:creationId xmlns:a16="http://schemas.microsoft.com/office/drawing/2014/main" id="{C088159A-C18A-D849-E471-F27375F6E9E4}"/>
                </a:ext>
              </a:extLst>
            </p:cNvPr>
            <p:cNvGrpSpPr/>
            <p:nvPr/>
          </p:nvGrpSpPr>
          <p:grpSpPr>
            <a:xfrm>
              <a:off x="10404973" y="4055066"/>
              <a:ext cx="1428993" cy="623497"/>
              <a:chOff x="1345323" y="1944414"/>
              <a:chExt cx="1608083" cy="738664"/>
            </a:xfrm>
          </p:grpSpPr>
          <p:sp>
            <p:nvSpPr>
              <p:cNvPr id="45" name="TextBox 44">
                <a:extLst>
                  <a:ext uri="{FF2B5EF4-FFF2-40B4-BE49-F238E27FC236}">
                    <a16:creationId xmlns:a16="http://schemas.microsoft.com/office/drawing/2014/main" id="{56AA56B1-891A-D967-EDA9-DFFA2F26F8D3}"/>
                  </a:ext>
                </a:extLst>
              </p:cNvPr>
              <p:cNvSpPr txBox="1"/>
              <p:nvPr/>
            </p:nvSpPr>
            <p:spPr>
              <a:xfrm>
                <a:off x="1345323" y="1944414"/>
                <a:ext cx="1608083" cy="43755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8</a:t>
                </a:r>
              </a:p>
            </p:txBody>
          </p:sp>
          <p:sp>
            <p:nvSpPr>
              <p:cNvPr id="46" name="TextBox 45">
                <a:extLst>
                  <a:ext uri="{FF2B5EF4-FFF2-40B4-BE49-F238E27FC236}">
                    <a16:creationId xmlns:a16="http://schemas.microsoft.com/office/drawing/2014/main" id="{D2917468-D0F0-701B-4B7E-CFF3A8A7A7F7}"/>
                  </a:ext>
                </a:extLst>
              </p:cNvPr>
              <p:cNvSpPr txBox="1"/>
              <p:nvPr/>
            </p:nvSpPr>
            <p:spPr>
              <a:xfrm>
                <a:off x="1345324" y="2313746"/>
                <a:ext cx="1608082" cy="36933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Next: Null</a:t>
                </a:r>
              </a:p>
            </p:txBody>
          </p:sp>
        </p:grpSp>
        <p:cxnSp>
          <p:nvCxnSpPr>
            <p:cNvPr id="48" name="Connector: Elbow 47">
              <a:extLst>
                <a:ext uri="{FF2B5EF4-FFF2-40B4-BE49-F238E27FC236}">
                  <a16:creationId xmlns:a16="http://schemas.microsoft.com/office/drawing/2014/main" id="{C0A7B56B-A65D-9E53-5732-6B17F0FF1513}"/>
                </a:ext>
              </a:extLst>
            </p:cNvPr>
            <p:cNvCxnSpPr>
              <a:stCxn id="40" idx="3"/>
              <a:endCxn id="45" idx="1"/>
            </p:cNvCxnSpPr>
            <p:nvPr/>
          </p:nvCxnSpPr>
          <p:spPr>
            <a:xfrm flipV="1">
              <a:off x="10056838" y="4239732"/>
              <a:ext cx="348135" cy="31078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08171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Handling Collisions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001073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 Linear Probing, we initially set </a:t>
                </a:r>
                <a14:m>
                  <m:oMath xmlns:m="http://schemas.openxmlformats.org/officeDocument/2006/math">
                    <m:r>
                      <a:rPr lang="en-US" sz="3000" b="0" i="1" smtClean="0">
                        <a:latin typeface="Cambria Math" panose="02040503050406030204" pitchFamily="18" charset="0"/>
                      </a:rPr>
                      <m:t>𝑖</m:t>
                    </m:r>
                    <m:r>
                      <a:rPr lang="en-US" sz="3000" b="0" i="1" smtClean="0">
                        <a:latin typeface="Cambria Math" panose="02040503050406030204" pitchFamily="18" charset="0"/>
                      </a:rPr>
                      <m:t>=0</m:t>
                    </m:r>
                  </m:oMath>
                </a14:m>
                <a:r>
                  <a:rPr lang="en-US" sz="3000" dirty="0"/>
                  <a:t> and calculate key as </a:t>
                </a:r>
                <a14:m>
                  <m:oMath xmlns:m="http://schemas.openxmlformats.org/officeDocument/2006/math">
                    <m:r>
                      <a:rPr lang="en-US" sz="3000" b="0" i="1" smtClean="0">
                        <a:latin typeface="Cambria Math" panose="02040503050406030204" pitchFamily="18" charset="0"/>
                      </a:rPr>
                      <m:t>h</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𝑥</m:t>
                        </m:r>
                      </m:e>
                    </m:d>
                    <m:r>
                      <a:rPr lang="en-US" sz="3000" b="0" i="1" smtClean="0">
                        <a:latin typeface="Cambria Math" panose="02040503050406030204" pitchFamily="18" charset="0"/>
                      </a:rPr>
                      <m:t>=</m:t>
                    </m:r>
                    <m:r>
                      <a:rPr lang="en-US" sz="3000" b="0" i="1" smtClean="0">
                        <a:latin typeface="Cambria Math" panose="02040503050406030204" pitchFamily="18" charset="0"/>
                      </a:rPr>
                      <m:t>𝑥</m:t>
                    </m:r>
                    <m:r>
                      <a:rPr lang="en-US" sz="3000" b="0" i="1" smtClean="0">
                        <a:latin typeface="Cambria Math" panose="02040503050406030204" pitchFamily="18" charset="0"/>
                      </a:rPr>
                      <m:t> </m:t>
                    </m:r>
                    <m:r>
                      <a:rPr lang="en-US" sz="3000" b="0" i="1" smtClean="0">
                        <a:latin typeface="Cambria Math" panose="02040503050406030204" pitchFamily="18" charset="0"/>
                      </a:rPr>
                      <m:t>𝑀𝑂𝐷</m:t>
                    </m:r>
                    <m:r>
                      <a:rPr lang="en-US" sz="3000" b="0" i="1" smtClean="0">
                        <a:latin typeface="Cambria Math" panose="02040503050406030204" pitchFamily="18" charset="0"/>
                      </a:rPr>
                      <m:t> 5+</m:t>
                    </m:r>
                    <m:r>
                      <a:rPr lang="en-US" sz="3000" b="0" i="1" smtClean="0">
                        <a:latin typeface="Cambria Math" panose="02040503050406030204" pitchFamily="18" charset="0"/>
                      </a:rPr>
                      <m:t>𝑖</m:t>
                    </m:r>
                  </m:oMath>
                </a14:m>
                <a:r>
                  <a:rPr lang="en-US" sz="3000" dirty="0"/>
                  <a:t> and check for collision.</a:t>
                </a:r>
              </a:p>
              <a:p>
                <a:pPr>
                  <a:lnSpc>
                    <a:spcPct val="120000"/>
                  </a:lnSpc>
                  <a:buFont typeface="Wingdings" panose="05000000000000000000" pitchFamily="2" charset="2"/>
                  <a:buChar char="§"/>
                </a:pPr>
                <a:r>
                  <a:rPr lang="en-US" sz="3000" dirty="0"/>
                  <a:t>In case of collision, the key is recalculated after increment in </a:t>
                </a:r>
                <a14:m>
                  <m:oMath xmlns:m="http://schemas.openxmlformats.org/officeDocument/2006/math">
                    <m:r>
                      <a:rPr lang="en-US" sz="3000" i="1" dirty="0" smtClean="0">
                        <a:latin typeface="Cambria Math" panose="02040503050406030204" pitchFamily="18" charset="0"/>
                      </a:rPr>
                      <m:t>𝑖</m:t>
                    </m:r>
                  </m:oMath>
                </a14:m>
                <a:r>
                  <a:rPr lang="en-US" sz="3000" dirty="0"/>
                  <a:t>.</a:t>
                </a:r>
              </a:p>
              <a:p>
                <a:pPr>
                  <a:lnSpc>
                    <a:spcPct val="120000"/>
                  </a:lnSpc>
                  <a:buFont typeface="Wingdings" panose="05000000000000000000" pitchFamily="2" charset="2"/>
                  <a:buChar char="§"/>
                </a:pPr>
                <a:r>
                  <a:rPr lang="en-US" sz="3000" dirty="0"/>
                  <a:t>For example, in the data: {5, 3, 2, 1, 8}, we first calculate </a:t>
                </a:r>
                <a14:m>
                  <m:oMath xmlns:m="http://schemas.openxmlformats.org/officeDocument/2006/math">
                    <m:r>
                      <a:rPr lang="en-US" sz="3000" b="0" i="1" smtClean="0">
                        <a:latin typeface="Cambria Math" panose="02040503050406030204" pitchFamily="18" charset="0"/>
                      </a:rPr>
                      <m:t>h</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𝑥</m:t>
                        </m:r>
                      </m:e>
                    </m:d>
                    <m:r>
                      <a:rPr lang="en-US" sz="3000" b="0" i="1" smtClean="0">
                        <a:latin typeface="Cambria Math" panose="02040503050406030204" pitchFamily="18" charset="0"/>
                      </a:rPr>
                      <m:t>=8 </m:t>
                    </m:r>
                    <m:r>
                      <a:rPr lang="en-US" sz="3000" b="0" i="1" smtClean="0">
                        <a:latin typeface="Cambria Math" panose="02040503050406030204" pitchFamily="18" charset="0"/>
                      </a:rPr>
                      <m:t>𝑀𝑂𝐷</m:t>
                    </m:r>
                    <m:r>
                      <a:rPr lang="en-US" sz="3000" b="0" i="1" smtClean="0">
                        <a:latin typeface="Cambria Math" panose="02040503050406030204" pitchFamily="18" charset="0"/>
                      </a:rPr>
                      <m:t> 5+0=3</m:t>
                    </m:r>
                  </m:oMath>
                </a14:m>
                <a:r>
                  <a:rPr lang="en-US" sz="3000" dirty="0"/>
                  <a:t>. But since 3 is occupied, the next value will be </a:t>
                </a:r>
                <a14:m>
                  <m:oMath xmlns:m="http://schemas.openxmlformats.org/officeDocument/2006/math">
                    <m:r>
                      <a:rPr lang="en-US" sz="3000" b="0" i="1" smtClean="0">
                        <a:latin typeface="Cambria Math" panose="02040503050406030204" pitchFamily="18" charset="0"/>
                      </a:rPr>
                      <m:t>8 </m:t>
                    </m:r>
                    <m:r>
                      <a:rPr lang="en-US" sz="3000" b="0" i="1" smtClean="0">
                        <a:latin typeface="Cambria Math" panose="02040503050406030204" pitchFamily="18" charset="0"/>
                      </a:rPr>
                      <m:t>𝑀𝑂𝐷</m:t>
                    </m:r>
                    <m:r>
                      <a:rPr lang="en-US" sz="3000" b="0" i="1" smtClean="0">
                        <a:latin typeface="Cambria Math" panose="02040503050406030204" pitchFamily="18" charset="0"/>
                      </a:rPr>
                      <m:t> 5+1=4</m:t>
                    </m:r>
                  </m:oMath>
                </a14:m>
                <a:r>
                  <a:rPr lang="en-US" sz="3000" dirty="0"/>
                  <a:t>.</a:t>
                </a:r>
              </a:p>
              <a:p>
                <a:pPr>
                  <a:lnSpc>
                    <a:spcPct val="120000"/>
                  </a:lnSpc>
                  <a:buFont typeface="Wingdings" panose="05000000000000000000" pitchFamily="2" charset="2"/>
                  <a:buChar char="§"/>
                </a:pPr>
                <a:r>
                  <a:rPr lang="en-US" sz="3000" dirty="0"/>
                  <a:t>When searching for values, we calculate the first key and if the value on that key does not match, then calculate the next key.</a:t>
                </a:r>
              </a:p>
              <a:p>
                <a:pPr>
                  <a:lnSpc>
                    <a:spcPct val="120000"/>
                  </a:lnSpc>
                  <a:buFont typeface="Wingdings" panose="05000000000000000000" pitchFamily="2" charset="2"/>
                  <a:buChar char="§"/>
                </a:pPr>
                <a:r>
                  <a:rPr lang="en-US" sz="3000" dirty="0"/>
                  <a:t>The value of </a:t>
                </a:r>
                <a14:m>
                  <m:oMath xmlns:m="http://schemas.openxmlformats.org/officeDocument/2006/math">
                    <m:r>
                      <a:rPr lang="en-US" sz="3000" b="0" i="1" smtClean="0">
                        <a:latin typeface="Cambria Math" panose="02040503050406030204" pitchFamily="18" charset="0"/>
                      </a:rPr>
                      <m:t>𝑖</m:t>
                    </m:r>
                  </m:oMath>
                </a14:m>
                <a:r>
                  <a:rPr lang="en-US" sz="3000" dirty="0"/>
                  <a:t> can be within range </a:t>
                </a:r>
                <a14:m>
                  <m:oMath xmlns:m="http://schemas.openxmlformats.org/officeDocument/2006/math">
                    <m:r>
                      <a:rPr lang="en-US" sz="3000" b="0" i="1" smtClean="0">
                        <a:latin typeface="Cambria Math" panose="02040503050406030204" pitchFamily="18" charset="0"/>
                      </a:rPr>
                      <m:t>𝑖</m:t>
                    </m:r>
                    <m:r>
                      <a:rPr lang="en-US" sz="3000" b="0" i="1" smtClean="0">
                        <a:latin typeface="Cambria Math" panose="02040503050406030204" pitchFamily="18" charset="0"/>
                      </a:rPr>
                      <m:t>=0,1,2,3,…,</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0010736" cy="4942830"/>
              </a:xfrm>
              <a:prstGeom prst="rect">
                <a:avLst/>
              </a:prstGeom>
              <a:blipFill>
                <a:blip r:embed="rId3"/>
                <a:stretch>
                  <a:fillRect l="-1035" t="-740" b="-617"/>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F0A5D1C2-DEB3-4AB6-E456-DA34031377C2}"/>
              </a:ext>
            </a:extLst>
          </p:cNvPr>
          <p:cNvGrpSpPr/>
          <p:nvPr/>
        </p:nvGrpSpPr>
        <p:grpSpPr>
          <a:xfrm>
            <a:off x="10386292" y="1980288"/>
            <a:ext cx="1585324" cy="3808656"/>
            <a:chOff x="7487048" y="1753944"/>
            <a:chExt cx="1585324" cy="3808656"/>
          </a:xfrm>
        </p:grpSpPr>
        <p:grpSp>
          <p:nvGrpSpPr>
            <p:cNvPr id="11" name="Group 10">
              <a:extLst>
                <a:ext uri="{FF2B5EF4-FFF2-40B4-BE49-F238E27FC236}">
                  <a16:creationId xmlns:a16="http://schemas.microsoft.com/office/drawing/2014/main" id="{D03AACF3-18FF-B475-11A2-0B96137DCE38}"/>
                </a:ext>
              </a:extLst>
            </p:cNvPr>
            <p:cNvGrpSpPr/>
            <p:nvPr/>
          </p:nvGrpSpPr>
          <p:grpSpPr>
            <a:xfrm>
              <a:off x="7487048" y="1753944"/>
              <a:ext cx="792662" cy="3808656"/>
              <a:chOff x="7822510" y="1532586"/>
              <a:chExt cx="792662" cy="3487150"/>
            </a:xfrm>
          </p:grpSpPr>
          <p:sp>
            <p:nvSpPr>
              <p:cNvPr id="12" name="Freeform: Shape 11">
                <a:extLst>
                  <a:ext uri="{FF2B5EF4-FFF2-40B4-BE49-F238E27FC236}">
                    <a16:creationId xmlns:a16="http://schemas.microsoft.com/office/drawing/2014/main" id="{2217741E-60A2-E683-2497-C04ADF4982BA}"/>
                  </a:ext>
                </a:extLst>
              </p:cNvPr>
              <p:cNvSpPr/>
              <p:nvPr/>
            </p:nvSpPr>
            <p:spPr>
              <a:xfrm>
                <a:off x="7822510" y="223001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13" name="Freeform: Shape 12">
                <a:extLst>
                  <a:ext uri="{FF2B5EF4-FFF2-40B4-BE49-F238E27FC236}">
                    <a16:creationId xmlns:a16="http://schemas.microsoft.com/office/drawing/2014/main" id="{207C7B26-0C34-E96B-36DE-12A79AF4D091}"/>
                  </a:ext>
                </a:extLst>
              </p:cNvPr>
              <p:cNvSpPr/>
              <p:nvPr/>
            </p:nvSpPr>
            <p:spPr>
              <a:xfrm>
                <a:off x="7822510" y="362487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14" name="Freeform: Shape 13">
                <a:extLst>
                  <a:ext uri="{FF2B5EF4-FFF2-40B4-BE49-F238E27FC236}">
                    <a16:creationId xmlns:a16="http://schemas.microsoft.com/office/drawing/2014/main" id="{3755299F-1070-548D-B511-B41B1FEB3FF0}"/>
                  </a:ext>
                </a:extLst>
              </p:cNvPr>
              <p:cNvSpPr/>
              <p:nvPr/>
            </p:nvSpPr>
            <p:spPr>
              <a:xfrm>
                <a:off x="7822510" y="432230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a:t>
                </a:r>
              </a:p>
            </p:txBody>
          </p:sp>
          <p:sp>
            <p:nvSpPr>
              <p:cNvPr id="15" name="Freeform: Shape 14">
                <a:extLst>
                  <a:ext uri="{FF2B5EF4-FFF2-40B4-BE49-F238E27FC236}">
                    <a16:creationId xmlns:a16="http://schemas.microsoft.com/office/drawing/2014/main" id="{D6BEFC6A-E993-5E4E-9138-8107E9644A29}"/>
                  </a:ext>
                </a:extLst>
              </p:cNvPr>
              <p:cNvSpPr/>
              <p:nvPr/>
            </p:nvSpPr>
            <p:spPr>
              <a:xfrm>
                <a:off x="7822510" y="153258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0</a:t>
                </a:r>
              </a:p>
            </p:txBody>
          </p:sp>
          <p:sp>
            <p:nvSpPr>
              <p:cNvPr id="16" name="Freeform: Shape 15">
                <a:extLst>
                  <a:ext uri="{FF2B5EF4-FFF2-40B4-BE49-F238E27FC236}">
                    <a16:creationId xmlns:a16="http://schemas.microsoft.com/office/drawing/2014/main" id="{7DD09B3C-D14D-5986-E6B9-219F690E7AE4}"/>
                  </a:ext>
                </a:extLst>
              </p:cNvPr>
              <p:cNvSpPr/>
              <p:nvPr/>
            </p:nvSpPr>
            <p:spPr>
              <a:xfrm>
                <a:off x="7822510" y="292744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nvGrpSpPr>
            <p:cNvPr id="4" name="Group 3">
              <a:extLst>
                <a:ext uri="{FF2B5EF4-FFF2-40B4-BE49-F238E27FC236}">
                  <a16:creationId xmlns:a16="http://schemas.microsoft.com/office/drawing/2014/main" id="{417053B7-B7C9-02D9-94E2-15DFF9C54C62}"/>
                </a:ext>
              </a:extLst>
            </p:cNvPr>
            <p:cNvGrpSpPr/>
            <p:nvPr/>
          </p:nvGrpSpPr>
          <p:grpSpPr>
            <a:xfrm>
              <a:off x="8279710" y="1753944"/>
              <a:ext cx="792662" cy="3808656"/>
              <a:chOff x="7822510" y="1532586"/>
              <a:chExt cx="792662" cy="3487150"/>
            </a:xfrm>
          </p:grpSpPr>
          <p:sp>
            <p:nvSpPr>
              <p:cNvPr id="5" name="Freeform: Shape 4">
                <a:extLst>
                  <a:ext uri="{FF2B5EF4-FFF2-40B4-BE49-F238E27FC236}">
                    <a16:creationId xmlns:a16="http://schemas.microsoft.com/office/drawing/2014/main" id="{B0BFDE25-CBDE-D587-AFB0-7AED375478D5}"/>
                  </a:ext>
                </a:extLst>
              </p:cNvPr>
              <p:cNvSpPr/>
              <p:nvPr/>
            </p:nvSpPr>
            <p:spPr>
              <a:xfrm>
                <a:off x="7822510" y="223001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6" name="Freeform: Shape 5">
                <a:extLst>
                  <a:ext uri="{FF2B5EF4-FFF2-40B4-BE49-F238E27FC236}">
                    <a16:creationId xmlns:a16="http://schemas.microsoft.com/office/drawing/2014/main" id="{9E614F72-9A46-E201-72E3-7A35AA084076}"/>
                  </a:ext>
                </a:extLst>
              </p:cNvPr>
              <p:cNvSpPr/>
              <p:nvPr/>
            </p:nvSpPr>
            <p:spPr>
              <a:xfrm>
                <a:off x="7822510" y="362487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7" name="Freeform: Shape 6">
                <a:extLst>
                  <a:ext uri="{FF2B5EF4-FFF2-40B4-BE49-F238E27FC236}">
                    <a16:creationId xmlns:a16="http://schemas.microsoft.com/office/drawing/2014/main" id="{CA29BACC-01E5-B75E-607A-C65FBB5D9282}"/>
                  </a:ext>
                </a:extLst>
              </p:cNvPr>
              <p:cNvSpPr/>
              <p:nvPr/>
            </p:nvSpPr>
            <p:spPr>
              <a:xfrm>
                <a:off x="7822510" y="432230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8</a:t>
                </a:r>
              </a:p>
            </p:txBody>
          </p:sp>
          <p:sp>
            <p:nvSpPr>
              <p:cNvPr id="8" name="Freeform: Shape 7">
                <a:extLst>
                  <a:ext uri="{FF2B5EF4-FFF2-40B4-BE49-F238E27FC236}">
                    <a16:creationId xmlns:a16="http://schemas.microsoft.com/office/drawing/2014/main" id="{8E9096B0-4803-EB64-462E-92CC97681E13}"/>
                  </a:ext>
                </a:extLst>
              </p:cNvPr>
              <p:cNvSpPr/>
              <p:nvPr/>
            </p:nvSpPr>
            <p:spPr>
              <a:xfrm>
                <a:off x="7822510" y="153258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9" name="Freeform: Shape 8">
                <a:extLst>
                  <a:ext uri="{FF2B5EF4-FFF2-40B4-BE49-F238E27FC236}">
                    <a16:creationId xmlns:a16="http://schemas.microsoft.com/office/drawing/2014/main" id="{AEBF6036-1396-BABD-CCD8-0444A14FC57C}"/>
                  </a:ext>
                </a:extLst>
              </p:cNvPr>
              <p:cNvSpPr/>
              <p:nvPr/>
            </p:nvSpPr>
            <p:spPr>
              <a:xfrm>
                <a:off x="7822510" y="292744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spTree>
    <p:extLst>
      <p:ext uri="{BB962C8B-B14F-4D97-AF65-F5344CB8AC3E}">
        <p14:creationId xmlns:p14="http://schemas.microsoft.com/office/powerpoint/2010/main" val="204893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Handling Collisions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001073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Quadratic Probing, is same as Linear Probing, but it slightly improves the performance with some additional memory cost.</a:t>
                </a:r>
              </a:p>
              <a:p>
                <a:pPr>
                  <a:lnSpc>
                    <a:spcPct val="120000"/>
                  </a:lnSpc>
                  <a:buFont typeface="Wingdings" panose="05000000000000000000" pitchFamily="2" charset="2"/>
                  <a:buChar char="§"/>
                </a:pPr>
                <a:r>
                  <a:rPr lang="en-US" sz="3000" dirty="0"/>
                  <a:t>Instead of increasing </a:t>
                </a:r>
                <a14:m>
                  <m:oMath xmlns:m="http://schemas.openxmlformats.org/officeDocument/2006/math">
                    <m:r>
                      <a:rPr lang="en-US" sz="3000" b="0" i="1" smtClean="0">
                        <a:latin typeface="Cambria Math" panose="02040503050406030204" pitchFamily="18" charset="0"/>
                      </a:rPr>
                      <m:t>𝑖</m:t>
                    </m:r>
                  </m:oMath>
                </a14:m>
                <a:r>
                  <a:rPr lang="en-US" sz="3000" dirty="0"/>
                  <a:t> like </a:t>
                </a:r>
                <a14:m>
                  <m:oMath xmlns:m="http://schemas.openxmlformats.org/officeDocument/2006/math">
                    <m:r>
                      <a:rPr lang="en-US" sz="3000" b="0" i="1" smtClean="0">
                        <a:latin typeface="Cambria Math" panose="02040503050406030204" pitchFamily="18" charset="0"/>
                      </a:rPr>
                      <m:t>0,1,2,3,…</m:t>
                    </m:r>
                  </m:oMath>
                </a14:m>
                <a:r>
                  <a:rPr lang="en-US" sz="3000" dirty="0"/>
                  <a:t> it is increased quadratically like </a:t>
                </a:r>
                <a14:m>
                  <m:oMath xmlns:m="http://schemas.openxmlformats.org/officeDocument/2006/math">
                    <m:r>
                      <a:rPr lang="en-US" sz="3000" b="0" i="1" smtClean="0">
                        <a:latin typeface="Cambria Math" panose="02040503050406030204" pitchFamily="18" charset="0"/>
                      </a:rPr>
                      <m:t>0,1,2,4,8,…</m:t>
                    </m:r>
                  </m:oMath>
                </a14:m>
                <a:endParaRPr lang="en-US" sz="3000" dirty="0"/>
              </a:p>
              <a:p>
                <a:pPr>
                  <a:lnSpc>
                    <a:spcPct val="120000"/>
                  </a:lnSpc>
                  <a:buFont typeface="Wingdings" panose="05000000000000000000" pitchFamily="2" charset="2"/>
                  <a:buChar char="§"/>
                </a:pPr>
                <a:r>
                  <a:rPr lang="en-US" sz="3000" dirty="0"/>
                  <a:t>That’s because in Linear Probing, the elements may become too clustered. Meaning, after a while, no element could be found on its own original place, and we will require too much key recalculation.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0010736" cy="4942830"/>
              </a:xfrm>
              <a:prstGeom prst="rect">
                <a:avLst/>
              </a:prstGeom>
              <a:blipFill>
                <a:blip r:embed="rId3"/>
                <a:stretch>
                  <a:fillRect l="-1218" t="-1110" r="-914" b="-197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F0A5D1C2-DEB3-4AB6-E456-DA34031377C2}"/>
              </a:ext>
            </a:extLst>
          </p:cNvPr>
          <p:cNvGrpSpPr/>
          <p:nvPr/>
        </p:nvGrpSpPr>
        <p:grpSpPr>
          <a:xfrm>
            <a:off x="10386292" y="1980288"/>
            <a:ext cx="1585324" cy="3808656"/>
            <a:chOff x="7487048" y="1753944"/>
            <a:chExt cx="1585324" cy="3808656"/>
          </a:xfrm>
        </p:grpSpPr>
        <p:grpSp>
          <p:nvGrpSpPr>
            <p:cNvPr id="11" name="Group 10">
              <a:extLst>
                <a:ext uri="{FF2B5EF4-FFF2-40B4-BE49-F238E27FC236}">
                  <a16:creationId xmlns:a16="http://schemas.microsoft.com/office/drawing/2014/main" id="{D03AACF3-18FF-B475-11A2-0B96137DCE38}"/>
                </a:ext>
              </a:extLst>
            </p:cNvPr>
            <p:cNvGrpSpPr/>
            <p:nvPr/>
          </p:nvGrpSpPr>
          <p:grpSpPr>
            <a:xfrm>
              <a:off x="7487048" y="1753944"/>
              <a:ext cx="792662" cy="3808656"/>
              <a:chOff x="7822510" y="1532586"/>
              <a:chExt cx="792662" cy="3487150"/>
            </a:xfrm>
          </p:grpSpPr>
          <p:sp>
            <p:nvSpPr>
              <p:cNvPr id="12" name="Freeform: Shape 11">
                <a:extLst>
                  <a:ext uri="{FF2B5EF4-FFF2-40B4-BE49-F238E27FC236}">
                    <a16:creationId xmlns:a16="http://schemas.microsoft.com/office/drawing/2014/main" id="{2217741E-60A2-E683-2497-C04ADF4982BA}"/>
                  </a:ext>
                </a:extLst>
              </p:cNvPr>
              <p:cNvSpPr/>
              <p:nvPr/>
            </p:nvSpPr>
            <p:spPr>
              <a:xfrm>
                <a:off x="7822510" y="223001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13" name="Freeform: Shape 12">
                <a:extLst>
                  <a:ext uri="{FF2B5EF4-FFF2-40B4-BE49-F238E27FC236}">
                    <a16:creationId xmlns:a16="http://schemas.microsoft.com/office/drawing/2014/main" id="{207C7B26-0C34-E96B-36DE-12A79AF4D091}"/>
                  </a:ext>
                </a:extLst>
              </p:cNvPr>
              <p:cNvSpPr/>
              <p:nvPr/>
            </p:nvSpPr>
            <p:spPr>
              <a:xfrm>
                <a:off x="7822510" y="362487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14" name="Freeform: Shape 13">
                <a:extLst>
                  <a:ext uri="{FF2B5EF4-FFF2-40B4-BE49-F238E27FC236}">
                    <a16:creationId xmlns:a16="http://schemas.microsoft.com/office/drawing/2014/main" id="{3755299F-1070-548D-B511-B41B1FEB3FF0}"/>
                  </a:ext>
                </a:extLst>
              </p:cNvPr>
              <p:cNvSpPr/>
              <p:nvPr/>
            </p:nvSpPr>
            <p:spPr>
              <a:xfrm>
                <a:off x="7822510" y="432230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4</a:t>
                </a:r>
              </a:p>
            </p:txBody>
          </p:sp>
          <p:sp>
            <p:nvSpPr>
              <p:cNvPr id="15" name="Freeform: Shape 14">
                <a:extLst>
                  <a:ext uri="{FF2B5EF4-FFF2-40B4-BE49-F238E27FC236}">
                    <a16:creationId xmlns:a16="http://schemas.microsoft.com/office/drawing/2014/main" id="{D6BEFC6A-E993-5E4E-9138-8107E9644A29}"/>
                  </a:ext>
                </a:extLst>
              </p:cNvPr>
              <p:cNvSpPr/>
              <p:nvPr/>
            </p:nvSpPr>
            <p:spPr>
              <a:xfrm>
                <a:off x="7822510" y="153258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0</a:t>
                </a:r>
              </a:p>
            </p:txBody>
          </p:sp>
          <p:sp>
            <p:nvSpPr>
              <p:cNvPr id="16" name="Freeform: Shape 15">
                <a:extLst>
                  <a:ext uri="{FF2B5EF4-FFF2-40B4-BE49-F238E27FC236}">
                    <a16:creationId xmlns:a16="http://schemas.microsoft.com/office/drawing/2014/main" id="{7DD09B3C-D14D-5986-E6B9-219F690E7AE4}"/>
                  </a:ext>
                </a:extLst>
              </p:cNvPr>
              <p:cNvSpPr/>
              <p:nvPr/>
            </p:nvSpPr>
            <p:spPr>
              <a:xfrm>
                <a:off x="7822510" y="292744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nvGrpSpPr>
            <p:cNvPr id="4" name="Group 3">
              <a:extLst>
                <a:ext uri="{FF2B5EF4-FFF2-40B4-BE49-F238E27FC236}">
                  <a16:creationId xmlns:a16="http://schemas.microsoft.com/office/drawing/2014/main" id="{417053B7-B7C9-02D9-94E2-15DFF9C54C62}"/>
                </a:ext>
              </a:extLst>
            </p:cNvPr>
            <p:cNvGrpSpPr/>
            <p:nvPr/>
          </p:nvGrpSpPr>
          <p:grpSpPr>
            <a:xfrm>
              <a:off x="8279710" y="1753944"/>
              <a:ext cx="792662" cy="3808656"/>
              <a:chOff x="7822510" y="1532586"/>
              <a:chExt cx="792662" cy="3487150"/>
            </a:xfrm>
          </p:grpSpPr>
          <p:sp>
            <p:nvSpPr>
              <p:cNvPr id="5" name="Freeform: Shape 4">
                <a:extLst>
                  <a:ext uri="{FF2B5EF4-FFF2-40B4-BE49-F238E27FC236}">
                    <a16:creationId xmlns:a16="http://schemas.microsoft.com/office/drawing/2014/main" id="{B0BFDE25-CBDE-D587-AFB0-7AED375478D5}"/>
                  </a:ext>
                </a:extLst>
              </p:cNvPr>
              <p:cNvSpPr/>
              <p:nvPr/>
            </p:nvSpPr>
            <p:spPr>
              <a:xfrm>
                <a:off x="7822510" y="223001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1</a:t>
                </a:r>
              </a:p>
            </p:txBody>
          </p:sp>
          <p:sp>
            <p:nvSpPr>
              <p:cNvPr id="6" name="Freeform: Shape 5">
                <a:extLst>
                  <a:ext uri="{FF2B5EF4-FFF2-40B4-BE49-F238E27FC236}">
                    <a16:creationId xmlns:a16="http://schemas.microsoft.com/office/drawing/2014/main" id="{9E614F72-9A46-E201-72E3-7A35AA084076}"/>
                  </a:ext>
                </a:extLst>
              </p:cNvPr>
              <p:cNvSpPr/>
              <p:nvPr/>
            </p:nvSpPr>
            <p:spPr>
              <a:xfrm>
                <a:off x="7822510" y="362487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3</a:t>
                </a:r>
              </a:p>
            </p:txBody>
          </p:sp>
          <p:sp>
            <p:nvSpPr>
              <p:cNvPr id="7" name="Freeform: Shape 6">
                <a:extLst>
                  <a:ext uri="{FF2B5EF4-FFF2-40B4-BE49-F238E27FC236}">
                    <a16:creationId xmlns:a16="http://schemas.microsoft.com/office/drawing/2014/main" id="{CA29BACC-01E5-B75E-607A-C65FBB5D9282}"/>
                  </a:ext>
                </a:extLst>
              </p:cNvPr>
              <p:cNvSpPr/>
              <p:nvPr/>
            </p:nvSpPr>
            <p:spPr>
              <a:xfrm>
                <a:off x="7822510" y="432230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8</a:t>
                </a:r>
              </a:p>
            </p:txBody>
          </p:sp>
          <p:sp>
            <p:nvSpPr>
              <p:cNvPr id="8" name="Freeform: Shape 7">
                <a:extLst>
                  <a:ext uri="{FF2B5EF4-FFF2-40B4-BE49-F238E27FC236}">
                    <a16:creationId xmlns:a16="http://schemas.microsoft.com/office/drawing/2014/main" id="{8E9096B0-4803-EB64-462E-92CC97681E13}"/>
                  </a:ext>
                </a:extLst>
              </p:cNvPr>
              <p:cNvSpPr/>
              <p:nvPr/>
            </p:nvSpPr>
            <p:spPr>
              <a:xfrm>
                <a:off x="7822510" y="153258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5</a:t>
                </a:r>
              </a:p>
            </p:txBody>
          </p:sp>
          <p:sp>
            <p:nvSpPr>
              <p:cNvPr id="9" name="Freeform: Shape 8">
                <a:extLst>
                  <a:ext uri="{FF2B5EF4-FFF2-40B4-BE49-F238E27FC236}">
                    <a16:creationId xmlns:a16="http://schemas.microsoft.com/office/drawing/2014/main" id="{AEBF6036-1396-BABD-CCD8-0444A14FC57C}"/>
                  </a:ext>
                </a:extLst>
              </p:cNvPr>
              <p:cNvSpPr/>
              <p:nvPr/>
            </p:nvSpPr>
            <p:spPr>
              <a:xfrm>
                <a:off x="7822510" y="2927446"/>
                <a:ext cx="792662" cy="697430"/>
              </a:xfrm>
              <a:custGeom>
                <a:avLst/>
                <a:gdLst>
                  <a:gd name="connsiteX0" fmla="*/ 0 w 1248555"/>
                  <a:gd name="connsiteY0" fmla="*/ 74913 h 749133"/>
                  <a:gd name="connsiteX1" fmla="*/ 74913 w 1248555"/>
                  <a:gd name="connsiteY1" fmla="*/ 0 h 749133"/>
                  <a:gd name="connsiteX2" fmla="*/ 1173642 w 1248555"/>
                  <a:gd name="connsiteY2" fmla="*/ 0 h 749133"/>
                  <a:gd name="connsiteX3" fmla="*/ 1248555 w 1248555"/>
                  <a:gd name="connsiteY3" fmla="*/ 74913 h 749133"/>
                  <a:gd name="connsiteX4" fmla="*/ 1248555 w 1248555"/>
                  <a:gd name="connsiteY4" fmla="*/ 674220 h 749133"/>
                  <a:gd name="connsiteX5" fmla="*/ 1173642 w 1248555"/>
                  <a:gd name="connsiteY5" fmla="*/ 749133 h 749133"/>
                  <a:gd name="connsiteX6" fmla="*/ 74913 w 1248555"/>
                  <a:gd name="connsiteY6" fmla="*/ 749133 h 749133"/>
                  <a:gd name="connsiteX7" fmla="*/ 0 w 1248555"/>
                  <a:gd name="connsiteY7" fmla="*/ 674220 h 749133"/>
                  <a:gd name="connsiteX8" fmla="*/ 0 w 1248555"/>
                  <a:gd name="connsiteY8" fmla="*/ 74913 h 7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8555" h="749133">
                    <a:moveTo>
                      <a:pt x="0" y="74913"/>
                    </a:moveTo>
                    <a:cubicBezTo>
                      <a:pt x="0" y="33540"/>
                      <a:pt x="33540" y="0"/>
                      <a:pt x="74913" y="0"/>
                    </a:cubicBezTo>
                    <a:lnTo>
                      <a:pt x="1173642" y="0"/>
                    </a:lnTo>
                    <a:cubicBezTo>
                      <a:pt x="1215015" y="0"/>
                      <a:pt x="1248555" y="33540"/>
                      <a:pt x="1248555" y="74913"/>
                    </a:cubicBezTo>
                    <a:lnTo>
                      <a:pt x="1248555" y="674220"/>
                    </a:lnTo>
                    <a:cubicBezTo>
                      <a:pt x="1248555" y="715593"/>
                      <a:pt x="1215015" y="749133"/>
                      <a:pt x="1173642" y="749133"/>
                    </a:cubicBezTo>
                    <a:lnTo>
                      <a:pt x="74913" y="749133"/>
                    </a:lnTo>
                    <a:cubicBezTo>
                      <a:pt x="33540" y="749133"/>
                      <a:pt x="0" y="715593"/>
                      <a:pt x="0" y="674220"/>
                    </a:cubicBezTo>
                    <a:lnTo>
                      <a:pt x="0" y="74913"/>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3861" tIns="143861" rIns="143861" bIns="143861" numCol="1" spcCol="1270" anchor="ctr" anchorCtr="0">
                <a:noAutofit/>
              </a:bodyPr>
              <a:lstStyle/>
              <a:p>
                <a:pPr marL="0" lvl="0" indent="0" algn="ctr" defTabSz="1422400">
                  <a:lnSpc>
                    <a:spcPct val="90000"/>
                  </a:lnSpc>
                  <a:spcBef>
                    <a:spcPct val="0"/>
                  </a:spcBef>
                  <a:spcAft>
                    <a:spcPct val="35000"/>
                  </a:spcAft>
                  <a:buNone/>
                </a:pPr>
                <a:r>
                  <a:rPr lang="en-US" sz="3200" kern="1200" dirty="0"/>
                  <a:t>2</a:t>
                </a:r>
              </a:p>
            </p:txBody>
          </p:sp>
        </p:grpSp>
      </p:grpSp>
    </p:spTree>
    <p:extLst>
      <p:ext uri="{BB962C8B-B14F-4D97-AF65-F5344CB8AC3E}">
        <p14:creationId xmlns:p14="http://schemas.microsoft.com/office/powerpoint/2010/main" val="3235654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4</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896413"/>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lphaUcPeriod"/>
            </a:pPr>
            <a:r>
              <a:rPr lang="en-US" sz="3200" dirty="0"/>
              <a:t>Your objective is to Heapify the given Binary Tree. Since this topic is not found in your textbook, you can learn about this algorithm from anywhere. However, my recommendation would be to go to: </a:t>
            </a:r>
            <a:r>
              <a:rPr lang="en-US" sz="3200" dirty="0">
                <a:hlinkClick r:id="rId3"/>
              </a:rPr>
              <a:t>https://www.youtube.com/@abdul_bari</a:t>
            </a:r>
            <a:r>
              <a:rPr lang="en-US" sz="3200" dirty="0"/>
              <a:t> and watch the Lecture “2.6.3”.</a:t>
            </a:r>
          </a:p>
          <a:p>
            <a:pPr marL="0" indent="0">
              <a:lnSpc>
                <a:spcPct val="120000"/>
              </a:lnSpc>
              <a:buNone/>
            </a:pPr>
            <a:endParaRPr lang="en-US" sz="3200" dirty="0"/>
          </a:p>
        </p:txBody>
      </p:sp>
      <p:graphicFrame>
        <p:nvGraphicFramePr>
          <p:cNvPr id="4" name="Diagram 3">
            <a:extLst>
              <a:ext uri="{FF2B5EF4-FFF2-40B4-BE49-F238E27FC236}">
                <a16:creationId xmlns:a16="http://schemas.microsoft.com/office/drawing/2014/main" id="{11F08D9E-5A4E-B576-734E-BBE3BCC0CC5C}"/>
              </a:ext>
            </a:extLst>
          </p:cNvPr>
          <p:cNvGraphicFramePr/>
          <p:nvPr/>
        </p:nvGraphicFramePr>
        <p:xfrm>
          <a:off x="200933" y="3429000"/>
          <a:ext cx="11770684" cy="30464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0764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4</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20000"/>
                  </a:lnSpc>
                  <a:buFont typeface="+mj-lt"/>
                  <a:buAutoNum type="alphaUcPeriod" startAt="2"/>
                </a:pPr>
                <a:r>
                  <a:rPr lang="en-US" sz="3200" dirty="0"/>
                  <a:t>Using the same data of SIDs, create a Hash table.</a:t>
                </a:r>
              </a:p>
              <a:p>
                <a:pPr>
                  <a:lnSpc>
                    <a:spcPct val="120000"/>
                  </a:lnSpc>
                  <a:buFont typeface="Wingdings" panose="05000000000000000000" pitchFamily="2" charset="2"/>
                  <a:buChar char="§"/>
                </a:pPr>
                <a:r>
                  <a:rPr lang="en-US" sz="3200" dirty="0"/>
                  <a:t>The keys will be calculated for each SID using the formula:</a:t>
                </a:r>
              </a:p>
              <a:p>
                <a:pPr marL="0" indent="0">
                  <a:lnSpc>
                    <a:spcPct val="120000"/>
                  </a:lnSpc>
                  <a:buNone/>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h</m:t>
                      </m:r>
                      <m:d>
                        <m:dPr>
                          <m:ctrlPr>
                            <a:rPr lang="en-US" sz="3200" i="1">
                              <a:latin typeface="Cambria Math" panose="02040503050406030204" pitchFamily="18" charset="0"/>
                            </a:rPr>
                          </m:ctrlPr>
                        </m:dPr>
                        <m:e>
                          <m:r>
                            <a:rPr lang="en-US" sz="3200" i="1">
                              <a:latin typeface="Cambria Math" panose="02040503050406030204" pitchFamily="18" charset="0"/>
                            </a:rPr>
                            <m:t>𝑥</m:t>
                          </m:r>
                        </m:e>
                      </m:d>
                      <m:r>
                        <a:rPr lang="en-US" sz="3200" i="1">
                          <a:latin typeface="Cambria Math" panose="02040503050406030204" pitchFamily="18" charset="0"/>
                        </a:rPr>
                        <m:t>=</m:t>
                      </m:r>
                      <m:r>
                        <a:rPr lang="en-US" sz="3200" i="1">
                          <a:latin typeface="Cambria Math" panose="02040503050406030204" pitchFamily="18" charset="0"/>
                        </a:rPr>
                        <m:t>𝑟𝑜𝑢𝑛𝑑</m:t>
                      </m:r>
                      <m:d>
                        <m:dPr>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𝑥</m:t>
                              </m:r>
                            </m:num>
                            <m:den>
                              <m:r>
                                <a:rPr lang="en-US" sz="3200" i="1">
                                  <a:latin typeface="Cambria Math" panose="02040503050406030204" pitchFamily="18" charset="0"/>
                                </a:rPr>
                                <m:t>1000</m:t>
                              </m:r>
                            </m:den>
                          </m:f>
                        </m:e>
                      </m:d>
                    </m:oMath>
                  </m:oMathPara>
                </a14:m>
                <a:endParaRPr lang="en-US" sz="3200" dirty="0"/>
              </a:p>
              <a:p>
                <a:pPr>
                  <a:lnSpc>
                    <a:spcPct val="120000"/>
                  </a:lnSpc>
                  <a:buFont typeface="Wingdings" panose="05000000000000000000" pitchFamily="2" charset="2"/>
                  <a:buChar char="§"/>
                </a:pPr>
                <a:r>
                  <a:rPr lang="en-US" sz="3200" dirty="0"/>
                  <a:t>Use Chaining technique to avoid collision.</a:t>
                </a:r>
              </a:p>
              <a:p>
                <a:pPr marL="514350" indent="-514350">
                  <a:lnSpc>
                    <a:spcPct val="120000"/>
                  </a:lnSpc>
                  <a:buFont typeface="+mj-lt"/>
                  <a:buAutoNum type="alphaUcPeriod" startAt="3"/>
                </a:pPr>
                <a:r>
                  <a:rPr lang="en-US" sz="3200" dirty="0"/>
                  <a:t>Calculate the total size of Hash table, assuming each element takes 4Bytes and the CPU follows 32-bit addressing.</a:t>
                </a:r>
              </a:p>
              <a:p>
                <a:pPr marL="514350" indent="-514350">
                  <a:lnSpc>
                    <a:spcPct val="120000"/>
                  </a:lnSpc>
                  <a:buFont typeface="+mj-lt"/>
                  <a:buAutoNum type="alphaUcPeriod" startAt="3"/>
                </a:pPr>
                <a:r>
                  <a:rPr lang="en-US" sz="3200" dirty="0"/>
                  <a:t>After the hash table is created, search for “5144” and explain how many steps were required to reach its memory address.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1245" t="-1603" b="-370"/>
                </a:stretch>
              </a:blipFill>
            </p:spPr>
            <p:txBody>
              <a:bodyPr/>
              <a:lstStyle/>
              <a:p>
                <a:r>
                  <a:rPr lang="en-US">
                    <a:noFill/>
                  </a:rPr>
                  <a:t> </a:t>
                </a:r>
              </a:p>
            </p:txBody>
          </p:sp>
        </mc:Fallback>
      </mc:AlternateContent>
    </p:spTree>
    <p:extLst>
      <p:ext uri="{BB962C8B-B14F-4D97-AF65-F5344CB8AC3E}">
        <p14:creationId xmlns:p14="http://schemas.microsoft.com/office/powerpoint/2010/main" val="277683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5813</TotalTime>
  <Words>2483</Words>
  <Application>Microsoft Office PowerPoint</Application>
  <PresentationFormat>Widescreen</PresentationFormat>
  <Paragraphs>476</Paragraphs>
  <Slides>30</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176</cp:revision>
  <dcterms:created xsi:type="dcterms:W3CDTF">2022-11-22T20:08:03Z</dcterms:created>
  <dcterms:modified xsi:type="dcterms:W3CDTF">2023-08-30T08:07:14Z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