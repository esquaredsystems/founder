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503" r:id="rId5"/>
    <p:sldId id="2462" r:id="rId6"/>
    <p:sldId id="2557" r:id="rId7"/>
    <p:sldId id="2559" r:id="rId8"/>
    <p:sldId id="2558" r:id="rId9"/>
    <p:sldId id="2560" r:id="rId10"/>
    <p:sldId id="2561" r:id="rId11"/>
    <p:sldId id="2562" r:id="rId12"/>
    <p:sldId id="2564" r:id="rId13"/>
    <p:sldId id="2563" r:id="rId14"/>
    <p:sldId id="2565" r:id="rId15"/>
    <p:sldId id="2566" r:id="rId16"/>
    <p:sldId id="2568" r:id="rId17"/>
    <p:sldId id="2567" r:id="rId18"/>
    <p:sldId id="2569" r:id="rId19"/>
    <p:sldId id="2570" r:id="rId20"/>
    <p:sldId id="2571" r:id="rId21"/>
    <p:sldId id="243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F2085F-781B-4692-9EDE-FCF79FC38DFD}" v="6" dt="2023-08-25T05:49:57.6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2288" autoAdjust="0"/>
  </p:normalViewPr>
  <p:slideViewPr>
    <p:cSldViewPr snapToGrid="0">
      <p:cViewPr varScale="1">
        <p:scale>
          <a:sx n="76" d="100"/>
          <a:sy n="76" d="100"/>
        </p:scale>
        <p:origin x="730"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37B963A1-BBDE-46C5-80F9-50AE1D86A8AA}"/>
    <pc:docChg chg="undo redo custSel addSld delSld modSld">
      <pc:chgData name="Owais Ahmed" userId="6abc7d4556b3b071" providerId="LiveId" clId="{37B963A1-BBDE-46C5-80F9-50AE1D86A8AA}" dt="2023-07-31T10:38:14.595" v="1196" actId="47"/>
      <pc:docMkLst>
        <pc:docMk/>
      </pc:docMkLst>
      <pc:sldChg chg="addSp modSp">
        <pc:chgData name="Owais Ahmed" userId="6abc7d4556b3b071" providerId="LiveId" clId="{37B963A1-BBDE-46C5-80F9-50AE1D86A8AA}" dt="2023-07-31T09:44:01.953" v="1034" actId="14100"/>
        <pc:sldMkLst>
          <pc:docMk/>
          <pc:sldMk cId="641030253" sldId="2479"/>
        </pc:sldMkLst>
        <pc:picChg chg="add mod">
          <ac:chgData name="Owais Ahmed" userId="6abc7d4556b3b071" providerId="LiveId" clId="{37B963A1-BBDE-46C5-80F9-50AE1D86A8AA}" dt="2023-07-31T09:44:01.953" v="1034" actId="14100"/>
          <ac:picMkLst>
            <pc:docMk/>
            <pc:sldMk cId="641030253" sldId="2479"/>
            <ac:picMk id="1026" creationId="{CFAF1355-DBB8-B5EE-C2A4-C2452A1CA5CA}"/>
          </ac:picMkLst>
        </pc:picChg>
      </pc:sldChg>
      <pc:sldChg chg="modSp del">
        <pc:chgData name="Owais Ahmed" userId="6abc7d4556b3b071" providerId="LiveId" clId="{37B963A1-BBDE-46C5-80F9-50AE1D86A8AA}" dt="2023-07-31T09:17:14.576" v="748" actId="47"/>
        <pc:sldMkLst>
          <pc:docMk/>
          <pc:sldMk cId="3876657833" sldId="2504"/>
        </pc:sldMkLst>
        <pc:spChg chg="mod">
          <ac:chgData name="Owais Ahmed" userId="6abc7d4556b3b071" providerId="LiveId" clId="{37B963A1-BBDE-46C5-80F9-50AE1D86A8AA}" dt="2023-07-31T07:54:21.860" v="8" actId="20577"/>
          <ac:spMkLst>
            <pc:docMk/>
            <pc:sldMk cId="3876657833" sldId="2504"/>
            <ac:spMk id="3" creationId="{4A1C0383-58FE-E486-295E-B33B8683B938}"/>
          </ac:spMkLst>
        </pc:spChg>
      </pc:sldChg>
      <pc:sldChg chg="modSp mod modAnim">
        <pc:chgData name="Owais Ahmed" userId="6abc7d4556b3b071" providerId="LiveId" clId="{37B963A1-BBDE-46C5-80F9-50AE1D86A8AA}" dt="2023-07-31T10:37:44.414" v="1189" actId="20577"/>
        <pc:sldMkLst>
          <pc:docMk/>
          <pc:sldMk cId="3265271046" sldId="2505"/>
        </pc:sldMkLst>
        <pc:spChg chg="mod">
          <ac:chgData name="Owais Ahmed" userId="6abc7d4556b3b071" providerId="LiveId" clId="{37B963A1-BBDE-46C5-80F9-50AE1D86A8AA}" dt="2023-07-31T10:37:44.414" v="1189" actId="20577"/>
          <ac:spMkLst>
            <pc:docMk/>
            <pc:sldMk cId="3265271046" sldId="2505"/>
            <ac:spMk id="3" creationId="{4A1C0383-58FE-E486-295E-B33B8683B938}"/>
          </ac:spMkLst>
        </pc:spChg>
        <pc:spChg chg="mod">
          <ac:chgData name="Owais Ahmed" userId="6abc7d4556b3b071" providerId="LiveId" clId="{37B963A1-BBDE-46C5-80F9-50AE1D86A8AA}" dt="2023-07-31T09:22:53.971" v="972" actId="20577"/>
          <ac:spMkLst>
            <pc:docMk/>
            <pc:sldMk cId="3265271046" sldId="2505"/>
            <ac:spMk id="215" creationId="{00000000-0000-0000-0000-000000000000}"/>
          </ac:spMkLst>
        </pc:spChg>
      </pc:sldChg>
      <pc:sldChg chg="del">
        <pc:chgData name="Owais Ahmed" userId="6abc7d4556b3b071" providerId="LiveId" clId="{37B963A1-BBDE-46C5-80F9-50AE1D86A8AA}" dt="2023-07-31T09:21:45.459" v="783" actId="47"/>
        <pc:sldMkLst>
          <pc:docMk/>
          <pc:sldMk cId="1739639881" sldId="2506"/>
        </pc:sldMkLst>
      </pc:sldChg>
      <pc:sldChg chg="del">
        <pc:chgData name="Owais Ahmed" userId="6abc7d4556b3b071" providerId="LiveId" clId="{37B963A1-BBDE-46C5-80F9-50AE1D86A8AA}" dt="2023-07-31T10:38:06.068" v="1190" actId="47"/>
        <pc:sldMkLst>
          <pc:docMk/>
          <pc:sldMk cId="1552213775" sldId="2508"/>
        </pc:sldMkLst>
      </pc:sldChg>
      <pc:sldChg chg="del">
        <pc:chgData name="Owais Ahmed" userId="6abc7d4556b3b071" providerId="LiveId" clId="{37B963A1-BBDE-46C5-80F9-50AE1D86A8AA}" dt="2023-07-31T10:38:06.999" v="1191" actId="47"/>
        <pc:sldMkLst>
          <pc:docMk/>
          <pc:sldMk cId="3768378318" sldId="2509"/>
        </pc:sldMkLst>
      </pc:sldChg>
      <pc:sldChg chg="del">
        <pc:chgData name="Owais Ahmed" userId="6abc7d4556b3b071" providerId="LiveId" clId="{37B963A1-BBDE-46C5-80F9-50AE1D86A8AA}" dt="2023-07-31T10:38:11.466" v="1192" actId="47"/>
        <pc:sldMkLst>
          <pc:docMk/>
          <pc:sldMk cId="64818802" sldId="2511"/>
        </pc:sldMkLst>
      </pc:sldChg>
      <pc:sldChg chg="del">
        <pc:chgData name="Owais Ahmed" userId="6abc7d4556b3b071" providerId="LiveId" clId="{37B963A1-BBDE-46C5-80F9-50AE1D86A8AA}" dt="2023-07-31T10:38:12.003" v="1193" actId="47"/>
        <pc:sldMkLst>
          <pc:docMk/>
          <pc:sldMk cId="2129317129" sldId="2512"/>
        </pc:sldMkLst>
      </pc:sldChg>
      <pc:sldChg chg="del">
        <pc:chgData name="Owais Ahmed" userId="6abc7d4556b3b071" providerId="LiveId" clId="{37B963A1-BBDE-46C5-80F9-50AE1D86A8AA}" dt="2023-07-31T10:38:13.201" v="1194" actId="47"/>
        <pc:sldMkLst>
          <pc:docMk/>
          <pc:sldMk cId="2427359866" sldId="2513"/>
        </pc:sldMkLst>
      </pc:sldChg>
      <pc:sldChg chg="del">
        <pc:chgData name="Owais Ahmed" userId="6abc7d4556b3b071" providerId="LiveId" clId="{37B963A1-BBDE-46C5-80F9-50AE1D86A8AA}" dt="2023-07-31T10:38:13.688" v="1195" actId="47"/>
        <pc:sldMkLst>
          <pc:docMk/>
          <pc:sldMk cId="3068889018" sldId="2514"/>
        </pc:sldMkLst>
      </pc:sldChg>
      <pc:sldChg chg="del">
        <pc:chgData name="Owais Ahmed" userId="6abc7d4556b3b071" providerId="LiveId" clId="{37B963A1-BBDE-46C5-80F9-50AE1D86A8AA}" dt="2023-07-31T10:38:14.595" v="1196" actId="47"/>
        <pc:sldMkLst>
          <pc:docMk/>
          <pc:sldMk cId="1205181684" sldId="2515"/>
        </pc:sldMkLst>
      </pc:sldChg>
      <pc:sldChg chg="addSp delSp modSp add mod delAnim modAnim modNotesTx">
        <pc:chgData name="Owais Ahmed" userId="6abc7d4556b3b071" providerId="LiveId" clId="{37B963A1-BBDE-46C5-80F9-50AE1D86A8AA}" dt="2023-07-31T09:22:46.783" v="967" actId="403"/>
        <pc:sldMkLst>
          <pc:docMk/>
          <pc:sldMk cId="2990752692" sldId="2547"/>
        </pc:sldMkLst>
        <pc:spChg chg="mod topLvl">
          <ac:chgData name="Owais Ahmed" userId="6abc7d4556b3b071" providerId="LiveId" clId="{37B963A1-BBDE-46C5-80F9-50AE1D86A8AA}" dt="2023-07-31T09:20:36.919" v="776" actId="164"/>
          <ac:spMkLst>
            <pc:docMk/>
            <pc:sldMk cId="2990752692" sldId="2547"/>
            <ac:spMk id="15" creationId="{DC6F760B-B39C-5030-E5E4-86E3BAA89B86}"/>
          </ac:spMkLst>
        </pc:spChg>
        <pc:spChg chg="mod">
          <ac:chgData name="Owais Ahmed" userId="6abc7d4556b3b071" providerId="LiveId" clId="{37B963A1-BBDE-46C5-80F9-50AE1D86A8AA}" dt="2023-07-31T08:55:07.954" v="87" actId="165"/>
          <ac:spMkLst>
            <pc:docMk/>
            <pc:sldMk cId="2990752692" sldId="2547"/>
            <ac:spMk id="16" creationId="{4D64877C-85F6-9B39-1678-973D20FB4164}"/>
          </ac:spMkLst>
        </pc:spChg>
        <pc:spChg chg="mod">
          <ac:chgData name="Owais Ahmed" userId="6abc7d4556b3b071" providerId="LiveId" clId="{37B963A1-BBDE-46C5-80F9-50AE1D86A8AA}" dt="2023-07-31T08:55:07.954" v="87" actId="165"/>
          <ac:spMkLst>
            <pc:docMk/>
            <pc:sldMk cId="2990752692" sldId="2547"/>
            <ac:spMk id="17" creationId="{44C1438B-BC38-00D5-EEB2-1F3CC04A3BC5}"/>
          </ac:spMkLst>
        </pc:spChg>
        <pc:spChg chg="mod">
          <ac:chgData name="Owais Ahmed" userId="6abc7d4556b3b071" providerId="LiveId" clId="{37B963A1-BBDE-46C5-80F9-50AE1D86A8AA}" dt="2023-07-31T08:55:07.954" v="87" actId="165"/>
          <ac:spMkLst>
            <pc:docMk/>
            <pc:sldMk cId="2990752692" sldId="2547"/>
            <ac:spMk id="18" creationId="{80ECA507-EC6B-37A3-DBE4-A82F10397D42}"/>
          </ac:spMkLst>
        </pc:spChg>
        <pc:spChg chg="mod">
          <ac:chgData name="Owais Ahmed" userId="6abc7d4556b3b071" providerId="LiveId" clId="{37B963A1-BBDE-46C5-80F9-50AE1D86A8AA}" dt="2023-07-31T08:55:07.954" v="87" actId="165"/>
          <ac:spMkLst>
            <pc:docMk/>
            <pc:sldMk cId="2990752692" sldId="2547"/>
            <ac:spMk id="19" creationId="{209A12DE-3FC7-4C93-C10F-E3E7B487CB04}"/>
          </ac:spMkLst>
        </pc:spChg>
        <pc:spChg chg="mod">
          <ac:chgData name="Owais Ahmed" userId="6abc7d4556b3b071" providerId="LiveId" clId="{37B963A1-BBDE-46C5-80F9-50AE1D86A8AA}" dt="2023-07-31T08:55:07.954" v="87" actId="165"/>
          <ac:spMkLst>
            <pc:docMk/>
            <pc:sldMk cId="2990752692" sldId="2547"/>
            <ac:spMk id="20" creationId="{E628DB0C-884C-523B-770A-FE29A86777A0}"/>
          </ac:spMkLst>
        </pc:spChg>
        <pc:spChg chg="mod">
          <ac:chgData name="Owais Ahmed" userId="6abc7d4556b3b071" providerId="LiveId" clId="{37B963A1-BBDE-46C5-80F9-50AE1D86A8AA}" dt="2023-07-31T08:55:07.954" v="87" actId="165"/>
          <ac:spMkLst>
            <pc:docMk/>
            <pc:sldMk cId="2990752692" sldId="2547"/>
            <ac:spMk id="21" creationId="{984C53CB-E500-546B-DAE2-8AF058E1456A}"/>
          </ac:spMkLst>
        </pc:spChg>
        <pc:spChg chg="mod">
          <ac:chgData name="Owais Ahmed" userId="6abc7d4556b3b071" providerId="LiveId" clId="{37B963A1-BBDE-46C5-80F9-50AE1D86A8AA}" dt="2023-07-31T09:18:02.201" v="750" actId="165"/>
          <ac:spMkLst>
            <pc:docMk/>
            <pc:sldMk cId="2990752692" sldId="2547"/>
            <ac:spMk id="22" creationId="{9BE88246-7287-BC44-53EF-4449075DC5BE}"/>
          </ac:spMkLst>
        </pc:spChg>
        <pc:spChg chg="mod">
          <ac:chgData name="Owais Ahmed" userId="6abc7d4556b3b071" providerId="LiveId" clId="{37B963A1-BBDE-46C5-80F9-50AE1D86A8AA}" dt="2023-07-31T09:18:02.201" v="750" actId="165"/>
          <ac:spMkLst>
            <pc:docMk/>
            <pc:sldMk cId="2990752692" sldId="2547"/>
            <ac:spMk id="23" creationId="{FF497BF7-184D-AE69-79FD-2DE9102160C2}"/>
          </ac:spMkLst>
        </pc:spChg>
        <pc:spChg chg="mod">
          <ac:chgData name="Owais Ahmed" userId="6abc7d4556b3b071" providerId="LiveId" clId="{37B963A1-BBDE-46C5-80F9-50AE1D86A8AA}" dt="2023-07-31T09:18:02.201" v="750" actId="165"/>
          <ac:spMkLst>
            <pc:docMk/>
            <pc:sldMk cId="2990752692" sldId="2547"/>
            <ac:spMk id="24" creationId="{F37097D9-0CF3-F099-EF6F-82A85882EA07}"/>
          </ac:spMkLst>
        </pc:spChg>
        <pc:spChg chg="mod">
          <ac:chgData name="Owais Ahmed" userId="6abc7d4556b3b071" providerId="LiveId" clId="{37B963A1-BBDE-46C5-80F9-50AE1D86A8AA}" dt="2023-07-31T09:18:02.201" v="750" actId="165"/>
          <ac:spMkLst>
            <pc:docMk/>
            <pc:sldMk cId="2990752692" sldId="2547"/>
            <ac:spMk id="25" creationId="{7ACC3884-9A28-F258-79A5-B99975786539}"/>
          </ac:spMkLst>
        </pc:spChg>
        <pc:spChg chg="mod">
          <ac:chgData name="Owais Ahmed" userId="6abc7d4556b3b071" providerId="LiveId" clId="{37B963A1-BBDE-46C5-80F9-50AE1D86A8AA}" dt="2023-07-31T09:18:02.201" v="750" actId="165"/>
          <ac:spMkLst>
            <pc:docMk/>
            <pc:sldMk cId="2990752692" sldId="2547"/>
            <ac:spMk id="26" creationId="{41974825-FD22-6AE1-DD38-EEB7C995FD26}"/>
          </ac:spMkLst>
        </pc:spChg>
        <pc:spChg chg="mod">
          <ac:chgData name="Owais Ahmed" userId="6abc7d4556b3b071" providerId="LiveId" clId="{37B963A1-BBDE-46C5-80F9-50AE1D86A8AA}" dt="2023-07-31T09:18:02.201" v="750" actId="165"/>
          <ac:spMkLst>
            <pc:docMk/>
            <pc:sldMk cId="2990752692" sldId="2547"/>
            <ac:spMk id="27" creationId="{FF99B84C-AD39-025D-1AD7-398BA21321E2}"/>
          </ac:spMkLst>
        </pc:spChg>
        <pc:spChg chg="add mod">
          <ac:chgData name="Owais Ahmed" userId="6abc7d4556b3b071" providerId="LiveId" clId="{37B963A1-BBDE-46C5-80F9-50AE1D86A8AA}" dt="2023-07-31T09:09:14.811" v="334" actId="20577"/>
          <ac:spMkLst>
            <pc:docMk/>
            <pc:sldMk cId="2990752692" sldId="2547"/>
            <ac:spMk id="28" creationId="{3CF5A4AF-4C9B-6C47-774C-B86A9D88CB45}"/>
          </ac:spMkLst>
        </pc:spChg>
        <pc:spChg chg="mod topLvl">
          <ac:chgData name="Owais Ahmed" userId="6abc7d4556b3b071" providerId="LiveId" clId="{37B963A1-BBDE-46C5-80F9-50AE1D86A8AA}" dt="2023-07-31T09:20:49.945" v="777" actId="164"/>
          <ac:spMkLst>
            <pc:docMk/>
            <pc:sldMk cId="2990752692" sldId="2547"/>
            <ac:spMk id="41" creationId="{65A13C73-0C8F-27B4-E786-64718770BEAE}"/>
          </ac:spMkLst>
        </pc:spChg>
        <pc:spChg chg="mod">
          <ac:chgData name="Owais Ahmed" userId="6abc7d4556b3b071" providerId="LiveId" clId="{37B963A1-BBDE-46C5-80F9-50AE1D86A8AA}" dt="2023-07-31T08:57:10.217" v="124" actId="165"/>
          <ac:spMkLst>
            <pc:docMk/>
            <pc:sldMk cId="2990752692" sldId="2547"/>
            <ac:spMk id="42" creationId="{FAD223D6-B000-D11B-4311-9D22E58DD05B}"/>
          </ac:spMkLst>
        </pc:spChg>
        <pc:spChg chg="mod">
          <ac:chgData name="Owais Ahmed" userId="6abc7d4556b3b071" providerId="LiveId" clId="{37B963A1-BBDE-46C5-80F9-50AE1D86A8AA}" dt="2023-07-31T08:57:10.217" v="124" actId="165"/>
          <ac:spMkLst>
            <pc:docMk/>
            <pc:sldMk cId="2990752692" sldId="2547"/>
            <ac:spMk id="43" creationId="{737E9D41-5F4D-5970-E45A-7E773F4A9236}"/>
          </ac:spMkLst>
        </pc:spChg>
        <pc:spChg chg="mod">
          <ac:chgData name="Owais Ahmed" userId="6abc7d4556b3b071" providerId="LiveId" clId="{37B963A1-BBDE-46C5-80F9-50AE1D86A8AA}" dt="2023-07-31T09:18:02.201" v="750" actId="165"/>
          <ac:spMkLst>
            <pc:docMk/>
            <pc:sldMk cId="2990752692" sldId="2547"/>
            <ac:spMk id="44" creationId="{816F4A88-298B-8E58-D5D2-A2A5E8D99466}"/>
          </ac:spMkLst>
        </pc:spChg>
        <pc:spChg chg="mod">
          <ac:chgData name="Owais Ahmed" userId="6abc7d4556b3b071" providerId="LiveId" clId="{37B963A1-BBDE-46C5-80F9-50AE1D86A8AA}" dt="2023-07-31T09:18:02.201" v="750" actId="165"/>
          <ac:spMkLst>
            <pc:docMk/>
            <pc:sldMk cId="2990752692" sldId="2547"/>
            <ac:spMk id="45" creationId="{0EA41C65-4FF2-E3EF-7074-CED8002578F8}"/>
          </ac:spMkLst>
        </pc:spChg>
        <pc:spChg chg="mod">
          <ac:chgData name="Owais Ahmed" userId="6abc7d4556b3b071" providerId="LiveId" clId="{37B963A1-BBDE-46C5-80F9-50AE1D86A8AA}" dt="2023-07-31T09:18:02.201" v="750" actId="165"/>
          <ac:spMkLst>
            <pc:docMk/>
            <pc:sldMk cId="2990752692" sldId="2547"/>
            <ac:spMk id="46" creationId="{3C04EA08-2F73-6132-D0D5-677D1950D5B1}"/>
          </ac:spMkLst>
        </pc:spChg>
        <pc:spChg chg="mod">
          <ac:chgData name="Owais Ahmed" userId="6abc7d4556b3b071" providerId="LiveId" clId="{37B963A1-BBDE-46C5-80F9-50AE1D86A8AA}" dt="2023-07-31T09:18:02.201" v="750" actId="165"/>
          <ac:spMkLst>
            <pc:docMk/>
            <pc:sldMk cId="2990752692" sldId="2547"/>
            <ac:spMk id="47" creationId="{BDA10306-57CB-4BA0-9EC3-A496E294E950}"/>
          </ac:spMkLst>
        </pc:spChg>
        <pc:spChg chg="mod">
          <ac:chgData name="Owais Ahmed" userId="6abc7d4556b3b071" providerId="LiveId" clId="{37B963A1-BBDE-46C5-80F9-50AE1D86A8AA}" dt="2023-07-31T09:18:02.201" v="750" actId="165"/>
          <ac:spMkLst>
            <pc:docMk/>
            <pc:sldMk cId="2990752692" sldId="2547"/>
            <ac:spMk id="48" creationId="{C1100074-A548-2509-ED52-EB7C38593BC1}"/>
          </ac:spMkLst>
        </pc:spChg>
        <pc:spChg chg="mod">
          <ac:chgData name="Owais Ahmed" userId="6abc7d4556b3b071" providerId="LiveId" clId="{37B963A1-BBDE-46C5-80F9-50AE1D86A8AA}" dt="2023-07-31T09:18:02.201" v="750" actId="165"/>
          <ac:spMkLst>
            <pc:docMk/>
            <pc:sldMk cId="2990752692" sldId="2547"/>
            <ac:spMk id="49" creationId="{CAD70082-5D12-C389-1250-2B501F7083E0}"/>
          </ac:spMkLst>
        </pc:spChg>
        <pc:spChg chg="mod">
          <ac:chgData name="Owais Ahmed" userId="6abc7d4556b3b071" providerId="LiveId" clId="{37B963A1-BBDE-46C5-80F9-50AE1D86A8AA}" dt="2023-07-31T09:18:02.201" v="750" actId="165"/>
          <ac:spMkLst>
            <pc:docMk/>
            <pc:sldMk cId="2990752692" sldId="2547"/>
            <ac:spMk id="50" creationId="{0AE7C3E5-5A63-B98D-5393-99A5BD716A10}"/>
          </ac:spMkLst>
        </pc:spChg>
        <pc:spChg chg="mod">
          <ac:chgData name="Owais Ahmed" userId="6abc7d4556b3b071" providerId="LiveId" clId="{37B963A1-BBDE-46C5-80F9-50AE1D86A8AA}" dt="2023-07-31T09:18:02.201" v="750" actId="165"/>
          <ac:spMkLst>
            <pc:docMk/>
            <pc:sldMk cId="2990752692" sldId="2547"/>
            <ac:spMk id="51" creationId="{BFDE44AD-225D-0228-1B4F-AD622A3F3DAC}"/>
          </ac:spMkLst>
        </pc:spChg>
        <pc:spChg chg="mod">
          <ac:chgData name="Owais Ahmed" userId="6abc7d4556b3b071" providerId="LiveId" clId="{37B963A1-BBDE-46C5-80F9-50AE1D86A8AA}" dt="2023-07-31T09:18:02.201" v="750" actId="165"/>
          <ac:spMkLst>
            <pc:docMk/>
            <pc:sldMk cId="2990752692" sldId="2547"/>
            <ac:spMk id="52" creationId="{17B4C07E-F879-E532-325D-6FF08D8505F5}"/>
          </ac:spMkLst>
        </pc:spChg>
        <pc:spChg chg="mod">
          <ac:chgData name="Owais Ahmed" userId="6abc7d4556b3b071" providerId="LiveId" clId="{37B963A1-BBDE-46C5-80F9-50AE1D86A8AA}" dt="2023-07-31T09:18:02.201" v="750" actId="165"/>
          <ac:spMkLst>
            <pc:docMk/>
            <pc:sldMk cId="2990752692" sldId="2547"/>
            <ac:spMk id="53" creationId="{DBACB512-33CF-F8B0-F274-8E68DEEA6F61}"/>
          </ac:spMkLst>
        </pc:spChg>
        <pc:spChg chg="add mod topLvl">
          <ac:chgData name="Owais Ahmed" userId="6abc7d4556b3b071" providerId="LiveId" clId="{37B963A1-BBDE-46C5-80F9-50AE1D86A8AA}" dt="2023-07-31T09:20:36.919" v="776" actId="164"/>
          <ac:spMkLst>
            <pc:docMk/>
            <pc:sldMk cId="2990752692" sldId="2547"/>
            <ac:spMk id="54" creationId="{99338666-DEB8-F6EC-51E5-745FCFA2E885}"/>
          </ac:spMkLst>
        </pc:spChg>
        <pc:spChg chg="add mod topLvl">
          <ac:chgData name="Owais Ahmed" userId="6abc7d4556b3b071" providerId="LiveId" clId="{37B963A1-BBDE-46C5-80F9-50AE1D86A8AA}" dt="2023-07-31T09:20:49.945" v="777" actId="164"/>
          <ac:spMkLst>
            <pc:docMk/>
            <pc:sldMk cId="2990752692" sldId="2547"/>
            <ac:spMk id="55" creationId="{30288481-E2CE-CAE2-718C-4835D8DD75DC}"/>
          </ac:spMkLst>
        </pc:spChg>
        <pc:spChg chg="add mod">
          <ac:chgData name="Owais Ahmed" userId="6abc7d4556b3b071" providerId="LiveId" clId="{37B963A1-BBDE-46C5-80F9-50AE1D86A8AA}" dt="2023-07-31T09:22:46.783" v="967" actId="403"/>
          <ac:spMkLst>
            <pc:docMk/>
            <pc:sldMk cId="2990752692" sldId="2547"/>
            <ac:spMk id="59" creationId="{AEBA77B2-6B0E-289B-7846-D44A6069D647}"/>
          </ac:spMkLst>
        </pc:spChg>
        <pc:spChg chg="add mod">
          <ac:chgData name="Owais Ahmed" userId="6abc7d4556b3b071" providerId="LiveId" clId="{37B963A1-BBDE-46C5-80F9-50AE1D86A8AA}" dt="2023-07-31T09:22:46.783" v="967" actId="403"/>
          <ac:spMkLst>
            <pc:docMk/>
            <pc:sldMk cId="2990752692" sldId="2547"/>
            <ac:spMk id="60" creationId="{EFC90799-BF57-EE8B-DF49-5414F3CF27C9}"/>
          </ac:spMkLst>
        </pc:spChg>
        <pc:spChg chg="add mod">
          <ac:chgData name="Owais Ahmed" userId="6abc7d4556b3b071" providerId="LiveId" clId="{37B963A1-BBDE-46C5-80F9-50AE1D86A8AA}" dt="2023-07-31T09:22:46.783" v="967" actId="403"/>
          <ac:spMkLst>
            <pc:docMk/>
            <pc:sldMk cId="2990752692" sldId="2547"/>
            <ac:spMk id="61" creationId="{88132603-AC6B-83B7-25E0-6DF149BFC222}"/>
          </ac:spMkLst>
        </pc:spChg>
        <pc:spChg chg="add del mod">
          <ac:chgData name="Owais Ahmed" userId="6abc7d4556b3b071" providerId="LiveId" clId="{37B963A1-BBDE-46C5-80F9-50AE1D86A8AA}" dt="2023-07-31T09:12:52.925" v="650" actId="478"/>
          <ac:spMkLst>
            <pc:docMk/>
            <pc:sldMk cId="2990752692" sldId="2547"/>
            <ac:spMk id="62" creationId="{160F6A0F-14C0-D289-3FA8-8B642113998A}"/>
          </ac:spMkLst>
        </pc:spChg>
        <pc:spChg chg="add mod">
          <ac:chgData name="Owais Ahmed" userId="6abc7d4556b3b071" providerId="LiveId" clId="{37B963A1-BBDE-46C5-80F9-50AE1D86A8AA}" dt="2023-07-31T09:11:03.076" v="428"/>
          <ac:spMkLst>
            <pc:docMk/>
            <pc:sldMk cId="2990752692" sldId="2547"/>
            <ac:spMk id="63" creationId="{17FDEC2C-8828-23D7-6FE5-B3BA1A6B574A}"/>
          </ac:spMkLst>
        </pc:spChg>
        <pc:spChg chg="mod">
          <ac:chgData name="Owais Ahmed" userId="6abc7d4556b3b071" providerId="LiveId" clId="{37B963A1-BBDE-46C5-80F9-50AE1D86A8AA}" dt="2023-07-31T09:14:12.764" v="658"/>
          <ac:spMkLst>
            <pc:docMk/>
            <pc:sldMk cId="2990752692" sldId="2547"/>
            <ac:spMk id="74" creationId="{054B95CB-9A51-3048-2AAA-192413CAEA37}"/>
          </ac:spMkLst>
        </pc:spChg>
        <pc:spChg chg="mod">
          <ac:chgData name="Owais Ahmed" userId="6abc7d4556b3b071" providerId="LiveId" clId="{37B963A1-BBDE-46C5-80F9-50AE1D86A8AA}" dt="2023-07-31T09:14:12.764" v="658"/>
          <ac:spMkLst>
            <pc:docMk/>
            <pc:sldMk cId="2990752692" sldId="2547"/>
            <ac:spMk id="75" creationId="{AFE9CA9E-E9CD-B864-B428-15F9F133750B}"/>
          </ac:spMkLst>
        </pc:spChg>
        <pc:spChg chg="mod">
          <ac:chgData name="Owais Ahmed" userId="6abc7d4556b3b071" providerId="LiveId" clId="{37B963A1-BBDE-46C5-80F9-50AE1D86A8AA}" dt="2023-07-31T09:14:12.764" v="658"/>
          <ac:spMkLst>
            <pc:docMk/>
            <pc:sldMk cId="2990752692" sldId="2547"/>
            <ac:spMk id="76" creationId="{51288A97-1F21-E43E-415E-B6D252BC28BB}"/>
          </ac:spMkLst>
        </pc:spChg>
        <pc:spChg chg="mod">
          <ac:chgData name="Owais Ahmed" userId="6abc7d4556b3b071" providerId="LiveId" clId="{37B963A1-BBDE-46C5-80F9-50AE1D86A8AA}" dt="2023-07-31T09:14:12.764" v="658"/>
          <ac:spMkLst>
            <pc:docMk/>
            <pc:sldMk cId="2990752692" sldId="2547"/>
            <ac:spMk id="77" creationId="{7498511B-4AAA-3BA2-C7F2-62B8E45AE402}"/>
          </ac:spMkLst>
        </pc:spChg>
        <pc:spChg chg="mod">
          <ac:chgData name="Owais Ahmed" userId="6abc7d4556b3b071" providerId="LiveId" clId="{37B963A1-BBDE-46C5-80F9-50AE1D86A8AA}" dt="2023-07-31T09:14:12.764" v="658"/>
          <ac:spMkLst>
            <pc:docMk/>
            <pc:sldMk cId="2990752692" sldId="2547"/>
            <ac:spMk id="78" creationId="{237D90D8-4CC0-D47B-4942-0F53F202BA1E}"/>
          </ac:spMkLst>
        </pc:spChg>
        <pc:spChg chg="mod">
          <ac:chgData name="Owais Ahmed" userId="6abc7d4556b3b071" providerId="LiveId" clId="{37B963A1-BBDE-46C5-80F9-50AE1D86A8AA}" dt="2023-07-31T09:14:12.764" v="658"/>
          <ac:spMkLst>
            <pc:docMk/>
            <pc:sldMk cId="2990752692" sldId="2547"/>
            <ac:spMk id="79" creationId="{4016E780-3ABC-EE2C-C6F6-D87FB4ECC018}"/>
          </ac:spMkLst>
        </pc:spChg>
        <pc:spChg chg="mod">
          <ac:chgData name="Owais Ahmed" userId="6abc7d4556b3b071" providerId="LiveId" clId="{37B963A1-BBDE-46C5-80F9-50AE1D86A8AA}" dt="2023-07-31T09:14:12.764" v="658"/>
          <ac:spMkLst>
            <pc:docMk/>
            <pc:sldMk cId="2990752692" sldId="2547"/>
            <ac:spMk id="80" creationId="{15E31881-E118-5136-F65C-C5B20360AB1F}"/>
          </ac:spMkLst>
        </pc:spChg>
        <pc:spChg chg="mod">
          <ac:chgData name="Owais Ahmed" userId="6abc7d4556b3b071" providerId="LiveId" clId="{37B963A1-BBDE-46C5-80F9-50AE1D86A8AA}" dt="2023-07-31T09:14:12.764" v="658"/>
          <ac:spMkLst>
            <pc:docMk/>
            <pc:sldMk cId="2990752692" sldId="2547"/>
            <ac:spMk id="81" creationId="{5FDBC11E-AE4C-3A31-FE83-8475CA853C44}"/>
          </ac:spMkLst>
        </pc:spChg>
        <pc:spChg chg="mod">
          <ac:chgData name="Owais Ahmed" userId="6abc7d4556b3b071" providerId="LiveId" clId="{37B963A1-BBDE-46C5-80F9-50AE1D86A8AA}" dt="2023-07-31T09:14:12.764" v="658"/>
          <ac:spMkLst>
            <pc:docMk/>
            <pc:sldMk cId="2990752692" sldId="2547"/>
            <ac:spMk id="82" creationId="{DB2AC896-002B-3199-5EF5-7B030B2C49DD}"/>
          </ac:spMkLst>
        </pc:spChg>
        <pc:spChg chg="mod">
          <ac:chgData name="Owais Ahmed" userId="6abc7d4556b3b071" providerId="LiveId" clId="{37B963A1-BBDE-46C5-80F9-50AE1D86A8AA}" dt="2023-07-31T09:14:12.764" v="658"/>
          <ac:spMkLst>
            <pc:docMk/>
            <pc:sldMk cId="2990752692" sldId="2547"/>
            <ac:spMk id="83" creationId="{56A86C1C-8240-E041-F883-9D23A4696CBE}"/>
          </ac:spMkLst>
        </pc:spChg>
        <pc:spChg chg="mod">
          <ac:chgData name="Owais Ahmed" userId="6abc7d4556b3b071" providerId="LiveId" clId="{37B963A1-BBDE-46C5-80F9-50AE1D86A8AA}" dt="2023-07-31T09:14:12.764" v="658"/>
          <ac:spMkLst>
            <pc:docMk/>
            <pc:sldMk cId="2990752692" sldId="2547"/>
            <ac:spMk id="84" creationId="{4E3590E7-5AFF-1105-07E2-B3D2C3CDFDCD}"/>
          </ac:spMkLst>
        </pc:spChg>
        <pc:spChg chg="mod">
          <ac:chgData name="Owais Ahmed" userId="6abc7d4556b3b071" providerId="LiveId" clId="{37B963A1-BBDE-46C5-80F9-50AE1D86A8AA}" dt="2023-07-31T09:14:12.764" v="658"/>
          <ac:spMkLst>
            <pc:docMk/>
            <pc:sldMk cId="2990752692" sldId="2547"/>
            <ac:spMk id="85" creationId="{8E1A532B-218C-2D90-CA75-17A455384A69}"/>
          </ac:spMkLst>
        </pc:spChg>
        <pc:spChg chg="add del mod">
          <ac:chgData name="Owais Ahmed" userId="6abc7d4556b3b071" providerId="LiveId" clId="{37B963A1-BBDE-46C5-80F9-50AE1D86A8AA}" dt="2023-07-31T09:14:18.628" v="661"/>
          <ac:spMkLst>
            <pc:docMk/>
            <pc:sldMk cId="2990752692" sldId="2547"/>
            <ac:spMk id="86" creationId="{524622F4-397C-F654-14E9-70C0987CC37C}"/>
          </ac:spMkLst>
        </pc:spChg>
        <pc:spChg chg="mod topLvl">
          <ac:chgData name="Owais Ahmed" userId="6abc7d4556b3b071" providerId="LiveId" clId="{37B963A1-BBDE-46C5-80F9-50AE1D86A8AA}" dt="2023-07-31T09:21:01.400" v="778" actId="164"/>
          <ac:spMkLst>
            <pc:docMk/>
            <pc:sldMk cId="2990752692" sldId="2547"/>
            <ac:spMk id="98" creationId="{41A8297C-ABA5-9274-136D-4E111480AD79}"/>
          </ac:spMkLst>
        </pc:spChg>
        <pc:spChg chg="mod topLvl">
          <ac:chgData name="Owais Ahmed" userId="6abc7d4556b3b071" providerId="LiveId" clId="{37B963A1-BBDE-46C5-80F9-50AE1D86A8AA}" dt="2023-07-31T09:21:01.400" v="778" actId="164"/>
          <ac:spMkLst>
            <pc:docMk/>
            <pc:sldMk cId="2990752692" sldId="2547"/>
            <ac:spMk id="99" creationId="{9584D462-E423-388D-2266-47477C49C31C}"/>
          </ac:spMkLst>
        </pc:spChg>
        <pc:spChg chg="del mod">
          <ac:chgData name="Owais Ahmed" userId="6abc7d4556b3b071" providerId="LiveId" clId="{37B963A1-BBDE-46C5-80F9-50AE1D86A8AA}" dt="2023-07-31T09:15:11.007" v="723" actId="478"/>
          <ac:spMkLst>
            <pc:docMk/>
            <pc:sldMk cId="2990752692" sldId="2547"/>
            <ac:spMk id="100" creationId="{79F34ECD-37F8-E73F-69C3-A735E6B1FA95}"/>
          </ac:spMkLst>
        </pc:spChg>
        <pc:spChg chg="del mod">
          <ac:chgData name="Owais Ahmed" userId="6abc7d4556b3b071" providerId="LiveId" clId="{37B963A1-BBDE-46C5-80F9-50AE1D86A8AA}" dt="2023-07-31T09:15:13.387" v="724" actId="478"/>
          <ac:spMkLst>
            <pc:docMk/>
            <pc:sldMk cId="2990752692" sldId="2547"/>
            <ac:spMk id="101" creationId="{51A59373-AAE3-3C8A-1697-4A1D330D8960}"/>
          </ac:spMkLst>
        </pc:spChg>
        <pc:spChg chg="mod">
          <ac:chgData name="Owais Ahmed" userId="6abc7d4556b3b071" providerId="LiveId" clId="{37B963A1-BBDE-46C5-80F9-50AE1D86A8AA}" dt="2023-07-31T09:18:02.201" v="750" actId="165"/>
          <ac:spMkLst>
            <pc:docMk/>
            <pc:sldMk cId="2990752692" sldId="2547"/>
            <ac:spMk id="102" creationId="{0BCCD3B4-01D0-57D5-D52B-40832A8C8689}"/>
          </ac:spMkLst>
        </pc:spChg>
        <pc:spChg chg="mod">
          <ac:chgData name="Owais Ahmed" userId="6abc7d4556b3b071" providerId="LiveId" clId="{37B963A1-BBDE-46C5-80F9-50AE1D86A8AA}" dt="2023-07-31T09:18:02.201" v="750" actId="165"/>
          <ac:spMkLst>
            <pc:docMk/>
            <pc:sldMk cId="2990752692" sldId="2547"/>
            <ac:spMk id="103" creationId="{C6C495E4-99CE-CB65-1420-9DB3F247FAAC}"/>
          </ac:spMkLst>
        </pc:spChg>
        <pc:spChg chg="mod">
          <ac:chgData name="Owais Ahmed" userId="6abc7d4556b3b071" providerId="LiveId" clId="{37B963A1-BBDE-46C5-80F9-50AE1D86A8AA}" dt="2023-07-31T09:18:02.201" v="750" actId="165"/>
          <ac:spMkLst>
            <pc:docMk/>
            <pc:sldMk cId="2990752692" sldId="2547"/>
            <ac:spMk id="104" creationId="{E11B8839-4A1F-FB0D-AA32-3C5372CE22A1}"/>
          </ac:spMkLst>
        </pc:spChg>
        <pc:spChg chg="mod">
          <ac:chgData name="Owais Ahmed" userId="6abc7d4556b3b071" providerId="LiveId" clId="{37B963A1-BBDE-46C5-80F9-50AE1D86A8AA}" dt="2023-07-31T09:18:02.201" v="750" actId="165"/>
          <ac:spMkLst>
            <pc:docMk/>
            <pc:sldMk cId="2990752692" sldId="2547"/>
            <ac:spMk id="105" creationId="{64083CC9-ED12-5FC8-A52B-538E0A11B194}"/>
          </ac:spMkLst>
        </pc:spChg>
        <pc:spChg chg="mod">
          <ac:chgData name="Owais Ahmed" userId="6abc7d4556b3b071" providerId="LiveId" clId="{37B963A1-BBDE-46C5-80F9-50AE1D86A8AA}" dt="2023-07-31T09:18:02.201" v="750" actId="165"/>
          <ac:spMkLst>
            <pc:docMk/>
            <pc:sldMk cId="2990752692" sldId="2547"/>
            <ac:spMk id="106" creationId="{D75BF01A-643E-8360-A035-6FA5364E8697}"/>
          </ac:spMkLst>
        </pc:spChg>
        <pc:spChg chg="mod">
          <ac:chgData name="Owais Ahmed" userId="6abc7d4556b3b071" providerId="LiveId" clId="{37B963A1-BBDE-46C5-80F9-50AE1D86A8AA}" dt="2023-07-31T09:18:02.201" v="750" actId="165"/>
          <ac:spMkLst>
            <pc:docMk/>
            <pc:sldMk cId="2990752692" sldId="2547"/>
            <ac:spMk id="107" creationId="{1C2C9ECC-518F-6D02-D63E-8AB8D76A5873}"/>
          </ac:spMkLst>
        </pc:spChg>
        <pc:spChg chg="mod">
          <ac:chgData name="Owais Ahmed" userId="6abc7d4556b3b071" providerId="LiveId" clId="{37B963A1-BBDE-46C5-80F9-50AE1D86A8AA}" dt="2023-07-31T09:18:02.201" v="750" actId="165"/>
          <ac:spMkLst>
            <pc:docMk/>
            <pc:sldMk cId="2990752692" sldId="2547"/>
            <ac:spMk id="108" creationId="{9F7DFCFF-A102-C552-2CF8-FE071673ABA4}"/>
          </ac:spMkLst>
        </pc:spChg>
        <pc:spChg chg="mod">
          <ac:chgData name="Owais Ahmed" userId="6abc7d4556b3b071" providerId="LiveId" clId="{37B963A1-BBDE-46C5-80F9-50AE1D86A8AA}" dt="2023-07-31T09:18:02.201" v="750" actId="165"/>
          <ac:spMkLst>
            <pc:docMk/>
            <pc:sldMk cId="2990752692" sldId="2547"/>
            <ac:spMk id="109" creationId="{26FD8ED5-0C54-2EFE-D452-97FE056785F4}"/>
          </ac:spMkLst>
        </pc:spChg>
        <pc:spChg chg="add mod">
          <ac:chgData name="Owais Ahmed" userId="6abc7d4556b3b071" providerId="LiveId" clId="{37B963A1-BBDE-46C5-80F9-50AE1D86A8AA}" dt="2023-07-31T09:22:46.783" v="967" actId="403"/>
          <ac:spMkLst>
            <pc:docMk/>
            <pc:sldMk cId="2990752692" sldId="2547"/>
            <ac:spMk id="110" creationId="{994AD577-6239-2F68-872C-AA6C8C208077}"/>
          </ac:spMkLst>
        </pc:spChg>
        <pc:spChg chg="mod">
          <ac:chgData name="Owais Ahmed" userId="6abc7d4556b3b071" providerId="LiveId" clId="{37B963A1-BBDE-46C5-80F9-50AE1D86A8AA}" dt="2023-07-31T08:53:08.545" v="50" actId="165"/>
          <ac:spMkLst>
            <pc:docMk/>
            <pc:sldMk cId="2990752692" sldId="2547"/>
            <ac:spMk id="208" creationId="{A8900986-A791-5508-527D-C578EE5A78C8}"/>
          </ac:spMkLst>
        </pc:spChg>
        <pc:spChg chg="mod">
          <ac:chgData name="Owais Ahmed" userId="6abc7d4556b3b071" providerId="LiveId" clId="{37B963A1-BBDE-46C5-80F9-50AE1D86A8AA}" dt="2023-07-31T09:07:57.614" v="302" actId="20577"/>
          <ac:spMkLst>
            <pc:docMk/>
            <pc:sldMk cId="2990752692" sldId="2547"/>
            <ac:spMk id="209" creationId="{AAA43F44-647B-CB8D-BCAC-E299685A40F4}"/>
          </ac:spMkLst>
        </pc:spChg>
        <pc:spChg chg="mod">
          <ac:chgData name="Owais Ahmed" userId="6abc7d4556b3b071" providerId="LiveId" clId="{37B963A1-BBDE-46C5-80F9-50AE1D86A8AA}" dt="2023-07-31T08:53:08.545" v="50" actId="165"/>
          <ac:spMkLst>
            <pc:docMk/>
            <pc:sldMk cId="2990752692" sldId="2547"/>
            <ac:spMk id="211" creationId="{52539592-0EE2-2D23-2ABA-F7517973BB8B}"/>
          </ac:spMkLst>
        </pc:spChg>
        <pc:spChg chg="mod">
          <ac:chgData name="Owais Ahmed" userId="6abc7d4556b3b071" providerId="LiveId" clId="{37B963A1-BBDE-46C5-80F9-50AE1D86A8AA}" dt="2023-07-31T08:53:08.545" v="50" actId="165"/>
          <ac:spMkLst>
            <pc:docMk/>
            <pc:sldMk cId="2990752692" sldId="2547"/>
            <ac:spMk id="212" creationId="{DD1F2B0A-F119-5E75-2FFB-9356CD556EC2}"/>
          </ac:spMkLst>
        </pc:spChg>
        <pc:spChg chg="mod">
          <ac:chgData name="Owais Ahmed" userId="6abc7d4556b3b071" providerId="LiveId" clId="{37B963A1-BBDE-46C5-80F9-50AE1D86A8AA}" dt="2023-07-31T09:21:51.886" v="801" actId="20577"/>
          <ac:spMkLst>
            <pc:docMk/>
            <pc:sldMk cId="2990752692" sldId="2547"/>
            <ac:spMk id="215" creationId="{00000000-0000-0000-0000-000000000000}"/>
          </ac:spMkLst>
        </pc:spChg>
        <pc:spChg chg="mod">
          <ac:chgData name="Owais Ahmed" userId="6abc7d4556b3b071" providerId="LiveId" clId="{37B963A1-BBDE-46C5-80F9-50AE1D86A8AA}" dt="2023-07-31T08:53:08.545" v="50" actId="165"/>
          <ac:spMkLst>
            <pc:docMk/>
            <pc:sldMk cId="2990752692" sldId="2547"/>
            <ac:spMk id="218" creationId="{BBD9C430-4629-F148-2C37-17C2EDE09C33}"/>
          </ac:spMkLst>
        </pc:spChg>
        <pc:spChg chg="mod">
          <ac:chgData name="Owais Ahmed" userId="6abc7d4556b3b071" providerId="LiveId" clId="{37B963A1-BBDE-46C5-80F9-50AE1D86A8AA}" dt="2023-07-31T08:53:08.545" v="50" actId="165"/>
          <ac:spMkLst>
            <pc:docMk/>
            <pc:sldMk cId="2990752692" sldId="2547"/>
            <ac:spMk id="219" creationId="{53460AF4-0032-6555-57DC-BA2EEEAA131D}"/>
          </ac:spMkLst>
        </pc:spChg>
        <pc:spChg chg="mod">
          <ac:chgData name="Owais Ahmed" userId="6abc7d4556b3b071" providerId="LiveId" clId="{37B963A1-BBDE-46C5-80F9-50AE1D86A8AA}" dt="2023-07-31T08:53:08.545" v="50" actId="165"/>
          <ac:spMkLst>
            <pc:docMk/>
            <pc:sldMk cId="2990752692" sldId="2547"/>
            <ac:spMk id="222" creationId="{48C0295F-C14C-A447-3B45-BF5524FF2B06}"/>
          </ac:spMkLst>
        </pc:spChg>
        <pc:spChg chg="mod">
          <ac:chgData name="Owais Ahmed" userId="6abc7d4556b3b071" providerId="LiveId" clId="{37B963A1-BBDE-46C5-80F9-50AE1D86A8AA}" dt="2023-07-31T08:53:08.545" v="50" actId="165"/>
          <ac:spMkLst>
            <pc:docMk/>
            <pc:sldMk cId="2990752692" sldId="2547"/>
            <ac:spMk id="223" creationId="{22BB3F06-A225-A578-EDD8-E0F56E540DC4}"/>
          </ac:spMkLst>
        </pc:spChg>
        <pc:spChg chg="del">
          <ac:chgData name="Owais Ahmed" userId="6abc7d4556b3b071" providerId="LiveId" clId="{37B963A1-BBDE-46C5-80F9-50AE1D86A8AA}" dt="2023-07-31T08:52:59.720" v="47" actId="478"/>
          <ac:spMkLst>
            <pc:docMk/>
            <pc:sldMk cId="2990752692" sldId="2547"/>
            <ac:spMk id="226" creationId="{B8468FD2-3C33-1896-5CFD-8300B56B7B2C}"/>
          </ac:spMkLst>
        </pc:spChg>
        <pc:spChg chg="del">
          <ac:chgData name="Owais Ahmed" userId="6abc7d4556b3b071" providerId="LiveId" clId="{37B963A1-BBDE-46C5-80F9-50AE1D86A8AA}" dt="2023-07-31T08:53:01.734" v="48" actId="478"/>
          <ac:spMkLst>
            <pc:docMk/>
            <pc:sldMk cId="2990752692" sldId="2547"/>
            <ac:spMk id="227" creationId="{46DB5FFD-5E7C-35A5-6E4A-0E828F199716}"/>
          </ac:spMkLst>
        </pc:spChg>
        <pc:spChg chg="del">
          <ac:chgData name="Owais Ahmed" userId="6abc7d4556b3b071" providerId="LiveId" clId="{37B963A1-BBDE-46C5-80F9-50AE1D86A8AA}" dt="2023-07-31T08:52:58.331" v="46" actId="478"/>
          <ac:spMkLst>
            <pc:docMk/>
            <pc:sldMk cId="2990752692" sldId="2547"/>
            <ac:spMk id="230" creationId="{C8C215B8-9C7C-9FC3-9055-9E8E1FA346BD}"/>
          </ac:spMkLst>
        </pc:spChg>
        <pc:spChg chg="del">
          <ac:chgData name="Owais Ahmed" userId="6abc7d4556b3b071" providerId="LiveId" clId="{37B963A1-BBDE-46C5-80F9-50AE1D86A8AA}" dt="2023-07-31T08:52:56.848" v="45" actId="478"/>
          <ac:spMkLst>
            <pc:docMk/>
            <pc:sldMk cId="2990752692" sldId="2547"/>
            <ac:spMk id="231" creationId="{8F173504-B851-0ABC-91A8-3CE2CF41B0FB}"/>
          </ac:spMkLst>
        </pc:spChg>
        <pc:spChg chg="mod topLvl">
          <ac:chgData name="Owais Ahmed" userId="6abc7d4556b3b071" providerId="LiveId" clId="{37B963A1-BBDE-46C5-80F9-50AE1D86A8AA}" dt="2023-07-31T09:09:16.961" v="335" actId="20577"/>
          <ac:spMkLst>
            <pc:docMk/>
            <pc:sldMk cId="2990752692" sldId="2547"/>
            <ac:spMk id="233" creationId="{238000E0-F9ED-18FE-FC50-1877EC95625B}"/>
          </ac:spMkLst>
        </pc:spChg>
        <pc:spChg chg="del">
          <ac:chgData name="Owais Ahmed" userId="6abc7d4556b3b071" providerId="LiveId" clId="{37B963A1-BBDE-46C5-80F9-50AE1D86A8AA}" dt="2023-07-31T07:55:32.504" v="38" actId="478"/>
          <ac:spMkLst>
            <pc:docMk/>
            <pc:sldMk cId="2990752692" sldId="2547"/>
            <ac:spMk id="314" creationId="{9BB302EC-15E9-A29A-0919-1062103F1032}"/>
          </ac:spMkLst>
        </pc:spChg>
        <pc:grpChg chg="add del mod">
          <ac:chgData name="Owais Ahmed" userId="6abc7d4556b3b071" providerId="LiveId" clId="{37B963A1-BBDE-46C5-80F9-50AE1D86A8AA}" dt="2023-07-31T08:55:07.954" v="87" actId="165"/>
          <ac:grpSpMkLst>
            <pc:docMk/>
            <pc:sldMk cId="2990752692" sldId="2547"/>
            <ac:grpSpMk id="3" creationId="{7B2A10F0-8013-1FA7-5EC5-6D21EAB73F33}"/>
          </ac:grpSpMkLst>
        </pc:grpChg>
        <pc:grpChg chg="mod topLvl">
          <ac:chgData name="Owais Ahmed" userId="6abc7d4556b3b071" providerId="LiveId" clId="{37B963A1-BBDE-46C5-80F9-50AE1D86A8AA}" dt="2023-07-31T09:20:36.919" v="776" actId="164"/>
          <ac:grpSpMkLst>
            <pc:docMk/>
            <pc:sldMk cId="2990752692" sldId="2547"/>
            <ac:grpSpMk id="4" creationId="{E81A933C-98F7-2A42-C896-F07B92C7F05C}"/>
          </ac:grpSpMkLst>
        </pc:grpChg>
        <pc:grpChg chg="mod topLvl">
          <ac:chgData name="Owais Ahmed" userId="6abc7d4556b3b071" providerId="LiveId" clId="{37B963A1-BBDE-46C5-80F9-50AE1D86A8AA}" dt="2023-07-31T09:20:36.919" v="776" actId="164"/>
          <ac:grpSpMkLst>
            <pc:docMk/>
            <pc:sldMk cId="2990752692" sldId="2547"/>
            <ac:grpSpMk id="5" creationId="{3D923357-38A9-ECD1-2C03-EF2C54EF7CF6}"/>
          </ac:grpSpMkLst>
        </pc:grpChg>
        <pc:grpChg chg="mod topLvl">
          <ac:chgData name="Owais Ahmed" userId="6abc7d4556b3b071" providerId="LiveId" clId="{37B963A1-BBDE-46C5-80F9-50AE1D86A8AA}" dt="2023-07-31T09:20:36.919" v="776" actId="164"/>
          <ac:grpSpMkLst>
            <pc:docMk/>
            <pc:sldMk cId="2990752692" sldId="2547"/>
            <ac:grpSpMk id="7" creationId="{BD9B4F33-48C8-2F48-4A5A-81E40EEE4F40}"/>
          </ac:grpSpMkLst>
        </pc:grpChg>
        <pc:grpChg chg="del mod topLvl">
          <ac:chgData name="Owais Ahmed" userId="6abc7d4556b3b071" providerId="LiveId" clId="{37B963A1-BBDE-46C5-80F9-50AE1D86A8AA}" dt="2023-07-31T08:55:11.083" v="88" actId="478"/>
          <ac:grpSpMkLst>
            <pc:docMk/>
            <pc:sldMk cId="2990752692" sldId="2547"/>
            <ac:grpSpMk id="9" creationId="{2303C201-652E-D5F7-79E3-C352D4056B3F}"/>
          </ac:grpSpMkLst>
        </pc:grpChg>
        <pc:grpChg chg="del mod topLvl">
          <ac:chgData name="Owais Ahmed" userId="6abc7d4556b3b071" providerId="LiveId" clId="{37B963A1-BBDE-46C5-80F9-50AE1D86A8AA}" dt="2023-07-31T08:55:11.083" v="88" actId="478"/>
          <ac:grpSpMkLst>
            <pc:docMk/>
            <pc:sldMk cId="2990752692" sldId="2547"/>
            <ac:grpSpMk id="11" creationId="{44AB4ABF-D347-0C21-5F3F-E2038D6AD90B}"/>
          </ac:grpSpMkLst>
        </pc:grpChg>
        <pc:grpChg chg="del mod topLvl">
          <ac:chgData name="Owais Ahmed" userId="6abc7d4556b3b071" providerId="LiveId" clId="{37B963A1-BBDE-46C5-80F9-50AE1D86A8AA}" dt="2023-07-31T08:55:11.083" v="88" actId="478"/>
          <ac:grpSpMkLst>
            <pc:docMk/>
            <pc:sldMk cId="2990752692" sldId="2547"/>
            <ac:grpSpMk id="13" creationId="{CDC90592-69D5-6B24-8E90-DF3117DF3743}"/>
          </ac:grpSpMkLst>
        </pc:grpChg>
        <pc:grpChg chg="add del mod">
          <ac:chgData name="Owais Ahmed" userId="6abc7d4556b3b071" providerId="LiveId" clId="{37B963A1-BBDE-46C5-80F9-50AE1D86A8AA}" dt="2023-07-31T08:57:10.217" v="124" actId="165"/>
          <ac:grpSpMkLst>
            <pc:docMk/>
            <pc:sldMk cId="2990752692" sldId="2547"/>
            <ac:grpSpMk id="29" creationId="{E687D9E2-5EB0-2E3F-311A-F7A39D039B9F}"/>
          </ac:grpSpMkLst>
        </pc:grpChg>
        <pc:grpChg chg="mod topLvl">
          <ac:chgData name="Owais Ahmed" userId="6abc7d4556b3b071" providerId="LiveId" clId="{37B963A1-BBDE-46C5-80F9-50AE1D86A8AA}" dt="2023-07-31T09:20:49.945" v="777" actId="164"/>
          <ac:grpSpMkLst>
            <pc:docMk/>
            <pc:sldMk cId="2990752692" sldId="2547"/>
            <ac:grpSpMk id="30" creationId="{1D1F280D-4E06-5BE3-C9D1-D42E8F14FEB0}"/>
          </ac:grpSpMkLst>
        </pc:grpChg>
        <pc:grpChg chg="mod topLvl">
          <ac:chgData name="Owais Ahmed" userId="6abc7d4556b3b071" providerId="LiveId" clId="{37B963A1-BBDE-46C5-80F9-50AE1D86A8AA}" dt="2023-07-31T09:20:49.945" v="777" actId="164"/>
          <ac:grpSpMkLst>
            <pc:docMk/>
            <pc:sldMk cId="2990752692" sldId="2547"/>
            <ac:grpSpMk id="31" creationId="{0233585E-248E-BAC7-5D76-4B87DEE9DA98}"/>
          </ac:grpSpMkLst>
        </pc:grpChg>
        <pc:grpChg chg="mod topLvl">
          <ac:chgData name="Owais Ahmed" userId="6abc7d4556b3b071" providerId="LiveId" clId="{37B963A1-BBDE-46C5-80F9-50AE1D86A8AA}" dt="2023-07-31T09:20:49.945" v="777" actId="164"/>
          <ac:grpSpMkLst>
            <pc:docMk/>
            <pc:sldMk cId="2990752692" sldId="2547"/>
            <ac:grpSpMk id="33" creationId="{9702CA21-43CF-1017-90F3-A36C21792BA9}"/>
          </ac:grpSpMkLst>
        </pc:grpChg>
        <pc:grpChg chg="mod topLvl">
          <ac:chgData name="Owais Ahmed" userId="6abc7d4556b3b071" providerId="LiveId" clId="{37B963A1-BBDE-46C5-80F9-50AE1D86A8AA}" dt="2023-07-31T09:20:49.945" v="777" actId="164"/>
          <ac:grpSpMkLst>
            <pc:docMk/>
            <pc:sldMk cId="2990752692" sldId="2547"/>
            <ac:grpSpMk id="35" creationId="{C9B4A097-0158-D77D-0DDE-C2F613EF2D1E}"/>
          </ac:grpSpMkLst>
        </pc:grpChg>
        <pc:grpChg chg="mod topLvl">
          <ac:chgData name="Owais Ahmed" userId="6abc7d4556b3b071" providerId="LiveId" clId="{37B963A1-BBDE-46C5-80F9-50AE1D86A8AA}" dt="2023-07-31T09:20:49.945" v="777" actId="164"/>
          <ac:grpSpMkLst>
            <pc:docMk/>
            <pc:sldMk cId="2990752692" sldId="2547"/>
            <ac:grpSpMk id="37" creationId="{239BCE71-8669-F2F3-D266-D06E27C0DB39}"/>
          </ac:grpSpMkLst>
        </pc:grpChg>
        <pc:grpChg chg="del mod topLvl">
          <ac:chgData name="Owais Ahmed" userId="6abc7d4556b3b071" providerId="LiveId" clId="{37B963A1-BBDE-46C5-80F9-50AE1D86A8AA}" dt="2023-07-31T08:57:31.506" v="126" actId="478"/>
          <ac:grpSpMkLst>
            <pc:docMk/>
            <pc:sldMk cId="2990752692" sldId="2547"/>
            <ac:grpSpMk id="39" creationId="{9A416855-C33C-B3AA-4742-F4742B90FBEB}"/>
          </ac:grpSpMkLst>
        </pc:grpChg>
        <pc:grpChg chg="add mod">
          <ac:chgData name="Owais Ahmed" userId="6abc7d4556b3b071" providerId="LiveId" clId="{37B963A1-BBDE-46C5-80F9-50AE1D86A8AA}" dt="2023-07-31T09:15:31.968" v="729" actId="1035"/>
          <ac:grpSpMkLst>
            <pc:docMk/>
            <pc:sldMk cId="2990752692" sldId="2547"/>
            <ac:grpSpMk id="56" creationId="{F0203D04-1462-550A-C604-80EB19F75610}"/>
          </ac:grpSpMkLst>
        </pc:grpChg>
        <pc:grpChg chg="add del mod">
          <ac:chgData name="Owais Ahmed" userId="6abc7d4556b3b071" providerId="LiveId" clId="{37B963A1-BBDE-46C5-80F9-50AE1D86A8AA}" dt="2023-07-31T09:18:02.201" v="750" actId="165"/>
          <ac:grpSpMkLst>
            <pc:docMk/>
            <pc:sldMk cId="2990752692" sldId="2547"/>
            <ac:grpSpMk id="57" creationId="{E161C98F-0F3A-F658-890D-36F7602741E0}"/>
          </ac:grpSpMkLst>
        </pc:grpChg>
        <pc:grpChg chg="add del mod">
          <ac:chgData name="Owais Ahmed" userId="6abc7d4556b3b071" providerId="LiveId" clId="{37B963A1-BBDE-46C5-80F9-50AE1D86A8AA}" dt="2023-07-31T09:18:02.201" v="750" actId="165"/>
          <ac:grpSpMkLst>
            <pc:docMk/>
            <pc:sldMk cId="2990752692" sldId="2547"/>
            <ac:grpSpMk id="58" creationId="{66600042-499A-3156-095D-6E3612ED8532}"/>
          </ac:grpSpMkLst>
        </pc:grpChg>
        <pc:grpChg chg="add del mod">
          <ac:chgData name="Owais Ahmed" userId="6abc7d4556b3b071" providerId="LiveId" clId="{37B963A1-BBDE-46C5-80F9-50AE1D86A8AA}" dt="2023-07-31T09:14:18.628" v="661"/>
          <ac:grpSpMkLst>
            <pc:docMk/>
            <pc:sldMk cId="2990752692" sldId="2547"/>
            <ac:grpSpMk id="64" creationId="{69EE64DF-AFD7-4E95-CCC5-DAA3494E77A9}"/>
          </ac:grpSpMkLst>
        </pc:grpChg>
        <pc:grpChg chg="mod">
          <ac:chgData name="Owais Ahmed" userId="6abc7d4556b3b071" providerId="LiveId" clId="{37B963A1-BBDE-46C5-80F9-50AE1D86A8AA}" dt="2023-07-31T09:14:12.764" v="658"/>
          <ac:grpSpMkLst>
            <pc:docMk/>
            <pc:sldMk cId="2990752692" sldId="2547"/>
            <ac:grpSpMk id="65" creationId="{439C76F0-44DD-2226-495F-AFB5F6DAAFB4}"/>
          </ac:grpSpMkLst>
        </pc:grpChg>
        <pc:grpChg chg="mod">
          <ac:chgData name="Owais Ahmed" userId="6abc7d4556b3b071" providerId="LiveId" clId="{37B963A1-BBDE-46C5-80F9-50AE1D86A8AA}" dt="2023-07-31T09:14:12.764" v="658"/>
          <ac:grpSpMkLst>
            <pc:docMk/>
            <pc:sldMk cId="2990752692" sldId="2547"/>
            <ac:grpSpMk id="66" creationId="{2A9398AE-4FA7-EB88-0852-CBB19D6252A7}"/>
          </ac:grpSpMkLst>
        </pc:grpChg>
        <pc:grpChg chg="mod">
          <ac:chgData name="Owais Ahmed" userId="6abc7d4556b3b071" providerId="LiveId" clId="{37B963A1-BBDE-46C5-80F9-50AE1D86A8AA}" dt="2023-07-31T09:14:12.764" v="658"/>
          <ac:grpSpMkLst>
            <pc:docMk/>
            <pc:sldMk cId="2990752692" sldId="2547"/>
            <ac:grpSpMk id="68" creationId="{494BFB47-F586-DC26-85FA-17FCDEDA3598}"/>
          </ac:grpSpMkLst>
        </pc:grpChg>
        <pc:grpChg chg="mod">
          <ac:chgData name="Owais Ahmed" userId="6abc7d4556b3b071" providerId="LiveId" clId="{37B963A1-BBDE-46C5-80F9-50AE1D86A8AA}" dt="2023-07-31T09:14:12.764" v="658"/>
          <ac:grpSpMkLst>
            <pc:docMk/>
            <pc:sldMk cId="2990752692" sldId="2547"/>
            <ac:grpSpMk id="70" creationId="{2BB74D27-4A19-0DE7-6F0D-B17A737F65B6}"/>
          </ac:grpSpMkLst>
        </pc:grpChg>
        <pc:grpChg chg="mod">
          <ac:chgData name="Owais Ahmed" userId="6abc7d4556b3b071" providerId="LiveId" clId="{37B963A1-BBDE-46C5-80F9-50AE1D86A8AA}" dt="2023-07-31T09:14:12.764" v="658"/>
          <ac:grpSpMkLst>
            <pc:docMk/>
            <pc:sldMk cId="2990752692" sldId="2547"/>
            <ac:grpSpMk id="72" creationId="{EB9DA357-E0A1-484E-7B15-150AA36EFA3C}"/>
          </ac:grpSpMkLst>
        </pc:grpChg>
        <pc:grpChg chg="add del mod">
          <ac:chgData name="Owais Ahmed" userId="6abc7d4556b3b071" providerId="LiveId" clId="{37B963A1-BBDE-46C5-80F9-50AE1D86A8AA}" dt="2023-07-31T09:18:02.201" v="750" actId="165"/>
          <ac:grpSpMkLst>
            <pc:docMk/>
            <pc:sldMk cId="2990752692" sldId="2547"/>
            <ac:grpSpMk id="87" creationId="{D557FDCA-E63D-23AF-5847-10AFCEFA140B}"/>
          </ac:grpSpMkLst>
        </pc:grpChg>
        <pc:grpChg chg="mod topLvl">
          <ac:chgData name="Owais Ahmed" userId="6abc7d4556b3b071" providerId="LiveId" clId="{37B963A1-BBDE-46C5-80F9-50AE1D86A8AA}" dt="2023-07-31T09:21:01.400" v="778" actId="164"/>
          <ac:grpSpMkLst>
            <pc:docMk/>
            <pc:sldMk cId="2990752692" sldId="2547"/>
            <ac:grpSpMk id="88" creationId="{F8D6FFE5-C5C3-1988-B75C-506B64E10FDB}"/>
          </ac:grpSpMkLst>
        </pc:grpChg>
        <pc:grpChg chg="mod topLvl">
          <ac:chgData name="Owais Ahmed" userId="6abc7d4556b3b071" providerId="LiveId" clId="{37B963A1-BBDE-46C5-80F9-50AE1D86A8AA}" dt="2023-07-31T09:21:01.400" v="778" actId="164"/>
          <ac:grpSpMkLst>
            <pc:docMk/>
            <pc:sldMk cId="2990752692" sldId="2547"/>
            <ac:grpSpMk id="90" creationId="{3CA238CB-86B5-3A15-14A5-AE5579A24DDF}"/>
          </ac:grpSpMkLst>
        </pc:grpChg>
        <pc:grpChg chg="mod topLvl">
          <ac:chgData name="Owais Ahmed" userId="6abc7d4556b3b071" providerId="LiveId" clId="{37B963A1-BBDE-46C5-80F9-50AE1D86A8AA}" dt="2023-07-31T09:21:01.400" v="778" actId="164"/>
          <ac:grpSpMkLst>
            <pc:docMk/>
            <pc:sldMk cId="2990752692" sldId="2547"/>
            <ac:grpSpMk id="92" creationId="{6572C053-9668-1A92-2938-C3A7DAD851D3}"/>
          </ac:grpSpMkLst>
        </pc:grpChg>
        <pc:grpChg chg="mod topLvl">
          <ac:chgData name="Owais Ahmed" userId="6abc7d4556b3b071" providerId="LiveId" clId="{37B963A1-BBDE-46C5-80F9-50AE1D86A8AA}" dt="2023-07-31T09:21:01.400" v="778" actId="164"/>
          <ac:grpSpMkLst>
            <pc:docMk/>
            <pc:sldMk cId="2990752692" sldId="2547"/>
            <ac:grpSpMk id="94" creationId="{622BCBB7-F767-DD0C-E6DA-8E1101ACC27B}"/>
          </ac:grpSpMkLst>
        </pc:grpChg>
        <pc:grpChg chg="del mod">
          <ac:chgData name="Owais Ahmed" userId="6abc7d4556b3b071" providerId="LiveId" clId="{37B963A1-BBDE-46C5-80F9-50AE1D86A8AA}" dt="2023-07-31T09:15:11.007" v="723" actId="478"/>
          <ac:grpSpMkLst>
            <pc:docMk/>
            <pc:sldMk cId="2990752692" sldId="2547"/>
            <ac:grpSpMk id="96" creationId="{647BF5A4-D7A8-C47F-66DC-7FFBC6B607BE}"/>
          </ac:grpSpMkLst>
        </pc:grpChg>
        <pc:grpChg chg="mod topLvl">
          <ac:chgData name="Owais Ahmed" userId="6abc7d4556b3b071" providerId="LiveId" clId="{37B963A1-BBDE-46C5-80F9-50AE1D86A8AA}" dt="2023-07-31T09:00:49.777" v="187" actId="164"/>
          <ac:grpSpMkLst>
            <pc:docMk/>
            <pc:sldMk cId="2990752692" sldId="2547"/>
            <ac:grpSpMk id="207" creationId="{C0B042EC-7478-2A14-BCB2-0494F9D92BB2}"/>
          </ac:grpSpMkLst>
        </pc:grpChg>
        <pc:grpChg chg="del mod topLvl">
          <ac:chgData name="Owais Ahmed" userId="6abc7d4556b3b071" providerId="LiveId" clId="{37B963A1-BBDE-46C5-80F9-50AE1D86A8AA}" dt="2023-07-31T08:53:14.069" v="51" actId="478"/>
          <ac:grpSpMkLst>
            <pc:docMk/>
            <pc:sldMk cId="2990752692" sldId="2547"/>
            <ac:grpSpMk id="210" creationId="{2AF9402C-3845-9A8A-08E4-70C036A829E9}"/>
          </ac:grpSpMkLst>
        </pc:grpChg>
        <pc:grpChg chg="del mod topLvl">
          <ac:chgData name="Owais Ahmed" userId="6abc7d4556b3b071" providerId="LiveId" clId="{37B963A1-BBDE-46C5-80F9-50AE1D86A8AA}" dt="2023-07-31T08:53:14.069" v="51" actId="478"/>
          <ac:grpSpMkLst>
            <pc:docMk/>
            <pc:sldMk cId="2990752692" sldId="2547"/>
            <ac:grpSpMk id="217" creationId="{A475E6F9-CC33-4780-D862-A00EC1943F55}"/>
          </ac:grpSpMkLst>
        </pc:grpChg>
        <pc:grpChg chg="del mod topLvl">
          <ac:chgData name="Owais Ahmed" userId="6abc7d4556b3b071" providerId="LiveId" clId="{37B963A1-BBDE-46C5-80F9-50AE1D86A8AA}" dt="2023-07-31T08:53:14.069" v="51" actId="478"/>
          <ac:grpSpMkLst>
            <pc:docMk/>
            <pc:sldMk cId="2990752692" sldId="2547"/>
            <ac:grpSpMk id="221" creationId="{4AFD0DB0-9313-65B2-322F-8AE0874C9735}"/>
          </ac:grpSpMkLst>
        </pc:grpChg>
        <pc:grpChg chg="del">
          <ac:chgData name="Owais Ahmed" userId="6abc7d4556b3b071" providerId="LiveId" clId="{37B963A1-BBDE-46C5-80F9-50AE1D86A8AA}" dt="2023-07-31T08:52:59.720" v="47" actId="478"/>
          <ac:grpSpMkLst>
            <pc:docMk/>
            <pc:sldMk cId="2990752692" sldId="2547"/>
            <ac:grpSpMk id="225" creationId="{5048507D-83AB-39B2-C47B-7E684012F553}"/>
          </ac:grpSpMkLst>
        </pc:grpChg>
        <pc:grpChg chg="del">
          <ac:chgData name="Owais Ahmed" userId="6abc7d4556b3b071" providerId="LiveId" clId="{37B963A1-BBDE-46C5-80F9-50AE1D86A8AA}" dt="2023-07-31T08:52:56.848" v="45" actId="478"/>
          <ac:grpSpMkLst>
            <pc:docMk/>
            <pc:sldMk cId="2990752692" sldId="2547"/>
            <ac:grpSpMk id="229" creationId="{C8C75C70-766E-FBB9-4F22-B03E115A61EB}"/>
          </ac:grpSpMkLst>
        </pc:grpChg>
        <pc:grpChg chg="del mod">
          <ac:chgData name="Owais Ahmed" userId="6abc7d4556b3b071" providerId="LiveId" clId="{37B963A1-BBDE-46C5-80F9-50AE1D86A8AA}" dt="2023-07-31T08:53:08.545" v="50" actId="165"/>
          <ac:grpSpMkLst>
            <pc:docMk/>
            <pc:sldMk cId="2990752692" sldId="2547"/>
            <ac:grpSpMk id="319" creationId="{67144A40-1597-F420-76A1-2F7010E10A74}"/>
          </ac:grpSpMkLst>
        </pc:grpChg>
        <pc:grpChg chg="del">
          <ac:chgData name="Owais Ahmed" userId="6abc7d4556b3b071" providerId="LiveId" clId="{37B963A1-BBDE-46C5-80F9-50AE1D86A8AA}" dt="2023-07-31T07:55:25.191" v="35" actId="478"/>
          <ac:grpSpMkLst>
            <pc:docMk/>
            <pc:sldMk cId="2990752692" sldId="2547"/>
            <ac:grpSpMk id="1024" creationId="{70252386-2C39-B244-D784-76582291C3AB}"/>
          </ac:grpSpMkLst>
        </pc:grpChg>
        <pc:grpChg chg="del">
          <ac:chgData name="Owais Ahmed" userId="6abc7d4556b3b071" providerId="LiveId" clId="{37B963A1-BBDE-46C5-80F9-50AE1D86A8AA}" dt="2023-07-31T07:55:28.815" v="36" actId="478"/>
          <ac:grpSpMkLst>
            <pc:docMk/>
            <pc:sldMk cId="2990752692" sldId="2547"/>
            <ac:grpSpMk id="1027" creationId="{352CBB22-3FE7-2C43-D131-BD504C128AF8}"/>
          </ac:grpSpMkLst>
        </pc:grpChg>
        <pc:grpChg chg="del">
          <ac:chgData name="Owais Ahmed" userId="6abc7d4556b3b071" providerId="LiveId" clId="{37B963A1-BBDE-46C5-80F9-50AE1D86A8AA}" dt="2023-07-31T07:55:29.545" v="37" actId="478"/>
          <ac:grpSpMkLst>
            <pc:docMk/>
            <pc:sldMk cId="2990752692" sldId="2547"/>
            <ac:grpSpMk id="1028" creationId="{477BDD31-A06A-7586-5D52-AE394391CF98}"/>
          </ac:grpSpMkLst>
        </pc:grpChg>
        <pc:grpChg chg="add mod">
          <ac:chgData name="Owais Ahmed" userId="6abc7d4556b3b071" providerId="LiveId" clId="{37B963A1-BBDE-46C5-80F9-50AE1D86A8AA}" dt="2023-07-31T09:20:36.919" v="776" actId="164"/>
          <ac:grpSpMkLst>
            <pc:docMk/>
            <pc:sldMk cId="2990752692" sldId="2547"/>
            <ac:grpSpMk id="1030" creationId="{7F6AC300-8B21-F6BC-872C-CE2FAB97D072}"/>
          </ac:grpSpMkLst>
        </pc:grpChg>
        <pc:grpChg chg="add mod">
          <ac:chgData name="Owais Ahmed" userId="6abc7d4556b3b071" providerId="LiveId" clId="{37B963A1-BBDE-46C5-80F9-50AE1D86A8AA}" dt="2023-07-31T09:20:49.945" v="777" actId="164"/>
          <ac:grpSpMkLst>
            <pc:docMk/>
            <pc:sldMk cId="2990752692" sldId="2547"/>
            <ac:grpSpMk id="1031" creationId="{A657890D-3A39-789E-CA49-4B807C5A96E3}"/>
          </ac:grpSpMkLst>
        </pc:grpChg>
        <pc:grpChg chg="add mod">
          <ac:chgData name="Owais Ahmed" userId="6abc7d4556b3b071" providerId="LiveId" clId="{37B963A1-BBDE-46C5-80F9-50AE1D86A8AA}" dt="2023-07-31T09:21:01.400" v="778" actId="164"/>
          <ac:grpSpMkLst>
            <pc:docMk/>
            <pc:sldMk cId="2990752692" sldId="2547"/>
            <ac:grpSpMk id="1032" creationId="{DE109485-B462-A804-D635-0468C685F9A6}"/>
          </ac:grpSpMkLst>
        </pc:grpChg>
        <pc:cxnChg chg="del mod topLvl">
          <ac:chgData name="Owais Ahmed" userId="6abc7d4556b3b071" providerId="LiveId" clId="{37B963A1-BBDE-46C5-80F9-50AE1D86A8AA}" dt="2023-07-31T09:18:08.681" v="752" actId="478"/>
          <ac:cxnSpMkLst>
            <pc:docMk/>
            <pc:sldMk cId="2990752692" sldId="2547"/>
            <ac:cxnSpMk id="6" creationId="{F5BE4AA2-3B87-6746-4854-9C02D88B2A88}"/>
          </ac:cxnSpMkLst>
        </pc:cxnChg>
        <pc:cxnChg chg="del mod topLvl">
          <ac:chgData name="Owais Ahmed" userId="6abc7d4556b3b071" providerId="LiveId" clId="{37B963A1-BBDE-46C5-80F9-50AE1D86A8AA}" dt="2023-07-31T09:18:09.613" v="753" actId="478"/>
          <ac:cxnSpMkLst>
            <pc:docMk/>
            <pc:sldMk cId="2990752692" sldId="2547"/>
            <ac:cxnSpMk id="8" creationId="{FD1F7B2C-654C-69F3-9A64-12FD5F538EA6}"/>
          </ac:cxnSpMkLst>
        </pc:cxnChg>
        <pc:cxnChg chg="del mod topLvl">
          <ac:chgData name="Owais Ahmed" userId="6abc7d4556b3b071" providerId="LiveId" clId="{37B963A1-BBDE-46C5-80F9-50AE1D86A8AA}" dt="2023-07-31T08:55:11.083" v="88" actId="478"/>
          <ac:cxnSpMkLst>
            <pc:docMk/>
            <pc:sldMk cId="2990752692" sldId="2547"/>
            <ac:cxnSpMk id="10" creationId="{7B6ED8F4-51FE-CD18-AD1A-883DDCF3262A}"/>
          </ac:cxnSpMkLst>
        </pc:cxnChg>
        <pc:cxnChg chg="del mod topLvl">
          <ac:chgData name="Owais Ahmed" userId="6abc7d4556b3b071" providerId="LiveId" clId="{37B963A1-BBDE-46C5-80F9-50AE1D86A8AA}" dt="2023-07-31T08:55:11.083" v="88" actId="478"/>
          <ac:cxnSpMkLst>
            <pc:docMk/>
            <pc:sldMk cId="2990752692" sldId="2547"/>
            <ac:cxnSpMk id="12" creationId="{01DB1ED1-BCD3-F3D1-EC73-46CF6C6F9D52}"/>
          </ac:cxnSpMkLst>
        </pc:cxnChg>
        <pc:cxnChg chg="del mod topLvl">
          <ac:chgData name="Owais Ahmed" userId="6abc7d4556b3b071" providerId="LiveId" clId="{37B963A1-BBDE-46C5-80F9-50AE1D86A8AA}" dt="2023-07-31T08:55:11.083" v="88" actId="478"/>
          <ac:cxnSpMkLst>
            <pc:docMk/>
            <pc:sldMk cId="2990752692" sldId="2547"/>
            <ac:cxnSpMk id="14" creationId="{ECEA1649-DC11-4FCF-725A-2CD4DC62C23B}"/>
          </ac:cxnSpMkLst>
        </pc:cxnChg>
        <pc:cxnChg chg="del mod topLvl">
          <ac:chgData name="Owais Ahmed" userId="6abc7d4556b3b071" providerId="LiveId" clId="{37B963A1-BBDE-46C5-80F9-50AE1D86A8AA}" dt="2023-07-31T09:18:08.028" v="751" actId="478"/>
          <ac:cxnSpMkLst>
            <pc:docMk/>
            <pc:sldMk cId="2990752692" sldId="2547"/>
            <ac:cxnSpMk id="32" creationId="{975FF23F-69FF-9A2C-3D0A-8D9B9B79E92B}"/>
          </ac:cxnSpMkLst>
        </pc:cxnChg>
        <pc:cxnChg chg="del mod topLvl">
          <ac:chgData name="Owais Ahmed" userId="6abc7d4556b3b071" providerId="LiveId" clId="{37B963A1-BBDE-46C5-80F9-50AE1D86A8AA}" dt="2023-07-31T09:18:10.375" v="754" actId="478"/>
          <ac:cxnSpMkLst>
            <pc:docMk/>
            <pc:sldMk cId="2990752692" sldId="2547"/>
            <ac:cxnSpMk id="34" creationId="{1FF619DC-5DEB-17C2-F6AB-F5E47A2D03A8}"/>
          </ac:cxnSpMkLst>
        </pc:cxnChg>
        <pc:cxnChg chg="del mod topLvl">
          <ac:chgData name="Owais Ahmed" userId="6abc7d4556b3b071" providerId="LiveId" clId="{37B963A1-BBDE-46C5-80F9-50AE1D86A8AA}" dt="2023-07-31T09:18:11.075" v="755" actId="478"/>
          <ac:cxnSpMkLst>
            <pc:docMk/>
            <pc:sldMk cId="2990752692" sldId="2547"/>
            <ac:cxnSpMk id="36" creationId="{A0886EEC-0F49-627C-404C-1F65651C3759}"/>
          </ac:cxnSpMkLst>
        </pc:cxnChg>
        <pc:cxnChg chg="del mod topLvl">
          <ac:chgData name="Owais Ahmed" userId="6abc7d4556b3b071" providerId="LiveId" clId="{37B963A1-BBDE-46C5-80F9-50AE1D86A8AA}" dt="2023-07-31T09:18:11.888" v="756" actId="478"/>
          <ac:cxnSpMkLst>
            <pc:docMk/>
            <pc:sldMk cId="2990752692" sldId="2547"/>
            <ac:cxnSpMk id="38" creationId="{3C0DE5EB-5BCB-91CB-27D3-A97D8D9E2003}"/>
          </ac:cxnSpMkLst>
        </pc:cxnChg>
        <pc:cxnChg chg="del mod topLvl">
          <ac:chgData name="Owais Ahmed" userId="6abc7d4556b3b071" providerId="LiveId" clId="{37B963A1-BBDE-46C5-80F9-50AE1D86A8AA}" dt="2023-07-31T08:57:31.506" v="126" actId="478"/>
          <ac:cxnSpMkLst>
            <pc:docMk/>
            <pc:sldMk cId="2990752692" sldId="2547"/>
            <ac:cxnSpMk id="40" creationId="{68D93A2C-013F-59C4-2F7D-E302670FD9ED}"/>
          </ac:cxnSpMkLst>
        </pc:cxnChg>
        <pc:cxnChg chg="mod">
          <ac:chgData name="Owais Ahmed" userId="6abc7d4556b3b071" providerId="LiveId" clId="{37B963A1-BBDE-46C5-80F9-50AE1D86A8AA}" dt="2023-07-31T09:14:12.764" v="658"/>
          <ac:cxnSpMkLst>
            <pc:docMk/>
            <pc:sldMk cId="2990752692" sldId="2547"/>
            <ac:cxnSpMk id="67" creationId="{EE4DEF9E-97FB-0AE3-8870-CBDA22FA38B2}"/>
          </ac:cxnSpMkLst>
        </pc:cxnChg>
        <pc:cxnChg chg="mod">
          <ac:chgData name="Owais Ahmed" userId="6abc7d4556b3b071" providerId="LiveId" clId="{37B963A1-BBDE-46C5-80F9-50AE1D86A8AA}" dt="2023-07-31T09:14:12.764" v="658"/>
          <ac:cxnSpMkLst>
            <pc:docMk/>
            <pc:sldMk cId="2990752692" sldId="2547"/>
            <ac:cxnSpMk id="69" creationId="{DA1A13DB-12BC-8167-C5F3-7A43CCA521C3}"/>
          </ac:cxnSpMkLst>
        </pc:cxnChg>
        <pc:cxnChg chg="mod">
          <ac:chgData name="Owais Ahmed" userId="6abc7d4556b3b071" providerId="LiveId" clId="{37B963A1-BBDE-46C5-80F9-50AE1D86A8AA}" dt="2023-07-31T09:14:12.764" v="658"/>
          <ac:cxnSpMkLst>
            <pc:docMk/>
            <pc:sldMk cId="2990752692" sldId="2547"/>
            <ac:cxnSpMk id="71" creationId="{01A6A5A2-6B00-68BC-9A90-0F680F5268CD}"/>
          </ac:cxnSpMkLst>
        </pc:cxnChg>
        <pc:cxnChg chg="mod">
          <ac:chgData name="Owais Ahmed" userId="6abc7d4556b3b071" providerId="LiveId" clId="{37B963A1-BBDE-46C5-80F9-50AE1D86A8AA}" dt="2023-07-31T09:14:12.764" v="658"/>
          <ac:cxnSpMkLst>
            <pc:docMk/>
            <pc:sldMk cId="2990752692" sldId="2547"/>
            <ac:cxnSpMk id="73" creationId="{430219A4-8AC9-CA8E-DA84-A7121E578DEC}"/>
          </ac:cxnSpMkLst>
        </pc:cxnChg>
        <pc:cxnChg chg="add del mod topLvl">
          <ac:chgData name="Owais Ahmed" userId="6abc7d4556b3b071" providerId="LiveId" clId="{37B963A1-BBDE-46C5-80F9-50AE1D86A8AA}" dt="2023-07-31T09:19:02.016" v="771" actId="478"/>
          <ac:cxnSpMkLst>
            <pc:docMk/>
            <pc:sldMk cId="2990752692" sldId="2547"/>
            <ac:cxnSpMk id="91" creationId="{CC9D26DB-184B-946C-59FA-CD1CC56D8D2B}"/>
          </ac:cxnSpMkLst>
        </pc:cxnChg>
        <pc:cxnChg chg="del mod topLvl">
          <ac:chgData name="Owais Ahmed" userId="6abc7d4556b3b071" providerId="LiveId" clId="{37B963A1-BBDE-46C5-80F9-50AE1D86A8AA}" dt="2023-07-31T09:18:13.798" v="758" actId="478"/>
          <ac:cxnSpMkLst>
            <pc:docMk/>
            <pc:sldMk cId="2990752692" sldId="2547"/>
            <ac:cxnSpMk id="93" creationId="{5E937128-413A-5EAB-0C40-6758539C45A2}"/>
          </ac:cxnSpMkLst>
        </pc:cxnChg>
        <pc:cxnChg chg="del mod topLvl">
          <ac:chgData name="Owais Ahmed" userId="6abc7d4556b3b071" providerId="LiveId" clId="{37B963A1-BBDE-46C5-80F9-50AE1D86A8AA}" dt="2023-07-31T09:18:12.634" v="757" actId="478"/>
          <ac:cxnSpMkLst>
            <pc:docMk/>
            <pc:sldMk cId="2990752692" sldId="2547"/>
            <ac:cxnSpMk id="95" creationId="{DC53BF8B-D6B8-D42C-BCF8-FAE02D2211AF}"/>
          </ac:cxnSpMkLst>
        </pc:cxnChg>
        <pc:cxnChg chg="del mod">
          <ac:chgData name="Owais Ahmed" userId="6abc7d4556b3b071" providerId="LiveId" clId="{37B963A1-BBDE-46C5-80F9-50AE1D86A8AA}" dt="2023-07-31T09:15:15.851" v="725" actId="478"/>
          <ac:cxnSpMkLst>
            <pc:docMk/>
            <pc:sldMk cId="2990752692" sldId="2547"/>
            <ac:cxnSpMk id="97" creationId="{08429E82-AF16-E636-859E-002B35691C73}"/>
          </ac:cxnSpMkLst>
        </pc:cxnChg>
        <pc:cxnChg chg="add del mod">
          <ac:chgData name="Owais Ahmed" userId="6abc7d4556b3b071" providerId="LiveId" clId="{37B963A1-BBDE-46C5-80F9-50AE1D86A8AA}" dt="2023-07-31T09:18:22.926" v="762" actId="11529"/>
          <ac:cxnSpMkLst>
            <pc:docMk/>
            <pc:sldMk cId="2990752692" sldId="2547"/>
            <ac:cxnSpMk id="112" creationId="{2F11B00F-D0CE-CEC1-F2D3-518F4A1C0C86}"/>
          </ac:cxnSpMkLst>
        </pc:cxnChg>
        <pc:cxnChg chg="add mod">
          <ac:chgData name="Owais Ahmed" userId="6abc7d4556b3b071" providerId="LiveId" clId="{37B963A1-BBDE-46C5-80F9-50AE1D86A8AA}" dt="2023-07-31T09:20:36.919" v="776" actId="164"/>
          <ac:cxnSpMkLst>
            <pc:docMk/>
            <pc:sldMk cId="2990752692" sldId="2547"/>
            <ac:cxnSpMk id="114" creationId="{EAB36859-E5BD-DACB-F008-D53C1FB52938}"/>
          </ac:cxnSpMkLst>
        </pc:cxnChg>
        <pc:cxnChg chg="add mod">
          <ac:chgData name="Owais Ahmed" userId="6abc7d4556b3b071" providerId="LiveId" clId="{37B963A1-BBDE-46C5-80F9-50AE1D86A8AA}" dt="2023-07-31T09:20:36.919" v="776" actId="164"/>
          <ac:cxnSpMkLst>
            <pc:docMk/>
            <pc:sldMk cId="2990752692" sldId="2547"/>
            <ac:cxnSpMk id="116" creationId="{D77FC880-6C95-361E-00A0-59E24EBDA4E4}"/>
          </ac:cxnSpMkLst>
        </pc:cxnChg>
        <pc:cxnChg chg="add mod">
          <ac:chgData name="Owais Ahmed" userId="6abc7d4556b3b071" providerId="LiveId" clId="{37B963A1-BBDE-46C5-80F9-50AE1D86A8AA}" dt="2023-07-31T09:20:49.945" v="777" actId="164"/>
          <ac:cxnSpMkLst>
            <pc:docMk/>
            <pc:sldMk cId="2990752692" sldId="2547"/>
            <ac:cxnSpMk id="118" creationId="{B16C2EF2-AE8D-275C-5323-4D2014DE077E}"/>
          </ac:cxnSpMkLst>
        </pc:cxnChg>
        <pc:cxnChg chg="add mod">
          <ac:chgData name="Owais Ahmed" userId="6abc7d4556b3b071" providerId="LiveId" clId="{37B963A1-BBDE-46C5-80F9-50AE1D86A8AA}" dt="2023-07-31T09:20:49.945" v="777" actId="164"/>
          <ac:cxnSpMkLst>
            <pc:docMk/>
            <pc:sldMk cId="2990752692" sldId="2547"/>
            <ac:cxnSpMk id="120" creationId="{4A79240C-A032-EB17-41E0-52386AB60888}"/>
          </ac:cxnSpMkLst>
        </pc:cxnChg>
        <pc:cxnChg chg="add mod">
          <ac:chgData name="Owais Ahmed" userId="6abc7d4556b3b071" providerId="LiveId" clId="{37B963A1-BBDE-46C5-80F9-50AE1D86A8AA}" dt="2023-07-31T09:20:49.945" v="777" actId="164"/>
          <ac:cxnSpMkLst>
            <pc:docMk/>
            <pc:sldMk cId="2990752692" sldId="2547"/>
            <ac:cxnSpMk id="122" creationId="{4AFB9E76-0EA7-153B-7E1E-05A0E4C97456}"/>
          </ac:cxnSpMkLst>
        </pc:cxnChg>
        <pc:cxnChg chg="add mod">
          <ac:chgData name="Owais Ahmed" userId="6abc7d4556b3b071" providerId="LiveId" clId="{37B963A1-BBDE-46C5-80F9-50AE1D86A8AA}" dt="2023-07-31T09:20:49.945" v="777" actId="164"/>
          <ac:cxnSpMkLst>
            <pc:docMk/>
            <pc:sldMk cId="2990752692" sldId="2547"/>
            <ac:cxnSpMk id="124" creationId="{4CC2FB86-E07E-4B09-2A94-5C61DF69A735}"/>
          </ac:cxnSpMkLst>
        </pc:cxnChg>
        <pc:cxnChg chg="add mod">
          <ac:chgData name="Owais Ahmed" userId="6abc7d4556b3b071" providerId="LiveId" clId="{37B963A1-BBDE-46C5-80F9-50AE1D86A8AA}" dt="2023-07-31T09:21:01.400" v="778" actId="164"/>
          <ac:cxnSpMkLst>
            <pc:docMk/>
            <pc:sldMk cId="2990752692" sldId="2547"/>
            <ac:cxnSpMk id="126" creationId="{8363E0F2-10CE-03C0-6C14-BE8802F9921A}"/>
          </ac:cxnSpMkLst>
        </pc:cxnChg>
        <pc:cxnChg chg="del mod topLvl">
          <ac:chgData name="Owais Ahmed" userId="6abc7d4556b3b071" providerId="LiveId" clId="{37B963A1-BBDE-46C5-80F9-50AE1D86A8AA}" dt="2023-07-31T08:53:14.069" v="51" actId="478"/>
          <ac:cxnSpMkLst>
            <pc:docMk/>
            <pc:sldMk cId="2990752692" sldId="2547"/>
            <ac:cxnSpMk id="213" creationId="{20DC458F-65D1-43A6-AD4D-D629C78B59E7}"/>
          </ac:cxnSpMkLst>
        </pc:cxnChg>
        <pc:cxnChg chg="del mod topLvl">
          <ac:chgData name="Owais Ahmed" userId="6abc7d4556b3b071" providerId="LiveId" clId="{37B963A1-BBDE-46C5-80F9-50AE1D86A8AA}" dt="2023-07-31T08:53:14.069" v="51" actId="478"/>
          <ac:cxnSpMkLst>
            <pc:docMk/>
            <pc:sldMk cId="2990752692" sldId="2547"/>
            <ac:cxnSpMk id="220" creationId="{28F6F686-00F5-6015-997C-1C4CF1E4068B}"/>
          </ac:cxnSpMkLst>
        </pc:cxnChg>
        <pc:cxnChg chg="del mod topLvl">
          <ac:chgData name="Owais Ahmed" userId="6abc7d4556b3b071" providerId="LiveId" clId="{37B963A1-BBDE-46C5-80F9-50AE1D86A8AA}" dt="2023-07-31T08:53:14.069" v="51" actId="478"/>
          <ac:cxnSpMkLst>
            <pc:docMk/>
            <pc:sldMk cId="2990752692" sldId="2547"/>
            <ac:cxnSpMk id="224" creationId="{4012E97B-BC47-B062-6D50-EAE8D79C698D}"/>
          </ac:cxnSpMkLst>
        </pc:cxnChg>
        <pc:cxnChg chg="del mod topLvl">
          <ac:chgData name="Owais Ahmed" userId="6abc7d4556b3b071" providerId="LiveId" clId="{37B963A1-BBDE-46C5-80F9-50AE1D86A8AA}" dt="2023-07-31T08:53:14.069" v="51" actId="478"/>
          <ac:cxnSpMkLst>
            <pc:docMk/>
            <pc:sldMk cId="2990752692" sldId="2547"/>
            <ac:cxnSpMk id="228" creationId="{69E4D838-7DB3-6200-DAB9-4580B505DEEA}"/>
          </ac:cxnSpMkLst>
        </pc:cxnChg>
        <pc:cxnChg chg="del mod">
          <ac:chgData name="Owais Ahmed" userId="6abc7d4556b3b071" providerId="LiveId" clId="{37B963A1-BBDE-46C5-80F9-50AE1D86A8AA}" dt="2023-07-31T08:53:03.880" v="49" actId="478"/>
          <ac:cxnSpMkLst>
            <pc:docMk/>
            <pc:sldMk cId="2990752692" sldId="2547"/>
            <ac:cxnSpMk id="232" creationId="{F3EE973A-C53F-79CD-35AE-8E27B1A37F1D}"/>
          </ac:cxnSpMkLst>
        </pc:cxnChg>
        <pc:cxnChg chg="mod">
          <ac:chgData name="Owais Ahmed" userId="6abc7d4556b3b071" providerId="LiveId" clId="{37B963A1-BBDE-46C5-80F9-50AE1D86A8AA}" dt="2023-07-31T07:55:25.191" v="35" actId="478"/>
          <ac:cxnSpMkLst>
            <pc:docMk/>
            <pc:sldMk cId="2990752692" sldId="2547"/>
            <ac:cxnSpMk id="240" creationId="{B7098FFA-5991-5B86-5313-DBB8E6ACD2D1}"/>
          </ac:cxnSpMkLst>
        </pc:cxnChg>
        <pc:cxnChg chg="mod">
          <ac:chgData name="Owais Ahmed" userId="6abc7d4556b3b071" providerId="LiveId" clId="{37B963A1-BBDE-46C5-80F9-50AE1D86A8AA}" dt="2023-07-31T07:55:25.191" v="35" actId="478"/>
          <ac:cxnSpMkLst>
            <pc:docMk/>
            <pc:sldMk cId="2990752692" sldId="2547"/>
            <ac:cxnSpMk id="244" creationId="{26C9C688-E9A1-AD73-B7ED-FA9001838654}"/>
          </ac:cxnSpMkLst>
        </pc:cxnChg>
        <pc:cxnChg chg="mod">
          <ac:chgData name="Owais Ahmed" userId="6abc7d4556b3b071" providerId="LiveId" clId="{37B963A1-BBDE-46C5-80F9-50AE1D86A8AA}" dt="2023-07-31T07:55:25.191" v="35" actId="478"/>
          <ac:cxnSpMkLst>
            <pc:docMk/>
            <pc:sldMk cId="2990752692" sldId="2547"/>
            <ac:cxnSpMk id="248" creationId="{322F526B-D2BC-E613-65D0-FE89D4620B7A}"/>
          </ac:cxnSpMkLst>
        </pc:cxnChg>
        <pc:cxnChg chg="mod">
          <ac:chgData name="Owais Ahmed" userId="6abc7d4556b3b071" providerId="LiveId" clId="{37B963A1-BBDE-46C5-80F9-50AE1D86A8AA}" dt="2023-07-31T07:55:25.191" v="35" actId="478"/>
          <ac:cxnSpMkLst>
            <pc:docMk/>
            <pc:sldMk cId="2990752692" sldId="2547"/>
            <ac:cxnSpMk id="252" creationId="{4F1485D7-04A2-E361-5995-72B9663EF71A}"/>
          </ac:cxnSpMkLst>
        </pc:cxnChg>
        <pc:cxnChg chg="mod">
          <ac:chgData name="Owais Ahmed" userId="6abc7d4556b3b071" providerId="LiveId" clId="{37B963A1-BBDE-46C5-80F9-50AE1D86A8AA}" dt="2023-07-31T07:55:25.191" v="35" actId="478"/>
          <ac:cxnSpMkLst>
            <pc:docMk/>
            <pc:sldMk cId="2990752692" sldId="2547"/>
            <ac:cxnSpMk id="256" creationId="{8D34D431-6C53-42A2-C0D9-E20C69418F24}"/>
          </ac:cxnSpMkLst>
        </pc:cxnChg>
        <pc:cxnChg chg="mod">
          <ac:chgData name="Owais Ahmed" userId="6abc7d4556b3b071" providerId="LiveId" clId="{37B963A1-BBDE-46C5-80F9-50AE1D86A8AA}" dt="2023-07-31T07:55:25.191" v="35" actId="478"/>
          <ac:cxnSpMkLst>
            <pc:docMk/>
            <pc:sldMk cId="2990752692" sldId="2547"/>
            <ac:cxnSpMk id="261" creationId="{DC6C7DE2-69DF-BFDD-C2EF-8B3E01A3CCEB}"/>
          </ac:cxnSpMkLst>
        </pc:cxnChg>
        <pc:cxnChg chg="mod">
          <ac:chgData name="Owais Ahmed" userId="6abc7d4556b3b071" providerId="LiveId" clId="{37B963A1-BBDE-46C5-80F9-50AE1D86A8AA}" dt="2023-07-31T07:55:28.815" v="36" actId="478"/>
          <ac:cxnSpMkLst>
            <pc:docMk/>
            <pc:sldMk cId="2990752692" sldId="2547"/>
            <ac:cxnSpMk id="268" creationId="{E7F052F5-7CBD-2F05-E655-773FA1456244}"/>
          </ac:cxnSpMkLst>
        </pc:cxnChg>
        <pc:cxnChg chg="mod">
          <ac:chgData name="Owais Ahmed" userId="6abc7d4556b3b071" providerId="LiveId" clId="{37B963A1-BBDE-46C5-80F9-50AE1D86A8AA}" dt="2023-07-31T07:55:28.815" v="36" actId="478"/>
          <ac:cxnSpMkLst>
            <pc:docMk/>
            <pc:sldMk cId="2990752692" sldId="2547"/>
            <ac:cxnSpMk id="280" creationId="{D6B5FB28-E472-E3AC-6D4F-7D7D5F911674}"/>
          </ac:cxnSpMkLst>
        </pc:cxnChg>
        <pc:cxnChg chg="mod">
          <ac:chgData name="Owais Ahmed" userId="6abc7d4556b3b071" providerId="LiveId" clId="{37B963A1-BBDE-46C5-80F9-50AE1D86A8AA}" dt="2023-07-31T07:55:28.815" v="36" actId="478"/>
          <ac:cxnSpMkLst>
            <pc:docMk/>
            <pc:sldMk cId="2990752692" sldId="2547"/>
            <ac:cxnSpMk id="284" creationId="{233DEFD1-9501-6CAE-9C63-3AE11A33EC76}"/>
          </ac:cxnSpMkLst>
        </pc:cxnChg>
        <pc:cxnChg chg="mod">
          <ac:chgData name="Owais Ahmed" userId="6abc7d4556b3b071" providerId="LiveId" clId="{37B963A1-BBDE-46C5-80F9-50AE1D86A8AA}" dt="2023-07-31T07:55:28.815" v="36" actId="478"/>
          <ac:cxnSpMkLst>
            <pc:docMk/>
            <pc:sldMk cId="2990752692" sldId="2547"/>
            <ac:cxnSpMk id="288" creationId="{F11FB287-BC39-190A-43B9-A5B34B82B977}"/>
          </ac:cxnSpMkLst>
        </pc:cxnChg>
        <pc:cxnChg chg="add mod">
          <ac:chgData name="Owais Ahmed" userId="6abc7d4556b3b071" providerId="LiveId" clId="{37B963A1-BBDE-46C5-80F9-50AE1D86A8AA}" dt="2023-07-31T09:21:01.400" v="778" actId="164"/>
          <ac:cxnSpMkLst>
            <pc:docMk/>
            <pc:sldMk cId="2990752692" sldId="2547"/>
            <ac:cxnSpMk id="1025" creationId="{33E52E20-8B3F-3C42-7176-F4BE107E4E5C}"/>
          </ac:cxnSpMkLst>
        </pc:cxnChg>
        <pc:cxnChg chg="add mod">
          <ac:chgData name="Owais Ahmed" userId="6abc7d4556b3b071" providerId="LiveId" clId="{37B963A1-BBDE-46C5-80F9-50AE1D86A8AA}" dt="2023-07-31T09:21:01.400" v="778" actId="164"/>
          <ac:cxnSpMkLst>
            <pc:docMk/>
            <pc:sldMk cId="2990752692" sldId="2547"/>
            <ac:cxnSpMk id="1029" creationId="{F17F1DB9-9026-97D8-7854-3DD4E9D477CF}"/>
          </ac:cxnSpMkLst>
        </pc:cxnChg>
      </pc:sldChg>
      <pc:sldChg chg="add del">
        <pc:chgData name="Owais Ahmed" userId="6abc7d4556b3b071" providerId="LiveId" clId="{37B963A1-BBDE-46C5-80F9-50AE1D86A8AA}" dt="2023-07-31T09:17:48.628" v="749" actId="47"/>
        <pc:sldMkLst>
          <pc:docMk/>
          <pc:sldMk cId="1225631326" sldId="2548"/>
        </pc:sldMkLst>
      </pc:sldChg>
    </pc:docChg>
  </pc:docChgLst>
  <pc:docChgLst>
    <pc:chgData name="Owais Ahmed" userId="6abc7d4556b3b071" providerId="LiveId" clId="{4CD71B15-CCD9-4CBF-BC84-B4C52C1D305A}"/>
    <pc:docChg chg="addSld delSld modSld sldOrd">
      <pc:chgData name="Owais Ahmed" userId="6abc7d4556b3b071" providerId="LiveId" clId="{4CD71B15-CCD9-4CBF-BC84-B4C52C1D305A}" dt="2023-07-30T18:54:53.214" v="647" actId="47"/>
      <pc:docMkLst>
        <pc:docMk/>
      </pc:docMkLst>
      <pc:sldChg chg="modSp add del mod ord modAnim">
        <pc:chgData name="Owais Ahmed" userId="6abc7d4556b3b071" providerId="LiveId" clId="{4CD71B15-CCD9-4CBF-BC84-B4C52C1D305A}" dt="2023-07-30T18:54:53.214" v="647" actId="47"/>
        <pc:sldMkLst>
          <pc:docMk/>
          <pc:sldMk cId="4041671842" sldId="2516"/>
        </pc:sldMkLst>
        <pc:spChg chg="mod">
          <ac:chgData name="Owais Ahmed" userId="6abc7d4556b3b071" providerId="LiveId" clId="{4CD71B15-CCD9-4CBF-BC84-B4C52C1D305A}" dt="2023-07-30T18:54:43.518" v="646" actId="20577"/>
          <ac:spMkLst>
            <pc:docMk/>
            <pc:sldMk cId="4041671842" sldId="2516"/>
            <ac:spMk id="3" creationId="{4A1C0383-58FE-E486-295E-B33B8683B938}"/>
          </ac:spMkLst>
        </pc:spChg>
        <pc:spChg chg="mod">
          <ac:chgData name="Owais Ahmed" userId="6abc7d4556b3b071" providerId="LiveId" clId="{4CD71B15-CCD9-4CBF-BC84-B4C52C1D305A}" dt="2023-07-30T17:45:07.195" v="18" actId="20577"/>
          <ac:spMkLst>
            <pc:docMk/>
            <pc:sldMk cId="4041671842" sldId="2516"/>
            <ac:spMk id="215" creationId="{00000000-0000-0000-0000-000000000000}"/>
          </ac:spMkLst>
        </pc:spChg>
      </pc:sldChg>
    </pc:docChg>
  </pc:docChgLst>
  <pc:docChgLst>
    <pc:chgData name="Owais Ahmed" userId="6abc7d4556b3b071" providerId="LiveId" clId="{FC71800D-6C77-4311-91CC-2C226E46ADC8}"/>
    <pc:docChg chg="undo custSel addSld delSld modSld">
      <pc:chgData name="Owais Ahmed" userId="6abc7d4556b3b071" providerId="LiveId" clId="{FC71800D-6C77-4311-91CC-2C226E46ADC8}" dt="2023-08-04T14:26:40.459" v="1001" actId="20577"/>
      <pc:docMkLst>
        <pc:docMk/>
      </pc:docMkLst>
      <pc:sldChg chg="modSp">
        <pc:chgData name="Owais Ahmed" userId="6abc7d4556b3b071" providerId="LiveId" clId="{FC71800D-6C77-4311-91CC-2C226E46ADC8}" dt="2023-08-04T14:20:09.761" v="145" actId="20577"/>
        <pc:sldMkLst>
          <pc:docMk/>
          <pc:sldMk cId="3909667495" sldId="2558"/>
        </pc:sldMkLst>
        <pc:spChg chg="mod">
          <ac:chgData name="Owais Ahmed" userId="6abc7d4556b3b071" providerId="LiveId" clId="{FC71800D-6C77-4311-91CC-2C226E46ADC8}" dt="2023-08-04T14:20:09.761" v="145" actId="20577"/>
          <ac:spMkLst>
            <pc:docMk/>
            <pc:sldMk cId="3909667495" sldId="2558"/>
            <ac:spMk id="3" creationId="{4A1C0383-58FE-E486-295E-B33B8683B938}"/>
          </ac:spMkLst>
        </pc:spChg>
      </pc:sldChg>
      <pc:sldChg chg="modSp add del mod modAnim">
        <pc:chgData name="Owais Ahmed" userId="6abc7d4556b3b071" providerId="LiveId" clId="{FC71800D-6C77-4311-91CC-2C226E46ADC8}" dt="2023-08-04T14:18:33.439" v="28" actId="47"/>
        <pc:sldMkLst>
          <pc:docMk/>
          <pc:sldMk cId="1343035549" sldId="2561"/>
        </pc:sldMkLst>
        <pc:spChg chg="mod">
          <ac:chgData name="Owais Ahmed" userId="6abc7d4556b3b071" providerId="LiveId" clId="{FC71800D-6C77-4311-91CC-2C226E46ADC8}" dt="2023-08-04T14:18:12.783" v="26" actId="20577"/>
          <ac:spMkLst>
            <pc:docMk/>
            <pc:sldMk cId="1343035549" sldId="2561"/>
            <ac:spMk id="3" creationId="{4A1C0383-58FE-E486-295E-B33B8683B938}"/>
          </ac:spMkLst>
        </pc:spChg>
        <pc:spChg chg="mod">
          <ac:chgData name="Owais Ahmed" userId="6abc7d4556b3b071" providerId="LiveId" clId="{FC71800D-6C77-4311-91CC-2C226E46ADC8}" dt="2023-08-04T14:17:25.517" v="2" actId="20577"/>
          <ac:spMkLst>
            <pc:docMk/>
            <pc:sldMk cId="1343035549" sldId="2561"/>
            <ac:spMk id="215" creationId="{00000000-0000-0000-0000-000000000000}"/>
          </ac:spMkLst>
        </pc:spChg>
      </pc:sldChg>
      <pc:sldChg chg="modSp add mod addAnim delAnim modAnim">
        <pc:chgData name="Owais Ahmed" userId="6abc7d4556b3b071" providerId="LiveId" clId="{FC71800D-6C77-4311-91CC-2C226E46ADC8}" dt="2023-08-04T14:23:09.607" v="525" actId="14100"/>
        <pc:sldMkLst>
          <pc:docMk/>
          <pc:sldMk cId="1835063850" sldId="2562"/>
        </pc:sldMkLst>
        <pc:spChg chg="mod">
          <ac:chgData name="Owais Ahmed" userId="6abc7d4556b3b071" providerId="LiveId" clId="{FC71800D-6C77-4311-91CC-2C226E46ADC8}" dt="2023-08-04T14:23:09.607" v="525" actId="14100"/>
          <ac:spMkLst>
            <pc:docMk/>
            <pc:sldMk cId="1835063850" sldId="2562"/>
            <ac:spMk id="3" creationId="{4A1C0383-58FE-E486-295E-B33B8683B938}"/>
          </ac:spMkLst>
        </pc:spChg>
        <pc:spChg chg="mod">
          <ac:chgData name="Owais Ahmed" userId="6abc7d4556b3b071" providerId="LiveId" clId="{FC71800D-6C77-4311-91CC-2C226E46ADC8}" dt="2023-08-04T14:18:37.746" v="29" actId="20577"/>
          <ac:spMkLst>
            <pc:docMk/>
            <pc:sldMk cId="1835063850" sldId="2562"/>
            <ac:spMk id="215" creationId="{00000000-0000-0000-0000-000000000000}"/>
          </ac:spMkLst>
        </pc:spChg>
        <pc:graphicFrameChg chg="mod modGraphic">
          <ac:chgData name="Owais Ahmed" userId="6abc7d4556b3b071" providerId="LiveId" clId="{FC71800D-6C77-4311-91CC-2C226E46ADC8}" dt="2023-08-04T14:19:42.253" v="124"/>
          <ac:graphicFrameMkLst>
            <pc:docMk/>
            <pc:sldMk cId="1835063850" sldId="2562"/>
            <ac:graphicFrameMk id="5" creationId="{C244DA9B-A3BA-1738-3D3E-32FF339EF18B}"/>
          </ac:graphicFrameMkLst>
        </pc:graphicFrameChg>
      </pc:sldChg>
      <pc:sldChg chg="modSp add mod modAnim">
        <pc:chgData name="Owais Ahmed" userId="6abc7d4556b3b071" providerId="LiveId" clId="{FC71800D-6C77-4311-91CC-2C226E46ADC8}" dt="2023-08-04T14:26:40.459" v="1001" actId="20577"/>
        <pc:sldMkLst>
          <pc:docMk/>
          <pc:sldMk cId="150925741" sldId="2563"/>
        </pc:sldMkLst>
        <pc:spChg chg="mod">
          <ac:chgData name="Owais Ahmed" userId="6abc7d4556b3b071" providerId="LiveId" clId="{FC71800D-6C77-4311-91CC-2C226E46ADC8}" dt="2023-08-04T14:26:40.459" v="1001" actId="20577"/>
          <ac:spMkLst>
            <pc:docMk/>
            <pc:sldMk cId="150925741" sldId="2563"/>
            <ac:spMk id="3" creationId="{4A1C0383-58FE-E486-295E-B33B8683B938}"/>
          </ac:spMkLst>
        </pc:spChg>
      </pc:sldChg>
    </pc:docChg>
  </pc:docChgLst>
  <pc:docChgLst>
    <pc:chgData name="Owais Ahmed" userId="6abc7d4556b3b071" providerId="LiveId" clId="{3F06DB97-3AEE-4F7C-A79E-A7936B34F82A}"/>
    <pc:docChg chg="undo redo custSel addSld delSld modSld">
      <pc:chgData name="Owais Ahmed" userId="6abc7d4556b3b071" providerId="LiveId" clId="{3F06DB97-3AEE-4F7C-A79E-A7936B34F82A}" dt="2023-07-31T19:00:13.581" v="6207" actId="20577"/>
      <pc:docMkLst>
        <pc:docMk/>
      </pc:docMkLst>
      <pc:sldChg chg="modSp mod">
        <pc:chgData name="Owais Ahmed" userId="6abc7d4556b3b071" providerId="LiveId" clId="{3F06DB97-3AEE-4F7C-A79E-A7936B34F82A}" dt="2023-07-31T16:16:19.681" v="795" actId="5793"/>
        <pc:sldMkLst>
          <pc:docMk/>
          <pc:sldMk cId="1649098948" sldId="2462"/>
        </pc:sldMkLst>
        <pc:spChg chg="mod">
          <ac:chgData name="Owais Ahmed" userId="6abc7d4556b3b071" providerId="LiveId" clId="{3F06DB97-3AEE-4F7C-A79E-A7936B34F82A}" dt="2023-07-31T16:16:19.681" v="795" actId="5793"/>
          <ac:spMkLst>
            <pc:docMk/>
            <pc:sldMk cId="1649098948" sldId="2462"/>
            <ac:spMk id="6" creationId="{F3C89A40-EEAA-43AB-9A3A-B2CFDE450F1B}"/>
          </ac:spMkLst>
        </pc:spChg>
      </pc:sldChg>
      <pc:sldChg chg="modSp mod modAnim">
        <pc:chgData name="Owais Ahmed" userId="6abc7d4556b3b071" providerId="LiveId" clId="{3F06DB97-3AEE-4F7C-A79E-A7936B34F82A}" dt="2023-07-30T19:38:46.332" v="178" actId="20577"/>
        <pc:sldMkLst>
          <pc:docMk/>
          <pc:sldMk cId="641030253" sldId="2479"/>
        </pc:sldMkLst>
        <pc:spChg chg="mod">
          <ac:chgData name="Owais Ahmed" userId="6abc7d4556b3b071" providerId="LiveId" clId="{3F06DB97-3AEE-4F7C-A79E-A7936B34F82A}" dt="2023-07-30T19:38:46.332" v="178" actId="20577"/>
          <ac:spMkLst>
            <pc:docMk/>
            <pc:sldMk cId="641030253" sldId="2479"/>
            <ac:spMk id="3" creationId="{4A1C0383-58FE-E486-295E-B33B8683B938}"/>
          </ac:spMkLst>
        </pc:spChg>
        <pc:spChg chg="mod">
          <ac:chgData name="Owais Ahmed" userId="6abc7d4556b3b071" providerId="LiveId" clId="{3F06DB97-3AEE-4F7C-A79E-A7936B34F82A}" dt="2023-07-30T19:21:54.092" v="17" actId="20577"/>
          <ac:spMkLst>
            <pc:docMk/>
            <pc:sldMk cId="641030253" sldId="2479"/>
            <ac:spMk id="215" creationId="{00000000-0000-0000-0000-000000000000}"/>
          </ac:spMkLst>
        </pc:spChg>
      </pc:sldChg>
      <pc:sldChg chg="modSp">
        <pc:chgData name="Owais Ahmed" userId="6abc7d4556b3b071" providerId="LiveId" clId="{3F06DB97-3AEE-4F7C-A79E-A7936B34F82A}" dt="2023-07-31T15:38:54.378" v="198" actId="20577"/>
        <pc:sldMkLst>
          <pc:docMk/>
          <pc:sldMk cId="3265271046" sldId="2505"/>
        </pc:sldMkLst>
        <pc:spChg chg="mod">
          <ac:chgData name="Owais Ahmed" userId="6abc7d4556b3b071" providerId="LiveId" clId="{3F06DB97-3AEE-4F7C-A79E-A7936B34F82A}" dt="2023-07-31T15:38:54.378" v="198" actId="20577"/>
          <ac:spMkLst>
            <pc:docMk/>
            <pc:sldMk cId="3265271046" sldId="2505"/>
            <ac:spMk id="3" creationId="{4A1C0383-58FE-E486-295E-B33B8683B938}"/>
          </ac:spMkLst>
        </pc:spChg>
      </pc:sldChg>
      <pc:sldChg chg="addSp delSp modSp mod delAnim modAnim">
        <pc:chgData name="Owais Ahmed" userId="6abc7d4556b3b071" providerId="LiveId" clId="{3F06DB97-3AEE-4F7C-A79E-A7936B34F82A}" dt="2023-07-31T17:09:11.997" v="3624"/>
        <pc:sldMkLst>
          <pc:docMk/>
          <pc:sldMk cId="2519732872" sldId="2507"/>
        </pc:sldMkLst>
        <pc:spChg chg="mod">
          <ac:chgData name="Owais Ahmed" userId="6abc7d4556b3b071" providerId="LiveId" clId="{3F06DB97-3AEE-4F7C-A79E-A7936B34F82A}" dt="2023-07-31T17:08:40.341" v="3621" actId="20577"/>
          <ac:spMkLst>
            <pc:docMk/>
            <pc:sldMk cId="2519732872" sldId="2507"/>
            <ac:spMk id="3" creationId="{4A1C0383-58FE-E486-295E-B33B8683B938}"/>
          </ac:spMkLst>
        </pc:spChg>
        <pc:spChg chg="del mod">
          <ac:chgData name="Owais Ahmed" userId="6abc7d4556b3b071" providerId="LiveId" clId="{3F06DB97-3AEE-4F7C-A79E-A7936B34F82A}" dt="2023-07-31T16:29:51.326" v="1053" actId="478"/>
          <ac:spMkLst>
            <pc:docMk/>
            <pc:sldMk cId="2519732872" sldId="2507"/>
            <ac:spMk id="8" creationId="{9AB7C1F2-3EB6-DA77-8B3B-65D08B858839}"/>
          </ac:spMkLst>
        </pc:spChg>
        <pc:spChg chg="mod">
          <ac:chgData name="Owais Ahmed" userId="6abc7d4556b3b071" providerId="LiveId" clId="{3F06DB97-3AEE-4F7C-A79E-A7936B34F82A}" dt="2023-07-31T16:29:42.328" v="1051"/>
          <ac:spMkLst>
            <pc:docMk/>
            <pc:sldMk cId="2519732872" sldId="2507"/>
            <ac:spMk id="9" creationId="{E5AC993B-76BA-F654-B56B-E5FD7D83FAF7}"/>
          </ac:spMkLst>
        </pc:spChg>
        <pc:spChg chg="mod">
          <ac:chgData name="Owais Ahmed" userId="6abc7d4556b3b071" providerId="LiveId" clId="{3F06DB97-3AEE-4F7C-A79E-A7936B34F82A}" dt="2023-07-31T16:29:42.328" v="1051"/>
          <ac:spMkLst>
            <pc:docMk/>
            <pc:sldMk cId="2519732872" sldId="2507"/>
            <ac:spMk id="12" creationId="{B38BB637-7CE6-23B3-1F98-7FAB61174179}"/>
          </ac:spMkLst>
        </pc:spChg>
        <pc:spChg chg="mod">
          <ac:chgData name="Owais Ahmed" userId="6abc7d4556b3b071" providerId="LiveId" clId="{3F06DB97-3AEE-4F7C-A79E-A7936B34F82A}" dt="2023-07-31T16:29:42.328" v="1051"/>
          <ac:spMkLst>
            <pc:docMk/>
            <pc:sldMk cId="2519732872" sldId="2507"/>
            <ac:spMk id="13" creationId="{A8ED9DCF-25D0-6588-1E53-441A5CD14DC1}"/>
          </ac:spMkLst>
        </pc:spChg>
        <pc:spChg chg="mod">
          <ac:chgData name="Owais Ahmed" userId="6abc7d4556b3b071" providerId="LiveId" clId="{3F06DB97-3AEE-4F7C-A79E-A7936B34F82A}" dt="2023-07-31T16:29:42.328" v="1051"/>
          <ac:spMkLst>
            <pc:docMk/>
            <pc:sldMk cId="2519732872" sldId="2507"/>
            <ac:spMk id="14" creationId="{11CD3E41-253F-795A-3CCF-97593D9A7ACC}"/>
          </ac:spMkLst>
        </pc:spChg>
        <pc:spChg chg="mod">
          <ac:chgData name="Owais Ahmed" userId="6abc7d4556b3b071" providerId="LiveId" clId="{3F06DB97-3AEE-4F7C-A79E-A7936B34F82A}" dt="2023-07-31T16:29:42.328" v="1051"/>
          <ac:spMkLst>
            <pc:docMk/>
            <pc:sldMk cId="2519732872" sldId="2507"/>
            <ac:spMk id="15" creationId="{F2303079-B932-8839-CD10-B5F3170D384B}"/>
          </ac:spMkLst>
        </pc:spChg>
        <pc:spChg chg="mod">
          <ac:chgData name="Owais Ahmed" userId="6abc7d4556b3b071" providerId="LiveId" clId="{3F06DB97-3AEE-4F7C-A79E-A7936B34F82A}" dt="2023-07-31T16:29:42.328" v="1051"/>
          <ac:spMkLst>
            <pc:docMk/>
            <pc:sldMk cId="2519732872" sldId="2507"/>
            <ac:spMk id="16" creationId="{1C1AEA30-0846-62E5-0652-1F8AE3A06456}"/>
          </ac:spMkLst>
        </pc:spChg>
        <pc:spChg chg="mod">
          <ac:chgData name="Owais Ahmed" userId="6abc7d4556b3b071" providerId="LiveId" clId="{3F06DB97-3AEE-4F7C-A79E-A7936B34F82A}" dt="2023-07-31T16:29:42.328" v="1051"/>
          <ac:spMkLst>
            <pc:docMk/>
            <pc:sldMk cId="2519732872" sldId="2507"/>
            <ac:spMk id="17" creationId="{F0BBF5CA-3758-1B1E-4267-01BF15F77BE6}"/>
          </ac:spMkLst>
        </pc:spChg>
        <pc:spChg chg="del mod">
          <ac:chgData name="Owais Ahmed" userId="6abc7d4556b3b071" providerId="LiveId" clId="{3F06DB97-3AEE-4F7C-A79E-A7936B34F82A}" dt="2023-07-31T16:29:53.650" v="1054" actId="478"/>
          <ac:spMkLst>
            <pc:docMk/>
            <pc:sldMk cId="2519732872" sldId="2507"/>
            <ac:spMk id="24" creationId="{EE6B6A39-DD51-7E27-3292-E8C6CB7A286A}"/>
          </ac:spMkLst>
        </pc:spChg>
        <pc:spChg chg="mod">
          <ac:chgData name="Owais Ahmed" userId="6abc7d4556b3b071" providerId="LiveId" clId="{3F06DB97-3AEE-4F7C-A79E-A7936B34F82A}" dt="2023-07-31T16:29:42.328" v="1051"/>
          <ac:spMkLst>
            <pc:docMk/>
            <pc:sldMk cId="2519732872" sldId="2507"/>
            <ac:spMk id="25" creationId="{E31EADB7-0E35-1933-E64C-CB81CADFB1A4}"/>
          </ac:spMkLst>
        </pc:spChg>
        <pc:spChg chg="mod">
          <ac:chgData name="Owais Ahmed" userId="6abc7d4556b3b071" providerId="LiveId" clId="{3F06DB97-3AEE-4F7C-A79E-A7936B34F82A}" dt="2023-07-31T16:29:42.328" v="1051"/>
          <ac:spMkLst>
            <pc:docMk/>
            <pc:sldMk cId="2519732872" sldId="2507"/>
            <ac:spMk id="30" creationId="{55F1B4C1-5F1C-1B07-F368-C151A0BBFF7A}"/>
          </ac:spMkLst>
        </pc:spChg>
        <pc:spChg chg="mod">
          <ac:chgData name="Owais Ahmed" userId="6abc7d4556b3b071" providerId="LiveId" clId="{3F06DB97-3AEE-4F7C-A79E-A7936B34F82A}" dt="2023-07-31T16:29:42.328" v="1051"/>
          <ac:spMkLst>
            <pc:docMk/>
            <pc:sldMk cId="2519732872" sldId="2507"/>
            <ac:spMk id="31" creationId="{F254E49C-FE38-2D8C-0E6D-9575BE825750}"/>
          </ac:spMkLst>
        </pc:spChg>
        <pc:spChg chg="mod">
          <ac:chgData name="Owais Ahmed" userId="6abc7d4556b3b071" providerId="LiveId" clId="{3F06DB97-3AEE-4F7C-A79E-A7936B34F82A}" dt="2023-07-31T16:29:42.328" v="1051"/>
          <ac:spMkLst>
            <pc:docMk/>
            <pc:sldMk cId="2519732872" sldId="2507"/>
            <ac:spMk id="32" creationId="{CFC3003E-0DDC-BA36-176E-6D671706AE32}"/>
          </ac:spMkLst>
        </pc:spChg>
        <pc:spChg chg="mod">
          <ac:chgData name="Owais Ahmed" userId="6abc7d4556b3b071" providerId="LiveId" clId="{3F06DB97-3AEE-4F7C-A79E-A7936B34F82A}" dt="2023-07-31T16:29:42.328" v="1051"/>
          <ac:spMkLst>
            <pc:docMk/>
            <pc:sldMk cId="2519732872" sldId="2507"/>
            <ac:spMk id="33" creationId="{58685C0D-12DC-8D8F-7618-4C26C7A95BB5}"/>
          </ac:spMkLst>
        </pc:spChg>
        <pc:spChg chg="mod">
          <ac:chgData name="Owais Ahmed" userId="6abc7d4556b3b071" providerId="LiveId" clId="{3F06DB97-3AEE-4F7C-A79E-A7936B34F82A}" dt="2023-07-31T16:29:42.328" v="1051"/>
          <ac:spMkLst>
            <pc:docMk/>
            <pc:sldMk cId="2519732872" sldId="2507"/>
            <ac:spMk id="34" creationId="{C7ACFDE5-7047-0E56-1E2E-2B50C10B3BDF}"/>
          </ac:spMkLst>
        </pc:spChg>
        <pc:spChg chg="mod">
          <ac:chgData name="Owais Ahmed" userId="6abc7d4556b3b071" providerId="LiveId" clId="{3F06DB97-3AEE-4F7C-A79E-A7936B34F82A}" dt="2023-07-31T16:29:42.328" v="1051"/>
          <ac:spMkLst>
            <pc:docMk/>
            <pc:sldMk cId="2519732872" sldId="2507"/>
            <ac:spMk id="35" creationId="{430EAD92-DB0F-51D7-9F31-BB20A328DD24}"/>
          </ac:spMkLst>
        </pc:spChg>
        <pc:spChg chg="mod">
          <ac:chgData name="Owais Ahmed" userId="6abc7d4556b3b071" providerId="LiveId" clId="{3F06DB97-3AEE-4F7C-A79E-A7936B34F82A}" dt="2023-07-31T16:29:42.328" v="1051"/>
          <ac:spMkLst>
            <pc:docMk/>
            <pc:sldMk cId="2519732872" sldId="2507"/>
            <ac:spMk id="36" creationId="{340488C2-8C52-D84F-6549-4DB3CC6C4A58}"/>
          </ac:spMkLst>
        </pc:spChg>
        <pc:spChg chg="mod">
          <ac:chgData name="Owais Ahmed" userId="6abc7d4556b3b071" providerId="LiveId" clId="{3F06DB97-3AEE-4F7C-A79E-A7936B34F82A}" dt="2023-07-31T16:29:42.328" v="1051"/>
          <ac:spMkLst>
            <pc:docMk/>
            <pc:sldMk cId="2519732872" sldId="2507"/>
            <ac:spMk id="37" creationId="{E243D26A-1F6B-B25D-D0AC-3EAC4D85DE10}"/>
          </ac:spMkLst>
        </pc:spChg>
        <pc:spChg chg="mod">
          <ac:chgData name="Owais Ahmed" userId="6abc7d4556b3b071" providerId="LiveId" clId="{3F06DB97-3AEE-4F7C-A79E-A7936B34F82A}" dt="2023-07-31T16:29:42.328" v="1051"/>
          <ac:spMkLst>
            <pc:docMk/>
            <pc:sldMk cId="2519732872" sldId="2507"/>
            <ac:spMk id="38" creationId="{4FDF2889-A194-E22E-19A0-60E13AF736B0}"/>
          </ac:spMkLst>
        </pc:spChg>
        <pc:spChg chg="mod">
          <ac:chgData name="Owais Ahmed" userId="6abc7d4556b3b071" providerId="LiveId" clId="{3F06DB97-3AEE-4F7C-A79E-A7936B34F82A}" dt="2023-07-31T16:29:42.328" v="1051"/>
          <ac:spMkLst>
            <pc:docMk/>
            <pc:sldMk cId="2519732872" sldId="2507"/>
            <ac:spMk id="39" creationId="{4D8B0B4A-4260-651D-E759-251A0C2B486A}"/>
          </ac:spMkLst>
        </pc:spChg>
        <pc:spChg chg="del mod">
          <ac:chgData name="Owais Ahmed" userId="6abc7d4556b3b071" providerId="LiveId" clId="{3F06DB97-3AEE-4F7C-A79E-A7936B34F82A}" dt="2023-07-31T16:32:06.488" v="1060" actId="478"/>
          <ac:spMkLst>
            <pc:docMk/>
            <pc:sldMk cId="2519732872" sldId="2507"/>
            <ac:spMk id="52" creationId="{6077A936-757D-6859-1D2D-D9238CDB7452}"/>
          </ac:spMkLst>
        </pc:spChg>
        <pc:spChg chg="del mod">
          <ac:chgData name="Owais Ahmed" userId="6abc7d4556b3b071" providerId="LiveId" clId="{3F06DB97-3AEE-4F7C-A79E-A7936B34F82A}" dt="2023-07-31T16:32:04.946" v="1059" actId="478"/>
          <ac:spMkLst>
            <pc:docMk/>
            <pc:sldMk cId="2519732872" sldId="2507"/>
            <ac:spMk id="53" creationId="{CD128CA7-C9B2-0E48-AB2C-83361F37D11B}"/>
          </ac:spMkLst>
        </pc:spChg>
        <pc:spChg chg="mod">
          <ac:chgData name="Owais Ahmed" userId="6abc7d4556b3b071" providerId="LiveId" clId="{3F06DB97-3AEE-4F7C-A79E-A7936B34F82A}" dt="2023-07-31T16:31:47.109" v="1057"/>
          <ac:spMkLst>
            <pc:docMk/>
            <pc:sldMk cId="2519732872" sldId="2507"/>
            <ac:spMk id="54" creationId="{A9669151-6E8A-28A2-BD3B-E871949F5695}"/>
          </ac:spMkLst>
        </pc:spChg>
        <pc:spChg chg="mod">
          <ac:chgData name="Owais Ahmed" userId="6abc7d4556b3b071" providerId="LiveId" clId="{3F06DB97-3AEE-4F7C-A79E-A7936B34F82A}" dt="2023-07-31T16:31:47.109" v="1057"/>
          <ac:spMkLst>
            <pc:docMk/>
            <pc:sldMk cId="2519732872" sldId="2507"/>
            <ac:spMk id="55" creationId="{274A505B-739B-D7E1-C42B-16B9225A1472}"/>
          </ac:spMkLst>
        </pc:spChg>
        <pc:spChg chg="mod">
          <ac:chgData name="Owais Ahmed" userId="6abc7d4556b3b071" providerId="LiveId" clId="{3F06DB97-3AEE-4F7C-A79E-A7936B34F82A}" dt="2023-07-31T16:31:47.109" v="1057"/>
          <ac:spMkLst>
            <pc:docMk/>
            <pc:sldMk cId="2519732872" sldId="2507"/>
            <ac:spMk id="56" creationId="{B7736C27-97DD-0668-D0F7-FD527C00D85B}"/>
          </ac:spMkLst>
        </pc:spChg>
        <pc:spChg chg="mod">
          <ac:chgData name="Owais Ahmed" userId="6abc7d4556b3b071" providerId="LiveId" clId="{3F06DB97-3AEE-4F7C-A79E-A7936B34F82A}" dt="2023-07-31T16:31:47.109" v="1057"/>
          <ac:spMkLst>
            <pc:docMk/>
            <pc:sldMk cId="2519732872" sldId="2507"/>
            <ac:spMk id="57" creationId="{6E3CA4F5-A864-65C5-419B-4EDB79314AE4}"/>
          </ac:spMkLst>
        </pc:spChg>
        <pc:spChg chg="mod">
          <ac:chgData name="Owais Ahmed" userId="6abc7d4556b3b071" providerId="LiveId" clId="{3F06DB97-3AEE-4F7C-A79E-A7936B34F82A}" dt="2023-07-31T16:33:38.959" v="1093" actId="20577"/>
          <ac:spMkLst>
            <pc:docMk/>
            <pc:sldMk cId="2519732872" sldId="2507"/>
            <ac:spMk id="58" creationId="{5C3FA14E-BC4B-E3B3-8F00-764331AD752D}"/>
          </ac:spMkLst>
        </pc:spChg>
        <pc:spChg chg="mod">
          <ac:chgData name="Owais Ahmed" userId="6abc7d4556b3b071" providerId="LiveId" clId="{3F06DB97-3AEE-4F7C-A79E-A7936B34F82A}" dt="2023-07-31T16:33:12.874" v="1083" actId="20577"/>
          <ac:spMkLst>
            <pc:docMk/>
            <pc:sldMk cId="2519732872" sldId="2507"/>
            <ac:spMk id="59" creationId="{BC8B03B0-63FE-2C51-A23A-8B052B3D6B98}"/>
          </ac:spMkLst>
        </pc:spChg>
        <pc:spChg chg="mod">
          <ac:chgData name="Owais Ahmed" userId="6abc7d4556b3b071" providerId="LiveId" clId="{3F06DB97-3AEE-4F7C-A79E-A7936B34F82A}" dt="2023-07-31T16:31:47.109" v="1057"/>
          <ac:spMkLst>
            <pc:docMk/>
            <pc:sldMk cId="2519732872" sldId="2507"/>
            <ac:spMk id="60" creationId="{2C743A88-FD48-DE9B-D2AB-391728C36AAA}"/>
          </ac:spMkLst>
        </pc:spChg>
        <pc:spChg chg="mod">
          <ac:chgData name="Owais Ahmed" userId="6abc7d4556b3b071" providerId="LiveId" clId="{3F06DB97-3AEE-4F7C-A79E-A7936B34F82A}" dt="2023-07-31T16:33:11.410" v="1082" actId="20577"/>
          <ac:spMkLst>
            <pc:docMk/>
            <pc:sldMk cId="2519732872" sldId="2507"/>
            <ac:spMk id="61" creationId="{9D7738F3-A3F6-3E4E-9227-7EC57AA10E6B}"/>
          </ac:spMkLst>
        </pc:spChg>
        <pc:spChg chg="mod">
          <ac:chgData name="Owais Ahmed" userId="6abc7d4556b3b071" providerId="LiveId" clId="{3F06DB97-3AEE-4F7C-A79E-A7936B34F82A}" dt="2023-07-31T16:31:47.109" v="1057"/>
          <ac:spMkLst>
            <pc:docMk/>
            <pc:sldMk cId="2519732872" sldId="2507"/>
            <ac:spMk id="62" creationId="{2F7AE3C0-48E2-ACA4-7769-51DCF905B7F9}"/>
          </ac:spMkLst>
        </pc:spChg>
        <pc:spChg chg="mod">
          <ac:chgData name="Owais Ahmed" userId="6abc7d4556b3b071" providerId="LiveId" clId="{3F06DB97-3AEE-4F7C-A79E-A7936B34F82A}" dt="2023-07-31T16:33:04.210" v="1081" actId="20577"/>
          <ac:spMkLst>
            <pc:docMk/>
            <pc:sldMk cId="2519732872" sldId="2507"/>
            <ac:spMk id="63" creationId="{B5E2493F-C156-319A-5047-19EAC0C27B96}"/>
          </ac:spMkLst>
        </pc:spChg>
        <pc:spChg chg="del mod">
          <ac:chgData name="Owais Ahmed" userId="6abc7d4556b3b071" providerId="LiveId" clId="{3F06DB97-3AEE-4F7C-A79E-A7936B34F82A}" dt="2023-07-31T16:32:10.846" v="1063" actId="478"/>
          <ac:spMkLst>
            <pc:docMk/>
            <pc:sldMk cId="2519732872" sldId="2507"/>
            <ac:spMk id="76" creationId="{0C59E90F-ED03-8781-F34D-F5E49ECAD588}"/>
          </ac:spMkLst>
        </pc:spChg>
        <pc:spChg chg="del mod">
          <ac:chgData name="Owais Ahmed" userId="6abc7d4556b3b071" providerId="LiveId" clId="{3F06DB97-3AEE-4F7C-A79E-A7936B34F82A}" dt="2023-07-31T16:32:12.191" v="1064" actId="478"/>
          <ac:spMkLst>
            <pc:docMk/>
            <pc:sldMk cId="2519732872" sldId="2507"/>
            <ac:spMk id="77" creationId="{42AC8510-A1DF-03B2-F7FF-0B165A4771B9}"/>
          </ac:spMkLst>
        </pc:spChg>
        <pc:spChg chg="mod">
          <ac:chgData name="Owais Ahmed" userId="6abc7d4556b3b071" providerId="LiveId" clId="{3F06DB97-3AEE-4F7C-A79E-A7936B34F82A}" dt="2023-07-31T16:31:47.109" v="1057"/>
          <ac:spMkLst>
            <pc:docMk/>
            <pc:sldMk cId="2519732872" sldId="2507"/>
            <ac:spMk id="78" creationId="{42A95E86-0E84-988A-6224-97D58A1AAB0F}"/>
          </ac:spMkLst>
        </pc:spChg>
        <pc:spChg chg="mod">
          <ac:chgData name="Owais Ahmed" userId="6abc7d4556b3b071" providerId="LiveId" clId="{3F06DB97-3AEE-4F7C-A79E-A7936B34F82A}" dt="2023-07-31T16:31:47.109" v="1057"/>
          <ac:spMkLst>
            <pc:docMk/>
            <pc:sldMk cId="2519732872" sldId="2507"/>
            <ac:spMk id="79" creationId="{20304F60-9C85-B029-FB74-618C6A042A84}"/>
          </ac:spMkLst>
        </pc:spChg>
        <pc:spChg chg="mod">
          <ac:chgData name="Owais Ahmed" userId="6abc7d4556b3b071" providerId="LiveId" clId="{3F06DB97-3AEE-4F7C-A79E-A7936B34F82A}" dt="2023-07-31T16:31:47.109" v="1057"/>
          <ac:spMkLst>
            <pc:docMk/>
            <pc:sldMk cId="2519732872" sldId="2507"/>
            <ac:spMk id="80" creationId="{6FBCDDE6-3EAB-0185-D616-ABE065D45C92}"/>
          </ac:spMkLst>
        </pc:spChg>
        <pc:spChg chg="mod">
          <ac:chgData name="Owais Ahmed" userId="6abc7d4556b3b071" providerId="LiveId" clId="{3F06DB97-3AEE-4F7C-A79E-A7936B34F82A}" dt="2023-07-31T16:31:47.109" v="1057"/>
          <ac:spMkLst>
            <pc:docMk/>
            <pc:sldMk cId="2519732872" sldId="2507"/>
            <ac:spMk id="81" creationId="{D475062B-BA9F-0445-E94B-58131CEBA346}"/>
          </ac:spMkLst>
        </pc:spChg>
        <pc:spChg chg="mod">
          <ac:chgData name="Owais Ahmed" userId="6abc7d4556b3b071" providerId="LiveId" clId="{3F06DB97-3AEE-4F7C-A79E-A7936B34F82A}" dt="2023-07-31T16:31:47.109" v="1057"/>
          <ac:spMkLst>
            <pc:docMk/>
            <pc:sldMk cId="2519732872" sldId="2507"/>
            <ac:spMk id="82" creationId="{D00C45F0-9257-F070-6329-9B7E6898FA6C}"/>
          </ac:spMkLst>
        </pc:spChg>
        <pc:spChg chg="mod">
          <ac:chgData name="Owais Ahmed" userId="6abc7d4556b3b071" providerId="LiveId" clId="{3F06DB97-3AEE-4F7C-A79E-A7936B34F82A}" dt="2023-07-31T16:33:22.026" v="1086" actId="20577"/>
          <ac:spMkLst>
            <pc:docMk/>
            <pc:sldMk cId="2519732872" sldId="2507"/>
            <ac:spMk id="83" creationId="{2E659818-3944-211E-B668-2B0785B7DCB6}"/>
          </ac:spMkLst>
        </pc:spChg>
        <pc:spChg chg="mod">
          <ac:chgData name="Owais Ahmed" userId="6abc7d4556b3b071" providerId="LiveId" clId="{3F06DB97-3AEE-4F7C-A79E-A7936B34F82A}" dt="2023-07-31T16:31:47.109" v="1057"/>
          <ac:spMkLst>
            <pc:docMk/>
            <pc:sldMk cId="2519732872" sldId="2507"/>
            <ac:spMk id="84" creationId="{C3DD49EF-0F53-CFBA-F1C1-D0B1D2537EC8}"/>
          </ac:spMkLst>
        </pc:spChg>
        <pc:spChg chg="mod">
          <ac:chgData name="Owais Ahmed" userId="6abc7d4556b3b071" providerId="LiveId" clId="{3F06DB97-3AEE-4F7C-A79E-A7936B34F82A}" dt="2023-07-31T16:33:20.201" v="1085" actId="20577"/>
          <ac:spMkLst>
            <pc:docMk/>
            <pc:sldMk cId="2519732872" sldId="2507"/>
            <ac:spMk id="85" creationId="{1731F7BA-7AB6-493D-5273-13C3588DF720}"/>
          </ac:spMkLst>
        </pc:spChg>
        <pc:spChg chg="mod">
          <ac:chgData name="Owais Ahmed" userId="6abc7d4556b3b071" providerId="LiveId" clId="{3F06DB97-3AEE-4F7C-A79E-A7936B34F82A}" dt="2023-07-31T16:31:47.109" v="1057"/>
          <ac:spMkLst>
            <pc:docMk/>
            <pc:sldMk cId="2519732872" sldId="2507"/>
            <ac:spMk id="86" creationId="{DD9A93E7-3B94-449C-E38F-C1C3F66D3A9C}"/>
          </ac:spMkLst>
        </pc:spChg>
        <pc:spChg chg="mod">
          <ac:chgData name="Owais Ahmed" userId="6abc7d4556b3b071" providerId="LiveId" clId="{3F06DB97-3AEE-4F7C-A79E-A7936B34F82A}" dt="2023-07-31T16:33:17.386" v="1084" actId="20577"/>
          <ac:spMkLst>
            <pc:docMk/>
            <pc:sldMk cId="2519732872" sldId="2507"/>
            <ac:spMk id="87" creationId="{DA497E0B-E98C-45AC-3C1D-414C2356B7BF}"/>
          </ac:spMkLst>
        </pc:spChg>
        <pc:spChg chg="add del mod">
          <ac:chgData name="Owais Ahmed" userId="6abc7d4556b3b071" providerId="LiveId" clId="{3F06DB97-3AEE-4F7C-A79E-A7936B34F82A}" dt="2023-07-31T16:32:25.012" v="1069"/>
          <ac:spMkLst>
            <pc:docMk/>
            <pc:sldMk cId="2519732872" sldId="2507"/>
            <ac:spMk id="88" creationId="{0507528A-FDE3-DD22-2160-43169E09145D}"/>
          </ac:spMkLst>
        </pc:spChg>
        <pc:spChg chg="add del mod">
          <ac:chgData name="Owais Ahmed" userId="6abc7d4556b3b071" providerId="LiveId" clId="{3F06DB97-3AEE-4F7C-A79E-A7936B34F82A}" dt="2023-07-31T16:32:57.757" v="1080" actId="478"/>
          <ac:spMkLst>
            <pc:docMk/>
            <pc:sldMk cId="2519732872" sldId="2507"/>
            <ac:spMk id="90" creationId="{B770DB89-4D9F-9A67-405A-E3B0FDC781BB}"/>
          </ac:spMkLst>
        </pc:spChg>
        <pc:spChg chg="del mod">
          <ac:chgData name="Owais Ahmed" userId="6abc7d4556b3b071" providerId="LiveId" clId="{3F06DB97-3AEE-4F7C-A79E-A7936B34F82A}" dt="2023-07-31T16:33:54.928" v="1098" actId="478"/>
          <ac:spMkLst>
            <pc:docMk/>
            <pc:sldMk cId="2519732872" sldId="2507"/>
            <ac:spMk id="93" creationId="{7B3F0C0F-E0A3-39A7-DF3B-9FCC9115854C}"/>
          </ac:spMkLst>
        </pc:spChg>
        <pc:spChg chg="mod">
          <ac:chgData name="Owais Ahmed" userId="6abc7d4556b3b071" providerId="LiveId" clId="{3F06DB97-3AEE-4F7C-A79E-A7936B34F82A}" dt="2023-07-31T16:41:37.608" v="1754" actId="1076"/>
          <ac:spMkLst>
            <pc:docMk/>
            <pc:sldMk cId="2519732872" sldId="2507"/>
            <ac:spMk id="94" creationId="{7C3C9CB2-114E-D07B-25BB-DF7B18E03EC1}"/>
          </ac:spMkLst>
        </pc:spChg>
        <pc:spChg chg="mod">
          <ac:chgData name="Owais Ahmed" userId="6abc7d4556b3b071" providerId="LiveId" clId="{3F06DB97-3AEE-4F7C-A79E-A7936B34F82A}" dt="2023-07-31T16:33:50.265" v="1096"/>
          <ac:spMkLst>
            <pc:docMk/>
            <pc:sldMk cId="2519732872" sldId="2507"/>
            <ac:spMk id="95" creationId="{E8017A49-474D-FF4D-8BE3-EDA29CB73762}"/>
          </ac:spMkLst>
        </pc:spChg>
        <pc:spChg chg="mod">
          <ac:chgData name="Owais Ahmed" userId="6abc7d4556b3b071" providerId="LiveId" clId="{3F06DB97-3AEE-4F7C-A79E-A7936B34F82A}" dt="2023-07-31T16:33:56.998" v="1099" actId="20577"/>
          <ac:spMkLst>
            <pc:docMk/>
            <pc:sldMk cId="2519732872" sldId="2507"/>
            <ac:spMk id="96" creationId="{BFC68987-1291-80DB-C814-55C51ADCA72F}"/>
          </ac:spMkLst>
        </pc:spChg>
        <pc:spChg chg="del mod">
          <ac:chgData name="Owais Ahmed" userId="6abc7d4556b3b071" providerId="LiveId" clId="{3F06DB97-3AEE-4F7C-A79E-A7936B34F82A}" dt="2023-07-31T16:34:26.431" v="1105" actId="478"/>
          <ac:spMkLst>
            <pc:docMk/>
            <pc:sldMk cId="2519732872" sldId="2507"/>
            <ac:spMk id="101" creationId="{1A33F4FE-CD88-9D70-2DA7-2B530BC06AE7}"/>
          </ac:spMkLst>
        </pc:spChg>
        <pc:spChg chg="mod">
          <ac:chgData name="Owais Ahmed" userId="6abc7d4556b3b071" providerId="LiveId" clId="{3F06DB97-3AEE-4F7C-A79E-A7936B34F82A}" dt="2023-07-31T16:41:41.641" v="1755" actId="1076"/>
          <ac:spMkLst>
            <pc:docMk/>
            <pc:sldMk cId="2519732872" sldId="2507"/>
            <ac:spMk id="102" creationId="{23801FBC-8A21-DAA2-95F5-A8E7D6FBF151}"/>
          </ac:spMkLst>
        </pc:spChg>
        <pc:spChg chg="mod">
          <ac:chgData name="Owais Ahmed" userId="6abc7d4556b3b071" providerId="LiveId" clId="{3F06DB97-3AEE-4F7C-A79E-A7936B34F82A}" dt="2023-07-31T16:40:44.048" v="1738" actId="1076"/>
          <ac:spMkLst>
            <pc:docMk/>
            <pc:sldMk cId="2519732872" sldId="2507"/>
            <ac:spMk id="105" creationId="{99BDCAF8-DC93-D572-DA16-2806C9F7C9AA}"/>
          </ac:spMkLst>
        </pc:spChg>
        <pc:spChg chg="mod">
          <ac:chgData name="Owais Ahmed" userId="6abc7d4556b3b071" providerId="LiveId" clId="{3F06DB97-3AEE-4F7C-A79E-A7936B34F82A}" dt="2023-07-31T16:40:44.048" v="1738" actId="1076"/>
          <ac:spMkLst>
            <pc:docMk/>
            <pc:sldMk cId="2519732872" sldId="2507"/>
            <ac:spMk id="106" creationId="{B546095E-991E-3289-F2C0-8A1D76A45A21}"/>
          </ac:spMkLst>
        </pc:spChg>
        <pc:spChg chg="mod">
          <ac:chgData name="Owais Ahmed" userId="6abc7d4556b3b071" providerId="LiveId" clId="{3F06DB97-3AEE-4F7C-A79E-A7936B34F82A}" dt="2023-07-31T16:40:38.471" v="1737" actId="1076"/>
          <ac:spMkLst>
            <pc:docMk/>
            <pc:sldMk cId="2519732872" sldId="2507"/>
            <ac:spMk id="107" creationId="{6B2686BC-A613-FF11-6A9D-EB36234DC16C}"/>
          </ac:spMkLst>
        </pc:spChg>
        <pc:spChg chg="mod">
          <ac:chgData name="Owais Ahmed" userId="6abc7d4556b3b071" providerId="LiveId" clId="{3F06DB97-3AEE-4F7C-A79E-A7936B34F82A}" dt="2023-07-31T16:40:38.471" v="1737" actId="1076"/>
          <ac:spMkLst>
            <pc:docMk/>
            <pc:sldMk cId="2519732872" sldId="2507"/>
            <ac:spMk id="108" creationId="{53D4C431-E0BC-789B-88D3-F5D796F20A12}"/>
          </ac:spMkLst>
        </pc:spChg>
        <pc:spChg chg="mod">
          <ac:chgData name="Owais Ahmed" userId="6abc7d4556b3b071" providerId="LiveId" clId="{3F06DB97-3AEE-4F7C-A79E-A7936B34F82A}" dt="2023-07-31T16:34:21.405" v="1103"/>
          <ac:spMkLst>
            <pc:docMk/>
            <pc:sldMk cId="2519732872" sldId="2507"/>
            <ac:spMk id="109" creationId="{3F6084E0-54E9-C827-0F8B-8E96A7C761DD}"/>
          </ac:spMkLst>
        </pc:spChg>
        <pc:spChg chg="mod">
          <ac:chgData name="Owais Ahmed" userId="6abc7d4556b3b071" providerId="LiveId" clId="{3F06DB97-3AEE-4F7C-A79E-A7936B34F82A}" dt="2023-07-31T16:34:36.087" v="1107" actId="20577"/>
          <ac:spMkLst>
            <pc:docMk/>
            <pc:sldMk cId="2519732872" sldId="2507"/>
            <ac:spMk id="110" creationId="{AB36B28D-39A8-55B6-60B3-85B767EC94FB}"/>
          </ac:spMkLst>
        </pc:spChg>
        <pc:spChg chg="mod">
          <ac:chgData name="Owais Ahmed" userId="6abc7d4556b3b071" providerId="LiveId" clId="{3F06DB97-3AEE-4F7C-A79E-A7936B34F82A}" dt="2023-07-31T16:16:36.036" v="802" actId="20577"/>
          <ac:spMkLst>
            <pc:docMk/>
            <pc:sldMk cId="2519732872" sldId="2507"/>
            <ac:spMk id="215" creationId="{00000000-0000-0000-0000-000000000000}"/>
          </ac:spMkLst>
        </pc:spChg>
        <pc:grpChg chg="add del mod">
          <ac:chgData name="Owais Ahmed" userId="6abc7d4556b3b071" providerId="LiveId" clId="{3F06DB97-3AEE-4F7C-A79E-A7936B34F82A}" dt="2023-07-31T16:31:46.557" v="1056" actId="478"/>
          <ac:grpSpMkLst>
            <pc:docMk/>
            <pc:sldMk cId="2519732872" sldId="2507"/>
            <ac:grpSpMk id="4" creationId="{80F3902B-AF10-7FCA-CA0F-D4E0AF6EE360}"/>
          </ac:grpSpMkLst>
        </pc:grpChg>
        <pc:grpChg chg="mod">
          <ac:chgData name="Owais Ahmed" userId="6abc7d4556b3b071" providerId="LiveId" clId="{3F06DB97-3AEE-4F7C-A79E-A7936B34F82A}" dt="2023-07-31T16:29:42.328" v="1051"/>
          <ac:grpSpMkLst>
            <pc:docMk/>
            <pc:sldMk cId="2519732872" sldId="2507"/>
            <ac:grpSpMk id="5" creationId="{3F3D1300-3848-78A6-5668-2B59EE7A1466}"/>
          </ac:grpSpMkLst>
        </pc:grpChg>
        <pc:grpChg chg="mod">
          <ac:chgData name="Owais Ahmed" userId="6abc7d4556b3b071" providerId="LiveId" clId="{3F06DB97-3AEE-4F7C-A79E-A7936B34F82A}" dt="2023-07-31T16:29:42.328" v="1051"/>
          <ac:grpSpMkLst>
            <pc:docMk/>
            <pc:sldMk cId="2519732872" sldId="2507"/>
            <ac:grpSpMk id="6" creationId="{19EA61CA-9134-94BB-7685-316986734FE7}"/>
          </ac:grpSpMkLst>
        </pc:grpChg>
        <pc:grpChg chg="mod">
          <ac:chgData name="Owais Ahmed" userId="6abc7d4556b3b071" providerId="LiveId" clId="{3F06DB97-3AEE-4F7C-A79E-A7936B34F82A}" dt="2023-07-31T16:29:42.328" v="1051"/>
          <ac:grpSpMkLst>
            <pc:docMk/>
            <pc:sldMk cId="2519732872" sldId="2507"/>
            <ac:grpSpMk id="7" creationId="{779F887A-C94F-8AE2-F652-C4F7D2ADBBE6}"/>
          </ac:grpSpMkLst>
        </pc:grpChg>
        <pc:grpChg chg="add del mod">
          <ac:chgData name="Owais Ahmed" userId="6abc7d4556b3b071" providerId="LiveId" clId="{3F06DB97-3AEE-4F7C-A79E-A7936B34F82A}" dt="2023-07-31T16:31:44.295" v="1055" actId="478"/>
          <ac:grpSpMkLst>
            <pc:docMk/>
            <pc:sldMk cId="2519732872" sldId="2507"/>
            <ac:grpSpMk id="18" creationId="{9DD2EB6D-4DA7-D7C5-CCA9-7628998FA6F1}"/>
          </ac:grpSpMkLst>
        </pc:grpChg>
        <pc:grpChg chg="mod">
          <ac:chgData name="Owais Ahmed" userId="6abc7d4556b3b071" providerId="LiveId" clId="{3F06DB97-3AEE-4F7C-A79E-A7936B34F82A}" dt="2023-07-31T16:29:42.328" v="1051"/>
          <ac:grpSpMkLst>
            <pc:docMk/>
            <pc:sldMk cId="2519732872" sldId="2507"/>
            <ac:grpSpMk id="19" creationId="{9ED71EAC-7C08-D9FB-8AF7-9E13D169337B}"/>
          </ac:grpSpMkLst>
        </pc:grpChg>
        <pc:grpChg chg="mod">
          <ac:chgData name="Owais Ahmed" userId="6abc7d4556b3b071" providerId="LiveId" clId="{3F06DB97-3AEE-4F7C-A79E-A7936B34F82A}" dt="2023-07-31T16:29:42.328" v="1051"/>
          <ac:grpSpMkLst>
            <pc:docMk/>
            <pc:sldMk cId="2519732872" sldId="2507"/>
            <ac:grpSpMk id="20" creationId="{DB06F88D-3D2B-14D5-C41A-BA8EF4666F8C}"/>
          </ac:grpSpMkLst>
        </pc:grpChg>
        <pc:grpChg chg="mod">
          <ac:chgData name="Owais Ahmed" userId="6abc7d4556b3b071" providerId="LiveId" clId="{3F06DB97-3AEE-4F7C-A79E-A7936B34F82A}" dt="2023-07-31T16:29:42.328" v="1051"/>
          <ac:grpSpMkLst>
            <pc:docMk/>
            <pc:sldMk cId="2519732872" sldId="2507"/>
            <ac:grpSpMk id="21" creationId="{84A4729D-5E34-25D7-FE29-E0CED4C21267}"/>
          </ac:grpSpMkLst>
        </pc:grpChg>
        <pc:grpChg chg="mod">
          <ac:chgData name="Owais Ahmed" userId="6abc7d4556b3b071" providerId="LiveId" clId="{3F06DB97-3AEE-4F7C-A79E-A7936B34F82A}" dt="2023-07-31T16:29:42.328" v="1051"/>
          <ac:grpSpMkLst>
            <pc:docMk/>
            <pc:sldMk cId="2519732872" sldId="2507"/>
            <ac:grpSpMk id="22" creationId="{7F6781FD-1CC8-A5C5-5E12-09D372E42475}"/>
          </ac:grpSpMkLst>
        </pc:grpChg>
        <pc:grpChg chg="mod">
          <ac:chgData name="Owais Ahmed" userId="6abc7d4556b3b071" providerId="LiveId" clId="{3F06DB97-3AEE-4F7C-A79E-A7936B34F82A}" dt="2023-07-31T16:29:42.328" v="1051"/>
          <ac:grpSpMkLst>
            <pc:docMk/>
            <pc:sldMk cId="2519732872" sldId="2507"/>
            <ac:grpSpMk id="23" creationId="{79E1F9C7-FC90-902A-7FDA-7FD9680B5538}"/>
          </ac:grpSpMkLst>
        </pc:grpChg>
        <pc:grpChg chg="add del mod">
          <ac:chgData name="Owais Ahmed" userId="6abc7d4556b3b071" providerId="LiveId" clId="{3F06DB97-3AEE-4F7C-A79E-A7936B34F82A}" dt="2023-07-31T16:33:42.728" v="1094" actId="478"/>
          <ac:grpSpMkLst>
            <pc:docMk/>
            <pc:sldMk cId="2519732872" sldId="2507"/>
            <ac:grpSpMk id="40" creationId="{376FE4AC-EADF-0572-2228-C142CF1889CD}"/>
          </ac:grpSpMkLst>
        </pc:grpChg>
        <pc:grpChg chg="mod">
          <ac:chgData name="Owais Ahmed" userId="6abc7d4556b3b071" providerId="LiveId" clId="{3F06DB97-3AEE-4F7C-A79E-A7936B34F82A}" dt="2023-07-31T16:31:47.109" v="1057"/>
          <ac:grpSpMkLst>
            <pc:docMk/>
            <pc:sldMk cId="2519732872" sldId="2507"/>
            <ac:grpSpMk id="41" creationId="{293FFF2F-8276-E554-CD30-253F44FE8F4B}"/>
          </ac:grpSpMkLst>
        </pc:grpChg>
        <pc:grpChg chg="mod">
          <ac:chgData name="Owais Ahmed" userId="6abc7d4556b3b071" providerId="LiveId" clId="{3F06DB97-3AEE-4F7C-A79E-A7936B34F82A}" dt="2023-07-31T16:31:47.109" v="1057"/>
          <ac:grpSpMkLst>
            <pc:docMk/>
            <pc:sldMk cId="2519732872" sldId="2507"/>
            <ac:grpSpMk id="42" creationId="{A9DB336F-B4E8-9FCE-BE96-448A570AD834}"/>
          </ac:grpSpMkLst>
        </pc:grpChg>
        <pc:grpChg chg="mod">
          <ac:chgData name="Owais Ahmed" userId="6abc7d4556b3b071" providerId="LiveId" clId="{3F06DB97-3AEE-4F7C-A79E-A7936B34F82A}" dt="2023-07-31T16:31:47.109" v="1057"/>
          <ac:grpSpMkLst>
            <pc:docMk/>
            <pc:sldMk cId="2519732872" sldId="2507"/>
            <ac:grpSpMk id="44" creationId="{FAC5B053-0BA1-26DD-4E5D-213B9C8056D2}"/>
          </ac:grpSpMkLst>
        </pc:grpChg>
        <pc:grpChg chg="mod">
          <ac:chgData name="Owais Ahmed" userId="6abc7d4556b3b071" providerId="LiveId" clId="{3F06DB97-3AEE-4F7C-A79E-A7936B34F82A}" dt="2023-07-31T16:31:47.109" v="1057"/>
          <ac:grpSpMkLst>
            <pc:docMk/>
            <pc:sldMk cId="2519732872" sldId="2507"/>
            <ac:grpSpMk id="46" creationId="{2841E817-017F-3A09-E5BD-E019E36D9862}"/>
          </ac:grpSpMkLst>
        </pc:grpChg>
        <pc:grpChg chg="mod">
          <ac:chgData name="Owais Ahmed" userId="6abc7d4556b3b071" providerId="LiveId" clId="{3F06DB97-3AEE-4F7C-A79E-A7936B34F82A}" dt="2023-07-31T16:31:47.109" v="1057"/>
          <ac:grpSpMkLst>
            <pc:docMk/>
            <pc:sldMk cId="2519732872" sldId="2507"/>
            <ac:grpSpMk id="48" creationId="{BF3428B0-CAD5-2955-03CB-8C5B8DE1D43C}"/>
          </ac:grpSpMkLst>
        </pc:grpChg>
        <pc:grpChg chg="del mod">
          <ac:chgData name="Owais Ahmed" userId="6abc7d4556b3b071" providerId="LiveId" clId="{3F06DB97-3AEE-4F7C-A79E-A7936B34F82A}" dt="2023-07-31T16:32:04.946" v="1059" actId="478"/>
          <ac:grpSpMkLst>
            <pc:docMk/>
            <pc:sldMk cId="2519732872" sldId="2507"/>
            <ac:grpSpMk id="50" creationId="{88C149BB-9451-A728-EF78-5232FC7D6D59}"/>
          </ac:grpSpMkLst>
        </pc:grpChg>
        <pc:grpChg chg="add del mod">
          <ac:chgData name="Owais Ahmed" userId="6abc7d4556b3b071" providerId="LiveId" clId="{3F06DB97-3AEE-4F7C-A79E-A7936B34F82A}" dt="2023-07-31T16:33:43.420" v="1095" actId="478"/>
          <ac:grpSpMkLst>
            <pc:docMk/>
            <pc:sldMk cId="2519732872" sldId="2507"/>
            <ac:grpSpMk id="64" creationId="{4CEC23E2-DE3E-BE27-A2B3-3B9B30CE8EF1}"/>
          </ac:grpSpMkLst>
        </pc:grpChg>
        <pc:grpChg chg="mod">
          <ac:chgData name="Owais Ahmed" userId="6abc7d4556b3b071" providerId="LiveId" clId="{3F06DB97-3AEE-4F7C-A79E-A7936B34F82A}" dt="2023-07-31T16:31:47.109" v="1057"/>
          <ac:grpSpMkLst>
            <pc:docMk/>
            <pc:sldMk cId="2519732872" sldId="2507"/>
            <ac:grpSpMk id="65" creationId="{DAA3F6B3-C7A7-9891-E19F-F97BD9BBDFCF}"/>
          </ac:grpSpMkLst>
        </pc:grpChg>
        <pc:grpChg chg="mod">
          <ac:chgData name="Owais Ahmed" userId="6abc7d4556b3b071" providerId="LiveId" clId="{3F06DB97-3AEE-4F7C-A79E-A7936B34F82A}" dt="2023-07-31T16:31:47.109" v="1057"/>
          <ac:grpSpMkLst>
            <pc:docMk/>
            <pc:sldMk cId="2519732872" sldId="2507"/>
            <ac:grpSpMk id="66" creationId="{6079BA3E-9580-6AE9-627E-4A2B118616BC}"/>
          </ac:grpSpMkLst>
        </pc:grpChg>
        <pc:grpChg chg="mod">
          <ac:chgData name="Owais Ahmed" userId="6abc7d4556b3b071" providerId="LiveId" clId="{3F06DB97-3AEE-4F7C-A79E-A7936B34F82A}" dt="2023-07-31T16:31:47.109" v="1057"/>
          <ac:grpSpMkLst>
            <pc:docMk/>
            <pc:sldMk cId="2519732872" sldId="2507"/>
            <ac:grpSpMk id="68" creationId="{3C881F13-1D2A-E47F-727A-8F2471B606E3}"/>
          </ac:grpSpMkLst>
        </pc:grpChg>
        <pc:grpChg chg="mod">
          <ac:chgData name="Owais Ahmed" userId="6abc7d4556b3b071" providerId="LiveId" clId="{3F06DB97-3AEE-4F7C-A79E-A7936B34F82A}" dt="2023-07-31T16:31:47.109" v="1057"/>
          <ac:grpSpMkLst>
            <pc:docMk/>
            <pc:sldMk cId="2519732872" sldId="2507"/>
            <ac:grpSpMk id="70" creationId="{A5CF5B66-02DF-175F-45A9-4816A6813283}"/>
          </ac:grpSpMkLst>
        </pc:grpChg>
        <pc:grpChg chg="mod">
          <ac:chgData name="Owais Ahmed" userId="6abc7d4556b3b071" providerId="LiveId" clId="{3F06DB97-3AEE-4F7C-A79E-A7936B34F82A}" dt="2023-07-31T16:31:47.109" v="1057"/>
          <ac:grpSpMkLst>
            <pc:docMk/>
            <pc:sldMk cId="2519732872" sldId="2507"/>
            <ac:grpSpMk id="72" creationId="{7B65A48A-3AC1-F611-FEE6-6146746FB1CD}"/>
          </ac:grpSpMkLst>
        </pc:grpChg>
        <pc:grpChg chg="del mod">
          <ac:chgData name="Owais Ahmed" userId="6abc7d4556b3b071" providerId="LiveId" clId="{3F06DB97-3AEE-4F7C-A79E-A7936B34F82A}" dt="2023-07-31T16:32:10.846" v="1063" actId="478"/>
          <ac:grpSpMkLst>
            <pc:docMk/>
            <pc:sldMk cId="2519732872" sldId="2507"/>
            <ac:grpSpMk id="74" creationId="{DFC86F24-E9C8-CFDB-7559-5A4382609785}"/>
          </ac:grpSpMkLst>
        </pc:grpChg>
        <pc:grpChg chg="add mod">
          <ac:chgData name="Owais Ahmed" userId="6abc7d4556b3b071" providerId="LiveId" clId="{3F06DB97-3AEE-4F7C-A79E-A7936B34F82A}" dt="2023-07-31T16:59:04.211" v="2981" actId="1076"/>
          <ac:grpSpMkLst>
            <pc:docMk/>
            <pc:sldMk cId="2519732872" sldId="2507"/>
            <ac:grpSpMk id="91" creationId="{8AFDD5EB-D614-C03D-504E-9A8E747F8716}"/>
          </ac:grpSpMkLst>
        </pc:grpChg>
        <pc:grpChg chg="mod">
          <ac:chgData name="Owais Ahmed" userId="6abc7d4556b3b071" providerId="LiveId" clId="{3F06DB97-3AEE-4F7C-A79E-A7936B34F82A}" dt="2023-07-31T16:33:50.265" v="1096"/>
          <ac:grpSpMkLst>
            <pc:docMk/>
            <pc:sldMk cId="2519732872" sldId="2507"/>
            <ac:grpSpMk id="92" creationId="{6284FF4B-3FD2-6925-02BF-7428100ED55A}"/>
          </ac:grpSpMkLst>
        </pc:grpChg>
        <pc:grpChg chg="add mod">
          <ac:chgData name="Owais Ahmed" userId="6abc7d4556b3b071" providerId="LiveId" clId="{3F06DB97-3AEE-4F7C-A79E-A7936B34F82A}" dt="2023-07-31T16:59:04.211" v="2981" actId="1076"/>
          <ac:grpSpMkLst>
            <pc:docMk/>
            <pc:sldMk cId="2519732872" sldId="2507"/>
            <ac:grpSpMk id="97" creationId="{CFF475BE-EFBC-0DBA-F90F-67FFD315D42E}"/>
          </ac:grpSpMkLst>
        </pc:grpChg>
        <pc:grpChg chg="mod">
          <ac:chgData name="Owais Ahmed" userId="6abc7d4556b3b071" providerId="LiveId" clId="{3F06DB97-3AEE-4F7C-A79E-A7936B34F82A}" dt="2023-07-31T16:34:21.405" v="1103"/>
          <ac:grpSpMkLst>
            <pc:docMk/>
            <pc:sldMk cId="2519732872" sldId="2507"/>
            <ac:grpSpMk id="98" creationId="{A0382DBE-F9FC-2531-34AD-F3E7EACF5F1E}"/>
          </ac:grpSpMkLst>
        </pc:grpChg>
        <pc:grpChg chg="mod">
          <ac:chgData name="Owais Ahmed" userId="6abc7d4556b3b071" providerId="LiveId" clId="{3F06DB97-3AEE-4F7C-A79E-A7936B34F82A}" dt="2023-07-31T16:34:21.405" v="1103"/>
          <ac:grpSpMkLst>
            <pc:docMk/>
            <pc:sldMk cId="2519732872" sldId="2507"/>
            <ac:grpSpMk id="99" creationId="{68C80BCA-12DB-C5D9-6600-C4CDDB76037E}"/>
          </ac:grpSpMkLst>
        </pc:grpChg>
        <pc:grpChg chg="mod">
          <ac:chgData name="Owais Ahmed" userId="6abc7d4556b3b071" providerId="LiveId" clId="{3F06DB97-3AEE-4F7C-A79E-A7936B34F82A}" dt="2023-07-31T16:34:21.405" v="1103"/>
          <ac:grpSpMkLst>
            <pc:docMk/>
            <pc:sldMk cId="2519732872" sldId="2507"/>
            <ac:grpSpMk id="100" creationId="{FA821C4E-B9F1-21C3-458F-B7B324C1F817}"/>
          </ac:grpSpMkLst>
        </pc:grpChg>
        <pc:cxnChg chg="mod">
          <ac:chgData name="Owais Ahmed" userId="6abc7d4556b3b071" providerId="LiveId" clId="{3F06DB97-3AEE-4F7C-A79E-A7936B34F82A}" dt="2023-07-31T16:31:46.557" v="1056" actId="478"/>
          <ac:cxnSpMkLst>
            <pc:docMk/>
            <pc:sldMk cId="2519732872" sldId="2507"/>
            <ac:cxnSpMk id="10" creationId="{82C773A4-2145-BBAE-7D13-74D9B4DA679C}"/>
          </ac:cxnSpMkLst>
        </pc:cxnChg>
        <pc:cxnChg chg="mod">
          <ac:chgData name="Owais Ahmed" userId="6abc7d4556b3b071" providerId="LiveId" clId="{3F06DB97-3AEE-4F7C-A79E-A7936B34F82A}" dt="2023-07-31T16:31:46.557" v="1056" actId="478"/>
          <ac:cxnSpMkLst>
            <pc:docMk/>
            <pc:sldMk cId="2519732872" sldId="2507"/>
            <ac:cxnSpMk id="11" creationId="{E158892D-4518-2120-75D3-EAA4B3FA9C4B}"/>
          </ac:cxnSpMkLst>
        </pc:cxnChg>
        <pc:cxnChg chg="mod">
          <ac:chgData name="Owais Ahmed" userId="6abc7d4556b3b071" providerId="LiveId" clId="{3F06DB97-3AEE-4F7C-A79E-A7936B34F82A}" dt="2023-07-31T16:31:44.295" v="1055" actId="478"/>
          <ac:cxnSpMkLst>
            <pc:docMk/>
            <pc:sldMk cId="2519732872" sldId="2507"/>
            <ac:cxnSpMk id="26" creationId="{D604D966-75E3-BA16-5391-46157D72CEF1}"/>
          </ac:cxnSpMkLst>
        </pc:cxnChg>
        <pc:cxnChg chg="mod">
          <ac:chgData name="Owais Ahmed" userId="6abc7d4556b3b071" providerId="LiveId" clId="{3F06DB97-3AEE-4F7C-A79E-A7936B34F82A}" dt="2023-07-31T16:31:44.295" v="1055" actId="478"/>
          <ac:cxnSpMkLst>
            <pc:docMk/>
            <pc:sldMk cId="2519732872" sldId="2507"/>
            <ac:cxnSpMk id="27" creationId="{87DC377B-B1EC-39E4-187F-DE027449FC73}"/>
          </ac:cxnSpMkLst>
        </pc:cxnChg>
        <pc:cxnChg chg="mod">
          <ac:chgData name="Owais Ahmed" userId="6abc7d4556b3b071" providerId="LiveId" clId="{3F06DB97-3AEE-4F7C-A79E-A7936B34F82A}" dt="2023-07-31T16:31:44.295" v="1055" actId="478"/>
          <ac:cxnSpMkLst>
            <pc:docMk/>
            <pc:sldMk cId="2519732872" sldId="2507"/>
            <ac:cxnSpMk id="28" creationId="{7A4CD16F-78B6-E2F4-B942-4A8409730B1A}"/>
          </ac:cxnSpMkLst>
        </pc:cxnChg>
        <pc:cxnChg chg="mod">
          <ac:chgData name="Owais Ahmed" userId="6abc7d4556b3b071" providerId="LiveId" clId="{3F06DB97-3AEE-4F7C-A79E-A7936B34F82A}" dt="2023-07-31T16:31:44.295" v="1055" actId="478"/>
          <ac:cxnSpMkLst>
            <pc:docMk/>
            <pc:sldMk cId="2519732872" sldId="2507"/>
            <ac:cxnSpMk id="29" creationId="{CF5EE089-4F06-0D67-00EF-2AFD6D2247C9}"/>
          </ac:cxnSpMkLst>
        </pc:cxnChg>
        <pc:cxnChg chg="mod">
          <ac:chgData name="Owais Ahmed" userId="6abc7d4556b3b071" providerId="LiveId" clId="{3F06DB97-3AEE-4F7C-A79E-A7936B34F82A}" dt="2023-07-31T16:33:42.728" v="1094" actId="478"/>
          <ac:cxnSpMkLst>
            <pc:docMk/>
            <pc:sldMk cId="2519732872" sldId="2507"/>
            <ac:cxnSpMk id="43" creationId="{271BE7A5-87C0-0263-6C7A-CF56C294762A}"/>
          </ac:cxnSpMkLst>
        </pc:cxnChg>
        <pc:cxnChg chg="mod">
          <ac:chgData name="Owais Ahmed" userId="6abc7d4556b3b071" providerId="LiveId" clId="{3F06DB97-3AEE-4F7C-A79E-A7936B34F82A}" dt="2023-07-31T16:33:42.728" v="1094" actId="478"/>
          <ac:cxnSpMkLst>
            <pc:docMk/>
            <pc:sldMk cId="2519732872" sldId="2507"/>
            <ac:cxnSpMk id="45" creationId="{9E51842E-B100-F9C8-2F0B-CA8DE7F2119C}"/>
          </ac:cxnSpMkLst>
        </pc:cxnChg>
        <pc:cxnChg chg="mod">
          <ac:chgData name="Owais Ahmed" userId="6abc7d4556b3b071" providerId="LiveId" clId="{3F06DB97-3AEE-4F7C-A79E-A7936B34F82A}" dt="2023-07-31T16:33:42.728" v="1094" actId="478"/>
          <ac:cxnSpMkLst>
            <pc:docMk/>
            <pc:sldMk cId="2519732872" sldId="2507"/>
            <ac:cxnSpMk id="47" creationId="{4FF0A792-689B-64FC-F43D-981553CAC588}"/>
          </ac:cxnSpMkLst>
        </pc:cxnChg>
        <pc:cxnChg chg="mod">
          <ac:chgData name="Owais Ahmed" userId="6abc7d4556b3b071" providerId="LiveId" clId="{3F06DB97-3AEE-4F7C-A79E-A7936B34F82A}" dt="2023-07-31T16:33:42.728" v="1094" actId="478"/>
          <ac:cxnSpMkLst>
            <pc:docMk/>
            <pc:sldMk cId="2519732872" sldId="2507"/>
            <ac:cxnSpMk id="49" creationId="{43D59970-F861-42DC-F682-D3402F4CE406}"/>
          </ac:cxnSpMkLst>
        </pc:cxnChg>
        <pc:cxnChg chg="del mod">
          <ac:chgData name="Owais Ahmed" userId="6abc7d4556b3b071" providerId="LiveId" clId="{3F06DB97-3AEE-4F7C-A79E-A7936B34F82A}" dt="2023-07-31T16:32:08.052" v="1061" actId="478"/>
          <ac:cxnSpMkLst>
            <pc:docMk/>
            <pc:sldMk cId="2519732872" sldId="2507"/>
            <ac:cxnSpMk id="51" creationId="{BFD349A0-1174-E2E5-7063-F4401045FBFE}"/>
          </ac:cxnSpMkLst>
        </pc:cxnChg>
        <pc:cxnChg chg="mod">
          <ac:chgData name="Owais Ahmed" userId="6abc7d4556b3b071" providerId="LiveId" clId="{3F06DB97-3AEE-4F7C-A79E-A7936B34F82A}" dt="2023-07-31T16:33:43.420" v="1095" actId="478"/>
          <ac:cxnSpMkLst>
            <pc:docMk/>
            <pc:sldMk cId="2519732872" sldId="2507"/>
            <ac:cxnSpMk id="67" creationId="{A33C4EA7-42EE-2F09-4A3D-599460D7B8B2}"/>
          </ac:cxnSpMkLst>
        </pc:cxnChg>
        <pc:cxnChg chg="mod">
          <ac:chgData name="Owais Ahmed" userId="6abc7d4556b3b071" providerId="LiveId" clId="{3F06DB97-3AEE-4F7C-A79E-A7936B34F82A}" dt="2023-07-31T16:33:43.420" v="1095" actId="478"/>
          <ac:cxnSpMkLst>
            <pc:docMk/>
            <pc:sldMk cId="2519732872" sldId="2507"/>
            <ac:cxnSpMk id="69" creationId="{E282191E-48CC-08E0-615B-14E8942C86B0}"/>
          </ac:cxnSpMkLst>
        </pc:cxnChg>
        <pc:cxnChg chg="mod">
          <ac:chgData name="Owais Ahmed" userId="6abc7d4556b3b071" providerId="LiveId" clId="{3F06DB97-3AEE-4F7C-A79E-A7936B34F82A}" dt="2023-07-31T16:33:43.420" v="1095" actId="478"/>
          <ac:cxnSpMkLst>
            <pc:docMk/>
            <pc:sldMk cId="2519732872" sldId="2507"/>
            <ac:cxnSpMk id="71" creationId="{06512AD5-E4B2-3F64-0989-A24A6F47325E}"/>
          </ac:cxnSpMkLst>
        </pc:cxnChg>
        <pc:cxnChg chg="mod">
          <ac:chgData name="Owais Ahmed" userId="6abc7d4556b3b071" providerId="LiveId" clId="{3F06DB97-3AEE-4F7C-A79E-A7936B34F82A}" dt="2023-07-31T16:33:43.420" v="1095" actId="478"/>
          <ac:cxnSpMkLst>
            <pc:docMk/>
            <pc:sldMk cId="2519732872" sldId="2507"/>
            <ac:cxnSpMk id="73" creationId="{83DF7B69-FDE0-99D5-CFC4-0CD360949A96}"/>
          </ac:cxnSpMkLst>
        </pc:cxnChg>
        <pc:cxnChg chg="del mod">
          <ac:chgData name="Owais Ahmed" userId="6abc7d4556b3b071" providerId="LiveId" clId="{3F06DB97-3AEE-4F7C-A79E-A7936B34F82A}" dt="2023-07-31T16:32:09.642" v="1062" actId="478"/>
          <ac:cxnSpMkLst>
            <pc:docMk/>
            <pc:sldMk cId="2519732872" sldId="2507"/>
            <ac:cxnSpMk id="75" creationId="{F9B0DB8F-B931-2CAA-D911-CE6A0EDE56A1}"/>
          </ac:cxnSpMkLst>
        </pc:cxnChg>
        <pc:cxnChg chg="del mod">
          <ac:chgData name="Owais Ahmed" userId="6abc7d4556b3b071" providerId="LiveId" clId="{3F06DB97-3AEE-4F7C-A79E-A7936B34F82A}" dt="2023-07-31T16:40:28.648" v="1735" actId="478"/>
          <ac:cxnSpMkLst>
            <pc:docMk/>
            <pc:sldMk cId="2519732872" sldId="2507"/>
            <ac:cxnSpMk id="103" creationId="{8A3868D9-9A18-E432-AB97-47DD5DCA5EFA}"/>
          </ac:cxnSpMkLst>
        </pc:cxnChg>
        <pc:cxnChg chg="del mod">
          <ac:chgData name="Owais Ahmed" userId="6abc7d4556b3b071" providerId="LiveId" clId="{3F06DB97-3AEE-4F7C-A79E-A7936B34F82A}" dt="2023-07-31T16:40:30.175" v="1736" actId="478"/>
          <ac:cxnSpMkLst>
            <pc:docMk/>
            <pc:sldMk cId="2519732872" sldId="2507"/>
            <ac:cxnSpMk id="104" creationId="{EFBC33C1-E8E0-32F2-2105-7E20EE54AB7F}"/>
          </ac:cxnSpMkLst>
        </pc:cxnChg>
        <pc:cxnChg chg="add del mod">
          <ac:chgData name="Owais Ahmed" userId="6abc7d4556b3b071" providerId="LiveId" clId="{3F06DB97-3AEE-4F7C-A79E-A7936B34F82A}" dt="2023-07-31T16:41:28.470" v="1753" actId="11529"/>
          <ac:cxnSpMkLst>
            <pc:docMk/>
            <pc:sldMk cId="2519732872" sldId="2507"/>
            <ac:cxnSpMk id="114" creationId="{06295CDD-B5A7-6846-9ACC-FE5D23722D43}"/>
          </ac:cxnSpMkLst>
        </pc:cxnChg>
        <pc:cxnChg chg="add mod">
          <ac:chgData name="Owais Ahmed" userId="6abc7d4556b3b071" providerId="LiveId" clId="{3F06DB97-3AEE-4F7C-A79E-A7936B34F82A}" dt="2023-07-31T16:59:04.211" v="2981" actId="1076"/>
          <ac:cxnSpMkLst>
            <pc:docMk/>
            <pc:sldMk cId="2519732872" sldId="2507"/>
            <ac:cxnSpMk id="116" creationId="{D83E971B-0F3D-4E00-B4A4-C9E6CBDBA5FB}"/>
          </ac:cxnSpMkLst>
        </pc:cxnChg>
        <pc:cxnChg chg="add mod">
          <ac:chgData name="Owais Ahmed" userId="6abc7d4556b3b071" providerId="LiveId" clId="{3F06DB97-3AEE-4F7C-A79E-A7936B34F82A}" dt="2023-07-31T16:59:04.211" v="2981" actId="1076"/>
          <ac:cxnSpMkLst>
            <pc:docMk/>
            <pc:sldMk cId="2519732872" sldId="2507"/>
            <ac:cxnSpMk id="118" creationId="{E218D9EB-E58D-166C-8764-794115FE12E4}"/>
          </ac:cxnSpMkLst>
        </pc:cxnChg>
      </pc:sldChg>
      <pc:sldChg chg="modSp del">
        <pc:chgData name="Owais Ahmed" userId="6abc7d4556b3b071" providerId="LiveId" clId="{3F06DB97-3AEE-4F7C-A79E-A7936B34F82A}" dt="2023-07-31T16:29:32.429" v="1049" actId="47"/>
        <pc:sldMkLst>
          <pc:docMk/>
          <pc:sldMk cId="2596096578" sldId="2510"/>
        </pc:sldMkLst>
        <pc:spChg chg="mod">
          <ac:chgData name="Owais Ahmed" userId="6abc7d4556b3b071" providerId="LiveId" clId="{3F06DB97-3AEE-4F7C-A79E-A7936B34F82A}" dt="2023-07-31T16:29:23.140" v="1048" actId="948"/>
          <ac:spMkLst>
            <pc:docMk/>
            <pc:sldMk cId="2596096578" sldId="2510"/>
            <ac:spMk id="3" creationId="{4A1C0383-58FE-E486-295E-B33B8683B938}"/>
          </ac:spMkLst>
        </pc:spChg>
      </pc:sldChg>
      <pc:sldChg chg="delSp modSp add mod modAnim">
        <pc:chgData name="Owais Ahmed" userId="6abc7d4556b3b071" providerId="LiveId" clId="{3F06DB97-3AEE-4F7C-A79E-A7936B34F82A}" dt="2023-07-31T18:29:50.706" v="6096" actId="20577"/>
        <pc:sldMkLst>
          <pc:docMk/>
          <pc:sldMk cId="64818802" sldId="2511"/>
        </pc:sldMkLst>
        <pc:spChg chg="mod">
          <ac:chgData name="Owais Ahmed" userId="6abc7d4556b3b071" providerId="LiveId" clId="{3F06DB97-3AEE-4F7C-A79E-A7936B34F82A}" dt="2023-07-31T18:29:50.706" v="6096" actId="20577"/>
          <ac:spMkLst>
            <pc:docMk/>
            <pc:sldMk cId="64818802" sldId="2511"/>
            <ac:spMk id="3" creationId="{4A1C0383-58FE-E486-295E-B33B8683B938}"/>
          </ac:spMkLst>
        </pc:spChg>
        <pc:picChg chg="del">
          <ac:chgData name="Owais Ahmed" userId="6abc7d4556b3b071" providerId="LiveId" clId="{3F06DB97-3AEE-4F7C-A79E-A7936B34F82A}" dt="2023-07-31T18:25:06.604" v="5477" actId="478"/>
          <ac:picMkLst>
            <pc:docMk/>
            <pc:sldMk cId="64818802" sldId="2511"/>
            <ac:picMk id="1026" creationId="{46F87B91-E9D1-F266-4E5C-9787E7840B14}"/>
          </ac:picMkLst>
        </pc:picChg>
      </pc:sldChg>
      <pc:sldChg chg="modSp add modAnim">
        <pc:chgData name="Owais Ahmed" userId="6abc7d4556b3b071" providerId="LiveId" clId="{3F06DB97-3AEE-4F7C-A79E-A7936B34F82A}" dt="2023-07-31T15:42:45.823" v="481" actId="20577"/>
        <pc:sldMkLst>
          <pc:docMk/>
          <pc:sldMk cId="3485698213" sldId="2548"/>
        </pc:sldMkLst>
        <pc:spChg chg="mod">
          <ac:chgData name="Owais Ahmed" userId="6abc7d4556b3b071" providerId="LiveId" clId="{3F06DB97-3AEE-4F7C-A79E-A7936B34F82A}" dt="2023-07-31T15:42:45.823" v="481" actId="20577"/>
          <ac:spMkLst>
            <pc:docMk/>
            <pc:sldMk cId="3485698213" sldId="2548"/>
            <ac:spMk id="3" creationId="{4A1C0383-58FE-E486-295E-B33B8683B938}"/>
          </ac:spMkLst>
        </pc:spChg>
      </pc:sldChg>
      <pc:sldChg chg="modSp add mod modAnim">
        <pc:chgData name="Owais Ahmed" userId="6abc7d4556b3b071" providerId="LiveId" clId="{3F06DB97-3AEE-4F7C-A79E-A7936B34F82A}" dt="2023-07-31T18:24:31.740" v="5475" actId="20577"/>
        <pc:sldMkLst>
          <pc:docMk/>
          <pc:sldMk cId="3738101922" sldId="2549"/>
        </pc:sldMkLst>
        <pc:spChg chg="mod">
          <ac:chgData name="Owais Ahmed" userId="6abc7d4556b3b071" providerId="LiveId" clId="{3F06DB97-3AEE-4F7C-A79E-A7936B34F82A}" dt="2023-07-31T18:24:31.740" v="5475" actId="20577"/>
          <ac:spMkLst>
            <pc:docMk/>
            <pc:sldMk cId="3738101922" sldId="2549"/>
            <ac:spMk id="3" creationId="{4A1C0383-58FE-E486-295E-B33B8683B938}"/>
          </ac:spMkLst>
        </pc:spChg>
      </pc:sldChg>
      <pc:sldChg chg="modSp add mod modAnim">
        <pc:chgData name="Owais Ahmed" userId="6abc7d4556b3b071" providerId="LiveId" clId="{3F06DB97-3AEE-4F7C-A79E-A7936B34F82A}" dt="2023-07-31T16:22:17.974" v="936" actId="20577"/>
        <pc:sldMkLst>
          <pc:docMk/>
          <pc:sldMk cId="821949743" sldId="2550"/>
        </pc:sldMkLst>
        <pc:spChg chg="mod">
          <ac:chgData name="Owais Ahmed" userId="6abc7d4556b3b071" providerId="LiveId" clId="{3F06DB97-3AEE-4F7C-A79E-A7936B34F82A}" dt="2023-07-31T16:22:17.974" v="936" actId="20577"/>
          <ac:spMkLst>
            <pc:docMk/>
            <pc:sldMk cId="821949743" sldId="2550"/>
            <ac:spMk id="3" creationId="{4A1C0383-58FE-E486-295E-B33B8683B938}"/>
          </ac:spMkLst>
        </pc:spChg>
      </pc:sldChg>
      <pc:sldChg chg="addSp delSp modSp add del mod modAnim">
        <pc:chgData name="Owais Ahmed" userId="6abc7d4556b3b071" providerId="LiveId" clId="{3F06DB97-3AEE-4F7C-A79E-A7936B34F82A}" dt="2023-07-31T16:58:42.242" v="2979" actId="47"/>
        <pc:sldMkLst>
          <pc:docMk/>
          <pc:sldMk cId="1777299149" sldId="2551"/>
        </pc:sldMkLst>
        <pc:spChg chg="mod">
          <ac:chgData name="Owais Ahmed" userId="6abc7d4556b3b071" providerId="LiveId" clId="{3F06DB97-3AEE-4F7C-A79E-A7936B34F82A}" dt="2023-07-31T16:57:56.131" v="2917" actId="27636"/>
          <ac:spMkLst>
            <pc:docMk/>
            <pc:sldMk cId="1777299149" sldId="2551"/>
            <ac:spMk id="3" creationId="{4A1C0383-58FE-E486-295E-B33B8683B938}"/>
          </ac:spMkLst>
        </pc:spChg>
        <pc:spChg chg="add del mod">
          <ac:chgData name="Owais Ahmed" userId="6abc7d4556b3b071" providerId="LiveId" clId="{3F06DB97-3AEE-4F7C-A79E-A7936B34F82A}" dt="2023-07-31T16:48:00.018" v="2143" actId="478"/>
          <ac:spMkLst>
            <pc:docMk/>
            <pc:sldMk cId="1777299149" sldId="2551"/>
            <ac:spMk id="4" creationId="{089080C3-2B25-ABB4-F99B-442D3BFE6A50}"/>
          </ac:spMkLst>
        </pc:spChg>
        <pc:spChg chg="add mod topLvl">
          <ac:chgData name="Owais Ahmed" userId="6abc7d4556b3b071" providerId="LiveId" clId="{3F06DB97-3AEE-4F7C-A79E-A7936B34F82A}" dt="2023-07-31T16:52:16.971" v="2467" actId="164"/>
          <ac:spMkLst>
            <pc:docMk/>
            <pc:sldMk cId="1777299149" sldId="2551"/>
            <ac:spMk id="6" creationId="{C2DAB1C7-1E85-9A11-AF4F-BA89CE87BA18}"/>
          </ac:spMkLst>
        </pc:spChg>
        <pc:spChg chg="del mod topLvl">
          <ac:chgData name="Owais Ahmed" userId="6abc7d4556b3b071" providerId="LiveId" clId="{3F06DB97-3AEE-4F7C-A79E-A7936B34F82A}" dt="2023-07-31T16:48:00.018" v="2143" actId="478"/>
          <ac:spMkLst>
            <pc:docMk/>
            <pc:sldMk cId="1777299149" sldId="2551"/>
            <ac:spMk id="94" creationId="{7C3C9CB2-114E-D07B-25BB-DF7B18E03EC1}"/>
          </ac:spMkLst>
        </pc:spChg>
        <pc:spChg chg="mod">
          <ac:chgData name="Owais Ahmed" userId="6abc7d4556b3b071" providerId="LiveId" clId="{3F06DB97-3AEE-4F7C-A79E-A7936B34F82A}" dt="2023-07-31T16:47:42.991" v="2141" actId="165"/>
          <ac:spMkLst>
            <pc:docMk/>
            <pc:sldMk cId="1777299149" sldId="2551"/>
            <ac:spMk id="95" creationId="{E8017A49-474D-FF4D-8BE3-EDA29CB73762}"/>
          </ac:spMkLst>
        </pc:spChg>
        <pc:spChg chg="mod">
          <ac:chgData name="Owais Ahmed" userId="6abc7d4556b3b071" providerId="LiveId" clId="{3F06DB97-3AEE-4F7C-A79E-A7936B34F82A}" dt="2023-07-31T16:47:42.991" v="2141" actId="165"/>
          <ac:spMkLst>
            <pc:docMk/>
            <pc:sldMk cId="1777299149" sldId="2551"/>
            <ac:spMk id="96" creationId="{BFC68987-1291-80DB-C814-55C51ADCA72F}"/>
          </ac:spMkLst>
        </pc:spChg>
        <pc:spChg chg="mod topLvl">
          <ac:chgData name="Owais Ahmed" userId="6abc7d4556b3b071" providerId="LiveId" clId="{3F06DB97-3AEE-4F7C-A79E-A7936B34F82A}" dt="2023-07-31T16:52:16.971" v="2467" actId="164"/>
          <ac:spMkLst>
            <pc:docMk/>
            <pc:sldMk cId="1777299149" sldId="2551"/>
            <ac:spMk id="102" creationId="{23801FBC-8A21-DAA2-95F5-A8E7D6FBF151}"/>
          </ac:spMkLst>
        </pc:spChg>
        <pc:spChg chg="mod">
          <ac:chgData name="Owais Ahmed" userId="6abc7d4556b3b071" providerId="LiveId" clId="{3F06DB97-3AEE-4F7C-A79E-A7936B34F82A}" dt="2023-07-31T16:52:02.546" v="2465" actId="165"/>
          <ac:spMkLst>
            <pc:docMk/>
            <pc:sldMk cId="1777299149" sldId="2551"/>
            <ac:spMk id="105" creationId="{99BDCAF8-DC93-D572-DA16-2806C9F7C9AA}"/>
          </ac:spMkLst>
        </pc:spChg>
        <pc:spChg chg="mod">
          <ac:chgData name="Owais Ahmed" userId="6abc7d4556b3b071" providerId="LiveId" clId="{3F06DB97-3AEE-4F7C-A79E-A7936B34F82A}" dt="2023-07-31T16:52:02.546" v="2465" actId="165"/>
          <ac:spMkLst>
            <pc:docMk/>
            <pc:sldMk cId="1777299149" sldId="2551"/>
            <ac:spMk id="106" creationId="{B546095E-991E-3289-F2C0-8A1D76A45A21}"/>
          </ac:spMkLst>
        </pc:spChg>
        <pc:spChg chg="mod">
          <ac:chgData name="Owais Ahmed" userId="6abc7d4556b3b071" providerId="LiveId" clId="{3F06DB97-3AEE-4F7C-A79E-A7936B34F82A}" dt="2023-07-31T16:52:02.546" v="2465" actId="165"/>
          <ac:spMkLst>
            <pc:docMk/>
            <pc:sldMk cId="1777299149" sldId="2551"/>
            <ac:spMk id="107" creationId="{6B2686BC-A613-FF11-6A9D-EB36234DC16C}"/>
          </ac:spMkLst>
        </pc:spChg>
        <pc:spChg chg="mod">
          <ac:chgData name="Owais Ahmed" userId="6abc7d4556b3b071" providerId="LiveId" clId="{3F06DB97-3AEE-4F7C-A79E-A7936B34F82A}" dt="2023-07-31T16:52:02.546" v="2465" actId="165"/>
          <ac:spMkLst>
            <pc:docMk/>
            <pc:sldMk cId="1777299149" sldId="2551"/>
            <ac:spMk id="108" creationId="{53D4C431-E0BC-789B-88D3-F5D796F20A12}"/>
          </ac:spMkLst>
        </pc:spChg>
        <pc:spChg chg="mod">
          <ac:chgData name="Owais Ahmed" userId="6abc7d4556b3b071" providerId="LiveId" clId="{3F06DB97-3AEE-4F7C-A79E-A7936B34F82A}" dt="2023-07-31T16:52:02.546" v="2465" actId="165"/>
          <ac:spMkLst>
            <pc:docMk/>
            <pc:sldMk cId="1777299149" sldId="2551"/>
            <ac:spMk id="109" creationId="{3F6084E0-54E9-C827-0F8B-8E96A7C761DD}"/>
          </ac:spMkLst>
        </pc:spChg>
        <pc:spChg chg="mod">
          <ac:chgData name="Owais Ahmed" userId="6abc7d4556b3b071" providerId="LiveId" clId="{3F06DB97-3AEE-4F7C-A79E-A7936B34F82A}" dt="2023-07-31T16:52:02.546" v="2465" actId="165"/>
          <ac:spMkLst>
            <pc:docMk/>
            <pc:sldMk cId="1777299149" sldId="2551"/>
            <ac:spMk id="110" creationId="{AB36B28D-39A8-55B6-60B3-85B767EC94FB}"/>
          </ac:spMkLst>
        </pc:spChg>
        <pc:grpChg chg="add del mod">
          <ac:chgData name="Owais Ahmed" userId="6abc7d4556b3b071" providerId="LiveId" clId="{3F06DB97-3AEE-4F7C-A79E-A7936B34F82A}" dt="2023-07-31T16:52:02.546" v="2465" actId="165"/>
          <ac:grpSpMkLst>
            <pc:docMk/>
            <pc:sldMk cId="1777299149" sldId="2551"/>
            <ac:grpSpMk id="12" creationId="{B62B7723-6235-0D18-D946-5560E7FF3427}"/>
          </ac:grpSpMkLst>
        </pc:grpChg>
        <pc:grpChg chg="add mod">
          <ac:chgData name="Owais Ahmed" userId="6abc7d4556b3b071" providerId="LiveId" clId="{3F06DB97-3AEE-4F7C-A79E-A7936B34F82A}" dt="2023-07-31T16:52:59.545" v="2475" actId="1037"/>
          <ac:grpSpMkLst>
            <pc:docMk/>
            <pc:sldMk cId="1777299149" sldId="2551"/>
            <ac:grpSpMk id="14" creationId="{6D373018-1D02-897E-145C-1A033D391303}"/>
          </ac:grpSpMkLst>
        </pc:grpChg>
        <pc:grpChg chg="del mod">
          <ac:chgData name="Owais Ahmed" userId="6abc7d4556b3b071" providerId="LiveId" clId="{3F06DB97-3AEE-4F7C-A79E-A7936B34F82A}" dt="2023-07-31T16:47:42.991" v="2141" actId="165"/>
          <ac:grpSpMkLst>
            <pc:docMk/>
            <pc:sldMk cId="1777299149" sldId="2551"/>
            <ac:grpSpMk id="91" creationId="{8AFDD5EB-D614-C03D-504E-9A8E747F8716}"/>
          </ac:grpSpMkLst>
        </pc:grpChg>
        <pc:grpChg chg="del mod topLvl">
          <ac:chgData name="Owais Ahmed" userId="6abc7d4556b3b071" providerId="LiveId" clId="{3F06DB97-3AEE-4F7C-A79E-A7936B34F82A}" dt="2023-07-31T16:48:00.018" v="2143" actId="478"/>
          <ac:grpSpMkLst>
            <pc:docMk/>
            <pc:sldMk cId="1777299149" sldId="2551"/>
            <ac:grpSpMk id="92" creationId="{6284FF4B-3FD2-6925-02BF-7428100ED55A}"/>
          </ac:grpSpMkLst>
        </pc:grpChg>
        <pc:grpChg chg="del">
          <ac:chgData name="Owais Ahmed" userId="6abc7d4556b3b071" providerId="LiveId" clId="{3F06DB97-3AEE-4F7C-A79E-A7936B34F82A}" dt="2023-07-31T16:48:02.702" v="2144" actId="165"/>
          <ac:grpSpMkLst>
            <pc:docMk/>
            <pc:sldMk cId="1777299149" sldId="2551"/>
            <ac:grpSpMk id="97" creationId="{CFF475BE-EFBC-0DBA-F90F-67FFD315D42E}"/>
          </ac:grpSpMkLst>
        </pc:grpChg>
        <pc:grpChg chg="mod topLvl">
          <ac:chgData name="Owais Ahmed" userId="6abc7d4556b3b071" providerId="LiveId" clId="{3F06DB97-3AEE-4F7C-A79E-A7936B34F82A}" dt="2023-07-31T16:52:16.971" v="2467" actId="164"/>
          <ac:grpSpMkLst>
            <pc:docMk/>
            <pc:sldMk cId="1777299149" sldId="2551"/>
            <ac:grpSpMk id="98" creationId="{A0382DBE-F9FC-2531-34AD-F3E7EACF5F1E}"/>
          </ac:grpSpMkLst>
        </pc:grpChg>
        <pc:grpChg chg="mod topLvl">
          <ac:chgData name="Owais Ahmed" userId="6abc7d4556b3b071" providerId="LiveId" clId="{3F06DB97-3AEE-4F7C-A79E-A7936B34F82A}" dt="2023-07-31T16:52:16.971" v="2467" actId="164"/>
          <ac:grpSpMkLst>
            <pc:docMk/>
            <pc:sldMk cId="1777299149" sldId="2551"/>
            <ac:grpSpMk id="99" creationId="{68C80BCA-12DB-C5D9-6600-C4CDDB76037E}"/>
          </ac:grpSpMkLst>
        </pc:grpChg>
        <pc:grpChg chg="mod topLvl">
          <ac:chgData name="Owais Ahmed" userId="6abc7d4556b3b071" providerId="LiveId" clId="{3F06DB97-3AEE-4F7C-A79E-A7936B34F82A}" dt="2023-07-31T16:52:16.971" v="2467" actId="164"/>
          <ac:grpSpMkLst>
            <pc:docMk/>
            <pc:sldMk cId="1777299149" sldId="2551"/>
            <ac:grpSpMk id="100" creationId="{FA821C4E-B9F1-21C3-458F-B7B324C1F817}"/>
          </ac:grpSpMkLst>
        </pc:grpChg>
        <pc:cxnChg chg="add mod topLvl">
          <ac:chgData name="Owais Ahmed" userId="6abc7d4556b3b071" providerId="LiveId" clId="{3F06DB97-3AEE-4F7C-A79E-A7936B34F82A}" dt="2023-07-31T16:52:16.971" v="2467" actId="164"/>
          <ac:cxnSpMkLst>
            <pc:docMk/>
            <pc:sldMk cId="1777299149" sldId="2551"/>
            <ac:cxnSpMk id="7" creationId="{657C45F0-67F1-A7FA-02BD-786D3D970CCC}"/>
          </ac:cxnSpMkLst>
        </pc:cxnChg>
        <pc:cxnChg chg="del mod">
          <ac:chgData name="Owais Ahmed" userId="6abc7d4556b3b071" providerId="LiveId" clId="{3F06DB97-3AEE-4F7C-A79E-A7936B34F82A}" dt="2023-07-31T16:48:00.018" v="2143" actId="478"/>
          <ac:cxnSpMkLst>
            <pc:docMk/>
            <pc:sldMk cId="1777299149" sldId="2551"/>
            <ac:cxnSpMk id="116" creationId="{D83E971B-0F3D-4E00-B4A4-C9E6CBDBA5FB}"/>
          </ac:cxnSpMkLst>
        </pc:cxnChg>
        <pc:cxnChg chg="mod topLvl">
          <ac:chgData name="Owais Ahmed" userId="6abc7d4556b3b071" providerId="LiveId" clId="{3F06DB97-3AEE-4F7C-A79E-A7936B34F82A}" dt="2023-07-31T16:52:16.971" v="2467" actId="164"/>
          <ac:cxnSpMkLst>
            <pc:docMk/>
            <pc:sldMk cId="1777299149" sldId="2551"/>
            <ac:cxnSpMk id="118" creationId="{E218D9EB-E58D-166C-8764-794115FE12E4}"/>
          </ac:cxnSpMkLst>
        </pc:cxnChg>
      </pc:sldChg>
      <pc:sldChg chg="modSp add mod modAnim">
        <pc:chgData name="Owais Ahmed" userId="6abc7d4556b3b071" providerId="LiveId" clId="{3F06DB97-3AEE-4F7C-A79E-A7936B34F82A}" dt="2023-07-31T17:09:26.976" v="3626"/>
        <pc:sldMkLst>
          <pc:docMk/>
          <pc:sldMk cId="2619033452" sldId="2552"/>
        </pc:sldMkLst>
        <pc:spChg chg="mod">
          <ac:chgData name="Owais Ahmed" userId="6abc7d4556b3b071" providerId="LiveId" clId="{3F06DB97-3AEE-4F7C-A79E-A7936B34F82A}" dt="2023-07-31T16:58:25.230" v="2977" actId="27636"/>
          <ac:spMkLst>
            <pc:docMk/>
            <pc:sldMk cId="2619033452" sldId="2552"/>
            <ac:spMk id="3" creationId="{4A1C0383-58FE-E486-295E-B33B8683B938}"/>
          </ac:spMkLst>
        </pc:spChg>
        <pc:grpChg chg="mod">
          <ac:chgData name="Owais Ahmed" userId="6abc7d4556b3b071" providerId="LiveId" clId="{3F06DB97-3AEE-4F7C-A79E-A7936B34F82A}" dt="2023-07-31T16:58:30.908" v="2978" actId="1076"/>
          <ac:grpSpMkLst>
            <pc:docMk/>
            <pc:sldMk cId="2619033452" sldId="2552"/>
            <ac:grpSpMk id="14" creationId="{6D373018-1D02-897E-145C-1A033D391303}"/>
          </ac:grpSpMkLst>
        </pc:grpChg>
      </pc:sldChg>
      <pc:sldChg chg="addSp delSp modSp add mod modAnim">
        <pc:chgData name="Owais Ahmed" userId="6abc7d4556b3b071" providerId="LiveId" clId="{3F06DB97-3AEE-4F7C-A79E-A7936B34F82A}" dt="2023-07-31T17:24:54.053" v="3852" actId="20577"/>
        <pc:sldMkLst>
          <pc:docMk/>
          <pc:sldMk cId="2942372078" sldId="2553"/>
        </pc:sldMkLst>
        <pc:spChg chg="mod">
          <ac:chgData name="Owais Ahmed" userId="6abc7d4556b3b071" providerId="LiveId" clId="{3F06DB97-3AEE-4F7C-A79E-A7936B34F82A}" dt="2023-07-31T17:24:54.053" v="3852" actId="20577"/>
          <ac:spMkLst>
            <pc:docMk/>
            <pc:sldMk cId="2942372078" sldId="2553"/>
            <ac:spMk id="3" creationId="{4A1C0383-58FE-E486-295E-B33B8683B938}"/>
          </ac:spMkLst>
        </pc:spChg>
        <pc:spChg chg="add del mod">
          <ac:chgData name="Owais Ahmed" userId="6abc7d4556b3b071" providerId="LiveId" clId="{3F06DB97-3AEE-4F7C-A79E-A7936B34F82A}" dt="2023-07-31T17:10:12.481" v="3636"/>
          <ac:spMkLst>
            <pc:docMk/>
            <pc:sldMk cId="2942372078" sldId="2553"/>
            <ac:spMk id="4" creationId="{4125800C-749F-5C35-1E17-34384FF8CA58}"/>
          </ac:spMkLst>
        </pc:spChg>
        <pc:spChg chg="add del mod">
          <ac:chgData name="Owais Ahmed" userId="6abc7d4556b3b071" providerId="LiveId" clId="{3F06DB97-3AEE-4F7C-A79E-A7936B34F82A}" dt="2023-07-31T17:10:12.481" v="3636"/>
          <ac:spMkLst>
            <pc:docMk/>
            <pc:sldMk cId="2942372078" sldId="2553"/>
            <ac:spMk id="5" creationId="{9FB6687A-C0B4-CC0D-A706-7D5C7B98D716}"/>
          </ac:spMkLst>
        </pc:spChg>
        <pc:spChg chg="mod topLvl">
          <ac:chgData name="Owais Ahmed" userId="6abc7d4556b3b071" providerId="LiveId" clId="{3F06DB97-3AEE-4F7C-A79E-A7936B34F82A}" dt="2023-07-31T17:19:41.868" v="3672" actId="164"/>
          <ac:spMkLst>
            <pc:docMk/>
            <pc:sldMk cId="2942372078" sldId="2553"/>
            <ac:spMk id="6" creationId="{C2DAB1C7-1E85-9A11-AF4F-BA89CE87BA18}"/>
          </ac:spMkLst>
        </pc:spChg>
        <pc:spChg chg="mod">
          <ac:chgData name="Owais Ahmed" userId="6abc7d4556b3b071" providerId="LiveId" clId="{3F06DB97-3AEE-4F7C-A79E-A7936B34F82A}" dt="2023-07-31T17:11:07.485" v="3644"/>
          <ac:spMkLst>
            <pc:docMk/>
            <pc:sldMk cId="2942372078" sldId="2553"/>
            <ac:spMk id="9" creationId="{6EFD39D5-1A6E-731C-EF8E-E8CA08E68C57}"/>
          </ac:spMkLst>
        </pc:spChg>
        <pc:spChg chg="mod">
          <ac:chgData name="Owais Ahmed" userId="6abc7d4556b3b071" providerId="LiveId" clId="{3F06DB97-3AEE-4F7C-A79E-A7936B34F82A}" dt="2023-07-31T17:11:09.492" v="3645" actId="20577"/>
          <ac:spMkLst>
            <pc:docMk/>
            <pc:sldMk cId="2942372078" sldId="2553"/>
            <ac:spMk id="10" creationId="{44E0EE0A-A1B3-D78F-82B1-2D6F97E4122B}"/>
          </ac:spMkLst>
        </pc:spChg>
        <pc:spChg chg="mod">
          <ac:chgData name="Owais Ahmed" userId="6abc7d4556b3b071" providerId="LiveId" clId="{3F06DB97-3AEE-4F7C-A79E-A7936B34F82A}" dt="2023-07-31T17:20:06.335" v="3676" actId="164"/>
          <ac:spMkLst>
            <pc:docMk/>
            <pc:sldMk cId="2942372078" sldId="2553"/>
            <ac:spMk id="18" creationId="{B55210BC-8CD4-0B1D-89E2-BC2BDCC8A125}"/>
          </ac:spMkLst>
        </pc:spChg>
        <pc:spChg chg="mod">
          <ac:chgData name="Owais Ahmed" userId="6abc7d4556b3b071" providerId="LiveId" clId="{3F06DB97-3AEE-4F7C-A79E-A7936B34F82A}" dt="2023-07-31T17:20:06.335" v="3676" actId="164"/>
          <ac:spMkLst>
            <pc:docMk/>
            <pc:sldMk cId="2942372078" sldId="2553"/>
            <ac:spMk id="19" creationId="{C4ECDF7F-D26F-A833-0D20-91948EAF7C2A}"/>
          </ac:spMkLst>
        </pc:spChg>
        <pc:spChg chg="mod">
          <ac:chgData name="Owais Ahmed" userId="6abc7d4556b3b071" providerId="LiveId" clId="{3F06DB97-3AEE-4F7C-A79E-A7936B34F82A}" dt="2023-07-31T17:20:06.335" v="3676" actId="164"/>
          <ac:spMkLst>
            <pc:docMk/>
            <pc:sldMk cId="2942372078" sldId="2553"/>
            <ac:spMk id="21" creationId="{0EDD981D-31F6-DFF1-3179-509A63BF25C7}"/>
          </ac:spMkLst>
        </pc:spChg>
        <pc:spChg chg="del mod">
          <ac:chgData name="Owais Ahmed" userId="6abc7d4556b3b071" providerId="LiveId" clId="{3F06DB97-3AEE-4F7C-A79E-A7936B34F82A}" dt="2023-07-31T17:20:48.524" v="3680" actId="478"/>
          <ac:spMkLst>
            <pc:docMk/>
            <pc:sldMk cId="2942372078" sldId="2553"/>
            <ac:spMk id="22" creationId="{6A4308EC-A091-15BA-1B2B-499227EB2506}"/>
          </ac:spMkLst>
        </pc:spChg>
        <pc:spChg chg="mod">
          <ac:chgData name="Owais Ahmed" userId="6abc7d4556b3b071" providerId="LiveId" clId="{3F06DB97-3AEE-4F7C-A79E-A7936B34F82A}" dt="2023-07-31T17:20:06.335" v="3676" actId="164"/>
          <ac:spMkLst>
            <pc:docMk/>
            <pc:sldMk cId="2942372078" sldId="2553"/>
            <ac:spMk id="24" creationId="{381108F9-26C0-205B-CB81-70D8BD560394}"/>
          </ac:spMkLst>
        </pc:spChg>
        <pc:spChg chg="mod">
          <ac:chgData name="Owais Ahmed" userId="6abc7d4556b3b071" providerId="LiveId" clId="{3F06DB97-3AEE-4F7C-A79E-A7936B34F82A}" dt="2023-07-31T17:20:06.335" v="3676" actId="164"/>
          <ac:spMkLst>
            <pc:docMk/>
            <pc:sldMk cId="2942372078" sldId="2553"/>
            <ac:spMk id="25" creationId="{7F679E1B-6251-E108-0D61-EDF94E7E22A9}"/>
          </ac:spMkLst>
        </pc:spChg>
        <pc:spChg chg="add mod">
          <ac:chgData name="Owais Ahmed" userId="6abc7d4556b3b071" providerId="LiveId" clId="{3F06DB97-3AEE-4F7C-A79E-A7936B34F82A}" dt="2023-07-31T17:20:11.445" v="3677" actId="164"/>
          <ac:spMkLst>
            <pc:docMk/>
            <pc:sldMk cId="2942372078" sldId="2553"/>
            <ac:spMk id="26" creationId="{C3E6AD68-46F0-B484-B3C4-AED030A36BB6}"/>
          </ac:spMkLst>
        </pc:spChg>
        <pc:spChg chg="add mod">
          <ac:chgData name="Owais Ahmed" userId="6abc7d4556b3b071" providerId="LiveId" clId="{3F06DB97-3AEE-4F7C-A79E-A7936B34F82A}" dt="2023-07-31T17:20:11.445" v="3677" actId="164"/>
          <ac:spMkLst>
            <pc:docMk/>
            <pc:sldMk cId="2942372078" sldId="2553"/>
            <ac:spMk id="27" creationId="{CFAF22A7-D2A1-D61F-03EC-31F283A31C0A}"/>
          </ac:spMkLst>
        </pc:spChg>
        <pc:spChg chg="mod">
          <ac:chgData name="Owais Ahmed" userId="6abc7d4556b3b071" providerId="LiveId" clId="{3F06DB97-3AEE-4F7C-A79E-A7936B34F82A}" dt="2023-07-31T17:20:06.335" v="3676" actId="164"/>
          <ac:spMkLst>
            <pc:docMk/>
            <pc:sldMk cId="2942372078" sldId="2553"/>
            <ac:spMk id="30" creationId="{6D32612D-C7EC-3E18-D550-E17D32150FE8}"/>
          </ac:spMkLst>
        </pc:spChg>
        <pc:spChg chg="mod">
          <ac:chgData name="Owais Ahmed" userId="6abc7d4556b3b071" providerId="LiveId" clId="{3F06DB97-3AEE-4F7C-A79E-A7936B34F82A}" dt="2023-07-31T17:20:06.335" v="3676" actId="164"/>
          <ac:spMkLst>
            <pc:docMk/>
            <pc:sldMk cId="2942372078" sldId="2553"/>
            <ac:spMk id="31" creationId="{6ADCB6F9-796A-6F07-8C51-E82BAEB801F9}"/>
          </ac:spMkLst>
        </pc:spChg>
        <pc:spChg chg="add del mod topLvl">
          <ac:chgData name="Owais Ahmed" userId="6abc7d4556b3b071" providerId="LiveId" clId="{3F06DB97-3AEE-4F7C-A79E-A7936B34F82A}" dt="2023-07-31T17:19:41.868" v="3672" actId="164"/>
          <ac:spMkLst>
            <pc:docMk/>
            <pc:sldMk cId="2942372078" sldId="2553"/>
            <ac:spMk id="102" creationId="{23801FBC-8A21-DAA2-95F5-A8E7D6FBF151}"/>
          </ac:spMkLst>
        </pc:spChg>
        <pc:spChg chg="mod">
          <ac:chgData name="Owais Ahmed" userId="6abc7d4556b3b071" providerId="LiveId" clId="{3F06DB97-3AEE-4F7C-A79E-A7936B34F82A}" dt="2023-07-31T17:10:15.960" v="3637" actId="165"/>
          <ac:spMkLst>
            <pc:docMk/>
            <pc:sldMk cId="2942372078" sldId="2553"/>
            <ac:spMk id="105" creationId="{99BDCAF8-DC93-D572-DA16-2806C9F7C9AA}"/>
          </ac:spMkLst>
        </pc:spChg>
        <pc:spChg chg="mod">
          <ac:chgData name="Owais Ahmed" userId="6abc7d4556b3b071" providerId="LiveId" clId="{3F06DB97-3AEE-4F7C-A79E-A7936B34F82A}" dt="2023-07-31T17:10:15.960" v="3637" actId="165"/>
          <ac:spMkLst>
            <pc:docMk/>
            <pc:sldMk cId="2942372078" sldId="2553"/>
            <ac:spMk id="106" creationId="{B546095E-991E-3289-F2C0-8A1D76A45A21}"/>
          </ac:spMkLst>
        </pc:spChg>
        <pc:spChg chg="mod">
          <ac:chgData name="Owais Ahmed" userId="6abc7d4556b3b071" providerId="LiveId" clId="{3F06DB97-3AEE-4F7C-A79E-A7936B34F82A}" dt="2023-07-31T17:10:15.960" v="3637" actId="165"/>
          <ac:spMkLst>
            <pc:docMk/>
            <pc:sldMk cId="2942372078" sldId="2553"/>
            <ac:spMk id="107" creationId="{6B2686BC-A613-FF11-6A9D-EB36234DC16C}"/>
          </ac:spMkLst>
        </pc:spChg>
        <pc:spChg chg="mod">
          <ac:chgData name="Owais Ahmed" userId="6abc7d4556b3b071" providerId="LiveId" clId="{3F06DB97-3AEE-4F7C-A79E-A7936B34F82A}" dt="2023-07-31T17:10:15.960" v="3637" actId="165"/>
          <ac:spMkLst>
            <pc:docMk/>
            <pc:sldMk cId="2942372078" sldId="2553"/>
            <ac:spMk id="108" creationId="{53D4C431-E0BC-789B-88D3-F5D796F20A12}"/>
          </ac:spMkLst>
        </pc:spChg>
        <pc:spChg chg="mod">
          <ac:chgData name="Owais Ahmed" userId="6abc7d4556b3b071" providerId="LiveId" clId="{3F06DB97-3AEE-4F7C-A79E-A7936B34F82A}" dt="2023-07-31T17:10:15.960" v="3637" actId="165"/>
          <ac:spMkLst>
            <pc:docMk/>
            <pc:sldMk cId="2942372078" sldId="2553"/>
            <ac:spMk id="109" creationId="{3F6084E0-54E9-C827-0F8B-8E96A7C761DD}"/>
          </ac:spMkLst>
        </pc:spChg>
        <pc:spChg chg="mod">
          <ac:chgData name="Owais Ahmed" userId="6abc7d4556b3b071" providerId="LiveId" clId="{3F06DB97-3AEE-4F7C-A79E-A7936B34F82A}" dt="2023-07-31T17:10:15.960" v="3637" actId="165"/>
          <ac:spMkLst>
            <pc:docMk/>
            <pc:sldMk cId="2942372078" sldId="2553"/>
            <ac:spMk id="110" creationId="{AB36B28D-39A8-55B6-60B3-85B767EC94FB}"/>
          </ac:spMkLst>
        </pc:spChg>
        <pc:grpChg chg="add mod">
          <ac:chgData name="Owais Ahmed" userId="6abc7d4556b3b071" providerId="LiveId" clId="{3F06DB97-3AEE-4F7C-A79E-A7936B34F82A}" dt="2023-07-31T17:19:41.868" v="3672" actId="164"/>
          <ac:grpSpMkLst>
            <pc:docMk/>
            <pc:sldMk cId="2942372078" sldId="2553"/>
            <ac:grpSpMk id="8" creationId="{C8918E3B-5B82-5C66-6245-963A8C240349}"/>
          </ac:grpSpMkLst>
        </pc:grpChg>
        <pc:grpChg chg="add del mod">
          <ac:chgData name="Owais Ahmed" userId="6abc7d4556b3b071" providerId="LiveId" clId="{3F06DB97-3AEE-4F7C-A79E-A7936B34F82A}" dt="2023-07-31T17:10:15.960" v="3637" actId="165"/>
          <ac:grpSpMkLst>
            <pc:docMk/>
            <pc:sldMk cId="2942372078" sldId="2553"/>
            <ac:grpSpMk id="14" creationId="{6D373018-1D02-897E-145C-1A033D391303}"/>
          </ac:grpSpMkLst>
        </pc:grpChg>
        <pc:grpChg chg="add mod">
          <ac:chgData name="Owais Ahmed" userId="6abc7d4556b3b071" providerId="LiveId" clId="{3F06DB97-3AEE-4F7C-A79E-A7936B34F82A}" dt="2023-07-31T17:20:11.445" v="3677" actId="164"/>
          <ac:grpSpMkLst>
            <pc:docMk/>
            <pc:sldMk cId="2942372078" sldId="2553"/>
            <ac:grpSpMk id="17" creationId="{DF91BE5D-4A90-7453-5A7C-869D410BD796}"/>
          </ac:grpSpMkLst>
        </pc:grpChg>
        <pc:grpChg chg="add del mod">
          <ac:chgData name="Owais Ahmed" userId="6abc7d4556b3b071" providerId="LiveId" clId="{3F06DB97-3AEE-4F7C-A79E-A7936B34F82A}" dt="2023-07-31T17:20:48.524" v="3680" actId="478"/>
          <ac:grpSpMkLst>
            <pc:docMk/>
            <pc:sldMk cId="2942372078" sldId="2553"/>
            <ac:grpSpMk id="20" creationId="{645A562A-E40D-D4F4-6F54-4C865E43ED02}"/>
          </ac:grpSpMkLst>
        </pc:grpChg>
        <pc:grpChg chg="add mod">
          <ac:chgData name="Owais Ahmed" userId="6abc7d4556b3b071" providerId="LiveId" clId="{3F06DB97-3AEE-4F7C-A79E-A7936B34F82A}" dt="2023-07-31T17:20:11.445" v="3677" actId="164"/>
          <ac:grpSpMkLst>
            <pc:docMk/>
            <pc:sldMk cId="2942372078" sldId="2553"/>
            <ac:grpSpMk id="23" creationId="{36250A50-760D-1FA0-A8EA-65D27405BDC9}"/>
          </ac:grpSpMkLst>
        </pc:grpChg>
        <pc:grpChg chg="add mod">
          <ac:chgData name="Owais Ahmed" userId="6abc7d4556b3b071" providerId="LiveId" clId="{3F06DB97-3AEE-4F7C-A79E-A7936B34F82A}" dt="2023-07-31T17:20:11.445" v="3677" actId="164"/>
          <ac:grpSpMkLst>
            <pc:docMk/>
            <pc:sldMk cId="2942372078" sldId="2553"/>
            <ac:grpSpMk id="29" creationId="{34AAF957-E0E0-C211-D98D-A222794E545F}"/>
          </ac:grpSpMkLst>
        </pc:grpChg>
        <pc:grpChg chg="add del mod">
          <ac:chgData name="Owais Ahmed" userId="6abc7d4556b3b071" providerId="LiveId" clId="{3F06DB97-3AEE-4F7C-A79E-A7936B34F82A}" dt="2023-07-31T17:20:50.802" v="3682" actId="478"/>
          <ac:grpSpMkLst>
            <pc:docMk/>
            <pc:sldMk cId="2942372078" sldId="2553"/>
            <ac:grpSpMk id="34" creationId="{AD73DCB8-173C-413D-F76C-212E811DAAF1}"/>
          </ac:grpSpMkLst>
        </pc:grpChg>
        <pc:grpChg chg="add mod">
          <ac:chgData name="Owais Ahmed" userId="6abc7d4556b3b071" providerId="LiveId" clId="{3F06DB97-3AEE-4F7C-A79E-A7936B34F82A}" dt="2023-07-31T17:20:06.335" v="3676" actId="164"/>
          <ac:grpSpMkLst>
            <pc:docMk/>
            <pc:sldMk cId="2942372078" sldId="2553"/>
            <ac:grpSpMk id="35" creationId="{6267D449-530A-C077-2809-C44B4BD17796}"/>
          </ac:grpSpMkLst>
        </pc:grpChg>
        <pc:grpChg chg="add del mod">
          <ac:chgData name="Owais Ahmed" userId="6abc7d4556b3b071" providerId="LiveId" clId="{3F06DB97-3AEE-4F7C-A79E-A7936B34F82A}" dt="2023-07-31T17:20:49.634" v="3681" actId="478"/>
          <ac:grpSpMkLst>
            <pc:docMk/>
            <pc:sldMk cId="2942372078" sldId="2553"/>
            <ac:grpSpMk id="36" creationId="{7AB201C6-2D82-4ED0-9104-F7FFA453EED6}"/>
          </ac:grpSpMkLst>
        </pc:grpChg>
        <pc:grpChg chg="mod topLvl">
          <ac:chgData name="Owais Ahmed" userId="6abc7d4556b3b071" providerId="LiveId" clId="{3F06DB97-3AEE-4F7C-A79E-A7936B34F82A}" dt="2023-07-31T17:19:41.868" v="3672" actId="164"/>
          <ac:grpSpMkLst>
            <pc:docMk/>
            <pc:sldMk cId="2942372078" sldId="2553"/>
            <ac:grpSpMk id="98" creationId="{A0382DBE-F9FC-2531-34AD-F3E7EACF5F1E}"/>
          </ac:grpSpMkLst>
        </pc:grpChg>
        <pc:grpChg chg="mod topLvl">
          <ac:chgData name="Owais Ahmed" userId="6abc7d4556b3b071" providerId="LiveId" clId="{3F06DB97-3AEE-4F7C-A79E-A7936B34F82A}" dt="2023-07-31T17:19:41.868" v="3672" actId="164"/>
          <ac:grpSpMkLst>
            <pc:docMk/>
            <pc:sldMk cId="2942372078" sldId="2553"/>
            <ac:grpSpMk id="99" creationId="{68C80BCA-12DB-C5D9-6600-C4CDDB76037E}"/>
          </ac:grpSpMkLst>
        </pc:grpChg>
        <pc:grpChg chg="mod topLvl">
          <ac:chgData name="Owais Ahmed" userId="6abc7d4556b3b071" providerId="LiveId" clId="{3F06DB97-3AEE-4F7C-A79E-A7936B34F82A}" dt="2023-07-31T17:19:41.868" v="3672" actId="164"/>
          <ac:grpSpMkLst>
            <pc:docMk/>
            <pc:sldMk cId="2942372078" sldId="2553"/>
            <ac:grpSpMk id="100" creationId="{FA821C4E-B9F1-21C3-458F-B7B324C1F817}"/>
          </ac:grpSpMkLst>
        </pc:grpChg>
        <pc:cxnChg chg="mod topLvl">
          <ac:chgData name="Owais Ahmed" userId="6abc7d4556b3b071" providerId="LiveId" clId="{3F06DB97-3AEE-4F7C-A79E-A7936B34F82A}" dt="2023-07-31T17:20:50.802" v="3682" actId="478"/>
          <ac:cxnSpMkLst>
            <pc:docMk/>
            <pc:sldMk cId="2942372078" sldId="2553"/>
            <ac:cxnSpMk id="7" creationId="{657C45F0-67F1-A7FA-02BD-786D3D970CCC}"/>
          </ac:cxnSpMkLst>
        </pc:cxnChg>
        <pc:cxnChg chg="add mod">
          <ac:chgData name="Owais Ahmed" userId="6abc7d4556b3b071" providerId="LiveId" clId="{3F06DB97-3AEE-4F7C-A79E-A7936B34F82A}" dt="2023-07-31T17:20:50.802" v="3682" actId="478"/>
          <ac:cxnSpMkLst>
            <pc:docMk/>
            <pc:sldMk cId="2942372078" sldId="2553"/>
            <ac:cxnSpMk id="11" creationId="{607ECEBC-A1CA-3D16-2BF7-4B5EB584B7D5}"/>
          </ac:cxnSpMkLst>
        </pc:cxnChg>
        <pc:cxnChg chg="add del mod">
          <ac:chgData name="Owais Ahmed" userId="6abc7d4556b3b071" providerId="LiveId" clId="{3F06DB97-3AEE-4F7C-A79E-A7936B34F82A}" dt="2023-07-31T17:18:59.132" v="3668" actId="478"/>
          <ac:cxnSpMkLst>
            <pc:docMk/>
            <pc:sldMk cId="2942372078" sldId="2553"/>
            <ac:cxnSpMk id="28" creationId="{1F647D90-CF61-EE95-5710-6DF2CA5E7A4B}"/>
          </ac:cxnSpMkLst>
        </pc:cxnChg>
        <pc:cxnChg chg="add mod">
          <ac:chgData name="Owais Ahmed" userId="6abc7d4556b3b071" providerId="LiveId" clId="{3F06DB97-3AEE-4F7C-A79E-A7936B34F82A}" dt="2023-07-31T17:20:49.634" v="3681" actId="478"/>
          <ac:cxnSpMkLst>
            <pc:docMk/>
            <pc:sldMk cId="2942372078" sldId="2553"/>
            <ac:cxnSpMk id="32" creationId="{D70EC980-4E28-A408-E33F-C1B2B14A6591}"/>
          </ac:cxnSpMkLst>
        </pc:cxnChg>
        <pc:cxnChg chg="del mod">
          <ac:chgData name="Owais Ahmed" userId="6abc7d4556b3b071" providerId="LiveId" clId="{3F06DB97-3AEE-4F7C-A79E-A7936B34F82A}" dt="2023-07-31T17:09:54.845" v="3627" actId="478"/>
          <ac:cxnSpMkLst>
            <pc:docMk/>
            <pc:sldMk cId="2942372078" sldId="2553"/>
            <ac:cxnSpMk id="118" creationId="{E218D9EB-E58D-166C-8764-794115FE12E4}"/>
          </ac:cxnSpMkLst>
        </pc:cxnChg>
      </pc:sldChg>
      <pc:sldChg chg="addSp delSp modSp add mod delAnim modAnim">
        <pc:chgData name="Owais Ahmed" userId="6abc7d4556b3b071" providerId="LiveId" clId="{3F06DB97-3AEE-4F7C-A79E-A7936B34F82A}" dt="2023-07-31T17:33:09.243" v="4119"/>
        <pc:sldMkLst>
          <pc:docMk/>
          <pc:sldMk cId="2825207532" sldId="2554"/>
        </pc:sldMkLst>
        <pc:spChg chg="del">
          <ac:chgData name="Owais Ahmed" userId="6abc7d4556b3b071" providerId="LiveId" clId="{3F06DB97-3AEE-4F7C-A79E-A7936B34F82A}" dt="2023-07-31T17:20:42.520" v="3679" actId="478"/>
          <ac:spMkLst>
            <pc:docMk/>
            <pc:sldMk cId="2825207532" sldId="2554"/>
            <ac:spMk id="3" creationId="{4A1C0383-58FE-E486-295E-B33B8683B938}"/>
          </ac:spMkLst>
        </pc:spChg>
        <pc:spChg chg="mod topLvl">
          <ac:chgData name="Owais Ahmed" userId="6abc7d4556b3b071" providerId="LiveId" clId="{3F06DB97-3AEE-4F7C-A79E-A7936B34F82A}" dt="2023-07-31T17:26:37.322" v="3870"/>
          <ac:spMkLst>
            <pc:docMk/>
            <pc:sldMk cId="2825207532" sldId="2554"/>
            <ac:spMk id="5" creationId="{A7E680FD-D0E4-8260-DA90-A45204BCDDDB}"/>
          </ac:spMkLst>
        </pc:spChg>
        <pc:spChg chg="mod topLvl">
          <ac:chgData name="Owais Ahmed" userId="6abc7d4556b3b071" providerId="LiveId" clId="{3F06DB97-3AEE-4F7C-A79E-A7936B34F82A}" dt="2023-07-31T17:26:55.086" v="3874" actId="20577"/>
          <ac:spMkLst>
            <pc:docMk/>
            <pc:sldMk cId="2825207532" sldId="2554"/>
            <ac:spMk id="12" creationId="{14375345-CB2C-C090-8F3F-7127034BAC95}"/>
          </ac:spMkLst>
        </pc:spChg>
        <pc:spChg chg="mod">
          <ac:chgData name="Owais Ahmed" userId="6abc7d4556b3b071" providerId="LiveId" clId="{3F06DB97-3AEE-4F7C-A79E-A7936B34F82A}" dt="2023-07-31T17:23:06.190" v="3701" actId="6549"/>
          <ac:spMkLst>
            <pc:docMk/>
            <pc:sldMk cId="2825207532" sldId="2554"/>
            <ac:spMk id="15" creationId="{9D62E291-01A8-771B-16ED-457613EE1A8E}"/>
          </ac:spMkLst>
        </pc:spChg>
        <pc:spChg chg="mod">
          <ac:chgData name="Owais Ahmed" userId="6abc7d4556b3b071" providerId="LiveId" clId="{3F06DB97-3AEE-4F7C-A79E-A7936B34F82A}" dt="2023-07-31T17:22:44.711" v="3699"/>
          <ac:spMkLst>
            <pc:docMk/>
            <pc:sldMk cId="2825207532" sldId="2554"/>
            <ac:spMk id="16" creationId="{8F5396F0-85F0-121C-6470-1880B2F7FA65}"/>
          </ac:spMkLst>
        </pc:spChg>
        <pc:spChg chg="mod topLvl">
          <ac:chgData name="Owais Ahmed" userId="6abc7d4556b3b071" providerId="LiveId" clId="{3F06DB97-3AEE-4F7C-A79E-A7936B34F82A}" dt="2023-07-31T17:22:40.444" v="3698" actId="164"/>
          <ac:spMkLst>
            <pc:docMk/>
            <pc:sldMk cId="2825207532" sldId="2554"/>
            <ac:spMk id="18" creationId="{B55210BC-8CD4-0B1D-89E2-BC2BDCC8A125}"/>
          </ac:spMkLst>
        </pc:spChg>
        <pc:spChg chg="mod topLvl">
          <ac:chgData name="Owais Ahmed" userId="6abc7d4556b3b071" providerId="LiveId" clId="{3F06DB97-3AEE-4F7C-A79E-A7936B34F82A}" dt="2023-07-31T17:22:40.444" v="3698" actId="164"/>
          <ac:spMkLst>
            <pc:docMk/>
            <pc:sldMk cId="2825207532" sldId="2554"/>
            <ac:spMk id="19" creationId="{C4ECDF7F-D26F-A833-0D20-91948EAF7C2A}"/>
          </ac:spMkLst>
        </pc:spChg>
        <pc:spChg chg="mod topLvl">
          <ac:chgData name="Owais Ahmed" userId="6abc7d4556b3b071" providerId="LiveId" clId="{3F06DB97-3AEE-4F7C-A79E-A7936B34F82A}" dt="2023-07-31T17:22:40.444" v="3698" actId="164"/>
          <ac:spMkLst>
            <pc:docMk/>
            <pc:sldMk cId="2825207532" sldId="2554"/>
            <ac:spMk id="21" creationId="{0EDD981D-31F6-DFF1-3179-509A63BF25C7}"/>
          </ac:spMkLst>
        </pc:spChg>
        <pc:spChg chg="mod topLvl">
          <ac:chgData name="Owais Ahmed" userId="6abc7d4556b3b071" providerId="LiveId" clId="{3F06DB97-3AEE-4F7C-A79E-A7936B34F82A}" dt="2023-07-31T17:22:40.444" v="3698" actId="164"/>
          <ac:spMkLst>
            <pc:docMk/>
            <pc:sldMk cId="2825207532" sldId="2554"/>
            <ac:spMk id="22" creationId="{6A4308EC-A091-15BA-1B2B-499227EB2506}"/>
          </ac:spMkLst>
        </pc:spChg>
        <pc:spChg chg="mod topLvl">
          <ac:chgData name="Owais Ahmed" userId="6abc7d4556b3b071" providerId="LiveId" clId="{3F06DB97-3AEE-4F7C-A79E-A7936B34F82A}" dt="2023-07-31T17:22:40.444" v="3698" actId="164"/>
          <ac:spMkLst>
            <pc:docMk/>
            <pc:sldMk cId="2825207532" sldId="2554"/>
            <ac:spMk id="24" creationId="{381108F9-26C0-205B-CB81-70D8BD560394}"/>
          </ac:spMkLst>
        </pc:spChg>
        <pc:spChg chg="mod topLvl">
          <ac:chgData name="Owais Ahmed" userId="6abc7d4556b3b071" providerId="LiveId" clId="{3F06DB97-3AEE-4F7C-A79E-A7936B34F82A}" dt="2023-07-31T17:22:40.444" v="3698" actId="164"/>
          <ac:spMkLst>
            <pc:docMk/>
            <pc:sldMk cId="2825207532" sldId="2554"/>
            <ac:spMk id="25" creationId="{7F679E1B-6251-E108-0D61-EDF94E7E22A9}"/>
          </ac:spMkLst>
        </pc:spChg>
        <pc:spChg chg="mod topLvl">
          <ac:chgData name="Owais Ahmed" userId="6abc7d4556b3b071" providerId="LiveId" clId="{3F06DB97-3AEE-4F7C-A79E-A7936B34F82A}" dt="2023-07-31T17:22:40.444" v="3698" actId="164"/>
          <ac:spMkLst>
            <pc:docMk/>
            <pc:sldMk cId="2825207532" sldId="2554"/>
            <ac:spMk id="26" creationId="{C3E6AD68-46F0-B484-B3C4-AED030A36BB6}"/>
          </ac:spMkLst>
        </pc:spChg>
        <pc:spChg chg="mod topLvl">
          <ac:chgData name="Owais Ahmed" userId="6abc7d4556b3b071" providerId="LiveId" clId="{3F06DB97-3AEE-4F7C-A79E-A7936B34F82A}" dt="2023-07-31T17:22:40.444" v="3698" actId="164"/>
          <ac:spMkLst>
            <pc:docMk/>
            <pc:sldMk cId="2825207532" sldId="2554"/>
            <ac:spMk id="27" creationId="{CFAF22A7-D2A1-D61F-03EC-31F283A31C0A}"/>
          </ac:spMkLst>
        </pc:spChg>
        <pc:spChg chg="mod">
          <ac:chgData name="Owais Ahmed" userId="6abc7d4556b3b071" providerId="LiveId" clId="{3F06DB97-3AEE-4F7C-A79E-A7936B34F82A}" dt="2023-07-31T17:25:02.316" v="3853" actId="6549"/>
          <ac:spMkLst>
            <pc:docMk/>
            <pc:sldMk cId="2825207532" sldId="2554"/>
            <ac:spMk id="28" creationId="{7A46CAE8-8A97-0FC8-63B3-A33CFE089100}"/>
          </ac:spMkLst>
        </pc:spChg>
        <pc:spChg chg="mod">
          <ac:chgData name="Owais Ahmed" userId="6abc7d4556b3b071" providerId="LiveId" clId="{3F06DB97-3AEE-4F7C-A79E-A7936B34F82A}" dt="2023-07-31T17:21:54.469" v="3693" actId="165"/>
          <ac:spMkLst>
            <pc:docMk/>
            <pc:sldMk cId="2825207532" sldId="2554"/>
            <ac:spMk id="30" creationId="{6D32612D-C7EC-3E18-D550-E17D32150FE8}"/>
          </ac:spMkLst>
        </pc:spChg>
        <pc:spChg chg="mod">
          <ac:chgData name="Owais Ahmed" userId="6abc7d4556b3b071" providerId="LiveId" clId="{3F06DB97-3AEE-4F7C-A79E-A7936B34F82A}" dt="2023-07-31T17:21:54.469" v="3693" actId="165"/>
          <ac:spMkLst>
            <pc:docMk/>
            <pc:sldMk cId="2825207532" sldId="2554"/>
            <ac:spMk id="31" creationId="{6ADCB6F9-796A-6F07-8C51-E82BAEB801F9}"/>
          </ac:spMkLst>
        </pc:spChg>
        <pc:spChg chg="mod">
          <ac:chgData name="Owais Ahmed" userId="6abc7d4556b3b071" providerId="LiveId" clId="{3F06DB97-3AEE-4F7C-A79E-A7936B34F82A}" dt="2023-07-31T17:22:44.711" v="3699"/>
          <ac:spMkLst>
            <pc:docMk/>
            <pc:sldMk cId="2825207532" sldId="2554"/>
            <ac:spMk id="33" creationId="{BB3D294E-7E36-A812-7001-1E0A8DCEBF54}"/>
          </ac:spMkLst>
        </pc:spChg>
        <pc:spChg chg="mod">
          <ac:chgData name="Owais Ahmed" userId="6abc7d4556b3b071" providerId="LiveId" clId="{3F06DB97-3AEE-4F7C-A79E-A7936B34F82A}" dt="2023-07-31T17:22:44.711" v="3699"/>
          <ac:spMkLst>
            <pc:docMk/>
            <pc:sldMk cId="2825207532" sldId="2554"/>
            <ac:spMk id="35" creationId="{861C5037-77BC-B340-9CCE-BBC47170DBAC}"/>
          </ac:spMkLst>
        </pc:spChg>
        <pc:spChg chg="mod">
          <ac:chgData name="Owais Ahmed" userId="6abc7d4556b3b071" providerId="LiveId" clId="{3F06DB97-3AEE-4F7C-A79E-A7936B34F82A}" dt="2023-07-31T17:22:44.711" v="3699"/>
          <ac:spMkLst>
            <pc:docMk/>
            <pc:sldMk cId="2825207532" sldId="2554"/>
            <ac:spMk id="37" creationId="{9D808123-AD8C-4415-F0CA-FB968A780E93}"/>
          </ac:spMkLst>
        </pc:spChg>
        <pc:spChg chg="mod">
          <ac:chgData name="Owais Ahmed" userId="6abc7d4556b3b071" providerId="LiveId" clId="{3F06DB97-3AEE-4F7C-A79E-A7936B34F82A}" dt="2023-07-31T17:22:44.711" v="3699"/>
          <ac:spMkLst>
            <pc:docMk/>
            <pc:sldMk cId="2825207532" sldId="2554"/>
            <ac:spMk id="38" creationId="{3CCC21C1-A11B-E6DE-7150-6A40FDBAD999}"/>
          </ac:spMkLst>
        </pc:spChg>
        <pc:spChg chg="mod">
          <ac:chgData name="Owais Ahmed" userId="6abc7d4556b3b071" providerId="LiveId" clId="{3F06DB97-3AEE-4F7C-A79E-A7936B34F82A}" dt="2023-07-31T17:25:17.091" v="3854" actId="1076"/>
          <ac:spMkLst>
            <pc:docMk/>
            <pc:sldMk cId="2825207532" sldId="2554"/>
            <ac:spMk id="39" creationId="{E5DD74A2-D9BF-1EBC-F6F0-24AB1D85BF92}"/>
          </ac:spMkLst>
        </pc:spChg>
        <pc:spChg chg="mod">
          <ac:chgData name="Owais Ahmed" userId="6abc7d4556b3b071" providerId="LiveId" clId="{3F06DB97-3AEE-4F7C-A79E-A7936B34F82A}" dt="2023-07-31T17:26:38.175" v="3871"/>
          <ac:spMkLst>
            <pc:docMk/>
            <pc:sldMk cId="2825207532" sldId="2554"/>
            <ac:spMk id="40" creationId="{673CC4C9-6366-80C0-4269-0734F52A6503}"/>
          </ac:spMkLst>
        </pc:spChg>
        <pc:spChg chg="mod">
          <ac:chgData name="Owais Ahmed" userId="6abc7d4556b3b071" providerId="LiveId" clId="{3F06DB97-3AEE-4F7C-A79E-A7936B34F82A}" dt="2023-07-31T17:26:56.695" v="3875" actId="20577"/>
          <ac:spMkLst>
            <pc:docMk/>
            <pc:sldMk cId="2825207532" sldId="2554"/>
            <ac:spMk id="41" creationId="{05A5125C-D4D4-FDAD-9D75-D929640B095E}"/>
          </ac:spMkLst>
        </pc:spChg>
        <pc:spChg chg="mod">
          <ac:chgData name="Owais Ahmed" userId="6abc7d4556b3b071" providerId="LiveId" clId="{3F06DB97-3AEE-4F7C-A79E-A7936B34F82A}" dt="2023-07-31T17:26:25.253" v="3867"/>
          <ac:spMkLst>
            <pc:docMk/>
            <pc:sldMk cId="2825207532" sldId="2554"/>
            <ac:spMk id="43" creationId="{2D767220-4206-ABD3-A1C3-8FE3C63C707E}"/>
          </ac:spMkLst>
        </pc:spChg>
        <pc:spChg chg="mod">
          <ac:chgData name="Owais Ahmed" userId="6abc7d4556b3b071" providerId="LiveId" clId="{3F06DB97-3AEE-4F7C-A79E-A7936B34F82A}" dt="2023-07-31T17:25:57.946" v="3858"/>
          <ac:spMkLst>
            <pc:docMk/>
            <pc:sldMk cId="2825207532" sldId="2554"/>
            <ac:spMk id="44" creationId="{B7372231-3BD5-1AD6-8F70-FB8240378604}"/>
          </ac:spMkLst>
        </pc:spChg>
        <pc:spChg chg="mod">
          <ac:chgData name="Owais Ahmed" userId="6abc7d4556b3b071" providerId="LiveId" clId="{3F06DB97-3AEE-4F7C-A79E-A7936B34F82A}" dt="2023-07-31T17:26:40.507" v="3872"/>
          <ac:spMkLst>
            <pc:docMk/>
            <pc:sldMk cId="2825207532" sldId="2554"/>
            <ac:spMk id="45" creationId="{0AAEB2F6-CC29-0381-B00A-CBE71D31A77C}"/>
          </ac:spMkLst>
        </pc:spChg>
        <pc:spChg chg="mod">
          <ac:chgData name="Owais Ahmed" userId="6abc7d4556b3b071" providerId="LiveId" clId="{3F06DB97-3AEE-4F7C-A79E-A7936B34F82A}" dt="2023-07-31T17:25:57.946" v="3858"/>
          <ac:spMkLst>
            <pc:docMk/>
            <pc:sldMk cId="2825207532" sldId="2554"/>
            <ac:spMk id="46" creationId="{FE9EFDF4-C13A-BA0F-FAA6-E85D855C6D4F}"/>
          </ac:spMkLst>
        </pc:spChg>
        <pc:spChg chg="mod">
          <ac:chgData name="Owais Ahmed" userId="6abc7d4556b3b071" providerId="LiveId" clId="{3F06DB97-3AEE-4F7C-A79E-A7936B34F82A}" dt="2023-07-31T17:26:22.220" v="3864" actId="21"/>
          <ac:spMkLst>
            <pc:docMk/>
            <pc:sldMk cId="2825207532" sldId="2554"/>
            <ac:spMk id="47" creationId="{DA34900F-A6DF-D67C-70C4-CAEBCB7AA3E9}"/>
          </ac:spMkLst>
        </pc:spChg>
        <pc:spChg chg="mod">
          <ac:chgData name="Owais Ahmed" userId="6abc7d4556b3b071" providerId="LiveId" clId="{3F06DB97-3AEE-4F7C-A79E-A7936B34F82A}" dt="2023-07-31T17:25:57.946" v="3858"/>
          <ac:spMkLst>
            <pc:docMk/>
            <pc:sldMk cId="2825207532" sldId="2554"/>
            <ac:spMk id="48" creationId="{6EB90A3F-FC6E-DDF9-CD8B-A233611C8556}"/>
          </ac:spMkLst>
        </pc:spChg>
        <pc:spChg chg="mod">
          <ac:chgData name="Owais Ahmed" userId="6abc7d4556b3b071" providerId="LiveId" clId="{3F06DB97-3AEE-4F7C-A79E-A7936B34F82A}" dt="2023-07-31T17:27:16.418" v="3878" actId="1076"/>
          <ac:spMkLst>
            <pc:docMk/>
            <pc:sldMk cId="2825207532" sldId="2554"/>
            <ac:spMk id="49" creationId="{B3B5DB6C-DAE4-CD71-8672-DAF2CABA0FBF}"/>
          </ac:spMkLst>
        </pc:spChg>
        <pc:spChg chg="mod">
          <ac:chgData name="Owais Ahmed" userId="6abc7d4556b3b071" providerId="LiveId" clId="{3F06DB97-3AEE-4F7C-A79E-A7936B34F82A}" dt="2023-07-31T17:25:57.946" v="3858"/>
          <ac:spMkLst>
            <pc:docMk/>
            <pc:sldMk cId="2825207532" sldId="2554"/>
            <ac:spMk id="50" creationId="{62ED77BA-3CBE-6880-FB54-9D7793E8B435}"/>
          </ac:spMkLst>
        </pc:spChg>
        <pc:spChg chg="mod">
          <ac:chgData name="Owais Ahmed" userId="6abc7d4556b3b071" providerId="LiveId" clId="{3F06DB97-3AEE-4F7C-A79E-A7936B34F82A}" dt="2023-07-31T17:26:29.079" v="3868" actId="21"/>
          <ac:spMkLst>
            <pc:docMk/>
            <pc:sldMk cId="2825207532" sldId="2554"/>
            <ac:spMk id="51" creationId="{2359C8FF-C504-1DB5-7995-0214E32502D4}"/>
          </ac:spMkLst>
        </pc:spChg>
        <pc:spChg chg="mod">
          <ac:chgData name="Owais Ahmed" userId="6abc7d4556b3b071" providerId="LiveId" clId="{3F06DB97-3AEE-4F7C-A79E-A7936B34F82A}" dt="2023-07-31T17:26:57.740" v="3876" actId="20577"/>
          <ac:spMkLst>
            <pc:docMk/>
            <pc:sldMk cId="2825207532" sldId="2554"/>
            <ac:spMk id="52" creationId="{8601F0A8-EB1D-CA2D-55EA-4DC800A0EE4B}"/>
          </ac:spMkLst>
        </pc:spChg>
        <pc:spChg chg="mod">
          <ac:chgData name="Owais Ahmed" userId="6abc7d4556b3b071" providerId="LiveId" clId="{3F06DB97-3AEE-4F7C-A79E-A7936B34F82A}" dt="2023-07-31T17:25:57.946" v="3858"/>
          <ac:spMkLst>
            <pc:docMk/>
            <pc:sldMk cId="2825207532" sldId="2554"/>
            <ac:spMk id="54" creationId="{3A7CAAE0-7EFD-30D3-EB1E-99761A88A84C}"/>
          </ac:spMkLst>
        </pc:spChg>
        <pc:spChg chg="mod">
          <ac:chgData name="Owais Ahmed" userId="6abc7d4556b3b071" providerId="LiveId" clId="{3F06DB97-3AEE-4F7C-A79E-A7936B34F82A}" dt="2023-07-31T17:25:57.946" v="3858"/>
          <ac:spMkLst>
            <pc:docMk/>
            <pc:sldMk cId="2825207532" sldId="2554"/>
            <ac:spMk id="55" creationId="{724B8B2C-5132-2810-D7F3-1A7A4CD23462}"/>
          </ac:spMkLst>
        </pc:spChg>
        <pc:spChg chg="mod">
          <ac:chgData name="Owais Ahmed" userId="6abc7d4556b3b071" providerId="LiveId" clId="{3F06DB97-3AEE-4F7C-A79E-A7936B34F82A}" dt="2023-07-31T17:25:57.946" v="3858"/>
          <ac:spMkLst>
            <pc:docMk/>
            <pc:sldMk cId="2825207532" sldId="2554"/>
            <ac:spMk id="56" creationId="{55B99CA7-5366-205A-E60F-FCD89434C4E7}"/>
          </ac:spMkLst>
        </pc:spChg>
        <pc:spChg chg="mod">
          <ac:chgData name="Owais Ahmed" userId="6abc7d4556b3b071" providerId="LiveId" clId="{3F06DB97-3AEE-4F7C-A79E-A7936B34F82A}" dt="2023-07-31T17:25:57.946" v="3858"/>
          <ac:spMkLst>
            <pc:docMk/>
            <pc:sldMk cId="2825207532" sldId="2554"/>
            <ac:spMk id="57" creationId="{3091033D-89B1-B3EE-958D-28E9A2246AA5}"/>
          </ac:spMkLst>
        </pc:spChg>
        <pc:spChg chg="mod">
          <ac:chgData name="Owais Ahmed" userId="6abc7d4556b3b071" providerId="LiveId" clId="{3F06DB97-3AEE-4F7C-A79E-A7936B34F82A}" dt="2023-07-31T17:25:57.946" v="3858"/>
          <ac:spMkLst>
            <pc:docMk/>
            <pc:sldMk cId="2825207532" sldId="2554"/>
            <ac:spMk id="58" creationId="{E006DDDE-2533-91FD-8806-1913F799CC78}"/>
          </ac:spMkLst>
        </pc:spChg>
        <pc:spChg chg="mod">
          <ac:chgData name="Owais Ahmed" userId="6abc7d4556b3b071" providerId="LiveId" clId="{3F06DB97-3AEE-4F7C-A79E-A7936B34F82A}" dt="2023-07-31T17:25:57.946" v="3858"/>
          <ac:spMkLst>
            <pc:docMk/>
            <pc:sldMk cId="2825207532" sldId="2554"/>
            <ac:spMk id="59" creationId="{2BFA2AD2-7873-BC0D-F611-E4DBD169AF9C}"/>
          </ac:spMkLst>
        </pc:spChg>
        <pc:spChg chg="mod">
          <ac:chgData name="Owais Ahmed" userId="6abc7d4556b3b071" providerId="LiveId" clId="{3F06DB97-3AEE-4F7C-A79E-A7936B34F82A}" dt="2023-07-31T17:25:57.946" v="3858"/>
          <ac:spMkLst>
            <pc:docMk/>
            <pc:sldMk cId="2825207532" sldId="2554"/>
            <ac:spMk id="60" creationId="{05DCC750-9442-85F2-F153-6EFC09550A80}"/>
          </ac:spMkLst>
        </pc:spChg>
        <pc:spChg chg="mod">
          <ac:chgData name="Owais Ahmed" userId="6abc7d4556b3b071" providerId="LiveId" clId="{3F06DB97-3AEE-4F7C-A79E-A7936B34F82A}" dt="2023-07-31T17:25:57.946" v="3858"/>
          <ac:spMkLst>
            <pc:docMk/>
            <pc:sldMk cId="2825207532" sldId="2554"/>
            <ac:spMk id="61" creationId="{CA70657B-D13B-61DD-8E56-CD9F8FF69E12}"/>
          </ac:spMkLst>
        </pc:spChg>
        <pc:spChg chg="mod">
          <ac:chgData name="Owais Ahmed" userId="6abc7d4556b3b071" providerId="LiveId" clId="{3F06DB97-3AEE-4F7C-A79E-A7936B34F82A}" dt="2023-07-31T17:26:42.176" v="3873"/>
          <ac:spMkLst>
            <pc:docMk/>
            <pc:sldMk cId="2825207532" sldId="2554"/>
            <ac:spMk id="62" creationId="{8A76D13C-4D21-6E17-E324-C592C616AEF6}"/>
          </ac:spMkLst>
        </pc:spChg>
        <pc:spChg chg="mod">
          <ac:chgData name="Owais Ahmed" userId="6abc7d4556b3b071" providerId="LiveId" clId="{3F06DB97-3AEE-4F7C-A79E-A7936B34F82A}" dt="2023-07-31T17:26:58.916" v="3877" actId="20577"/>
          <ac:spMkLst>
            <pc:docMk/>
            <pc:sldMk cId="2825207532" sldId="2554"/>
            <ac:spMk id="63" creationId="{5F09522A-8983-C22F-8796-E1AD8233D10E}"/>
          </ac:spMkLst>
        </pc:spChg>
        <pc:spChg chg="add del">
          <ac:chgData name="Owais Ahmed" userId="6abc7d4556b3b071" providerId="LiveId" clId="{3F06DB97-3AEE-4F7C-A79E-A7936B34F82A}" dt="2023-07-31T17:26:24.117" v="3866" actId="22"/>
          <ac:spMkLst>
            <pc:docMk/>
            <pc:sldMk cId="2825207532" sldId="2554"/>
            <ac:spMk id="65" creationId="{D6D6FA50-3D82-04CA-4964-3E1681EC8495}"/>
          </ac:spMkLst>
        </pc:spChg>
        <pc:spChg chg="mod">
          <ac:chgData name="Owais Ahmed" userId="6abc7d4556b3b071" providerId="LiveId" clId="{3F06DB97-3AEE-4F7C-A79E-A7936B34F82A}" dt="2023-07-31T17:27:40.607" v="3880"/>
          <ac:spMkLst>
            <pc:docMk/>
            <pc:sldMk cId="2825207532" sldId="2554"/>
            <ac:spMk id="67" creationId="{E64A3044-BFD1-B0CA-9757-EAC75D0932EA}"/>
          </ac:spMkLst>
        </pc:spChg>
        <pc:spChg chg="mod">
          <ac:chgData name="Owais Ahmed" userId="6abc7d4556b3b071" providerId="LiveId" clId="{3F06DB97-3AEE-4F7C-A79E-A7936B34F82A}" dt="2023-07-31T17:27:40.607" v="3880"/>
          <ac:spMkLst>
            <pc:docMk/>
            <pc:sldMk cId="2825207532" sldId="2554"/>
            <ac:spMk id="68" creationId="{C2316821-45BB-9A62-5BE4-BFCE2E091D3E}"/>
          </ac:spMkLst>
        </pc:spChg>
        <pc:spChg chg="mod">
          <ac:chgData name="Owais Ahmed" userId="6abc7d4556b3b071" providerId="LiveId" clId="{3F06DB97-3AEE-4F7C-A79E-A7936B34F82A}" dt="2023-07-31T17:27:40.607" v="3880"/>
          <ac:spMkLst>
            <pc:docMk/>
            <pc:sldMk cId="2825207532" sldId="2554"/>
            <ac:spMk id="69" creationId="{3486CDB8-4A0A-97E7-3BBB-75CF75161EDC}"/>
          </ac:spMkLst>
        </pc:spChg>
        <pc:spChg chg="mod">
          <ac:chgData name="Owais Ahmed" userId="6abc7d4556b3b071" providerId="LiveId" clId="{3F06DB97-3AEE-4F7C-A79E-A7936B34F82A}" dt="2023-07-31T17:27:40.607" v="3880"/>
          <ac:spMkLst>
            <pc:docMk/>
            <pc:sldMk cId="2825207532" sldId="2554"/>
            <ac:spMk id="70" creationId="{0C6FD250-B917-6155-6E9A-40F64B846CCA}"/>
          </ac:spMkLst>
        </pc:spChg>
        <pc:spChg chg="mod">
          <ac:chgData name="Owais Ahmed" userId="6abc7d4556b3b071" providerId="LiveId" clId="{3F06DB97-3AEE-4F7C-A79E-A7936B34F82A}" dt="2023-07-31T17:28:10.995" v="3891" actId="20577"/>
          <ac:spMkLst>
            <pc:docMk/>
            <pc:sldMk cId="2825207532" sldId="2554"/>
            <ac:spMk id="71" creationId="{EE4F9ECD-E95F-E303-F2E4-CFA66B3F2CF9}"/>
          </ac:spMkLst>
        </pc:spChg>
        <pc:spChg chg="mod">
          <ac:chgData name="Owais Ahmed" userId="6abc7d4556b3b071" providerId="LiveId" clId="{3F06DB97-3AEE-4F7C-A79E-A7936B34F82A}" dt="2023-07-31T17:27:40.607" v="3880"/>
          <ac:spMkLst>
            <pc:docMk/>
            <pc:sldMk cId="2825207532" sldId="2554"/>
            <ac:spMk id="72" creationId="{C2F7FE57-4DDC-BECF-4B16-EA06ADF7847B}"/>
          </ac:spMkLst>
        </pc:spChg>
        <pc:spChg chg="mod">
          <ac:chgData name="Owais Ahmed" userId="6abc7d4556b3b071" providerId="LiveId" clId="{3F06DB97-3AEE-4F7C-A79E-A7936B34F82A}" dt="2023-07-31T17:28:03.242" v="3882" actId="1076"/>
          <ac:spMkLst>
            <pc:docMk/>
            <pc:sldMk cId="2825207532" sldId="2554"/>
            <ac:spMk id="73" creationId="{E31DDB8C-6510-4D6A-204D-6139F0F8EA1B}"/>
          </ac:spMkLst>
        </pc:spChg>
        <pc:spChg chg="mod">
          <ac:chgData name="Owais Ahmed" userId="6abc7d4556b3b071" providerId="LiveId" clId="{3F06DB97-3AEE-4F7C-A79E-A7936B34F82A}" dt="2023-07-31T17:27:40.607" v="3880"/>
          <ac:spMkLst>
            <pc:docMk/>
            <pc:sldMk cId="2825207532" sldId="2554"/>
            <ac:spMk id="74" creationId="{54DE3D10-9D99-CD2A-5312-F0D3582108FE}"/>
          </ac:spMkLst>
        </pc:spChg>
        <pc:spChg chg="mod">
          <ac:chgData name="Owais Ahmed" userId="6abc7d4556b3b071" providerId="LiveId" clId="{3F06DB97-3AEE-4F7C-A79E-A7936B34F82A}" dt="2023-07-31T17:27:40.607" v="3880"/>
          <ac:spMkLst>
            <pc:docMk/>
            <pc:sldMk cId="2825207532" sldId="2554"/>
            <ac:spMk id="75" creationId="{77D5961E-9810-B1B5-BD0B-A5FDB34B6726}"/>
          </ac:spMkLst>
        </pc:spChg>
        <pc:spChg chg="mod">
          <ac:chgData name="Owais Ahmed" userId="6abc7d4556b3b071" providerId="LiveId" clId="{3F06DB97-3AEE-4F7C-A79E-A7936B34F82A}" dt="2023-07-31T17:27:40.607" v="3880"/>
          <ac:spMkLst>
            <pc:docMk/>
            <pc:sldMk cId="2825207532" sldId="2554"/>
            <ac:spMk id="76" creationId="{AAB9F71D-35DC-2242-D53D-87B8DE1529DA}"/>
          </ac:spMkLst>
        </pc:spChg>
        <pc:spChg chg="add mod">
          <ac:chgData name="Owais Ahmed" userId="6abc7d4556b3b071" providerId="LiveId" clId="{3F06DB97-3AEE-4F7C-A79E-A7936B34F82A}" dt="2023-07-31T17:32:42.404" v="4112" actId="164"/>
          <ac:spMkLst>
            <pc:docMk/>
            <pc:sldMk cId="2825207532" sldId="2554"/>
            <ac:spMk id="77" creationId="{0F91D4EB-AB25-E435-0FBB-09A1E9A881AD}"/>
          </ac:spMkLst>
        </pc:spChg>
        <pc:spChg chg="add mod">
          <ac:chgData name="Owais Ahmed" userId="6abc7d4556b3b071" providerId="LiveId" clId="{3F06DB97-3AEE-4F7C-A79E-A7936B34F82A}" dt="2023-07-31T17:32:46.266" v="4113" actId="164"/>
          <ac:spMkLst>
            <pc:docMk/>
            <pc:sldMk cId="2825207532" sldId="2554"/>
            <ac:spMk id="78" creationId="{804F467B-93F3-12EE-F084-26455E228FFC}"/>
          </ac:spMkLst>
        </pc:spChg>
        <pc:spChg chg="add mod">
          <ac:chgData name="Owais Ahmed" userId="6abc7d4556b3b071" providerId="LiveId" clId="{3F06DB97-3AEE-4F7C-A79E-A7936B34F82A}" dt="2023-07-31T17:32:50.491" v="4114" actId="164"/>
          <ac:spMkLst>
            <pc:docMk/>
            <pc:sldMk cId="2825207532" sldId="2554"/>
            <ac:spMk id="79" creationId="{3C2387C9-F771-506F-9E2E-CCBEEF4BA503}"/>
          </ac:spMkLst>
        </pc:spChg>
        <pc:spChg chg="add mod">
          <ac:chgData name="Owais Ahmed" userId="6abc7d4556b3b071" providerId="LiveId" clId="{3F06DB97-3AEE-4F7C-A79E-A7936B34F82A}" dt="2023-07-31T17:32:54.946" v="4115" actId="164"/>
          <ac:spMkLst>
            <pc:docMk/>
            <pc:sldMk cId="2825207532" sldId="2554"/>
            <ac:spMk id="80" creationId="{5C587C7D-B09D-9D8F-89CC-50A0DEDA1FBF}"/>
          </ac:spMkLst>
        </pc:spChg>
        <pc:grpChg chg="add del mod">
          <ac:chgData name="Owais Ahmed" userId="6abc7d4556b3b071" providerId="LiveId" clId="{3F06DB97-3AEE-4F7C-A79E-A7936B34F82A}" dt="2023-07-31T17:22:34.245" v="3697" actId="165"/>
          <ac:grpSpMkLst>
            <pc:docMk/>
            <pc:sldMk cId="2825207532" sldId="2554"/>
            <ac:grpSpMk id="4" creationId="{6AB9D502-BD4B-886A-20B9-727281934883}"/>
          </ac:grpSpMkLst>
        </pc:grpChg>
        <pc:grpChg chg="add mod">
          <ac:chgData name="Owais Ahmed" userId="6abc7d4556b3b071" providerId="LiveId" clId="{3F06DB97-3AEE-4F7C-A79E-A7936B34F82A}" dt="2023-07-31T17:32:42.404" v="4112" actId="164"/>
          <ac:grpSpMkLst>
            <pc:docMk/>
            <pc:sldMk cId="2825207532" sldId="2554"/>
            <ac:grpSpMk id="13" creationId="{0F418315-9F02-C6E4-D682-54610C2951EA}"/>
          </ac:grpSpMkLst>
        </pc:grpChg>
        <pc:grpChg chg="add mod">
          <ac:chgData name="Owais Ahmed" userId="6abc7d4556b3b071" providerId="LiveId" clId="{3F06DB97-3AEE-4F7C-A79E-A7936B34F82A}" dt="2023-07-31T17:32:46.266" v="4113" actId="164"/>
          <ac:grpSpMkLst>
            <pc:docMk/>
            <pc:sldMk cId="2825207532" sldId="2554"/>
            <ac:grpSpMk id="14" creationId="{F63CEC76-2FDC-23B7-4BA5-D600BFCE0D28}"/>
          </ac:grpSpMkLst>
        </pc:grpChg>
        <pc:grpChg chg="del mod topLvl">
          <ac:chgData name="Owais Ahmed" userId="6abc7d4556b3b071" providerId="LiveId" clId="{3F06DB97-3AEE-4F7C-A79E-A7936B34F82A}" dt="2023-07-31T17:22:34.245" v="3697" actId="165"/>
          <ac:grpSpMkLst>
            <pc:docMk/>
            <pc:sldMk cId="2825207532" sldId="2554"/>
            <ac:grpSpMk id="17" creationId="{DF91BE5D-4A90-7453-5A7C-869D410BD796}"/>
          </ac:grpSpMkLst>
        </pc:grpChg>
        <pc:grpChg chg="del mod topLvl">
          <ac:chgData name="Owais Ahmed" userId="6abc7d4556b3b071" providerId="LiveId" clId="{3F06DB97-3AEE-4F7C-A79E-A7936B34F82A}" dt="2023-07-31T17:22:34.245" v="3697" actId="165"/>
          <ac:grpSpMkLst>
            <pc:docMk/>
            <pc:sldMk cId="2825207532" sldId="2554"/>
            <ac:grpSpMk id="20" creationId="{645A562A-E40D-D4F4-6F54-4C865E43ED02}"/>
          </ac:grpSpMkLst>
        </pc:grpChg>
        <pc:grpChg chg="del mod topLvl">
          <ac:chgData name="Owais Ahmed" userId="6abc7d4556b3b071" providerId="LiveId" clId="{3F06DB97-3AEE-4F7C-A79E-A7936B34F82A}" dt="2023-07-31T17:22:34.245" v="3697" actId="165"/>
          <ac:grpSpMkLst>
            <pc:docMk/>
            <pc:sldMk cId="2825207532" sldId="2554"/>
            <ac:grpSpMk id="23" creationId="{36250A50-760D-1FA0-A8EA-65D27405BDC9}"/>
          </ac:grpSpMkLst>
        </pc:grpChg>
        <pc:grpChg chg="del mod topLvl">
          <ac:chgData name="Owais Ahmed" userId="6abc7d4556b3b071" providerId="LiveId" clId="{3F06DB97-3AEE-4F7C-A79E-A7936B34F82A}" dt="2023-07-31T17:22:09.548" v="3694" actId="478"/>
          <ac:grpSpMkLst>
            <pc:docMk/>
            <pc:sldMk cId="2825207532" sldId="2554"/>
            <ac:grpSpMk id="29" creationId="{34AAF957-E0E0-C211-D98D-A222794E545F}"/>
          </ac:grpSpMkLst>
        </pc:grpChg>
        <pc:grpChg chg="del">
          <ac:chgData name="Owais Ahmed" userId="6abc7d4556b3b071" providerId="LiveId" clId="{3F06DB97-3AEE-4F7C-A79E-A7936B34F82A}" dt="2023-07-31T17:20:58.116" v="3683" actId="478"/>
          <ac:grpSpMkLst>
            <pc:docMk/>
            <pc:sldMk cId="2825207532" sldId="2554"/>
            <ac:grpSpMk id="34" creationId="{AD73DCB8-173C-413D-F76C-212E811DAAF1}"/>
          </ac:grpSpMkLst>
        </pc:grpChg>
        <pc:grpChg chg="del mod">
          <ac:chgData name="Owais Ahmed" userId="6abc7d4556b3b071" providerId="LiveId" clId="{3F06DB97-3AEE-4F7C-A79E-A7936B34F82A}" dt="2023-07-31T17:21:54.469" v="3693" actId="165"/>
          <ac:grpSpMkLst>
            <pc:docMk/>
            <pc:sldMk cId="2825207532" sldId="2554"/>
            <ac:grpSpMk id="36" creationId="{7AB201C6-2D82-4ED0-9104-F7FFA453EED6}"/>
          </ac:grpSpMkLst>
        </pc:grpChg>
        <pc:grpChg chg="add mod">
          <ac:chgData name="Owais Ahmed" userId="6abc7d4556b3b071" providerId="LiveId" clId="{3F06DB97-3AEE-4F7C-A79E-A7936B34F82A}" dt="2023-07-31T17:32:50.491" v="4114" actId="164"/>
          <ac:grpSpMkLst>
            <pc:docMk/>
            <pc:sldMk cId="2825207532" sldId="2554"/>
            <ac:grpSpMk id="42" creationId="{B53A9A78-5032-4C91-F36D-FC661EA4E330}"/>
          </ac:grpSpMkLst>
        </pc:grpChg>
        <pc:grpChg chg="add del mod">
          <ac:chgData name="Owais Ahmed" userId="6abc7d4556b3b071" providerId="LiveId" clId="{3F06DB97-3AEE-4F7C-A79E-A7936B34F82A}" dt="2023-07-31T17:27:37.167" v="3879" actId="478"/>
          <ac:grpSpMkLst>
            <pc:docMk/>
            <pc:sldMk cId="2825207532" sldId="2554"/>
            <ac:grpSpMk id="53" creationId="{1751A494-2636-C533-F4A9-D65D0EEB52D6}"/>
          </ac:grpSpMkLst>
        </pc:grpChg>
        <pc:grpChg chg="add mod">
          <ac:chgData name="Owais Ahmed" userId="6abc7d4556b3b071" providerId="LiveId" clId="{3F06DB97-3AEE-4F7C-A79E-A7936B34F82A}" dt="2023-07-31T17:32:54.946" v="4115" actId="164"/>
          <ac:grpSpMkLst>
            <pc:docMk/>
            <pc:sldMk cId="2825207532" sldId="2554"/>
            <ac:grpSpMk id="66" creationId="{AFE328ED-CF99-6348-B56A-27B46BEAFE28}"/>
          </ac:grpSpMkLst>
        </pc:grpChg>
        <pc:grpChg chg="add mod">
          <ac:chgData name="Owais Ahmed" userId="6abc7d4556b3b071" providerId="LiveId" clId="{3F06DB97-3AEE-4F7C-A79E-A7936B34F82A}" dt="2023-07-31T17:32:42.404" v="4112" actId="164"/>
          <ac:grpSpMkLst>
            <pc:docMk/>
            <pc:sldMk cId="2825207532" sldId="2554"/>
            <ac:grpSpMk id="81" creationId="{F263E04B-9D9C-CD25-BFC6-DB08A2ABB0D1}"/>
          </ac:grpSpMkLst>
        </pc:grpChg>
        <pc:grpChg chg="add mod">
          <ac:chgData name="Owais Ahmed" userId="6abc7d4556b3b071" providerId="LiveId" clId="{3F06DB97-3AEE-4F7C-A79E-A7936B34F82A}" dt="2023-07-31T17:32:46.266" v="4113" actId="164"/>
          <ac:grpSpMkLst>
            <pc:docMk/>
            <pc:sldMk cId="2825207532" sldId="2554"/>
            <ac:grpSpMk id="82" creationId="{F54C775F-C841-881E-2224-C24567C33621}"/>
          </ac:grpSpMkLst>
        </pc:grpChg>
        <pc:grpChg chg="add mod">
          <ac:chgData name="Owais Ahmed" userId="6abc7d4556b3b071" providerId="LiveId" clId="{3F06DB97-3AEE-4F7C-A79E-A7936B34F82A}" dt="2023-07-31T17:32:50.491" v="4114" actId="164"/>
          <ac:grpSpMkLst>
            <pc:docMk/>
            <pc:sldMk cId="2825207532" sldId="2554"/>
            <ac:grpSpMk id="83" creationId="{926BD650-D5E7-6961-F0E9-27F6B7E05DCF}"/>
          </ac:grpSpMkLst>
        </pc:grpChg>
        <pc:grpChg chg="add mod">
          <ac:chgData name="Owais Ahmed" userId="6abc7d4556b3b071" providerId="LiveId" clId="{3F06DB97-3AEE-4F7C-A79E-A7936B34F82A}" dt="2023-07-31T17:32:54.946" v="4115" actId="164"/>
          <ac:grpSpMkLst>
            <pc:docMk/>
            <pc:sldMk cId="2825207532" sldId="2554"/>
            <ac:grpSpMk id="84" creationId="{51E1D58F-B8D7-B598-0421-CCDBA5F774FA}"/>
          </ac:grpSpMkLst>
        </pc:grpChg>
        <pc:cxnChg chg="mod">
          <ac:chgData name="Owais Ahmed" userId="6abc7d4556b3b071" providerId="LiveId" clId="{3F06DB97-3AEE-4F7C-A79E-A7936B34F82A}" dt="2023-07-31T17:20:58.116" v="3683" actId="478"/>
          <ac:cxnSpMkLst>
            <pc:docMk/>
            <pc:sldMk cId="2825207532" sldId="2554"/>
            <ac:cxnSpMk id="7" creationId="{657C45F0-67F1-A7FA-02BD-786D3D970CCC}"/>
          </ac:cxnSpMkLst>
        </pc:cxnChg>
        <pc:cxnChg chg="mod">
          <ac:chgData name="Owais Ahmed" userId="6abc7d4556b3b071" providerId="LiveId" clId="{3F06DB97-3AEE-4F7C-A79E-A7936B34F82A}" dt="2023-07-31T17:20:58.116" v="3683" actId="478"/>
          <ac:cxnSpMkLst>
            <pc:docMk/>
            <pc:sldMk cId="2825207532" sldId="2554"/>
            <ac:cxnSpMk id="11" creationId="{607ECEBC-A1CA-3D16-2BF7-4B5EB584B7D5}"/>
          </ac:cxnSpMkLst>
        </pc:cxnChg>
        <pc:cxnChg chg="del mod">
          <ac:chgData name="Owais Ahmed" userId="6abc7d4556b3b071" providerId="LiveId" clId="{3F06DB97-3AEE-4F7C-A79E-A7936B34F82A}" dt="2023-07-31T17:21:08.219" v="3689" actId="478"/>
          <ac:cxnSpMkLst>
            <pc:docMk/>
            <pc:sldMk cId="2825207532" sldId="2554"/>
            <ac:cxnSpMk id="32" creationId="{D70EC980-4E28-A408-E33F-C1B2B14A6591}"/>
          </ac:cxnSpMkLst>
        </pc:cxnChg>
      </pc:sldChg>
      <pc:sldChg chg="addSp delSp modSp add mod modAnim">
        <pc:chgData name="Owais Ahmed" userId="6abc7d4556b3b071" providerId="LiveId" clId="{3F06DB97-3AEE-4F7C-A79E-A7936B34F82A}" dt="2023-07-31T17:43:37.145" v="4669"/>
        <pc:sldMkLst>
          <pc:docMk/>
          <pc:sldMk cId="624121127" sldId="2555"/>
        </pc:sldMkLst>
        <pc:spChg chg="mod">
          <ac:chgData name="Owais Ahmed" userId="6abc7d4556b3b071" providerId="LiveId" clId="{3F06DB97-3AEE-4F7C-A79E-A7936B34F82A}" dt="2023-07-31T17:40:57.155" v="4626" actId="27636"/>
          <ac:spMkLst>
            <pc:docMk/>
            <pc:sldMk cId="624121127" sldId="2555"/>
            <ac:spMk id="3" creationId="{4A1C0383-58FE-E486-295E-B33B8683B938}"/>
          </ac:spMkLst>
        </pc:spChg>
        <pc:spChg chg="add mod">
          <ac:chgData name="Owais Ahmed" userId="6abc7d4556b3b071" providerId="LiveId" clId="{3F06DB97-3AEE-4F7C-A79E-A7936B34F82A}" dt="2023-07-31T17:43:30.760" v="4668" actId="164"/>
          <ac:spMkLst>
            <pc:docMk/>
            <pc:sldMk cId="624121127" sldId="2555"/>
            <ac:spMk id="5" creationId="{B363AC71-9ED9-E66C-37A9-2D00263E3FF0}"/>
          </ac:spMkLst>
        </pc:spChg>
        <pc:spChg chg="del mod topLvl">
          <ac:chgData name="Owais Ahmed" userId="6abc7d4556b3b071" providerId="LiveId" clId="{3F06DB97-3AEE-4F7C-A79E-A7936B34F82A}" dt="2023-07-31T17:40:12.948" v="4614" actId="478"/>
          <ac:spMkLst>
            <pc:docMk/>
            <pc:sldMk cId="624121127" sldId="2555"/>
            <ac:spMk id="6" creationId="{C2DAB1C7-1E85-9A11-AF4F-BA89CE87BA18}"/>
          </ac:spMkLst>
        </pc:spChg>
        <pc:spChg chg="mod topLvl">
          <ac:chgData name="Owais Ahmed" userId="6abc7d4556b3b071" providerId="LiveId" clId="{3F06DB97-3AEE-4F7C-A79E-A7936B34F82A}" dt="2023-07-31T17:43:30.760" v="4668" actId="164"/>
          <ac:spMkLst>
            <pc:docMk/>
            <pc:sldMk cId="624121127" sldId="2555"/>
            <ac:spMk id="102" creationId="{23801FBC-8A21-DAA2-95F5-A8E7D6FBF151}"/>
          </ac:spMkLst>
        </pc:spChg>
        <pc:spChg chg="mod">
          <ac:chgData name="Owais Ahmed" userId="6abc7d4556b3b071" providerId="LiveId" clId="{3F06DB97-3AEE-4F7C-A79E-A7936B34F82A}" dt="2023-07-31T17:40:00.602" v="4608" actId="165"/>
          <ac:spMkLst>
            <pc:docMk/>
            <pc:sldMk cId="624121127" sldId="2555"/>
            <ac:spMk id="105" creationId="{99BDCAF8-DC93-D572-DA16-2806C9F7C9AA}"/>
          </ac:spMkLst>
        </pc:spChg>
        <pc:spChg chg="mod">
          <ac:chgData name="Owais Ahmed" userId="6abc7d4556b3b071" providerId="LiveId" clId="{3F06DB97-3AEE-4F7C-A79E-A7936B34F82A}" dt="2023-07-31T17:40:00.602" v="4608" actId="165"/>
          <ac:spMkLst>
            <pc:docMk/>
            <pc:sldMk cId="624121127" sldId="2555"/>
            <ac:spMk id="106" creationId="{B546095E-991E-3289-F2C0-8A1D76A45A21}"/>
          </ac:spMkLst>
        </pc:spChg>
        <pc:spChg chg="mod">
          <ac:chgData name="Owais Ahmed" userId="6abc7d4556b3b071" providerId="LiveId" clId="{3F06DB97-3AEE-4F7C-A79E-A7936B34F82A}" dt="2023-07-31T17:40:00.602" v="4608" actId="165"/>
          <ac:spMkLst>
            <pc:docMk/>
            <pc:sldMk cId="624121127" sldId="2555"/>
            <ac:spMk id="107" creationId="{6B2686BC-A613-FF11-6A9D-EB36234DC16C}"/>
          </ac:spMkLst>
        </pc:spChg>
        <pc:spChg chg="mod">
          <ac:chgData name="Owais Ahmed" userId="6abc7d4556b3b071" providerId="LiveId" clId="{3F06DB97-3AEE-4F7C-A79E-A7936B34F82A}" dt="2023-07-31T17:40:00.602" v="4608" actId="165"/>
          <ac:spMkLst>
            <pc:docMk/>
            <pc:sldMk cId="624121127" sldId="2555"/>
            <ac:spMk id="108" creationId="{53D4C431-E0BC-789B-88D3-F5D796F20A12}"/>
          </ac:spMkLst>
        </pc:spChg>
        <pc:spChg chg="mod">
          <ac:chgData name="Owais Ahmed" userId="6abc7d4556b3b071" providerId="LiveId" clId="{3F06DB97-3AEE-4F7C-A79E-A7936B34F82A}" dt="2023-07-31T17:40:00.602" v="4608" actId="165"/>
          <ac:spMkLst>
            <pc:docMk/>
            <pc:sldMk cId="624121127" sldId="2555"/>
            <ac:spMk id="109" creationId="{3F6084E0-54E9-C827-0F8B-8E96A7C761DD}"/>
          </ac:spMkLst>
        </pc:spChg>
        <pc:spChg chg="mod">
          <ac:chgData name="Owais Ahmed" userId="6abc7d4556b3b071" providerId="LiveId" clId="{3F06DB97-3AEE-4F7C-A79E-A7936B34F82A}" dt="2023-07-31T17:40:00.602" v="4608" actId="165"/>
          <ac:spMkLst>
            <pc:docMk/>
            <pc:sldMk cId="624121127" sldId="2555"/>
            <ac:spMk id="110" creationId="{AB36B28D-39A8-55B6-60B3-85B767EC94FB}"/>
          </ac:spMkLst>
        </pc:spChg>
        <pc:grpChg chg="add mod">
          <ac:chgData name="Owais Ahmed" userId="6abc7d4556b3b071" providerId="LiveId" clId="{3F06DB97-3AEE-4F7C-A79E-A7936B34F82A}" dt="2023-07-31T17:43:30.760" v="4668" actId="164"/>
          <ac:grpSpMkLst>
            <pc:docMk/>
            <pc:sldMk cId="624121127" sldId="2555"/>
            <ac:grpSpMk id="13" creationId="{4C6AAE8F-5E6F-EA60-244D-FFB6278715AD}"/>
          </ac:grpSpMkLst>
        </pc:grpChg>
        <pc:grpChg chg="del mod">
          <ac:chgData name="Owais Ahmed" userId="6abc7d4556b3b071" providerId="LiveId" clId="{3F06DB97-3AEE-4F7C-A79E-A7936B34F82A}" dt="2023-07-31T17:40:00.602" v="4608" actId="165"/>
          <ac:grpSpMkLst>
            <pc:docMk/>
            <pc:sldMk cId="624121127" sldId="2555"/>
            <ac:grpSpMk id="14" creationId="{6D373018-1D02-897E-145C-1A033D391303}"/>
          </ac:grpSpMkLst>
        </pc:grpChg>
        <pc:grpChg chg="del mod topLvl">
          <ac:chgData name="Owais Ahmed" userId="6abc7d4556b3b071" providerId="LiveId" clId="{3F06DB97-3AEE-4F7C-A79E-A7936B34F82A}" dt="2023-07-31T17:40:06.341" v="4611" actId="478"/>
          <ac:grpSpMkLst>
            <pc:docMk/>
            <pc:sldMk cId="624121127" sldId="2555"/>
            <ac:grpSpMk id="98" creationId="{A0382DBE-F9FC-2531-34AD-F3E7EACF5F1E}"/>
          </ac:grpSpMkLst>
        </pc:grpChg>
        <pc:grpChg chg="del mod topLvl">
          <ac:chgData name="Owais Ahmed" userId="6abc7d4556b3b071" providerId="LiveId" clId="{3F06DB97-3AEE-4F7C-A79E-A7936B34F82A}" dt="2023-07-31T17:40:05.415" v="4610" actId="478"/>
          <ac:grpSpMkLst>
            <pc:docMk/>
            <pc:sldMk cId="624121127" sldId="2555"/>
            <ac:grpSpMk id="99" creationId="{68C80BCA-12DB-C5D9-6600-C4CDDB76037E}"/>
          </ac:grpSpMkLst>
        </pc:grpChg>
        <pc:grpChg chg="del mod topLvl">
          <ac:chgData name="Owais Ahmed" userId="6abc7d4556b3b071" providerId="LiveId" clId="{3F06DB97-3AEE-4F7C-A79E-A7936B34F82A}" dt="2023-07-31T17:40:04.550" v="4609" actId="478"/>
          <ac:grpSpMkLst>
            <pc:docMk/>
            <pc:sldMk cId="624121127" sldId="2555"/>
            <ac:grpSpMk id="100" creationId="{FA821C4E-B9F1-21C3-458F-B7B324C1F817}"/>
          </ac:grpSpMkLst>
        </pc:grpChg>
        <pc:graphicFrameChg chg="add mod modGraphic">
          <ac:chgData name="Owais Ahmed" userId="6abc7d4556b3b071" providerId="LiveId" clId="{3F06DB97-3AEE-4F7C-A79E-A7936B34F82A}" dt="2023-07-31T17:43:30.760" v="4668" actId="164"/>
          <ac:graphicFrameMkLst>
            <pc:docMk/>
            <pc:sldMk cId="624121127" sldId="2555"/>
            <ac:graphicFrameMk id="4" creationId="{7F589E16-899F-75A2-8538-EFFBE216C9C1}"/>
          </ac:graphicFrameMkLst>
        </pc:graphicFrameChg>
        <pc:cxnChg chg="del mod topLvl">
          <ac:chgData name="Owais Ahmed" userId="6abc7d4556b3b071" providerId="LiveId" clId="{3F06DB97-3AEE-4F7C-A79E-A7936B34F82A}" dt="2023-07-31T17:40:10.841" v="4612" actId="478"/>
          <ac:cxnSpMkLst>
            <pc:docMk/>
            <pc:sldMk cId="624121127" sldId="2555"/>
            <ac:cxnSpMk id="7" creationId="{657C45F0-67F1-A7FA-02BD-786D3D970CCC}"/>
          </ac:cxnSpMkLst>
        </pc:cxnChg>
        <pc:cxnChg chg="add del mod">
          <ac:chgData name="Owais Ahmed" userId="6abc7d4556b3b071" providerId="LiveId" clId="{3F06DB97-3AEE-4F7C-A79E-A7936B34F82A}" dt="2023-07-31T17:42:44.742" v="4656" actId="478"/>
          <ac:cxnSpMkLst>
            <pc:docMk/>
            <pc:sldMk cId="624121127" sldId="2555"/>
            <ac:cxnSpMk id="9" creationId="{7C16B72A-508D-524C-2E88-876A803CCFAC}"/>
          </ac:cxnSpMkLst>
        </pc:cxnChg>
        <pc:cxnChg chg="add del">
          <ac:chgData name="Owais Ahmed" userId="6abc7d4556b3b071" providerId="LiveId" clId="{3F06DB97-3AEE-4F7C-A79E-A7936B34F82A}" dt="2023-07-31T17:42:31.945" v="4652" actId="478"/>
          <ac:cxnSpMkLst>
            <pc:docMk/>
            <pc:sldMk cId="624121127" sldId="2555"/>
            <ac:cxnSpMk id="12" creationId="{9E42FA83-69BA-3448-F9D6-36A92ACF2085}"/>
          </ac:cxnSpMkLst>
        </pc:cxnChg>
        <pc:cxnChg chg="del mod topLvl">
          <ac:chgData name="Owais Ahmed" userId="6abc7d4556b3b071" providerId="LiveId" clId="{3F06DB97-3AEE-4F7C-A79E-A7936B34F82A}" dt="2023-07-31T17:40:45.902" v="4621" actId="478"/>
          <ac:cxnSpMkLst>
            <pc:docMk/>
            <pc:sldMk cId="624121127" sldId="2555"/>
            <ac:cxnSpMk id="118" creationId="{E218D9EB-E58D-166C-8764-794115FE12E4}"/>
          </ac:cxnSpMkLst>
        </pc:cxnChg>
      </pc:sldChg>
      <pc:sldChg chg="delSp modSp add mod delAnim modAnim">
        <pc:chgData name="Owais Ahmed" userId="6abc7d4556b3b071" providerId="LiveId" clId="{3F06DB97-3AEE-4F7C-A79E-A7936B34F82A}" dt="2023-07-31T18:22:29.974" v="5359" actId="20577"/>
        <pc:sldMkLst>
          <pc:docMk/>
          <pc:sldMk cId="2558064682" sldId="2556"/>
        </pc:sldMkLst>
        <pc:spChg chg="mod">
          <ac:chgData name="Owais Ahmed" userId="6abc7d4556b3b071" providerId="LiveId" clId="{3F06DB97-3AEE-4F7C-A79E-A7936B34F82A}" dt="2023-07-31T18:22:29.974" v="5359" actId="20577"/>
          <ac:spMkLst>
            <pc:docMk/>
            <pc:sldMk cId="2558064682" sldId="2556"/>
            <ac:spMk id="3" creationId="{4A1C0383-58FE-E486-295E-B33B8683B938}"/>
          </ac:spMkLst>
        </pc:spChg>
        <pc:spChg chg="mod">
          <ac:chgData name="Owais Ahmed" userId="6abc7d4556b3b071" providerId="LiveId" clId="{3F06DB97-3AEE-4F7C-A79E-A7936B34F82A}" dt="2023-07-31T17:44:23.559" v="4681" actId="20577"/>
          <ac:spMkLst>
            <pc:docMk/>
            <pc:sldMk cId="2558064682" sldId="2556"/>
            <ac:spMk id="215" creationId="{00000000-0000-0000-0000-000000000000}"/>
          </ac:spMkLst>
        </pc:spChg>
        <pc:grpChg chg="del">
          <ac:chgData name="Owais Ahmed" userId="6abc7d4556b3b071" providerId="LiveId" clId="{3F06DB97-3AEE-4F7C-A79E-A7936B34F82A}" dt="2023-07-31T18:00:34.463" v="4815" actId="478"/>
          <ac:grpSpMkLst>
            <pc:docMk/>
            <pc:sldMk cId="2558064682" sldId="2556"/>
            <ac:grpSpMk id="14" creationId="{6D373018-1D02-897E-145C-1A033D391303}"/>
          </ac:grpSpMkLst>
        </pc:grpChg>
        <pc:cxnChg chg="mod">
          <ac:chgData name="Owais Ahmed" userId="6abc7d4556b3b071" providerId="LiveId" clId="{3F06DB97-3AEE-4F7C-A79E-A7936B34F82A}" dt="2023-07-31T18:00:34.463" v="4815" actId="478"/>
          <ac:cxnSpMkLst>
            <pc:docMk/>
            <pc:sldMk cId="2558064682" sldId="2556"/>
            <ac:cxnSpMk id="7" creationId="{657C45F0-67F1-A7FA-02BD-786D3D970CCC}"/>
          </ac:cxnSpMkLst>
        </pc:cxnChg>
        <pc:cxnChg chg="mod">
          <ac:chgData name="Owais Ahmed" userId="6abc7d4556b3b071" providerId="LiveId" clId="{3F06DB97-3AEE-4F7C-A79E-A7936B34F82A}" dt="2023-07-31T18:00:34.463" v="4815" actId="478"/>
          <ac:cxnSpMkLst>
            <pc:docMk/>
            <pc:sldMk cId="2558064682" sldId="2556"/>
            <ac:cxnSpMk id="118" creationId="{E218D9EB-E58D-166C-8764-794115FE12E4}"/>
          </ac:cxnSpMkLst>
        </pc:cxnChg>
      </pc:sldChg>
      <pc:sldChg chg="modSp add mod modAnim">
        <pc:chgData name="Owais Ahmed" userId="6abc7d4556b3b071" providerId="LiveId" clId="{3F06DB97-3AEE-4F7C-A79E-A7936B34F82A}" dt="2023-07-31T19:00:13.581" v="6207" actId="20577"/>
        <pc:sldMkLst>
          <pc:docMk/>
          <pc:sldMk cId="296501705" sldId="2557"/>
        </pc:sldMkLst>
        <pc:spChg chg="mod">
          <ac:chgData name="Owais Ahmed" userId="6abc7d4556b3b071" providerId="LiveId" clId="{3F06DB97-3AEE-4F7C-A79E-A7936B34F82A}" dt="2023-07-31T19:00:13.581" v="6207" actId="20577"/>
          <ac:spMkLst>
            <pc:docMk/>
            <pc:sldMk cId="296501705" sldId="2557"/>
            <ac:spMk id="3" creationId="{4A1C0383-58FE-E486-295E-B33B8683B938}"/>
          </ac:spMkLst>
        </pc:spChg>
      </pc:sldChg>
    </pc:docChg>
  </pc:docChgLst>
  <pc:docChgLst>
    <pc:chgData name="Owais Ahmed" userId="6abc7d4556b3b071" providerId="LiveId" clId="{8CBEAB62-A728-450D-B4C0-9368924550F8}"/>
    <pc:docChg chg="undo redo custSel addSld delSld modSld sldOrd">
      <pc:chgData name="Owais Ahmed" userId="6abc7d4556b3b071" providerId="LiveId" clId="{8CBEAB62-A728-450D-B4C0-9368924550F8}" dt="2023-08-07T07:34:47.032" v="13823" actId="20577"/>
      <pc:docMkLst>
        <pc:docMk/>
      </pc:docMkLst>
      <pc:sldChg chg="modSp mod">
        <pc:chgData name="Owais Ahmed" userId="6abc7d4556b3b071" providerId="LiveId" clId="{8CBEAB62-A728-450D-B4C0-9368924550F8}" dt="2023-08-07T05:38:45.243" v="9660" actId="20577"/>
        <pc:sldMkLst>
          <pc:docMk/>
          <pc:sldMk cId="1649098948" sldId="2462"/>
        </pc:sldMkLst>
        <pc:spChg chg="mod">
          <ac:chgData name="Owais Ahmed" userId="6abc7d4556b3b071" providerId="LiveId" clId="{8CBEAB62-A728-450D-B4C0-9368924550F8}" dt="2023-08-07T05:38:45.243" v="9660" actId="20577"/>
          <ac:spMkLst>
            <pc:docMk/>
            <pc:sldMk cId="1649098948" sldId="2462"/>
            <ac:spMk id="6" creationId="{F3C89A40-EEAA-43AB-9A3A-B2CFDE450F1B}"/>
          </ac:spMkLst>
        </pc:spChg>
      </pc:sldChg>
      <pc:sldChg chg="del">
        <pc:chgData name="Owais Ahmed" userId="6abc7d4556b3b071" providerId="LiveId" clId="{8CBEAB62-A728-450D-B4C0-9368924550F8}" dt="2023-08-03T10:08:48.107" v="0" actId="47"/>
        <pc:sldMkLst>
          <pc:docMk/>
          <pc:sldMk cId="641030253" sldId="2479"/>
        </pc:sldMkLst>
      </pc:sldChg>
      <pc:sldChg chg="del">
        <pc:chgData name="Owais Ahmed" userId="6abc7d4556b3b071" providerId="LiveId" clId="{8CBEAB62-A728-450D-B4C0-9368924550F8}" dt="2023-08-03T10:08:49.896" v="2" actId="47"/>
        <pc:sldMkLst>
          <pc:docMk/>
          <pc:sldMk cId="3265271046" sldId="2505"/>
        </pc:sldMkLst>
      </pc:sldChg>
      <pc:sldChg chg="del">
        <pc:chgData name="Owais Ahmed" userId="6abc7d4556b3b071" providerId="LiveId" clId="{8CBEAB62-A728-450D-B4C0-9368924550F8}" dt="2023-08-03T10:08:54.099" v="5" actId="47"/>
        <pc:sldMkLst>
          <pc:docMk/>
          <pc:sldMk cId="2519732872" sldId="2507"/>
        </pc:sldMkLst>
      </pc:sldChg>
      <pc:sldChg chg="del">
        <pc:chgData name="Owais Ahmed" userId="6abc7d4556b3b071" providerId="LiveId" clId="{8CBEAB62-A728-450D-B4C0-9368924550F8}" dt="2023-08-03T10:08:58.705" v="11" actId="47"/>
        <pc:sldMkLst>
          <pc:docMk/>
          <pc:sldMk cId="64818802" sldId="2511"/>
        </pc:sldMkLst>
      </pc:sldChg>
      <pc:sldChg chg="del">
        <pc:chgData name="Owais Ahmed" userId="6abc7d4556b3b071" providerId="LiveId" clId="{8CBEAB62-A728-450D-B4C0-9368924550F8}" dt="2023-08-03T10:08:48.871" v="1" actId="47"/>
        <pc:sldMkLst>
          <pc:docMk/>
          <pc:sldMk cId="2990752692" sldId="2547"/>
        </pc:sldMkLst>
      </pc:sldChg>
      <pc:sldChg chg="del">
        <pc:chgData name="Owais Ahmed" userId="6abc7d4556b3b071" providerId="LiveId" clId="{8CBEAB62-A728-450D-B4C0-9368924550F8}" dt="2023-08-03T10:08:51.118" v="3" actId="47"/>
        <pc:sldMkLst>
          <pc:docMk/>
          <pc:sldMk cId="3485698213" sldId="2548"/>
        </pc:sldMkLst>
      </pc:sldChg>
      <pc:sldChg chg="del">
        <pc:chgData name="Owais Ahmed" userId="6abc7d4556b3b071" providerId="LiveId" clId="{8CBEAB62-A728-450D-B4C0-9368924550F8}" dt="2023-08-03T10:08:58.442" v="10" actId="47"/>
        <pc:sldMkLst>
          <pc:docMk/>
          <pc:sldMk cId="3738101922" sldId="2549"/>
        </pc:sldMkLst>
      </pc:sldChg>
      <pc:sldChg chg="del">
        <pc:chgData name="Owais Ahmed" userId="6abc7d4556b3b071" providerId="LiveId" clId="{8CBEAB62-A728-450D-B4C0-9368924550F8}" dt="2023-08-03T10:08:51.709" v="4" actId="47"/>
        <pc:sldMkLst>
          <pc:docMk/>
          <pc:sldMk cId="821949743" sldId="2550"/>
        </pc:sldMkLst>
      </pc:sldChg>
      <pc:sldChg chg="del">
        <pc:chgData name="Owais Ahmed" userId="6abc7d4556b3b071" providerId="LiveId" clId="{8CBEAB62-A728-450D-B4C0-9368924550F8}" dt="2023-08-03T10:08:54.738" v="6" actId="47"/>
        <pc:sldMkLst>
          <pc:docMk/>
          <pc:sldMk cId="2619033452" sldId="2552"/>
        </pc:sldMkLst>
      </pc:sldChg>
      <pc:sldChg chg="del">
        <pc:chgData name="Owais Ahmed" userId="6abc7d4556b3b071" providerId="LiveId" clId="{8CBEAB62-A728-450D-B4C0-9368924550F8}" dt="2023-08-03T10:09:01.546" v="12" actId="47"/>
        <pc:sldMkLst>
          <pc:docMk/>
          <pc:sldMk cId="2942372078" sldId="2553"/>
        </pc:sldMkLst>
      </pc:sldChg>
      <pc:sldChg chg="del">
        <pc:chgData name="Owais Ahmed" userId="6abc7d4556b3b071" providerId="LiveId" clId="{8CBEAB62-A728-450D-B4C0-9368924550F8}" dt="2023-08-03T10:08:56.553" v="7" actId="47"/>
        <pc:sldMkLst>
          <pc:docMk/>
          <pc:sldMk cId="2825207532" sldId="2554"/>
        </pc:sldMkLst>
      </pc:sldChg>
      <pc:sldChg chg="del">
        <pc:chgData name="Owais Ahmed" userId="6abc7d4556b3b071" providerId="LiveId" clId="{8CBEAB62-A728-450D-B4C0-9368924550F8}" dt="2023-08-03T10:08:57.053" v="8" actId="47"/>
        <pc:sldMkLst>
          <pc:docMk/>
          <pc:sldMk cId="624121127" sldId="2555"/>
        </pc:sldMkLst>
      </pc:sldChg>
      <pc:sldChg chg="del">
        <pc:chgData name="Owais Ahmed" userId="6abc7d4556b3b071" providerId="LiveId" clId="{8CBEAB62-A728-450D-B4C0-9368924550F8}" dt="2023-08-03T10:08:57.362" v="9" actId="47"/>
        <pc:sldMkLst>
          <pc:docMk/>
          <pc:sldMk cId="2558064682" sldId="2556"/>
        </pc:sldMkLst>
      </pc:sldChg>
      <pc:sldChg chg="modSp mod modAnim">
        <pc:chgData name="Owais Ahmed" userId="6abc7d4556b3b071" providerId="LiveId" clId="{8CBEAB62-A728-450D-B4C0-9368924550F8}" dt="2023-08-03T10:14:28.598" v="650" actId="20577"/>
        <pc:sldMkLst>
          <pc:docMk/>
          <pc:sldMk cId="296501705" sldId="2557"/>
        </pc:sldMkLst>
        <pc:spChg chg="mod">
          <ac:chgData name="Owais Ahmed" userId="6abc7d4556b3b071" providerId="LiveId" clId="{8CBEAB62-A728-450D-B4C0-9368924550F8}" dt="2023-08-03T10:14:28.598" v="650" actId="20577"/>
          <ac:spMkLst>
            <pc:docMk/>
            <pc:sldMk cId="296501705" sldId="2557"/>
            <ac:spMk id="3" creationId="{4A1C0383-58FE-E486-295E-B33B8683B938}"/>
          </ac:spMkLst>
        </pc:spChg>
        <pc:spChg chg="mod">
          <ac:chgData name="Owais Ahmed" userId="6abc7d4556b3b071" providerId="LiveId" clId="{8CBEAB62-A728-450D-B4C0-9368924550F8}" dt="2023-08-03T10:10:23.107" v="133" actId="20577"/>
          <ac:spMkLst>
            <pc:docMk/>
            <pc:sldMk cId="296501705" sldId="2557"/>
            <ac:spMk id="215" creationId="{00000000-0000-0000-0000-000000000000}"/>
          </ac:spMkLst>
        </pc:spChg>
      </pc:sldChg>
      <pc:sldChg chg="addSp delSp modSp add mod modAnim">
        <pc:chgData name="Owais Ahmed" userId="6abc7d4556b3b071" providerId="LiveId" clId="{8CBEAB62-A728-450D-B4C0-9368924550F8}" dt="2023-08-03T10:23:19.045" v="1515" actId="20577"/>
        <pc:sldMkLst>
          <pc:docMk/>
          <pc:sldMk cId="3909667495" sldId="2558"/>
        </pc:sldMkLst>
        <pc:spChg chg="mod">
          <ac:chgData name="Owais Ahmed" userId="6abc7d4556b3b071" providerId="LiveId" clId="{8CBEAB62-A728-450D-B4C0-9368924550F8}" dt="2023-08-03T10:23:19.045" v="1515" actId="20577"/>
          <ac:spMkLst>
            <pc:docMk/>
            <pc:sldMk cId="3909667495" sldId="2558"/>
            <ac:spMk id="3" creationId="{4A1C0383-58FE-E486-295E-B33B8683B938}"/>
          </ac:spMkLst>
        </pc:spChg>
        <pc:spChg chg="mod">
          <ac:chgData name="Owais Ahmed" userId="6abc7d4556b3b071" providerId="LiveId" clId="{8CBEAB62-A728-450D-B4C0-9368924550F8}" dt="2023-08-03T10:14:53.205" v="670" actId="20577"/>
          <ac:spMkLst>
            <pc:docMk/>
            <pc:sldMk cId="3909667495" sldId="2558"/>
            <ac:spMk id="215" creationId="{00000000-0000-0000-0000-000000000000}"/>
          </ac:spMkLst>
        </pc:spChg>
        <pc:graphicFrameChg chg="add del mod modGraphic">
          <ac:chgData name="Owais Ahmed" userId="6abc7d4556b3b071" providerId="LiveId" clId="{8CBEAB62-A728-450D-B4C0-9368924550F8}" dt="2023-08-03T10:16:24.880" v="714"/>
          <ac:graphicFrameMkLst>
            <pc:docMk/>
            <pc:sldMk cId="3909667495" sldId="2558"/>
            <ac:graphicFrameMk id="4" creationId="{BE0AA433-9378-AF9E-782E-620452E3190F}"/>
          </ac:graphicFrameMkLst>
        </pc:graphicFrameChg>
        <pc:graphicFrameChg chg="add mod modGraphic">
          <ac:chgData name="Owais Ahmed" userId="6abc7d4556b3b071" providerId="LiveId" clId="{8CBEAB62-A728-450D-B4C0-9368924550F8}" dt="2023-08-03T10:20:03.477" v="1049" actId="20577"/>
          <ac:graphicFrameMkLst>
            <pc:docMk/>
            <pc:sldMk cId="3909667495" sldId="2558"/>
            <ac:graphicFrameMk id="5" creationId="{C244DA9B-A3BA-1738-3D3E-32FF339EF18B}"/>
          </ac:graphicFrameMkLst>
        </pc:graphicFrameChg>
      </pc:sldChg>
      <pc:sldChg chg="delSp modSp add mod delAnim modAnim">
        <pc:chgData name="Owais Ahmed" userId="6abc7d4556b3b071" providerId="LiveId" clId="{8CBEAB62-A728-450D-B4C0-9368924550F8}" dt="2023-08-03T10:30:36.991" v="1910" actId="20577"/>
        <pc:sldMkLst>
          <pc:docMk/>
          <pc:sldMk cId="3856755703" sldId="2559"/>
        </pc:sldMkLst>
        <pc:spChg chg="mod">
          <ac:chgData name="Owais Ahmed" userId="6abc7d4556b3b071" providerId="LiveId" clId="{8CBEAB62-A728-450D-B4C0-9368924550F8}" dt="2023-08-03T10:30:36.991" v="1910" actId="20577"/>
          <ac:spMkLst>
            <pc:docMk/>
            <pc:sldMk cId="3856755703" sldId="2559"/>
            <ac:spMk id="3" creationId="{4A1C0383-58FE-E486-295E-B33B8683B938}"/>
          </ac:spMkLst>
        </pc:spChg>
        <pc:spChg chg="mod">
          <ac:chgData name="Owais Ahmed" userId="6abc7d4556b3b071" providerId="LiveId" clId="{8CBEAB62-A728-450D-B4C0-9368924550F8}" dt="2023-08-03T10:27:31.609" v="1654" actId="20577"/>
          <ac:spMkLst>
            <pc:docMk/>
            <pc:sldMk cId="3856755703" sldId="2559"/>
            <ac:spMk id="215" creationId="{00000000-0000-0000-0000-000000000000}"/>
          </ac:spMkLst>
        </pc:spChg>
        <pc:graphicFrameChg chg="del">
          <ac:chgData name="Owais Ahmed" userId="6abc7d4556b3b071" providerId="LiveId" clId="{8CBEAB62-A728-450D-B4C0-9368924550F8}" dt="2023-08-03T10:23:56.017" v="1543" actId="478"/>
          <ac:graphicFrameMkLst>
            <pc:docMk/>
            <pc:sldMk cId="3856755703" sldId="2559"/>
            <ac:graphicFrameMk id="5" creationId="{C244DA9B-A3BA-1738-3D3E-32FF339EF18B}"/>
          </ac:graphicFrameMkLst>
        </pc:graphicFrameChg>
      </pc:sldChg>
      <pc:sldChg chg="delSp modSp add mod delAnim modAnim">
        <pc:chgData name="Owais Ahmed" userId="6abc7d4556b3b071" providerId="LiveId" clId="{8CBEAB62-A728-450D-B4C0-9368924550F8}" dt="2023-08-03T10:32:58.944" v="2352" actId="20577"/>
        <pc:sldMkLst>
          <pc:docMk/>
          <pc:sldMk cId="3846338403" sldId="2560"/>
        </pc:sldMkLst>
        <pc:spChg chg="mod">
          <ac:chgData name="Owais Ahmed" userId="6abc7d4556b3b071" providerId="LiveId" clId="{8CBEAB62-A728-450D-B4C0-9368924550F8}" dt="2023-08-03T10:32:58.944" v="2352" actId="20577"/>
          <ac:spMkLst>
            <pc:docMk/>
            <pc:sldMk cId="3846338403" sldId="2560"/>
            <ac:spMk id="3" creationId="{4A1C0383-58FE-E486-295E-B33B8683B938}"/>
          </ac:spMkLst>
        </pc:spChg>
        <pc:graphicFrameChg chg="del">
          <ac:chgData name="Owais Ahmed" userId="6abc7d4556b3b071" providerId="LiveId" clId="{8CBEAB62-A728-450D-B4C0-9368924550F8}" dt="2023-08-03T10:27:58.711" v="1656" actId="478"/>
          <ac:graphicFrameMkLst>
            <pc:docMk/>
            <pc:sldMk cId="3846338403" sldId="2560"/>
            <ac:graphicFrameMk id="5" creationId="{C244DA9B-A3BA-1738-3D3E-32FF339EF18B}"/>
          </ac:graphicFrameMkLst>
        </pc:graphicFrameChg>
      </pc:sldChg>
      <pc:sldChg chg="addSp modSp mod modAnim">
        <pc:chgData name="Owais Ahmed" userId="6abc7d4556b3b071" providerId="LiveId" clId="{8CBEAB62-A728-450D-B4C0-9368924550F8}" dt="2023-08-05T09:03:13.436" v="3610" actId="13926"/>
        <pc:sldMkLst>
          <pc:docMk/>
          <pc:sldMk cId="150925741" sldId="2563"/>
        </pc:sldMkLst>
        <pc:spChg chg="mod">
          <ac:chgData name="Owais Ahmed" userId="6abc7d4556b3b071" providerId="LiveId" clId="{8CBEAB62-A728-450D-B4C0-9368924550F8}" dt="2023-08-05T08:28:34.610" v="3322" actId="20577"/>
          <ac:spMkLst>
            <pc:docMk/>
            <pc:sldMk cId="150925741" sldId="2563"/>
            <ac:spMk id="3" creationId="{4A1C0383-58FE-E486-295E-B33B8683B938}"/>
          </ac:spMkLst>
        </pc:spChg>
        <pc:graphicFrameChg chg="add mod modGraphic">
          <ac:chgData name="Owais Ahmed" userId="6abc7d4556b3b071" providerId="LiveId" clId="{8CBEAB62-A728-450D-B4C0-9368924550F8}" dt="2023-08-05T09:03:13.436" v="3610" actId="13926"/>
          <ac:graphicFrameMkLst>
            <pc:docMk/>
            <pc:sldMk cId="150925741" sldId="2563"/>
            <ac:graphicFrameMk id="4" creationId="{DE8A4CD6-FF35-8C96-FE48-73CE2E1F1C2C}"/>
          </ac:graphicFrameMkLst>
        </pc:graphicFrameChg>
        <pc:graphicFrameChg chg="mod modGraphic">
          <ac:chgData name="Owais Ahmed" userId="6abc7d4556b3b071" providerId="LiveId" clId="{8CBEAB62-A728-450D-B4C0-9368924550F8}" dt="2023-08-05T04:53:32.312" v="2388" actId="1076"/>
          <ac:graphicFrameMkLst>
            <pc:docMk/>
            <pc:sldMk cId="150925741" sldId="2563"/>
            <ac:graphicFrameMk id="5" creationId="{C244DA9B-A3BA-1738-3D3E-32FF339EF18B}"/>
          </ac:graphicFrameMkLst>
        </pc:graphicFrameChg>
      </pc:sldChg>
      <pc:sldChg chg="delSp modSp add mod delAnim modAnim">
        <pc:chgData name="Owais Ahmed" userId="6abc7d4556b3b071" providerId="LiveId" clId="{8CBEAB62-A728-450D-B4C0-9368924550F8}" dt="2023-08-05T08:59:22.071" v="3553" actId="14100"/>
        <pc:sldMkLst>
          <pc:docMk/>
          <pc:sldMk cId="3164841762" sldId="2564"/>
        </pc:sldMkLst>
        <pc:spChg chg="mod">
          <ac:chgData name="Owais Ahmed" userId="6abc7d4556b3b071" providerId="LiveId" clId="{8CBEAB62-A728-450D-B4C0-9368924550F8}" dt="2023-08-05T08:59:22.071" v="3553" actId="14100"/>
          <ac:spMkLst>
            <pc:docMk/>
            <pc:sldMk cId="3164841762" sldId="2564"/>
            <ac:spMk id="3" creationId="{4A1C0383-58FE-E486-295E-B33B8683B938}"/>
          </ac:spMkLst>
        </pc:spChg>
        <pc:graphicFrameChg chg="del">
          <ac:chgData name="Owais Ahmed" userId="6abc7d4556b3b071" providerId="LiveId" clId="{8CBEAB62-A728-450D-B4C0-9368924550F8}" dt="2023-08-05T07:45:06.498" v="2880" actId="478"/>
          <ac:graphicFrameMkLst>
            <pc:docMk/>
            <pc:sldMk cId="3164841762" sldId="2564"/>
            <ac:graphicFrameMk id="4" creationId="{DE8A4CD6-FF35-8C96-FE48-73CE2E1F1C2C}"/>
          </ac:graphicFrameMkLst>
        </pc:graphicFrameChg>
        <pc:graphicFrameChg chg="del">
          <ac:chgData name="Owais Ahmed" userId="6abc7d4556b3b071" providerId="LiveId" clId="{8CBEAB62-A728-450D-B4C0-9368924550F8}" dt="2023-08-05T07:45:08.070" v="2881" actId="478"/>
          <ac:graphicFrameMkLst>
            <pc:docMk/>
            <pc:sldMk cId="3164841762" sldId="2564"/>
            <ac:graphicFrameMk id="5" creationId="{C244DA9B-A3BA-1738-3D3E-32FF339EF18B}"/>
          </ac:graphicFrameMkLst>
        </pc:graphicFrameChg>
      </pc:sldChg>
      <pc:sldChg chg="addSp modSp add mod modAnim">
        <pc:chgData name="Owais Ahmed" userId="6abc7d4556b3b071" providerId="LiveId" clId="{8CBEAB62-A728-450D-B4C0-9368924550F8}" dt="2023-08-07T05:01:57.294" v="8002" actId="14734"/>
        <pc:sldMkLst>
          <pc:docMk/>
          <pc:sldMk cId="4253636147" sldId="2565"/>
        </pc:sldMkLst>
        <pc:spChg chg="mod">
          <ac:chgData name="Owais Ahmed" userId="6abc7d4556b3b071" providerId="LiveId" clId="{8CBEAB62-A728-450D-B4C0-9368924550F8}" dt="2023-08-05T09:14:44.195" v="4442" actId="20577"/>
          <ac:spMkLst>
            <pc:docMk/>
            <pc:sldMk cId="4253636147" sldId="2565"/>
            <ac:spMk id="3" creationId="{4A1C0383-58FE-E486-295E-B33B8683B938}"/>
          </ac:spMkLst>
        </pc:spChg>
        <pc:graphicFrameChg chg="add mod modGraphic">
          <ac:chgData name="Owais Ahmed" userId="6abc7d4556b3b071" providerId="LiveId" clId="{8CBEAB62-A728-450D-B4C0-9368924550F8}" dt="2023-08-05T09:11:11.405" v="4126" actId="1076"/>
          <ac:graphicFrameMkLst>
            <pc:docMk/>
            <pc:sldMk cId="4253636147" sldId="2565"/>
            <ac:graphicFrameMk id="4" creationId="{25FA11BA-519C-B8E9-CDB3-AA9CD3B98FEF}"/>
          </ac:graphicFrameMkLst>
        </pc:graphicFrameChg>
        <pc:graphicFrameChg chg="add mod modGraphic">
          <ac:chgData name="Owais Ahmed" userId="6abc7d4556b3b071" providerId="LiveId" clId="{8CBEAB62-A728-450D-B4C0-9368924550F8}" dt="2023-08-05T09:11:06.877" v="4125" actId="1076"/>
          <ac:graphicFrameMkLst>
            <pc:docMk/>
            <pc:sldMk cId="4253636147" sldId="2565"/>
            <ac:graphicFrameMk id="5" creationId="{15E67BFA-3F71-083A-67AB-20A715EDDA93}"/>
          </ac:graphicFrameMkLst>
        </pc:graphicFrameChg>
        <pc:graphicFrameChg chg="add mod modGraphic">
          <ac:chgData name="Owais Ahmed" userId="6abc7d4556b3b071" providerId="LiveId" clId="{8CBEAB62-A728-450D-B4C0-9368924550F8}" dt="2023-08-07T05:01:57.294" v="8002" actId="14734"/>
          <ac:graphicFrameMkLst>
            <pc:docMk/>
            <pc:sldMk cId="4253636147" sldId="2565"/>
            <ac:graphicFrameMk id="6" creationId="{A72532E0-504C-C01E-B6E3-3694F19349C0}"/>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7" creationId="{66AA3F57-762F-68A5-0A34-CD66595BB821}"/>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8" creationId="{ECBF95C7-FB59-5ADC-4F88-3702DC89CB47}"/>
          </ac:graphicFrameMkLst>
        </pc:graphicFrameChg>
      </pc:sldChg>
      <pc:sldChg chg="delSp modSp add mod ord delAnim modAnim">
        <pc:chgData name="Owais Ahmed" userId="6abc7d4556b3b071" providerId="LiveId" clId="{8CBEAB62-A728-450D-B4C0-9368924550F8}" dt="2023-08-05T09:43:07.618" v="5690" actId="20577"/>
        <pc:sldMkLst>
          <pc:docMk/>
          <pc:sldMk cId="2684752333" sldId="2566"/>
        </pc:sldMkLst>
        <pc:spChg chg="mod">
          <ac:chgData name="Owais Ahmed" userId="6abc7d4556b3b071" providerId="LiveId" clId="{8CBEAB62-A728-450D-B4C0-9368924550F8}" dt="2023-08-05T09:43:07.618" v="5690" actId="20577"/>
          <ac:spMkLst>
            <pc:docMk/>
            <pc:sldMk cId="2684752333" sldId="2566"/>
            <ac:spMk id="3" creationId="{4A1C0383-58FE-E486-295E-B33B8683B938}"/>
          </ac:spMkLst>
        </pc:spChg>
        <pc:spChg chg="mod">
          <ac:chgData name="Owais Ahmed" userId="6abc7d4556b3b071" providerId="LiveId" clId="{8CBEAB62-A728-450D-B4C0-9368924550F8}" dt="2023-08-05T09:13:42.819" v="4352" actId="20577"/>
          <ac:spMkLst>
            <pc:docMk/>
            <pc:sldMk cId="2684752333" sldId="2566"/>
            <ac:spMk id="215" creationId="{00000000-0000-0000-0000-000000000000}"/>
          </ac:spMkLst>
        </pc:spChg>
        <pc:graphicFrameChg chg="del modGraphic">
          <ac:chgData name="Owais Ahmed" userId="6abc7d4556b3b071" providerId="LiveId" clId="{8CBEAB62-A728-450D-B4C0-9368924550F8}" dt="2023-08-05T09:13:47.360" v="4355" actId="478"/>
          <ac:graphicFrameMkLst>
            <pc:docMk/>
            <pc:sldMk cId="2684752333" sldId="2566"/>
            <ac:graphicFrameMk id="4" creationId="{DE8A4CD6-FF35-8C96-FE48-73CE2E1F1C2C}"/>
          </ac:graphicFrameMkLst>
        </pc:graphicFrameChg>
        <pc:graphicFrameChg chg="del">
          <ac:chgData name="Owais Ahmed" userId="6abc7d4556b3b071" providerId="LiveId" clId="{8CBEAB62-A728-450D-B4C0-9368924550F8}" dt="2023-08-05T09:13:45.246" v="4353" actId="478"/>
          <ac:graphicFrameMkLst>
            <pc:docMk/>
            <pc:sldMk cId="2684752333" sldId="2566"/>
            <ac:graphicFrameMk id="5" creationId="{C244DA9B-A3BA-1738-3D3E-32FF339EF18B}"/>
          </ac:graphicFrameMkLst>
        </pc:graphicFrameChg>
      </pc:sldChg>
      <pc:sldChg chg="addSp modSp add mod modAnim">
        <pc:chgData name="Owais Ahmed" userId="6abc7d4556b3b071" providerId="LiveId" clId="{8CBEAB62-A728-450D-B4C0-9368924550F8}" dt="2023-08-05T09:40:07.234" v="5654" actId="120"/>
        <pc:sldMkLst>
          <pc:docMk/>
          <pc:sldMk cId="138900574" sldId="2567"/>
        </pc:sldMkLst>
        <pc:spChg chg="mod">
          <ac:chgData name="Owais Ahmed" userId="6abc7d4556b3b071" providerId="LiveId" clId="{8CBEAB62-A728-450D-B4C0-9368924550F8}" dt="2023-08-05T09:40:05.036" v="5653" actId="120"/>
          <ac:spMkLst>
            <pc:docMk/>
            <pc:sldMk cId="138900574" sldId="2567"/>
            <ac:spMk id="3" creationId="{4A1C0383-58FE-E486-295E-B33B8683B938}"/>
          </ac:spMkLst>
        </pc:spChg>
        <pc:spChg chg="add mod">
          <ac:chgData name="Owais Ahmed" userId="6abc7d4556b3b071" providerId="LiveId" clId="{8CBEAB62-A728-450D-B4C0-9368924550F8}" dt="2023-08-05T09:40:07.234" v="5654" actId="120"/>
          <ac:spMkLst>
            <pc:docMk/>
            <pc:sldMk cId="138900574" sldId="2567"/>
            <ac:spMk id="4" creationId="{8D6224BA-2D09-E23F-7F3D-886C357CD0A9}"/>
          </ac:spMkLst>
        </pc:spChg>
        <pc:spChg chg="add mod">
          <ac:chgData name="Owais Ahmed" userId="6abc7d4556b3b071" providerId="LiveId" clId="{8CBEAB62-A728-450D-B4C0-9368924550F8}" dt="2023-08-05T09:39:12.371" v="5642" actId="20577"/>
          <ac:spMkLst>
            <pc:docMk/>
            <pc:sldMk cId="138900574" sldId="2567"/>
            <ac:spMk id="5" creationId="{D8A133B4-136A-66C5-A226-B4498C790255}"/>
          </ac:spMkLst>
        </pc:spChg>
      </pc:sldChg>
      <pc:sldChg chg="addSp delSp modSp add mod ord delAnim modAnim">
        <pc:chgData name="Owais Ahmed" userId="6abc7d4556b3b071" providerId="LiveId" clId="{8CBEAB62-A728-450D-B4C0-9368924550F8}" dt="2023-08-05T09:53:52.921" v="6349" actId="20577"/>
        <pc:sldMkLst>
          <pc:docMk/>
          <pc:sldMk cId="1329531230" sldId="2568"/>
        </pc:sldMkLst>
        <pc:spChg chg="mod">
          <ac:chgData name="Owais Ahmed" userId="6abc7d4556b3b071" providerId="LiveId" clId="{8CBEAB62-A728-450D-B4C0-9368924550F8}" dt="2023-08-05T09:53:52.921" v="6349" actId="20577"/>
          <ac:spMkLst>
            <pc:docMk/>
            <pc:sldMk cId="1329531230" sldId="2568"/>
            <ac:spMk id="3" creationId="{4A1C0383-58FE-E486-295E-B33B8683B938}"/>
          </ac:spMkLst>
        </pc:spChg>
        <pc:graphicFrameChg chg="add del mod">
          <ac:chgData name="Owais Ahmed" userId="6abc7d4556b3b071" providerId="LiveId" clId="{8CBEAB62-A728-450D-B4C0-9368924550F8}" dt="2023-08-05T09:44:04.472" v="5708" actId="478"/>
          <ac:graphicFrameMkLst>
            <pc:docMk/>
            <pc:sldMk cId="1329531230" sldId="2568"/>
            <ac:graphicFrameMk id="4" creationId="{CC68BD49-AE07-8B56-BDD7-30FFF47EAA86}"/>
          </ac:graphicFrameMkLst>
        </pc:graphicFrameChg>
      </pc:sldChg>
      <pc:sldChg chg="modSp add mod ord addAnim delAnim modAnim modNotesTx">
        <pc:chgData name="Owais Ahmed" userId="6abc7d4556b3b071" providerId="LiveId" clId="{8CBEAB62-A728-450D-B4C0-9368924550F8}" dt="2023-08-07T05:06:50.015" v="8280" actId="20577"/>
        <pc:sldMkLst>
          <pc:docMk/>
          <pc:sldMk cId="213204764" sldId="2569"/>
        </pc:sldMkLst>
        <pc:spChg chg="mod">
          <ac:chgData name="Owais Ahmed" userId="6abc7d4556b3b071" providerId="LiveId" clId="{8CBEAB62-A728-450D-B4C0-9368924550F8}" dt="2023-08-07T05:06:50.015" v="8280" actId="20577"/>
          <ac:spMkLst>
            <pc:docMk/>
            <pc:sldMk cId="213204764" sldId="2569"/>
            <ac:spMk id="3" creationId="{4A1C0383-58FE-E486-295E-B33B8683B938}"/>
          </ac:spMkLst>
        </pc:spChg>
      </pc:sldChg>
      <pc:sldChg chg="add del">
        <pc:chgData name="Owais Ahmed" userId="6abc7d4556b3b071" providerId="LiveId" clId="{8CBEAB62-A728-450D-B4C0-9368924550F8}" dt="2023-08-07T05:00:03.094" v="7877" actId="2890"/>
        <pc:sldMkLst>
          <pc:docMk/>
          <pc:sldMk cId="590678646" sldId="2570"/>
        </pc:sldMkLst>
      </pc:sldChg>
      <pc:sldChg chg="modSp add mod ord modAnim">
        <pc:chgData name="Owais Ahmed" userId="6abc7d4556b3b071" providerId="LiveId" clId="{8CBEAB62-A728-450D-B4C0-9368924550F8}" dt="2023-08-07T06:03:08.934" v="10384" actId="20577"/>
        <pc:sldMkLst>
          <pc:docMk/>
          <pc:sldMk cId="3970414602" sldId="2570"/>
        </pc:sldMkLst>
        <pc:spChg chg="mod">
          <ac:chgData name="Owais Ahmed" userId="6abc7d4556b3b071" providerId="LiveId" clId="{8CBEAB62-A728-450D-B4C0-9368924550F8}" dt="2023-08-07T06:03:08.934" v="10384" actId="20577"/>
          <ac:spMkLst>
            <pc:docMk/>
            <pc:sldMk cId="3970414602" sldId="2570"/>
            <ac:spMk id="3" creationId="{4A1C0383-58FE-E486-295E-B33B8683B938}"/>
          </ac:spMkLst>
        </pc:spChg>
      </pc:sldChg>
      <pc:sldChg chg="addSp modSp add mod ord modAnim">
        <pc:chgData name="Owais Ahmed" userId="6abc7d4556b3b071" providerId="LiveId" clId="{8CBEAB62-A728-450D-B4C0-9368924550F8}" dt="2023-08-07T06:02:45.761" v="10378" actId="20577"/>
        <pc:sldMkLst>
          <pc:docMk/>
          <pc:sldMk cId="1201433262" sldId="2571"/>
        </pc:sldMkLst>
        <pc:spChg chg="mod">
          <ac:chgData name="Owais Ahmed" userId="6abc7d4556b3b071" providerId="LiveId" clId="{8CBEAB62-A728-450D-B4C0-9368924550F8}" dt="2023-08-07T06:02:45.761" v="10378" actId="20577"/>
          <ac:spMkLst>
            <pc:docMk/>
            <pc:sldMk cId="1201433262" sldId="2571"/>
            <ac:spMk id="3" creationId="{4A1C0383-58FE-E486-295E-B33B8683B938}"/>
          </ac:spMkLst>
        </pc:spChg>
        <pc:spChg chg="mod">
          <ac:chgData name="Owais Ahmed" userId="6abc7d4556b3b071" providerId="LiveId" clId="{8CBEAB62-A728-450D-B4C0-9368924550F8}" dt="2023-08-07T05:12:33.727" v="8787" actId="20577"/>
          <ac:spMkLst>
            <pc:docMk/>
            <pc:sldMk cId="1201433262" sldId="2571"/>
            <ac:spMk id="215" creationId="{00000000-0000-0000-0000-000000000000}"/>
          </ac:spMkLst>
        </pc:spChg>
        <pc:graphicFrameChg chg="add mod modGraphic">
          <ac:chgData name="Owais Ahmed" userId="6abc7d4556b3b071" providerId="LiveId" clId="{8CBEAB62-A728-450D-B4C0-9368924550F8}" dt="2023-08-07T05:33:19.320" v="8987" actId="1076"/>
          <ac:graphicFrameMkLst>
            <pc:docMk/>
            <pc:sldMk cId="1201433262" sldId="2571"/>
            <ac:graphicFrameMk id="4" creationId="{34918803-EC30-5A49-49FD-1A59C4328C53}"/>
          </ac:graphicFrameMkLst>
        </pc:graphicFrameChg>
      </pc:sldChg>
      <pc:sldChg chg="delSp modSp add del mod modAnim">
        <pc:chgData name="Owais Ahmed" userId="6abc7d4556b3b071" providerId="LiveId" clId="{8CBEAB62-A728-450D-B4C0-9368924550F8}" dt="2023-08-07T06:01:39.402" v="10337" actId="47"/>
        <pc:sldMkLst>
          <pc:docMk/>
          <pc:sldMk cId="3209427558" sldId="2572"/>
        </pc:sldMkLst>
        <pc:spChg chg="mod">
          <ac:chgData name="Owais Ahmed" userId="6abc7d4556b3b071" providerId="LiveId" clId="{8CBEAB62-A728-450D-B4C0-9368924550F8}" dt="2023-08-07T06:00:43.311" v="10313" actId="20577"/>
          <ac:spMkLst>
            <pc:docMk/>
            <pc:sldMk cId="3209427558" sldId="2572"/>
            <ac:spMk id="3" creationId="{4A1C0383-58FE-E486-295E-B33B8683B938}"/>
          </ac:spMkLst>
        </pc:spChg>
        <pc:graphicFrameChg chg="del">
          <ac:chgData name="Owais Ahmed" userId="6abc7d4556b3b071" providerId="LiveId" clId="{8CBEAB62-A728-450D-B4C0-9368924550F8}" dt="2023-08-07T05:35:58.764" v="9438" actId="478"/>
          <ac:graphicFrameMkLst>
            <pc:docMk/>
            <pc:sldMk cId="3209427558" sldId="2572"/>
            <ac:graphicFrameMk id="4" creationId="{34918803-EC30-5A49-49FD-1A59C4328C53}"/>
          </ac:graphicFrameMkLst>
        </pc:graphicFrameChg>
      </pc:sldChg>
      <pc:sldChg chg="modSp add mod ord modAnim">
        <pc:chgData name="Owais Ahmed" userId="6abc7d4556b3b071" providerId="LiveId" clId="{8CBEAB62-A728-450D-B4C0-9368924550F8}" dt="2023-08-07T06:07:14.440" v="10621" actId="20577"/>
        <pc:sldMkLst>
          <pc:docMk/>
          <pc:sldMk cId="2285914733" sldId="2573"/>
        </pc:sldMkLst>
        <pc:spChg chg="mod">
          <ac:chgData name="Owais Ahmed" userId="6abc7d4556b3b071" providerId="LiveId" clId="{8CBEAB62-A728-450D-B4C0-9368924550F8}" dt="2023-08-07T06:07:14.440" v="10621" actId="20577"/>
          <ac:spMkLst>
            <pc:docMk/>
            <pc:sldMk cId="2285914733" sldId="2573"/>
            <ac:spMk id="3" creationId="{4A1C0383-58FE-E486-295E-B33B8683B938}"/>
          </ac:spMkLst>
        </pc:spChg>
        <pc:spChg chg="mod">
          <ac:chgData name="Owais Ahmed" userId="6abc7d4556b3b071" providerId="LiveId" clId="{8CBEAB62-A728-450D-B4C0-9368924550F8}" dt="2023-08-07T05:39:00.297" v="9677" actId="20577"/>
          <ac:spMkLst>
            <pc:docMk/>
            <pc:sldMk cId="2285914733" sldId="2573"/>
            <ac:spMk id="215" creationId="{00000000-0000-0000-0000-000000000000}"/>
          </ac:spMkLst>
        </pc:spChg>
      </pc:sldChg>
      <pc:sldChg chg="modSp add mod ord addAnim delAnim modAnim">
        <pc:chgData name="Owais Ahmed" userId="6abc7d4556b3b071" providerId="LiveId" clId="{8CBEAB62-A728-450D-B4C0-9368924550F8}" dt="2023-08-07T07:34:47.032" v="13823" actId="20577"/>
        <pc:sldMkLst>
          <pc:docMk/>
          <pc:sldMk cId="1728240852" sldId="2574"/>
        </pc:sldMkLst>
        <pc:spChg chg="mod">
          <ac:chgData name="Owais Ahmed" userId="6abc7d4556b3b071" providerId="LiveId" clId="{8CBEAB62-A728-450D-B4C0-9368924550F8}" dt="2023-08-07T07:34:47.032" v="13823" actId="20577"/>
          <ac:spMkLst>
            <pc:docMk/>
            <pc:sldMk cId="1728240852" sldId="2574"/>
            <ac:spMk id="3" creationId="{4A1C0383-58FE-E486-295E-B33B8683B938}"/>
          </ac:spMkLst>
        </pc:spChg>
        <pc:spChg chg="mod">
          <ac:chgData name="Owais Ahmed" userId="6abc7d4556b3b071" providerId="LiveId" clId="{8CBEAB62-A728-450D-B4C0-9368924550F8}" dt="2023-08-07T06:03:30.120" v="10418" actId="20577"/>
          <ac:spMkLst>
            <pc:docMk/>
            <pc:sldMk cId="1728240852" sldId="2574"/>
            <ac:spMk id="215" creationId="{00000000-0000-0000-0000-000000000000}"/>
          </ac:spMkLst>
        </pc:spChg>
      </pc:sldChg>
      <pc:sldChg chg="modSp add mod modAnim">
        <pc:chgData name="Owais Ahmed" userId="6abc7d4556b3b071" providerId="LiveId" clId="{8CBEAB62-A728-450D-B4C0-9368924550F8}" dt="2023-08-07T07:06:18.484" v="13104" actId="20577"/>
        <pc:sldMkLst>
          <pc:docMk/>
          <pc:sldMk cId="3271818871" sldId="2575"/>
        </pc:sldMkLst>
        <pc:spChg chg="mod">
          <ac:chgData name="Owais Ahmed" userId="6abc7d4556b3b071" providerId="LiveId" clId="{8CBEAB62-A728-450D-B4C0-9368924550F8}" dt="2023-08-07T07:06:18.484" v="13104" actId="20577"/>
          <ac:spMkLst>
            <pc:docMk/>
            <pc:sldMk cId="3271818871" sldId="2575"/>
            <ac:spMk id="3" creationId="{4A1C0383-58FE-E486-295E-B33B8683B938}"/>
          </ac:spMkLst>
        </pc:spChg>
      </pc:sldChg>
      <pc:sldChg chg="addSp modSp add mod modAnim">
        <pc:chgData name="Owais Ahmed" userId="6abc7d4556b3b071" providerId="LiveId" clId="{8CBEAB62-A728-450D-B4C0-9368924550F8}" dt="2023-08-07T07:18:50.265" v="13589" actId="20577"/>
        <pc:sldMkLst>
          <pc:docMk/>
          <pc:sldMk cId="1747158155" sldId="2576"/>
        </pc:sldMkLst>
        <pc:spChg chg="mod">
          <ac:chgData name="Owais Ahmed" userId="6abc7d4556b3b071" providerId="LiveId" clId="{8CBEAB62-A728-450D-B4C0-9368924550F8}" dt="2023-08-07T07:18:50.265" v="13589" actId="20577"/>
          <ac:spMkLst>
            <pc:docMk/>
            <pc:sldMk cId="1747158155" sldId="2576"/>
            <ac:spMk id="3" creationId="{4A1C0383-58FE-E486-295E-B33B8683B938}"/>
          </ac:spMkLst>
        </pc:spChg>
        <pc:graphicFrameChg chg="add mod modGraphic">
          <ac:chgData name="Owais Ahmed" userId="6abc7d4556b3b071" providerId="LiveId" clId="{8CBEAB62-A728-450D-B4C0-9368924550F8}" dt="2023-08-07T07:18:07.551" v="13587" actId="20577"/>
          <ac:graphicFrameMkLst>
            <pc:docMk/>
            <pc:sldMk cId="1747158155" sldId="2576"/>
            <ac:graphicFrameMk id="4" creationId="{E8DC0AA7-B0F5-5582-4340-3D37A53CCE2F}"/>
          </ac:graphicFrameMkLst>
        </pc:graphicFrameChg>
      </pc:sldChg>
    </pc:docChg>
  </pc:docChgLst>
  <pc:docChgLst>
    <pc:chgData name="Owais Ahmed" userId="6abc7d4556b3b071" providerId="LiveId" clId="{0577D98B-C5DD-421E-AB63-1BC2B2B46ADA}"/>
    <pc:docChg chg="undo redo custSel addSld delSld modSld sldOrd">
      <pc:chgData name="Owais Ahmed" userId="6abc7d4556b3b071" providerId="LiveId" clId="{0577D98B-C5DD-421E-AB63-1BC2B2B46ADA}" dt="2023-08-17T05:22:07.771" v="13343" actId="20577"/>
      <pc:docMkLst>
        <pc:docMk/>
      </pc:docMkLst>
      <pc:sldChg chg="modSp mod">
        <pc:chgData name="Owais Ahmed" userId="6abc7d4556b3b071" providerId="LiveId" clId="{0577D98B-C5DD-421E-AB63-1BC2B2B46ADA}" dt="2023-08-10T06:52:37.637" v="12972" actId="20577"/>
        <pc:sldMkLst>
          <pc:docMk/>
          <pc:sldMk cId="1649098948" sldId="2462"/>
        </pc:sldMkLst>
        <pc:spChg chg="mod">
          <ac:chgData name="Owais Ahmed" userId="6abc7d4556b3b071" providerId="LiveId" clId="{0577D98B-C5DD-421E-AB63-1BC2B2B46ADA}" dt="2023-08-10T06:52:37.637" v="12972" actId="20577"/>
          <ac:spMkLst>
            <pc:docMk/>
            <pc:sldMk cId="1649098948" sldId="2462"/>
            <ac:spMk id="6" creationId="{F3C89A40-EEAA-43AB-9A3A-B2CFDE450F1B}"/>
          </ac:spMkLst>
        </pc:spChg>
      </pc:sldChg>
      <pc:sldChg chg="modSp mod modAnim">
        <pc:chgData name="Owais Ahmed" userId="6abc7d4556b3b071" providerId="LiveId" clId="{0577D98B-C5DD-421E-AB63-1BC2B2B46ADA}" dt="2023-08-08T04:53:48.719" v="1544" actId="20577"/>
        <pc:sldMkLst>
          <pc:docMk/>
          <pc:sldMk cId="296501705" sldId="2557"/>
        </pc:sldMkLst>
        <pc:spChg chg="mod">
          <ac:chgData name="Owais Ahmed" userId="6abc7d4556b3b071" providerId="LiveId" clId="{0577D98B-C5DD-421E-AB63-1BC2B2B46ADA}" dt="2023-08-08T04:53:48.719" v="1544" actId="20577"/>
          <ac:spMkLst>
            <pc:docMk/>
            <pc:sldMk cId="296501705" sldId="2557"/>
            <ac:spMk id="3" creationId="{4A1C0383-58FE-E486-295E-B33B8683B938}"/>
          </ac:spMkLst>
        </pc:spChg>
        <pc:spChg chg="mod">
          <ac:chgData name="Owais Ahmed" userId="6abc7d4556b3b071" providerId="LiveId" clId="{0577D98B-C5DD-421E-AB63-1BC2B2B46ADA}" dt="2023-08-08T04:30:12.140" v="248" actId="20577"/>
          <ac:spMkLst>
            <pc:docMk/>
            <pc:sldMk cId="296501705" sldId="2557"/>
            <ac:spMk id="215" creationId="{00000000-0000-0000-0000-000000000000}"/>
          </ac:spMkLst>
        </pc:spChg>
      </pc:sldChg>
      <pc:sldChg chg="modSp add mod modAnim">
        <pc:chgData name="Owais Ahmed" userId="6abc7d4556b3b071" providerId="LiveId" clId="{0577D98B-C5DD-421E-AB63-1BC2B2B46ADA}" dt="2023-08-08T06:09:17.859" v="5437" actId="20577"/>
        <pc:sldMkLst>
          <pc:docMk/>
          <pc:sldMk cId="53512322" sldId="2558"/>
        </pc:sldMkLst>
        <pc:spChg chg="mod">
          <ac:chgData name="Owais Ahmed" userId="6abc7d4556b3b071" providerId="LiveId" clId="{0577D98B-C5DD-421E-AB63-1BC2B2B46ADA}" dt="2023-08-08T06:09:17.859" v="5437" actId="20577"/>
          <ac:spMkLst>
            <pc:docMk/>
            <pc:sldMk cId="53512322" sldId="2558"/>
            <ac:spMk id="3" creationId="{4A1C0383-58FE-E486-295E-B33B8683B938}"/>
          </ac:spMkLst>
        </pc:spChg>
      </pc:sldChg>
      <pc:sldChg chg="del">
        <pc:chgData name="Owais Ahmed" userId="6abc7d4556b3b071" providerId="LiveId" clId="{0577D98B-C5DD-421E-AB63-1BC2B2B46ADA}" dt="2023-08-08T04:30:01.815" v="224" actId="47"/>
        <pc:sldMkLst>
          <pc:docMk/>
          <pc:sldMk cId="3909667495" sldId="2558"/>
        </pc:sldMkLst>
      </pc:sldChg>
      <pc:sldChg chg="addSp modSp add mod ord modAnim modNotesTx">
        <pc:chgData name="Owais Ahmed" userId="6abc7d4556b3b071" providerId="LiveId" clId="{0577D98B-C5DD-421E-AB63-1BC2B2B46ADA}" dt="2023-08-08T06:04:48.445" v="5079"/>
        <pc:sldMkLst>
          <pc:docMk/>
          <pc:sldMk cId="1566808580" sldId="2559"/>
        </pc:sldMkLst>
        <pc:spChg chg="mod">
          <ac:chgData name="Owais Ahmed" userId="6abc7d4556b3b071" providerId="LiveId" clId="{0577D98B-C5DD-421E-AB63-1BC2B2B46ADA}" dt="2023-08-08T05:48:34.035" v="4439" actId="20577"/>
          <ac:spMkLst>
            <pc:docMk/>
            <pc:sldMk cId="1566808580" sldId="2559"/>
            <ac:spMk id="3" creationId="{4A1C0383-58FE-E486-295E-B33B8683B938}"/>
          </ac:spMkLst>
        </pc:spChg>
        <pc:graphicFrameChg chg="add mod modGraphic">
          <ac:chgData name="Owais Ahmed" userId="6abc7d4556b3b071" providerId="LiveId" clId="{0577D98B-C5DD-421E-AB63-1BC2B2B46ADA}" dt="2023-08-08T05:28:00.811" v="3618" actId="404"/>
          <ac:graphicFrameMkLst>
            <pc:docMk/>
            <pc:sldMk cId="1566808580" sldId="2559"/>
            <ac:graphicFrameMk id="4" creationId="{3BD80CFA-71B3-B1D4-C38D-511EF67DF039}"/>
          </ac:graphicFrameMkLst>
        </pc:graphicFrameChg>
      </pc:sldChg>
      <pc:sldChg chg="del">
        <pc:chgData name="Owais Ahmed" userId="6abc7d4556b3b071" providerId="LiveId" clId="{0577D98B-C5DD-421E-AB63-1BC2B2B46ADA}" dt="2023-08-08T04:30:01.815" v="224" actId="47"/>
        <pc:sldMkLst>
          <pc:docMk/>
          <pc:sldMk cId="3856755703" sldId="2559"/>
        </pc:sldMkLst>
      </pc:sldChg>
      <pc:sldChg chg="modSp add mod ord modAnim">
        <pc:chgData name="Owais Ahmed" userId="6abc7d4556b3b071" providerId="LiveId" clId="{0577D98B-C5DD-421E-AB63-1BC2B2B46ADA}" dt="2023-08-17T04:36:39.056" v="13321" actId="20577"/>
        <pc:sldMkLst>
          <pc:docMk/>
          <pc:sldMk cId="3737636412" sldId="2560"/>
        </pc:sldMkLst>
        <pc:spChg chg="mod">
          <ac:chgData name="Owais Ahmed" userId="6abc7d4556b3b071" providerId="LiveId" clId="{0577D98B-C5DD-421E-AB63-1BC2B2B46ADA}" dt="2023-08-17T04:36:39.056" v="13321" actId="20577"/>
          <ac:spMkLst>
            <pc:docMk/>
            <pc:sldMk cId="3737636412" sldId="2560"/>
            <ac:spMk id="3" creationId="{4A1C0383-58FE-E486-295E-B33B8683B938}"/>
          </ac:spMkLst>
        </pc:spChg>
      </pc:sldChg>
      <pc:sldChg chg="del">
        <pc:chgData name="Owais Ahmed" userId="6abc7d4556b3b071" providerId="LiveId" clId="{0577D98B-C5DD-421E-AB63-1BC2B2B46ADA}" dt="2023-08-08T04:30:01.815" v="224" actId="47"/>
        <pc:sldMkLst>
          <pc:docMk/>
          <pc:sldMk cId="3846338403" sldId="2560"/>
        </pc:sldMkLst>
      </pc:sldChg>
      <pc:sldChg chg="modSp add mod modAnim">
        <pc:chgData name="Owais Ahmed" userId="6abc7d4556b3b071" providerId="LiveId" clId="{0577D98B-C5DD-421E-AB63-1BC2B2B46ADA}" dt="2023-08-08T06:28:01.622" v="6269" actId="20577"/>
        <pc:sldMkLst>
          <pc:docMk/>
          <pc:sldMk cId="1476977656" sldId="2561"/>
        </pc:sldMkLst>
        <pc:spChg chg="mod">
          <ac:chgData name="Owais Ahmed" userId="6abc7d4556b3b071" providerId="LiveId" clId="{0577D98B-C5DD-421E-AB63-1BC2B2B46ADA}" dt="2023-08-08T06:28:01.622" v="6269" actId="20577"/>
          <ac:spMkLst>
            <pc:docMk/>
            <pc:sldMk cId="1476977656" sldId="2561"/>
            <ac:spMk id="3" creationId="{4A1C0383-58FE-E486-295E-B33B8683B938}"/>
          </ac:spMkLst>
        </pc:spChg>
      </pc:sldChg>
      <pc:sldChg chg="modSp add mod modAnim">
        <pc:chgData name="Owais Ahmed" userId="6abc7d4556b3b071" providerId="LiveId" clId="{0577D98B-C5DD-421E-AB63-1BC2B2B46ADA}" dt="2023-08-08T06:19:08.356" v="5786" actId="27636"/>
        <pc:sldMkLst>
          <pc:docMk/>
          <pc:sldMk cId="1305422422" sldId="2562"/>
        </pc:sldMkLst>
        <pc:spChg chg="mod">
          <ac:chgData name="Owais Ahmed" userId="6abc7d4556b3b071" providerId="LiveId" clId="{0577D98B-C5DD-421E-AB63-1BC2B2B46ADA}" dt="2023-08-08T06:19:08.356" v="5786" actId="27636"/>
          <ac:spMkLst>
            <pc:docMk/>
            <pc:sldMk cId="1305422422" sldId="2562"/>
            <ac:spMk id="3" creationId="{4A1C0383-58FE-E486-295E-B33B8683B938}"/>
          </ac:spMkLst>
        </pc:spChg>
      </pc:sldChg>
      <pc:sldChg chg="del">
        <pc:chgData name="Owais Ahmed" userId="6abc7d4556b3b071" providerId="LiveId" clId="{0577D98B-C5DD-421E-AB63-1BC2B2B46ADA}" dt="2023-08-08T04:30:01.815" v="224" actId="47"/>
        <pc:sldMkLst>
          <pc:docMk/>
          <pc:sldMk cId="1835063850" sldId="2562"/>
        </pc:sldMkLst>
      </pc:sldChg>
      <pc:sldChg chg="del">
        <pc:chgData name="Owais Ahmed" userId="6abc7d4556b3b071" providerId="LiveId" clId="{0577D98B-C5DD-421E-AB63-1BC2B2B46ADA}" dt="2023-08-08T04:30:01.815" v="224" actId="47"/>
        <pc:sldMkLst>
          <pc:docMk/>
          <pc:sldMk cId="150925741" sldId="2563"/>
        </pc:sldMkLst>
      </pc:sldChg>
      <pc:sldChg chg="modSp add mod modAnim modNotesTx">
        <pc:chgData name="Owais Ahmed" userId="6abc7d4556b3b071" providerId="LiveId" clId="{0577D98B-C5DD-421E-AB63-1BC2B2B46ADA}" dt="2023-08-17T05:20:49.702" v="13327" actId="20577"/>
        <pc:sldMkLst>
          <pc:docMk/>
          <pc:sldMk cId="4071666753" sldId="2563"/>
        </pc:sldMkLst>
        <pc:spChg chg="mod">
          <ac:chgData name="Owais Ahmed" userId="6abc7d4556b3b071" providerId="LiveId" clId="{0577D98B-C5DD-421E-AB63-1BC2B2B46ADA}" dt="2023-08-17T05:20:49.702" v="13327" actId="20577"/>
          <ac:spMkLst>
            <pc:docMk/>
            <pc:sldMk cId="4071666753" sldId="2563"/>
            <ac:spMk id="3" creationId="{4A1C0383-58FE-E486-295E-B33B8683B938}"/>
          </ac:spMkLst>
        </pc:spChg>
        <pc:spChg chg="mod">
          <ac:chgData name="Owais Ahmed" userId="6abc7d4556b3b071" providerId="LiveId" clId="{0577D98B-C5DD-421E-AB63-1BC2B2B46ADA}" dt="2023-08-08T06:42:29.550" v="7538" actId="20577"/>
          <ac:spMkLst>
            <pc:docMk/>
            <pc:sldMk cId="4071666753" sldId="2563"/>
            <ac:spMk id="215" creationId="{00000000-0000-0000-0000-000000000000}"/>
          </ac:spMkLst>
        </pc:spChg>
      </pc:sldChg>
      <pc:sldChg chg="modSp add ord modAnim">
        <pc:chgData name="Owais Ahmed" userId="6abc7d4556b3b071" providerId="LiveId" clId="{0577D98B-C5DD-421E-AB63-1BC2B2B46ADA}" dt="2023-08-08T06:42:16.212" v="7530"/>
        <pc:sldMkLst>
          <pc:docMk/>
          <pc:sldMk cId="2526141006" sldId="2564"/>
        </pc:sldMkLst>
        <pc:spChg chg="mod">
          <ac:chgData name="Owais Ahmed" userId="6abc7d4556b3b071" providerId="LiveId" clId="{0577D98B-C5DD-421E-AB63-1BC2B2B46ADA}" dt="2023-08-08T06:41:39.010" v="7528" actId="20577"/>
          <ac:spMkLst>
            <pc:docMk/>
            <pc:sldMk cId="2526141006" sldId="2564"/>
            <ac:spMk id="3" creationId="{4A1C0383-58FE-E486-295E-B33B8683B938}"/>
          </ac:spMkLst>
        </pc:spChg>
      </pc:sldChg>
      <pc:sldChg chg="del">
        <pc:chgData name="Owais Ahmed" userId="6abc7d4556b3b071" providerId="LiveId" clId="{0577D98B-C5DD-421E-AB63-1BC2B2B46ADA}" dt="2023-08-08T04:30:01.815" v="224" actId="47"/>
        <pc:sldMkLst>
          <pc:docMk/>
          <pc:sldMk cId="3164841762" sldId="2564"/>
        </pc:sldMkLst>
      </pc:sldChg>
      <pc:sldChg chg="modSp add mod modAnim">
        <pc:chgData name="Owais Ahmed" userId="6abc7d4556b3b071" providerId="LiveId" clId="{0577D98B-C5DD-421E-AB63-1BC2B2B46ADA}" dt="2023-08-09T05:49:12.930" v="11759" actId="20577"/>
        <pc:sldMkLst>
          <pc:docMk/>
          <pc:sldMk cId="2724244378" sldId="2565"/>
        </pc:sldMkLst>
        <pc:spChg chg="mod">
          <ac:chgData name="Owais Ahmed" userId="6abc7d4556b3b071" providerId="LiveId" clId="{0577D98B-C5DD-421E-AB63-1BC2B2B46ADA}" dt="2023-08-09T05:49:12.930" v="11759" actId="20577"/>
          <ac:spMkLst>
            <pc:docMk/>
            <pc:sldMk cId="2724244378" sldId="2565"/>
            <ac:spMk id="3" creationId="{4A1C0383-58FE-E486-295E-B33B8683B938}"/>
          </ac:spMkLst>
        </pc:spChg>
        <pc:spChg chg="mod">
          <ac:chgData name="Owais Ahmed" userId="6abc7d4556b3b071" providerId="LiveId" clId="{0577D98B-C5DD-421E-AB63-1BC2B2B46ADA}" dt="2023-08-08T07:01:34.677" v="8701" actId="20577"/>
          <ac:spMkLst>
            <pc:docMk/>
            <pc:sldMk cId="2724244378" sldId="2565"/>
            <ac:spMk id="215" creationId="{00000000-0000-0000-0000-000000000000}"/>
          </ac:spMkLst>
        </pc:spChg>
      </pc:sldChg>
      <pc:sldChg chg="del">
        <pc:chgData name="Owais Ahmed" userId="6abc7d4556b3b071" providerId="LiveId" clId="{0577D98B-C5DD-421E-AB63-1BC2B2B46ADA}" dt="2023-08-08T04:30:01.815" v="224" actId="47"/>
        <pc:sldMkLst>
          <pc:docMk/>
          <pc:sldMk cId="4253636147" sldId="2565"/>
        </pc:sldMkLst>
      </pc:sldChg>
      <pc:sldChg chg="modSp add mod modAnim">
        <pc:chgData name="Owais Ahmed" userId="6abc7d4556b3b071" providerId="LiveId" clId="{0577D98B-C5DD-421E-AB63-1BC2B2B46ADA}" dt="2023-08-08T07:07:10.128" v="9166" actId="20577"/>
        <pc:sldMkLst>
          <pc:docMk/>
          <pc:sldMk cId="1651103511" sldId="2566"/>
        </pc:sldMkLst>
        <pc:spChg chg="mod">
          <ac:chgData name="Owais Ahmed" userId="6abc7d4556b3b071" providerId="LiveId" clId="{0577D98B-C5DD-421E-AB63-1BC2B2B46ADA}" dt="2023-08-08T07:07:10.128" v="9166" actId="20577"/>
          <ac:spMkLst>
            <pc:docMk/>
            <pc:sldMk cId="1651103511" sldId="2566"/>
            <ac:spMk id="3" creationId="{4A1C0383-58FE-E486-295E-B33B8683B938}"/>
          </ac:spMkLst>
        </pc:spChg>
        <pc:spChg chg="mod">
          <ac:chgData name="Owais Ahmed" userId="6abc7d4556b3b071" providerId="LiveId" clId="{0577D98B-C5DD-421E-AB63-1BC2B2B46ADA}" dt="2023-08-08T06:59:36.886" v="8517" actId="20577"/>
          <ac:spMkLst>
            <pc:docMk/>
            <pc:sldMk cId="1651103511" sldId="2566"/>
            <ac:spMk id="215" creationId="{00000000-0000-0000-0000-000000000000}"/>
          </ac:spMkLst>
        </pc:spChg>
      </pc:sldChg>
      <pc:sldChg chg="del">
        <pc:chgData name="Owais Ahmed" userId="6abc7d4556b3b071" providerId="LiveId" clId="{0577D98B-C5DD-421E-AB63-1BC2B2B46ADA}" dt="2023-08-08T04:30:01.815" v="224" actId="47"/>
        <pc:sldMkLst>
          <pc:docMk/>
          <pc:sldMk cId="2684752333" sldId="2566"/>
        </pc:sldMkLst>
      </pc:sldChg>
      <pc:sldChg chg="del">
        <pc:chgData name="Owais Ahmed" userId="6abc7d4556b3b071" providerId="LiveId" clId="{0577D98B-C5DD-421E-AB63-1BC2B2B46ADA}" dt="2023-08-08T04:30:01.815" v="224" actId="47"/>
        <pc:sldMkLst>
          <pc:docMk/>
          <pc:sldMk cId="138900574" sldId="2567"/>
        </pc:sldMkLst>
      </pc:sldChg>
      <pc:sldChg chg="modSp add mod ord modAnim">
        <pc:chgData name="Owais Ahmed" userId="6abc7d4556b3b071" providerId="LiveId" clId="{0577D98B-C5DD-421E-AB63-1BC2B2B46ADA}" dt="2023-08-09T04:46:06.639" v="11469" actId="14100"/>
        <pc:sldMkLst>
          <pc:docMk/>
          <pc:sldMk cId="1966528427" sldId="2567"/>
        </pc:sldMkLst>
        <pc:spChg chg="mod">
          <ac:chgData name="Owais Ahmed" userId="6abc7d4556b3b071" providerId="LiveId" clId="{0577D98B-C5DD-421E-AB63-1BC2B2B46ADA}" dt="2023-08-09T04:46:06.639" v="11469" actId="14100"/>
          <ac:spMkLst>
            <pc:docMk/>
            <pc:sldMk cId="1966528427" sldId="2567"/>
            <ac:spMk id="3" creationId="{4A1C0383-58FE-E486-295E-B33B8683B938}"/>
          </ac:spMkLst>
        </pc:spChg>
      </pc:sldChg>
      <pc:sldChg chg="modSp add mod modAnim">
        <pc:chgData name="Owais Ahmed" userId="6abc7d4556b3b071" providerId="LiveId" clId="{0577D98B-C5DD-421E-AB63-1BC2B2B46ADA}" dt="2023-08-09T03:58:25.881" v="10100" actId="20577"/>
        <pc:sldMkLst>
          <pc:docMk/>
          <pc:sldMk cId="146458992" sldId="2568"/>
        </pc:sldMkLst>
        <pc:spChg chg="mod">
          <ac:chgData name="Owais Ahmed" userId="6abc7d4556b3b071" providerId="LiveId" clId="{0577D98B-C5DD-421E-AB63-1BC2B2B46ADA}" dt="2023-08-09T03:58:25.881" v="10100" actId="20577"/>
          <ac:spMkLst>
            <pc:docMk/>
            <pc:sldMk cId="146458992" sldId="2568"/>
            <ac:spMk id="3" creationId="{4A1C0383-58FE-E486-295E-B33B8683B938}"/>
          </ac:spMkLst>
        </pc:spChg>
      </pc:sldChg>
      <pc:sldChg chg="del">
        <pc:chgData name="Owais Ahmed" userId="6abc7d4556b3b071" providerId="LiveId" clId="{0577D98B-C5DD-421E-AB63-1BC2B2B46ADA}" dt="2023-08-08T04:30:01.815" v="224" actId="47"/>
        <pc:sldMkLst>
          <pc:docMk/>
          <pc:sldMk cId="1329531230" sldId="2568"/>
        </pc:sldMkLst>
      </pc:sldChg>
      <pc:sldChg chg="del">
        <pc:chgData name="Owais Ahmed" userId="6abc7d4556b3b071" providerId="LiveId" clId="{0577D98B-C5DD-421E-AB63-1BC2B2B46ADA}" dt="2023-08-08T04:30:01.815" v="224" actId="47"/>
        <pc:sldMkLst>
          <pc:docMk/>
          <pc:sldMk cId="213204764" sldId="2569"/>
        </pc:sldMkLst>
      </pc:sldChg>
      <pc:sldChg chg="modSp add mod ord modAnim">
        <pc:chgData name="Owais Ahmed" userId="6abc7d4556b3b071" providerId="LiveId" clId="{0577D98B-C5DD-421E-AB63-1BC2B2B46ADA}" dt="2023-08-17T05:22:07.771" v="13343" actId="20577"/>
        <pc:sldMkLst>
          <pc:docMk/>
          <pc:sldMk cId="3185756575" sldId="2569"/>
        </pc:sldMkLst>
        <pc:spChg chg="mod">
          <ac:chgData name="Owais Ahmed" userId="6abc7d4556b3b071" providerId="LiveId" clId="{0577D98B-C5DD-421E-AB63-1BC2B2B46ADA}" dt="2023-08-17T05:22:07.771" v="13343" actId="20577"/>
          <ac:spMkLst>
            <pc:docMk/>
            <pc:sldMk cId="3185756575" sldId="2569"/>
            <ac:spMk id="3" creationId="{4A1C0383-58FE-E486-295E-B33B8683B938}"/>
          </ac:spMkLst>
        </pc:spChg>
        <pc:spChg chg="mod">
          <ac:chgData name="Owais Ahmed" userId="6abc7d4556b3b071" providerId="LiveId" clId="{0577D98B-C5DD-421E-AB63-1BC2B2B46ADA}" dt="2023-08-09T04:48:00.107" v="11489" actId="20577"/>
          <ac:spMkLst>
            <pc:docMk/>
            <pc:sldMk cId="3185756575" sldId="2569"/>
            <ac:spMk id="215" creationId="{00000000-0000-0000-0000-000000000000}"/>
          </ac:spMkLst>
        </pc:spChg>
      </pc:sldChg>
      <pc:sldChg chg="add del ord">
        <pc:chgData name="Owais Ahmed" userId="6abc7d4556b3b071" providerId="LiveId" clId="{0577D98B-C5DD-421E-AB63-1BC2B2B46ADA}" dt="2023-08-09T03:58:43.100" v="10104" actId="47"/>
        <pc:sldMkLst>
          <pc:docMk/>
          <pc:sldMk cId="3582719364" sldId="2569"/>
        </pc:sldMkLst>
      </pc:sldChg>
      <pc:sldChg chg="modSp add mod modAnim">
        <pc:chgData name="Owais Ahmed" userId="6abc7d4556b3b071" providerId="LiveId" clId="{0577D98B-C5DD-421E-AB63-1BC2B2B46ADA}" dt="2023-08-10T06:51:02.280" v="12937" actId="20577"/>
        <pc:sldMkLst>
          <pc:docMk/>
          <pc:sldMk cId="1158033807" sldId="2570"/>
        </pc:sldMkLst>
        <pc:spChg chg="mod">
          <ac:chgData name="Owais Ahmed" userId="6abc7d4556b3b071" providerId="LiveId" clId="{0577D98B-C5DD-421E-AB63-1BC2B2B46ADA}" dt="2023-08-10T06:51:02.280" v="12937" actId="20577"/>
          <ac:spMkLst>
            <pc:docMk/>
            <pc:sldMk cId="1158033807" sldId="2570"/>
            <ac:spMk id="3" creationId="{4A1C0383-58FE-E486-295E-B33B8683B938}"/>
          </ac:spMkLst>
        </pc:spChg>
        <pc:spChg chg="mod">
          <ac:chgData name="Owais Ahmed" userId="6abc7d4556b3b071" providerId="LiveId" clId="{0577D98B-C5DD-421E-AB63-1BC2B2B46ADA}" dt="2023-08-09T06:11:51.509" v="12495"/>
          <ac:spMkLst>
            <pc:docMk/>
            <pc:sldMk cId="1158033807" sldId="2570"/>
            <ac:spMk id="215" creationId="{00000000-0000-0000-0000-000000000000}"/>
          </ac:spMkLst>
        </pc:spChg>
      </pc:sldChg>
      <pc:sldChg chg="del">
        <pc:chgData name="Owais Ahmed" userId="6abc7d4556b3b071" providerId="LiveId" clId="{0577D98B-C5DD-421E-AB63-1BC2B2B46ADA}" dt="2023-08-08T04:30:01.815" v="224" actId="47"/>
        <pc:sldMkLst>
          <pc:docMk/>
          <pc:sldMk cId="3970414602" sldId="2570"/>
        </pc:sldMkLst>
      </pc:sldChg>
      <pc:sldChg chg="del">
        <pc:chgData name="Owais Ahmed" userId="6abc7d4556b3b071" providerId="LiveId" clId="{0577D98B-C5DD-421E-AB63-1BC2B2B46ADA}" dt="2023-08-08T04:30:01.815" v="224" actId="47"/>
        <pc:sldMkLst>
          <pc:docMk/>
          <pc:sldMk cId="1201433262" sldId="2571"/>
        </pc:sldMkLst>
      </pc:sldChg>
      <pc:sldChg chg="modSp add mod ord modAnim">
        <pc:chgData name="Owais Ahmed" userId="6abc7d4556b3b071" providerId="LiveId" clId="{0577D98B-C5DD-421E-AB63-1BC2B2B46ADA}" dt="2023-08-10T06:54:27.409" v="13315" actId="20577"/>
        <pc:sldMkLst>
          <pc:docMk/>
          <pc:sldMk cId="4070300407" sldId="2571"/>
        </pc:sldMkLst>
        <pc:spChg chg="mod">
          <ac:chgData name="Owais Ahmed" userId="6abc7d4556b3b071" providerId="LiveId" clId="{0577D98B-C5DD-421E-AB63-1BC2B2B46ADA}" dt="2023-08-10T06:54:25.107" v="13313" actId="14"/>
          <ac:spMkLst>
            <pc:docMk/>
            <pc:sldMk cId="4070300407" sldId="2571"/>
            <ac:spMk id="3" creationId="{4A1C0383-58FE-E486-295E-B33B8683B938}"/>
          </ac:spMkLst>
        </pc:spChg>
        <pc:spChg chg="mod">
          <ac:chgData name="Owais Ahmed" userId="6abc7d4556b3b071" providerId="LiveId" clId="{0577D98B-C5DD-421E-AB63-1BC2B2B46ADA}" dt="2023-08-10T06:52:50.993" v="12983" actId="20577"/>
          <ac:spMkLst>
            <pc:docMk/>
            <pc:sldMk cId="4070300407" sldId="2571"/>
            <ac:spMk id="215" creationId="{00000000-0000-0000-0000-000000000000}"/>
          </ac:spMkLst>
        </pc:spChg>
      </pc:sldChg>
      <pc:sldChg chg="del">
        <pc:chgData name="Owais Ahmed" userId="6abc7d4556b3b071" providerId="LiveId" clId="{0577D98B-C5DD-421E-AB63-1BC2B2B46ADA}" dt="2023-08-08T04:30:01.815" v="224" actId="47"/>
        <pc:sldMkLst>
          <pc:docMk/>
          <pc:sldMk cId="2285914733" sldId="2573"/>
        </pc:sldMkLst>
      </pc:sldChg>
      <pc:sldChg chg="del">
        <pc:chgData name="Owais Ahmed" userId="6abc7d4556b3b071" providerId="LiveId" clId="{0577D98B-C5DD-421E-AB63-1BC2B2B46ADA}" dt="2023-08-08T04:30:01.815" v="224" actId="47"/>
        <pc:sldMkLst>
          <pc:docMk/>
          <pc:sldMk cId="1728240852" sldId="2574"/>
        </pc:sldMkLst>
      </pc:sldChg>
      <pc:sldChg chg="del">
        <pc:chgData name="Owais Ahmed" userId="6abc7d4556b3b071" providerId="LiveId" clId="{0577D98B-C5DD-421E-AB63-1BC2B2B46ADA}" dt="2023-08-08T04:30:01.815" v="224" actId="47"/>
        <pc:sldMkLst>
          <pc:docMk/>
          <pc:sldMk cId="3271818871" sldId="2575"/>
        </pc:sldMkLst>
      </pc:sldChg>
      <pc:sldChg chg="del">
        <pc:chgData name="Owais Ahmed" userId="6abc7d4556b3b071" providerId="LiveId" clId="{0577D98B-C5DD-421E-AB63-1BC2B2B46ADA}" dt="2023-08-08T04:30:01.815" v="224" actId="47"/>
        <pc:sldMkLst>
          <pc:docMk/>
          <pc:sldMk cId="1747158155" sldId="2576"/>
        </pc:sldMkLst>
      </pc:sldChg>
    </pc:docChg>
  </pc:docChgLst>
  <pc:docChgLst>
    <pc:chgData name="Owais Ahmed" userId="6abc7d4556b3b071" providerId="LiveId" clId="{73F2085F-781B-4692-9EDE-FCF79FC38DFD}"/>
    <pc:docChg chg="undo custSel modSld">
      <pc:chgData name="Owais Ahmed" userId="6abc7d4556b3b071" providerId="LiveId" clId="{73F2085F-781B-4692-9EDE-FCF79FC38DFD}" dt="2023-08-25T05:49:57.605" v="7" actId="20577"/>
      <pc:docMkLst>
        <pc:docMk/>
      </pc:docMkLst>
      <pc:sldChg chg="modSp mod modAnim">
        <pc:chgData name="Owais Ahmed" userId="6abc7d4556b3b071" providerId="LiveId" clId="{73F2085F-781B-4692-9EDE-FCF79FC38DFD}" dt="2023-08-25T05:49:57.605" v="7" actId="20577"/>
        <pc:sldMkLst>
          <pc:docMk/>
          <pc:sldMk cId="1566808580" sldId="2559"/>
        </pc:sldMkLst>
        <pc:spChg chg="mod">
          <ac:chgData name="Owais Ahmed" userId="6abc7d4556b3b071" providerId="LiveId" clId="{73F2085F-781B-4692-9EDE-FCF79FC38DFD}" dt="2023-08-25T05:49:57.605" v="7" actId="20577"/>
          <ac:spMkLst>
            <pc:docMk/>
            <pc:sldMk cId="1566808580" sldId="2559"/>
            <ac:spMk id="3" creationId="{4A1C0383-58FE-E486-295E-B33B8683B938}"/>
          </ac:spMkLst>
        </pc:spChg>
      </pc:sldChg>
    </pc:docChg>
  </pc:docChgLst>
  <pc:docChgLst>
    <pc:chgData name="Owais Ahmed" userId="6abc7d4556b3b071" providerId="LiveId" clId="{B7D18388-F2A5-4D8F-B434-DA7A35785E08}"/>
    <pc:docChg chg="undo custSel addSld modSld">
      <pc:chgData name="Owais Ahmed" userId="6abc7d4556b3b071" providerId="LiveId" clId="{B7D18388-F2A5-4D8F-B434-DA7A35785E08}" dt="2023-07-30T17:43:21.164" v="3816" actId="20577"/>
      <pc:docMkLst>
        <pc:docMk/>
      </pc:docMkLst>
      <pc:sldChg chg="modSp add mod modAnim">
        <pc:chgData name="Owais Ahmed" userId="6abc7d4556b3b071" providerId="LiveId" clId="{B7D18388-F2A5-4D8F-B434-DA7A35785E08}" dt="2023-07-30T16:46:09.985" v="670" actId="20577"/>
        <pc:sldMkLst>
          <pc:docMk/>
          <pc:sldMk cId="2596096578" sldId="2510"/>
        </pc:sldMkLst>
        <pc:spChg chg="mod">
          <ac:chgData name="Owais Ahmed" userId="6abc7d4556b3b071" providerId="LiveId" clId="{B7D18388-F2A5-4D8F-B434-DA7A35785E08}" dt="2023-07-30T16:46:09.985" v="670" actId="20577"/>
          <ac:spMkLst>
            <pc:docMk/>
            <pc:sldMk cId="2596096578" sldId="2510"/>
            <ac:spMk id="3" creationId="{4A1C0383-58FE-E486-295E-B33B8683B938}"/>
          </ac:spMkLst>
        </pc:spChg>
        <pc:spChg chg="mod">
          <ac:chgData name="Owais Ahmed" userId="6abc7d4556b3b071" providerId="LiveId" clId="{B7D18388-F2A5-4D8F-B434-DA7A35785E08}" dt="2023-07-30T16:38:19.128" v="12" actId="20577"/>
          <ac:spMkLst>
            <pc:docMk/>
            <pc:sldMk cId="2596096578" sldId="2510"/>
            <ac:spMk id="215" creationId="{00000000-0000-0000-0000-000000000000}"/>
          </ac:spMkLst>
        </pc:spChg>
      </pc:sldChg>
      <pc:sldChg chg="modSp add modAnim">
        <pc:chgData name="Owais Ahmed" userId="6abc7d4556b3b071" providerId="LiveId" clId="{B7D18388-F2A5-4D8F-B434-DA7A35785E08}" dt="2023-07-30T16:55:58.525" v="1900" actId="5793"/>
        <pc:sldMkLst>
          <pc:docMk/>
          <pc:sldMk cId="64818802" sldId="2511"/>
        </pc:sldMkLst>
        <pc:spChg chg="mod">
          <ac:chgData name="Owais Ahmed" userId="6abc7d4556b3b071" providerId="LiveId" clId="{B7D18388-F2A5-4D8F-B434-DA7A35785E08}" dt="2023-07-30T16:55:58.525" v="1900" actId="5793"/>
          <ac:spMkLst>
            <pc:docMk/>
            <pc:sldMk cId="64818802" sldId="2511"/>
            <ac:spMk id="3" creationId="{4A1C0383-58FE-E486-295E-B33B8683B938}"/>
          </ac:spMkLst>
        </pc:spChg>
      </pc:sldChg>
      <pc:sldChg chg="modSp add modAnim">
        <pc:chgData name="Owais Ahmed" userId="6abc7d4556b3b071" providerId="LiveId" clId="{B7D18388-F2A5-4D8F-B434-DA7A35785E08}" dt="2023-07-30T17:40:18.058" v="3462" actId="20577"/>
        <pc:sldMkLst>
          <pc:docMk/>
          <pc:sldMk cId="2129317129" sldId="2512"/>
        </pc:sldMkLst>
        <pc:spChg chg="mod">
          <ac:chgData name="Owais Ahmed" userId="6abc7d4556b3b071" providerId="LiveId" clId="{B7D18388-F2A5-4D8F-B434-DA7A35785E08}" dt="2023-07-30T17:40:18.058" v="3462" actId="20577"/>
          <ac:spMkLst>
            <pc:docMk/>
            <pc:sldMk cId="2129317129" sldId="2512"/>
            <ac:spMk id="3" creationId="{4A1C0383-58FE-E486-295E-B33B8683B938}"/>
          </ac:spMkLst>
        </pc:spChg>
      </pc:sldChg>
      <pc:sldChg chg="modSp add mod modAnim">
        <pc:chgData name="Owais Ahmed" userId="6abc7d4556b3b071" providerId="LiveId" clId="{B7D18388-F2A5-4D8F-B434-DA7A35785E08}" dt="2023-07-30T17:24:08.783" v="3449" actId="27636"/>
        <pc:sldMkLst>
          <pc:docMk/>
          <pc:sldMk cId="2427359866" sldId="2513"/>
        </pc:sldMkLst>
        <pc:spChg chg="mod">
          <ac:chgData name="Owais Ahmed" userId="6abc7d4556b3b071" providerId="LiveId" clId="{B7D18388-F2A5-4D8F-B434-DA7A35785E08}" dt="2023-07-30T17:24:08.783" v="3449" actId="27636"/>
          <ac:spMkLst>
            <pc:docMk/>
            <pc:sldMk cId="2427359866" sldId="2513"/>
            <ac:spMk id="3" creationId="{4A1C0383-58FE-E486-295E-B33B8683B938}"/>
          </ac:spMkLst>
        </pc:spChg>
      </pc:sldChg>
      <pc:sldChg chg="modSp add mod modAnim">
        <pc:chgData name="Owais Ahmed" userId="6abc7d4556b3b071" providerId="LiveId" clId="{B7D18388-F2A5-4D8F-B434-DA7A35785E08}" dt="2023-07-30T17:39:55.405" v="3451" actId="27636"/>
        <pc:sldMkLst>
          <pc:docMk/>
          <pc:sldMk cId="3068889018" sldId="2514"/>
        </pc:sldMkLst>
        <pc:spChg chg="mod">
          <ac:chgData name="Owais Ahmed" userId="6abc7d4556b3b071" providerId="LiveId" clId="{B7D18388-F2A5-4D8F-B434-DA7A35785E08}" dt="2023-07-30T17:39:55.405" v="3451" actId="27636"/>
          <ac:spMkLst>
            <pc:docMk/>
            <pc:sldMk cId="3068889018" sldId="2514"/>
            <ac:spMk id="3" creationId="{4A1C0383-58FE-E486-295E-B33B8683B938}"/>
          </ac:spMkLst>
        </pc:spChg>
      </pc:sldChg>
      <pc:sldChg chg="modSp add mod modAnim">
        <pc:chgData name="Owais Ahmed" userId="6abc7d4556b3b071" providerId="LiveId" clId="{B7D18388-F2A5-4D8F-B434-DA7A35785E08}" dt="2023-07-30T17:43:21.164" v="3816" actId="20577"/>
        <pc:sldMkLst>
          <pc:docMk/>
          <pc:sldMk cId="1205181684" sldId="2515"/>
        </pc:sldMkLst>
        <pc:spChg chg="mod">
          <ac:chgData name="Owais Ahmed" userId="6abc7d4556b3b071" providerId="LiveId" clId="{B7D18388-F2A5-4D8F-B434-DA7A35785E08}" dt="2023-07-30T17:43:21.164" v="3816" actId="20577"/>
          <ac:spMkLst>
            <pc:docMk/>
            <pc:sldMk cId="1205181684" sldId="2515"/>
            <ac:spMk id="3" creationId="{4A1C0383-58FE-E486-295E-B33B8683B938}"/>
          </ac:spMkLst>
        </pc:spChg>
        <pc:spChg chg="mod">
          <ac:chgData name="Owais Ahmed" userId="6abc7d4556b3b071" providerId="LiveId" clId="{B7D18388-F2A5-4D8F-B434-DA7A35785E08}" dt="2023-07-30T17:41:00.269" v="3471" actId="20577"/>
          <ac:spMkLst>
            <pc:docMk/>
            <pc:sldMk cId="1205181684" sldId="2515"/>
            <ac:spMk id="21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8/25/2023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8/25/2023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546985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376456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4124852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1930042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1533308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9249458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1116836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Jan Lukasiewicz is pronounced as Woo-</a:t>
            </a:r>
            <a:r>
              <a:rPr lang="en-US" sz="1200" dirty="0" err="1"/>
              <a:t>kah</a:t>
            </a:r>
            <a:r>
              <a:rPr lang="en-US" sz="1200" dirty="0"/>
              <a:t>-</a:t>
            </a:r>
            <a:r>
              <a:rPr lang="en-US" sz="1200" dirty="0" err="1"/>
              <a:t>shevich</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2026673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1439576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10530248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3265471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3296860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1891179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13651123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2779106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07/relationships/hdphoto" Target="../media/hdphoto1.wdp"/><Relationship Id="rId7" Type="http://schemas.openxmlformats.org/officeDocument/2006/relationships/image" Target="../media/image20.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DATA STRUCTURES AND </a:t>
            </a:r>
            <a:r>
              <a:rPr lang="en-US" sz="5400" b="1"/>
              <a:t>ALGORITHMS (113215)</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Algorithmic Notations</a:t>
            </a:r>
          </a:p>
          <a:p>
            <a:r>
              <a:rPr lang="en-US" dirty="0"/>
              <a:t>Infix Notations</a:t>
            </a:r>
          </a:p>
          <a:p>
            <a:r>
              <a:rPr lang="en-US" dirty="0"/>
              <a:t>Polish Notations</a:t>
            </a:r>
          </a:p>
          <a:p>
            <a:r>
              <a:rPr lang="en-US" dirty="0"/>
              <a:t>Postfix Notations</a:t>
            </a:r>
          </a:p>
          <a:p>
            <a:r>
              <a:rPr lang="en-US" dirty="0"/>
              <a:t>Infix to Postfix Conversion</a:t>
            </a:r>
          </a:p>
          <a:p>
            <a:r>
              <a:rPr lang="en-US" dirty="0"/>
              <a:t>Postfix Equation Evaluation</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 the previous examples of complexity analysis, we learned that the asymptotic notations </a:t>
                </a:r>
                <a14:m>
                  <m:oMath xmlns:m="http://schemas.openxmlformats.org/officeDocument/2006/math">
                    <m:d>
                      <m:dPr>
                        <m:ctrlPr>
                          <a:rPr lang="en-US" sz="3200" b="0" i="1" smtClean="0">
                            <a:latin typeface="Cambria Math" panose="02040503050406030204" pitchFamily="18" charset="0"/>
                          </a:rPr>
                        </m:ctrlPr>
                      </m:dPr>
                      <m:e>
                        <m:r>
                          <m:rPr>
                            <m:sty m:val="p"/>
                          </m:rPr>
                          <a:rPr lang="en-US" sz="3200" b="0" i="0" smtClean="0">
                            <a:latin typeface="Cambria Math" panose="02040503050406030204" pitchFamily="18" charset="0"/>
                          </a:rPr>
                          <m:t>Ω</m:t>
                        </m:r>
                        <m:r>
                          <a:rPr lang="en-US" sz="3200" b="0" i="0" smtClean="0">
                            <a:latin typeface="Cambria Math" panose="02040503050406030204" pitchFamily="18" charset="0"/>
                          </a:rPr>
                          <m:t>,</m:t>
                        </m:r>
                        <m:r>
                          <m:rPr>
                            <m:sty m:val="p"/>
                          </m:rPr>
                          <a:rPr lang="en-US" sz="3200" b="0" i="0" smtClean="0">
                            <a:latin typeface="Cambria Math" panose="02040503050406030204" pitchFamily="18" charset="0"/>
                          </a:rPr>
                          <m:t>Θ</m:t>
                        </m:r>
                        <m:r>
                          <a:rPr lang="en-US" sz="3200" b="0" i="1" smtClean="0">
                            <a:latin typeface="Cambria Math" panose="02040503050406030204" pitchFamily="18" charset="0"/>
                          </a:rPr>
                          <m:t>,</m:t>
                        </m:r>
                        <m:r>
                          <a:rPr lang="en-US" sz="3200" b="0" i="1" smtClean="0">
                            <a:latin typeface="Cambria Math" panose="02040503050406030204" pitchFamily="18" charset="0"/>
                          </a:rPr>
                          <m:t>𝑂</m:t>
                        </m:r>
                      </m:e>
                    </m:d>
                  </m:oMath>
                </a14:m>
                <a:r>
                  <a:rPr lang="en-US" sz="3200" dirty="0"/>
                  <a:t> represent Best case, Average case and Worst case. </a:t>
                </a:r>
                <a:r>
                  <a:rPr lang="en-US" sz="3200" u="sng" dirty="0"/>
                  <a:t>That was not an accurate definition</a:t>
                </a:r>
                <a:r>
                  <a:rPr lang="en-US" sz="3200" dirty="0"/>
                  <a:t>. </a:t>
                </a:r>
                <a:r>
                  <a:rPr lang="en-US" sz="3200" i="1" dirty="0"/>
                  <a:t>And yes, even some popular websites explain it incorrectly.</a:t>
                </a:r>
              </a:p>
              <a:p>
                <a:pPr>
                  <a:lnSpc>
                    <a:spcPct val="120000"/>
                  </a:lnSpc>
                  <a:buFont typeface="Wingdings" panose="05000000000000000000" pitchFamily="2" charset="2"/>
                  <a:buChar char="§"/>
                </a:pPr>
                <a:r>
                  <a:rPr lang="en-US" sz="3200" dirty="0"/>
                  <a:t>Best, Average and worst-case </a:t>
                </a:r>
                <a:r>
                  <a:rPr lang="en-US" sz="3200" b="1" u="sng" dirty="0"/>
                  <a:t>Scenarios</a:t>
                </a:r>
                <a:r>
                  <a:rPr lang="en-US" sz="3200" dirty="0"/>
                  <a:t> are not related to Asymptotic notations. The notations are mathematical symbols to define the rate of growth of time complexity of the functions </a:t>
                </a:r>
                <a:r>
                  <a:rPr lang="en-US" sz="3200" b="1" u="sng" dirty="0"/>
                  <a:t>Functions</a:t>
                </a:r>
                <a:r>
                  <a:rPr lang="en-US" sz="3200" dirty="0"/>
                  <a:t>.</a:t>
                </a:r>
              </a:p>
              <a:p>
                <a:pPr>
                  <a:lnSpc>
                    <a:spcPct val="120000"/>
                  </a:lnSpc>
                  <a:buFont typeface="Wingdings" panose="05000000000000000000" pitchFamily="2" charset="2"/>
                  <a:buChar char="§"/>
                </a:pPr>
                <a:r>
                  <a:rPr lang="en-US" sz="3200" dirty="0"/>
                  <a:t>For example, the best case for PEEK function in Stack belongs to constant time. Therefore, we can write </a:t>
                </a:r>
                <a14:m>
                  <m:oMath xmlns:m="http://schemas.openxmlformats.org/officeDocument/2006/math">
                    <m:r>
                      <m:rPr>
                        <m:sty m:val="p"/>
                      </m:rPr>
                      <a:rPr lang="en-US" sz="3200" b="0" i="0" smtClean="0">
                        <a:latin typeface="Cambria Math" panose="02040503050406030204" pitchFamily="18" charset="0"/>
                      </a:rPr>
                      <m:t>Ω</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r>
                      <a:rPr lang="en-US" sz="3200" b="0" i="1" smtClean="0">
                        <a:latin typeface="Cambria Math" panose="02040503050406030204" pitchFamily="18" charset="0"/>
                      </a:rPr>
                      <m:t>,</m:t>
                    </m:r>
                    <m:r>
                      <m:rPr>
                        <m:sty m:val="p"/>
                      </m:rPr>
                      <a:rPr lang="en-US" sz="3200" b="0" i="0" smtClean="0">
                        <a:latin typeface="Cambria Math" panose="02040503050406030204" pitchFamily="18" charset="0"/>
                      </a:rPr>
                      <m:t>Θ</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1</m:t>
                        </m:r>
                      </m:e>
                    </m:d>
                  </m:oMath>
                </a14:m>
                <a:r>
                  <a:rPr lang="en-US" sz="3200" dirty="0"/>
                  <a:t> for the best case.</a:t>
                </a:r>
              </a:p>
              <a:p>
                <a:pPr>
                  <a:lnSpc>
                    <a:spcPct val="120000"/>
                  </a:lnSpc>
                  <a:buFont typeface="Wingdings" panose="05000000000000000000" pitchFamily="2" charset="2"/>
                  <a:buChar char="§"/>
                </a:pPr>
                <a:r>
                  <a:rPr lang="en-US" sz="3200" dirty="0"/>
                  <a:t>Similarly, the worst case for Selection sort belongs to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 Therefore, </a:t>
                </a:r>
                <a14:m>
                  <m:oMath xmlns:m="http://schemas.openxmlformats.org/officeDocument/2006/math">
                    <m:r>
                      <m:rPr>
                        <m:sty m:val="p"/>
                      </m:rPr>
                      <a:rPr lang="en-US" sz="3200">
                        <a:latin typeface="Cambria Math" panose="02040503050406030204" pitchFamily="18" charset="0"/>
                      </a:rPr>
                      <m:t>Ω</m:t>
                    </m:r>
                    <m:d>
                      <m:dPr>
                        <m:ctrlPr>
                          <a:rPr lang="en-US" sz="3200" i="1">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r>
                      <a:rPr lang="en-US" sz="3200" i="1">
                        <a:latin typeface="Cambria Math" panose="02040503050406030204" pitchFamily="18" charset="0"/>
                      </a:rPr>
                      <m:t>,</m:t>
                    </m:r>
                    <m:r>
                      <m:rPr>
                        <m:sty m:val="p"/>
                      </m:rPr>
                      <a:rPr lang="en-US" sz="3200">
                        <a:latin typeface="Cambria Math" panose="02040503050406030204" pitchFamily="18" charset="0"/>
                      </a:rPr>
                      <m:t>Θ</m:t>
                    </m:r>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e>
                    </m:d>
                    <m:r>
                      <a:rPr lang="en-US" sz="3200" i="1">
                        <a:latin typeface="Cambria Math" panose="02040503050406030204" pitchFamily="18" charset="0"/>
                      </a:rPr>
                      <m:t>,</m:t>
                    </m:r>
                    <m:r>
                      <a:rPr lang="en-US" sz="3200" i="1">
                        <a:latin typeface="Cambria Math" panose="02040503050406030204" pitchFamily="18" charset="0"/>
                      </a:rPr>
                      <m:t>𝑂</m:t>
                    </m:r>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e>
                    </m:d>
                  </m:oMath>
                </a14:m>
                <a:r>
                  <a:rPr lang="en-US" sz="3200" dirty="0"/>
                  <a:t> are all correct.</a:t>
                </a:r>
              </a:p>
              <a:p>
                <a:pPr>
                  <a:lnSpc>
                    <a:spcPct val="120000"/>
                  </a:lnSpc>
                  <a:buFont typeface="Wingdings" panose="05000000000000000000" pitchFamily="2" charset="2"/>
                  <a:buChar char="§"/>
                </a:pPr>
                <a:r>
                  <a:rPr lang="en-US" sz="3200" dirty="0"/>
                  <a:t>So, what do we mean by rate of growth?</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27" t="-873" b="-998"/>
                </a:stretch>
              </a:blipFill>
            </p:spPr>
            <p:txBody>
              <a:bodyPr/>
              <a:lstStyle/>
              <a:p>
                <a:r>
                  <a:rPr lang="en-US">
                    <a:noFill/>
                  </a:rPr>
                  <a:t> </a:t>
                </a:r>
              </a:p>
            </p:txBody>
          </p:sp>
        </mc:Fallback>
      </mc:AlternateContent>
    </p:spTree>
    <p:extLst>
      <p:ext uri="{BB962C8B-B14F-4D97-AF65-F5344CB8AC3E}">
        <p14:creationId xmlns:p14="http://schemas.microsoft.com/office/powerpoint/2010/main" val="29650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For simplicity, we can have the following ways to represent time complexity:</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1</m:t>
                        </m:r>
                      </m:e>
                    </m:d>
                  </m:oMath>
                </a14:m>
                <a:r>
                  <a:rPr lang="en-US" sz="3000" dirty="0"/>
                  <a:t>: constant</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/2</m:t>
                        </m:r>
                      </m:e>
                    </m:d>
                  </m:oMath>
                </a14:m>
                <a:r>
                  <a:rPr lang="en-US" sz="3000" dirty="0"/>
                  <a:t>: linear</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𝑛</m:t>
                        </m:r>
                      </m:e>
                      <m:sup>
                        <m:r>
                          <a:rPr lang="en-US" sz="3000" b="0" i="1" smtClean="0">
                            <a:latin typeface="Cambria Math" panose="02040503050406030204" pitchFamily="18" charset="0"/>
                          </a:rPr>
                          <m:t>𝑐</m:t>
                        </m:r>
                      </m:sup>
                    </m:sSup>
                    <m:r>
                      <a:rPr lang="en-US" sz="3000" b="0" i="1" smtClean="0">
                        <a:latin typeface="Cambria Math" panose="02040503050406030204" pitchFamily="18" charset="0"/>
                      </a:rPr>
                      <m:t>)</m:t>
                    </m:r>
                  </m:oMath>
                </a14:m>
                <a:r>
                  <a:rPr lang="en-US" sz="3000" dirty="0"/>
                  <a:t>: quadratic, cubic, etc.</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r>
                      <a:rPr lang="en-US" sz="3000" b="0" i="1" smtClean="0">
                        <a:latin typeface="Cambria Math" panose="02040503050406030204" pitchFamily="18" charset="0"/>
                      </a:rPr>
                      <m:t>(</m:t>
                    </m:r>
                    <m:r>
                      <a:rPr lang="en-US" sz="3000" b="0" i="1" smtClean="0">
                        <a:latin typeface="Cambria Math" panose="02040503050406030204" pitchFamily="18" charset="0"/>
                      </a:rPr>
                      <m:t>𝑙𝑜𝑔</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m:t>
                    </m:r>
                  </m:oMath>
                </a14:m>
                <a:r>
                  <a:rPr lang="en-US" sz="3000" dirty="0"/>
                  <a:t> and </a:t>
                </a:r>
                <a14:m>
                  <m:oMath xmlns:m="http://schemas.openxmlformats.org/officeDocument/2006/math">
                    <m:r>
                      <a:rPr lang="en-US" sz="3000" b="0" i="1" smtClean="0">
                        <a:latin typeface="Cambria Math" panose="02040503050406030204" pitchFamily="18" charset="0"/>
                      </a:rPr>
                      <m:t>𝑂</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latin typeface="Cambria Math" panose="02040503050406030204" pitchFamily="18" charset="0"/>
                          </a:rPr>
                          <m:t>𝑙𝑜𝑔</m:t>
                        </m:r>
                        <m:r>
                          <a:rPr lang="en-US" sz="3000" b="0" i="1" smtClean="0">
                            <a:latin typeface="Cambria Math" panose="02040503050406030204" pitchFamily="18" charset="0"/>
                          </a:rPr>
                          <m:t>.</m:t>
                        </m:r>
                        <m:r>
                          <a:rPr lang="en-US" sz="3000" b="0" i="1" smtClean="0">
                            <a:latin typeface="Cambria Math" panose="02040503050406030204" pitchFamily="18" charset="0"/>
                          </a:rPr>
                          <m:t>𝑛</m:t>
                        </m:r>
                      </m:e>
                    </m:d>
                  </m:oMath>
                </a14:m>
                <a:r>
                  <a:rPr lang="en-US" sz="3000" dirty="0"/>
                  <a:t>: logarithmic</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𝑐</m:t>
                        </m:r>
                      </m:e>
                      <m:sup>
                        <m:r>
                          <a:rPr lang="en-US" sz="3000" b="0" i="1" smtClean="0">
                            <a:latin typeface="Cambria Math" panose="02040503050406030204" pitchFamily="18" charset="0"/>
                          </a:rPr>
                          <m:t>𝑛</m:t>
                        </m:r>
                      </m:sup>
                    </m:sSup>
                    <m:r>
                      <a:rPr lang="en-US" sz="3000" b="0" i="1" smtClean="0">
                        <a:latin typeface="Cambria Math" panose="02040503050406030204" pitchFamily="18" charset="0"/>
                      </a:rPr>
                      <m:t>)</m:t>
                    </m:r>
                  </m:oMath>
                </a14:m>
                <a:r>
                  <a:rPr lang="en-US" sz="3000" dirty="0"/>
                  <a:t>: exponential</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𝑂</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m:t>
                    </m:r>
                  </m:oMath>
                </a14:m>
                <a:r>
                  <a:rPr lang="en-US" sz="3000" dirty="0"/>
                  <a:t>: factorial</a:t>
                </a:r>
              </a:p>
              <a:p>
                <a:pPr>
                  <a:lnSpc>
                    <a:spcPct val="120000"/>
                  </a:lnSpc>
                  <a:buFont typeface="Wingdings" panose="05000000000000000000" pitchFamily="2" charset="2"/>
                  <a:buChar char="§"/>
                </a:pPr>
                <a:r>
                  <a:rPr lang="en-US" sz="3200" dirty="0"/>
                  <a:t>These are all functions themselves, so we can refer to them as </a:t>
                </a:r>
                <a14:m>
                  <m:oMath xmlns:m="http://schemas.openxmlformats.org/officeDocument/2006/math">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a:p>
                <a:pPr>
                  <a:lnSpc>
                    <a:spcPct val="120000"/>
                  </a:lnSpc>
                  <a:buFont typeface="Wingdings" panose="05000000000000000000" pitchFamily="2" charset="2"/>
                  <a:buChar char="§"/>
                </a:pPr>
                <a:r>
                  <a:rPr lang="en-US" sz="3200" dirty="0"/>
                  <a:t>The table represents the growth of </a:t>
                </a:r>
                <a14:m>
                  <m:oMath xmlns:m="http://schemas.openxmlformats.org/officeDocument/2006/math">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a:t>
                </a:r>
              </a:p>
            </p:txBody>
          </p:sp>
        </mc:Choice>
        <mc:Fallback>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5875616" cy="4887878"/>
              </a:xfrm>
              <a:prstGeom prst="rect">
                <a:avLst/>
              </a:prstGeom>
              <a:blipFill>
                <a:blip r:embed="rId3"/>
                <a:stretch>
                  <a:fillRect l="-1452" t="-873" r="-622"/>
                </a:stretch>
              </a:blipFill>
            </p:spPr>
            <p:txBody>
              <a:bodyPr/>
              <a:lstStyle/>
              <a:p>
                <a:r>
                  <a:rPr lang="en-PK">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BD80CFA-71B3-B1D4-C38D-511EF67DF039}"/>
                  </a:ext>
                </a:extLst>
              </p:cNvPr>
              <p:cNvGraphicFramePr>
                <a:graphicFrameLocks noGrp="1"/>
              </p:cNvGraphicFramePr>
              <p:nvPr>
                <p:extLst>
                  <p:ext uri="{D42A27DB-BD31-4B8C-83A1-F6EECF244321}">
                    <p14:modId xmlns:p14="http://schemas.microsoft.com/office/powerpoint/2010/main" val="3594348549"/>
                  </p:ext>
                </p:extLst>
              </p:nvPr>
            </p:nvGraphicFramePr>
            <p:xfrm>
              <a:off x="6086274" y="1581101"/>
              <a:ext cx="5885341" cy="4839362"/>
            </p:xfrm>
            <a:graphic>
              <a:graphicData uri="http://schemas.openxmlformats.org/drawingml/2006/table">
                <a:tbl>
                  <a:tblPr>
                    <a:tableStyleId>{5940675A-B579-460E-94D1-54222C63F5DA}</a:tableStyleId>
                  </a:tblPr>
                  <a:tblGrid>
                    <a:gridCol w="840763">
                      <a:extLst>
                        <a:ext uri="{9D8B030D-6E8A-4147-A177-3AD203B41FA5}">
                          <a16:colId xmlns:a16="http://schemas.microsoft.com/office/drawing/2014/main" val="3873513707"/>
                        </a:ext>
                      </a:extLst>
                    </a:gridCol>
                    <a:gridCol w="840763">
                      <a:extLst>
                        <a:ext uri="{9D8B030D-6E8A-4147-A177-3AD203B41FA5}">
                          <a16:colId xmlns:a16="http://schemas.microsoft.com/office/drawing/2014/main" val="1864740698"/>
                        </a:ext>
                      </a:extLst>
                    </a:gridCol>
                    <a:gridCol w="840763">
                      <a:extLst>
                        <a:ext uri="{9D8B030D-6E8A-4147-A177-3AD203B41FA5}">
                          <a16:colId xmlns:a16="http://schemas.microsoft.com/office/drawing/2014/main" val="984333921"/>
                        </a:ext>
                      </a:extLst>
                    </a:gridCol>
                    <a:gridCol w="840763">
                      <a:extLst>
                        <a:ext uri="{9D8B030D-6E8A-4147-A177-3AD203B41FA5}">
                          <a16:colId xmlns:a16="http://schemas.microsoft.com/office/drawing/2014/main" val="2655710208"/>
                        </a:ext>
                      </a:extLst>
                    </a:gridCol>
                    <a:gridCol w="840763">
                      <a:extLst>
                        <a:ext uri="{9D8B030D-6E8A-4147-A177-3AD203B41FA5}">
                          <a16:colId xmlns:a16="http://schemas.microsoft.com/office/drawing/2014/main" val="795011502"/>
                        </a:ext>
                      </a:extLst>
                    </a:gridCol>
                    <a:gridCol w="840763">
                      <a:extLst>
                        <a:ext uri="{9D8B030D-6E8A-4147-A177-3AD203B41FA5}">
                          <a16:colId xmlns:a16="http://schemas.microsoft.com/office/drawing/2014/main" val="4098458891"/>
                        </a:ext>
                      </a:extLst>
                    </a:gridCol>
                    <a:gridCol w="840763">
                      <a:extLst>
                        <a:ext uri="{9D8B030D-6E8A-4147-A177-3AD203B41FA5}">
                          <a16:colId xmlns:a16="http://schemas.microsoft.com/office/drawing/2014/main" val="3625671847"/>
                        </a:ext>
                      </a:extLst>
                    </a:gridCol>
                  </a:tblGrid>
                  <a:tr h="439942">
                    <a:tc>
                      <a:txBody>
                        <a:bodyPr/>
                        <a:lstStyle/>
                        <a:p>
                          <a:pPr algn="ctr" fontAlgn="b"/>
                          <a14:m>
                            <m:oMathPara xmlns:m="http://schemas.openxmlformats.org/officeDocument/2006/math">
                              <m:oMathParaPr>
                                <m:jc m:val="centerGroup"/>
                              </m:oMathParaPr>
                              <m:oMath xmlns:m="http://schemas.openxmlformats.org/officeDocument/2006/math">
                                <m:r>
                                  <a:rPr lang="en-US" sz="1600" b="1" i="1" u="none" strike="noStrike" dirty="0" smtClean="0">
                                    <a:effectLst/>
                                    <a:latin typeface="Cambria Math" panose="02040503050406030204" pitchFamily="18" charset="0"/>
                                  </a:rPr>
                                  <m:t>𝒏</m:t>
                                </m:r>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r>
                                  <a:rPr lang="en-US" sz="1600" b="1" i="1" u="none" strike="noStrike" dirty="0" smtClean="0">
                                    <a:effectLst/>
                                    <a:latin typeface="Cambria Math" panose="02040503050406030204" pitchFamily="18" charset="0"/>
                                  </a:rPr>
                                  <m:t>𝒍𝒐𝒈</m:t>
                                </m:r>
                                <m:r>
                                  <a:rPr lang="en-US" sz="1600" b="1" i="1" u="none" strike="noStrike" dirty="0" smtClean="0">
                                    <a:effectLst/>
                                    <a:latin typeface="Cambria Math" panose="02040503050406030204" pitchFamily="18" charset="0"/>
                                  </a:rPr>
                                  <m:t>.</m:t>
                                </m:r>
                                <m:r>
                                  <a:rPr lang="en-US" sz="1600" b="1" i="1" u="none" strike="noStrike" dirty="0" smtClean="0">
                                    <a:effectLst/>
                                    <a:latin typeface="Cambria Math" panose="02040503050406030204" pitchFamily="18" charset="0"/>
                                  </a:rPr>
                                  <m:t>𝒏</m:t>
                                </m:r>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r>
                                  <a:rPr lang="en-US" sz="1600" b="1" i="1" u="none" strike="noStrike" dirty="0" smtClean="0">
                                    <a:effectLst/>
                                    <a:latin typeface="Cambria Math" panose="02040503050406030204" pitchFamily="18" charset="0"/>
                                  </a:rPr>
                                  <m:t>𝒏</m:t>
                                </m:r>
                                <m:r>
                                  <a:rPr lang="en-US" sz="1600" b="1" i="1" u="none" strike="noStrike" dirty="0" smtClean="0">
                                    <a:effectLst/>
                                    <a:latin typeface="Cambria Math" panose="02040503050406030204" pitchFamily="18" charset="0"/>
                                  </a:rPr>
                                  <m:t>.</m:t>
                                </m:r>
                                <m:r>
                                  <a:rPr lang="en-US" sz="1600" b="1" i="1" u="none" strike="noStrike" dirty="0" smtClean="0">
                                    <a:effectLst/>
                                    <a:latin typeface="Cambria Math" panose="02040503050406030204" pitchFamily="18" charset="0"/>
                                  </a:rPr>
                                  <m:t>𝒍𝒐𝒈</m:t>
                                </m:r>
                                <m:r>
                                  <a:rPr lang="en-US" sz="1600" b="1" i="1" u="none" strike="noStrike" dirty="0" smtClean="0">
                                    <a:effectLst/>
                                    <a:latin typeface="Cambria Math" panose="02040503050406030204" pitchFamily="18" charset="0"/>
                                  </a:rPr>
                                  <m:t>.</m:t>
                                </m:r>
                                <m:r>
                                  <a:rPr lang="en-US" sz="1600" b="1" i="1" u="none" strike="noStrike" dirty="0" smtClean="0">
                                    <a:effectLst/>
                                    <a:latin typeface="Cambria Math" panose="02040503050406030204" pitchFamily="18" charset="0"/>
                                  </a:rPr>
                                  <m:t>𝒏</m:t>
                                </m:r>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sSup>
                                  <m:sSupPr>
                                    <m:ctrlPr>
                                      <a:rPr lang="en-US" sz="1600" b="1" i="1" u="none" strike="noStrike" dirty="0" smtClean="0">
                                        <a:effectLst/>
                                        <a:latin typeface="Cambria Math" panose="02040503050406030204" pitchFamily="18" charset="0"/>
                                      </a:rPr>
                                    </m:ctrlPr>
                                  </m:sSupPr>
                                  <m:e>
                                    <m:r>
                                      <a:rPr lang="en-US" sz="1600" b="1" i="1" u="none" strike="noStrike" dirty="0" smtClean="0">
                                        <a:effectLst/>
                                        <a:latin typeface="Cambria Math" panose="02040503050406030204" pitchFamily="18" charset="0"/>
                                      </a:rPr>
                                      <m:t>𝒏</m:t>
                                    </m:r>
                                  </m:e>
                                  <m:sup>
                                    <m:r>
                                      <a:rPr lang="en-US" sz="1600" b="1" i="1" u="none" strike="noStrike" dirty="0" smtClean="0">
                                        <a:effectLst/>
                                        <a:latin typeface="Cambria Math" panose="02040503050406030204" pitchFamily="18" charset="0"/>
                                      </a:rPr>
                                      <m:t>𝟐</m:t>
                                    </m:r>
                                  </m:sup>
                                </m:sSup>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sSup>
                                  <m:sSupPr>
                                    <m:ctrlPr>
                                      <a:rPr lang="en-US" sz="1600" b="1" i="1" u="none" strike="noStrike" dirty="0" smtClean="0">
                                        <a:effectLst/>
                                        <a:latin typeface="Cambria Math" panose="02040503050406030204" pitchFamily="18" charset="0"/>
                                      </a:rPr>
                                    </m:ctrlPr>
                                  </m:sSupPr>
                                  <m:e>
                                    <m:r>
                                      <a:rPr lang="en-US" sz="1600" b="1" i="1" u="none" strike="noStrike" dirty="0" smtClean="0">
                                        <a:effectLst/>
                                        <a:latin typeface="Cambria Math" panose="02040503050406030204" pitchFamily="18" charset="0"/>
                                      </a:rPr>
                                      <m:t>𝒏</m:t>
                                    </m:r>
                                  </m:e>
                                  <m:sup>
                                    <m:r>
                                      <a:rPr lang="en-US" sz="1600" b="1" i="1" u="none" strike="noStrike" dirty="0" smtClean="0">
                                        <a:effectLst/>
                                        <a:latin typeface="Cambria Math" panose="02040503050406030204" pitchFamily="18" charset="0"/>
                                      </a:rPr>
                                      <m:t>𝟑</m:t>
                                    </m:r>
                                  </m:sup>
                                </m:sSup>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sSup>
                                  <m:sSupPr>
                                    <m:ctrlPr>
                                      <a:rPr lang="en-US" sz="1600" b="1" i="1" u="none" strike="noStrike" dirty="0" smtClean="0">
                                        <a:effectLst/>
                                        <a:latin typeface="Cambria Math" panose="02040503050406030204" pitchFamily="18" charset="0"/>
                                      </a:rPr>
                                    </m:ctrlPr>
                                  </m:sSupPr>
                                  <m:e>
                                    <m:r>
                                      <a:rPr lang="en-US" sz="1600" b="1" i="1" u="none" strike="noStrike" dirty="0" smtClean="0">
                                        <a:effectLst/>
                                        <a:latin typeface="Cambria Math" panose="02040503050406030204" pitchFamily="18" charset="0"/>
                                      </a:rPr>
                                      <m:t>𝟐</m:t>
                                    </m:r>
                                  </m:e>
                                  <m:sup>
                                    <m:r>
                                      <a:rPr lang="en-US" sz="1600" b="1" i="1" u="none" strike="noStrike" dirty="0" smtClean="0">
                                        <a:effectLst/>
                                        <a:latin typeface="Cambria Math" panose="02040503050406030204" pitchFamily="18" charset="0"/>
                                      </a:rPr>
                                      <m:t>𝒏</m:t>
                                    </m:r>
                                  </m:sup>
                                </m:sSup>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14:m>
                            <m:oMathPara xmlns:m="http://schemas.openxmlformats.org/officeDocument/2006/math">
                              <m:oMathParaPr>
                                <m:jc m:val="centerGroup"/>
                              </m:oMathParaPr>
                              <m:oMath xmlns:m="http://schemas.openxmlformats.org/officeDocument/2006/math">
                                <m:r>
                                  <a:rPr lang="en-US" sz="1600" b="1" i="1" u="none" strike="noStrike" dirty="0" smtClean="0">
                                    <a:effectLst/>
                                    <a:latin typeface="Cambria Math" panose="02040503050406030204" pitchFamily="18" charset="0"/>
                                  </a:rPr>
                                  <m:t>𝒏</m:t>
                                </m:r>
                                <m:r>
                                  <a:rPr lang="en-US" sz="1600" b="1" i="1" u="none" strike="noStrike" dirty="0" smtClean="0">
                                    <a:effectLst/>
                                    <a:latin typeface="Cambria Math" panose="02040503050406030204" pitchFamily="18" charset="0"/>
                                  </a:rPr>
                                  <m:t>!</m:t>
                                </m:r>
                              </m:oMath>
                            </m:oMathPara>
                          </a14:m>
                          <a:endParaRPr lang="en-US" sz="1600" b="1" i="1"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61212414"/>
                      </a:ext>
                    </a:extLst>
                  </a:tr>
                  <a:tr h="439942">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0.000</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0.000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2557651"/>
                      </a:ext>
                    </a:extLst>
                  </a:tr>
                  <a:tr h="439942">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29888473"/>
                      </a:ext>
                    </a:extLst>
                  </a:tr>
                  <a:tr h="439942">
                    <a:tc>
                      <a:txBody>
                        <a:body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1.585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4.755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25944722"/>
                      </a:ext>
                    </a:extLst>
                  </a:tr>
                  <a:tr h="439942">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24</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18414364"/>
                      </a:ext>
                    </a:extLst>
                  </a:tr>
                  <a:tr h="439942">
                    <a:tc>
                      <a:txBody>
                        <a:bodyPr/>
                        <a:lstStyle/>
                        <a:p>
                          <a:pPr algn="ctr" fontAlgn="b"/>
                          <a:r>
                            <a:rPr lang="en-US" sz="1600" u="none" strike="noStrike">
                              <a:effectLst/>
                            </a:rPr>
                            <a:t>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2.322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11.610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54656084"/>
                      </a:ext>
                    </a:extLst>
                  </a:tr>
                  <a:tr h="439942">
                    <a:tc>
                      <a:txBody>
                        <a:bodyPr/>
                        <a:lstStyle/>
                        <a:p>
                          <a:pPr algn="ctr" fontAlgn="b"/>
                          <a:r>
                            <a:rPr lang="en-US" sz="1600" u="none" strike="noStrike">
                              <a:effectLst/>
                            </a:rPr>
                            <a:t>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2.585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15.510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720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41359021"/>
                      </a:ext>
                    </a:extLst>
                  </a:tr>
                  <a:tr h="439942">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2.807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19.651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343</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5040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41175143"/>
                      </a:ext>
                    </a:extLst>
                  </a:tr>
                  <a:tr h="439942">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24.000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512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40320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32279029"/>
                      </a:ext>
                    </a:extLst>
                  </a:tr>
                  <a:tr h="439942">
                    <a:tc>
                      <a:txBody>
                        <a:bodyPr/>
                        <a:lstStyle/>
                        <a:p>
                          <a:pPr algn="ctr" fontAlgn="b"/>
                          <a:r>
                            <a:rPr lang="en-US" sz="1600" u="none" strike="noStrike">
                              <a:effectLst/>
                            </a:rPr>
                            <a:t>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3.170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28.529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729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512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362880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69401076"/>
                      </a:ext>
                    </a:extLst>
                  </a:tr>
                  <a:tr h="439942">
                    <a:tc>
                      <a:txBody>
                        <a:bodyPr/>
                        <a:lstStyle/>
                        <a:p>
                          <a:pPr algn="ctr" fontAlgn="b"/>
                          <a:r>
                            <a:rPr lang="en-US" sz="1600" u="none" strike="noStrike">
                              <a:effectLst/>
                            </a:rPr>
                            <a:t>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3.322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33.219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1024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3628800</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78832393"/>
                      </a:ext>
                    </a:extLst>
                  </a:tr>
                </a:tbl>
              </a:graphicData>
            </a:graphic>
          </p:graphicFrame>
        </mc:Choice>
        <mc:Fallback xmlns="">
          <p:graphicFrame>
            <p:nvGraphicFramePr>
              <p:cNvPr id="4" name="Table 3">
                <a:extLst>
                  <a:ext uri="{FF2B5EF4-FFF2-40B4-BE49-F238E27FC236}">
                    <a16:creationId xmlns:a16="http://schemas.microsoft.com/office/drawing/2014/main" id="{3BD80CFA-71B3-B1D4-C38D-511EF67DF039}"/>
                  </a:ext>
                </a:extLst>
              </p:cNvPr>
              <p:cNvGraphicFramePr>
                <a:graphicFrameLocks noGrp="1"/>
              </p:cNvGraphicFramePr>
              <p:nvPr>
                <p:extLst>
                  <p:ext uri="{D42A27DB-BD31-4B8C-83A1-F6EECF244321}">
                    <p14:modId xmlns:p14="http://schemas.microsoft.com/office/powerpoint/2010/main" val="3594348549"/>
                  </p:ext>
                </p:extLst>
              </p:nvPr>
            </p:nvGraphicFramePr>
            <p:xfrm>
              <a:off x="6086274" y="1581101"/>
              <a:ext cx="5885341" cy="4839362"/>
            </p:xfrm>
            <a:graphic>
              <a:graphicData uri="http://schemas.openxmlformats.org/drawingml/2006/table">
                <a:tbl>
                  <a:tblPr>
                    <a:tableStyleId>{5940675A-B579-460E-94D1-54222C63F5DA}</a:tableStyleId>
                  </a:tblPr>
                  <a:tblGrid>
                    <a:gridCol w="840763">
                      <a:extLst>
                        <a:ext uri="{9D8B030D-6E8A-4147-A177-3AD203B41FA5}">
                          <a16:colId xmlns:a16="http://schemas.microsoft.com/office/drawing/2014/main" val="3873513707"/>
                        </a:ext>
                      </a:extLst>
                    </a:gridCol>
                    <a:gridCol w="840763">
                      <a:extLst>
                        <a:ext uri="{9D8B030D-6E8A-4147-A177-3AD203B41FA5}">
                          <a16:colId xmlns:a16="http://schemas.microsoft.com/office/drawing/2014/main" val="1864740698"/>
                        </a:ext>
                      </a:extLst>
                    </a:gridCol>
                    <a:gridCol w="840763">
                      <a:extLst>
                        <a:ext uri="{9D8B030D-6E8A-4147-A177-3AD203B41FA5}">
                          <a16:colId xmlns:a16="http://schemas.microsoft.com/office/drawing/2014/main" val="984333921"/>
                        </a:ext>
                      </a:extLst>
                    </a:gridCol>
                    <a:gridCol w="840763">
                      <a:extLst>
                        <a:ext uri="{9D8B030D-6E8A-4147-A177-3AD203B41FA5}">
                          <a16:colId xmlns:a16="http://schemas.microsoft.com/office/drawing/2014/main" val="2655710208"/>
                        </a:ext>
                      </a:extLst>
                    </a:gridCol>
                    <a:gridCol w="840763">
                      <a:extLst>
                        <a:ext uri="{9D8B030D-6E8A-4147-A177-3AD203B41FA5}">
                          <a16:colId xmlns:a16="http://schemas.microsoft.com/office/drawing/2014/main" val="795011502"/>
                        </a:ext>
                      </a:extLst>
                    </a:gridCol>
                    <a:gridCol w="840763">
                      <a:extLst>
                        <a:ext uri="{9D8B030D-6E8A-4147-A177-3AD203B41FA5}">
                          <a16:colId xmlns:a16="http://schemas.microsoft.com/office/drawing/2014/main" val="4098458891"/>
                        </a:ext>
                      </a:extLst>
                    </a:gridCol>
                    <a:gridCol w="840763">
                      <a:extLst>
                        <a:ext uri="{9D8B030D-6E8A-4147-A177-3AD203B41FA5}">
                          <a16:colId xmlns:a16="http://schemas.microsoft.com/office/drawing/2014/main" val="3625671847"/>
                        </a:ext>
                      </a:extLst>
                    </a:gridCol>
                  </a:tblGrid>
                  <a:tr h="439942">
                    <a:tc>
                      <a:txBody>
                        <a:bodyPr/>
                        <a:lstStyle/>
                        <a:p>
                          <a:endParaRPr lang="en-US"/>
                        </a:p>
                      </a:txBody>
                      <a:tcPr marL="7620" marR="7620" marT="7620" marB="0" anchor="b">
                        <a:blipFill>
                          <a:blip r:embed="rId4"/>
                          <a:stretch>
                            <a:fillRect l="-725" t="-1389" r="-601449" b="-1033333"/>
                          </a:stretch>
                        </a:blipFill>
                      </a:tcPr>
                    </a:tc>
                    <a:tc>
                      <a:txBody>
                        <a:bodyPr/>
                        <a:lstStyle/>
                        <a:p>
                          <a:endParaRPr lang="en-US"/>
                        </a:p>
                      </a:txBody>
                      <a:tcPr marL="7620" marR="7620" marT="7620" marB="0" anchor="b">
                        <a:blipFill>
                          <a:blip r:embed="rId4"/>
                          <a:stretch>
                            <a:fillRect l="-100725" t="-1389" r="-501449" b="-1033333"/>
                          </a:stretch>
                        </a:blipFill>
                      </a:tcPr>
                    </a:tc>
                    <a:tc>
                      <a:txBody>
                        <a:bodyPr/>
                        <a:lstStyle/>
                        <a:p>
                          <a:endParaRPr lang="en-US"/>
                        </a:p>
                      </a:txBody>
                      <a:tcPr marL="7620" marR="7620" marT="7620" marB="0" anchor="b">
                        <a:blipFill>
                          <a:blip r:embed="rId4"/>
                          <a:stretch>
                            <a:fillRect l="-200725" t="-1389" r="-401449" b="-1033333"/>
                          </a:stretch>
                        </a:blipFill>
                      </a:tcPr>
                    </a:tc>
                    <a:tc>
                      <a:txBody>
                        <a:bodyPr/>
                        <a:lstStyle/>
                        <a:p>
                          <a:endParaRPr lang="en-US"/>
                        </a:p>
                      </a:txBody>
                      <a:tcPr marL="7620" marR="7620" marT="7620" marB="0" anchor="b">
                        <a:blipFill>
                          <a:blip r:embed="rId4"/>
                          <a:stretch>
                            <a:fillRect l="-300725" t="-1389" r="-301449" b="-1033333"/>
                          </a:stretch>
                        </a:blipFill>
                      </a:tcPr>
                    </a:tc>
                    <a:tc>
                      <a:txBody>
                        <a:bodyPr/>
                        <a:lstStyle/>
                        <a:p>
                          <a:endParaRPr lang="en-US"/>
                        </a:p>
                      </a:txBody>
                      <a:tcPr marL="7620" marR="7620" marT="7620" marB="0" anchor="b">
                        <a:blipFill>
                          <a:blip r:embed="rId4"/>
                          <a:stretch>
                            <a:fillRect l="-400725" t="-1389" r="-201449" b="-1033333"/>
                          </a:stretch>
                        </a:blipFill>
                      </a:tcPr>
                    </a:tc>
                    <a:tc>
                      <a:txBody>
                        <a:bodyPr/>
                        <a:lstStyle/>
                        <a:p>
                          <a:endParaRPr lang="en-US"/>
                        </a:p>
                      </a:txBody>
                      <a:tcPr marL="7620" marR="7620" marT="7620" marB="0" anchor="b">
                        <a:blipFill>
                          <a:blip r:embed="rId4"/>
                          <a:stretch>
                            <a:fillRect l="-500725" t="-1389" r="-101449" b="-1033333"/>
                          </a:stretch>
                        </a:blipFill>
                      </a:tcPr>
                    </a:tc>
                    <a:tc>
                      <a:txBody>
                        <a:bodyPr/>
                        <a:lstStyle/>
                        <a:p>
                          <a:endParaRPr lang="en-US"/>
                        </a:p>
                      </a:txBody>
                      <a:tcPr marL="7620" marR="7620" marT="7620" marB="0" anchor="b">
                        <a:blipFill>
                          <a:blip r:embed="rId4"/>
                          <a:stretch>
                            <a:fillRect l="-600725" t="-1389" r="-1449" b="-1033333"/>
                          </a:stretch>
                        </a:blipFill>
                      </a:tcPr>
                    </a:tc>
                    <a:extLst>
                      <a:ext uri="{0D108BD9-81ED-4DB2-BD59-A6C34878D82A}">
                        <a16:rowId xmlns:a16="http://schemas.microsoft.com/office/drawing/2014/main" val="1961212414"/>
                      </a:ext>
                    </a:extLst>
                  </a:tr>
                  <a:tr h="439942">
                    <a:tc>
                      <a:txBody>
                        <a:bodyPr/>
                        <a:lstStyle/>
                        <a:p>
                          <a:pPr algn="ctr" fontAlgn="b"/>
                          <a:r>
                            <a:rPr lang="en-US" sz="1600" u="none" strike="noStrike" dirty="0">
                              <a:effectLst/>
                            </a:rPr>
                            <a:t>1</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0.000</a:t>
                          </a:r>
                          <a:endParaRPr lang="en-US" sz="1600" b="0" i="0" u="none" strike="noStrike" dirty="0">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0.000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2557651"/>
                      </a:ext>
                    </a:extLst>
                  </a:tr>
                  <a:tr h="439942">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29888473"/>
                      </a:ext>
                    </a:extLst>
                  </a:tr>
                  <a:tr h="439942">
                    <a:tc>
                      <a:txBody>
                        <a:bodyPr/>
                        <a:lstStyle/>
                        <a:p>
                          <a:pPr algn="ctr" fontAlgn="b"/>
                          <a:r>
                            <a:rPr lang="en-US" sz="1600" u="none" strike="noStrike">
                              <a:effectLst/>
                            </a:rPr>
                            <a:t>3</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1.585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4.755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625944722"/>
                      </a:ext>
                    </a:extLst>
                  </a:tr>
                  <a:tr h="439942">
                    <a:tc>
                      <a:txBody>
                        <a:bodyPr/>
                        <a:lstStyle/>
                        <a:p>
                          <a:pPr algn="ctr" fontAlgn="b"/>
                          <a:r>
                            <a:rPr lang="en-US" sz="1600" u="none" strike="noStrike">
                              <a:effectLst/>
                            </a:rPr>
                            <a:t>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24</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018414364"/>
                      </a:ext>
                    </a:extLst>
                  </a:tr>
                  <a:tr h="439942">
                    <a:tc>
                      <a:txBody>
                        <a:bodyPr/>
                        <a:lstStyle/>
                        <a:p>
                          <a:pPr algn="ctr" fontAlgn="b"/>
                          <a:r>
                            <a:rPr lang="en-US" sz="1600" u="none" strike="noStrike">
                              <a:effectLst/>
                            </a:rPr>
                            <a:t>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2.322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11.610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54656084"/>
                      </a:ext>
                    </a:extLst>
                  </a:tr>
                  <a:tr h="439942">
                    <a:tc>
                      <a:txBody>
                        <a:bodyPr/>
                        <a:lstStyle/>
                        <a:p>
                          <a:pPr algn="ctr" fontAlgn="b"/>
                          <a:r>
                            <a:rPr lang="en-US" sz="1600" u="none" strike="noStrike">
                              <a:effectLst/>
                            </a:rPr>
                            <a:t>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2.585</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15.510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216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720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41359021"/>
                      </a:ext>
                    </a:extLst>
                  </a:tr>
                  <a:tr h="439942">
                    <a:tc>
                      <a:txBody>
                        <a:bodyPr/>
                        <a:lstStyle/>
                        <a:p>
                          <a:pPr algn="ctr" fontAlgn="b"/>
                          <a:r>
                            <a:rPr lang="en-US" sz="1600" u="none" strike="noStrike">
                              <a:effectLst/>
                            </a:rPr>
                            <a:t>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2.807</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19.651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343</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128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5040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41175143"/>
                      </a:ext>
                    </a:extLst>
                  </a:tr>
                  <a:tr h="439942">
                    <a:tc>
                      <a:txBody>
                        <a:bodyPr/>
                        <a:lstStyle/>
                        <a:p>
                          <a:pPr algn="ctr" fontAlgn="b"/>
                          <a:r>
                            <a:rPr lang="en-US" sz="1600" u="none" strike="noStrike">
                              <a:effectLst/>
                            </a:rPr>
                            <a:t>8</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24.000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64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512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256</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40320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32279029"/>
                      </a:ext>
                    </a:extLst>
                  </a:tr>
                  <a:tr h="439942">
                    <a:tc>
                      <a:txBody>
                        <a:bodyPr/>
                        <a:lstStyle/>
                        <a:p>
                          <a:pPr algn="ctr" fontAlgn="b"/>
                          <a:r>
                            <a:rPr lang="en-US" sz="1600" u="none" strike="noStrike">
                              <a:effectLst/>
                            </a:rPr>
                            <a:t>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3.170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28.529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81</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729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512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362880</a:t>
                          </a:r>
                          <a:endParaRPr lang="en-US" sz="16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69401076"/>
                      </a:ext>
                    </a:extLst>
                  </a:tr>
                  <a:tr h="439942">
                    <a:tc>
                      <a:txBody>
                        <a:bodyPr/>
                        <a:lstStyle/>
                        <a:p>
                          <a:pPr algn="ctr" fontAlgn="b"/>
                          <a:r>
                            <a:rPr lang="en-US" sz="1600" u="none" strike="noStrike">
                              <a:effectLst/>
                            </a:rPr>
                            <a:t>10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3.322</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33.219</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1000</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a:effectLst/>
                            </a:rPr>
                            <a:t>1024</a:t>
                          </a:r>
                          <a:endParaRPr lang="en-US" sz="1600" b="0" i="0" u="none" strike="noStrike">
                            <a:solidFill>
                              <a:srgbClr val="000000"/>
                            </a:solidFill>
                            <a:effectLst/>
                            <a:latin typeface="Calibri" panose="020F0502020204030204" pitchFamily="34" charset="0"/>
                          </a:endParaRPr>
                        </a:p>
                      </a:txBody>
                      <a:tcPr marL="7620" marR="7620" marT="7620" marB="0" anchor="b"/>
                    </a:tc>
                    <a:tc>
                      <a:txBody>
                        <a:bodyPr/>
                        <a:lstStyle/>
                        <a:p>
                          <a:pPr algn="ctr" fontAlgn="b"/>
                          <a:r>
                            <a:rPr lang="en-US" sz="1600" u="none" strike="noStrike" dirty="0">
                              <a:effectLst/>
                            </a:rPr>
                            <a:t>3628800</a:t>
                          </a:r>
                          <a:endParaRPr lang="en-US" sz="16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978832393"/>
                      </a:ext>
                    </a:extLst>
                  </a:tr>
                </a:tbl>
              </a:graphicData>
            </a:graphic>
          </p:graphicFrame>
        </mc:Fallback>
      </mc:AlternateContent>
    </p:spTree>
    <p:extLst>
      <p:ext uri="{BB962C8B-B14F-4D97-AF65-F5344CB8AC3E}">
        <p14:creationId xmlns:p14="http://schemas.microsoft.com/office/powerpoint/2010/main" val="156680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Big-</a:t>
                </a:r>
                <a14:m>
                  <m:oMath xmlns:m="http://schemas.openxmlformats.org/officeDocument/2006/math">
                    <m:r>
                      <a:rPr lang="en-US" sz="3200" i="1" dirty="0" smtClean="0">
                        <a:latin typeface="Cambria Math" panose="02040503050406030204" pitchFamily="18" charset="0"/>
                      </a:rPr>
                      <m:t>𝑂</m:t>
                    </m:r>
                  </m:oMath>
                </a14:m>
                <a:r>
                  <a:rPr lang="en-US" sz="3200" dirty="0"/>
                  <a:t> notation is used to define the Upper bound of a function.</a:t>
                </a:r>
              </a:p>
              <a:p>
                <a:pPr>
                  <a:lnSpc>
                    <a:spcPct val="120000"/>
                  </a:lnSpc>
                  <a:buFont typeface="Wingdings" panose="05000000000000000000" pitchFamily="2" charset="2"/>
                  <a:buChar char="§"/>
                </a:pPr>
                <a:r>
                  <a:rPr lang="en-US" sz="3200" dirty="0"/>
                  <a:t>For example, we have function </a:t>
                </a:r>
                <a14:m>
                  <m:oMath xmlns:m="http://schemas.openxmlformats.org/officeDocument/2006/math">
                    <m:r>
                      <a:rPr lang="en-US" sz="3200" b="0" i="1" smtClean="0">
                        <a:latin typeface="Cambria Math" panose="02040503050406030204" pitchFamily="18" charset="0"/>
                      </a:rPr>
                      <m:t>𝑓</m:t>
                    </m:r>
                  </m:oMath>
                </a14:m>
                <a:r>
                  <a:rPr lang="en-US" sz="3200" dirty="0"/>
                  <a:t>, which can be anything </a:t>
                </a:r>
                <a14:m>
                  <m:oMath xmlns:m="http://schemas.openxmlformats.org/officeDocument/2006/math">
                    <m:r>
                      <a:rPr lang="en-US" sz="3200" b="0" i="1" smtClean="0">
                        <a:latin typeface="Cambria Math" panose="02040503050406030204" pitchFamily="18" charset="0"/>
                      </a:rPr>
                      <m:t>𝑆𝐸𝐴𝑅𝐶𝐻</m:t>
                    </m:r>
                    <m:r>
                      <a:rPr lang="en-US" sz="3200" b="0" i="1" smtClean="0">
                        <a:latin typeface="Cambria Math" panose="02040503050406030204" pitchFamily="18" charset="0"/>
                      </a:rPr>
                      <m:t>,</m:t>
                    </m:r>
                    <m:r>
                      <a:rPr lang="en-US" sz="3200" b="0" i="1" smtClean="0">
                        <a:latin typeface="Cambria Math" panose="02040503050406030204" pitchFamily="18" charset="0"/>
                      </a:rPr>
                      <m:t>𝑆𝑂𝑅𝑇</m:t>
                    </m:r>
                    <m:r>
                      <a:rPr lang="en-US" sz="3200" b="0" i="1" smtClean="0">
                        <a:latin typeface="Cambria Math" panose="02040503050406030204" pitchFamily="18" charset="0"/>
                      </a:rPr>
                      <m:t>,</m:t>
                    </m:r>
                    <m:r>
                      <a:rPr lang="en-US" sz="3200" b="0" i="1" smtClean="0">
                        <a:latin typeface="Cambria Math" panose="02040503050406030204" pitchFamily="18" charset="0"/>
                      </a:rPr>
                      <m:t>𝐼𝑁𝑆𝐸𝑅𝑇</m:t>
                    </m:r>
                  </m:oMath>
                </a14:m>
                <a:r>
                  <a:rPr lang="en-US" sz="3200" dirty="0"/>
                  <a:t>, etc., and </a:t>
                </a:r>
                <a14:m>
                  <m:oMath xmlns:m="http://schemas.openxmlformats.org/officeDocument/2006/math">
                    <m:r>
                      <a:rPr lang="en-US" sz="3200" b="0" i="1" smtClean="0">
                        <a:latin typeface="Cambria Math" panose="02040503050406030204" pitchFamily="18" charset="0"/>
                      </a:rPr>
                      <m:t>𝑛</m:t>
                    </m:r>
                  </m:oMath>
                </a14:m>
                <a:r>
                  <a:rPr lang="en-US" sz="3200" dirty="0"/>
                  <a:t> represents the input size, then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 is the function used to perform an operation on input of size </a:t>
                </a:r>
                <a14:m>
                  <m:oMath xmlns:m="http://schemas.openxmlformats.org/officeDocument/2006/math">
                    <m:r>
                      <a:rPr lang="en-US" sz="3200" b="0" i="1" smtClean="0">
                        <a:latin typeface="Cambria Math" panose="02040503050406030204" pitchFamily="18" charset="0"/>
                      </a:rPr>
                      <m:t>𝑛</m:t>
                    </m:r>
                  </m:oMath>
                </a14:m>
                <a:r>
                  <a:rPr lang="en-US" sz="3200" dirty="0"/>
                  <a:t> in time </a:t>
                </a:r>
                <a14:m>
                  <m:oMath xmlns:m="http://schemas.openxmlformats.org/officeDocument/2006/math">
                    <m:r>
                      <a:rPr lang="en-US" sz="3200" b="0" i="1" smtClean="0">
                        <a:latin typeface="Cambria Math" panose="02040503050406030204" pitchFamily="18" charset="0"/>
                      </a:rPr>
                      <m:t>𝑇</m:t>
                    </m:r>
                  </m:oMath>
                </a14:m>
                <a:r>
                  <a:rPr lang="en-US" sz="3200" dirty="0"/>
                  <a:t>.</a:t>
                </a:r>
              </a:p>
              <a:p>
                <a:pPr>
                  <a:lnSpc>
                    <a:spcPct val="120000"/>
                  </a:lnSpc>
                  <a:buFont typeface="Wingdings" panose="05000000000000000000" pitchFamily="2" charset="2"/>
                  <a:buChar char="§"/>
                </a:pPr>
                <a:r>
                  <a:rPr lang="en-US" sz="3200" dirty="0"/>
                  <a:t>Now, the </a:t>
                </a:r>
                <a:r>
                  <a:rPr lang="en-US" sz="3200" u="sng" dirty="0"/>
                  <a:t>exact</a:t>
                </a:r>
                <a:r>
                  <a:rPr lang="en-US" sz="3200" dirty="0"/>
                  <a:t> equation to calculate time complexity can be like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=5</m:t>
                    </m:r>
                    <m:r>
                      <a:rPr lang="en-US" sz="3200" b="0" i="1" smtClean="0">
                        <a:latin typeface="Cambria Math" panose="02040503050406030204" pitchFamily="18" charset="0"/>
                      </a:rPr>
                      <m:t>𝑛</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+5</m:t>
                    </m:r>
                  </m:oMath>
                </a14:m>
                <a:r>
                  <a:rPr lang="en-US" sz="3200" dirty="0"/>
                  <a:t>, but what’s the upper bound of this equation?</a:t>
                </a:r>
              </a:p>
              <a:p>
                <a:pPr>
                  <a:lnSpc>
                    <a:spcPct val="120000"/>
                  </a:lnSpc>
                  <a:buFont typeface="Wingdings" panose="05000000000000000000" pitchFamily="2" charset="2"/>
                  <a:buChar char="§"/>
                </a:pPr>
                <a:r>
                  <a:rPr lang="en-US" sz="3200" dirty="0"/>
                  <a:t>There are 3 terms in this equation, and each belongs to a different class of time complexities. </a:t>
                </a:r>
                <a14:m>
                  <m:oMath xmlns:m="http://schemas.openxmlformats.org/officeDocument/2006/math">
                    <m:r>
                      <a:rPr lang="en-US" sz="3200" i="1" u="sng">
                        <a:latin typeface="Cambria Math" panose="02040503050406030204" pitchFamily="18" charset="0"/>
                      </a:rPr>
                      <m:t>5</m:t>
                    </m:r>
                    <m:r>
                      <a:rPr lang="en-US" sz="3200" b="0" i="1" u="sng" smtClean="0">
                        <a:latin typeface="Cambria Math" panose="02040503050406030204" pitchFamily="18" charset="0"/>
                      </a:rPr>
                      <m:t>𝑛</m:t>
                    </m:r>
                  </m:oMath>
                </a14:m>
                <a:r>
                  <a:rPr lang="en-US" sz="3200" dirty="0"/>
                  <a:t> takes linear time, </a:t>
                </a:r>
                <a14:m>
                  <m:oMath xmlns:m="http://schemas.openxmlformats.org/officeDocument/2006/math">
                    <m:r>
                      <a:rPr lang="en-US" sz="3200" b="0" i="0" smtClean="0">
                        <a:latin typeface="Cambria Math" panose="02040503050406030204" pitchFamily="18" charset="0"/>
                      </a:rPr>
                      <m:t>2</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 takes quadratic time and </a:t>
                </a:r>
                <a14:m>
                  <m:oMath xmlns:m="http://schemas.openxmlformats.org/officeDocument/2006/math">
                    <m:r>
                      <a:rPr lang="en-US" sz="3200" b="0" i="1" smtClean="0">
                        <a:latin typeface="Cambria Math" panose="02040503050406030204" pitchFamily="18" charset="0"/>
                      </a:rPr>
                      <m:t>5</m:t>
                    </m:r>
                  </m:oMath>
                </a14:m>
                <a:r>
                  <a:rPr lang="en-US" sz="3200" dirty="0"/>
                  <a:t> takes constant time.</a:t>
                </a:r>
              </a:p>
              <a:p>
                <a:pPr>
                  <a:lnSpc>
                    <a:spcPct val="120000"/>
                  </a:lnSpc>
                  <a:buFont typeface="Wingdings" panose="05000000000000000000" pitchFamily="2" charset="2"/>
                  <a:buChar char="§"/>
                </a:pPr>
                <a:r>
                  <a:rPr lang="en-US" sz="3200" dirty="0"/>
                  <a:t>Thus, we can say that </a:t>
                </a:r>
                <a14:m>
                  <m:oMath xmlns:m="http://schemas.openxmlformats.org/officeDocument/2006/math">
                    <m:r>
                      <m:rPr>
                        <m:sty m:val="p"/>
                      </m:rPr>
                      <a:rPr lang="en-US" sz="3200" b="0" i="0" smtClean="0">
                        <a:latin typeface="Cambria Math" panose="02040503050406030204" pitchFamily="18" charset="0"/>
                      </a:rPr>
                      <m:t>T</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r>
                      <a:rPr lang="en-US" sz="3200" b="0" i="1" smtClean="0">
                        <a:latin typeface="Cambria Math" panose="02040503050406030204" pitchFamily="18" charset="0"/>
                      </a:rPr>
                      <m:t>+</m:t>
                    </m:r>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𝑐</m:t>
                        </m:r>
                      </m:e>
                    </m:d>
                  </m:oMath>
                </a14:m>
                <a:r>
                  <a:rPr lang="en-US" sz="3200" dirty="0"/>
                  <a:t>. And since the upper bound of all terms is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r>
                  <a:rPr lang="en-US" sz="3200" dirty="0"/>
                  <a:t>, therefore the correct statement is: “in worst case scenario,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r>
                  <a:rPr lang="en-US" sz="3200" dirty="0"/>
                  <a:t>”.</a:t>
                </a:r>
              </a:p>
              <a:p>
                <a:pPr>
                  <a:lnSpc>
                    <a:spcPct val="120000"/>
                  </a:lnSpc>
                  <a:buFont typeface="Wingdings" panose="05000000000000000000" pitchFamily="2" charset="2"/>
                  <a:buChar char="§"/>
                </a:pPr>
                <a:r>
                  <a:rPr lang="en-US" sz="3200" dirty="0"/>
                  <a:t>In plain English, the runtime of function </a:t>
                </a:r>
                <a14:m>
                  <m:oMath xmlns:m="http://schemas.openxmlformats.org/officeDocument/2006/math">
                    <m:r>
                      <a:rPr lang="en-US" sz="3200" b="0" i="1" smtClean="0">
                        <a:latin typeface="Cambria Math" panose="02040503050406030204" pitchFamily="18" charset="0"/>
                      </a:rPr>
                      <m:t>𝑓</m:t>
                    </m:r>
                  </m:oMath>
                </a14:m>
                <a:r>
                  <a:rPr lang="en-US" sz="3200" dirty="0"/>
                  <a:t> will increase </a:t>
                </a:r>
                <a:r>
                  <a:rPr lang="en-US" sz="3200" u="sng" dirty="0"/>
                  <a:t>at most</a:t>
                </a:r>
                <a:r>
                  <a:rPr lang="en-US" sz="3200" dirty="0"/>
                  <a:t> as fast as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 as the value of </a:t>
                </a:r>
                <a14:m>
                  <m:oMath xmlns:m="http://schemas.openxmlformats.org/officeDocument/2006/math">
                    <m:r>
                      <a:rPr lang="en-US" sz="3200" b="0" i="1" smtClean="0">
                        <a:latin typeface="Cambria Math" panose="02040503050406030204" pitchFamily="18" charset="0"/>
                      </a:rPr>
                      <m:t>𝑛</m:t>
                    </m:r>
                  </m:oMath>
                </a14:m>
                <a:r>
                  <a:rPr lang="en-US" sz="3200" dirty="0"/>
                  <a:t> increases. It can possibly be slower, but it cannot grow faster than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571" t="-748" b="-748"/>
                </a:stretch>
              </a:blipFill>
            </p:spPr>
            <p:txBody>
              <a:bodyPr/>
              <a:lstStyle/>
              <a:p>
                <a:r>
                  <a:rPr lang="en-US">
                    <a:noFill/>
                  </a:rPr>
                  <a:t> </a:t>
                </a:r>
              </a:p>
            </p:txBody>
          </p:sp>
        </mc:Fallback>
      </mc:AlternateContent>
    </p:spTree>
    <p:extLst>
      <p:ext uri="{BB962C8B-B14F-4D97-AF65-F5344CB8AC3E}">
        <p14:creationId xmlns:p14="http://schemas.microsoft.com/office/powerpoint/2010/main" val="535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a:t>
                </a:r>
                <a14:m>
                  <m:oMath xmlns:m="http://schemas.openxmlformats.org/officeDocument/2006/math">
                    <m:r>
                      <m:rPr>
                        <m:sty m:val="p"/>
                      </m:rPr>
                      <a:rPr lang="en-US" sz="3200" b="0" i="0" smtClean="0">
                        <a:latin typeface="Cambria Math" panose="02040503050406030204" pitchFamily="18" charset="0"/>
                      </a:rPr>
                      <m:t>Ω</m:t>
                    </m:r>
                  </m:oMath>
                </a14:m>
                <a:r>
                  <a:rPr lang="en-US" sz="3200" dirty="0"/>
                  <a:t> notation is used to define the lower bound of a function.</a:t>
                </a:r>
              </a:p>
              <a:p>
                <a:pPr>
                  <a:lnSpc>
                    <a:spcPct val="120000"/>
                  </a:lnSpc>
                  <a:buFont typeface="Wingdings" panose="05000000000000000000" pitchFamily="2" charset="2"/>
                  <a:buChar char="§"/>
                </a:pPr>
                <a:r>
                  <a:rPr lang="en-US" sz="3200" dirty="0"/>
                  <a:t>If we have function </a:t>
                </a:r>
                <a14:m>
                  <m:oMath xmlns:m="http://schemas.openxmlformats.org/officeDocument/2006/math">
                    <m:r>
                      <a:rPr lang="en-US" sz="3200" b="0" i="1" smtClean="0">
                        <a:latin typeface="Cambria Math" panose="02040503050406030204" pitchFamily="18" charset="0"/>
                      </a:rPr>
                      <m:t>𝑓</m:t>
                    </m:r>
                  </m:oMath>
                </a14:m>
                <a:r>
                  <a:rPr lang="en-US" sz="3200" dirty="0"/>
                  <a:t>, and </a:t>
                </a:r>
                <a14:m>
                  <m:oMath xmlns:m="http://schemas.openxmlformats.org/officeDocument/2006/math">
                    <m:r>
                      <a:rPr lang="en-US" sz="3200" b="0" i="1" smtClean="0">
                        <a:latin typeface="Cambria Math" panose="02040503050406030204" pitchFamily="18" charset="0"/>
                      </a:rPr>
                      <m:t>𝑛</m:t>
                    </m:r>
                  </m:oMath>
                </a14:m>
                <a:r>
                  <a:rPr lang="en-US" sz="3200" dirty="0"/>
                  <a:t> represents the input size, then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oMath>
                </a14:m>
                <a:r>
                  <a:rPr lang="en-US" sz="3200" dirty="0"/>
                  <a:t> is the function used to perform an operation on input of size </a:t>
                </a:r>
                <a14:m>
                  <m:oMath xmlns:m="http://schemas.openxmlformats.org/officeDocument/2006/math">
                    <m:r>
                      <a:rPr lang="en-US" sz="3200" b="0" i="1" smtClean="0">
                        <a:latin typeface="Cambria Math" panose="02040503050406030204" pitchFamily="18" charset="0"/>
                      </a:rPr>
                      <m:t>𝑛</m:t>
                    </m:r>
                  </m:oMath>
                </a14:m>
                <a:r>
                  <a:rPr lang="en-US" sz="3200" dirty="0"/>
                  <a:t> in time </a:t>
                </a:r>
                <a14:m>
                  <m:oMath xmlns:m="http://schemas.openxmlformats.org/officeDocument/2006/math">
                    <m:r>
                      <a:rPr lang="en-US" sz="3200" b="0" i="1" smtClean="0">
                        <a:latin typeface="Cambria Math" panose="02040503050406030204" pitchFamily="18" charset="0"/>
                      </a:rPr>
                      <m:t>𝑇</m:t>
                    </m:r>
                  </m:oMath>
                </a14:m>
                <a:r>
                  <a:rPr lang="en-US" sz="3200" dirty="0"/>
                  <a:t>.</a:t>
                </a:r>
              </a:p>
              <a:p>
                <a:pPr>
                  <a:lnSpc>
                    <a:spcPct val="120000"/>
                  </a:lnSpc>
                  <a:buFont typeface="Wingdings" panose="05000000000000000000" pitchFamily="2" charset="2"/>
                  <a:buChar char="§"/>
                </a:pPr>
                <a:r>
                  <a:rPr lang="en-US" sz="3200" dirty="0"/>
                  <a:t>The </a:t>
                </a:r>
                <a:r>
                  <a:rPr lang="en-US" sz="3200" u="sng" dirty="0"/>
                  <a:t>exact</a:t>
                </a:r>
                <a:r>
                  <a:rPr lang="en-US" sz="3200" dirty="0"/>
                  <a:t> equation to calculate time complexity can be like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=5</m:t>
                    </m:r>
                    <m:r>
                      <a:rPr lang="en-US" sz="3200" b="0" i="1" smtClean="0">
                        <a:latin typeface="Cambria Math" panose="02040503050406030204" pitchFamily="18" charset="0"/>
                      </a:rPr>
                      <m:t>𝑛</m:t>
                    </m:r>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+5</m:t>
                    </m:r>
                  </m:oMath>
                </a14:m>
                <a:r>
                  <a:rPr lang="en-US" sz="3200" dirty="0"/>
                  <a:t>, but what’s the lower bound of this equation?</a:t>
                </a:r>
              </a:p>
              <a:p>
                <a:pPr>
                  <a:lnSpc>
                    <a:spcPct val="120000"/>
                  </a:lnSpc>
                  <a:buFont typeface="Wingdings" panose="05000000000000000000" pitchFamily="2" charset="2"/>
                  <a:buChar char="§"/>
                </a:pPr>
                <a:r>
                  <a:rPr lang="en-US" sz="3200" dirty="0"/>
                  <a:t>Again, </a:t>
                </a:r>
                <a14:m>
                  <m:oMath xmlns:m="http://schemas.openxmlformats.org/officeDocument/2006/math">
                    <m:r>
                      <m:rPr>
                        <m:sty m:val="p"/>
                      </m:rPr>
                      <a:rPr lang="en-US" sz="3200">
                        <a:latin typeface="Cambria Math" panose="02040503050406030204" pitchFamily="18" charset="0"/>
                      </a:rPr>
                      <m:t>T</m:t>
                    </m:r>
                    <m:d>
                      <m:dPr>
                        <m:ctrlPr>
                          <a:rPr lang="en-US" sz="3200" i="1">
                            <a:latin typeface="Cambria Math" panose="02040503050406030204" pitchFamily="18" charset="0"/>
                          </a:rPr>
                        </m:ctrlPr>
                      </m:dPr>
                      <m:e>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𝑛</m:t>
                            </m:r>
                          </m:e>
                        </m:d>
                      </m:e>
                    </m:d>
                    <m:r>
                      <a:rPr lang="en-US" sz="3200" i="1">
                        <a:latin typeface="Cambria Math" panose="02040503050406030204" pitchFamily="18" charset="0"/>
                      </a:rPr>
                      <m:t>=</m:t>
                    </m:r>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a:rPr lang="en-US" sz="3200" i="1">
                        <a:latin typeface="Cambria Math" panose="02040503050406030204" pitchFamily="18" charset="0"/>
                      </a:rPr>
                      <m:t>𝑇</m:t>
                    </m:r>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e>
                    </m:d>
                    <m:r>
                      <a:rPr lang="en-US" sz="3200" i="1">
                        <a:latin typeface="Cambria Math" panose="02040503050406030204" pitchFamily="18" charset="0"/>
                      </a:rPr>
                      <m:t>+</m:t>
                    </m:r>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𝑐</m:t>
                        </m:r>
                      </m:e>
                    </m:d>
                  </m:oMath>
                </a14:m>
                <a:r>
                  <a:rPr lang="en-US" sz="3200" dirty="0"/>
                  <a:t>. Therefore, lower bound of these terms is…</a:t>
                </a:r>
              </a:p>
              <a:p>
                <a:pPr>
                  <a:lnSpc>
                    <a:spcPct val="120000"/>
                  </a:lnSpc>
                  <a:buFont typeface="Wingdings" panose="05000000000000000000" pitchFamily="2" charset="2"/>
                  <a:buChar char="§"/>
                </a:pPr>
                <a:r>
                  <a:rPr lang="en-US" sz="3200" dirty="0"/>
                  <a:t>No, it is </a:t>
                </a:r>
                <a:r>
                  <a:rPr lang="en-US" sz="3200" b="1" u="sng" dirty="0"/>
                  <a:t>NOT</a:t>
                </a:r>
                <a:r>
                  <a:rPr lang="en-US" sz="3200" dirty="0"/>
                  <a:t> </a:t>
                </a:r>
                <a14:m>
                  <m:oMath xmlns:m="http://schemas.openxmlformats.org/officeDocument/2006/math">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b="0" i="1" smtClean="0">
                            <a:latin typeface="Cambria Math" panose="02040503050406030204" pitchFamily="18" charset="0"/>
                          </a:rPr>
                          <m:t>𝑐</m:t>
                        </m:r>
                      </m:e>
                    </m:d>
                    <m:r>
                      <a:rPr lang="en-US" sz="3200" b="0" i="0" smtClean="0">
                        <a:latin typeface="Cambria Math" panose="02040503050406030204" pitchFamily="18" charset="0"/>
                      </a:rPr>
                      <m:t>.</m:t>
                    </m:r>
                  </m:oMath>
                </a14:m>
                <a:r>
                  <a:rPr lang="en-US" sz="3200" dirty="0"/>
                  <a:t> It will be </a:t>
                </a:r>
                <a14:m>
                  <m:oMath xmlns:m="http://schemas.openxmlformats.org/officeDocument/2006/math">
                    <m:r>
                      <a:rPr lang="en-US" sz="3200" b="0" i="1" smtClean="0">
                        <a:latin typeface="Cambria Math" panose="02040503050406030204" pitchFamily="18" charset="0"/>
                      </a:rPr>
                      <m:t>𝑇</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r>
                  <a:rPr lang="en-US" sz="3200" dirty="0"/>
                  <a:t>, because we are not interested in what happens when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=0</m:t>
                    </m:r>
                  </m:oMath>
                </a14:m>
                <a:r>
                  <a:rPr lang="en-US" sz="3200" dirty="0"/>
                  <a:t>. Instead, we want to find out how the function grows with </a:t>
                </a:r>
                <a14:m>
                  <m:oMath xmlns:m="http://schemas.openxmlformats.org/officeDocument/2006/math">
                    <m:r>
                      <a:rPr lang="en-US" sz="3200" b="0" i="1" smtClean="0">
                        <a:latin typeface="Cambria Math" panose="02040503050406030204" pitchFamily="18" charset="0"/>
                      </a:rPr>
                      <m:t>𝑛</m:t>
                    </m:r>
                  </m:oMath>
                </a14:m>
                <a:r>
                  <a:rPr lang="en-US" sz="3200" dirty="0"/>
                  <a:t>. Therefore, “in best-case scenario, </a:t>
                </a:r>
                <a14:m>
                  <m:oMath xmlns:m="http://schemas.openxmlformats.org/officeDocument/2006/math">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m:rPr>
                        <m:sty m:val="p"/>
                      </m:rPr>
                      <a:rPr lang="en-US" sz="3200" b="0" i="0" smtClean="0">
                        <a:latin typeface="Cambria Math" panose="02040503050406030204" pitchFamily="18" charset="0"/>
                      </a:rPr>
                      <m:t>Ω</m:t>
                    </m:r>
                    <m:d>
                      <m:dPr>
                        <m:ctrlPr>
                          <a:rPr lang="en-US" sz="3200" i="1">
                            <a:latin typeface="Cambria Math" panose="02040503050406030204" pitchFamily="18" charset="0"/>
                          </a:rPr>
                        </m:ctrlPr>
                      </m:dPr>
                      <m:e>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e>
                    </m:d>
                  </m:oMath>
                </a14:m>
                <a:r>
                  <a:rPr lang="en-US" sz="3200" dirty="0"/>
                  <a:t>”.</a:t>
                </a:r>
              </a:p>
              <a:p>
                <a:pPr>
                  <a:lnSpc>
                    <a:spcPct val="120000"/>
                  </a:lnSpc>
                  <a:buFont typeface="Wingdings" panose="05000000000000000000" pitchFamily="2" charset="2"/>
                  <a:buChar char="§"/>
                </a:pPr>
                <a:r>
                  <a:rPr lang="en-US" sz="3200" dirty="0"/>
                  <a:t>In plain English, the runtime of function </a:t>
                </a:r>
                <a14:m>
                  <m:oMath xmlns:m="http://schemas.openxmlformats.org/officeDocument/2006/math">
                    <m:r>
                      <a:rPr lang="en-US" sz="3200" i="1">
                        <a:latin typeface="Cambria Math" panose="02040503050406030204" pitchFamily="18" charset="0"/>
                      </a:rPr>
                      <m:t>𝑓</m:t>
                    </m:r>
                  </m:oMath>
                </a14:m>
                <a:r>
                  <a:rPr lang="en-US" sz="3200" dirty="0"/>
                  <a:t> will increase </a:t>
                </a:r>
                <a:r>
                  <a:rPr lang="en-US" sz="3200" u="sng" dirty="0"/>
                  <a:t>at least</a:t>
                </a:r>
                <a:r>
                  <a:rPr lang="en-US" sz="3200" dirty="0"/>
                  <a:t> as slowly as </a:t>
                </a:r>
                <a14:m>
                  <m:oMath xmlns:m="http://schemas.openxmlformats.org/officeDocument/2006/math">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oMath>
                </a14:m>
                <a:r>
                  <a:rPr lang="en-US" sz="3200" dirty="0"/>
                  <a:t> as the value of </a:t>
                </a:r>
                <a14:m>
                  <m:oMath xmlns:m="http://schemas.openxmlformats.org/officeDocument/2006/math">
                    <m:r>
                      <a:rPr lang="en-US" sz="3200" i="1">
                        <a:latin typeface="Cambria Math" panose="02040503050406030204" pitchFamily="18" charset="0"/>
                      </a:rPr>
                      <m:t>𝑛</m:t>
                    </m:r>
                  </m:oMath>
                </a14:m>
                <a:r>
                  <a:rPr lang="en-US" sz="3200" dirty="0"/>
                  <a:t> increases. It can possibly be faster, but it cannot grow slower than </a:t>
                </a:r>
                <a14:m>
                  <m:oMath xmlns:m="http://schemas.openxmlformats.org/officeDocument/2006/math">
                    <m:sSup>
                      <m:sSupPr>
                        <m:ctrlPr>
                          <a:rPr lang="en-US" sz="3200" i="1">
                            <a:latin typeface="Cambria Math" panose="02040503050406030204" pitchFamily="18" charset="0"/>
                          </a:rPr>
                        </m:ctrlPr>
                      </m:sSupPr>
                      <m:e>
                        <m:r>
                          <a:rPr lang="en-US" sz="3200" i="1">
                            <a:latin typeface="Cambria Math" panose="02040503050406030204" pitchFamily="18" charset="0"/>
                          </a:rPr>
                          <m:t>𝑛</m:t>
                        </m:r>
                      </m:e>
                      <m:sup>
                        <m:r>
                          <a:rPr lang="en-US" sz="3200" i="1">
                            <a:latin typeface="Cambria Math" panose="02040503050406030204" pitchFamily="18" charset="0"/>
                          </a:rPr>
                          <m:t>2</m:t>
                        </m:r>
                      </m:sup>
                    </m:sSup>
                  </m:oMath>
                </a14:m>
                <a:r>
                  <a:rPr lang="en-US" sz="3200" dirty="0"/>
                  <a:t>. </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571" t="-748" r="-519"/>
                </a:stretch>
              </a:blipFill>
            </p:spPr>
            <p:txBody>
              <a:bodyPr/>
              <a:lstStyle/>
              <a:p>
                <a:r>
                  <a:rPr lang="en-US">
                    <a:noFill/>
                  </a:rPr>
                  <a:t> </a:t>
                </a:r>
              </a:p>
            </p:txBody>
          </p:sp>
        </mc:Fallback>
      </mc:AlternateContent>
    </p:spTree>
    <p:extLst>
      <p:ext uri="{BB962C8B-B14F-4D97-AF65-F5344CB8AC3E}">
        <p14:creationId xmlns:p14="http://schemas.microsoft.com/office/powerpoint/2010/main" val="3737636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Mathematically, the asymptotic notations are represented as:</a:t>
                </a:r>
              </a:p>
              <a:p>
                <a:pPr>
                  <a:lnSpc>
                    <a:spcPct val="120000"/>
                  </a:lnSpc>
                  <a:buFont typeface="Wingdings" panose="05000000000000000000" pitchFamily="2" charset="2"/>
                  <a:buChar char="§"/>
                </a:pPr>
                <a:r>
                  <a:rPr lang="en-US" sz="3200" dirty="0"/>
                  <a:t>Big-</a:t>
                </a:r>
                <a14:m>
                  <m:oMath xmlns:m="http://schemas.openxmlformats.org/officeDocument/2006/math">
                    <m:r>
                      <a:rPr lang="en-US" sz="3200" i="1" dirty="0" smtClean="0">
                        <a:latin typeface="Cambria Math" panose="02040503050406030204" pitchFamily="18" charset="0"/>
                      </a:rPr>
                      <m:t>𝑂</m:t>
                    </m:r>
                  </m:oMath>
                </a14:m>
                <a:r>
                  <a:rPr lang="en-US" sz="3200" dirty="0"/>
                  <a:t>: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d>
                    <m:r>
                      <a:rPr lang="en-US" sz="3200" b="0" i="1" smtClean="0">
                        <a:latin typeface="Cambria Math" panose="02040503050406030204" pitchFamily="18" charset="0"/>
                      </a:rPr>
                      <m:t>, </m:t>
                    </m:r>
                    <m:r>
                      <a:rPr lang="en-US" sz="3200" b="0" i="1" smtClean="0">
                        <a:latin typeface="Cambria Math" panose="02040503050406030204" pitchFamily="18" charset="0"/>
                      </a:rPr>
                      <m:t>𝑖𝑓</m:t>
                    </m:r>
                    <m:r>
                      <a:rPr lang="en-US" sz="3200" b="0" i="1" smtClean="0">
                        <a:latin typeface="Cambria Math" panose="02040503050406030204" pitchFamily="18" charset="0"/>
                      </a:rPr>
                      <m:t> </m:t>
                    </m:r>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 </m:t>
                    </m:r>
                    <m:r>
                      <a:rPr lang="en-US" sz="3200" b="0" i="1" smtClean="0">
                        <a:latin typeface="Cambria Math" panose="02040503050406030204" pitchFamily="18" charset="0"/>
                      </a:rPr>
                      <m:t>𝑔𝑖𝑣𝑒𝑛</m:t>
                    </m:r>
                    <m:r>
                      <a:rPr lang="en-US" sz="3200" b="0" i="1" smtClean="0">
                        <a:latin typeface="Cambria Math" panose="02040503050406030204" pitchFamily="18" charset="0"/>
                      </a:rPr>
                      <m:t> </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&gt;0;</m:t>
                    </m:r>
                    <m:r>
                      <a:rPr lang="en-US" sz="3200" b="0" i="1" smtClean="0">
                        <a:latin typeface="Cambria Math" panose="02040503050406030204" pitchFamily="18" charset="0"/>
                      </a:rPr>
                      <m:t>𝑛</m:t>
                    </m:r>
                    <m:r>
                      <a:rPr lang="en-US" sz="3200" b="0" i="1" smtClean="0">
                        <a:latin typeface="Cambria Math" panose="02040503050406030204" pitchFamily="18" charset="0"/>
                      </a:rPr>
                      <m:t>≥0</m:t>
                    </m:r>
                  </m:oMath>
                </a14:m>
                <a:endParaRPr lang="en-US" sz="3200" dirty="0"/>
              </a:p>
              <a:p>
                <a:pPr>
                  <a:lnSpc>
                    <a:spcPct val="120000"/>
                  </a:lnSpc>
                  <a:buFont typeface="Wingdings" panose="05000000000000000000" pitchFamily="2" charset="2"/>
                  <a:buChar char="§"/>
                </a:pPr>
                <a14:m>
                  <m:oMath xmlns:m="http://schemas.openxmlformats.org/officeDocument/2006/math">
                    <m:r>
                      <m:rPr>
                        <m:sty m:val="p"/>
                      </m:rPr>
                      <a:rPr lang="en-US" sz="3200" b="0" i="0" smtClean="0">
                        <a:latin typeface="Cambria Math" panose="02040503050406030204" pitchFamily="18" charset="0"/>
                      </a:rPr>
                      <m:t>Ω</m:t>
                    </m:r>
                  </m:oMath>
                </a14:m>
                <a:r>
                  <a:rPr lang="en-US" sz="3200" dirty="0"/>
                  <a:t>: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m:rPr>
                        <m:sty m:val="p"/>
                      </m:rPr>
                      <a:rPr lang="en-US" sz="3200" b="0" i="0" smtClean="0">
                        <a:latin typeface="Cambria Math" panose="02040503050406030204" pitchFamily="18" charset="0"/>
                      </a:rPr>
                      <m:t>Ω</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e>
                    </m:d>
                    <m:r>
                      <a:rPr lang="en-US" sz="3200" b="0" i="1" smtClean="0">
                        <a:latin typeface="Cambria Math" panose="02040503050406030204" pitchFamily="18" charset="0"/>
                      </a:rPr>
                      <m:t>,</m:t>
                    </m:r>
                    <m:r>
                      <a:rPr lang="en-US" sz="3200" b="0" i="1" smtClean="0">
                        <a:latin typeface="Cambria Math" panose="02040503050406030204" pitchFamily="18" charset="0"/>
                      </a:rPr>
                      <m:t>𝑖𝑓</m:t>
                    </m:r>
                    <m:r>
                      <a:rPr lang="en-US" sz="3200" b="0" i="1" smtClean="0">
                        <a:latin typeface="Cambria Math" panose="02040503050406030204" pitchFamily="18" charset="0"/>
                      </a:rPr>
                      <m:t> </m:t>
                    </m:r>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 </m:t>
                    </m:r>
                    <m:r>
                      <a:rPr lang="en-US" sz="3200" b="0" i="1" smtClean="0">
                        <a:latin typeface="Cambria Math" panose="02040503050406030204" pitchFamily="18" charset="0"/>
                      </a:rPr>
                      <m:t>𝑔𝑖𝑣𝑒𝑛</m:t>
                    </m:r>
                    <m:r>
                      <a:rPr lang="en-US" sz="3200" b="0" i="1" smtClean="0">
                        <a:latin typeface="Cambria Math" panose="02040503050406030204" pitchFamily="18" charset="0"/>
                      </a:rPr>
                      <m:t> </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𝑘</m:t>
                    </m:r>
                    <m:r>
                      <a:rPr lang="en-US" sz="3200" b="0" i="1" smtClean="0">
                        <a:latin typeface="Cambria Math" panose="02040503050406030204" pitchFamily="18" charset="0"/>
                      </a:rPr>
                      <m:t>&gt;0;</m:t>
                    </m:r>
                    <m:r>
                      <a:rPr lang="en-US" sz="3200" b="0" i="1" smtClean="0">
                        <a:latin typeface="Cambria Math" panose="02040503050406030204" pitchFamily="18" charset="0"/>
                      </a:rPr>
                      <m:t>𝑛</m:t>
                    </m:r>
                    <m:r>
                      <a:rPr lang="en-US" sz="3200" b="0" i="1" smtClean="0">
                        <a:latin typeface="Cambria Math" panose="02040503050406030204" pitchFamily="18" charset="0"/>
                      </a:rPr>
                      <m:t>≥0</m:t>
                    </m:r>
                  </m:oMath>
                </a14:m>
                <a:endParaRPr lang="en-US" sz="3200" dirty="0"/>
              </a:p>
              <a:p>
                <a:pPr>
                  <a:lnSpc>
                    <a:spcPct val="120000"/>
                  </a:lnSpc>
                  <a:buFont typeface="Wingdings" panose="05000000000000000000" pitchFamily="2" charset="2"/>
                  <a:buChar char="§"/>
                </a:pPr>
                <a14:m>
                  <m:oMath xmlns:m="http://schemas.openxmlformats.org/officeDocument/2006/math">
                    <m:r>
                      <m:rPr>
                        <m:sty m:val="p"/>
                      </m:rPr>
                      <a:rPr lang="en-US" sz="3200" b="0" i="0" smtClean="0">
                        <a:latin typeface="Cambria Math" panose="02040503050406030204" pitchFamily="18" charset="0"/>
                      </a:rPr>
                      <m:t>Θ</m:t>
                    </m:r>
                  </m:oMath>
                </a14:m>
                <a:r>
                  <a:rPr lang="en-US" sz="3200" dirty="0"/>
                  <a:t>:</a:t>
                </a:r>
                <a14:m>
                  <m:oMath xmlns:m="http://schemas.openxmlformats.org/officeDocument/2006/math">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m:rPr>
                        <m:sty m:val="p"/>
                      </m:rPr>
                      <a:rPr lang="en-US" sz="3200" b="0" i="0" smtClean="0">
                        <a:latin typeface="Cambria Math" panose="02040503050406030204" pitchFamily="18" charset="0"/>
                      </a:rPr>
                      <m:t>Θ</m:t>
                    </m:r>
                    <m:d>
                      <m:dPr>
                        <m:ctrlPr>
                          <a:rPr lang="en-US" sz="3200" i="1">
                            <a:latin typeface="Cambria Math" panose="02040503050406030204" pitchFamily="18" charset="0"/>
                          </a:rPr>
                        </m:ctrlPr>
                      </m:dPr>
                      <m:e>
                        <m:r>
                          <a:rPr lang="en-US" sz="3200" i="1">
                            <a:latin typeface="Cambria Math" panose="02040503050406030204" pitchFamily="18" charset="0"/>
                          </a:rPr>
                          <m:t>𝑔</m:t>
                        </m:r>
                        <m:d>
                          <m:dPr>
                            <m:ctrlPr>
                              <a:rPr lang="en-US" sz="3200" i="1">
                                <a:latin typeface="Cambria Math" panose="02040503050406030204" pitchFamily="18" charset="0"/>
                              </a:rPr>
                            </m:ctrlPr>
                          </m:dPr>
                          <m:e>
                            <m:r>
                              <a:rPr lang="en-US" sz="3200" i="1">
                                <a:latin typeface="Cambria Math" panose="02040503050406030204" pitchFamily="18" charset="0"/>
                              </a:rPr>
                              <m:t>𝑛</m:t>
                            </m:r>
                          </m:e>
                        </m:d>
                      </m:e>
                    </m:d>
                    <m:r>
                      <a:rPr lang="en-US" sz="3200" i="1">
                        <a:latin typeface="Cambria Math" panose="02040503050406030204" pitchFamily="18" charset="0"/>
                      </a:rPr>
                      <m:t>,</m:t>
                    </m:r>
                    <m:r>
                      <a:rPr lang="en-US" sz="3200" i="1">
                        <a:latin typeface="Cambria Math" panose="02040503050406030204" pitchFamily="18" charset="0"/>
                      </a:rPr>
                      <m:t>𝑖𝑓</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r>
                      <a:rPr lang="en-US" sz="3200" b="0" i="1" smtClean="0">
                        <a:latin typeface="Cambria Math" panose="02040503050406030204" pitchFamily="18" charset="0"/>
                      </a:rPr>
                      <m:t>𝑔</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i="1">
                            <a:latin typeface="Cambria Math" panose="02040503050406030204" pitchFamily="18" charset="0"/>
                          </a:rPr>
                          <m:t>𝑐</m:t>
                        </m:r>
                      </m:e>
                      <m:sub>
                        <m:r>
                          <a:rPr lang="en-US" sz="3200" b="0" i="1" smtClean="0">
                            <a:latin typeface="Cambria Math" panose="02040503050406030204" pitchFamily="18" charset="0"/>
                          </a:rPr>
                          <m:t>2</m:t>
                        </m:r>
                      </m:sub>
                    </m:sSub>
                    <m:r>
                      <a:rPr lang="en-US" sz="3200" i="1">
                        <a:latin typeface="Cambria Math" panose="02040503050406030204" pitchFamily="18" charset="0"/>
                      </a:rPr>
                      <m:t>.</m:t>
                    </m:r>
                    <m:r>
                      <a:rPr lang="en-US" sz="3200" i="1">
                        <a:latin typeface="Cambria Math" panose="02040503050406030204" pitchFamily="18" charset="0"/>
                      </a:rPr>
                      <m:t>𝑔</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 </m:t>
                    </m:r>
                    <m:r>
                      <a:rPr lang="en-US" sz="3200" i="1">
                        <a:latin typeface="Cambria Math" panose="02040503050406030204" pitchFamily="18" charset="0"/>
                      </a:rPr>
                      <m:t>𝑔𝑖𝑣𝑒𝑛</m:t>
                    </m:r>
                    <m:r>
                      <a:rPr lang="en-US" sz="3200" i="1">
                        <a:latin typeface="Cambria Math" panose="02040503050406030204" pitchFamily="18" charset="0"/>
                      </a:rPr>
                      <m:t> </m:t>
                    </m:r>
                    <m:sSub>
                      <m:sSubPr>
                        <m:ctrlPr>
                          <a:rPr lang="en-US" sz="3200" b="0" i="1" smtClean="0">
                            <a:latin typeface="Cambria Math" panose="02040503050406030204" pitchFamily="18" charset="0"/>
                          </a:rPr>
                        </m:ctrlPr>
                      </m:sSubPr>
                      <m:e>
                        <m:r>
                          <a:rPr lang="en-US" sz="3200" i="1">
                            <a:latin typeface="Cambria Math" panose="02040503050406030204" pitchFamily="18" charset="0"/>
                          </a:rPr>
                          <m:t>𝑐</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2</m:t>
                        </m:r>
                      </m:sub>
                    </m:sSub>
                    <m:r>
                      <a:rPr lang="en-US" sz="3200" i="1">
                        <a:latin typeface="Cambria Math" panose="02040503050406030204" pitchFamily="18" charset="0"/>
                      </a:rPr>
                      <m:t>≥</m:t>
                    </m:r>
                    <m:r>
                      <a:rPr lang="en-US" sz="3200" i="1">
                        <a:latin typeface="Cambria Math" panose="02040503050406030204" pitchFamily="18" charset="0"/>
                      </a:rPr>
                      <m:t>𝑘</m:t>
                    </m:r>
                    <m:r>
                      <a:rPr lang="en-US" sz="3200" i="1">
                        <a:latin typeface="Cambria Math" panose="02040503050406030204" pitchFamily="18" charset="0"/>
                      </a:rPr>
                      <m:t>&gt;0;</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&lt;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m:t>
                    </m:r>
                    <m:r>
                      <a:rPr lang="en-US" sz="3200" i="1">
                        <a:latin typeface="Cambria Math" panose="02040503050406030204" pitchFamily="18" charset="0"/>
                      </a:rPr>
                      <m:t>𝑛</m:t>
                    </m:r>
                    <m:r>
                      <a:rPr lang="en-US" sz="3200" i="1">
                        <a:latin typeface="Cambria Math" panose="02040503050406030204" pitchFamily="18" charset="0"/>
                      </a:rPr>
                      <m:t>≥0</m:t>
                    </m:r>
                  </m:oMath>
                </a14:m>
                <a:endParaRPr lang="en-US" sz="3200" dirty="0"/>
              </a:p>
              <a:p>
                <a:pPr>
                  <a:lnSpc>
                    <a:spcPct val="120000"/>
                  </a:lnSpc>
                  <a:buFont typeface="Wingdings" panose="05000000000000000000" pitchFamily="2" charset="2"/>
                  <a:buChar char="§"/>
                </a:pPr>
                <a:r>
                  <a:rPr lang="en-US" sz="3200" dirty="0"/>
                  <a:t>For example, if we have a function </a:t>
                </a:r>
                <a14:m>
                  <m:oMath xmlns:m="http://schemas.openxmlformats.org/officeDocument/2006/math">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=5</m:t>
                    </m:r>
                    <m:r>
                      <a:rPr lang="en-US" sz="3200" i="1">
                        <a:latin typeface="Cambria Math" panose="02040503050406030204" pitchFamily="18" charset="0"/>
                      </a:rPr>
                      <m:t>𝑛</m:t>
                    </m:r>
                    <m:r>
                      <a:rPr lang="en-US" sz="3200" i="1">
                        <a:latin typeface="Cambria Math" panose="02040503050406030204" pitchFamily="18" charset="0"/>
                      </a:rPr>
                      <m:t>+</m:t>
                    </m:r>
                    <m:sSup>
                      <m:sSupPr>
                        <m:ctrlPr>
                          <a:rPr lang="en-US" sz="3200" i="1">
                            <a:latin typeface="Cambria Math" panose="02040503050406030204" pitchFamily="18" charset="0"/>
                          </a:rPr>
                        </m:ctrlPr>
                      </m:sSupPr>
                      <m:e>
                        <m:r>
                          <a:rPr lang="en-US" sz="3200" i="1">
                            <a:latin typeface="Cambria Math" panose="02040503050406030204" pitchFamily="18" charset="0"/>
                          </a:rPr>
                          <m:t>2</m:t>
                        </m:r>
                        <m:r>
                          <a:rPr lang="en-US" sz="3200" i="1">
                            <a:latin typeface="Cambria Math" panose="02040503050406030204" pitchFamily="18" charset="0"/>
                          </a:rPr>
                          <m:t>𝑛</m:t>
                        </m:r>
                      </m:e>
                      <m:sup>
                        <m:r>
                          <a:rPr lang="en-US" sz="3200" i="1">
                            <a:latin typeface="Cambria Math" panose="02040503050406030204" pitchFamily="18" charset="0"/>
                          </a:rPr>
                          <m:t>2</m:t>
                        </m:r>
                      </m:sup>
                    </m:sSup>
                    <m:r>
                      <a:rPr lang="en-US" sz="3200" i="1">
                        <a:latin typeface="Cambria Math" panose="02040503050406030204" pitchFamily="18" charset="0"/>
                      </a:rPr>
                      <m:t>+5</m:t>
                    </m:r>
                  </m:oMath>
                </a14:m>
                <a:r>
                  <a:rPr lang="en-US" sz="3200" dirty="0"/>
                  <a:t>, then the dominant term is </a:t>
                </a:r>
                <a14:m>
                  <m:oMath xmlns:m="http://schemas.openxmlformats.org/officeDocument/2006/math">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2</m:t>
                        </m:r>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 Now, if we put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=1</m:t>
                    </m:r>
                  </m:oMath>
                </a14:m>
                <a:r>
                  <a:rPr lang="en-US" sz="3200" dirty="0"/>
                  <a:t> and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𝑐</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=3</m:t>
                    </m:r>
                  </m:oMath>
                </a14:m>
                <a:r>
                  <a:rPr lang="en-US" sz="3200" dirty="0"/>
                  <a:t>, then we will have </a:t>
                </a:r>
                <a14:m>
                  <m:oMath xmlns:m="http://schemas.openxmlformats.org/officeDocument/2006/math">
                    <m:r>
                      <a:rPr lang="en-US" sz="3200" b="0" i="1" smtClean="0">
                        <a:latin typeface="Cambria Math" panose="02040503050406030204" pitchFamily="18" charset="0"/>
                      </a:rPr>
                      <m:t>1</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≤5</m:t>
                    </m:r>
                    <m:r>
                      <a:rPr lang="en-US" sz="3200" b="0" i="1" smtClean="0">
                        <a:latin typeface="Cambria Math" panose="02040503050406030204" pitchFamily="18" charset="0"/>
                      </a:rPr>
                      <m:t>𝑛</m:t>
                    </m:r>
                    <m:r>
                      <a:rPr lang="en-US" sz="3200" b="0" i="1" smtClean="0">
                        <a:latin typeface="Cambria Math" panose="02040503050406030204" pitchFamily="18" charset="0"/>
                      </a:rPr>
                      <m:t>+2</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+5≤3</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oMath>
                </a14:m>
                <a:r>
                  <a:rPr lang="en-US" sz="32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t="-1122" b="-1995"/>
                </a:stretch>
              </a:blipFill>
            </p:spPr>
            <p:txBody>
              <a:bodyPr/>
              <a:lstStyle/>
              <a:p>
                <a:r>
                  <a:rPr lang="en-US">
                    <a:noFill/>
                  </a:rPr>
                  <a:t> </a:t>
                </a:r>
              </a:p>
            </p:txBody>
          </p:sp>
        </mc:Fallback>
      </mc:AlternateContent>
    </p:spTree>
    <p:extLst>
      <p:ext uri="{BB962C8B-B14F-4D97-AF65-F5344CB8AC3E}">
        <p14:creationId xmlns:p14="http://schemas.microsoft.com/office/powerpoint/2010/main" val="1476977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Algorithmic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important point to note here is the value of </a:t>
                </a:r>
                <a14:m>
                  <m:oMath xmlns:m="http://schemas.openxmlformats.org/officeDocument/2006/math">
                    <m:r>
                      <a:rPr lang="en-US" sz="3200" b="0" i="1" smtClean="0">
                        <a:latin typeface="Cambria Math" panose="02040503050406030204" pitchFamily="18" charset="0"/>
                      </a:rPr>
                      <m:t>𝑘</m:t>
                    </m:r>
                  </m:oMath>
                </a14:m>
                <a:r>
                  <a:rPr lang="en-US" sz="3200" dirty="0"/>
                  <a:t>. This should be carefully chosen because till a certain value of </a:t>
                </a:r>
                <a14:m>
                  <m:oMath xmlns:m="http://schemas.openxmlformats.org/officeDocument/2006/math">
                    <m:r>
                      <a:rPr lang="en-US" sz="3200" b="0" i="1" smtClean="0">
                        <a:latin typeface="Cambria Math" panose="02040503050406030204" pitchFamily="18" charset="0"/>
                      </a:rPr>
                      <m:t>𝑛</m:t>
                    </m:r>
                  </m:oMath>
                </a14:m>
                <a:r>
                  <a:rPr lang="en-US" sz="3200" dirty="0"/>
                  <a:t>, the statement may not hold true.</a:t>
                </a:r>
              </a:p>
              <a:p>
                <a:pPr>
                  <a:lnSpc>
                    <a:spcPct val="120000"/>
                  </a:lnSpc>
                  <a:buFont typeface="Wingdings" panose="05000000000000000000" pitchFamily="2" charset="2"/>
                  <a:buChar char="§"/>
                </a:pPr>
                <a:r>
                  <a:rPr lang="en-US" sz="3200" dirty="0"/>
                  <a:t>For example, if a function is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=5</m:t>
                    </m:r>
                    <m:r>
                      <a:rPr lang="en-US" sz="3200" b="0" i="1" smtClean="0">
                        <a:latin typeface="Cambria Math" panose="02040503050406030204" pitchFamily="18" charset="0"/>
                      </a:rPr>
                      <m:t>𝑛</m:t>
                    </m:r>
                    <m:r>
                      <a:rPr lang="en-US" sz="3200" b="0" i="1" smtClean="0">
                        <a:latin typeface="Cambria Math" panose="02040503050406030204" pitchFamily="18" charset="0"/>
                      </a:rPr>
                      <m:t>+2</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+5</m:t>
                    </m:r>
                  </m:oMath>
                </a14:m>
                <a:r>
                  <a:rPr lang="en-US" sz="3200" dirty="0"/>
                  <a:t>, then:</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𝑓</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0</m:t>
                        </m:r>
                      </m:e>
                    </m:d>
                    <m:r>
                      <a:rPr lang="en-US" sz="3000" b="0" i="1" smtClean="0">
                        <a:latin typeface="Cambria Math" panose="02040503050406030204" pitchFamily="18" charset="0"/>
                      </a:rPr>
                      <m:t>=0+0+5=</m:t>
                    </m:r>
                    <m:r>
                      <a:rPr lang="en-US" sz="3000" b="0" i="1" smtClean="0">
                        <a:latin typeface="Cambria Math" panose="02040503050406030204" pitchFamily="18" charset="0"/>
                      </a:rPr>
                      <m:t>𝑂</m:t>
                    </m:r>
                    <m:r>
                      <a:rPr lang="en-US" sz="3000" b="0" i="1" smtClean="0">
                        <a:latin typeface="Cambria Math" panose="02040503050406030204" pitchFamily="18" charset="0"/>
                      </a:rPr>
                      <m:t>(</m:t>
                    </m:r>
                    <m:r>
                      <a:rPr lang="en-US" sz="3000" b="0" i="1" smtClean="0">
                        <a:latin typeface="Cambria Math" panose="02040503050406030204" pitchFamily="18" charset="0"/>
                      </a:rPr>
                      <m:t>𝑐</m:t>
                    </m:r>
                    <m:r>
                      <a:rPr lang="en-US" sz="3000" b="0" i="1" smtClean="0">
                        <a:latin typeface="Cambria Math" panose="02040503050406030204" pitchFamily="18" charset="0"/>
                      </a:rPr>
                      <m:t>)</m:t>
                    </m:r>
                  </m:oMath>
                </a14:m>
                <a:endParaRPr lang="en-US" sz="3000" b="0" dirty="0"/>
              </a:p>
              <a:p>
                <a:pPr lvl="1">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𝑓</m:t>
                    </m:r>
                    <m:d>
                      <m:dPr>
                        <m:ctrlPr>
                          <a:rPr lang="en-US" sz="3000" i="1">
                            <a:latin typeface="Cambria Math" panose="02040503050406030204" pitchFamily="18" charset="0"/>
                          </a:rPr>
                        </m:ctrlPr>
                      </m:dPr>
                      <m:e>
                        <m:r>
                          <a:rPr lang="en-US" sz="3000" b="0" i="1" smtClean="0">
                            <a:latin typeface="Cambria Math" panose="02040503050406030204" pitchFamily="18" charset="0"/>
                          </a:rPr>
                          <m:t>1</m:t>
                        </m:r>
                      </m:e>
                    </m:d>
                    <m:r>
                      <a:rPr lang="en-US" sz="3000" i="1">
                        <a:latin typeface="Cambria Math" panose="02040503050406030204" pitchFamily="18" charset="0"/>
                      </a:rPr>
                      <m:t>=5+2+5=</m:t>
                    </m:r>
                    <m:r>
                      <a:rPr lang="en-US" sz="3000" b="0" i="1" smtClean="0">
                        <a:latin typeface="Cambria Math" panose="02040503050406030204" pitchFamily="18" charset="0"/>
                      </a:rPr>
                      <m:t>𝑂</m:t>
                    </m:r>
                    <m:r>
                      <a:rPr lang="en-US" sz="3000" i="1">
                        <a:latin typeface="Cambria Math" panose="02040503050406030204" pitchFamily="18" charset="0"/>
                      </a:rPr>
                      <m:t>(</m:t>
                    </m:r>
                    <m:r>
                      <a:rPr lang="en-US" sz="3000" b="0" i="1" smtClean="0">
                        <a:latin typeface="Cambria Math" panose="02040503050406030204" pitchFamily="18" charset="0"/>
                      </a:rPr>
                      <m:t>𝑛</m:t>
                    </m:r>
                    <m:r>
                      <a:rPr lang="en-US" sz="3000" i="1">
                        <a:latin typeface="Cambria Math" panose="02040503050406030204" pitchFamily="18" charset="0"/>
                      </a:rPr>
                      <m:t>)</m:t>
                    </m:r>
                  </m:oMath>
                </a14:m>
                <a:endParaRPr lang="en-US" sz="3000" dirty="0"/>
              </a:p>
              <a:p>
                <a:pPr lvl="1">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𝑓</m:t>
                    </m:r>
                    <m:d>
                      <m:dPr>
                        <m:ctrlPr>
                          <a:rPr lang="en-US" sz="3000" i="1">
                            <a:latin typeface="Cambria Math" panose="02040503050406030204" pitchFamily="18" charset="0"/>
                          </a:rPr>
                        </m:ctrlPr>
                      </m:dPr>
                      <m:e>
                        <m:r>
                          <a:rPr lang="en-US" sz="3000" b="0" i="1" smtClean="0">
                            <a:latin typeface="Cambria Math" panose="02040503050406030204" pitchFamily="18" charset="0"/>
                          </a:rPr>
                          <m:t>2</m:t>
                        </m:r>
                      </m:e>
                    </m:d>
                    <m:r>
                      <a:rPr lang="en-US" sz="3000" i="1">
                        <a:latin typeface="Cambria Math" panose="02040503050406030204" pitchFamily="18" charset="0"/>
                      </a:rPr>
                      <m:t>=</m:t>
                    </m:r>
                    <m:r>
                      <a:rPr lang="en-US" sz="3000" b="0" i="1" smtClean="0">
                        <a:latin typeface="Cambria Math" panose="02040503050406030204" pitchFamily="18" charset="0"/>
                      </a:rPr>
                      <m:t>10</m:t>
                    </m:r>
                    <m:r>
                      <a:rPr lang="en-US" sz="3000" i="1">
                        <a:latin typeface="Cambria Math" panose="02040503050406030204" pitchFamily="18" charset="0"/>
                      </a:rPr>
                      <m:t>+</m:t>
                    </m:r>
                    <m:r>
                      <a:rPr lang="en-US" sz="3000" b="0" i="1" smtClean="0">
                        <a:latin typeface="Cambria Math" panose="02040503050406030204" pitchFamily="18" charset="0"/>
                      </a:rPr>
                      <m:t>8</m:t>
                    </m:r>
                    <m:r>
                      <a:rPr lang="en-US" sz="3000" i="1">
                        <a:latin typeface="Cambria Math" panose="02040503050406030204" pitchFamily="18" charset="0"/>
                      </a:rPr>
                      <m:t>+5=</m:t>
                    </m:r>
                    <m:r>
                      <a:rPr lang="en-US" sz="3000" b="0" i="1" smtClean="0">
                        <a:latin typeface="Cambria Math" panose="02040503050406030204" pitchFamily="18" charset="0"/>
                      </a:rPr>
                      <m:t>𝑂</m:t>
                    </m:r>
                    <m:r>
                      <a:rPr lang="en-US" sz="3000" i="1">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m:t>
                    </m:r>
                  </m:oMath>
                </a14:m>
                <a:endParaRPr lang="en-US" sz="3000" dirty="0"/>
              </a:p>
              <a:p>
                <a:pPr>
                  <a:lnSpc>
                    <a:spcPct val="120000"/>
                  </a:lnSpc>
                  <a:buFont typeface="Wingdings" panose="05000000000000000000" pitchFamily="2" charset="2"/>
                  <a:buChar char="§"/>
                </a:pPr>
                <a:r>
                  <a:rPr lang="en-US" sz="3200" dirty="0"/>
                  <a:t>In these cases, we see that the statement </a:t>
                </a:r>
                <a14:m>
                  <m:oMath xmlns:m="http://schemas.openxmlformats.org/officeDocument/2006/math">
                    <m:r>
                      <a:rPr lang="en-US" sz="3200" b="0" i="1" smtClean="0">
                        <a:latin typeface="Cambria Math" panose="02040503050406030204" pitchFamily="18" charset="0"/>
                      </a:rPr>
                      <m:t>𝑓</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e>
                    </m:d>
                    <m:r>
                      <a:rPr lang="en-US" sz="3200" b="0" i="1" smtClean="0">
                        <a:latin typeface="Cambria Math" panose="02040503050406030204" pitchFamily="18" charset="0"/>
                      </a:rPr>
                      <m:t>=</m:t>
                    </m:r>
                    <m:r>
                      <a:rPr lang="en-US" sz="3200" b="0" i="1" smtClean="0">
                        <a:latin typeface="Cambria Math" panose="02040503050406030204" pitchFamily="18" charset="0"/>
                      </a:rPr>
                      <m:t>𝑂</m:t>
                    </m:r>
                    <m:d>
                      <m:dPr>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𝑛</m:t>
                            </m:r>
                          </m:e>
                          <m:sup>
                            <m:r>
                              <a:rPr lang="en-US" sz="3200" b="0" i="1" smtClean="0">
                                <a:latin typeface="Cambria Math" panose="02040503050406030204" pitchFamily="18" charset="0"/>
                              </a:rPr>
                              <m:t>2</m:t>
                            </m:r>
                          </m:sup>
                        </m:sSup>
                      </m:e>
                    </m:d>
                  </m:oMath>
                </a14:m>
                <a:r>
                  <a:rPr lang="en-US" sz="3200" dirty="0"/>
                  <a:t> is false. However, for </a:t>
                </a:r>
                <a14:m>
                  <m:oMath xmlns:m="http://schemas.openxmlformats.org/officeDocument/2006/math">
                    <m:r>
                      <a:rPr lang="en-US" sz="3200" b="0" i="1" smtClean="0">
                        <a:latin typeface="Cambria Math" panose="02040503050406030204" pitchFamily="18" charset="0"/>
                      </a:rPr>
                      <m:t>𝑛</m:t>
                    </m:r>
                    <m:r>
                      <a:rPr lang="en-US" sz="3200" b="0" i="1" smtClean="0">
                        <a:latin typeface="Cambria Math" panose="02040503050406030204" pitchFamily="18" charset="0"/>
                      </a:rPr>
                      <m:t>=3</m:t>
                    </m:r>
                    <m:r>
                      <a:rPr lang="en-US" sz="3200" b="0" i="0" smtClean="0">
                        <a:latin typeface="Cambria Math" panose="02040503050406030204" pitchFamily="18" charset="0"/>
                      </a:rPr>
                      <m:t>, </m:t>
                    </m:r>
                    <m:r>
                      <a:rPr lang="en-US" sz="3000" i="1">
                        <a:latin typeface="Cambria Math" panose="02040503050406030204" pitchFamily="18" charset="0"/>
                      </a:rPr>
                      <m:t>𝑓</m:t>
                    </m:r>
                    <m:d>
                      <m:dPr>
                        <m:ctrlPr>
                          <a:rPr lang="en-US" sz="3000" i="1">
                            <a:latin typeface="Cambria Math" panose="02040503050406030204" pitchFamily="18" charset="0"/>
                          </a:rPr>
                        </m:ctrlPr>
                      </m:dPr>
                      <m:e>
                        <m:r>
                          <a:rPr lang="en-US" sz="3000" b="0" i="1" smtClean="0">
                            <a:latin typeface="Cambria Math" panose="02040503050406030204" pitchFamily="18" charset="0"/>
                          </a:rPr>
                          <m:t>3</m:t>
                        </m:r>
                      </m:e>
                    </m:d>
                    <m:r>
                      <a:rPr lang="en-US" sz="3000" i="1">
                        <a:latin typeface="Cambria Math" panose="02040503050406030204" pitchFamily="18" charset="0"/>
                      </a:rPr>
                      <m:t>=</m:t>
                    </m:r>
                    <m:r>
                      <a:rPr lang="en-US" sz="3000" b="0" i="1" smtClean="0">
                        <a:latin typeface="Cambria Math" panose="02040503050406030204" pitchFamily="18" charset="0"/>
                      </a:rPr>
                      <m:t>15</m:t>
                    </m:r>
                    <m:r>
                      <a:rPr lang="en-US" sz="3000" i="1">
                        <a:latin typeface="Cambria Math" panose="02040503050406030204" pitchFamily="18" charset="0"/>
                      </a:rPr>
                      <m:t>+</m:t>
                    </m:r>
                    <m:r>
                      <a:rPr lang="en-US" sz="3000" b="0" i="1" smtClean="0">
                        <a:latin typeface="Cambria Math" panose="02040503050406030204" pitchFamily="18" charset="0"/>
                      </a:rPr>
                      <m:t>18</m:t>
                    </m:r>
                    <m:r>
                      <a:rPr lang="en-US" sz="3000" i="1">
                        <a:latin typeface="Cambria Math" panose="02040503050406030204" pitchFamily="18" charset="0"/>
                      </a:rPr>
                      <m:t>+5=</m:t>
                    </m:r>
                    <m:r>
                      <a:rPr lang="en-US" sz="3000" i="1" smtClean="0">
                        <a:latin typeface="Cambria Math" panose="02040503050406030204" pitchFamily="18" charset="0"/>
                      </a:rPr>
                      <m:t>𝑂</m:t>
                    </m:r>
                    <m:d>
                      <m:dPr>
                        <m:ctrlPr>
                          <a:rPr lang="en-US" sz="3000" b="0" i="1" smtClean="0">
                            <a:latin typeface="Cambria Math" panose="02040503050406030204" pitchFamily="18" charset="0"/>
                          </a:rPr>
                        </m:ctrlPr>
                      </m:dPr>
                      <m:e>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𝑛</m:t>
                            </m:r>
                          </m:e>
                          <m:sup>
                            <m:r>
                              <a:rPr lang="en-US" sz="3000" b="0" i="1" smtClean="0">
                                <a:latin typeface="Cambria Math" panose="02040503050406030204" pitchFamily="18" charset="0"/>
                              </a:rPr>
                              <m:t>2</m:t>
                            </m:r>
                          </m:sup>
                        </m:sSup>
                      </m:e>
                    </m:d>
                  </m:oMath>
                </a14:m>
                <a:r>
                  <a:rPr lang="en-US" sz="3200" dirty="0"/>
                  <a:t>. Hence </a:t>
                </a:r>
                <a14:m>
                  <m:oMath xmlns:m="http://schemas.openxmlformats.org/officeDocument/2006/math">
                    <m:r>
                      <a:rPr lang="en-US" sz="3200" b="0" i="1" smtClean="0">
                        <a:latin typeface="Cambria Math" panose="02040503050406030204" pitchFamily="18" charset="0"/>
                      </a:rPr>
                      <m:t>𝑘</m:t>
                    </m:r>
                    <m:r>
                      <a:rPr lang="en-US" sz="3200" b="0" i="1" smtClean="0">
                        <a:latin typeface="Cambria Math" panose="02040503050406030204" pitchFamily="18" charset="0"/>
                      </a:rPr>
                      <m:t>=3</m:t>
                    </m:r>
                  </m:oMath>
                </a14:m>
                <a:r>
                  <a:rPr lang="en-US" sz="3200" dirty="0"/>
                  <a:t> for this function.</a:t>
                </a:r>
              </a:p>
              <a:p>
                <a:pPr lvl="1">
                  <a:lnSpc>
                    <a:spcPct val="120000"/>
                  </a:lnSpc>
                  <a:buFont typeface="Wingdings" panose="05000000000000000000" pitchFamily="2" charset="2"/>
                  <a:buChar char="§"/>
                </a:pPr>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30" t="-623"/>
                </a:stretch>
              </a:blipFill>
            </p:spPr>
            <p:txBody>
              <a:bodyPr/>
              <a:lstStyle/>
              <a:p>
                <a:r>
                  <a:rPr lang="en-US">
                    <a:noFill/>
                  </a:rPr>
                  <a:t> </a:t>
                </a:r>
              </a:p>
            </p:txBody>
          </p:sp>
        </mc:Fallback>
      </mc:AlternateContent>
    </p:spTree>
    <p:extLst>
      <p:ext uri="{BB962C8B-B14F-4D97-AF65-F5344CB8AC3E}">
        <p14:creationId xmlns:p14="http://schemas.microsoft.com/office/powerpoint/2010/main" val="1305422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Infix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In literature, we observe that the mathematical expressions are written in a particular form. For example, in arithmetic operations the operator is written in between two operands.</a:t>
                </a:r>
                <a:endParaRPr lang="en-US" sz="3200" i="1" dirty="0">
                  <a:latin typeface="Cambria Math" panose="02040503050406030204" pitchFamily="18" charset="0"/>
                </a:endParaRPr>
              </a:p>
              <a:p>
                <a:pPr>
                  <a:lnSpc>
                    <a:spcPct val="120000"/>
                  </a:lnSpc>
                  <a:buFont typeface="Wingdings" panose="05000000000000000000" pitchFamily="2" charset="2"/>
                  <a:buChar char="§"/>
                </a:pPr>
                <a:r>
                  <a:rPr lang="en-US" sz="3200" dirty="0"/>
                  <a:t>For example, in an expression </a:t>
                </a:r>
                <a14:m>
                  <m:oMath xmlns:m="http://schemas.openxmlformats.org/officeDocument/2006/math">
                    <m:r>
                      <a:rPr lang="en-US" sz="3200" i="1" dirty="0" smtClean="0">
                        <a:latin typeface="Cambria Math" panose="02040503050406030204" pitchFamily="18" charset="0"/>
                      </a:rPr>
                      <m:t>𝑎</m:t>
                    </m:r>
                    <m:r>
                      <a:rPr lang="en-US" sz="3200" i="1" dirty="0" smtClean="0">
                        <a:latin typeface="Cambria Math" panose="02040503050406030204" pitchFamily="18" charset="0"/>
                      </a:rPr>
                      <m:t>+</m:t>
                    </m:r>
                    <m:r>
                      <a:rPr lang="en-US" sz="3200" i="1" dirty="0" smtClean="0">
                        <a:latin typeface="Cambria Math" panose="02040503050406030204" pitchFamily="18" charset="0"/>
                      </a:rPr>
                      <m:t>𝑏</m:t>
                    </m:r>
                  </m:oMath>
                </a14:m>
                <a:r>
                  <a:rPr lang="en-US" sz="3200" dirty="0"/>
                  <a:t>, </a:t>
                </a:r>
                <a14:m>
                  <m:oMath xmlns:m="http://schemas.openxmlformats.org/officeDocument/2006/math">
                    <m:r>
                      <a:rPr lang="en-US" sz="3200" b="0" i="1" smtClean="0">
                        <a:latin typeface="Cambria Math" panose="02040503050406030204" pitchFamily="18" charset="0"/>
                      </a:rPr>
                      <m:t>𝑎</m:t>
                    </m:r>
                    <m:r>
                      <a:rPr lang="en-US" sz="3200" b="0" i="1" smtClean="0">
                        <a:latin typeface="Cambria Math" panose="02040503050406030204" pitchFamily="18" charset="0"/>
                      </a:rPr>
                      <m:t>,</m:t>
                    </m:r>
                    <m:r>
                      <a:rPr lang="en-US" sz="3200" b="0" i="1" smtClean="0">
                        <a:latin typeface="Cambria Math" panose="02040503050406030204" pitchFamily="18" charset="0"/>
                      </a:rPr>
                      <m:t>𝑏</m:t>
                    </m:r>
                  </m:oMath>
                </a14:m>
                <a:r>
                  <a:rPr lang="en-US" sz="3000" dirty="0"/>
                  <a:t> are operands and </a:t>
                </a:r>
                <a14:m>
                  <m:oMath xmlns:m="http://schemas.openxmlformats.org/officeDocument/2006/math">
                    <m:r>
                      <a:rPr lang="en-US" sz="3000" b="0" i="1" smtClean="0">
                        <a:latin typeface="Cambria Math" panose="02040503050406030204" pitchFamily="18" charset="0"/>
                      </a:rPr>
                      <m:t>+</m:t>
                    </m:r>
                  </m:oMath>
                </a14:m>
                <a:r>
                  <a:rPr lang="en-US" sz="3000" dirty="0"/>
                  <a:t> is the operator. This type of expression is called Infix notation.</a:t>
                </a:r>
              </a:p>
              <a:p>
                <a:pPr>
                  <a:lnSpc>
                    <a:spcPct val="120000"/>
                  </a:lnSpc>
                  <a:buFont typeface="Wingdings" panose="05000000000000000000" pitchFamily="2" charset="2"/>
                  <a:buChar char="§"/>
                </a:pPr>
                <a:r>
                  <a:rPr lang="en-US" sz="3000" dirty="0"/>
                  <a:t>If there are more than one operations in the expression, the calculation follows some rules like BODMAS. Brackets are used to tell the order in which operation will be evaluated, so that we don’t confuse </a:t>
                </a:r>
                <a14:m>
                  <m:oMath xmlns:m="http://schemas.openxmlformats.org/officeDocument/2006/math">
                    <m:r>
                      <a:rPr lang="en-US" sz="3000" b="0" i="1" smtClean="0">
                        <a:latin typeface="Cambria Math" panose="02040503050406030204" pitchFamily="18" charset="0"/>
                      </a:rPr>
                      <m:t>(</m:t>
                    </m:r>
                    <m:r>
                      <a:rPr lang="en-US" sz="3000" b="0" i="1" smtClean="0">
                        <a:latin typeface="Cambria Math" panose="02040503050406030204" pitchFamily="18" charset="0"/>
                      </a:rPr>
                      <m:t>𝐴</m:t>
                    </m:r>
                    <m:r>
                      <a:rPr lang="en-US" sz="3000" b="0" i="1" smtClean="0">
                        <a:latin typeface="Cambria Math" panose="02040503050406030204" pitchFamily="18" charset="0"/>
                      </a:rPr>
                      <m:t>+</m:t>
                    </m:r>
                    <m:r>
                      <a:rPr lang="en-US" sz="3000" b="0" i="1" smtClean="0">
                        <a:latin typeface="Cambria Math" panose="02040503050406030204" pitchFamily="18" charset="0"/>
                      </a:rPr>
                      <m:t>𝐵</m:t>
                    </m:r>
                    <m:r>
                      <a:rPr lang="en-US" sz="3000" b="0" i="1" smtClean="0">
                        <a:latin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𝐶</m:t>
                    </m:r>
                  </m:oMath>
                </a14:m>
                <a:r>
                  <a:rPr lang="en-US" sz="3000" dirty="0"/>
                  <a:t> with </a:t>
                </a:r>
                <a14:m>
                  <m:oMath xmlns:m="http://schemas.openxmlformats.org/officeDocument/2006/math">
                    <m:r>
                      <a:rPr lang="en-US" sz="3000" b="0" i="1" smtClean="0">
                        <a:latin typeface="Cambria Math" panose="02040503050406030204" pitchFamily="18" charset="0"/>
                      </a:rPr>
                      <m:t>𝐴</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𝐵</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𝐶</m:t>
                        </m:r>
                      </m:e>
                    </m:d>
                    <m:r>
                      <a:rPr lang="en-US" sz="3000" b="0" i="1" smtClean="0">
                        <a:latin typeface="Cambria Math" panose="02040503050406030204" pitchFamily="18" charset="0"/>
                      </a:rPr>
                      <m:t>.</m:t>
                    </m:r>
                  </m:oMath>
                </a14:m>
                <a:endParaRPr lang="en-US" sz="3000" dirty="0"/>
              </a:p>
              <a:p>
                <a:pPr>
                  <a:lnSpc>
                    <a:spcPct val="120000"/>
                  </a:lnSpc>
                  <a:buFont typeface="Wingdings" panose="05000000000000000000" pitchFamily="2" charset="2"/>
                  <a:buChar char="§"/>
                </a:pPr>
                <a:r>
                  <a:rPr lang="en-US" sz="3000" dirty="0"/>
                  <a:t>For example, in an expression </a:t>
                </a:r>
                <a14:m>
                  <m:oMath xmlns:m="http://schemas.openxmlformats.org/officeDocument/2006/math">
                    <m:r>
                      <a:rPr lang="en-US" sz="3000" b="0" i="0" smtClean="0">
                        <a:latin typeface="Cambria Math" panose="02040503050406030204" pitchFamily="18" charset="0"/>
                      </a:rPr>
                      <m:t>2−</m:t>
                    </m:r>
                    <m:r>
                      <a:rPr lang="en-US" sz="3000" b="0" i="1" smtClean="0">
                        <a:latin typeface="Cambria Math" panose="02040503050406030204" pitchFamily="18" charset="0"/>
                      </a:rPr>
                      <m:t>[5+</m:t>
                    </m:r>
                    <m:d>
                      <m:dPr>
                        <m:begChr m:val="{"/>
                        <m:endChr m:val="}"/>
                        <m:ctrlPr>
                          <a:rPr lang="en-US" sz="3000" b="0" i="1" smtClean="0">
                            <a:latin typeface="Cambria Math" panose="02040503050406030204" pitchFamily="18" charset="0"/>
                          </a:rPr>
                        </m:ctrlPr>
                      </m:dPr>
                      <m:e>
                        <m:r>
                          <a:rPr lang="en-US" sz="3000" b="0" i="1" smtClean="0">
                            <a:latin typeface="Cambria Math" panose="02040503050406030204" pitchFamily="18" charset="0"/>
                          </a:rPr>
                          <m:t>3</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9−4</m:t>
                            </m:r>
                          </m:e>
                        </m:d>
                        <m:r>
                          <a:rPr lang="en-US" sz="3000" b="0" i="1" smtClean="0">
                            <a:latin typeface="Cambria Math" panose="02040503050406030204" pitchFamily="18" charset="0"/>
                            <a:ea typeface="Cambria Math" panose="02040503050406030204" pitchFamily="18" charset="0"/>
                          </a:rPr>
                          <m:t>÷2</m:t>
                        </m:r>
                      </m:e>
                    </m:d>
                    <m:r>
                      <a:rPr lang="en-US" sz="3000" b="0" i="1" smtClean="0">
                        <a:latin typeface="Cambria Math" panose="02040503050406030204" pitchFamily="18" charset="0"/>
                      </a:rPr>
                      <m:t>+1]</m:t>
                    </m:r>
                  </m:oMath>
                </a14:m>
                <a:r>
                  <a:rPr lang="en-US" sz="3000" dirty="0"/>
                  <a:t>, the calculation will be performed such that first the parenthesis will be solved, then curly brackets, then square brackets and finally whatever remains.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30" t="-998" b="-2494"/>
                </a:stretch>
              </a:blipFill>
            </p:spPr>
            <p:txBody>
              <a:bodyPr/>
              <a:lstStyle/>
              <a:p>
                <a:r>
                  <a:rPr lang="en-US">
                    <a:noFill/>
                  </a:rPr>
                  <a:t> </a:t>
                </a:r>
              </a:p>
            </p:txBody>
          </p:sp>
        </mc:Fallback>
      </mc:AlternateContent>
    </p:spTree>
    <p:extLst>
      <p:ext uri="{BB962C8B-B14F-4D97-AF65-F5344CB8AC3E}">
        <p14:creationId xmlns:p14="http://schemas.microsoft.com/office/powerpoint/2010/main" val="252614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Polish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Named after Polish mathematician Jan Lukasiewicz, the Polish notations (also called Prefix notations by the way) put the operator before the operands. For example:</a:t>
                </a:r>
              </a:p>
              <a:p>
                <a:pPr>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𝐴</m:t>
                    </m:r>
                    <m:r>
                      <a:rPr lang="en-US" sz="3000" b="0" i="1" smtClean="0">
                        <a:latin typeface="Cambria Math" panose="02040503050406030204" pitchFamily="18" charset="0"/>
                      </a:rPr>
                      <m:t>+</m:t>
                    </m:r>
                    <m:r>
                      <a:rPr lang="en-US" sz="3000" b="0" i="1" smtClean="0">
                        <a:latin typeface="Cambria Math" panose="02040503050406030204" pitchFamily="18" charset="0"/>
                      </a:rPr>
                      <m:t>𝐵</m:t>
                    </m:r>
                    <m:r>
                      <a:rPr lang="en-US" sz="3000" b="0" i="1" smtClean="0">
                        <a:latin typeface="Cambria Math" panose="02040503050406030204" pitchFamily="18" charset="0"/>
                      </a:rPr>
                      <m:t>=+</m:t>
                    </m:r>
                    <m:r>
                      <a:rPr lang="en-US" sz="3000" b="0" i="1" smtClean="0">
                        <a:latin typeface="Cambria Math" panose="02040503050406030204" pitchFamily="18" charset="0"/>
                      </a:rPr>
                      <m:t>𝐴𝐵</m:t>
                    </m:r>
                  </m:oMath>
                </a14:m>
                <a:endParaRPr lang="en-US" sz="3000" dirty="0"/>
              </a:p>
              <a:p>
                <a:pPr>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𝑥</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𝑦</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𝑧</m:t>
                        </m:r>
                      </m:e>
                    </m:d>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𝑥</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𝑦𝑧</m:t>
                    </m:r>
                  </m:oMath>
                </a14:m>
                <a:endParaRPr lang="en-US" sz="3000" dirty="0"/>
              </a:p>
              <a:p>
                <a:pPr>
                  <a:lnSpc>
                    <a:spcPct val="120000"/>
                  </a:lnSpc>
                  <a:buFont typeface="Wingdings" panose="05000000000000000000" pitchFamily="2" charset="2"/>
                  <a:buChar char="§"/>
                </a:pPr>
                <a14:m>
                  <m:oMath xmlns:m="http://schemas.openxmlformats.org/officeDocument/2006/math">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𝑞</m:t>
                        </m:r>
                        <m:r>
                          <a:rPr lang="en-US" sz="3000" b="0" i="1" smtClean="0">
                            <a:latin typeface="Cambria Math" panose="02040503050406030204" pitchFamily="18" charset="0"/>
                          </a:rPr>
                          <m:t>+</m:t>
                        </m:r>
                        <m:r>
                          <a:rPr lang="en-US" sz="3000" b="0" i="1" smtClean="0">
                            <a:latin typeface="Cambria Math" panose="02040503050406030204" pitchFamily="18" charset="0"/>
                          </a:rPr>
                          <m:t>𝑟</m:t>
                        </m:r>
                      </m:e>
                    </m:d>
                    <m:r>
                      <a:rPr lang="en-US" sz="3000" b="0" i="1" smtClean="0">
                        <a:latin typeface="Cambria Math" panose="02040503050406030204" pitchFamily="18" charset="0"/>
                        <a:ea typeface="Cambria Math" panose="02040503050406030204" pitchFamily="18" charset="0"/>
                      </a:rPr>
                      <m:t>÷</m:t>
                    </m:r>
                    <m:d>
                      <m:dPr>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𝑡</m:t>
                        </m:r>
                      </m:e>
                    </m:d>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m:t>
                        </m:r>
                        <m:r>
                          <a:rPr lang="en-US" sz="3000" b="0" i="1" smtClean="0">
                            <a:latin typeface="Cambria Math" panose="02040503050406030204" pitchFamily="18" charset="0"/>
                          </a:rPr>
                          <m:t>𝑞𝑟</m:t>
                        </m:r>
                      </m:e>
                    </m:d>
                    <m:r>
                      <a:rPr lang="en-US" sz="3000" i="1">
                        <a:latin typeface="Cambria Math" panose="02040503050406030204" pitchFamily="18" charset="0"/>
                        <a:ea typeface="Cambria Math" panose="02040503050406030204" pitchFamily="18" charset="0"/>
                      </a:rPr>
                      <m:t>÷</m:t>
                    </m:r>
                    <m:d>
                      <m:dPr>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𝑠𝑡</m:t>
                        </m:r>
                      </m:e>
                    </m:d>
                    <m:r>
                      <a:rPr lang="en-US" sz="3000" b="0" i="1" smtClean="0">
                        <a:latin typeface="Cambria Math" panose="02040503050406030204" pitchFamily="18" charset="0"/>
                        <a:ea typeface="Cambria Math" panose="02040503050406030204" pitchFamily="18" charset="0"/>
                      </a:rPr>
                      <m:t>=</m:t>
                    </m:r>
                    <m:r>
                      <a:rPr lang="en-US" sz="3000" i="1">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𝑞𝑟</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𝑠𝑡</m:t>
                    </m:r>
                  </m:oMath>
                </a14:m>
                <a:endParaRPr lang="en-US" sz="3000" dirty="0"/>
              </a:p>
              <a:p>
                <a:pPr>
                  <a:lnSpc>
                    <a:spcPct val="120000"/>
                  </a:lnSpc>
                  <a:buFont typeface="Wingdings" panose="05000000000000000000" pitchFamily="2" charset="2"/>
                  <a:buChar char="§"/>
                </a:pPr>
                <a:r>
                  <a:rPr lang="en-US" sz="3000" dirty="0"/>
                  <a:t>You can see the benefit of writing notation in such order is that there is no need for brackets anymore.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t="-1122"/>
                </a:stretch>
              </a:blipFill>
            </p:spPr>
            <p:txBody>
              <a:bodyPr/>
              <a:lstStyle/>
              <a:p>
                <a:r>
                  <a:rPr lang="en-US">
                    <a:noFill/>
                  </a:rPr>
                  <a:t> </a:t>
                </a:r>
              </a:p>
            </p:txBody>
          </p:sp>
        </mc:Fallback>
      </mc:AlternateContent>
    </p:spTree>
    <p:extLst>
      <p:ext uri="{BB962C8B-B14F-4D97-AF65-F5344CB8AC3E}">
        <p14:creationId xmlns:p14="http://schemas.microsoft.com/office/powerpoint/2010/main" val="407166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Postfix Notations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492395"/>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These are reverse Polish notations in which the operator comes after the operands. For example:</a:t>
                </a:r>
              </a:p>
              <a:p>
                <a:pPr>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𝐴</m:t>
                    </m:r>
                    <m:r>
                      <a:rPr lang="en-US" sz="3000" b="0" i="1" smtClean="0">
                        <a:latin typeface="Cambria Math" panose="02040503050406030204" pitchFamily="18" charset="0"/>
                      </a:rPr>
                      <m:t>+</m:t>
                    </m:r>
                    <m:r>
                      <a:rPr lang="en-US" sz="3000" b="0" i="1" smtClean="0">
                        <a:latin typeface="Cambria Math" panose="02040503050406030204" pitchFamily="18" charset="0"/>
                      </a:rPr>
                      <m:t>𝐵</m:t>
                    </m:r>
                    <m:r>
                      <a:rPr lang="en-US" sz="3000" b="0" i="1" smtClean="0">
                        <a:latin typeface="Cambria Math" panose="02040503050406030204" pitchFamily="18" charset="0"/>
                      </a:rPr>
                      <m:t>=</m:t>
                    </m:r>
                    <m:r>
                      <a:rPr lang="en-US" sz="3000" b="0" i="1" smtClean="0">
                        <a:latin typeface="Cambria Math" panose="02040503050406030204" pitchFamily="18" charset="0"/>
                      </a:rPr>
                      <m:t>𝐴𝐵</m:t>
                    </m:r>
                    <m:r>
                      <a:rPr lang="en-US" sz="3000" b="0" i="1" smtClean="0">
                        <a:latin typeface="Cambria Math" panose="02040503050406030204" pitchFamily="18" charset="0"/>
                      </a:rPr>
                      <m:t>+</m:t>
                    </m:r>
                  </m:oMath>
                </a14:m>
                <a:endParaRPr lang="en-US" sz="3000" dirty="0"/>
              </a:p>
              <a:p>
                <a:pPr>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𝑥</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𝑦</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𝑧</m:t>
                        </m:r>
                      </m:e>
                    </m:d>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𝑥𝑦𝑧</m:t>
                    </m:r>
                    <m:r>
                      <a:rPr lang="en-US" sz="3000" i="1">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m:t>
                    </m:r>
                  </m:oMath>
                </a14:m>
                <a:endParaRPr lang="en-US" sz="3000" dirty="0"/>
              </a:p>
              <a:p>
                <a:pPr>
                  <a:lnSpc>
                    <a:spcPct val="120000"/>
                  </a:lnSpc>
                  <a:buFont typeface="Wingdings" panose="05000000000000000000" pitchFamily="2" charset="2"/>
                  <a:buChar char="§"/>
                </a:pPr>
                <a14:m>
                  <m:oMath xmlns:m="http://schemas.openxmlformats.org/officeDocument/2006/math">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𝑞</m:t>
                        </m:r>
                        <m:r>
                          <a:rPr lang="en-US" sz="3000" b="0" i="1" smtClean="0">
                            <a:latin typeface="Cambria Math" panose="02040503050406030204" pitchFamily="18" charset="0"/>
                          </a:rPr>
                          <m:t>+</m:t>
                        </m:r>
                        <m:r>
                          <a:rPr lang="en-US" sz="3000" b="0" i="1" smtClean="0">
                            <a:latin typeface="Cambria Math" panose="02040503050406030204" pitchFamily="18" charset="0"/>
                          </a:rPr>
                          <m:t>𝑟</m:t>
                        </m:r>
                      </m:e>
                    </m:d>
                    <m:r>
                      <a:rPr lang="en-US" sz="3000" b="0" i="1" smtClean="0">
                        <a:latin typeface="Cambria Math" panose="02040503050406030204" pitchFamily="18" charset="0"/>
                        <a:ea typeface="Cambria Math" panose="02040503050406030204" pitchFamily="18" charset="0"/>
                      </a:rPr>
                      <m:t>÷</m:t>
                    </m:r>
                    <m:d>
                      <m:dPr>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𝑠</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𝑡</m:t>
                        </m:r>
                      </m:e>
                    </m:d>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𝑞𝑟</m:t>
                        </m:r>
                        <m:r>
                          <a:rPr lang="en-US" sz="3000" b="0" i="1" smtClean="0">
                            <a:latin typeface="Cambria Math" panose="02040503050406030204" pitchFamily="18" charset="0"/>
                          </a:rPr>
                          <m:t>+</m:t>
                        </m:r>
                      </m:e>
                    </m:d>
                    <m:r>
                      <a:rPr lang="en-US" sz="3000" i="1">
                        <a:latin typeface="Cambria Math" panose="02040503050406030204" pitchFamily="18" charset="0"/>
                        <a:ea typeface="Cambria Math" panose="02040503050406030204" pitchFamily="18" charset="0"/>
                      </a:rPr>
                      <m:t>÷</m:t>
                    </m:r>
                    <m:d>
                      <m:dPr>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𝑠𝑡</m:t>
                        </m:r>
                        <m:r>
                          <a:rPr lang="en-US" sz="3000" b="0" i="1" smtClean="0">
                            <a:latin typeface="Cambria Math" panose="02040503050406030204" pitchFamily="18" charset="0"/>
                            <a:ea typeface="Cambria Math" panose="02040503050406030204" pitchFamily="18" charset="0"/>
                          </a:rPr>
                          <m:t>−</m:t>
                        </m:r>
                      </m:e>
                    </m:d>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𝑞𝑟</m:t>
                    </m:r>
                    <m:r>
                      <a:rPr lang="en-US" sz="3000" b="0" i="1" smtClean="0">
                        <a:latin typeface="Cambria Math" panose="02040503050406030204" pitchFamily="18" charset="0"/>
                        <a:ea typeface="Cambria Math" panose="02040503050406030204" pitchFamily="18" charset="0"/>
                      </a:rPr>
                      <m:t>+</m:t>
                    </m:r>
                    <m:r>
                      <a:rPr lang="en-US" sz="3000" b="0" i="1" smtClean="0">
                        <a:latin typeface="Cambria Math" panose="02040503050406030204" pitchFamily="18" charset="0"/>
                        <a:ea typeface="Cambria Math" panose="02040503050406030204" pitchFamily="18" charset="0"/>
                      </a:rPr>
                      <m:t>𝑠𝑡</m:t>
                    </m:r>
                    <m:r>
                      <a:rPr lang="en-US" sz="3000" b="0" i="1" smtClean="0">
                        <a:latin typeface="Cambria Math" panose="02040503050406030204" pitchFamily="18" charset="0"/>
                        <a:ea typeface="Cambria Math" panose="02040503050406030204" pitchFamily="18" charset="0"/>
                      </a:rPr>
                      <m:t>−÷</m:t>
                    </m:r>
                  </m:oMath>
                </a14:m>
                <a:endParaRPr lang="en-US" sz="3000" dirty="0"/>
              </a:p>
              <a:p>
                <a:pPr>
                  <a:lnSpc>
                    <a:spcPct val="120000"/>
                  </a:lnSpc>
                  <a:buFont typeface="Wingdings" panose="05000000000000000000" pitchFamily="2" charset="2"/>
                  <a:buChar char="§"/>
                </a:pPr>
                <a:r>
                  <a:rPr lang="en-US" sz="3000" dirty="0"/>
                  <a:t>The Polish and Postfix notations are simply two different orders. There’s no advantage of using one over the other.</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492395"/>
                <a:ext cx="11743016" cy="4887878"/>
              </a:xfrm>
              <a:prstGeom prst="rect">
                <a:avLst/>
              </a:prstGeom>
              <a:blipFill>
                <a:blip r:embed="rId3"/>
                <a:stretch>
                  <a:fillRect l="-1038" t="-374" r="-934"/>
                </a:stretch>
              </a:blipFill>
            </p:spPr>
            <p:txBody>
              <a:bodyPr/>
              <a:lstStyle/>
              <a:p>
                <a:r>
                  <a:rPr lang="en-US">
                    <a:noFill/>
                  </a:rPr>
                  <a:t> </a:t>
                </a:r>
              </a:p>
            </p:txBody>
          </p:sp>
        </mc:Fallback>
      </mc:AlternateContent>
    </p:spTree>
    <p:extLst>
      <p:ext uri="{BB962C8B-B14F-4D97-AF65-F5344CB8AC3E}">
        <p14:creationId xmlns:p14="http://schemas.microsoft.com/office/powerpoint/2010/main" val="2724244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Notation Conversion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Any program which evaluates a mathematical equation can be effectively stored in Polish or Postfix form and solved in left to right or right to left order.</a:t>
            </a:r>
          </a:p>
          <a:p>
            <a:pPr>
              <a:lnSpc>
                <a:spcPct val="120000"/>
              </a:lnSpc>
              <a:buFont typeface="Wingdings" panose="05000000000000000000" pitchFamily="2" charset="2"/>
              <a:buChar char="§"/>
            </a:pPr>
            <a:r>
              <a:rPr lang="en-US" sz="3000" dirty="0"/>
              <a:t>In general, computers use Postfix notations and solve an equation in two steps:</a:t>
            </a:r>
          </a:p>
          <a:p>
            <a:pPr marL="971550" lvl="1" indent="-514350">
              <a:lnSpc>
                <a:spcPct val="120000"/>
              </a:lnSpc>
              <a:buFont typeface="+mj-lt"/>
              <a:buAutoNum type="arabicPeriod"/>
            </a:pPr>
            <a:r>
              <a:rPr lang="en-US" sz="2800" dirty="0"/>
              <a:t>An input Infix equation is converted in Postfix notation.</a:t>
            </a:r>
          </a:p>
          <a:p>
            <a:pPr marL="971550" lvl="1" indent="-514350">
              <a:lnSpc>
                <a:spcPct val="120000"/>
              </a:lnSpc>
              <a:buFont typeface="+mj-lt"/>
              <a:buAutoNum type="arabicPeriod"/>
            </a:pPr>
            <a:r>
              <a:rPr lang="en-US" sz="2800" dirty="0"/>
              <a:t>Postfix notation is evaluated.</a:t>
            </a:r>
          </a:p>
          <a:p>
            <a:pPr>
              <a:lnSpc>
                <a:spcPct val="120000"/>
              </a:lnSpc>
              <a:buFont typeface="Wingdings" panose="05000000000000000000" pitchFamily="2" charset="2"/>
              <a:buChar char="§"/>
            </a:pPr>
            <a:r>
              <a:rPr lang="en-US" sz="3000" dirty="0"/>
              <a:t>Let’s see how we can write algorithms for this conversion and evaluation.</a:t>
            </a:r>
          </a:p>
        </p:txBody>
      </p:sp>
    </p:spTree>
    <p:extLst>
      <p:ext uri="{BB962C8B-B14F-4D97-AF65-F5344CB8AC3E}">
        <p14:creationId xmlns:p14="http://schemas.microsoft.com/office/powerpoint/2010/main" val="165110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Notation Conversion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Algorithm:</a:t>
                </a:r>
              </a:p>
              <a:p>
                <a:pPr marL="514350" indent="-514350">
                  <a:lnSpc>
                    <a:spcPct val="120000"/>
                  </a:lnSpc>
                  <a:buFont typeface="+mj-lt"/>
                  <a:buAutoNum type="arabicPeriod"/>
                </a:pPr>
                <a:r>
                  <a:rPr lang="en-US" sz="3000" dirty="0"/>
                  <a:t>Input the equation </a:t>
                </a:r>
                <a14:m>
                  <m:oMath xmlns:m="http://schemas.openxmlformats.org/officeDocument/2006/math">
                    <m:r>
                      <a:rPr lang="en-US" sz="3000" b="0" i="1" smtClean="0">
                        <a:latin typeface="Cambria Math" panose="02040503050406030204" pitchFamily="18" charset="0"/>
                      </a:rPr>
                      <m:t>𝑄</m:t>
                    </m:r>
                  </m:oMath>
                </a14:m>
                <a:r>
                  <a:rPr lang="en-US" sz="3000" dirty="0"/>
                  <a:t> and initialize the output as </a:t>
                </a:r>
                <a14:m>
                  <m:oMath xmlns:m="http://schemas.openxmlformats.org/officeDocument/2006/math">
                    <m:r>
                      <a:rPr lang="en-US" sz="3000" i="1" dirty="0" smtClean="0">
                        <a:latin typeface="Cambria Math" panose="02040503050406030204" pitchFamily="18" charset="0"/>
                      </a:rPr>
                      <m:t>𝑃</m:t>
                    </m:r>
                  </m:oMath>
                </a14:m>
                <a:r>
                  <a:rPr lang="en-US" sz="3000" dirty="0"/>
                  <a:t>.</a:t>
                </a:r>
              </a:p>
              <a:p>
                <a:pPr marL="514350" indent="-514350">
                  <a:lnSpc>
                    <a:spcPct val="120000"/>
                  </a:lnSpc>
                  <a:buFont typeface="+mj-lt"/>
                  <a:buAutoNum type="arabicPeriod"/>
                </a:pPr>
                <a:r>
                  <a:rPr lang="en-US" sz="3000" dirty="0"/>
                  <a:t>Enclose </a:t>
                </a:r>
                <a14:m>
                  <m:oMath xmlns:m="http://schemas.openxmlformats.org/officeDocument/2006/math">
                    <m:r>
                      <a:rPr lang="en-US" sz="3000" b="0" i="1" smtClean="0">
                        <a:latin typeface="Cambria Math" panose="02040503050406030204" pitchFamily="18" charset="0"/>
                      </a:rPr>
                      <m:t>𝑄</m:t>
                    </m:r>
                  </m:oMath>
                </a14:m>
                <a:r>
                  <a:rPr lang="en-US" sz="3000" dirty="0"/>
                  <a:t> between opening and closing </a:t>
                </a:r>
                <a:r>
                  <a:rPr lang="en-US" sz="3200" dirty="0"/>
                  <a:t>brackets</a:t>
                </a:r>
                <a:r>
                  <a:rPr lang="en-US" sz="3000" dirty="0"/>
                  <a:t> ‘(‘ and ‘)’.</a:t>
                </a:r>
              </a:p>
              <a:p>
                <a:pPr marL="514350" indent="-514350">
                  <a:lnSpc>
                    <a:spcPct val="120000"/>
                  </a:lnSpc>
                  <a:buFont typeface="+mj-lt"/>
                  <a:buAutoNum type="arabicPeriod"/>
                </a:pPr>
                <a:r>
                  <a:rPr lang="en-US" sz="3000" dirty="0"/>
                  <a:t>Scan </a:t>
                </a:r>
                <a14:m>
                  <m:oMath xmlns:m="http://schemas.openxmlformats.org/officeDocument/2006/math">
                    <m:r>
                      <a:rPr lang="en-US" sz="3000" i="1" dirty="0" smtClean="0">
                        <a:latin typeface="Cambria Math" panose="02040503050406030204" pitchFamily="18" charset="0"/>
                      </a:rPr>
                      <m:t>𝑄</m:t>
                    </m:r>
                  </m:oMath>
                </a14:m>
                <a:r>
                  <a:rPr lang="en-US" sz="3000" dirty="0"/>
                  <a:t> from left to right and check each element.</a:t>
                </a:r>
              </a:p>
              <a:p>
                <a:pPr marL="971550" lvl="1" indent="-514350">
                  <a:lnSpc>
                    <a:spcPct val="120000"/>
                  </a:lnSpc>
                  <a:buFont typeface="+mj-lt"/>
                  <a:buAutoNum type="arabicPeriod"/>
                </a:pPr>
                <a:r>
                  <a:rPr lang="en-US" sz="2800" dirty="0"/>
                  <a:t>If the element is opening parenthesis or an operator, then Push to Stack.</a:t>
                </a:r>
              </a:p>
              <a:p>
                <a:pPr marL="971550" lvl="1" indent="-514350">
                  <a:lnSpc>
                    <a:spcPct val="120000"/>
                  </a:lnSpc>
                  <a:buFont typeface="+mj-lt"/>
                  <a:buAutoNum type="arabicPeriod"/>
                </a:pPr>
                <a:r>
                  <a:rPr lang="en-US" sz="2800" dirty="0"/>
                  <a:t>If the element is an operand, then add it to </a:t>
                </a:r>
                <a14:m>
                  <m:oMath xmlns:m="http://schemas.openxmlformats.org/officeDocument/2006/math">
                    <m:r>
                      <a:rPr lang="en-US" sz="2800" b="0" i="1" smtClean="0">
                        <a:latin typeface="Cambria Math" panose="02040503050406030204" pitchFamily="18" charset="0"/>
                      </a:rPr>
                      <m:t>𝑃</m:t>
                    </m:r>
                    <m:r>
                      <a:rPr lang="en-US" sz="2800" b="0" i="0" smtClean="0">
                        <a:latin typeface="Cambria Math" panose="02040503050406030204" pitchFamily="18" charset="0"/>
                      </a:rPr>
                      <m:t>.</m:t>
                    </m:r>
                  </m:oMath>
                </a14:m>
                <a:endParaRPr lang="en-US" sz="2800" dirty="0"/>
              </a:p>
              <a:p>
                <a:pPr marL="971550" lvl="1" indent="-514350">
                  <a:lnSpc>
                    <a:spcPct val="120000"/>
                  </a:lnSpc>
                  <a:buFont typeface="+mj-lt"/>
                  <a:buAutoNum type="arabicPeriod"/>
                </a:pPr>
                <a:r>
                  <a:rPr lang="en-US" sz="2800" dirty="0"/>
                  <a:t>If the element is closing bracket, then Repeat:</a:t>
                </a:r>
              </a:p>
              <a:p>
                <a:pPr marL="1428750" lvl="2" indent="-514350">
                  <a:lnSpc>
                    <a:spcPct val="120000"/>
                  </a:lnSpc>
                  <a:buFont typeface="+mj-lt"/>
                  <a:buAutoNum type="arabicPeriod"/>
                </a:pPr>
                <a:r>
                  <a:rPr lang="en-US" sz="2800" dirty="0"/>
                  <a:t>Peep and if the top element is not closing bracket, then Pop and add to P.</a:t>
                </a:r>
              </a:p>
              <a:p>
                <a:pPr marL="514350" indent="-514350">
                  <a:lnSpc>
                    <a:spcPct val="120000"/>
                  </a:lnSpc>
                  <a:buFont typeface="+mj-lt"/>
                  <a:buAutoNum type="arabicPeriod"/>
                </a:pPr>
                <a:r>
                  <a:rPr lang="en-US" sz="3000" dirty="0"/>
                  <a:t>Pop the last element and add to P.</a:t>
                </a:r>
              </a:p>
              <a:p>
                <a:pPr marL="514350" indent="-514350">
                  <a:lnSpc>
                    <a:spcPct val="120000"/>
                  </a:lnSpc>
                  <a:buFont typeface="+mj-lt"/>
                  <a:buAutoNum type="arabicPeriod"/>
                </a:pPr>
                <a:r>
                  <a:rPr lang="en-US" sz="3000" dirty="0"/>
                  <a:t>Print </a:t>
                </a:r>
                <a14:m>
                  <m:oMath xmlns:m="http://schemas.openxmlformats.org/officeDocument/2006/math">
                    <m:r>
                      <a:rPr lang="en-US" sz="3000" b="0" i="1" smtClean="0">
                        <a:latin typeface="Cambria Math" panose="02040503050406030204" pitchFamily="18" charset="0"/>
                      </a:rPr>
                      <m:t>𝑃</m:t>
                    </m:r>
                  </m:oMath>
                </a14:m>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934" t="-998" b="-2244"/>
                </a:stretch>
              </a:blipFill>
            </p:spPr>
            <p:txBody>
              <a:bodyPr/>
              <a:lstStyle/>
              <a:p>
                <a:r>
                  <a:rPr lang="en-US">
                    <a:noFill/>
                  </a:rPr>
                  <a:t> </a:t>
                </a:r>
              </a:p>
            </p:txBody>
          </p:sp>
        </mc:Fallback>
      </mc:AlternateContent>
    </p:spTree>
    <p:extLst>
      <p:ext uri="{BB962C8B-B14F-4D97-AF65-F5344CB8AC3E}">
        <p14:creationId xmlns:p14="http://schemas.microsoft.com/office/powerpoint/2010/main" val="14645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Notation Conversion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11408"/>
                <a:ext cx="11743016" cy="4965592"/>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POSTFIX</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infix, n), where ‘infix’ is the equation as an array of characters.</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Font typeface="Arial" panose="020B0604020202020204" pitchFamily="34" charset="0"/>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𝑖𝑛𝑓𝑖𝑥</m:t>
                    </m:r>
                    <m:r>
                      <a:rPr lang="en-US" sz="2400" i="1" dirty="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𝑖𝑛𝑓𝑖𝑥</m:t>
                    </m:r>
                    <m:sSup>
                      <m:sSup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sSup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e>
                      <m:sup>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sup>
                    </m:sSup>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(INSERT starting and ending brackets)</a:t>
                </a:r>
              </a:p>
              <a:p>
                <a:pPr marL="457200" indent="-457200">
                  <a:lnSpc>
                    <a:spcPct val="100000"/>
                  </a:lnSpc>
                  <a:buFont typeface="Arial" panose="020B0604020202020204" pitchFamily="34" charset="0"/>
                  <a:buAutoNum type="arabicPeriod"/>
                </a:pPr>
                <a14:m>
                  <m:oMath xmlns:m="http://schemas.openxmlformats.org/officeDocument/2006/math">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𝑝𝑜𝑠𝑡𝑓𝑖𝑥</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𝜙</m:t>
                    </m:r>
                  </m:oMath>
                </a14:m>
                <a:r>
                  <a:rPr lang="en-US" sz="2400" i="1" dirty="0">
                    <a:latin typeface="Cambria Math" panose="02040503050406030204" pitchFamily="18" charset="0"/>
                    <a:ea typeface="Cascadia Code" panose="020B0609020000020004" pitchFamily="49" charset="0"/>
                    <a:cs typeface="Cascadia Code" panose="020B0609020000020004" pitchFamily="49" charset="0"/>
                  </a:rPr>
                  <a:t>	</a:t>
                </a:r>
                <a:r>
                  <a:rPr lang="en-US" sz="2400" dirty="0">
                    <a:latin typeface="Cambria Math" panose="02040503050406030204" pitchFamily="18" charset="0"/>
                    <a:ea typeface="Cascadia Code" panose="020B0609020000020004" pitchFamily="49" charset="0"/>
                    <a:cs typeface="Cascadia Code" panose="020B0609020000020004" pitchFamily="49" charset="0"/>
                  </a:rPr>
                  <a:t>(This will store the converted postfix form)</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d>
                      <m:dPr>
                        <m:begChr m:val="|"/>
                        <m:endChr m:val="|"/>
                        <m:ctrlPr>
                          <a:rPr lang="en-US" sz="2400" b="0" i="1" smtClean="0">
                            <a:latin typeface="Cambria Math" panose="02040503050406030204" pitchFamily="18" charset="0"/>
                            <a:cs typeface="Cascadia Code" panose="020B0609020000020004" pitchFamily="49" charset="0"/>
                          </a:rPr>
                        </m:ctrlPr>
                      </m:dPr>
                      <m:e>
                        <m:r>
                          <a:rPr lang="en-US" sz="2400" b="0" i="1" smtClean="0">
                            <a:latin typeface="Cambria Math" panose="02040503050406030204" pitchFamily="18" charset="0"/>
                            <a:cs typeface="Cascadia Code" panose="020B0609020000020004" pitchFamily="49" charset="0"/>
                          </a:rPr>
                          <m:t>𝑖𝑛𝑓𝑖𝑥</m:t>
                        </m:r>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(Initialize an empty Stack of the same size as the equation)</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≔0</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(Initialize an index)</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&lt;</m:t>
                    </m:r>
                    <m:d>
                      <m:dPr>
                        <m:begChr m:val="|"/>
                        <m:endChr m:val="|"/>
                        <m:ctrlPr>
                          <a:rPr lang="en-US" sz="2400" i="1" smtClean="0">
                            <a:latin typeface="Cambria Math" panose="02040503050406030204" pitchFamily="18" charset="0"/>
                            <a:cs typeface="Cascadia Code" panose="020B0609020000020004" pitchFamily="49" charset="0"/>
                          </a:rPr>
                        </m:ctrlPr>
                      </m:dPr>
                      <m:e>
                        <m:r>
                          <a:rPr lang="en-US" sz="2400" i="1">
                            <a:latin typeface="Cambria Math" panose="02040503050406030204" pitchFamily="18" charset="0"/>
                            <a:cs typeface="Cascadia Code" panose="020B0609020000020004" pitchFamily="49" charset="0"/>
                          </a:rPr>
                          <m:t>𝑖𝑛𝑓𝑖𝑥</m:t>
                        </m:r>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(Iterate for each character in infix array)</a:t>
                </a: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𝑖𝑛𝑓𝑖𝑥</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𝑂𝑃𝐸𝑅𝐴𝑇𝑂𝑅</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𝑂𝑅</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𝑖𝑛𝑓𝑖𝑥</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200" b="0" dirty="0">
                    <a:latin typeface="Cambria Math" panose="02040503050406030204" pitchFamily="18" charset="0"/>
                    <a:ea typeface="Cascadia Code" panose="020B0609020000020004" pitchFamily="49" charset="0"/>
                    <a:cs typeface="Cascadia Code" panose="020B0609020000020004" pitchFamily="49" charset="0"/>
                  </a:rPr>
                  <a:t>	(OPERATOR can be +, -, * , /)</a:t>
                </a: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𝑃𝑈𝑆𝐻</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𝑖𝑛𝑓𝑖𝑥</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e>
                        </m:d>
                      </m:e>
                    </m:d>
                  </m:oMath>
                </a14:m>
                <a:r>
                  <a:rPr lang="en-US" sz="2200" b="0" dirty="0">
                    <a:latin typeface="Cambria Math" panose="02040503050406030204" pitchFamily="18" charset="0"/>
                    <a:ea typeface="Cascadia Code" panose="020B0609020000020004" pitchFamily="49" charset="0"/>
                    <a:cs typeface="Cascadia Code" panose="020B0609020000020004" pitchFamily="49" charset="0"/>
                  </a:rPr>
                  <a:t>	(Push to the Stack)</a:t>
                </a:r>
              </a:p>
              <a:p>
                <a:pPr marL="914400" lvl="1" indent="-457200">
                  <a:lnSpc>
                    <a:spcPct val="100000"/>
                  </a:lnSpc>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𝐸𝐿𝑆𝐸</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𝑖𝑛𝑓𝑖𝑥</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𝑃𝐸𝐸𝐾</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b="0" dirty="0">
                    <a:latin typeface="Cambria Math" panose="02040503050406030204" pitchFamily="18" charset="0"/>
                    <a:ea typeface="Cascadia Code" panose="020B0609020000020004" pitchFamily="49" charset="0"/>
                    <a:cs typeface="Cascadia Code" panose="020B0609020000020004" pitchFamily="49" charset="0"/>
                  </a:rPr>
                  <a:t>	(Keep popping and appending to postfix)</a:t>
                </a:r>
              </a:p>
              <a:p>
                <a:pPr marL="1828800" lvl="3" indent="-457200">
                  <a:lnSpc>
                    <a:spcPct val="100000"/>
                  </a:lnSpc>
                  <a:buFont typeface="+mj-lt"/>
                  <a:buAutoNum type="alphaLcPeriod"/>
                </a:pPr>
                <a14:m>
                  <m:oMath xmlns:m="http://schemas.openxmlformats.org/officeDocument/2006/math">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𝑝𝑜𝑠𝑡𝑓𝑖𝑥</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𝑝𝑜𝑠𝑡𝑓𝑖𝑥</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𝑃𝑂𝑃</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000" b="0" i="1"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200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𝑝𝑜𝑠𝑡𝑓𝑖𝑥</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𝑝𝑜𝑠𝑡𝑓𝑖𝑥</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𝑖𝑛𝑓𝑖𝑥</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(Append operands to postfix)</a:t>
                </a: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𝑝𝑜𝑠𝑡𝑓𝑖𝑥</m:t>
                    </m:r>
                  </m:oMath>
                </a14:m>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11408"/>
                <a:ext cx="11743016" cy="4965592"/>
              </a:xfrm>
              <a:prstGeom prst="rect">
                <a:avLst/>
              </a:prstGeom>
              <a:blipFill>
                <a:blip r:embed="rId3"/>
                <a:stretch>
                  <a:fillRect l="-519" t="-1963" b="-491"/>
                </a:stretch>
              </a:blipFill>
            </p:spPr>
            <p:txBody>
              <a:bodyPr/>
              <a:lstStyle/>
              <a:p>
                <a:r>
                  <a:rPr lang="en-US">
                    <a:noFill/>
                  </a:rPr>
                  <a:t> </a:t>
                </a:r>
              </a:p>
            </p:txBody>
          </p:sp>
        </mc:Fallback>
      </mc:AlternateContent>
    </p:spTree>
    <p:extLst>
      <p:ext uri="{BB962C8B-B14F-4D97-AF65-F5344CB8AC3E}">
        <p14:creationId xmlns:p14="http://schemas.microsoft.com/office/powerpoint/2010/main" val="196652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Postfix Evaluation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Algorithm:</a:t>
                </a:r>
              </a:p>
              <a:p>
                <a:pPr marL="514350" indent="-514350">
                  <a:lnSpc>
                    <a:spcPct val="120000"/>
                  </a:lnSpc>
                  <a:buFont typeface="+mj-lt"/>
                  <a:buAutoNum type="arabicPeriod"/>
                </a:pPr>
                <a:r>
                  <a:rPr lang="en-US" sz="3000" dirty="0"/>
                  <a:t>Input the Postfix equation </a:t>
                </a:r>
                <a14:m>
                  <m:oMath xmlns:m="http://schemas.openxmlformats.org/officeDocument/2006/math">
                    <m:r>
                      <a:rPr lang="en-US" sz="3000" b="0" i="1" smtClean="0">
                        <a:latin typeface="Cambria Math" panose="02040503050406030204" pitchFamily="18" charset="0"/>
                      </a:rPr>
                      <m:t>𝑃</m:t>
                    </m:r>
                  </m:oMath>
                </a14:m>
                <a:r>
                  <a:rPr lang="en-US" sz="3000" dirty="0"/>
                  <a:t>.</a:t>
                </a:r>
              </a:p>
              <a:p>
                <a:pPr marL="514350" indent="-514350">
                  <a:lnSpc>
                    <a:spcPct val="120000"/>
                  </a:lnSpc>
                  <a:buFont typeface="+mj-lt"/>
                  <a:buAutoNum type="arabicPeriod"/>
                </a:pPr>
                <a:r>
                  <a:rPr lang="en-US" sz="3000" dirty="0"/>
                  <a:t>Scan </a:t>
                </a:r>
                <a14:m>
                  <m:oMath xmlns:m="http://schemas.openxmlformats.org/officeDocument/2006/math">
                    <m:r>
                      <a:rPr lang="en-US" sz="3000" b="0" i="1" smtClean="0">
                        <a:latin typeface="Cambria Math" panose="02040503050406030204" pitchFamily="18" charset="0"/>
                      </a:rPr>
                      <m:t>𝑃</m:t>
                    </m:r>
                  </m:oMath>
                </a14:m>
                <a:r>
                  <a:rPr lang="en-US" sz="3000" dirty="0"/>
                  <a:t> from left to right and check each element.</a:t>
                </a:r>
              </a:p>
              <a:p>
                <a:pPr marL="971550" lvl="1" indent="-514350">
                  <a:lnSpc>
                    <a:spcPct val="120000"/>
                  </a:lnSpc>
                  <a:buFont typeface="+mj-lt"/>
                  <a:buAutoNum type="arabicPeriod"/>
                </a:pPr>
                <a:r>
                  <a:rPr lang="en-US" sz="2800" dirty="0"/>
                  <a:t>If the element is an operand, then Push to Stack.</a:t>
                </a:r>
              </a:p>
              <a:p>
                <a:pPr marL="971550" lvl="1" indent="-514350">
                  <a:lnSpc>
                    <a:spcPct val="120000"/>
                  </a:lnSpc>
                  <a:buFont typeface="+mj-lt"/>
                  <a:buAutoNum type="arabicPeriod"/>
                </a:pPr>
                <a:r>
                  <a:rPr lang="en-US" sz="2800" dirty="0"/>
                  <a:t>If the element is an operator, then:</a:t>
                </a:r>
              </a:p>
              <a:p>
                <a:pPr marL="1428750" lvl="2" indent="-514350">
                  <a:lnSpc>
                    <a:spcPct val="120000"/>
                  </a:lnSpc>
                  <a:buFont typeface="+mj-lt"/>
                  <a:buAutoNum type="arabicPeriod"/>
                </a:pPr>
                <a:r>
                  <a:rPr lang="en-US" sz="2800" dirty="0"/>
                  <a:t>Pop from stack and store in a variable </a:t>
                </a:r>
                <a14:m>
                  <m:oMath xmlns:m="http://schemas.openxmlformats.org/officeDocument/2006/math">
                    <m:r>
                      <a:rPr lang="en-US" sz="2800" i="1" dirty="0" smtClean="0">
                        <a:latin typeface="Cambria Math" panose="02040503050406030204" pitchFamily="18" charset="0"/>
                      </a:rPr>
                      <m:t>𝑥</m:t>
                    </m:r>
                  </m:oMath>
                </a14:m>
                <a:r>
                  <a:rPr lang="en-US" sz="2800" dirty="0"/>
                  <a:t>.</a:t>
                </a:r>
              </a:p>
              <a:p>
                <a:pPr marL="1428750" lvl="2" indent="-514350">
                  <a:lnSpc>
                    <a:spcPct val="120000"/>
                  </a:lnSpc>
                  <a:buFont typeface="+mj-lt"/>
                  <a:buAutoNum type="arabicPeriod"/>
                </a:pPr>
                <a:r>
                  <a:rPr lang="en-US" sz="2800" dirty="0"/>
                  <a:t>Pop from stack again and store in another variable </a:t>
                </a:r>
                <a14:m>
                  <m:oMath xmlns:m="http://schemas.openxmlformats.org/officeDocument/2006/math">
                    <m:r>
                      <a:rPr lang="en-US" sz="2800" i="1" dirty="0" smtClean="0">
                        <a:latin typeface="Cambria Math" panose="02040503050406030204" pitchFamily="18" charset="0"/>
                      </a:rPr>
                      <m:t>𝑦</m:t>
                    </m:r>
                  </m:oMath>
                </a14:m>
                <a:r>
                  <a:rPr lang="en-US" sz="2800" dirty="0"/>
                  <a:t>.</a:t>
                </a:r>
              </a:p>
              <a:p>
                <a:pPr marL="1428750" lvl="2" indent="-514350">
                  <a:lnSpc>
                    <a:spcPct val="120000"/>
                  </a:lnSpc>
                  <a:buFont typeface="+mj-lt"/>
                  <a:buAutoNum type="arabicPeriod"/>
                </a:pPr>
                <a:r>
                  <a:rPr lang="en-US" sz="2800" dirty="0"/>
                  <a:t>Calculate the value of </a:t>
                </a:r>
                <a14:m>
                  <m:oMath xmlns:m="http://schemas.openxmlformats.org/officeDocument/2006/math">
                    <m:r>
                      <a:rPr lang="en-US" sz="2800" b="0" i="1" smtClean="0">
                        <a:latin typeface="Cambria Math" panose="02040503050406030204" pitchFamily="18" charset="0"/>
                      </a:rPr>
                      <m:t>𝑥</m:t>
                    </m:r>
                    <m:r>
                      <a:rPr lang="en-US" sz="2800" b="0" i="1" smtClean="0">
                        <a:latin typeface="Cambria Math" panose="02040503050406030204" pitchFamily="18" charset="0"/>
                      </a:rPr>
                      <m:t> </m:t>
                    </m:r>
                    <m:r>
                      <a:rPr lang="en-US" sz="2800" b="0" i="1" smtClean="0">
                        <a:latin typeface="Cambria Math" panose="02040503050406030204" pitchFamily="18" charset="0"/>
                      </a:rPr>
                      <m:t>𝑂𝑝𝑒𝑟𝑎𝑡𝑜𝑟</m:t>
                    </m:r>
                    <m:r>
                      <a:rPr lang="en-US" sz="2800" b="0" i="1" smtClean="0">
                        <a:latin typeface="Cambria Math" panose="02040503050406030204" pitchFamily="18" charset="0"/>
                      </a:rPr>
                      <m:t> </m:t>
                    </m:r>
                    <m:r>
                      <a:rPr lang="en-US" sz="2800" b="0" i="1" smtClean="0">
                        <a:latin typeface="Cambria Math" panose="02040503050406030204" pitchFamily="18" charset="0"/>
                      </a:rPr>
                      <m:t>𝑦</m:t>
                    </m:r>
                  </m:oMath>
                </a14:m>
                <a:r>
                  <a:rPr lang="en-US" sz="2800" dirty="0"/>
                  <a:t>.</a:t>
                </a:r>
              </a:p>
              <a:p>
                <a:pPr marL="1428750" lvl="2" indent="-514350">
                  <a:lnSpc>
                    <a:spcPct val="120000"/>
                  </a:lnSpc>
                  <a:buFont typeface="+mj-lt"/>
                  <a:buAutoNum type="arabicPeriod"/>
                </a:pPr>
                <a:r>
                  <a:rPr lang="en-US" sz="2800" dirty="0"/>
                  <a:t>Push the value to the Stack.</a:t>
                </a:r>
                <a:endParaRPr lang="en-US" sz="3000" dirty="0"/>
              </a:p>
              <a:p>
                <a:pPr marL="514350" indent="-514350">
                  <a:lnSpc>
                    <a:spcPct val="120000"/>
                  </a:lnSpc>
                  <a:buFont typeface="+mj-lt"/>
                  <a:buAutoNum type="arabicPeriod"/>
                </a:pPr>
                <a:r>
                  <a:rPr lang="en-US" sz="3000" dirty="0"/>
                  <a:t>When the loop ends, the only value in Stack is the output. Pop it </a:t>
                </a:r>
                <a:r>
                  <a:rPr lang="en-US" sz="3000"/>
                  <a:t>and return.</a:t>
                </a:r>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934" t="-998"/>
                </a:stretch>
              </a:blipFill>
            </p:spPr>
            <p:txBody>
              <a:bodyPr/>
              <a:lstStyle/>
              <a:p>
                <a:r>
                  <a:rPr lang="en-US">
                    <a:noFill/>
                  </a:rPr>
                  <a:t> </a:t>
                </a:r>
              </a:p>
            </p:txBody>
          </p:sp>
        </mc:Fallback>
      </mc:AlternateContent>
    </p:spTree>
    <p:extLst>
      <p:ext uri="{BB962C8B-B14F-4D97-AF65-F5344CB8AC3E}">
        <p14:creationId xmlns:p14="http://schemas.microsoft.com/office/powerpoint/2010/main" val="318575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a:solidFill>
                  <a:srgbClr val="FFFFFF"/>
                </a:solidFill>
                <a:latin typeface="Arial"/>
                <a:cs typeface="Arial"/>
              </a:rPr>
              <a:t>Postfix Evaluation</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11408"/>
                <a:ext cx="11743016" cy="4965592"/>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dirty="0">
                    <a:latin typeface="Cascadia Code" panose="020B0609020000020004" pitchFamily="49" charset="0"/>
                    <a:ea typeface="Cascadia Code" panose="020B0609020000020004" pitchFamily="49" charset="0"/>
                    <a:cs typeface="Cascadia Code" panose="020B0609020000020004" pitchFamily="49" charset="0"/>
                  </a:rPr>
                  <a:t>EVALUATE</a:t>
                </a:r>
                <a:r>
                  <a:rPr lang="en-US" sz="2400" dirty="0">
                    <a:latin typeface="Cascadia Code" panose="020B0609020000020004" pitchFamily="49" charset="0"/>
                    <a:cs typeface="Cascadia Code" panose="020B0609020000020004" pitchFamily="49" charset="0"/>
                  </a:rPr>
                  <a:t>(</a:t>
                </a:r>
                <a:r>
                  <a:rPr lang="en-US" sz="2400" dirty="0">
                    <a:latin typeface="Cascadia Code" panose="020B0609020000020004" pitchFamily="49" charset="0"/>
                    <a:ea typeface="Cascadia Code" panose="020B0609020000020004" pitchFamily="49" charset="0"/>
                    <a:cs typeface="Cascadia Code" panose="020B0609020000020004" pitchFamily="49" charset="0"/>
                  </a:rPr>
                  <a:t>postfix), where ‘postfix’ is the equation in Postfix form as an array of characters.</a:t>
                </a:r>
                <a:endParaRPr lang="en-US" sz="2400" i="1"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m:t>
                    </m:r>
                    <m:d>
                      <m:dPr>
                        <m:begChr m:val="|"/>
                        <m:endChr m:val="|"/>
                        <m:ctrlPr>
                          <a:rPr lang="en-US" sz="2400" b="0" i="1" smtClean="0">
                            <a:latin typeface="Cambria Math" panose="02040503050406030204" pitchFamily="18" charset="0"/>
                            <a:cs typeface="Cascadia Code" panose="020B0609020000020004" pitchFamily="49" charset="0"/>
                          </a:rPr>
                        </m:ctrlPr>
                      </m:dPr>
                      <m:e>
                        <m:r>
                          <a:rPr lang="en-US" sz="2400" b="0" i="1" smtClean="0">
                            <a:latin typeface="Cambria Math" panose="02040503050406030204" pitchFamily="18" charset="0"/>
                            <a:cs typeface="Cascadia Code" panose="020B0609020000020004" pitchFamily="49" charset="0"/>
                          </a:rPr>
                          <m:t>𝑝𝑜𝑠𝑡𝑓𝑖𝑥</m:t>
                        </m:r>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(Initialize an empty Stack of the same size as the equation)</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≔0</m:t>
                    </m:r>
                  </m:oMath>
                </a14:m>
                <a:r>
                  <a:rPr lang="en-US" sz="2400" b="0" dirty="0">
                    <a:latin typeface="Cambria Math" panose="02040503050406030204" pitchFamily="18" charset="0"/>
                    <a:ea typeface="Cascadia Code" panose="020B0609020000020004" pitchFamily="49" charset="0"/>
                    <a:cs typeface="Cascadia Code" panose="020B0609020000020004" pitchFamily="49" charset="0"/>
                  </a:rPr>
                  <a:t>	(Initialize an index)</a:t>
                </a:r>
              </a:p>
              <a:p>
                <a:pPr marL="457200" indent="-457200">
                  <a:lnSpc>
                    <a:spcPct val="100000"/>
                  </a:lnSpc>
                  <a:buAutoNum type="arabicPeriod"/>
                </a:pPr>
                <a14:m>
                  <m:oMath xmlns:m="http://schemas.openxmlformats.org/officeDocument/2006/math">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𝑅𝐸𝑃𝐸𝐴𝑇</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400" b="0" i="1" smtClean="0">
                        <a:latin typeface="Cambria Math" panose="02040503050406030204" pitchFamily="18" charset="0"/>
                        <a:ea typeface="Cascadia Code" panose="020B0609020000020004" pitchFamily="49" charset="0"/>
                        <a:cs typeface="Cascadia Code" panose="020B0609020000020004" pitchFamily="49" charset="0"/>
                      </a:rPr>
                      <m:t>&lt;</m:t>
                    </m:r>
                    <m:d>
                      <m:dPr>
                        <m:begChr m:val="|"/>
                        <m:endChr m:val="|"/>
                        <m:ctrlPr>
                          <a:rPr lang="en-US" sz="2400" i="1">
                            <a:latin typeface="Cambria Math" panose="02040503050406030204" pitchFamily="18" charset="0"/>
                            <a:cs typeface="Cascadia Code" panose="020B0609020000020004" pitchFamily="49" charset="0"/>
                          </a:rPr>
                        </m:ctrlPr>
                      </m:dPr>
                      <m:e>
                        <m:r>
                          <a:rPr lang="en-US" sz="2400" i="1">
                            <a:latin typeface="Cambria Math" panose="02040503050406030204" pitchFamily="18" charset="0"/>
                            <a:cs typeface="Cascadia Code" panose="020B0609020000020004" pitchFamily="49" charset="0"/>
                          </a:rPr>
                          <m:t>𝑝𝑜𝑠𝑡𝑓𝑖𝑥</m:t>
                        </m:r>
                      </m:e>
                    </m:d>
                  </m:oMath>
                </a14:m>
                <a:r>
                  <a:rPr lang="en-US" sz="2400" dirty="0">
                    <a:latin typeface="Cambria Math" panose="02040503050406030204" pitchFamily="18" charset="0"/>
                    <a:ea typeface="Cascadia Code" panose="020B0609020000020004" pitchFamily="49" charset="0"/>
                    <a:cs typeface="Cascadia Code" panose="020B0609020000020004" pitchFamily="49" charset="0"/>
                  </a:rPr>
                  <a:t>	(Iterate for each character in infix array)</a:t>
                </a: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𝑖𝑛𝑓𝑖𝑥</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e>
                    </m:d>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𝑂𝑃𝐸𝑅𝐴𝑇𝑂𝑅</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𝑡h𝑒𝑛</m:t>
                    </m:r>
                  </m:oMath>
                </a14:m>
                <a:r>
                  <a:rPr lang="en-US" sz="2200" b="0" dirty="0">
                    <a:latin typeface="Cambria Math" panose="02040503050406030204" pitchFamily="18" charset="0"/>
                    <a:ea typeface="Cascadia Code" panose="020B0609020000020004" pitchFamily="49" charset="0"/>
                    <a:cs typeface="Cascadia Code" panose="020B0609020000020004" pitchFamily="49" charset="0"/>
                  </a:rPr>
                  <a:t>	(OPERATOR can be +, -, * , /)</a:t>
                </a: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𝑎</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𝑃𝑂𝑃</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oMath>
                </a14:m>
                <a:r>
                  <a:rPr lang="en-US" sz="2200" b="0" dirty="0">
                    <a:latin typeface="Cambria Math" panose="02040503050406030204" pitchFamily="18" charset="0"/>
                    <a:ea typeface="Cascadia Code" panose="020B0609020000020004" pitchFamily="49" charset="0"/>
                    <a:cs typeface="Cascadia Code" panose="020B0609020000020004" pitchFamily="49" charset="0"/>
                  </a:rPr>
                  <a:t>	(Pop the </a:t>
                </a:r>
                <a:r>
                  <a:rPr lang="en-US" sz="2200" dirty="0">
                    <a:latin typeface="Cambria Math" panose="02040503050406030204" pitchFamily="18" charset="0"/>
                    <a:ea typeface="Cascadia Code" panose="020B0609020000020004" pitchFamily="49" charset="0"/>
                    <a:cs typeface="Cascadia Code" panose="020B0609020000020004" pitchFamily="49" charset="0"/>
                  </a:rPr>
                  <a:t>top character </a:t>
                </a:r>
                <a:r>
                  <a:rPr lang="en-US" sz="2200" b="0" dirty="0">
                    <a:latin typeface="Cambria Math" panose="02040503050406030204" pitchFamily="18" charset="0"/>
                    <a:ea typeface="Cascadia Code" panose="020B0609020000020004" pitchFamily="49" charset="0"/>
                    <a:cs typeface="Cascadia Code" panose="020B0609020000020004" pitchFamily="49" charset="0"/>
                  </a:rPr>
                  <a:t>from to the Stack)</a:t>
                </a: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𝑏</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𝑃𝑂𝑃</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(Pop next top character from to the Stack)</a:t>
                </a: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𝑣𝑎𝑙𝑢𝑒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𝑎</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𝑂𝑃𝐸𝑅𝐴𝑇𝑂𝑅</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𝑏</m:t>
                    </m:r>
                  </m:oMath>
                </a14:m>
                <a:r>
                  <a:rPr lang="en-US" sz="2200" b="0" dirty="0">
                    <a:latin typeface="Cambria Math" panose="02040503050406030204" pitchFamily="18" charset="0"/>
                    <a:ea typeface="Cascadia Code" panose="020B0609020000020004" pitchFamily="49" charset="0"/>
                    <a:cs typeface="Cascadia Code" panose="020B0609020000020004" pitchFamily="49" charset="0"/>
                  </a:rPr>
                  <a:t>	(Perform the operation according the current character sign)</a:t>
                </a: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𝑃𝑈𝑆𝐻</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𝑣𝑎𝑙𝑢𝑒</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2200" b="0" dirty="0">
                    <a:latin typeface="Cambria Math" panose="02040503050406030204" pitchFamily="18" charset="0"/>
                    <a:ea typeface="Cascadia Code" panose="020B0609020000020004" pitchFamily="49" charset="0"/>
                    <a:cs typeface="Cascadia Code" panose="020B0609020000020004" pitchFamily="49" charset="0"/>
                  </a:rPr>
                  <a:t>	(Push this calculated value to the Stack)</a:t>
                </a: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𝑂𝑇𝐻𝐸𝑅𝑊𝐼𝑆𝐸</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1428750" lvl="2" indent="-514350">
                  <a:lnSpc>
                    <a:spcPct val="100000"/>
                  </a:lnSpc>
                  <a:buFont typeface="+mj-lt"/>
                  <a:buAutoNum type="romanL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𝑃𝑈𝑆𝐻</m:t>
                    </m:r>
                    <m:d>
                      <m:dPr>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𝑝𝑜𝑠𝑡𝑓𝑖𝑥</m:t>
                        </m:r>
                        <m:d>
                          <m:dPr>
                            <m:begChr m:val="["/>
                            <m:endChr m:val="]"/>
                            <m:ctrlPr>
                              <a:rPr lang="en-US" sz="22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e>
                        </m:d>
                      </m:e>
                    </m:d>
                  </m:oMath>
                </a14:m>
                <a:r>
                  <a:rPr lang="en-US" sz="2200" dirty="0">
                    <a:latin typeface="Cambria Math" panose="02040503050406030204" pitchFamily="18" charset="0"/>
                    <a:ea typeface="Cascadia Code" panose="020B0609020000020004" pitchFamily="49" charset="0"/>
                    <a:cs typeface="Cascadia Code" panose="020B0609020000020004" pitchFamily="49" charset="0"/>
                  </a:rPr>
                  <a:t>	(Push the operands to the Stack)</a:t>
                </a:r>
              </a:p>
              <a:p>
                <a:pPr marL="914400" lvl="1" indent="-457200">
                  <a:lnSpc>
                    <a:spcPct val="100000"/>
                  </a:lnSpc>
                  <a:buFont typeface="+mj-lt"/>
                  <a:buAutoNum type="alphaUcPeriod"/>
                </a:pPr>
                <a14:m>
                  <m:oMath xmlns:m="http://schemas.openxmlformats.org/officeDocument/2006/math">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2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2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400" i="1" dirty="0" smtClean="0">
                        <a:latin typeface="Cambria Math" panose="02040503050406030204" pitchFamily="18" charset="0"/>
                        <a:ea typeface="Cascadia Code" panose="020B0609020000020004" pitchFamily="49" charset="0"/>
                        <a:cs typeface="Cascadia Code" panose="020B0609020000020004" pitchFamily="49" charset="0"/>
                      </a:rPr>
                      <m:t>𝑅𝑒𝑡𝑢𝑟</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𝑛</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𝑃𝑂𝑃</m:t>
                    </m:r>
                    <m:d>
                      <m:dPr>
                        <m:ctrlP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400" b="0" i="1" dirty="0" smtClean="0">
                            <a:latin typeface="Cambria Math" panose="02040503050406030204" pitchFamily="18" charset="0"/>
                            <a:ea typeface="Cascadia Code" panose="020B0609020000020004" pitchFamily="49" charset="0"/>
                            <a:cs typeface="Cascadia Code" panose="020B0609020000020004" pitchFamily="49" charset="0"/>
                          </a:rPr>
                          <m:t>𝐴</m:t>
                        </m:r>
                      </m:e>
                    </m:d>
                  </m:oMath>
                </a14:m>
                <a:r>
                  <a:rPr lang="en-US" sz="2400">
                    <a:latin typeface="Cambria Math" panose="02040503050406030204" pitchFamily="18" charset="0"/>
                    <a:ea typeface="Cascadia Code" panose="020B0609020000020004" pitchFamily="49" charset="0"/>
                    <a:cs typeface="Cascadia Code" panose="020B0609020000020004" pitchFamily="49" charset="0"/>
                  </a:rPr>
                  <a:t>	(Pop </a:t>
                </a:r>
                <a:r>
                  <a:rPr lang="en-US" sz="2400" dirty="0">
                    <a:latin typeface="Cambria Math" panose="02040503050406030204" pitchFamily="18" charset="0"/>
                    <a:ea typeface="Cascadia Code" panose="020B0609020000020004" pitchFamily="49" charset="0"/>
                    <a:cs typeface="Cascadia Code" panose="020B0609020000020004" pitchFamily="49" charset="0"/>
                  </a:rPr>
                  <a:t>the last value, which will be </a:t>
                </a:r>
                <a:r>
                  <a:rPr lang="en-US" sz="2400">
                    <a:latin typeface="Cambria Math" panose="02040503050406030204" pitchFamily="18" charset="0"/>
                    <a:ea typeface="Cascadia Code" panose="020B0609020000020004" pitchFamily="49" charset="0"/>
                    <a:cs typeface="Cascadia Code" panose="020B0609020000020004" pitchFamily="49" charset="0"/>
                  </a:rPr>
                  <a:t>the solution)</a:t>
                </a:r>
                <a:endParaRPr lang="en-US" sz="2400" dirty="0">
                  <a:latin typeface="Cascadia Code" panose="020B0609020000020004" pitchFamily="49"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11408"/>
                <a:ext cx="11743016" cy="4965592"/>
              </a:xfrm>
              <a:prstGeom prst="rect">
                <a:avLst/>
              </a:prstGeom>
              <a:blipFill>
                <a:blip r:embed="rId3"/>
                <a:stretch>
                  <a:fillRect l="-675" t="-2209" r="-208" b="-1227"/>
                </a:stretch>
              </a:blipFill>
            </p:spPr>
            <p:txBody>
              <a:bodyPr/>
              <a:lstStyle/>
              <a:p>
                <a:r>
                  <a:rPr lang="en-US">
                    <a:noFill/>
                  </a:rPr>
                  <a:t> </a:t>
                </a:r>
              </a:p>
            </p:txBody>
          </p:sp>
        </mc:Fallback>
      </mc:AlternateContent>
    </p:spTree>
    <p:extLst>
      <p:ext uri="{BB962C8B-B14F-4D97-AF65-F5344CB8AC3E}">
        <p14:creationId xmlns:p14="http://schemas.microsoft.com/office/powerpoint/2010/main" val="115803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Carefully read and analyze the Pseudocodes to convert Infix notation into Postfix and evaluating the Postfix notation.</a:t>
            </a:r>
          </a:p>
          <a:p>
            <a:pPr>
              <a:lnSpc>
                <a:spcPct val="120000"/>
              </a:lnSpc>
              <a:buFont typeface="Wingdings" panose="05000000000000000000" pitchFamily="2" charset="2"/>
              <a:buChar char="§"/>
            </a:pPr>
            <a:r>
              <a:rPr lang="en-US" sz="3000" dirty="0"/>
              <a:t>Write the Pseudocodes to:</a:t>
            </a:r>
          </a:p>
          <a:p>
            <a:pPr lvl="1">
              <a:lnSpc>
                <a:spcPct val="120000"/>
              </a:lnSpc>
              <a:buFont typeface="Wingdings" panose="05000000000000000000" pitchFamily="2" charset="2"/>
              <a:buChar char="§"/>
            </a:pPr>
            <a:r>
              <a:rPr lang="en-US" sz="2800" dirty="0"/>
              <a:t>Convert Infix notation into Polish (prefix) notation.</a:t>
            </a:r>
          </a:p>
          <a:p>
            <a:pPr lvl="1">
              <a:lnSpc>
                <a:spcPct val="120000"/>
              </a:lnSpc>
              <a:buFont typeface="Wingdings" panose="05000000000000000000" pitchFamily="2" charset="2"/>
              <a:buChar char="§"/>
            </a:pPr>
            <a:r>
              <a:rPr lang="en-US" sz="2800" dirty="0"/>
              <a:t>Evaluate Polish notation.</a:t>
            </a:r>
          </a:p>
          <a:p>
            <a:pPr>
              <a:lnSpc>
                <a:spcPct val="120000"/>
              </a:lnSpc>
              <a:buFont typeface="Wingdings" panose="05000000000000000000" pitchFamily="2" charset="2"/>
              <a:buChar char="§"/>
            </a:pPr>
            <a:endParaRPr lang="en-US" sz="3000" dirty="0"/>
          </a:p>
        </p:txBody>
      </p:sp>
    </p:spTree>
    <p:extLst>
      <p:ext uri="{BB962C8B-B14F-4D97-AF65-F5344CB8AC3E}">
        <p14:creationId xmlns:p14="http://schemas.microsoft.com/office/powerpoint/2010/main" val="407030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5459</TotalTime>
  <Words>2082</Words>
  <Application>Microsoft Office PowerPoint</Application>
  <PresentationFormat>Widescreen</PresentationFormat>
  <Paragraphs>246</Paragraphs>
  <Slides>18</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Cambria Math</vt:lpstr>
      <vt:lpstr>Cascadia Code</vt:lpstr>
      <vt:lpstr>Wingdings</vt:lpstr>
      <vt:lpstr>Office Theme</vt:lpstr>
      <vt:lpstr>DATA STRUCTURES AND ALGORITHMS (113215)</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176</cp:revision>
  <dcterms:created xsi:type="dcterms:W3CDTF">2022-11-22T20:08:03Z</dcterms:created>
  <dcterms:modified xsi:type="dcterms:W3CDTF">2023-08-25T05:50:08Z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