
<file path=[Content_Types].xml><?xml version="1.0" encoding="utf-8"?>
<Types xmlns="http://schemas.openxmlformats.org/package/2006/content-types">
  <Default Extension="mkv" ContentType="video/unknown"/>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03" r:id="rId5"/>
    <p:sldId id="2462" r:id="rId6"/>
    <p:sldId id="2479" r:id="rId7"/>
    <p:sldId id="2534" r:id="rId8"/>
    <p:sldId id="2535" r:id="rId9"/>
    <p:sldId id="2533" r:id="rId10"/>
    <p:sldId id="2539" r:id="rId11"/>
    <p:sldId id="2545" r:id="rId12"/>
    <p:sldId id="2537" r:id="rId13"/>
    <p:sldId id="2538" r:id="rId14"/>
    <p:sldId id="2540" r:id="rId15"/>
    <p:sldId id="2542" r:id="rId16"/>
    <p:sldId id="2543" r:id="rId17"/>
    <p:sldId id="2544" r:id="rId18"/>
    <p:sldId id="243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353EE9-06C8-45AA-8D20-153706DECAE0}" v="514" dt="2023-07-26T06:26:16.9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89150" autoAdjust="0"/>
  </p:normalViewPr>
  <p:slideViewPr>
    <p:cSldViewPr snapToGrid="0">
      <p:cViewPr varScale="1">
        <p:scale>
          <a:sx n="73" d="100"/>
          <a:sy n="73" d="100"/>
        </p:scale>
        <p:origin x="1008"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pChg chg="mod">
          <ac:chgData name="Owais Ahmed" userId="6abc7d4556b3b071" providerId="LiveId" clId="{0FDD8DE3-F1AE-4516-94DB-A1902CE94C41}" dt="2023-03-02T04:34:37.750" v="253" actId="20577"/>
          <ac:spMkLst>
            <pc:docMk/>
            <pc:sldMk cId="1649098948" sldId="2462"/>
            <ac:spMk id="6" creationId="{F3C89A40-EEAA-43AB-9A3A-B2CFDE450F1B}"/>
          </ac:spMkLst>
        </pc:spChg>
      </pc:sldChg>
      <pc:sldChg chg="modSp add del mod modAnim modNotesTx">
        <pc:chgData name="Owais Ahmed" userId="6abc7d4556b3b071" providerId="LiveId" clId="{0FDD8DE3-F1AE-4516-94DB-A1902CE94C41}" dt="2023-03-02T04:56:35.318" v="824" actId="20577"/>
        <pc:sldMkLst>
          <pc:docMk/>
          <pc:sldMk cId="641030253" sldId="2479"/>
        </pc:sldMkLst>
        <pc:spChg chg="mod">
          <ac:chgData name="Owais Ahmed" userId="6abc7d4556b3b071" providerId="LiveId" clId="{0FDD8DE3-F1AE-4516-94DB-A1902CE94C41}" dt="2023-03-02T04:56:35.318" v="824" actId="20577"/>
          <ac:spMkLst>
            <pc:docMk/>
            <pc:sldMk cId="641030253" sldId="2479"/>
            <ac:spMk id="3" creationId="{4A1C0383-58FE-E486-295E-B33B8683B938}"/>
          </ac:spMkLst>
        </pc:spChg>
      </pc:sldChg>
      <pc:sldChg chg="addSp delSp modSp add mod addAnim delAnim modAnim">
        <pc:chgData name="Owais Ahmed" userId="6abc7d4556b3b071" providerId="LiveId" clId="{0FDD8DE3-F1AE-4516-94DB-A1902CE94C41}" dt="2023-03-02T05:02:47.390" v="1015" actId="20577"/>
        <pc:sldMkLst>
          <pc:docMk/>
          <pc:sldMk cId="33298473" sldId="2480"/>
        </pc:sldMkLst>
        <pc:spChg chg="mod">
          <ac:chgData name="Owais Ahmed" userId="6abc7d4556b3b071" providerId="LiveId" clId="{0FDD8DE3-F1AE-4516-94DB-A1902CE94C41}" dt="2023-03-02T05:02:47.390" v="1015" actId="20577"/>
          <ac:spMkLst>
            <pc:docMk/>
            <pc:sldMk cId="33298473" sldId="2480"/>
            <ac:spMk id="3" creationId="{4A1C0383-58FE-E486-295E-B33B8683B938}"/>
          </ac:spMkLst>
        </pc:spChg>
        <pc:spChg chg="add del mod">
          <ac:chgData name="Owais Ahmed" userId="6abc7d4556b3b071" providerId="LiveId" clId="{0FDD8DE3-F1AE-4516-94DB-A1902CE94C41}" dt="2023-03-02T04:59:41.959" v="915" actId="478"/>
          <ac:spMkLst>
            <pc:docMk/>
            <pc:sldMk cId="33298473" sldId="2480"/>
            <ac:spMk id="4" creationId="{68AC28BA-EE78-7111-9C67-B260CC8C0AF1}"/>
          </ac:spMkLst>
        </pc:spChg>
        <pc:spChg chg="add del mod">
          <ac:chgData name="Owais Ahmed" userId="6abc7d4556b3b071" providerId="LiveId" clId="{0FDD8DE3-F1AE-4516-94DB-A1902CE94C41}" dt="2023-03-02T04:59:50.009" v="917"/>
          <ac:spMkLst>
            <pc:docMk/>
            <pc:sldMk cId="33298473" sldId="2480"/>
            <ac:spMk id="5" creationId="{3C596777-B16B-C4E4-DB12-E1F5A73BD828}"/>
          </ac:spMkLst>
        </pc:spChg>
        <pc:spChg chg="mod">
          <ac:chgData name="Owais Ahmed" userId="6abc7d4556b3b071" providerId="LiveId" clId="{0FDD8DE3-F1AE-4516-94DB-A1902CE94C41}" dt="2023-03-02T04:57:10.298" v="868" actId="20577"/>
          <ac:spMkLst>
            <pc:docMk/>
            <pc:sldMk cId="33298473" sldId="2480"/>
            <ac:spMk id="215" creationId="{00000000-0000-0000-0000-000000000000}"/>
          </ac:spMkLst>
        </pc:spChg>
        <pc:grpChg chg="add mod">
          <ac:chgData name="Owais Ahmed" userId="6abc7d4556b3b071" providerId="LiveId" clId="{0FDD8DE3-F1AE-4516-94DB-A1902CE94C41}" dt="2023-03-02T05:01:15.772" v="952" actId="1076"/>
          <ac:grpSpMkLst>
            <pc:docMk/>
            <pc:sldMk cId="33298473" sldId="2480"/>
            <ac:grpSpMk id="6" creationId="{FD589D9F-4290-70D5-647A-B064BD51AD0F}"/>
          </ac:grpSpMkLst>
        </pc:grpChg>
        <pc:graphicFrameChg chg="mod">
          <ac:chgData name="Owais Ahmed" userId="6abc7d4556b3b071" providerId="LiveId" clId="{0FDD8DE3-F1AE-4516-94DB-A1902CE94C41}" dt="2023-03-02T05:01:09.985" v="951" actId="1076"/>
          <ac:graphicFrameMkLst>
            <pc:docMk/>
            <pc:sldMk cId="33298473" sldId="2480"/>
            <ac:graphicFrameMk id="7" creationId="{7FAACA05-2AF8-65B6-3247-494C8D83A2A3}"/>
          </ac:graphicFrameMkLst>
        </pc:graphicFrameChg>
        <pc:graphicFrameChg chg="mod">
          <ac:chgData name="Owais Ahmed" userId="6abc7d4556b3b071" providerId="LiveId" clId="{0FDD8DE3-F1AE-4516-94DB-A1902CE94C41}" dt="2023-03-02T04:59:57.098" v="918"/>
          <ac:graphicFrameMkLst>
            <pc:docMk/>
            <pc:sldMk cId="33298473" sldId="2480"/>
            <ac:graphicFrameMk id="8" creationId="{499CFD65-868C-4833-4C17-404622B9360F}"/>
          </ac:graphicFrameMkLst>
        </pc:graphicFrameChg>
        <pc:graphicFrameChg chg="mod">
          <ac:chgData name="Owais Ahmed" userId="6abc7d4556b3b071" providerId="LiveId" clId="{0FDD8DE3-F1AE-4516-94DB-A1902CE94C41}" dt="2023-03-02T05:01:05.734" v="949" actId="1076"/>
          <ac:graphicFrameMkLst>
            <pc:docMk/>
            <pc:sldMk cId="33298473" sldId="2480"/>
            <ac:graphicFrameMk id="9" creationId="{05B7410C-9230-9514-6EE0-C6BB6D00E65A}"/>
          </ac:graphicFrameMkLst>
        </pc:graphicFrameChg>
      </pc:sldChg>
      <pc:sldChg chg="addSp delSp modSp add mod">
        <pc:chgData name="Owais Ahmed" userId="6abc7d4556b3b071" providerId="LiveId" clId="{0FDD8DE3-F1AE-4516-94DB-A1902CE94C41}" dt="2023-03-02T05:04:45.391" v="1131" actId="20577"/>
        <pc:sldMkLst>
          <pc:docMk/>
          <pc:sldMk cId="2242574499" sldId="2481"/>
        </pc:sldMkLst>
        <pc:spChg chg="mod">
          <ac:chgData name="Owais Ahmed" userId="6abc7d4556b3b071" providerId="LiveId" clId="{0FDD8DE3-F1AE-4516-94DB-A1902CE94C41}" dt="2023-03-02T05:04:45.391" v="1131" actId="20577"/>
          <ac:spMkLst>
            <pc:docMk/>
            <pc:sldMk cId="2242574499" sldId="2481"/>
            <ac:spMk id="3" creationId="{4A1C0383-58FE-E486-295E-B33B8683B938}"/>
          </ac:spMkLst>
        </pc:spChg>
        <pc:grpChg chg="del">
          <ac:chgData name="Owais Ahmed" userId="6abc7d4556b3b071" providerId="LiveId" clId="{0FDD8DE3-F1AE-4516-94DB-A1902CE94C41}" dt="2023-03-02T05:04:04.357" v="1104" actId="478"/>
          <ac:grpSpMkLst>
            <pc:docMk/>
            <pc:sldMk cId="2242574499" sldId="2481"/>
            <ac:grpSpMk id="6" creationId="{FD589D9F-4290-70D5-647A-B064BD51AD0F}"/>
          </ac:grpSpMkLst>
        </pc:grpChg>
        <pc:graphicFrameChg chg="add mod">
          <ac:chgData name="Owais Ahmed" userId="6abc7d4556b3b071" providerId="LiveId" clId="{0FDD8DE3-F1AE-4516-94DB-A1902CE94C41}" dt="2023-03-02T05:04:13.311" v="1107" actId="1076"/>
          <ac:graphicFrameMkLst>
            <pc:docMk/>
            <pc:sldMk cId="2242574499" sldId="2481"/>
            <ac:graphicFrameMk id="4" creationId="{A4BC4EBA-3876-6BF4-89C0-19210A8CD91E}"/>
          </ac:graphicFrameMkLst>
        </pc:graphicFrameChg>
      </pc:sldChg>
      <pc:sldChg chg="addSp delSp modSp add mod modAnim">
        <pc:chgData name="Owais Ahmed" userId="6abc7d4556b3b071" providerId="LiveId" clId="{0FDD8DE3-F1AE-4516-94DB-A1902CE94C41}" dt="2023-03-02T05:07:54.229" v="1274"/>
        <pc:sldMkLst>
          <pc:docMk/>
          <pc:sldMk cId="3554497857" sldId="2482"/>
        </pc:sldMkLst>
        <pc:spChg chg="mod">
          <ac:chgData name="Owais Ahmed" userId="6abc7d4556b3b071" providerId="LiveId" clId="{0FDD8DE3-F1AE-4516-94DB-A1902CE94C41}" dt="2023-03-02T05:07:34.050" v="1267" actId="14100"/>
          <ac:spMkLst>
            <pc:docMk/>
            <pc:sldMk cId="3554497857" sldId="2482"/>
            <ac:spMk id="3" creationId="{4A1C0383-58FE-E486-295E-B33B8683B938}"/>
          </ac:spMkLst>
        </pc:spChg>
        <pc:spChg chg="mod">
          <ac:chgData name="Owais Ahmed" userId="6abc7d4556b3b071" providerId="LiveId" clId="{0FDD8DE3-F1AE-4516-94DB-A1902CE94C41}" dt="2023-03-02T05:07:49.003" v="1273" actId="1076"/>
          <ac:spMkLst>
            <pc:docMk/>
            <pc:sldMk cId="3554497857" sldId="2482"/>
            <ac:spMk id="7" creationId="{C4E1FD69-13E5-3FE3-DBBD-F4EDBD0B4548}"/>
          </ac:spMkLst>
        </pc:spChg>
        <pc:spChg chg="mod">
          <ac:chgData name="Owais Ahmed" userId="6abc7d4556b3b071" providerId="LiveId" clId="{0FDD8DE3-F1AE-4516-94DB-A1902CE94C41}" dt="2023-03-02T05:07:49.003" v="1273" actId="1076"/>
          <ac:spMkLst>
            <pc:docMk/>
            <pc:sldMk cId="3554497857" sldId="2482"/>
            <ac:spMk id="8" creationId="{A3151781-A385-D86F-D674-1B13A34E15FD}"/>
          </ac:spMkLst>
        </pc:spChg>
        <pc:spChg chg="mod">
          <ac:chgData name="Owais Ahmed" userId="6abc7d4556b3b071" providerId="LiveId" clId="{0FDD8DE3-F1AE-4516-94DB-A1902CE94C41}" dt="2023-03-02T05:07:49.003" v="1273" actId="1076"/>
          <ac:spMkLst>
            <pc:docMk/>
            <pc:sldMk cId="3554497857" sldId="2482"/>
            <ac:spMk id="9" creationId="{7FEA710A-3158-0DA2-73B7-9B738D7CB45C}"/>
          </ac:spMkLst>
        </pc:spChg>
        <pc:spChg chg="mod">
          <ac:chgData name="Owais Ahmed" userId="6abc7d4556b3b071" providerId="LiveId" clId="{0FDD8DE3-F1AE-4516-94DB-A1902CE94C41}" dt="2023-03-02T05:07:49.003" v="1273" actId="1076"/>
          <ac:spMkLst>
            <pc:docMk/>
            <pc:sldMk cId="3554497857" sldId="2482"/>
            <ac:spMk id="10" creationId="{4E343397-BF21-8FB1-2BA8-F2FBF2316C97}"/>
          </ac:spMkLst>
        </pc:spChg>
        <pc:spChg chg="mod">
          <ac:chgData name="Owais Ahmed" userId="6abc7d4556b3b071" providerId="LiveId" clId="{0FDD8DE3-F1AE-4516-94DB-A1902CE94C41}" dt="2023-03-02T05:07:49.003" v="1273" actId="1076"/>
          <ac:spMkLst>
            <pc:docMk/>
            <pc:sldMk cId="3554497857" sldId="2482"/>
            <ac:spMk id="11" creationId="{CE1638A0-80E0-117E-C1B2-FD5E695BDC5B}"/>
          </ac:spMkLst>
        </pc:spChg>
        <pc:spChg chg="mod">
          <ac:chgData name="Owais Ahmed" userId="6abc7d4556b3b071" providerId="LiveId" clId="{0FDD8DE3-F1AE-4516-94DB-A1902CE94C41}" dt="2023-03-02T05:07:49.003" v="1273" actId="1076"/>
          <ac:spMkLst>
            <pc:docMk/>
            <pc:sldMk cId="3554497857" sldId="2482"/>
            <ac:spMk id="12" creationId="{B708FF02-D0A1-390F-D4A4-141B061E2351}"/>
          </ac:spMkLst>
        </pc:spChg>
        <pc:spChg chg="mod">
          <ac:chgData name="Owais Ahmed" userId="6abc7d4556b3b071" providerId="LiveId" clId="{0FDD8DE3-F1AE-4516-94DB-A1902CE94C41}" dt="2023-03-02T05:07:49.003" v="1273" actId="1076"/>
          <ac:spMkLst>
            <pc:docMk/>
            <pc:sldMk cId="3554497857" sldId="2482"/>
            <ac:spMk id="13" creationId="{9D5025B5-0745-F2E3-16E8-8CA67BAAD609}"/>
          </ac:spMkLst>
        </pc:spChg>
        <pc:grpChg chg="add del mod">
          <ac:chgData name="Owais Ahmed" userId="6abc7d4556b3b071" providerId="LiveId" clId="{0FDD8DE3-F1AE-4516-94DB-A1902CE94C41}" dt="2023-03-02T05:07:49.003" v="1273" actId="1076"/>
          <ac:grpSpMkLst>
            <pc:docMk/>
            <pc:sldMk cId="3554497857" sldId="2482"/>
            <ac:grpSpMk id="5" creationId="{94258CDA-92B0-B5D6-384D-F2A3E75B7760}"/>
          </ac:grpSpMkLst>
        </pc:grpChg>
        <pc:graphicFrameChg chg="del">
          <ac:chgData name="Owais Ahmed" userId="6abc7d4556b3b071" providerId="LiveId" clId="{0FDD8DE3-F1AE-4516-94DB-A1902CE94C41}" dt="2023-03-02T05:06:19.043" v="1232" actId="478"/>
          <ac:graphicFrameMkLst>
            <pc:docMk/>
            <pc:sldMk cId="3554497857" sldId="2482"/>
            <ac:graphicFrameMk id="4" creationId="{A4BC4EBA-3876-6BF4-89C0-19210A8CD91E}"/>
          </ac:graphicFrameMkLst>
        </pc:graphicFrameChg>
        <pc:graphicFrameChg chg="mod">
          <ac:chgData name="Owais Ahmed" userId="6abc7d4556b3b071" providerId="LiveId" clId="{0FDD8DE3-F1AE-4516-94DB-A1902CE94C41}" dt="2023-03-02T05:07:49.003" v="1273" actId="1076"/>
          <ac:graphicFrameMkLst>
            <pc:docMk/>
            <pc:sldMk cId="3554497857" sldId="2482"/>
            <ac:graphicFrameMk id="6" creationId="{E263AE06-16F9-EA63-2B55-AFAFDFF05400}"/>
          </ac:graphicFrameMkLst>
        </pc:graphicFrameChg>
      </pc:sldChg>
      <pc:sldChg chg="addSp delSp modSp add mod modAnim">
        <pc:chgData name="Owais Ahmed" userId="6abc7d4556b3b071" providerId="LiveId" clId="{0FDD8DE3-F1AE-4516-94DB-A1902CE94C41}" dt="2023-03-02T05:12:04.645" v="1365" actId="20577"/>
        <pc:sldMkLst>
          <pc:docMk/>
          <pc:sldMk cId="677534828" sldId="2483"/>
        </pc:sldMkLst>
        <pc:spChg chg="mod">
          <ac:chgData name="Owais Ahmed" userId="6abc7d4556b3b071" providerId="LiveId" clId="{0FDD8DE3-F1AE-4516-94DB-A1902CE94C41}" dt="2023-03-02T05:12:04.645" v="1365" actId="20577"/>
          <ac:spMkLst>
            <pc:docMk/>
            <pc:sldMk cId="677534828" sldId="2483"/>
            <ac:spMk id="3" creationId="{4A1C0383-58FE-E486-295E-B33B8683B938}"/>
          </ac:spMkLst>
        </pc:spChg>
        <pc:grpChg chg="del">
          <ac:chgData name="Owais Ahmed" userId="6abc7d4556b3b071" providerId="LiveId" clId="{0FDD8DE3-F1AE-4516-94DB-A1902CE94C41}" dt="2023-03-02T05:08:35.450" v="1276" actId="478"/>
          <ac:grpSpMkLst>
            <pc:docMk/>
            <pc:sldMk cId="677534828" sldId="2483"/>
            <ac:grpSpMk id="5" creationId="{94258CDA-92B0-B5D6-384D-F2A3E75B7760}"/>
          </ac:grpSpMkLst>
        </pc:grpChg>
        <pc:graphicFrameChg chg="add mod">
          <ac:chgData name="Owais Ahmed" userId="6abc7d4556b3b071" providerId="LiveId" clId="{0FDD8DE3-F1AE-4516-94DB-A1902CE94C41}" dt="2023-03-02T05:09:36.384" v="1301" actId="1076"/>
          <ac:graphicFrameMkLst>
            <pc:docMk/>
            <pc:sldMk cId="677534828" sldId="2483"/>
            <ac:graphicFrameMk id="4" creationId="{976AB35B-B8A7-3F4B-F4BD-5863694BCC5D}"/>
          </ac:graphicFrameMkLst>
        </pc:graphicFrameChg>
      </pc:sldChg>
      <pc:sldChg chg="addSp delSp modSp add mod">
        <pc:chgData name="Owais Ahmed" userId="6abc7d4556b3b071" providerId="LiveId" clId="{0FDD8DE3-F1AE-4516-94DB-A1902CE94C41}" dt="2023-03-02T05:19:22.243" v="1681" actId="20577"/>
        <pc:sldMkLst>
          <pc:docMk/>
          <pc:sldMk cId="278977406" sldId="2484"/>
        </pc:sldMkLst>
        <pc:spChg chg="mod">
          <ac:chgData name="Owais Ahmed" userId="6abc7d4556b3b071" providerId="LiveId" clId="{0FDD8DE3-F1AE-4516-94DB-A1902CE94C41}" dt="2023-03-02T05:19:22.243" v="1681" actId="20577"/>
          <ac:spMkLst>
            <pc:docMk/>
            <pc:sldMk cId="278977406" sldId="2484"/>
            <ac:spMk id="3" creationId="{4A1C0383-58FE-E486-295E-B33B8683B938}"/>
          </ac:spMkLst>
        </pc:spChg>
        <pc:spChg chg="mod">
          <ac:chgData name="Owais Ahmed" userId="6abc7d4556b3b071" providerId="LiveId" clId="{0FDD8DE3-F1AE-4516-94DB-A1902CE94C41}" dt="2023-03-02T05:16:06.728" v="1373" actId="1076"/>
          <ac:spMkLst>
            <pc:docMk/>
            <pc:sldMk cId="278977406" sldId="2484"/>
            <ac:spMk id="7" creationId="{55BA099A-CF9D-DA01-089D-3FB73BCCDF0D}"/>
          </ac:spMkLst>
        </pc:spChg>
        <pc:spChg chg="mod">
          <ac:chgData name="Owais Ahmed" userId="6abc7d4556b3b071" providerId="LiveId" clId="{0FDD8DE3-F1AE-4516-94DB-A1902CE94C41}" dt="2023-03-02T05:16:06.728" v="1373" actId="1076"/>
          <ac:spMkLst>
            <pc:docMk/>
            <pc:sldMk cId="278977406" sldId="2484"/>
            <ac:spMk id="8" creationId="{8B5CD697-AFB4-87A3-6AE0-3E13DFFBFE9A}"/>
          </ac:spMkLst>
        </pc:spChg>
        <pc:spChg chg="mod">
          <ac:chgData name="Owais Ahmed" userId="6abc7d4556b3b071" providerId="LiveId" clId="{0FDD8DE3-F1AE-4516-94DB-A1902CE94C41}" dt="2023-03-02T05:16:06.728" v="1373" actId="1076"/>
          <ac:spMkLst>
            <pc:docMk/>
            <pc:sldMk cId="278977406" sldId="2484"/>
            <ac:spMk id="9" creationId="{14D7CFE0-500B-EE3E-0916-F312008148CA}"/>
          </ac:spMkLst>
        </pc:spChg>
        <pc:spChg chg="mod">
          <ac:chgData name="Owais Ahmed" userId="6abc7d4556b3b071" providerId="LiveId" clId="{0FDD8DE3-F1AE-4516-94DB-A1902CE94C41}" dt="2023-03-02T05:16:06.728" v="1373" actId="1076"/>
          <ac:spMkLst>
            <pc:docMk/>
            <pc:sldMk cId="278977406" sldId="2484"/>
            <ac:spMk id="11" creationId="{43214471-716B-DD60-6ABE-109DFA27050D}"/>
          </ac:spMkLst>
        </pc:spChg>
        <pc:spChg chg="mod">
          <ac:chgData name="Owais Ahmed" userId="6abc7d4556b3b071" providerId="LiveId" clId="{0FDD8DE3-F1AE-4516-94DB-A1902CE94C41}" dt="2023-03-02T05:16:06.728" v="1373" actId="1076"/>
          <ac:spMkLst>
            <pc:docMk/>
            <pc:sldMk cId="278977406" sldId="2484"/>
            <ac:spMk id="13" creationId="{FAA990E2-2821-A383-E799-8067629CA75C}"/>
          </ac:spMkLst>
        </pc:spChg>
        <pc:spChg chg="mod">
          <ac:chgData name="Owais Ahmed" userId="6abc7d4556b3b071" providerId="LiveId" clId="{0FDD8DE3-F1AE-4516-94DB-A1902CE94C41}" dt="2023-03-02T05:16:06.728" v="1373" actId="1076"/>
          <ac:spMkLst>
            <pc:docMk/>
            <pc:sldMk cId="278977406" sldId="2484"/>
            <ac:spMk id="15" creationId="{7DA1DB7D-B35C-DE61-9AFF-134B326B0FD9}"/>
          </ac:spMkLst>
        </pc:spChg>
        <pc:spChg chg="mod">
          <ac:chgData name="Owais Ahmed" userId="6abc7d4556b3b071" providerId="LiveId" clId="{0FDD8DE3-F1AE-4516-94DB-A1902CE94C41}" dt="2023-03-02T05:16:06.728" v="1373" actId="1076"/>
          <ac:spMkLst>
            <pc:docMk/>
            <pc:sldMk cId="278977406" sldId="2484"/>
            <ac:spMk id="16" creationId="{29E538EA-8887-71D8-6567-6AE1C312A98A}"/>
          </ac:spMkLst>
        </pc:spChg>
        <pc:spChg chg="mod">
          <ac:chgData name="Owais Ahmed" userId="6abc7d4556b3b071" providerId="LiveId" clId="{0FDD8DE3-F1AE-4516-94DB-A1902CE94C41}" dt="2023-03-02T05:16:06.728" v="1373" actId="1076"/>
          <ac:spMkLst>
            <pc:docMk/>
            <pc:sldMk cId="278977406" sldId="2484"/>
            <ac:spMk id="17" creationId="{FCAA705B-E173-3247-BD24-8A5E9844FF2A}"/>
          </ac:spMkLst>
        </pc:spChg>
        <pc:spChg chg="mod">
          <ac:chgData name="Owais Ahmed" userId="6abc7d4556b3b071" providerId="LiveId" clId="{0FDD8DE3-F1AE-4516-94DB-A1902CE94C41}" dt="2023-03-02T05:16:06.728" v="1373" actId="1076"/>
          <ac:spMkLst>
            <pc:docMk/>
            <pc:sldMk cId="278977406" sldId="2484"/>
            <ac:spMk id="18" creationId="{FD1EE0E5-528C-1471-6132-2C95A8FF34DB}"/>
          </ac:spMkLst>
        </pc:spChg>
        <pc:spChg chg="mod">
          <ac:chgData name="Owais Ahmed" userId="6abc7d4556b3b071" providerId="LiveId" clId="{0FDD8DE3-F1AE-4516-94DB-A1902CE94C41}" dt="2023-03-02T05:16:06.728" v="1373" actId="1076"/>
          <ac:spMkLst>
            <pc:docMk/>
            <pc:sldMk cId="278977406" sldId="2484"/>
            <ac:spMk id="19" creationId="{8638A1AB-9E42-C187-D2AC-D9C9A3F3A5D1}"/>
          </ac:spMkLst>
        </pc:spChg>
        <pc:spChg chg="mod">
          <ac:chgData name="Owais Ahmed" userId="6abc7d4556b3b071" providerId="LiveId" clId="{0FDD8DE3-F1AE-4516-94DB-A1902CE94C41}" dt="2023-03-02T05:16:06.728" v="1373" actId="1076"/>
          <ac:spMkLst>
            <pc:docMk/>
            <pc:sldMk cId="278977406" sldId="2484"/>
            <ac:spMk id="20" creationId="{FB75DA1E-A533-0DC9-6375-3B13FE54D5FD}"/>
          </ac:spMkLst>
        </pc:spChg>
        <pc:spChg chg="mod">
          <ac:chgData name="Owais Ahmed" userId="6abc7d4556b3b071" providerId="LiveId" clId="{0FDD8DE3-F1AE-4516-94DB-A1902CE94C41}" dt="2023-03-02T05:16:06.728" v="1373" actId="1076"/>
          <ac:spMkLst>
            <pc:docMk/>
            <pc:sldMk cId="278977406" sldId="2484"/>
            <ac:spMk id="21" creationId="{05D4747D-C55A-27A8-A503-97067BF659CD}"/>
          </ac:spMkLst>
        </pc:spChg>
        <pc:spChg chg="mod">
          <ac:chgData name="Owais Ahmed" userId="6abc7d4556b3b071" providerId="LiveId" clId="{0FDD8DE3-F1AE-4516-94DB-A1902CE94C41}" dt="2023-03-02T05:16:06.728" v="1373" actId="1076"/>
          <ac:spMkLst>
            <pc:docMk/>
            <pc:sldMk cId="278977406" sldId="2484"/>
            <ac:spMk id="22" creationId="{060909E4-FC5A-F3CB-0DCE-7A6B2C8D85FE}"/>
          </ac:spMkLst>
        </pc:spChg>
        <pc:spChg chg="mod">
          <ac:chgData name="Owais Ahmed" userId="6abc7d4556b3b071" providerId="LiveId" clId="{0FDD8DE3-F1AE-4516-94DB-A1902CE94C41}" dt="2023-03-02T05:16:06.728" v="1373" actId="1076"/>
          <ac:spMkLst>
            <pc:docMk/>
            <pc:sldMk cId="278977406" sldId="2484"/>
            <ac:spMk id="23" creationId="{A34C6B58-56E8-825F-57FF-2ED8615E7079}"/>
          </ac:spMkLst>
        </pc:spChg>
        <pc:spChg chg="mod">
          <ac:chgData name="Owais Ahmed" userId="6abc7d4556b3b071" providerId="LiveId" clId="{0FDD8DE3-F1AE-4516-94DB-A1902CE94C41}" dt="2023-03-02T05:16:06.728" v="1373" actId="1076"/>
          <ac:spMkLst>
            <pc:docMk/>
            <pc:sldMk cId="278977406" sldId="2484"/>
            <ac:spMk id="24" creationId="{97FFB713-4A4F-385D-29BA-E73F9F9AF409}"/>
          </ac:spMkLst>
        </pc:spChg>
        <pc:spChg chg="mod">
          <ac:chgData name="Owais Ahmed" userId="6abc7d4556b3b071" providerId="LiveId" clId="{0FDD8DE3-F1AE-4516-94DB-A1902CE94C41}" dt="2023-03-02T05:16:06.728" v="1373" actId="1076"/>
          <ac:spMkLst>
            <pc:docMk/>
            <pc:sldMk cId="278977406" sldId="2484"/>
            <ac:spMk id="25" creationId="{83D4EE20-4465-2F99-20E4-96B41FE72BAA}"/>
          </ac:spMkLst>
        </pc:spChg>
        <pc:spChg chg="mod">
          <ac:chgData name="Owais Ahmed" userId="6abc7d4556b3b071" providerId="LiveId" clId="{0FDD8DE3-F1AE-4516-94DB-A1902CE94C41}" dt="2023-03-02T05:16:06.728" v="1373" actId="1076"/>
          <ac:spMkLst>
            <pc:docMk/>
            <pc:sldMk cId="278977406" sldId="2484"/>
            <ac:spMk id="26" creationId="{CBD0581F-8EAF-DD54-9931-F722097CCF36}"/>
          </ac:spMkLst>
        </pc:spChg>
        <pc:spChg chg="mod">
          <ac:chgData name="Owais Ahmed" userId="6abc7d4556b3b071" providerId="LiveId" clId="{0FDD8DE3-F1AE-4516-94DB-A1902CE94C41}" dt="2023-03-02T05:16:06.728" v="1373" actId="1076"/>
          <ac:spMkLst>
            <pc:docMk/>
            <pc:sldMk cId="278977406" sldId="2484"/>
            <ac:spMk id="27" creationId="{65B31570-2F7D-A625-6849-372E2DEECD85}"/>
          </ac:spMkLst>
        </pc:spChg>
        <pc:spChg chg="mod">
          <ac:chgData name="Owais Ahmed" userId="6abc7d4556b3b071" providerId="LiveId" clId="{0FDD8DE3-F1AE-4516-94DB-A1902CE94C41}" dt="2023-03-02T05:16:06.728" v="1373" actId="1076"/>
          <ac:spMkLst>
            <pc:docMk/>
            <pc:sldMk cId="278977406" sldId="2484"/>
            <ac:spMk id="28" creationId="{EF6A9AF1-BD6E-86CB-85D2-48629D499C36}"/>
          </ac:spMkLst>
        </pc:spChg>
        <pc:spChg chg="mod">
          <ac:chgData name="Owais Ahmed" userId="6abc7d4556b3b071" providerId="LiveId" clId="{0FDD8DE3-F1AE-4516-94DB-A1902CE94C41}" dt="2023-03-02T05:16:06.728" v="1373" actId="1076"/>
          <ac:spMkLst>
            <pc:docMk/>
            <pc:sldMk cId="278977406" sldId="2484"/>
            <ac:spMk id="29" creationId="{598807CE-1E04-5612-F554-B4F4EF64953A}"/>
          </ac:spMkLst>
        </pc:spChg>
        <pc:grpChg chg="add mod">
          <ac:chgData name="Owais Ahmed" userId="6abc7d4556b3b071" providerId="LiveId" clId="{0FDD8DE3-F1AE-4516-94DB-A1902CE94C41}" dt="2023-03-02T05:16:06.728" v="1373" actId="1076"/>
          <ac:grpSpMkLst>
            <pc:docMk/>
            <pc:sldMk cId="278977406" sldId="2484"/>
            <ac:grpSpMk id="5" creationId="{F299F5F0-22E0-D1A1-49CA-0FA87EC7C3F5}"/>
          </ac:grpSpMkLst>
        </pc:grpChg>
        <pc:grpChg chg="mod">
          <ac:chgData name="Owais Ahmed" userId="6abc7d4556b3b071" providerId="LiveId" clId="{0FDD8DE3-F1AE-4516-94DB-A1902CE94C41}" dt="2023-03-02T05:16:06.728" v="1373" actId="1076"/>
          <ac:grpSpMkLst>
            <pc:docMk/>
            <pc:sldMk cId="278977406" sldId="2484"/>
            <ac:grpSpMk id="10" creationId="{5F8B08D4-6C65-A4B4-7200-EEB2C72E35C3}"/>
          </ac:grpSpMkLst>
        </pc:grpChg>
        <pc:grpChg chg="mod">
          <ac:chgData name="Owais Ahmed" userId="6abc7d4556b3b071" providerId="LiveId" clId="{0FDD8DE3-F1AE-4516-94DB-A1902CE94C41}" dt="2023-03-02T05:16:06.728" v="1373" actId="1076"/>
          <ac:grpSpMkLst>
            <pc:docMk/>
            <pc:sldMk cId="278977406" sldId="2484"/>
            <ac:grpSpMk id="12" creationId="{C08FEAF3-94E6-1EEA-45F3-B6619E861383}"/>
          </ac:grpSpMkLst>
        </pc:grpChg>
        <pc:grpChg chg="mod">
          <ac:chgData name="Owais Ahmed" userId="6abc7d4556b3b071" providerId="LiveId" clId="{0FDD8DE3-F1AE-4516-94DB-A1902CE94C41}" dt="2023-03-02T05:16:06.728" v="1373" actId="1076"/>
          <ac:grpSpMkLst>
            <pc:docMk/>
            <pc:sldMk cId="278977406" sldId="2484"/>
            <ac:grpSpMk id="14" creationId="{65F0AE59-9C85-3533-161C-A401EAF2021F}"/>
          </ac:grpSpMkLst>
        </pc:grpChg>
        <pc:graphicFrameChg chg="del">
          <ac:chgData name="Owais Ahmed" userId="6abc7d4556b3b071" providerId="LiveId" clId="{0FDD8DE3-F1AE-4516-94DB-A1902CE94C41}" dt="2023-03-02T05:12:28.584" v="1367" actId="478"/>
          <ac:graphicFrameMkLst>
            <pc:docMk/>
            <pc:sldMk cId="278977406" sldId="2484"/>
            <ac:graphicFrameMk id="4" creationId="{976AB35B-B8A7-3F4B-F4BD-5863694BCC5D}"/>
          </ac:graphicFrameMkLst>
        </pc:graphicFrameChg>
        <pc:graphicFrameChg chg="mod">
          <ac:chgData name="Owais Ahmed" userId="6abc7d4556b3b071" providerId="LiveId" clId="{0FDD8DE3-F1AE-4516-94DB-A1902CE94C41}" dt="2023-03-02T05:16:06.728" v="1373" actId="1076"/>
          <ac:graphicFrameMkLst>
            <pc:docMk/>
            <pc:sldMk cId="278977406" sldId="2484"/>
            <ac:graphicFrameMk id="6" creationId="{D6062A98-8C21-5037-803E-40FA7421CEF0}"/>
          </ac:graphicFrameMkLst>
        </pc:graphicFrameChg>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pChg chg="mod">
          <ac:chgData name="Owais Ahmed" userId="6abc7d4556b3b071" providerId="LiveId" clId="{0FDD8DE3-F1AE-4516-94DB-A1902CE94C41}" dt="2023-03-02T05:33:14.169" v="1944" actId="20577"/>
          <ac:spMkLst>
            <pc:docMk/>
            <pc:sldMk cId="2995985000" sldId="2485"/>
            <ac:spMk id="3" creationId="{4A1C0383-58FE-E486-295E-B33B8683B938}"/>
          </ac:spMkLst>
        </pc:spChg>
        <pc:grpChg chg="del">
          <ac:chgData name="Owais Ahmed" userId="6abc7d4556b3b071" providerId="LiveId" clId="{0FDD8DE3-F1AE-4516-94DB-A1902CE94C41}" dt="2023-03-02T05:19:52.045" v="1683" actId="478"/>
          <ac:grpSpMkLst>
            <pc:docMk/>
            <pc:sldMk cId="2995985000" sldId="2485"/>
            <ac:grpSpMk id="5" creationId="{F299F5F0-22E0-D1A1-49CA-0FA87EC7C3F5}"/>
          </ac:grpSpMkLst>
        </pc:grpChg>
      </pc:sldChg>
      <pc:sldChg chg="modSp add mod modAnim">
        <pc:chgData name="Owais Ahmed" userId="6abc7d4556b3b071" providerId="LiveId" clId="{0FDD8DE3-F1AE-4516-94DB-A1902CE94C41}" dt="2023-03-02T05:36:18.701" v="2006" actId="20577"/>
        <pc:sldMkLst>
          <pc:docMk/>
          <pc:sldMk cId="1088870247" sldId="2486"/>
        </pc:sldMkLst>
        <pc:spChg chg="mod">
          <ac:chgData name="Owais Ahmed" userId="6abc7d4556b3b071" providerId="LiveId" clId="{0FDD8DE3-F1AE-4516-94DB-A1902CE94C41}" dt="2023-03-02T05:36:18.701" v="2006" actId="20577"/>
          <ac:spMkLst>
            <pc:docMk/>
            <pc:sldMk cId="1088870247" sldId="2486"/>
            <ac:spMk id="3" creationId="{4A1C0383-58FE-E486-295E-B33B8683B938}"/>
          </ac:spMkLst>
        </pc:spChg>
        <pc:spChg chg="mod">
          <ac:chgData name="Owais Ahmed" userId="6abc7d4556b3b071" providerId="LiveId" clId="{0FDD8DE3-F1AE-4516-94DB-A1902CE94C41}" dt="2023-03-02T05:33:51.460" v="1964" actId="5793"/>
          <ac:spMkLst>
            <pc:docMk/>
            <pc:sldMk cId="1088870247" sldId="2486"/>
            <ac:spMk id="215" creationId="{00000000-0000-0000-0000-000000000000}"/>
          </ac:spMkLst>
        </pc:spChg>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pChg chg="mod">
          <ac:chgData name="Owais Ahmed" userId="6abc7d4556b3b071" providerId="LiveId" clId="{0FDD8DE3-F1AE-4516-94DB-A1902CE94C41}" dt="2023-03-02T05:44:06.203" v="2472" actId="20577"/>
          <ac:spMkLst>
            <pc:docMk/>
            <pc:sldMk cId="1653736541" sldId="2487"/>
            <ac:spMk id="3" creationId="{4A1C0383-58FE-E486-295E-B33B8683B938}"/>
          </ac:spMkLst>
        </pc:spChg>
        <pc:graphicFrameChg chg="add mod">
          <ac:chgData name="Owais Ahmed" userId="6abc7d4556b3b071" providerId="LiveId" clId="{0FDD8DE3-F1AE-4516-94DB-A1902CE94C41}" dt="2023-03-02T05:40:24.446" v="2091" actId="1076"/>
          <ac:graphicFrameMkLst>
            <pc:docMk/>
            <pc:sldMk cId="1653736541" sldId="2487"/>
            <ac:graphicFrameMk id="4" creationId="{B20B5C78-0431-0648-1A9D-66005AC79585}"/>
          </ac:graphicFrameMkLst>
        </pc:graphicFrameChg>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pChg chg="mod">
          <ac:chgData name="Owais Ahmed" userId="6abc7d4556b3b071" providerId="LiveId" clId="{0FDD8DE3-F1AE-4516-94DB-A1902CE94C41}" dt="2023-03-02T05:47:02.045" v="2843" actId="14100"/>
          <ac:spMkLst>
            <pc:docMk/>
            <pc:sldMk cId="633565940" sldId="2488"/>
            <ac:spMk id="3" creationId="{4A1C0383-58FE-E486-295E-B33B8683B938}"/>
          </ac:spMkLst>
        </pc:spChg>
        <pc:spChg chg="mod">
          <ac:chgData name="Owais Ahmed" userId="6abc7d4556b3b071" providerId="LiveId" clId="{0FDD8DE3-F1AE-4516-94DB-A1902CE94C41}" dt="2023-03-02T05:45:50.131" v="2672" actId="20577"/>
          <ac:spMkLst>
            <pc:docMk/>
            <pc:sldMk cId="633565940" sldId="2488"/>
            <ac:spMk id="215" creationId="{00000000-0000-0000-0000-000000000000}"/>
          </ac:spMkLst>
        </pc:spChg>
        <pc:picChg chg="add mod">
          <ac:chgData name="Owais Ahmed" userId="6abc7d4556b3b071" providerId="LiveId" clId="{0FDD8DE3-F1AE-4516-94DB-A1902CE94C41}" dt="2023-03-02T05:48:56.135" v="2858" actId="1076"/>
          <ac:picMkLst>
            <pc:docMk/>
            <pc:sldMk cId="633565940" sldId="2488"/>
            <ac:picMk id="4" creationId="{2FB2FA82-BF57-F914-975C-C5DBC8806F68}"/>
          </ac:picMkLst>
        </pc:picChg>
        <pc:picChg chg="add mod">
          <ac:chgData name="Owais Ahmed" userId="6abc7d4556b3b071" providerId="LiveId" clId="{0FDD8DE3-F1AE-4516-94DB-A1902CE94C41}" dt="2023-03-02T05:48:58.691" v="2859" actId="1076"/>
          <ac:picMkLst>
            <pc:docMk/>
            <pc:sldMk cId="633565940" sldId="2488"/>
            <ac:picMk id="5" creationId="{1673933C-07C7-2F84-9017-8484D30A66DF}"/>
          </ac:picMkLst>
        </pc:picChg>
        <pc:picChg chg="add mod">
          <ac:chgData name="Owais Ahmed" userId="6abc7d4556b3b071" providerId="LiveId" clId="{0FDD8DE3-F1AE-4516-94DB-A1902CE94C41}" dt="2023-03-02T05:49:02.148" v="2860" actId="1076"/>
          <ac:picMkLst>
            <pc:docMk/>
            <pc:sldMk cId="633565940" sldId="2488"/>
            <ac:picMk id="6" creationId="{1382AA95-4B26-3C7F-D081-29C805830DC9}"/>
          </ac:picMkLst>
        </pc:picChg>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pChg chg="mod">
          <ac:chgData name="Owais Ahmed" userId="6abc7d4556b3b071" providerId="LiveId" clId="{0FDD8DE3-F1AE-4516-94DB-A1902CE94C41}" dt="2023-03-02T05:50:58.643" v="2914" actId="20577"/>
          <ac:spMkLst>
            <pc:docMk/>
            <pc:sldMk cId="4108314565" sldId="2489"/>
            <ac:spMk id="3" creationId="{4A1C0383-58FE-E486-295E-B33B8683B938}"/>
          </ac:spMkLst>
        </pc:spChg>
        <pc:spChg chg="mod">
          <ac:chgData name="Owais Ahmed" userId="6abc7d4556b3b071" providerId="LiveId" clId="{0FDD8DE3-F1AE-4516-94DB-A1902CE94C41}" dt="2023-03-02T06:09:59.743" v="3278" actId="20577"/>
          <ac:spMkLst>
            <pc:docMk/>
            <pc:sldMk cId="4108314565" sldId="2489"/>
            <ac:spMk id="215" creationId="{00000000-0000-0000-0000-000000000000}"/>
          </ac:spMkLst>
        </pc:spChg>
        <pc:graphicFrameChg chg="del">
          <ac:chgData name="Owais Ahmed" userId="6abc7d4556b3b071" providerId="LiveId" clId="{0FDD8DE3-F1AE-4516-94DB-A1902CE94C41}" dt="2023-03-02T05:50:05.565" v="2871" actId="478"/>
          <ac:graphicFrameMkLst>
            <pc:docMk/>
            <pc:sldMk cId="4108314565" sldId="2489"/>
            <ac:graphicFrameMk id="4" creationId="{B20B5C78-0431-0648-1A9D-66005AC79585}"/>
          </ac:graphicFrameMkLst>
        </pc:graphicFrameChg>
        <pc:picChg chg="add mod">
          <ac:chgData name="Owais Ahmed" userId="6abc7d4556b3b071" providerId="LiveId" clId="{0FDD8DE3-F1AE-4516-94DB-A1902CE94C41}" dt="2023-03-02T05:51:07.524" v="2916" actId="1076"/>
          <ac:picMkLst>
            <pc:docMk/>
            <pc:sldMk cId="4108314565" sldId="2489"/>
            <ac:picMk id="5" creationId="{5A6BCF36-6817-EFD4-1129-7D5CE1797EBB}"/>
          </ac:picMkLst>
        </pc:picChg>
      </pc:sldChg>
      <pc:sldChg chg="addSp delSp modSp add mod modAnim modNotesTx">
        <pc:chgData name="Owais Ahmed" userId="6abc7d4556b3b071" providerId="LiveId" clId="{0FDD8DE3-F1AE-4516-94DB-A1902CE94C41}" dt="2023-03-02T06:15:51.487" v="3719" actId="20577"/>
        <pc:sldMkLst>
          <pc:docMk/>
          <pc:sldMk cId="768465522" sldId="2490"/>
        </pc:sldMkLst>
        <pc:spChg chg="mod">
          <ac:chgData name="Owais Ahmed" userId="6abc7d4556b3b071" providerId="LiveId" clId="{0FDD8DE3-F1AE-4516-94DB-A1902CE94C41}" dt="2023-03-02T06:15:51.487" v="3719" actId="20577"/>
          <ac:spMkLst>
            <pc:docMk/>
            <pc:sldMk cId="768465522" sldId="2490"/>
            <ac:spMk id="3" creationId="{4A1C0383-58FE-E486-295E-B33B8683B938}"/>
          </ac:spMkLst>
        </pc:spChg>
        <pc:spChg chg="mod">
          <ac:chgData name="Owais Ahmed" userId="6abc7d4556b3b071" providerId="LiveId" clId="{0FDD8DE3-F1AE-4516-94DB-A1902CE94C41}" dt="2023-03-02T06:11:16.290" v="3377" actId="20577"/>
          <ac:spMkLst>
            <pc:docMk/>
            <pc:sldMk cId="768465522" sldId="2490"/>
            <ac:spMk id="215" creationId="{00000000-0000-0000-0000-000000000000}"/>
          </ac:spMkLst>
        </pc:spChg>
        <pc:graphicFrameChg chg="add mod">
          <ac:chgData name="Owais Ahmed" userId="6abc7d4556b3b071" providerId="LiveId" clId="{0FDD8DE3-F1AE-4516-94DB-A1902CE94C41}" dt="2023-03-02T06:15:17.787" v="3695" actId="1076"/>
          <ac:graphicFrameMkLst>
            <pc:docMk/>
            <pc:sldMk cId="768465522" sldId="2490"/>
            <ac:graphicFrameMk id="4" creationId="{31FA3D9A-2BB8-CD33-B422-49DC2DF7C247}"/>
          </ac:graphicFrameMkLst>
        </pc:graphicFrameChg>
        <pc:picChg chg="del">
          <ac:chgData name="Owais Ahmed" userId="6abc7d4556b3b071" providerId="LiveId" clId="{0FDD8DE3-F1AE-4516-94DB-A1902CE94C41}" dt="2023-03-02T06:10:13.529" v="3280" actId="478"/>
          <ac:picMkLst>
            <pc:docMk/>
            <pc:sldMk cId="768465522" sldId="2490"/>
            <ac:picMk id="5" creationId="{5A6BCF36-6817-EFD4-1129-7D5CE1797EBB}"/>
          </ac:picMkLst>
        </pc:picChg>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pChg chg="mod">
          <ac:chgData name="Owais Ahmed" userId="6abc7d4556b3b071" providerId="LiveId" clId="{0FDD8DE3-F1AE-4516-94DB-A1902CE94C41}" dt="2023-03-02T06:18:36.400" v="3919" actId="20577"/>
          <ac:spMkLst>
            <pc:docMk/>
            <pc:sldMk cId="3640078836" sldId="2491"/>
            <ac:spMk id="3" creationId="{4A1C0383-58FE-E486-295E-B33B8683B938}"/>
          </ac:spMkLst>
        </pc:spChg>
      </pc:sldChg>
    </pc:docChg>
  </pc:docChgLst>
  <pc:docChgLst>
    <pc:chgData name="Owais Ahmed" userId="6abc7d4556b3b071" providerId="LiveId" clId="{71926F40-B8AA-4ECA-8DEE-B4DFCD7A9F5E}"/>
    <pc:docChg chg="undo redo custSel addSld delSld modSld sldOrd">
      <pc:chgData name="Owais Ahmed" userId="6abc7d4556b3b071" providerId="LiveId" clId="{71926F40-B8AA-4ECA-8DEE-B4DFCD7A9F5E}" dt="2023-07-17T14:02:26.384" v="7896" actId="20577"/>
      <pc:docMkLst>
        <pc:docMk/>
      </pc:docMkLst>
      <pc:sldChg chg="modSp mod">
        <pc:chgData name="Owais Ahmed" userId="6abc7d4556b3b071" providerId="LiveId" clId="{71926F40-B8AA-4ECA-8DEE-B4DFCD7A9F5E}" dt="2023-07-17T05:41:32.772" v="2354" actId="20577"/>
        <pc:sldMkLst>
          <pc:docMk/>
          <pc:sldMk cId="1649098948" sldId="2462"/>
        </pc:sldMkLst>
        <pc:spChg chg="mod">
          <ac:chgData name="Owais Ahmed" userId="6abc7d4556b3b071" providerId="LiveId" clId="{71926F40-B8AA-4ECA-8DEE-B4DFCD7A9F5E}" dt="2023-07-17T05:41:32.772" v="2354" actId="20577"/>
          <ac:spMkLst>
            <pc:docMk/>
            <pc:sldMk cId="1649098948" sldId="2462"/>
            <ac:spMk id="6" creationId="{F3C89A40-EEAA-43AB-9A3A-B2CFDE450F1B}"/>
          </ac:spMkLst>
        </pc:spChg>
      </pc:sldChg>
      <pc:sldChg chg="modSp mod modAnim">
        <pc:chgData name="Owais Ahmed" userId="6abc7d4556b3b071" providerId="LiveId" clId="{71926F40-B8AA-4ECA-8DEE-B4DFCD7A9F5E}" dt="2023-07-17T04:10:14.381" v="172" actId="27636"/>
        <pc:sldMkLst>
          <pc:docMk/>
          <pc:sldMk cId="641030253" sldId="2479"/>
        </pc:sldMkLst>
        <pc:spChg chg="mod">
          <ac:chgData name="Owais Ahmed" userId="6abc7d4556b3b071" providerId="LiveId" clId="{71926F40-B8AA-4ECA-8DEE-B4DFCD7A9F5E}" dt="2023-07-17T04:10:14.381" v="172" actId="27636"/>
          <ac:spMkLst>
            <pc:docMk/>
            <pc:sldMk cId="641030253" sldId="2479"/>
            <ac:spMk id="3" creationId="{4A1C0383-58FE-E486-295E-B33B8683B938}"/>
          </ac:spMkLst>
        </pc:spChg>
      </pc:sldChg>
      <pc:sldChg chg="del">
        <pc:chgData name="Owais Ahmed" userId="6abc7d4556b3b071" providerId="LiveId" clId="{71926F40-B8AA-4ECA-8DEE-B4DFCD7A9F5E}" dt="2023-07-17T05:15:35.496" v="490" actId="47"/>
        <pc:sldMkLst>
          <pc:docMk/>
          <pc:sldMk cId="828323908" sldId="2510"/>
        </pc:sldMkLst>
      </pc:sldChg>
      <pc:sldChg chg="modSp mod ord modAnim">
        <pc:chgData name="Owais Ahmed" userId="6abc7d4556b3b071" providerId="LiveId" clId="{71926F40-B8AA-4ECA-8DEE-B4DFCD7A9F5E}" dt="2023-07-17T06:42:18.627" v="4145" actId="20577"/>
        <pc:sldMkLst>
          <pc:docMk/>
          <pc:sldMk cId="3720995497" sldId="2511"/>
        </pc:sldMkLst>
        <pc:spChg chg="mod">
          <ac:chgData name="Owais Ahmed" userId="6abc7d4556b3b071" providerId="LiveId" clId="{71926F40-B8AA-4ECA-8DEE-B4DFCD7A9F5E}" dt="2023-07-17T06:42:18.627" v="4145" actId="20577"/>
          <ac:spMkLst>
            <pc:docMk/>
            <pc:sldMk cId="3720995497" sldId="2511"/>
            <ac:spMk id="3" creationId="{4A1C0383-58FE-E486-295E-B33B8683B938}"/>
          </ac:spMkLst>
        </pc:spChg>
        <pc:spChg chg="mod">
          <ac:chgData name="Owais Ahmed" userId="6abc7d4556b3b071" providerId="LiveId" clId="{71926F40-B8AA-4ECA-8DEE-B4DFCD7A9F5E}" dt="2023-07-17T05:15:57.871" v="514" actId="20577"/>
          <ac:spMkLst>
            <pc:docMk/>
            <pc:sldMk cId="3720995497" sldId="2511"/>
            <ac:spMk id="215" creationId="{00000000-0000-0000-0000-000000000000}"/>
          </ac:spMkLst>
        </pc:spChg>
        <pc:graphicFrameChg chg="mod modGraphic">
          <ac:chgData name="Owais Ahmed" userId="6abc7d4556b3b071" providerId="LiveId" clId="{71926F40-B8AA-4ECA-8DEE-B4DFCD7A9F5E}" dt="2023-07-17T04:13:50.285" v="486" actId="1076"/>
          <ac:graphicFrameMkLst>
            <pc:docMk/>
            <pc:sldMk cId="3720995497" sldId="2511"/>
            <ac:graphicFrameMk id="6" creationId="{0F0D5C62-564D-F530-2FD8-92AF4872C0E4}"/>
          </ac:graphicFrameMkLst>
        </pc:graphicFrameChg>
      </pc:sldChg>
      <pc:sldChg chg="delSp modSp add mod modAnim">
        <pc:chgData name="Owais Ahmed" userId="6abc7d4556b3b071" providerId="LiveId" clId="{71926F40-B8AA-4ECA-8DEE-B4DFCD7A9F5E}" dt="2023-07-17T10:02:11.442" v="6475" actId="20577"/>
        <pc:sldMkLst>
          <pc:docMk/>
          <pc:sldMk cId="827843185" sldId="2512"/>
        </pc:sldMkLst>
        <pc:spChg chg="mod">
          <ac:chgData name="Owais Ahmed" userId="6abc7d4556b3b071" providerId="LiveId" clId="{71926F40-B8AA-4ECA-8DEE-B4DFCD7A9F5E}" dt="2023-07-17T10:02:11.442" v="6475" actId="20577"/>
          <ac:spMkLst>
            <pc:docMk/>
            <pc:sldMk cId="827843185" sldId="2512"/>
            <ac:spMk id="3" creationId="{4A1C0383-58FE-E486-295E-B33B8683B938}"/>
          </ac:spMkLst>
        </pc:spChg>
        <pc:graphicFrameChg chg="del">
          <ac:chgData name="Owais Ahmed" userId="6abc7d4556b3b071" providerId="LiveId" clId="{71926F40-B8AA-4ECA-8DEE-B4DFCD7A9F5E}" dt="2023-07-17T05:16:07.558" v="516" actId="478"/>
          <ac:graphicFrameMkLst>
            <pc:docMk/>
            <pc:sldMk cId="827843185" sldId="2512"/>
            <ac:graphicFrameMk id="6" creationId="{0F0D5C62-564D-F530-2FD8-92AF4872C0E4}"/>
          </ac:graphicFrameMkLst>
        </pc:graphicFrameChg>
      </pc:sldChg>
      <pc:sldChg chg="addSp modSp add mod modAnim">
        <pc:chgData name="Owais Ahmed" userId="6abc7d4556b3b071" providerId="LiveId" clId="{71926F40-B8AA-4ECA-8DEE-B4DFCD7A9F5E}" dt="2023-07-17T10:03:13.310" v="6500" actId="1076"/>
        <pc:sldMkLst>
          <pc:docMk/>
          <pc:sldMk cId="4273169141" sldId="2513"/>
        </pc:sldMkLst>
        <pc:spChg chg="mod">
          <ac:chgData name="Owais Ahmed" userId="6abc7d4556b3b071" providerId="LiveId" clId="{71926F40-B8AA-4ECA-8DEE-B4DFCD7A9F5E}" dt="2023-07-17T10:02:22.634" v="6483"/>
          <ac:spMkLst>
            <pc:docMk/>
            <pc:sldMk cId="4273169141" sldId="2513"/>
            <ac:spMk id="3" creationId="{4A1C0383-58FE-E486-295E-B33B8683B938}"/>
          </ac:spMkLst>
        </pc:spChg>
        <pc:graphicFrameChg chg="add mod modGraphic">
          <ac:chgData name="Owais Ahmed" userId="6abc7d4556b3b071" providerId="LiveId" clId="{71926F40-B8AA-4ECA-8DEE-B4DFCD7A9F5E}" dt="2023-07-17T10:03:13.310" v="6500" actId="1076"/>
          <ac:graphicFrameMkLst>
            <pc:docMk/>
            <pc:sldMk cId="4273169141" sldId="2513"/>
            <ac:graphicFrameMk id="4" creationId="{B6158D1D-E4C3-895B-17A9-6501C2823ED2}"/>
          </ac:graphicFrameMkLst>
        </pc:graphicFrameChg>
      </pc:sldChg>
      <pc:sldChg chg="add del ord">
        <pc:chgData name="Owais Ahmed" userId="6abc7d4556b3b071" providerId="LiveId" clId="{71926F40-B8AA-4ECA-8DEE-B4DFCD7A9F5E}" dt="2023-07-17T05:33:09.527" v="1377" actId="2890"/>
        <pc:sldMkLst>
          <pc:docMk/>
          <pc:sldMk cId="2045885956" sldId="2514"/>
        </pc:sldMkLst>
      </pc:sldChg>
      <pc:sldChg chg="delSp modSp add mod modAnim">
        <pc:chgData name="Owais Ahmed" userId="6abc7d4556b3b071" providerId="LiveId" clId="{71926F40-B8AA-4ECA-8DEE-B4DFCD7A9F5E}" dt="2023-07-17T10:26:49.902" v="7097" actId="27636"/>
        <pc:sldMkLst>
          <pc:docMk/>
          <pc:sldMk cId="2514852394" sldId="2514"/>
        </pc:sldMkLst>
        <pc:spChg chg="mod">
          <ac:chgData name="Owais Ahmed" userId="6abc7d4556b3b071" providerId="LiveId" clId="{71926F40-B8AA-4ECA-8DEE-B4DFCD7A9F5E}" dt="2023-07-17T10:26:49.902" v="7097" actId="27636"/>
          <ac:spMkLst>
            <pc:docMk/>
            <pc:sldMk cId="2514852394" sldId="2514"/>
            <ac:spMk id="3" creationId="{4A1C0383-58FE-E486-295E-B33B8683B938}"/>
          </ac:spMkLst>
        </pc:spChg>
        <pc:spChg chg="mod">
          <ac:chgData name="Owais Ahmed" userId="6abc7d4556b3b071" providerId="LiveId" clId="{71926F40-B8AA-4ECA-8DEE-B4DFCD7A9F5E}" dt="2023-07-17T06:39:06.886" v="4016"/>
          <ac:spMkLst>
            <pc:docMk/>
            <pc:sldMk cId="2514852394" sldId="2514"/>
            <ac:spMk id="215" creationId="{00000000-0000-0000-0000-000000000000}"/>
          </ac:spMkLst>
        </pc:spChg>
        <pc:graphicFrameChg chg="del">
          <ac:chgData name="Owais Ahmed" userId="6abc7d4556b3b071" providerId="LiveId" clId="{71926F40-B8AA-4ECA-8DEE-B4DFCD7A9F5E}" dt="2023-07-17T05:33:23.811" v="1396" actId="478"/>
          <ac:graphicFrameMkLst>
            <pc:docMk/>
            <pc:sldMk cId="2514852394" sldId="2514"/>
            <ac:graphicFrameMk id="6" creationId="{0F0D5C62-564D-F530-2FD8-92AF4872C0E4}"/>
          </ac:graphicFrameMkLst>
        </pc:graphicFrameChg>
      </pc:sldChg>
      <pc:sldChg chg="modSp add mod modAnim">
        <pc:chgData name="Owais Ahmed" userId="6abc7d4556b3b071" providerId="LiveId" clId="{71926F40-B8AA-4ECA-8DEE-B4DFCD7A9F5E}" dt="2023-07-17T10:13:12.487" v="6696" actId="20577"/>
        <pc:sldMkLst>
          <pc:docMk/>
          <pc:sldMk cId="92613023" sldId="2515"/>
        </pc:sldMkLst>
        <pc:spChg chg="mod">
          <ac:chgData name="Owais Ahmed" userId="6abc7d4556b3b071" providerId="LiveId" clId="{71926F40-B8AA-4ECA-8DEE-B4DFCD7A9F5E}" dt="2023-07-17T06:13:02.417" v="3664" actId="14"/>
          <ac:spMkLst>
            <pc:docMk/>
            <pc:sldMk cId="92613023" sldId="2515"/>
            <ac:spMk id="3" creationId="{4A1C0383-58FE-E486-295E-B33B8683B938}"/>
          </ac:spMkLst>
        </pc:spChg>
        <pc:spChg chg="mod">
          <ac:chgData name="Owais Ahmed" userId="6abc7d4556b3b071" providerId="LiveId" clId="{71926F40-B8AA-4ECA-8DEE-B4DFCD7A9F5E}" dt="2023-07-17T10:13:12.487" v="6696" actId="20577"/>
          <ac:spMkLst>
            <pc:docMk/>
            <pc:sldMk cId="92613023" sldId="2515"/>
            <ac:spMk id="215" creationId="{00000000-0000-0000-0000-000000000000}"/>
          </ac:spMkLst>
        </pc:spChg>
      </pc:sldChg>
      <pc:sldChg chg="modSp add del mod ord modAnim">
        <pc:chgData name="Owais Ahmed" userId="6abc7d4556b3b071" providerId="LiveId" clId="{71926F40-B8AA-4ECA-8DEE-B4DFCD7A9F5E}" dt="2023-07-17T06:39:16.453" v="4017" actId="47"/>
        <pc:sldMkLst>
          <pc:docMk/>
          <pc:sldMk cId="1268280978" sldId="2516"/>
        </pc:sldMkLst>
        <pc:spChg chg="mod">
          <ac:chgData name="Owais Ahmed" userId="6abc7d4556b3b071" providerId="LiveId" clId="{71926F40-B8AA-4ECA-8DEE-B4DFCD7A9F5E}" dt="2023-07-17T06:11:37.633" v="3606" actId="20577"/>
          <ac:spMkLst>
            <pc:docMk/>
            <pc:sldMk cId="1268280978" sldId="2516"/>
            <ac:spMk id="3" creationId="{4A1C0383-58FE-E486-295E-B33B8683B938}"/>
          </ac:spMkLst>
        </pc:spChg>
        <pc:spChg chg="mod">
          <ac:chgData name="Owais Ahmed" userId="6abc7d4556b3b071" providerId="LiveId" clId="{71926F40-B8AA-4ECA-8DEE-B4DFCD7A9F5E}" dt="2023-07-17T06:11:33.759" v="3603" actId="20577"/>
          <ac:spMkLst>
            <pc:docMk/>
            <pc:sldMk cId="1268280978" sldId="2516"/>
            <ac:spMk id="215" creationId="{00000000-0000-0000-0000-000000000000}"/>
          </ac:spMkLst>
        </pc:spChg>
      </pc:sldChg>
      <pc:sldChg chg="modSp add mod">
        <pc:chgData name="Owais Ahmed" userId="6abc7d4556b3b071" providerId="LiveId" clId="{71926F40-B8AA-4ECA-8DEE-B4DFCD7A9F5E}" dt="2023-07-17T05:39:08.809" v="2193" actId="20577"/>
        <pc:sldMkLst>
          <pc:docMk/>
          <pc:sldMk cId="2782104224" sldId="2517"/>
        </pc:sldMkLst>
        <pc:spChg chg="mod">
          <ac:chgData name="Owais Ahmed" userId="6abc7d4556b3b071" providerId="LiveId" clId="{71926F40-B8AA-4ECA-8DEE-B4DFCD7A9F5E}" dt="2023-07-17T05:39:08.809" v="2193" actId="20577"/>
          <ac:spMkLst>
            <pc:docMk/>
            <pc:sldMk cId="2782104224" sldId="2517"/>
            <ac:spMk id="215" creationId="{00000000-0000-0000-0000-000000000000}"/>
          </ac:spMkLst>
        </pc:spChg>
      </pc:sldChg>
      <pc:sldChg chg="modSp add mod">
        <pc:chgData name="Owais Ahmed" userId="6abc7d4556b3b071" providerId="LiveId" clId="{71926F40-B8AA-4ECA-8DEE-B4DFCD7A9F5E}" dt="2023-07-17T05:39:13.755" v="2199" actId="20577"/>
        <pc:sldMkLst>
          <pc:docMk/>
          <pc:sldMk cId="2859866230" sldId="2518"/>
        </pc:sldMkLst>
        <pc:spChg chg="mod">
          <ac:chgData name="Owais Ahmed" userId="6abc7d4556b3b071" providerId="LiveId" clId="{71926F40-B8AA-4ECA-8DEE-B4DFCD7A9F5E}" dt="2023-07-17T05:39:13.755" v="2199" actId="20577"/>
          <ac:spMkLst>
            <pc:docMk/>
            <pc:sldMk cId="2859866230" sldId="2518"/>
            <ac:spMk id="215" creationId="{00000000-0000-0000-0000-000000000000}"/>
          </ac:spMkLst>
        </pc:spChg>
      </pc:sldChg>
      <pc:sldChg chg="modSp add mod modAnim">
        <pc:chgData name="Owais Ahmed" userId="6abc7d4556b3b071" providerId="LiveId" clId="{71926F40-B8AA-4ECA-8DEE-B4DFCD7A9F5E}" dt="2023-07-17T13:58:22.940" v="7383" actId="20577"/>
        <pc:sldMkLst>
          <pc:docMk/>
          <pc:sldMk cId="2676351439" sldId="2519"/>
        </pc:sldMkLst>
        <pc:spChg chg="mod">
          <ac:chgData name="Owais Ahmed" userId="6abc7d4556b3b071" providerId="LiveId" clId="{71926F40-B8AA-4ECA-8DEE-B4DFCD7A9F5E}" dt="2023-07-17T13:58:22.940" v="7383" actId="20577"/>
          <ac:spMkLst>
            <pc:docMk/>
            <pc:sldMk cId="2676351439" sldId="2519"/>
            <ac:spMk id="3" creationId="{4A1C0383-58FE-E486-295E-B33B8683B938}"/>
          </ac:spMkLst>
        </pc:spChg>
        <pc:spChg chg="mod">
          <ac:chgData name="Owais Ahmed" userId="6abc7d4556b3b071" providerId="LiveId" clId="{71926F40-B8AA-4ECA-8DEE-B4DFCD7A9F5E}" dt="2023-07-17T05:39:52.133" v="2206" actId="20577"/>
          <ac:spMkLst>
            <pc:docMk/>
            <pc:sldMk cId="2676351439" sldId="2519"/>
            <ac:spMk id="215" creationId="{00000000-0000-0000-0000-000000000000}"/>
          </ac:spMkLst>
        </pc:spChg>
      </pc:sldChg>
      <pc:sldChg chg="addSp delSp modSp add mod addAnim delAnim modAnim">
        <pc:chgData name="Owais Ahmed" userId="6abc7d4556b3b071" providerId="LiveId" clId="{71926F40-B8AA-4ECA-8DEE-B4DFCD7A9F5E}" dt="2023-07-17T10:16:05.622" v="6751" actId="255"/>
        <pc:sldMkLst>
          <pc:docMk/>
          <pc:sldMk cId="4030968025" sldId="2520"/>
        </pc:sldMkLst>
        <pc:spChg chg="add del mod">
          <ac:chgData name="Owais Ahmed" userId="6abc7d4556b3b071" providerId="LiveId" clId="{71926F40-B8AA-4ECA-8DEE-B4DFCD7A9F5E}" dt="2023-07-17T09:40:37.939" v="5975" actId="478"/>
          <ac:spMkLst>
            <pc:docMk/>
            <pc:sldMk cId="4030968025" sldId="2520"/>
            <ac:spMk id="3" creationId="{4A1C0383-58FE-E486-295E-B33B8683B938}"/>
          </ac:spMkLst>
        </pc:spChg>
        <pc:spChg chg="add del mod">
          <ac:chgData name="Owais Ahmed" userId="6abc7d4556b3b071" providerId="LiveId" clId="{71926F40-B8AA-4ECA-8DEE-B4DFCD7A9F5E}" dt="2023-07-17T06:30:53.483" v="3690"/>
          <ac:spMkLst>
            <pc:docMk/>
            <pc:sldMk cId="4030968025" sldId="2520"/>
            <ac:spMk id="5" creationId="{591622ED-5EA7-4C81-7132-2570453FD415}"/>
          </ac:spMkLst>
        </pc:spChg>
        <pc:spChg chg="add del mod">
          <ac:chgData name="Owais Ahmed" userId="6abc7d4556b3b071" providerId="LiveId" clId="{71926F40-B8AA-4ECA-8DEE-B4DFCD7A9F5E}" dt="2023-07-17T06:30:53.483" v="3690"/>
          <ac:spMkLst>
            <pc:docMk/>
            <pc:sldMk cId="4030968025" sldId="2520"/>
            <ac:spMk id="6" creationId="{25215695-B46E-FF34-0373-4ACDC25669A1}"/>
          </ac:spMkLst>
        </pc:spChg>
        <pc:spChg chg="add mod">
          <ac:chgData name="Owais Ahmed" userId="6abc7d4556b3b071" providerId="LiveId" clId="{71926F40-B8AA-4ECA-8DEE-B4DFCD7A9F5E}" dt="2023-07-17T09:53:09.698" v="6299" actId="20577"/>
          <ac:spMkLst>
            <pc:docMk/>
            <pc:sldMk cId="4030968025" sldId="2520"/>
            <ac:spMk id="7" creationId="{9687AEBB-9A31-550B-CEC4-0F3F498A2E4E}"/>
          </ac:spMkLst>
        </pc:spChg>
        <pc:spChg chg="add del">
          <ac:chgData name="Owais Ahmed" userId="6abc7d4556b3b071" providerId="LiveId" clId="{71926F40-B8AA-4ECA-8DEE-B4DFCD7A9F5E}" dt="2023-07-17T09:44:23.559" v="6043" actId="22"/>
          <ac:spMkLst>
            <pc:docMk/>
            <pc:sldMk cId="4030968025" sldId="2520"/>
            <ac:spMk id="9" creationId="{1748E807-8657-FF14-3656-AC13CDEA9936}"/>
          </ac:spMkLst>
        </pc:spChg>
        <pc:spChg chg="add del mod">
          <ac:chgData name="Owais Ahmed" userId="6abc7d4556b3b071" providerId="LiveId" clId="{71926F40-B8AA-4ECA-8DEE-B4DFCD7A9F5E}" dt="2023-07-17T09:44:52.861" v="6049" actId="478"/>
          <ac:spMkLst>
            <pc:docMk/>
            <pc:sldMk cId="4030968025" sldId="2520"/>
            <ac:spMk id="11" creationId="{DB09BFCD-345E-DF8B-0049-52B670C29E45}"/>
          </ac:spMkLst>
        </pc:spChg>
        <pc:spChg chg="add mod">
          <ac:chgData name="Owais Ahmed" userId="6abc7d4556b3b071" providerId="LiveId" clId="{71926F40-B8AA-4ECA-8DEE-B4DFCD7A9F5E}" dt="2023-07-17T10:16:05.622" v="6751" actId="255"/>
          <ac:spMkLst>
            <pc:docMk/>
            <pc:sldMk cId="4030968025" sldId="2520"/>
            <ac:spMk id="12" creationId="{E5875AAA-A56B-915A-69CF-8E613CEF8078}"/>
          </ac:spMkLst>
        </pc:spChg>
        <pc:graphicFrameChg chg="add del">
          <ac:chgData name="Owais Ahmed" userId="6abc7d4556b3b071" providerId="LiveId" clId="{71926F40-B8AA-4ECA-8DEE-B4DFCD7A9F5E}" dt="2023-07-17T06:13:37.338" v="3670"/>
          <ac:graphicFrameMkLst>
            <pc:docMk/>
            <pc:sldMk cId="4030968025" sldId="2520"/>
            <ac:graphicFrameMk id="4" creationId="{E2D85D74-3DD2-F6A2-41CF-131190709AE7}"/>
          </ac:graphicFrameMkLst>
        </pc:graphicFrameChg>
      </pc:sldChg>
      <pc:sldChg chg="modSp add mod modAnim">
        <pc:chgData name="Owais Ahmed" userId="6abc7d4556b3b071" providerId="LiveId" clId="{71926F40-B8AA-4ECA-8DEE-B4DFCD7A9F5E}" dt="2023-07-17T10:23:28.100" v="6760" actId="20577"/>
        <pc:sldMkLst>
          <pc:docMk/>
          <pc:sldMk cId="301858663" sldId="2521"/>
        </pc:sldMkLst>
        <pc:spChg chg="mod">
          <ac:chgData name="Owais Ahmed" userId="6abc7d4556b3b071" providerId="LiveId" clId="{71926F40-B8AA-4ECA-8DEE-B4DFCD7A9F5E}" dt="2023-07-17T10:23:28.100" v="6760" actId="20577"/>
          <ac:spMkLst>
            <pc:docMk/>
            <pc:sldMk cId="301858663" sldId="2521"/>
            <ac:spMk id="3" creationId="{4A1C0383-58FE-E486-295E-B33B8683B938}"/>
          </ac:spMkLst>
        </pc:spChg>
      </pc:sldChg>
      <pc:sldChg chg="addSp delSp modSp add mod modAnim">
        <pc:chgData name="Owais Ahmed" userId="6abc7d4556b3b071" providerId="LiveId" clId="{71926F40-B8AA-4ECA-8DEE-B4DFCD7A9F5E}" dt="2023-07-17T07:08:43.767" v="5607"/>
        <pc:sldMkLst>
          <pc:docMk/>
          <pc:sldMk cId="3550206590" sldId="2522"/>
        </pc:sldMkLst>
        <pc:spChg chg="mod">
          <ac:chgData name="Owais Ahmed" userId="6abc7d4556b3b071" providerId="LiveId" clId="{71926F40-B8AA-4ECA-8DEE-B4DFCD7A9F5E}" dt="2023-07-17T07:08:24.694" v="5603"/>
          <ac:spMkLst>
            <pc:docMk/>
            <pc:sldMk cId="3550206590" sldId="2522"/>
            <ac:spMk id="3" creationId="{4A1C0383-58FE-E486-295E-B33B8683B938}"/>
          </ac:spMkLst>
        </pc:spChg>
        <pc:graphicFrameChg chg="add del mod">
          <ac:chgData name="Owais Ahmed" userId="6abc7d4556b3b071" providerId="LiveId" clId="{71926F40-B8AA-4ECA-8DEE-B4DFCD7A9F5E}" dt="2023-07-17T07:08:43.767" v="5607"/>
          <ac:graphicFrameMkLst>
            <pc:docMk/>
            <pc:sldMk cId="3550206590" sldId="2522"/>
            <ac:graphicFrameMk id="4" creationId="{C2C86A50-82E9-64E8-2131-97E8DEDFAD50}"/>
          </ac:graphicFrameMkLst>
        </pc:graphicFrameChg>
      </pc:sldChg>
      <pc:sldChg chg="delSp modSp add mod ord delAnim modAnim">
        <pc:chgData name="Owais Ahmed" userId="6abc7d4556b3b071" providerId="LiveId" clId="{71926F40-B8AA-4ECA-8DEE-B4DFCD7A9F5E}" dt="2023-07-17T10:16:17.236" v="6752" actId="255"/>
        <pc:sldMkLst>
          <pc:docMk/>
          <pc:sldMk cId="1534013050" sldId="2523"/>
        </pc:sldMkLst>
        <pc:spChg chg="mod">
          <ac:chgData name="Owais Ahmed" userId="6abc7d4556b3b071" providerId="LiveId" clId="{71926F40-B8AA-4ECA-8DEE-B4DFCD7A9F5E}" dt="2023-07-17T10:16:17.236" v="6752" actId="255"/>
          <ac:spMkLst>
            <pc:docMk/>
            <pc:sldMk cId="1534013050" sldId="2523"/>
            <ac:spMk id="3" creationId="{4A1C0383-58FE-E486-295E-B33B8683B938}"/>
          </ac:spMkLst>
        </pc:spChg>
        <pc:spChg chg="del">
          <ac:chgData name="Owais Ahmed" userId="6abc7d4556b3b071" providerId="LiveId" clId="{71926F40-B8AA-4ECA-8DEE-B4DFCD7A9F5E}" dt="2023-07-17T09:40:12.816" v="5965" actId="478"/>
          <ac:spMkLst>
            <pc:docMk/>
            <pc:sldMk cId="1534013050" sldId="2523"/>
            <ac:spMk id="7" creationId="{9687AEBB-9A31-550B-CEC4-0F3F498A2E4E}"/>
          </ac:spMkLst>
        </pc:spChg>
      </pc:sldChg>
      <pc:sldChg chg="addSp delSp modSp add mod delAnim modAnim">
        <pc:chgData name="Owais Ahmed" userId="6abc7d4556b3b071" providerId="LiveId" clId="{71926F40-B8AA-4ECA-8DEE-B4DFCD7A9F5E}" dt="2023-07-17T09:59:09.381" v="6471" actId="20577"/>
        <pc:sldMkLst>
          <pc:docMk/>
          <pc:sldMk cId="4010945461" sldId="2524"/>
        </pc:sldMkLst>
        <pc:spChg chg="del">
          <ac:chgData name="Owais Ahmed" userId="6abc7d4556b3b071" providerId="LiveId" clId="{71926F40-B8AA-4ECA-8DEE-B4DFCD7A9F5E}" dt="2023-07-17T09:54:35.478" v="6301" actId="478"/>
          <ac:spMkLst>
            <pc:docMk/>
            <pc:sldMk cId="4010945461" sldId="2524"/>
            <ac:spMk id="3" creationId="{4A1C0383-58FE-E486-295E-B33B8683B938}"/>
          </ac:spMkLst>
        </pc:spChg>
        <pc:spChg chg="add mod">
          <ac:chgData name="Owais Ahmed" userId="6abc7d4556b3b071" providerId="LiveId" clId="{71926F40-B8AA-4ECA-8DEE-B4DFCD7A9F5E}" dt="2023-07-17T09:59:09.381" v="6471" actId="20577"/>
          <ac:spMkLst>
            <pc:docMk/>
            <pc:sldMk cId="4010945461" sldId="2524"/>
            <ac:spMk id="6" creationId="{DB78C41D-6A62-3927-5ACF-B065C9D84313}"/>
          </ac:spMkLst>
        </pc:spChg>
        <pc:graphicFrameChg chg="add del mod modGraphic">
          <ac:chgData name="Owais Ahmed" userId="6abc7d4556b3b071" providerId="LiveId" clId="{71926F40-B8AA-4ECA-8DEE-B4DFCD7A9F5E}" dt="2023-07-17T09:57:49.850" v="6355" actId="478"/>
          <ac:graphicFrameMkLst>
            <pc:docMk/>
            <pc:sldMk cId="4010945461" sldId="2524"/>
            <ac:graphicFrameMk id="4" creationId="{993FACE1-D824-65CD-5FF4-CB78DA4D1C73}"/>
          </ac:graphicFrameMkLst>
        </pc:graphicFrameChg>
        <pc:graphicFrameChg chg="add del mod modGraphic">
          <ac:chgData name="Owais Ahmed" userId="6abc7d4556b3b071" providerId="LiveId" clId="{71926F40-B8AA-4ECA-8DEE-B4DFCD7A9F5E}" dt="2023-07-17T09:57:48.070" v="6354" actId="478"/>
          <ac:graphicFrameMkLst>
            <pc:docMk/>
            <pc:sldMk cId="4010945461" sldId="2524"/>
            <ac:graphicFrameMk id="5" creationId="{CE66F1DC-2821-712C-BCCB-A8DEF6ADFEC4}"/>
          </ac:graphicFrameMkLst>
        </pc:graphicFrameChg>
        <pc:picChg chg="add mod">
          <ac:chgData name="Owais Ahmed" userId="6abc7d4556b3b071" providerId="LiveId" clId="{71926F40-B8AA-4ECA-8DEE-B4DFCD7A9F5E}" dt="2023-07-17T09:57:56.701" v="6356" actId="1076"/>
          <ac:picMkLst>
            <pc:docMk/>
            <pc:sldMk cId="4010945461" sldId="2524"/>
            <ac:picMk id="2050" creationId="{B95C4D00-8AEA-FD97-E464-2F8A8DA000F8}"/>
          </ac:picMkLst>
        </pc:picChg>
      </pc:sldChg>
      <pc:sldChg chg="modSp add mod modAnim">
        <pc:chgData name="Owais Ahmed" userId="6abc7d4556b3b071" providerId="LiveId" clId="{71926F40-B8AA-4ECA-8DEE-B4DFCD7A9F5E}" dt="2023-07-17T10:16:31.479" v="6753" actId="255"/>
        <pc:sldMkLst>
          <pc:docMk/>
          <pc:sldMk cId="953845026" sldId="2525"/>
        </pc:sldMkLst>
        <pc:spChg chg="mod">
          <ac:chgData name="Owais Ahmed" userId="6abc7d4556b3b071" providerId="LiveId" clId="{71926F40-B8AA-4ECA-8DEE-B4DFCD7A9F5E}" dt="2023-07-17T10:16:31.479" v="6753" actId="255"/>
          <ac:spMkLst>
            <pc:docMk/>
            <pc:sldMk cId="953845026" sldId="2525"/>
            <ac:spMk id="3" creationId="{4A1C0383-58FE-E486-295E-B33B8683B938}"/>
          </ac:spMkLst>
        </pc:spChg>
        <pc:spChg chg="mod">
          <ac:chgData name="Owais Ahmed" userId="6abc7d4556b3b071" providerId="LiveId" clId="{71926F40-B8AA-4ECA-8DEE-B4DFCD7A9F5E}" dt="2023-07-17T10:13:16.659" v="6699" actId="20577"/>
          <ac:spMkLst>
            <pc:docMk/>
            <pc:sldMk cId="953845026" sldId="2525"/>
            <ac:spMk id="215" creationId="{00000000-0000-0000-0000-000000000000}"/>
          </ac:spMkLst>
        </pc:spChg>
      </pc:sldChg>
      <pc:sldChg chg="modSp add mod modAnim">
        <pc:chgData name="Owais Ahmed" userId="6abc7d4556b3b071" providerId="LiveId" clId="{71926F40-B8AA-4ECA-8DEE-B4DFCD7A9F5E}" dt="2023-07-17T10:16:00.486" v="6750" actId="255"/>
        <pc:sldMkLst>
          <pc:docMk/>
          <pc:sldMk cId="3840328188" sldId="2526"/>
        </pc:sldMkLst>
        <pc:spChg chg="mod">
          <ac:chgData name="Owais Ahmed" userId="6abc7d4556b3b071" providerId="LiveId" clId="{71926F40-B8AA-4ECA-8DEE-B4DFCD7A9F5E}" dt="2023-07-17T10:14:59.997" v="6731" actId="20577"/>
          <ac:spMkLst>
            <pc:docMk/>
            <pc:sldMk cId="3840328188" sldId="2526"/>
            <ac:spMk id="7" creationId="{9687AEBB-9A31-550B-CEC4-0F3F498A2E4E}"/>
          </ac:spMkLst>
        </pc:spChg>
        <pc:spChg chg="mod">
          <ac:chgData name="Owais Ahmed" userId="6abc7d4556b3b071" providerId="LiveId" clId="{71926F40-B8AA-4ECA-8DEE-B4DFCD7A9F5E}" dt="2023-07-17T10:16:00.486" v="6750" actId="255"/>
          <ac:spMkLst>
            <pc:docMk/>
            <pc:sldMk cId="3840328188" sldId="2526"/>
            <ac:spMk id="12" creationId="{E5875AAA-A56B-915A-69CF-8E613CEF8078}"/>
          </ac:spMkLst>
        </pc:spChg>
        <pc:spChg chg="mod">
          <ac:chgData name="Owais Ahmed" userId="6abc7d4556b3b071" providerId="LiveId" clId="{71926F40-B8AA-4ECA-8DEE-B4DFCD7A9F5E}" dt="2023-07-17T10:13:07.707" v="6693" actId="20577"/>
          <ac:spMkLst>
            <pc:docMk/>
            <pc:sldMk cId="3840328188" sldId="2526"/>
            <ac:spMk id="215" creationId="{00000000-0000-0000-0000-000000000000}"/>
          </ac:spMkLst>
        </pc:spChg>
      </pc:sldChg>
      <pc:sldChg chg="modSp add mod">
        <pc:chgData name="Owais Ahmed" userId="6abc7d4556b3b071" providerId="LiveId" clId="{71926F40-B8AA-4ECA-8DEE-B4DFCD7A9F5E}" dt="2023-07-17T10:23:17.210" v="6758" actId="20577"/>
        <pc:sldMkLst>
          <pc:docMk/>
          <pc:sldMk cId="3546041546" sldId="2527"/>
        </pc:sldMkLst>
        <pc:spChg chg="mod">
          <ac:chgData name="Owais Ahmed" userId="6abc7d4556b3b071" providerId="LiveId" clId="{71926F40-B8AA-4ECA-8DEE-B4DFCD7A9F5E}" dt="2023-07-17T10:23:17.210" v="6758" actId="20577"/>
          <ac:spMkLst>
            <pc:docMk/>
            <pc:sldMk cId="3546041546" sldId="2527"/>
            <ac:spMk id="215" creationId="{00000000-0000-0000-0000-000000000000}"/>
          </ac:spMkLst>
        </pc:spChg>
      </pc:sldChg>
      <pc:sldChg chg="modSp add modAnim">
        <pc:chgData name="Owais Ahmed" userId="6abc7d4556b3b071" providerId="LiveId" clId="{71926F40-B8AA-4ECA-8DEE-B4DFCD7A9F5E}" dt="2023-07-17T14:02:26.384" v="7896" actId="20577"/>
        <pc:sldMkLst>
          <pc:docMk/>
          <pc:sldMk cId="3420080482" sldId="2528"/>
        </pc:sldMkLst>
        <pc:spChg chg="mod">
          <ac:chgData name="Owais Ahmed" userId="6abc7d4556b3b071" providerId="LiveId" clId="{71926F40-B8AA-4ECA-8DEE-B4DFCD7A9F5E}" dt="2023-07-17T14:02:26.384" v="7896" actId="20577"/>
          <ac:spMkLst>
            <pc:docMk/>
            <pc:sldMk cId="3420080482" sldId="2528"/>
            <ac:spMk id="3" creationId="{4A1C0383-58FE-E486-295E-B33B8683B938}"/>
          </ac:spMkLst>
        </pc:spChg>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9DA453EC-6B23-4D2A-AF2E-BC310A8ABB5A}"/>
    <pc:docChg chg="undo redo custSel addSld delSld modSld sldOrd">
      <pc:chgData name="Owais Ahmed" userId="6abc7d4556b3b071" providerId="LiveId" clId="{9DA453EC-6B23-4D2A-AF2E-BC310A8ABB5A}" dt="2023-07-19T19:07:01.631" v="9554" actId="47"/>
      <pc:docMkLst>
        <pc:docMk/>
      </pc:docMkLst>
      <pc:sldChg chg="modSp mod">
        <pc:chgData name="Owais Ahmed" userId="6abc7d4556b3b071" providerId="LiveId" clId="{9DA453EC-6B23-4D2A-AF2E-BC310A8ABB5A}" dt="2023-07-19T08:41:20.704" v="5137"/>
        <pc:sldMkLst>
          <pc:docMk/>
          <pc:sldMk cId="1649098948" sldId="2462"/>
        </pc:sldMkLst>
        <pc:spChg chg="mod">
          <ac:chgData name="Owais Ahmed" userId="6abc7d4556b3b071" providerId="LiveId" clId="{9DA453EC-6B23-4D2A-AF2E-BC310A8ABB5A}" dt="2023-07-19T08:41:20.704" v="5137"/>
          <ac:spMkLst>
            <pc:docMk/>
            <pc:sldMk cId="1649098948" sldId="2462"/>
            <ac:spMk id="6" creationId="{F3C89A40-EEAA-43AB-9A3A-B2CFDE450F1B}"/>
          </ac:spMkLst>
        </pc:spChg>
      </pc:sldChg>
      <pc:sldChg chg="modSp mod modAnim">
        <pc:chgData name="Owais Ahmed" userId="6abc7d4556b3b071" providerId="LiveId" clId="{9DA453EC-6B23-4D2A-AF2E-BC310A8ABB5A}" dt="2023-07-18T19:34:55.306" v="1540" actId="20577"/>
        <pc:sldMkLst>
          <pc:docMk/>
          <pc:sldMk cId="641030253" sldId="2479"/>
        </pc:sldMkLst>
        <pc:spChg chg="mod">
          <ac:chgData name="Owais Ahmed" userId="6abc7d4556b3b071" providerId="LiveId" clId="{9DA453EC-6B23-4D2A-AF2E-BC310A8ABB5A}" dt="2023-07-18T19:34:55.306" v="1540" actId="20577"/>
          <ac:spMkLst>
            <pc:docMk/>
            <pc:sldMk cId="641030253" sldId="2479"/>
            <ac:spMk id="3" creationId="{4A1C0383-58FE-E486-295E-B33B8683B938}"/>
          </ac:spMkLst>
        </pc:spChg>
        <pc:spChg chg="mod">
          <ac:chgData name="Owais Ahmed" userId="6abc7d4556b3b071" providerId="LiveId" clId="{9DA453EC-6B23-4D2A-AF2E-BC310A8ABB5A}" dt="2023-07-18T17:27:42.539" v="210" actId="20577"/>
          <ac:spMkLst>
            <pc:docMk/>
            <pc:sldMk cId="641030253" sldId="2479"/>
            <ac:spMk id="215" creationId="{00000000-0000-0000-0000-000000000000}"/>
          </ac:spMkLst>
        </pc:spChg>
      </pc:sldChg>
      <pc:sldChg chg="modSp mod">
        <pc:chgData name="Owais Ahmed" userId="6abc7d4556b3b071" providerId="LiveId" clId="{9DA453EC-6B23-4D2A-AF2E-BC310A8ABB5A}" dt="2023-07-18T19:59:18.178" v="3287"/>
        <pc:sldMkLst>
          <pc:docMk/>
          <pc:sldMk cId="146856052" sldId="2503"/>
        </pc:sldMkLst>
        <pc:spChg chg="mod">
          <ac:chgData name="Owais Ahmed" userId="6abc7d4556b3b071" providerId="LiveId" clId="{9DA453EC-6B23-4D2A-AF2E-BC310A8ABB5A}" dt="2023-07-18T19:59:18.178" v="3287"/>
          <ac:spMkLst>
            <pc:docMk/>
            <pc:sldMk cId="146856052" sldId="2503"/>
            <ac:spMk id="9" creationId="{79DC1498-E692-42BA-B69F-6D37E6CFACA0}"/>
          </ac:spMkLst>
        </pc:spChg>
      </pc:sldChg>
      <pc:sldChg chg="del">
        <pc:chgData name="Owais Ahmed" userId="6abc7d4556b3b071" providerId="LiveId" clId="{9DA453EC-6B23-4D2A-AF2E-BC310A8ABB5A}" dt="2023-07-18T18:47:41.359" v="291" actId="47"/>
        <pc:sldMkLst>
          <pc:docMk/>
          <pc:sldMk cId="3720995497" sldId="2511"/>
        </pc:sldMkLst>
      </pc:sldChg>
      <pc:sldChg chg="del">
        <pc:chgData name="Owais Ahmed" userId="6abc7d4556b3b071" providerId="LiveId" clId="{9DA453EC-6B23-4D2A-AF2E-BC310A8ABB5A}" dt="2023-07-18T18:47:41.359" v="291" actId="47"/>
        <pc:sldMkLst>
          <pc:docMk/>
          <pc:sldMk cId="827843185" sldId="2512"/>
        </pc:sldMkLst>
      </pc:sldChg>
      <pc:sldChg chg="del">
        <pc:chgData name="Owais Ahmed" userId="6abc7d4556b3b071" providerId="LiveId" clId="{9DA453EC-6B23-4D2A-AF2E-BC310A8ABB5A}" dt="2023-07-18T18:47:41.359" v="291" actId="47"/>
        <pc:sldMkLst>
          <pc:docMk/>
          <pc:sldMk cId="4273169141" sldId="2513"/>
        </pc:sldMkLst>
      </pc:sldChg>
      <pc:sldChg chg="del">
        <pc:chgData name="Owais Ahmed" userId="6abc7d4556b3b071" providerId="LiveId" clId="{9DA453EC-6B23-4D2A-AF2E-BC310A8ABB5A}" dt="2023-07-18T18:47:41.359" v="291" actId="47"/>
        <pc:sldMkLst>
          <pc:docMk/>
          <pc:sldMk cId="2514852394" sldId="2514"/>
        </pc:sldMkLst>
      </pc:sldChg>
      <pc:sldChg chg="del">
        <pc:chgData name="Owais Ahmed" userId="6abc7d4556b3b071" providerId="LiveId" clId="{9DA453EC-6B23-4D2A-AF2E-BC310A8ABB5A}" dt="2023-07-18T18:47:41.359" v="291" actId="47"/>
        <pc:sldMkLst>
          <pc:docMk/>
          <pc:sldMk cId="92613023" sldId="2515"/>
        </pc:sldMkLst>
      </pc:sldChg>
      <pc:sldChg chg="del">
        <pc:chgData name="Owais Ahmed" userId="6abc7d4556b3b071" providerId="LiveId" clId="{9DA453EC-6B23-4D2A-AF2E-BC310A8ABB5A}" dt="2023-07-18T18:47:41.359" v="291" actId="47"/>
        <pc:sldMkLst>
          <pc:docMk/>
          <pc:sldMk cId="2782104224" sldId="2517"/>
        </pc:sldMkLst>
      </pc:sldChg>
      <pc:sldChg chg="del">
        <pc:chgData name="Owais Ahmed" userId="6abc7d4556b3b071" providerId="LiveId" clId="{9DA453EC-6B23-4D2A-AF2E-BC310A8ABB5A}" dt="2023-07-18T18:47:41.359" v="291" actId="47"/>
        <pc:sldMkLst>
          <pc:docMk/>
          <pc:sldMk cId="2859866230" sldId="2518"/>
        </pc:sldMkLst>
      </pc:sldChg>
      <pc:sldChg chg="del">
        <pc:chgData name="Owais Ahmed" userId="6abc7d4556b3b071" providerId="LiveId" clId="{9DA453EC-6B23-4D2A-AF2E-BC310A8ABB5A}" dt="2023-07-18T18:47:41.359" v="291" actId="47"/>
        <pc:sldMkLst>
          <pc:docMk/>
          <pc:sldMk cId="2676351439" sldId="2519"/>
        </pc:sldMkLst>
      </pc:sldChg>
      <pc:sldChg chg="del">
        <pc:chgData name="Owais Ahmed" userId="6abc7d4556b3b071" providerId="LiveId" clId="{9DA453EC-6B23-4D2A-AF2E-BC310A8ABB5A}" dt="2023-07-18T18:47:41.359" v="291" actId="47"/>
        <pc:sldMkLst>
          <pc:docMk/>
          <pc:sldMk cId="4030968025" sldId="2520"/>
        </pc:sldMkLst>
      </pc:sldChg>
      <pc:sldChg chg="del">
        <pc:chgData name="Owais Ahmed" userId="6abc7d4556b3b071" providerId="LiveId" clId="{9DA453EC-6B23-4D2A-AF2E-BC310A8ABB5A}" dt="2023-07-18T18:47:41.359" v="291" actId="47"/>
        <pc:sldMkLst>
          <pc:docMk/>
          <pc:sldMk cId="301858663" sldId="2521"/>
        </pc:sldMkLst>
      </pc:sldChg>
      <pc:sldChg chg="del">
        <pc:chgData name="Owais Ahmed" userId="6abc7d4556b3b071" providerId="LiveId" clId="{9DA453EC-6B23-4D2A-AF2E-BC310A8ABB5A}" dt="2023-07-18T18:47:41.359" v="291" actId="47"/>
        <pc:sldMkLst>
          <pc:docMk/>
          <pc:sldMk cId="3550206590" sldId="2522"/>
        </pc:sldMkLst>
      </pc:sldChg>
      <pc:sldChg chg="del">
        <pc:chgData name="Owais Ahmed" userId="6abc7d4556b3b071" providerId="LiveId" clId="{9DA453EC-6B23-4D2A-AF2E-BC310A8ABB5A}" dt="2023-07-18T18:47:41.359" v="291" actId="47"/>
        <pc:sldMkLst>
          <pc:docMk/>
          <pc:sldMk cId="1534013050" sldId="2523"/>
        </pc:sldMkLst>
      </pc:sldChg>
      <pc:sldChg chg="del">
        <pc:chgData name="Owais Ahmed" userId="6abc7d4556b3b071" providerId="LiveId" clId="{9DA453EC-6B23-4D2A-AF2E-BC310A8ABB5A}" dt="2023-07-18T18:47:41.359" v="291" actId="47"/>
        <pc:sldMkLst>
          <pc:docMk/>
          <pc:sldMk cId="4010945461" sldId="2524"/>
        </pc:sldMkLst>
      </pc:sldChg>
      <pc:sldChg chg="del">
        <pc:chgData name="Owais Ahmed" userId="6abc7d4556b3b071" providerId="LiveId" clId="{9DA453EC-6B23-4D2A-AF2E-BC310A8ABB5A}" dt="2023-07-18T18:47:41.359" v="291" actId="47"/>
        <pc:sldMkLst>
          <pc:docMk/>
          <pc:sldMk cId="953845026" sldId="2525"/>
        </pc:sldMkLst>
      </pc:sldChg>
      <pc:sldChg chg="del">
        <pc:chgData name="Owais Ahmed" userId="6abc7d4556b3b071" providerId="LiveId" clId="{9DA453EC-6B23-4D2A-AF2E-BC310A8ABB5A}" dt="2023-07-18T18:47:41.359" v="291" actId="47"/>
        <pc:sldMkLst>
          <pc:docMk/>
          <pc:sldMk cId="3840328188" sldId="2526"/>
        </pc:sldMkLst>
      </pc:sldChg>
      <pc:sldChg chg="del">
        <pc:chgData name="Owais Ahmed" userId="6abc7d4556b3b071" providerId="LiveId" clId="{9DA453EC-6B23-4D2A-AF2E-BC310A8ABB5A}" dt="2023-07-18T18:47:51.406" v="292" actId="47"/>
        <pc:sldMkLst>
          <pc:docMk/>
          <pc:sldMk cId="3546041546" sldId="2527"/>
        </pc:sldMkLst>
      </pc:sldChg>
      <pc:sldChg chg="del">
        <pc:chgData name="Owais Ahmed" userId="6abc7d4556b3b071" providerId="LiveId" clId="{9DA453EC-6B23-4D2A-AF2E-BC310A8ABB5A}" dt="2023-07-18T18:47:41.359" v="291" actId="47"/>
        <pc:sldMkLst>
          <pc:docMk/>
          <pc:sldMk cId="3420080482" sldId="2528"/>
        </pc:sldMkLst>
      </pc:sldChg>
      <pc:sldChg chg="del">
        <pc:chgData name="Owais Ahmed" userId="6abc7d4556b3b071" providerId="LiveId" clId="{9DA453EC-6B23-4D2A-AF2E-BC310A8ABB5A}" dt="2023-07-18T18:47:58.152" v="293" actId="47"/>
        <pc:sldMkLst>
          <pc:docMk/>
          <pc:sldMk cId="2691715738" sldId="2529"/>
        </pc:sldMkLst>
      </pc:sldChg>
      <pc:sldChg chg="del">
        <pc:chgData name="Owais Ahmed" userId="6abc7d4556b3b071" providerId="LiveId" clId="{9DA453EC-6B23-4D2A-AF2E-BC310A8ABB5A}" dt="2023-07-18T18:47:41.359" v="291" actId="47"/>
        <pc:sldMkLst>
          <pc:docMk/>
          <pc:sldMk cId="1188133541" sldId="2530"/>
        </pc:sldMkLst>
      </pc:sldChg>
      <pc:sldChg chg="del">
        <pc:chgData name="Owais Ahmed" userId="6abc7d4556b3b071" providerId="LiveId" clId="{9DA453EC-6B23-4D2A-AF2E-BC310A8ABB5A}" dt="2023-07-18T18:47:41.359" v="291" actId="47"/>
        <pc:sldMkLst>
          <pc:docMk/>
          <pc:sldMk cId="3725811554" sldId="2531"/>
        </pc:sldMkLst>
      </pc:sldChg>
      <pc:sldChg chg="del">
        <pc:chgData name="Owais Ahmed" userId="6abc7d4556b3b071" providerId="LiveId" clId="{9DA453EC-6B23-4D2A-AF2E-BC310A8ABB5A}" dt="2023-07-18T18:47:41.359" v="291" actId="47"/>
        <pc:sldMkLst>
          <pc:docMk/>
          <pc:sldMk cId="2690808487" sldId="2532"/>
        </pc:sldMkLst>
      </pc:sldChg>
      <pc:sldChg chg="modSp mod modAnim">
        <pc:chgData name="Owais Ahmed" userId="6abc7d4556b3b071" providerId="LiveId" clId="{9DA453EC-6B23-4D2A-AF2E-BC310A8ABB5A}" dt="2023-07-19T08:25:08.217" v="4378" actId="11"/>
        <pc:sldMkLst>
          <pc:docMk/>
          <pc:sldMk cId="1273923384" sldId="2533"/>
        </pc:sldMkLst>
        <pc:spChg chg="mod">
          <ac:chgData name="Owais Ahmed" userId="6abc7d4556b3b071" providerId="LiveId" clId="{9DA453EC-6B23-4D2A-AF2E-BC310A8ABB5A}" dt="2023-07-19T08:25:08.217" v="4378" actId="11"/>
          <ac:spMkLst>
            <pc:docMk/>
            <pc:sldMk cId="1273923384" sldId="2533"/>
            <ac:spMk id="3" creationId="{4A1C0383-58FE-E486-295E-B33B8683B938}"/>
          </ac:spMkLst>
        </pc:spChg>
        <pc:spChg chg="mod">
          <ac:chgData name="Owais Ahmed" userId="6abc7d4556b3b071" providerId="LiveId" clId="{9DA453EC-6B23-4D2A-AF2E-BC310A8ABB5A}" dt="2023-07-19T08:18:48.885" v="3999" actId="20577"/>
          <ac:spMkLst>
            <pc:docMk/>
            <pc:sldMk cId="1273923384" sldId="2533"/>
            <ac:spMk id="215" creationId="{00000000-0000-0000-0000-000000000000}"/>
          </ac:spMkLst>
        </pc:spChg>
      </pc:sldChg>
      <pc:sldChg chg="del">
        <pc:chgData name="Owais Ahmed" userId="6abc7d4556b3b071" providerId="LiveId" clId="{9DA453EC-6B23-4D2A-AF2E-BC310A8ABB5A}" dt="2023-07-18T18:47:51.406" v="292" actId="47"/>
        <pc:sldMkLst>
          <pc:docMk/>
          <pc:sldMk cId="990133379" sldId="2534"/>
        </pc:sldMkLst>
      </pc:sldChg>
      <pc:sldChg chg="modSp add mod modAnim">
        <pc:chgData name="Owais Ahmed" userId="6abc7d4556b3b071" providerId="LiveId" clId="{9DA453EC-6B23-4D2A-AF2E-BC310A8ABB5A}" dt="2023-07-19T08:34:30.190" v="5122" actId="20577"/>
        <pc:sldMkLst>
          <pc:docMk/>
          <pc:sldMk cId="1817329912" sldId="2534"/>
        </pc:sldMkLst>
        <pc:spChg chg="mod">
          <ac:chgData name="Owais Ahmed" userId="6abc7d4556b3b071" providerId="LiveId" clId="{9DA453EC-6B23-4D2A-AF2E-BC310A8ABB5A}" dt="2023-07-19T08:34:30.190" v="5122" actId="20577"/>
          <ac:spMkLst>
            <pc:docMk/>
            <pc:sldMk cId="1817329912" sldId="2534"/>
            <ac:spMk id="3" creationId="{4A1C0383-58FE-E486-295E-B33B8683B938}"/>
          </ac:spMkLst>
        </pc:spChg>
        <pc:spChg chg="mod">
          <ac:chgData name="Owais Ahmed" userId="6abc7d4556b3b071" providerId="LiveId" clId="{9DA453EC-6B23-4D2A-AF2E-BC310A8ABB5A}" dt="2023-07-18T19:35:10.639" v="1552" actId="20577"/>
          <ac:spMkLst>
            <pc:docMk/>
            <pc:sldMk cId="1817329912" sldId="2534"/>
            <ac:spMk id="215" creationId="{00000000-0000-0000-0000-000000000000}"/>
          </ac:spMkLst>
        </pc:spChg>
      </pc:sldChg>
      <pc:sldChg chg="addSp delSp modSp add mod delAnim modAnim modNotesTx">
        <pc:chgData name="Owais Ahmed" userId="6abc7d4556b3b071" providerId="LiveId" clId="{9DA453EC-6B23-4D2A-AF2E-BC310A8ABB5A}" dt="2023-07-19T08:57:38.009" v="5546"/>
        <pc:sldMkLst>
          <pc:docMk/>
          <pc:sldMk cId="490713207" sldId="2535"/>
        </pc:sldMkLst>
        <pc:spChg chg="mod">
          <ac:chgData name="Owais Ahmed" userId="6abc7d4556b3b071" providerId="LiveId" clId="{9DA453EC-6B23-4D2A-AF2E-BC310A8ABB5A}" dt="2023-07-19T08:43:45.184" v="5339" actId="20577"/>
          <ac:spMkLst>
            <pc:docMk/>
            <pc:sldMk cId="490713207" sldId="2535"/>
            <ac:spMk id="3" creationId="{4A1C0383-58FE-E486-295E-B33B8683B938}"/>
          </ac:spMkLst>
        </pc:spChg>
        <pc:spChg chg="mod">
          <ac:chgData name="Owais Ahmed" userId="6abc7d4556b3b071" providerId="LiveId" clId="{9DA453EC-6B23-4D2A-AF2E-BC310A8ABB5A}" dt="2023-07-18T20:15:11.331" v="3299" actId="20577"/>
          <ac:spMkLst>
            <pc:docMk/>
            <pc:sldMk cId="490713207" sldId="2535"/>
            <ac:spMk id="215" creationId="{00000000-0000-0000-0000-000000000000}"/>
          </ac:spMkLst>
        </pc:spChg>
        <pc:picChg chg="add del mod">
          <ac:chgData name="Owais Ahmed" userId="6abc7d4556b3b071" providerId="LiveId" clId="{9DA453EC-6B23-4D2A-AF2E-BC310A8ABB5A}" dt="2023-07-19T08:55:57.822" v="5537" actId="478"/>
          <ac:picMkLst>
            <pc:docMk/>
            <pc:sldMk cId="490713207" sldId="2535"/>
            <ac:picMk id="4" creationId="{CA3CA12A-A461-3723-5A10-B16763A6E557}"/>
          </ac:picMkLst>
        </pc:picChg>
        <pc:picChg chg="add mod modCrop">
          <ac:chgData name="Owais Ahmed" userId="6abc7d4556b3b071" providerId="LiveId" clId="{9DA453EC-6B23-4D2A-AF2E-BC310A8ABB5A}" dt="2023-07-19T08:56:26.693" v="5542" actId="1076"/>
          <ac:picMkLst>
            <pc:docMk/>
            <pc:sldMk cId="490713207" sldId="2535"/>
            <ac:picMk id="5" creationId="{6569D162-2E7C-03DE-42AF-29897032D7DE}"/>
          </ac:picMkLst>
        </pc:picChg>
      </pc:sldChg>
      <pc:sldChg chg="del">
        <pc:chgData name="Owais Ahmed" userId="6abc7d4556b3b071" providerId="LiveId" clId="{9DA453EC-6B23-4D2A-AF2E-BC310A8ABB5A}" dt="2023-07-18T18:47:51.406" v="292" actId="47"/>
        <pc:sldMkLst>
          <pc:docMk/>
          <pc:sldMk cId="1201525749" sldId="2535"/>
        </pc:sldMkLst>
      </pc:sldChg>
      <pc:sldChg chg="del">
        <pc:chgData name="Owais Ahmed" userId="6abc7d4556b3b071" providerId="LiveId" clId="{9DA453EC-6B23-4D2A-AF2E-BC310A8ABB5A}" dt="2023-07-18T18:47:51.406" v="292" actId="47"/>
        <pc:sldMkLst>
          <pc:docMk/>
          <pc:sldMk cId="361512169" sldId="2536"/>
        </pc:sldMkLst>
      </pc:sldChg>
      <pc:sldChg chg="delSp modSp add del mod ord delAnim modAnim modNotesTx">
        <pc:chgData name="Owais Ahmed" userId="6abc7d4556b3b071" providerId="LiveId" clId="{9DA453EC-6B23-4D2A-AF2E-BC310A8ABB5A}" dt="2023-07-19T19:06:47.965" v="9552" actId="47"/>
        <pc:sldMkLst>
          <pc:docMk/>
          <pc:sldMk cId="2566977304" sldId="2536"/>
        </pc:sldMkLst>
        <pc:spChg chg="mod">
          <ac:chgData name="Owais Ahmed" userId="6abc7d4556b3b071" providerId="LiveId" clId="{9DA453EC-6B23-4D2A-AF2E-BC310A8ABB5A}" dt="2023-07-19T08:33:16.266" v="5111" actId="20577"/>
          <ac:spMkLst>
            <pc:docMk/>
            <pc:sldMk cId="2566977304" sldId="2536"/>
            <ac:spMk id="3" creationId="{4A1C0383-58FE-E486-295E-B33B8683B938}"/>
          </ac:spMkLst>
        </pc:spChg>
        <pc:picChg chg="del">
          <ac:chgData name="Owais Ahmed" userId="6abc7d4556b3b071" providerId="LiveId" clId="{9DA453EC-6B23-4D2A-AF2E-BC310A8ABB5A}" dt="2023-07-19T08:26:12.292" v="4382" actId="478"/>
          <ac:picMkLst>
            <pc:docMk/>
            <pc:sldMk cId="2566977304" sldId="2536"/>
            <ac:picMk id="4" creationId="{CA3CA12A-A461-3723-5A10-B16763A6E557}"/>
          </ac:picMkLst>
        </pc:picChg>
      </pc:sldChg>
      <pc:sldChg chg="addSp delSp modSp add del mod delAnim modAnim">
        <pc:chgData name="Owais Ahmed" userId="6abc7d4556b3b071" providerId="LiveId" clId="{9DA453EC-6B23-4D2A-AF2E-BC310A8ABB5A}" dt="2023-07-19T08:18:40.244" v="3984" actId="47"/>
        <pc:sldMkLst>
          <pc:docMk/>
          <pc:sldMk cId="2673054972" sldId="2536"/>
        </pc:sldMkLst>
        <pc:spChg chg="del">
          <ac:chgData name="Owais Ahmed" userId="6abc7d4556b3b071" providerId="LiveId" clId="{9DA453EC-6B23-4D2A-AF2E-BC310A8ABB5A}" dt="2023-07-19T08:12:59.967" v="3575" actId="478"/>
          <ac:spMkLst>
            <pc:docMk/>
            <pc:sldMk cId="2673054972" sldId="2536"/>
            <ac:spMk id="3" creationId="{4A1C0383-58FE-E486-295E-B33B8683B938}"/>
          </ac:spMkLst>
        </pc:spChg>
        <pc:picChg chg="add mod modCrop">
          <ac:chgData name="Owais Ahmed" userId="6abc7d4556b3b071" providerId="LiveId" clId="{9DA453EC-6B23-4D2A-AF2E-BC310A8ABB5A}" dt="2023-07-19T08:13:36.351" v="3580" actId="732"/>
          <ac:picMkLst>
            <pc:docMk/>
            <pc:sldMk cId="2673054972" sldId="2536"/>
            <ac:picMk id="4" creationId="{9080B04E-DF60-95C8-5704-94C376935674}"/>
          </ac:picMkLst>
        </pc:picChg>
      </pc:sldChg>
      <pc:sldChg chg="del">
        <pc:chgData name="Owais Ahmed" userId="6abc7d4556b3b071" providerId="LiveId" clId="{9DA453EC-6B23-4D2A-AF2E-BC310A8ABB5A}" dt="2023-07-18T18:47:51.406" v="292" actId="47"/>
        <pc:sldMkLst>
          <pc:docMk/>
          <pc:sldMk cId="583989474" sldId="2537"/>
        </pc:sldMkLst>
      </pc:sldChg>
      <pc:sldChg chg="addSp delSp modSp add mod ord delAnim modAnim">
        <pc:chgData name="Owais Ahmed" userId="6abc7d4556b3b071" providerId="LiveId" clId="{9DA453EC-6B23-4D2A-AF2E-BC310A8ABB5A}" dt="2023-07-19T08:59:42.489" v="5587" actId="27636"/>
        <pc:sldMkLst>
          <pc:docMk/>
          <pc:sldMk cId="2507418648" sldId="2537"/>
        </pc:sldMkLst>
        <pc:spChg chg="mod">
          <ac:chgData name="Owais Ahmed" userId="6abc7d4556b3b071" providerId="LiveId" clId="{9DA453EC-6B23-4D2A-AF2E-BC310A8ABB5A}" dt="2023-07-19T08:59:42.489" v="5587" actId="27636"/>
          <ac:spMkLst>
            <pc:docMk/>
            <pc:sldMk cId="2507418648" sldId="2537"/>
            <ac:spMk id="3" creationId="{4A1C0383-58FE-E486-295E-B33B8683B938}"/>
          </ac:spMkLst>
        </pc:spChg>
        <pc:spChg chg="mod">
          <ac:chgData name="Owais Ahmed" userId="6abc7d4556b3b071" providerId="LiveId" clId="{9DA453EC-6B23-4D2A-AF2E-BC310A8ABB5A}" dt="2023-07-19T08:41:35.943" v="5146" actId="20577"/>
          <ac:spMkLst>
            <pc:docMk/>
            <pc:sldMk cId="2507418648" sldId="2537"/>
            <ac:spMk id="215" creationId="{00000000-0000-0000-0000-000000000000}"/>
          </ac:spMkLst>
        </pc:spChg>
        <pc:picChg chg="del">
          <ac:chgData name="Owais Ahmed" userId="6abc7d4556b3b071" providerId="LiveId" clId="{9DA453EC-6B23-4D2A-AF2E-BC310A8ABB5A}" dt="2023-07-19T08:49:35.732" v="5403" actId="478"/>
          <ac:picMkLst>
            <pc:docMk/>
            <pc:sldMk cId="2507418648" sldId="2537"/>
            <ac:picMk id="4" creationId="{CA3CA12A-A461-3723-5A10-B16763A6E557}"/>
          </ac:picMkLst>
        </pc:picChg>
        <pc:picChg chg="add del mod modCrop">
          <ac:chgData name="Owais Ahmed" userId="6abc7d4556b3b071" providerId="LiveId" clId="{9DA453EC-6B23-4D2A-AF2E-BC310A8ABB5A}" dt="2023-07-19T08:54:22.311" v="5536" actId="478"/>
          <ac:picMkLst>
            <pc:docMk/>
            <pc:sldMk cId="2507418648" sldId="2537"/>
            <ac:picMk id="5" creationId="{0956DC1A-999C-86FD-6F00-14BEE818DB1A}"/>
          </ac:picMkLst>
        </pc:picChg>
        <pc:picChg chg="add mod modCrop">
          <ac:chgData name="Owais Ahmed" userId="6abc7d4556b3b071" providerId="LiveId" clId="{9DA453EC-6B23-4D2A-AF2E-BC310A8ABB5A}" dt="2023-07-19T08:58:47.632" v="5562" actId="1076"/>
          <ac:picMkLst>
            <pc:docMk/>
            <pc:sldMk cId="2507418648" sldId="2537"/>
            <ac:picMk id="6" creationId="{BFA3B326-12DA-A072-A08F-BF0B70D5F7F3}"/>
          </ac:picMkLst>
        </pc:picChg>
      </pc:sldChg>
      <pc:sldChg chg="modSp add mod ord">
        <pc:chgData name="Owais Ahmed" userId="6abc7d4556b3b071" providerId="LiveId" clId="{9DA453EC-6B23-4D2A-AF2E-BC310A8ABB5A}" dt="2023-07-19T16:11:37.031" v="8056" actId="255"/>
        <pc:sldMkLst>
          <pc:docMk/>
          <pc:sldMk cId="209923007" sldId="2538"/>
        </pc:sldMkLst>
        <pc:spChg chg="mod">
          <ac:chgData name="Owais Ahmed" userId="6abc7d4556b3b071" providerId="LiveId" clId="{9DA453EC-6B23-4D2A-AF2E-BC310A8ABB5A}" dt="2023-07-19T16:11:37.031" v="8056" actId="255"/>
          <ac:spMkLst>
            <pc:docMk/>
            <pc:sldMk cId="209923007" sldId="2538"/>
            <ac:spMk id="3" creationId="{4A1C0383-58FE-E486-295E-B33B8683B938}"/>
          </ac:spMkLst>
        </pc:spChg>
        <pc:spChg chg="mod">
          <ac:chgData name="Owais Ahmed" userId="6abc7d4556b3b071" providerId="LiveId" clId="{9DA453EC-6B23-4D2A-AF2E-BC310A8ABB5A}" dt="2023-07-19T09:16:53.154" v="5605"/>
          <ac:spMkLst>
            <pc:docMk/>
            <pc:sldMk cId="209923007" sldId="2538"/>
            <ac:spMk id="215" creationId="{00000000-0000-0000-0000-000000000000}"/>
          </ac:spMkLst>
        </pc:spChg>
      </pc:sldChg>
      <pc:sldChg chg="del">
        <pc:chgData name="Owais Ahmed" userId="6abc7d4556b3b071" providerId="LiveId" clId="{9DA453EC-6B23-4D2A-AF2E-BC310A8ABB5A}" dt="2023-07-18T18:47:51.406" v="292" actId="47"/>
        <pc:sldMkLst>
          <pc:docMk/>
          <pc:sldMk cId="3548602391" sldId="2538"/>
        </pc:sldMkLst>
      </pc:sldChg>
      <pc:sldChg chg="modSp del modAnim">
        <pc:chgData name="Owais Ahmed" userId="6abc7d4556b3b071" providerId="LiveId" clId="{9DA453EC-6B23-4D2A-AF2E-BC310A8ABB5A}" dt="2023-07-18T18:44:54.492" v="288" actId="47"/>
        <pc:sldMkLst>
          <pc:docMk/>
          <pc:sldMk cId="1999208753" sldId="2539"/>
        </pc:sldMkLst>
        <pc:spChg chg="mod">
          <ac:chgData name="Owais Ahmed" userId="6abc7d4556b3b071" providerId="LiveId" clId="{9DA453EC-6B23-4D2A-AF2E-BC310A8ABB5A}" dt="2023-07-18T18:44:49.836" v="287" actId="20577"/>
          <ac:spMkLst>
            <pc:docMk/>
            <pc:sldMk cId="1999208753" sldId="2539"/>
            <ac:spMk id="3" creationId="{4A1C0383-58FE-E486-295E-B33B8683B938}"/>
          </ac:spMkLst>
        </pc:spChg>
      </pc:sldChg>
      <pc:sldChg chg="addSp delSp modSp add mod modAnim">
        <pc:chgData name="Owais Ahmed" userId="6abc7d4556b3b071" providerId="LiveId" clId="{9DA453EC-6B23-4D2A-AF2E-BC310A8ABB5A}" dt="2023-07-19T09:47:53.302" v="6538" actId="20577"/>
        <pc:sldMkLst>
          <pc:docMk/>
          <pc:sldMk cId="3258025149" sldId="2539"/>
        </pc:sldMkLst>
        <pc:spChg chg="del mod">
          <ac:chgData name="Owais Ahmed" userId="6abc7d4556b3b071" providerId="LiveId" clId="{9DA453EC-6B23-4D2A-AF2E-BC310A8ABB5A}" dt="2023-07-19T09:24:38.821" v="6097" actId="478"/>
          <ac:spMkLst>
            <pc:docMk/>
            <pc:sldMk cId="3258025149" sldId="2539"/>
            <ac:spMk id="3" creationId="{4A1C0383-58FE-E486-295E-B33B8683B938}"/>
          </ac:spMkLst>
        </pc:spChg>
        <pc:spChg chg="add mod">
          <ac:chgData name="Owais Ahmed" userId="6abc7d4556b3b071" providerId="LiveId" clId="{9DA453EC-6B23-4D2A-AF2E-BC310A8ABB5A}" dt="2023-07-19T09:47:53.302" v="6538" actId="20577"/>
          <ac:spMkLst>
            <pc:docMk/>
            <pc:sldMk cId="3258025149" sldId="2539"/>
            <ac:spMk id="4" creationId="{5E0CAD17-DE0F-21C3-4F24-20C3FBC30E83}"/>
          </ac:spMkLst>
        </pc:spChg>
        <pc:spChg chg="mod">
          <ac:chgData name="Owais Ahmed" userId="6abc7d4556b3b071" providerId="LiveId" clId="{9DA453EC-6B23-4D2A-AF2E-BC310A8ABB5A}" dt="2023-07-19T09:24:25.088" v="6095" actId="20577"/>
          <ac:spMkLst>
            <pc:docMk/>
            <pc:sldMk cId="3258025149" sldId="2539"/>
            <ac:spMk id="215" creationId="{00000000-0000-0000-0000-000000000000}"/>
          </ac:spMkLst>
        </pc:spChg>
      </pc:sldChg>
      <pc:sldChg chg="modSp add ord">
        <pc:chgData name="Owais Ahmed" userId="6abc7d4556b3b071" providerId="LiveId" clId="{9DA453EC-6B23-4D2A-AF2E-BC310A8ABB5A}" dt="2023-07-19T09:48:21.123" v="6554" actId="20577"/>
        <pc:sldMkLst>
          <pc:docMk/>
          <pc:sldMk cId="1626198913" sldId="2540"/>
        </pc:sldMkLst>
        <pc:spChg chg="mod">
          <ac:chgData name="Owais Ahmed" userId="6abc7d4556b3b071" providerId="LiveId" clId="{9DA453EC-6B23-4D2A-AF2E-BC310A8ABB5A}" dt="2023-07-19T09:48:21.123" v="6554" actId="20577"/>
          <ac:spMkLst>
            <pc:docMk/>
            <pc:sldMk cId="1626198913" sldId="2540"/>
            <ac:spMk id="4" creationId="{5E0CAD17-DE0F-21C3-4F24-20C3FBC30E83}"/>
          </ac:spMkLst>
        </pc:spChg>
      </pc:sldChg>
      <pc:sldChg chg="add del ord">
        <pc:chgData name="Owais Ahmed" userId="6abc7d4556b3b071" providerId="LiveId" clId="{9DA453EC-6B23-4D2A-AF2E-BC310A8ABB5A}" dt="2023-07-18T18:47:51.406" v="292" actId="47"/>
        <pc:sldMkLst>
          <pc:docMk/>
          <pc:sldMk cId="1999369693" sldId="2540"/>
        </pc:sldMkLst>
      </pc:sldChg>
      <pc:sldChg chg="modSp add del mod ord modAnim modNotesTx">
        <pc:chgData name="Owais Ahmed" userId="6abc7d4556b3b071" providerId="LiveId" clId="{9DA453EC-6B23-4D2A-AF2E-BC310A8ABB5A}" dt="2023-07-19T19:06:47.965" v="9552" actId="47"/>
        <pc:sldMkLst>
          <pc:docMk/>
          <pc:sldMk cId="3438341053" sldId="2541"/>
        </pc:sldMkLst>
        <pc:spChg chg="mod">
          <ac:chgData name="Owais Ahmed" userId="6abc7d4556b3b071" providerId="LiveId" clId="{9DA453EC-6B23-4D2A-AF2E-BC310A8ABB5A}" dt="2023-07-19T16:32:29.005" v="8379" actId="20577"/>
          <ac:spMkLst>
            <pc:docMk/>
            <pc:sldMk cId="3438341053" sldId="2541"/>
            <ac:spMk id="3" creationId="{4A1C0383-58FE-E486-295E-B33B8683B938}"/>
          </ac:spMkLst>
        </pc:spChg>
        <pc:spChg chg="mod">
          <ac:chgData name="Owais Ahmed" userId="6abc7d4556b3b071" providerId="LiveId" clId="{9DA453EC-6B23-4D2A-AF2E-BC310A8ABB5A}" dt="2023-07-19T09:55:51.736" v="6556"/>
          <ac:spMkLst>
            <pc:docMk/>
            <pc:sldMk cId="3438341053" sldId="2541"/>
            <ac:spMk id="215" creationId="{00000000-0000-0000-0000-000000000000}"/>
          </ac:spMkLst>
        </pc:spChg>
      </pc:sldChg>
      <pc:sldChg chg="addSp delSp modSp add mod ord delAnim modAnim modNotesTx">
        <pc:chgData name="Owais Ahmed" userId="6abc7d4556b3b071" providerId="LiveId" clId="{9DA453EC-6B23-4D2A-AF2E-BC310A8ABB5A}" dt="2023-07-19T16:00:17.078" v="7914"/>
        <pc:sldMkLst>
          <pc:docMk/>
          <pc:sldMk cId="2054533968" sldId="2542"/>
        </pc:sldMkLst>
        <pc:spChg chg="mod">
          <ac:chgData name="Owais Ahmed" userId="6abc7d4556b3b071" providerId="LiveId" clId="{9DA453EC-6B23-4D2A-AF2E-BC310A8ABB5A}" dt="2023-07-19T15:59:15.597" v="7783" actId="20577"/>
          <ac:spMkLst>
            <pc:docMk/>
            <pc:sldMk cId="2054533968" sldId="2542"/>
            <ac:spMk id="3" creationId="{4A1C0383-58FE-E486-295E-B33B8683B938}"/>
          </ac:spMkLst>
        </pc:spChg>
        <pc:spChg chg="mod">
          <ac:chgData name="Owais Ahmed" userId="6abc7d4556b3b071" providerId="LiveId" clId="{9DA453EC-6B23-4D2A-AF2E-BC310A8ABB5A}" dt="2023-07-19T11:26:21.887" v="7306" actId="20577"/>
          <ac:spMkLst>
            <pc:docMk/>
            <pc:sldMk cId="2054533968" sldId="2542"/>
            <ac:spMk id="215" creationId="{00000000-0000-0000-0000-000000000000}"/>
          </ac:spMkLst>
        </pc:spChg>
        <pc:picChg chg="add mod modCrop">
          <ac:chgData name="Owais Ahmed" userId="6abc7d4556b3b071" providerId="LiveId" clId="{9DA453EC-6B23-4D2A-AF2E-BC310A8ABB5A}" dt="2023-07-19T15:58:15.350" v="7730" actId="1036"/>
          <ac:picMkLst>
            <pc:docMk/>
            <pc:sldMk cId="2054533968" sldId="2542"/>
            <ac:picMk id="4" creationId="{0AB243EB-A5F7-88EE-0B70-3EA1291C57E4}"/>
          </ac:picMkLst>
        </pc:picChg>
        <pc:picChg chg="del">
          <ac:chgData name="Owais Ahmed" userId="6abc7d4556b3b071" providerId="LiveId" clId="{9DA453EC-6B23-4D2A-AF2E-BC310A8ABB5A}" dt="2023-07-19T15:36:32.426" v="7307" actId="478"/>
          <ac:picMkLst>
            <pc:docMk/>
            <pc:sldMk cId="2054533968" sldId="2542"/>
            <ac:picMk id="6" creationId="{BFA3B326-12DA-A072-A08F-BF0B70D5F7F3}"/>
          </ac:picMkLst>
        </pc:picChg>
      </pc:sldChg>
      <pc:sldChg chg="modSp add mod">
        <pc:chgData name="Owais Ahmed" userId="6abc7d4556b3b071" providerId="LiveId" clId="{9DA453EC-6B23-4D2A-AF2E-BC310A8ABB5A}" dt="2023-07-19T16:29:06.895" v="8347" actId="20577"/>
        <pc:sldMkLst>
          <pc:docMk/>
          <pc:sldMk cId="398110444" sldId="2543"/>
        </pc:sldMkLst>
        <pc:spChg chg="mod">
          <ac:chgData name="Owais Ahmed" userId="6abc7d4556b3b071" providerId="LiveId" clId="{9DA453EC-6B23-4D2A-AF2E-BC310A8ABB5A}" dt="2023-07-19T16:29:06.895" v="8347" actId="20577"/>
          <ac:spMkLst>
            <pc:docMk/>
            <pc:sldMk cId="398110444" sldId="2543"/>
            <ac:spMk id="3" creationId="{4A1C0383-58FE-E486-295E-B33B8683B938}"/>
          </ac:spMkLst>
        </pc:spChg>
        <pc:spChg chg="mod">
          <ac:chgData name="Owais Ahmed" userId="6abc7d4556b3b071" providerId="LiveId" clId="{9DA453EC-6B23-4D2A-AF2E-BC310A8ABB5A}" dt="2023-07-19T16:02:01.559" v="7924" actId="20577"/>
          <ac:spMkLst>
            <pc:docMk/>
            <pc:sldMk cId="398110444" sldId="2543"/>
            <ac:spMk id="215" creationId="{00000000-0000-0000-0000-000000000000}"/>
          </ac:spMkLst>
        </pc:spChg>
      </pc:sldChg>
      <pc:sldChg chg="add del">
        <pc:chgData name="Owais Ahmed" userId="6abc7d4556b3b071" providerId="LiveId" clId="{9DA453EC-6B23-4D2A-AF2E-BC310A8ABB5A}" dt="2023-07-19T19:07:01.631" v="9554" actId="47"/>
        <pc:sldMkLst>
          <pc:docMk/>
          <pc:sldMk cId="60094517" sldId="2544"/>
        </pc:sldMkLst>
      </pc:sldChg>
      <pc:sldChg chg="modSp add del mod addAnim delAnim modAnim">
        <pc:chgData name="Owais Ahmed" userId="6abc7d4556b3b071" providerId="LiveId" clId="{9DA453EC-6B23-4D2A-AF2E-BC310A8ABB5A}" dt="2023-07-19T19:06:47.965" v="9552" actId="47"/>
        <pc:sldMkLst>
          <pc:docMk/>
          <pc:sldMk cId="3072045044" sldId="2544"/>
        </pc:sldMkLst>
        <pc:spChg chg="mod">
          <ac:chgData name="Owais Ahmed" userId="6abc7d4556b3b071" providerId="LiveId" clId="{9DA453EC-6B23-4D2A-AF2E-BC310A8ABB5A}" dt="2023-07-19T19:05:00.386" v="9545" actId="20577"/>
          <ac:spMkLst>
            <pc:docMk/>
            <pc:sldMk cId="3072045044" sldId="2544"/>
            <ac:spMk id="3" creationId="{4A1C0383-58FE-E486-295E-B33B8683B938}"/>
          </ac:spMkLst>
        </pc:spChg>
        <pc:spChg chg="mod">
          <ac:chgData name="Owais Ahmed" userId="6abc7d4556b3b071" providerId="LiveId" clId="{9DA453EC-6B23-4D2A-AF2E-BC310A8ABB5A}" dt="2023-07-19T16:30:20.172" v="8357" actId="20577"/>
          <ac:spMkLst>
            <pc:docMk/>
            <pc:sldMk cId="3072045044" sldId="2544"/>
            <ac:spMk id="215" creationId="{00000000-0000-0000-0000-000000000000}"/>
          </ac:spMkLst>
        </pc:spChg>
      </pc:sldChg>
    </pc:docChg>
  </pc:docChgLst>
  <pc:docChgLst>
    <pc:chgData name="Owais Ahmed" userId="6abc7d4556b3b071" providerId="LiveId" clId="{5035FDB0-07D6-44A8-AB3F-F14A5006133A}"/>
    <pc:docChg chg="modSld">
      <pc:chgData name="Owais Ahmed" userId="6abc7d4556b3b071" providerId="LiveId" clId="{5035FDB0-07D6-44A8-AB3F-F14A5006133A}" dt="2023-06-14T19:03:06.273" v="0" actId="20577"/>
      <pc:docMkLst>
        <pc:docMk/>
      </pc:docMkLst>
      <pc:sldChg chg="modSp">
        <pc:chgData name="Owais Ahmed" userId="6abc7d4556b3b071" providerId="LiveId" clId="{5035FDB0-07D6-44A8-AB3F-F14A5006133A}" dt="2023-06-14T19:03:06.273" v="0" actId="20577"/>
        <pc:sldMkLst>
          <pc:docMk/>
          <pc:sldMk cId="641030253" sldId="2479"/>
        </pc:sldMkLst>
        <pc:spChg chg="mod">
          <ac:chgData name="Owais Ahmed" userId="6abc7d4556b3b071" providerId="LiveId" clId="{5035FDB0-07D6-44A8-AB3F-F14A5006133A}" dt="2023-06-14T19:03:06.273" v="0" actId="20577"/>
          <ac:spMkLst>
            <pc:docMk/>
            <pc:sldMk cId="641030253" sldId="2479"/>
            <ac:spMk id="3" creationId="{4A1C0383-58FE-E486-295E-B33B8683B938}"/>
          </ac:spMkLst>
        </pc:spChg>
      </pc:sldChg>
    </pc:docChg>
  </pc:docChgLst>
  <pc:docChgLst>
    <pc:chgData name="Owais Ahmed" userId="6abc7d4556b3b071" providerId="LiveId" clId="{7673313C-1F9D-43A3-8C51-E72C21B03D23}"/>
    <pc:docChg chg="undo custSel addSld delSld modSld sldOrd">
      <pc:chgData name="Owais Ahmed" userId="6abc7d4556b3b071" providerId="LiveId" clId="{7673313C-1F9D-43A3-8C51-E72C21B03D23}" dt="2023-07-18T17:21:54.250" v="5086" actId="20577"/>
      <pc:docMkLst>
        <pc:docMk/>
      </pc:docMkLst>
      <pc:sldChg chg="modSp mod">
        <pc:chgData name="Owais Ahmed" userId="6abc7d4556b3b071" providerId="LiveId" clId="{7673313C-1F9D-43A3-8C51-E72C21B03D23}" dt="2023-07-17T18:44:38.737" v="4181" actId="20577"/>
        <pc:sldMkLst>
          <pc:docMk/>
          <pc:sldMk cId="1649098948" sldId="2462"/>
        </pc:sldMkLst>
        <pc:spChg chg="mod">
          <ac:chgData name="Owais Ahmed" userId="6abc7d4556b3b071" providerId="LiveId" clId="{7673313C-1F9D-43A3-8C51-E72C21B03D23}" dt="2023-07-17T18:44:38.737" v="4181" actId="20577"/>
          <ac:spMkLst>
            <pc:docMk/>
            <pc:sldMk cId="1649098948" sldId="2462"/>
            <ac:spMk id="6" creationId="{F3C89A40-EEAA-43AB-9A3A-B2CFDE450F1B}"/>
          </ac:spMkLst>
        </pc:spChg>
      </pc:sldChg>
      <pc:sldChg chg="modSp mod modAnim modNotesTx">
        <pc:chgData name="Owais Ahmed" userId="6abc7d4556b3b071" providerId="LiveId" clId="{7673313C-1F9D-43A3-8C51-E72C21B03D23}" dt="2023-07-16T14:51:57.898" v="1001" actId="20577"/>
        <pc:sldMkLst>
          <pc:docMk/>
          <pc:sldMk cId="641030253" sldId="2479"/>
        </pc:sldMkLst>
        <pc:spChg chg="mod">
          <ac:chgData name="Owais Ahmed" userId="6abc7d4556b3b071" providerId="LiveId" clId="{7673313C-1F9D-43A3-8C51-E72C21B03D23}" dt="2023-07-16T14:51:57.898" v="1001" actId="20577"/>
          <ac:spMkLst>
            <pc:docMk/>
            <pc:sldMk cId="641030253" sldId="2479"/>
            <ac:spMk id="3" creationId="{4A1C0383-58FE-E486-295E-B33B8683B938}"/>
          </ac:spMkLst>
        </pc:spChg>
        <pc:spChg chg="mod">
          <ac:chgData name="Owais Ahmed" userId="6abc7d4556b3b071" providerId="LiveId" clId="{7673313C-1F9D-43A3-8C51-E72C21B03D23}" dt="2023-07-16T14:27:24.219" v="205" actId="20577"/>
          <ac:spMkLst>
            <pc:docMk/>
            <pc:sldMk cId="641030253" sldId="2479"/>
            <ac:spMk id="215" creationId="{00000000-0000-0000-0000-000000000000}"/>
          </ac:spMkLst>
        </pc:spChg>
      </pc:sldChg>
      <pc:sldChg chg="del">
        <pc:chgData name="Owais Ahmed" userId="6abc7d4556b3b071" providerId="LiveId" clId="{7673313C-1F9D-43A3-8C51-E72C21B03D23}" dt="2023-07-16T14:27:08.685" v="194" actId="47"/>
        <pc:sldMkLst>
          <pc:docMk/>
          <pc:sldMk cId="1742566059" sldId="2504"/>
        </pc:sldMkLst>
      </pc:sldChg>
      <pc:sldChg chg="del">
        <pc:chgData name="Owais Ahmed" userId="6abc7d4556b3b071" providerId="LiveId" clId="{7673313C-1F9D-43A3-8C51-E72C21B03D23}" dt="2023-07-16T14:27:08.685" v="194" actId="47"/>
        <pc:sldMkLst>
          <pc:docMk/>
          <pc:sldMk cId="3840363020" sldId="2505"/>
        </pc:sldMkLst>
      </pc:sldChg>
      <pc:sldChg chg="del">
        <pc:chgData name="Owais Ahmed" userId="6abc7d4556b3b071" providerId="LiveId" clId="{7673313C-1F9D-43A3-8C51-E72C21B03D23}" dt="2023-07-16T14:27:08.685" v="194" actId="47"/>
        <pc:sldMkLst>
          <pc:docMk/>
          <pc:sldMk cId="4221376715" sldId="2506"/>
        </pc:sldMkLst>
      </pc:sldChg>
      <pc:sldChg chg="del">
        <pc:chgData name="Owais Ahmed" userId="6abc7d4556b3b071" providerId="LiveId" clId="{7673313C-1F9D-43A3-8C51-E72C21B03D23}" dt="2023-07-16T14:27:12.292" v="196" actId="47"/>
        <pc:sldMkLst>
          <pc:docMk/>
          <pc:sldMk cId="875357634" sldId="2507"/>
        </pc:sldMkLst>
      </pc:sldChg>
      <pc:sldChg chg="del">
        <pc:chgData name="Owais Ahmed" userId="6abc7d4556b3b071" providerId="LiveId" clId="{7673313C-1F9D-43A3-8C51-E72C21B03D23}" dt="2023-07-16T14:27:13.874" v="197" actId="47"/>
        <pc:sldMkLst>
          <pc:docMk/>
          <pc:sldMk cId="1319355793" sldId="2508"/>
        </pc:sldMkLst>
      </pc:sldChg>
      <pc:sldChg chg="del">
        <pc:chgData name="Owais Ahmed" userId="6abc7d4556b3b071" providerId="LiveId" clId="{7673313C-1F9D-43A3-8C51-E72C21B03D23}" dt="2023-07-16T14:27:16.258" v="198" actId="47"/>
        <pc:sldMkLst>
          <pc:docMk/>
          <pc:sldMk cId="535421403" sldId="2509"/>
        </pc:sldMkLst>
      </pc:sldChg>
      <pc:sldChg chg="modSp del">
        <pc:chgData name="Owais Ahmed" userId="6abc7d4556b3b071" providerId="LiveId" clId="{7673313C-1F9D-43A3-8C51-E72C21B03D23}" dt="2023-07-16T14:27:10.783" v="195" actId="47"/>
        <pc:sldMkLst>
          <pc:docMk/>
          <pc:sldMk cId="1223560295" sldId="2511"/>
        </pc:sldMkLst>
        <pc:spChg chg="mod">
          <ac:chgData name="Owais Ahmed" userId="6abc7d4556b3b071" providerId="LiveId" clId="{7673313C-1F9D-43A3-8C51-E72C21B03D23}" dt="2023-07-16T13:16:20.817" v="193" actId="20577"/>
          <ac:spMkLst>
            <pc:docMk/>
            <pc:sldMk cId="1223560295" sldId="2511"/>
            <ac:spMk id="3" creationId="{4A1C0383-58FE-E486-295E-B33B8683B938}"/>
          </ac:spMkLst>
        </pc:spChg>
      </pc:sldChg>
      <pc:sldChg chg="addSp delSp modSp add mod modAnim">
        <pc:chgData name="Owais Ahmed" userId="6abc7d4556b3b071" providerId="LiveId" clId="{7673313C-1F9D-43A3-8C51-E72C21B03D23}" dt="2023-07-16T14:51:50.493" v="1000" actId="14100"/>
        <pc:sldMkLst>
          <pc:docMk/>
          <pc:sldMk cId="3720995497" sldId="2511"/>
        </pc:sldMkLst>
        <pc:spChg chg="mod">
          <ac:chgData name="Owais Ahmed" userId="6abc7d4556b3b071" providerId="LiveId" clId="{7673313C-1F9D-43A3-8C51-E72C21B03D23}" dt="2023-07-16T14:51:50.493" v="1000" actId="14100"/>
          <ac:spMkLst>
            <pc:docMk/>
            <pc:sldMk cId="3720995497" sldId="2511"/>
            <ac:spMk id="3" creationId="{4A1C0383-58FE-E486-295E-B33B8683B938}"/>
          </ac:spMkLst>
        </pc:spChg>
        <pc:graphicFrameChg chg="add del mod">
          <ac:chgData name="Owais Ahmed" userId="6abc7d4556b3b071" providerId="LiveId" clId="{7673313C-1F9D-43A3-8C51-E72C21B03D23}" dt="2023-07-16T14:41:21.045" v="902"/>
          <ac:graphicFrameMkLst>
            <pc:docMk/>
            <pc:sldMk cId="3720995497" sldId="2511"/>
            <ac:graphicFrameMk id="4" creationId="{013ED60C-2FBF-BCB8-EC2D-B6F207132105}"/>
          </ac:graphicFrameMkLst>
        </pc:graphicFrameChg>
        <pc:graphicFrameChg chg="add del mod modGraphic">
          <ac:chgData name="Owais Ahmed" userId="6abc7d4556b3b071" providerId="LiveId" clId="{7673313C-1F9D-43A3-8C51-E72C21B03D23}" dt="2023-07-16T14:41:57.534" v="916"/>
          <ac:graphicFrameMkLst>
            <pc:docMk/>
            <pc:sldMk cId="3720995497" sldId="2511"/>
            <ac:graphicFrameMk id="5" creationId="{967A0517-9ACA-239B-FF04-14DCCF9A15E1}"/>
          </ac:graphicFrameMkLst>
        </pc:graphicFrameChg>
        <pc:graphicFrameChg chg="add mod modGraphic">
          <ac:chgData name="Owais Ahmed" userId="6abc7d4556b3b071" providerId="LiveId" clId="{7673313C-1F9D-43A3-8C51-E72C21B03D23}" dt="2023-07-16T14:51:48.069" v="999" actId="1076"/>
          <ac:graphicFrameMkLst>
            <pc:docMk/>
            <pc:sldMk cId="3720995497" sldId="2511"/>
            <ac:graphicFrameMk id="6" creationId="{0F0D5C62-564D-F530-2FD8-92AF4872C0E4}"/>
          </ac:graphicFrameMkLst>
        </pc:graphicFrameChg>
      </pc:sldChg>
      <pc:sldChg chg="del">
        <pc:chgData name="Owais Ahmed" userId="6abc7d4556b3b071" providerId="LiveId" clId="{7673313C-1F9D-43A3-8C51-E72C21B03D23}" dt="2023-07-16T14:27:08.685" v="194" actId="47"/>
        <pc:sldMkLst>
          <pc:docMk/>
          <pc:sldMk cId="3544083855" sldId="2512"/>
        </pc:sldMkLst>
      </pc:sldChg>
      <pc:sldChg chg="del">
        <pc:chgData name="Owais Ahmed" userId="6abc7d4556b3b071" providerId="LiveId" clId="{7673313C-1F9D-43A3-8C51-E72C21B03D23}" dt="2023-07-16T14:27:08.685" v="194" actId="47"/>
        <pc:sldMkLst>
          <pc:docMk/>
          <pc:sldMk cId="3886361074" sldId="2513"/>
        </pc:sldMkLst>
      </pc:sldChg>
      <pc:sldChg chg="del">
        <pc:chgData name="Owais Ahmed" userId="6abc7d4556b3b071" providerId="LiveId" clId="{7673313C-1F9D-43A3-8C51-E72C21B03D23}" dt="2023-07-16T14:27:17.854" v="199" actId="47"/>
        <pc:sldMkLst>
          <pc:docMk/>
          <pc:sldMk cId="3210411380" sldId="2514"/>
        </pc:sldMkLst>
      </pc:sldChg>
      <pc:sldChg chg="modSp mod modAnim modNotesTx">
        <pc:chgData name="Owais Ahmed" userId="6abc7d4556b3b071" providerId="LiveId" clId="{7673313C-1F9D-43A3-8C51-E72C21B03D23}" dt="2023-07-17T17:36:27.373" v="3053" actId="20577"/>
        <pc:sldMkLst>
          <pc:docMk/>
          <pc:sldMk cId="2782104224" sldId="2517"/>
        </pc:sldMkLst>
        <pc:spChg chg="mod">
          <ac:chgData name="Owais Ahmed" userId="6abc7d4556b3b071" providerId="LiveId" clId="{7673313C-1F9D-43A3-8C51-E72C21B03D23}" dt="2023-07-17T17:36:27.373" v="3053" actId="20577"/>
          <ac:spMkLst>
            <pc:docMk/>
            <pc:sldMk cId="2782104224" sldId="2517"/>
            <ac:spMk id="3" creationId="{4A1C0383-58FE-E486-295E-B33B8683B938}"/>
          </ac:spMkLst>
        </pc:spChg>
        <pc:spChg chg="mod">
          <ac:chgData name="Owais Ahmed" userId="6abc7d4556b3b071" providerId="LiveId" clId="{7673313C-1F9D-43A3-8C51-E72C21B03D23}" dt="2023-07-17T15:42:19.733" v="1636" actId="20577"/>
          <ac:spMkLst>
            <pc:docMk/>
            <pc:sldMk cId="2782104224" sldId="2517"/>
            <ac:spMk id="215" creationId="{00000000-0000-0000-0000-000000000000}"/>
          </ac:spMkLst>
        </pc:spChg>
      </pc:sldChg>
      <pc:sldChg chg="modSp mod modAnim">
        <pc:chgData name="Owais Ahmed" userId="6abc7d4556b3b071" providerId="LiveId" clId="{7673313C-1F9D-43A3-8C51-E72C21B03D23}" dt="2023-07-17T17:36:19.061" v="3052" actId="20577"/>
        <pc:sldMkLst>
          <pc:docMk/>
          <pc:sldMk cId="2859866230" sldId="2518"/>
        </pc:sldMkLst>
        <pc:spChg chg="mod">
          <ac:chgData name="Owais Ahmed" userId="6abc7d4556b3b071" providerId="LiveId" clId="{7673313C-1F9D-43A3-8C51-E72C21B03D23}" dt="2023-07-17T17:36:19.061" v="3052" actId="20577"/>
          <ac:spMkLst>
            <pc:docMk/>
            <pc:sldMk cId="2859866230" sldId="2518"/>
            <ac:spMk id="3" creationId="{4A1C0383-58FE-E486-295E-B33B8683B938}"/>
          </ac:spMkLst>
        </pc:spChg>
        <pc:spChg chg="mod">
          <ac:chgData name="Owais Ahmed" userId="6abc7d4556b3b071" providerId="LiveId" clId="{7673313C-1F9D-43A3-8C51-E72C21B03D23}" dt="2023-07-17T15:35:44.166" v="1275" actId="20577"/>
          <ac:spMkLst>
            <pc:docMk/>
            <pc:sldMk cId="2859866230" sldId="2518"/>
            <ac:spMk id="215" creationId="{00000000-0000-0000-0000-000000000000}"/>
          </ac:spMkLst>
        </pc:spChg>
      </pc:sldChg>
      <pc:sldChg chg="modSp">
        <pc:chgData name="Owais Ahmed" userId="6abc7d4556b3b071" providerId="LiveId" clId="{7673313C-1F9D-43A3-8C51-E72C21B03D23}" dt="2023-07-17T17:25:24.131" v="2597" actId="20577"/>
        <pc:sldMkLst>
          <pc:docMk/>
          <pc:sldMk cId="2676351439" sldId="2519"/>
        </pc:sldMkLst>
        <pc:spChg chg="mod">
          <ac:chgData name="Owais Ahmed" userId="6abc7d4556b3b071" providerId="LiveId" clId="{7673313C-1F9D-43A3-8C51-E72C21B03D23}" dt="2023-07-17T17:25:24.131" v="2597" actId="20577"/>
          <ac:spMkLst>
            <pc:docMk/>
            <pc:sldMk cId="2676351439" sldId="2519"/>
            <ac:spMk id="3" creationId="{4A1C0383-58FE-E486-295E-B33B8683B938}"/>
          </ac:spMkLst>
        </pc:spChg>
      </pc:sldChg>
      <pc:sldChg chg="modSp mod modAnim">
        <pc:chgData name="Owais Ahmed" userId="6abc7d4556b3b071" providerId="LiveId" clId="{7673313C-1F9D-43A3-8C51-E72C21B03D23}" dt="2023-07-17T18:30:53.549" v="3411" actId="20577"/>
        <pc:sldMkLst>
          <pc:docMk/>
          <pc:sldMk cId="301858663" sldId="2521"/>
        </pc:sldMkLst>
        <pc:spChg chg="mod">
          <ac:chgData name="Owais Ahmed" userId="6abc7d4556b3b071" providerId="LiveId" clId="{7673313C-1F9D-43A3-8C51-E72C21B03D23}" dt="2023-07-17T18:30:53.549" v="3411" actId="20577"/>
          <ac:spMkLst>
            <pc:docMk/>
            <pc:sldMk cId="301858663" sldId="2521"/>
            <ac:spMk id="3" creationId="{4A1C0383-58FE-E486-295E-B33B8683B938}"/>
          </ac:spMkLst>
        </pc:spChg>
      </pc:sldChg>
      <pc:sldChg chg="modSp">
        <pc:chgData name="Owais Ahmed" userId="6abc7d4556b3b071" providerId="LiveId" clId="{7673313C-1F9D-43A3-8C51-E72C21B03D23}" dt="2023-07-17T15:39:23.509" v="1491" actId="313"/>
        <pc:sldMkLst>
          <pc:docMk/>
          <pc:sldMk cId="1534013050" sldId="2523"/>
        </pc:sldMkLst>
        <pc:spChg chg="mod">
          <ac:chgData name="Owais Ahmed" userId="6abc7d4556b3b071" providerId="LiveId" clId="{7673313C-1F9D-43A3-8C51-E72C21B03D23}" dt="2023-07-17T15:39:23.509" v="1491" actId="313"/>
          <ac:spMkLst>
            <pc:docMk/>
            <pc:sldMk cId="1534013050" sldId="2523"/>
            <ac:spMk id="3" creationId="{4A1C0383-58FE-E486-295E-B33B8683B938}"/>
          </ac:spMkLst>
        </pc:spChg>
      </pc:sldChg>
      <pc:sldChg chg="modSp">
        <pc:chgData name="Owais Ahmed" userId="6abc7d4556b3b071" providerId="LiveId" clId="{7673313C-1F9D-43A3-8C51-E72C21B03D23}" dt="2023-07-17T15:39:18.154" v="1487" actId="313"/>
        <pc:sldMkLst>
          <pc:docMk/>
          <pc:sldMk cId="953845026" sldId="2525"/>
        </pc:sldMkLst>
        <pc:spChg chg="mod">
          <ac:chgData name="Owais Ahmed" userId="6abc7d4556b3b071" providerId="LiveId" clId="{7673313C-1F9D-43A3-8C51-E72C21B03D23}" dt="2023-07-17T15:39:18.154" v="1487" actId="313"/>
          <ac:spMkLst>
            <pc:docMk/>
            <pc:sldMk cId="953845026" sldId="2525"/>
            <ac:spMk id="3" creationId="{4A1C0383-58FE-E486-295E-B33B8683B938}"/>
          </ac:spMkLst>
        </pc:spChg>
      </pc:sldChg>
      <pc:sldChg chg="addSp modSp mod">
        <pc:chgData name="Owais Ahmed" userId="6abc7d4556b3b071" providerId="LiveId" clId="{7673313C-1F9D-43A3-8C51-E72C21B03D23}" dt="2023-07-17T18:47:03.903" v="4462" actId="14100"/>
        <pc:sldMkLst>
          <pc:docMk/>
          <pc:sldMk cId="3546041546" sldId="2527"/>
        </pc:sldMkLst>
        <pc:spChg chg="mod">
          <ac:chgData name="Owais Ahmed" userId="6abc7d4556b3b071" providerId="LiveId" clId="{7673313C-1F9D-43A3-8C51-E72C21B03D23}" dt="2023-07-17T18:47:03.903" v="4462" actId="14100"/>
          <ac:spMkLst>
            <pc:docMk/>
            <pc:sldMk cId="3546041546" sldId="2527"/>
            <ac:spMk id="3" creationId="{4A1C0383-58FE-E486-295E-B33B8683B938}"/>
          </ac:spMkLst>
        </pc:spChg>
        <pc:spChg chg="mod">
          <ac:chgData name="Owais Ahmed" userId="6abc7d4556b3b071" providerId="LiveId" clId="{7673313C-1F9D-43A3-8C51-E72C21B03D23}" dt="2023-07-17T18:44:55.179" v="4212" actId="20577"/>
          <ac:spMkLst>
            <pc:docMk/>
            <pc:sldMk cId="3546041546" sldId="2527"/>
            <ac:spMk id="215" creationId="{00000000-0000-0000-0000-000000000000}"/>
          </ac:spMkLst>
        </pc:spChg>
        <pc:graphicFrameChg chg="add mod">
          <ac:chgData name="Owais Ahmed" userId="6abc7d4556b3b071" providerId="LiveId" clId="{7673313C-1F9D-43A3-8C51-E72C21B03D23}" dt="2023-07-17T18:46:31.498" v="4438" actId="1076"/>
          <ac:graphicFrameMkLst>
            <pc:docMk/>
            <pc:sldMk cId="3546041546" sldId="2527"/>
            <ac:graphicFrameMk id="4" creationId="{85101AA2-6181-BE88-622E-4F563C91029B}"/>
          </ac:graphicFrameMkLst>
        </pc:graphicFrameChg>
      </pc:sldChg>
      <pc:sldChg chg="modSp mod modAnim">
        <pc:chgData name="Owais Ahmed" userId="6abc7d4556b3b071" providerId="LiveId" clId="{7673313C-1F9D-43A3-8C51-E72C21B03D23}" dt="2023-07-17T15:58:53.858" v="1732" actId="6549"/>
        <pc:sldMkLst>
          <pc:docMk/>
          <pc:sldMk cId="3420080482" sldId="2528"/>
        </pc:sldMkLst>
        <pc:spChg chg="mod">
          <ac:chgData name="Owais Ahmed" userId="6abc7d4556b3b071" providerId="LiveId" clId="{7673313C-1F9D-43A3-8C51-E72C21B03D23}" dt="2023-07-17T15:58:49.212" v="1730" actId="6549"/>
          <ac:spMkLst>
            <pc:docMk/>
            <pc:sldMk cId="3420080482" sldId="2528"/>
            <ac:spMk id="3" creationId="{4A1C0383-58FE-E486-295E-B33B8683B938}"/>
          </ac:spMkLst>
        </pc:spChg>
      </pc:sldChg>
      <pc:sldChg chg="modSp add modAnim">
        <pc:chgData name="Owais Ahmed" userId="6abc7d4556b3b071" providerId="LiveId" clId="{7673313C-1F9D-43A3-8C51-E72C21B03D23}" dt="2023-07-17T18:38:54.407" v="3914" actId="20577"/>
        <pc:sldMkLst>
          <pc:docMk/>
          <pc:sldMk cId="2691715738" sldId="2529"/>
        </pc:sldMkLst>
        <pc:spChg chg="mod">
          <ac:chgData name="Owais Ahmed" userId="6abc7d4556b3b071" providerId="LiveId" clId="{7673313C-1F9D-43A3-8C51-E72C21B03D23}" dt="2023-07-17T18:38:54.407" v="3914" actId="20577"/>
          <ac:spMkLst>
            <pc:docMk/>
            <pc:sldMk cId="2691715738" sldId="2529"/>
            <ac:spMk id="3" creationId="{4A1C0383-58FE-E486-295E-B33B8683B938}"/>
          </ac:spMkLst>
        </pc:spChg>
      </pc:sldChg>
      <pc:sldChg chg="modSp add mod modAnim modNotesTx">
        <pc:chgData name="Owais Ahmed" userId="6abc7d4556b3b071" providerId="LiveId" clId="{7673313C-1F9D-43A3-8C51-E72C21B03D23}" dt="2023-07-17T16:16:41.771" v="2222" actId="20577"/>
        <pc:sldMkLst>
          <pc:docMk/>
          <pc:sldMk cId="1188133541" sldId="2530"/>
        </pc:sldMkLst>
        <pc:spChg chg="mod">
          <ac:chgData name="Owais Ahmed" userId="6abc7d4556b3b071" providerId="LiveId" clId="{7673313C-1F9D-43A3-8C51-E72C21B03D23}" dt="2023-07-17T15:41:22.921" v="1607" actId="20577"/>
          <ac:spMkLst>
            <pc:docMk/>
            <pc:sldMk cId="1188133541" sldId="2530"/>
            <ac:spMk id="3" creationId="{4A1C0383-58FE-E486-295E-B33B8683B938}"/>
          </ac:spMkLst>
        </pc:spChg>
        <pc:spChg chg="mod">
          <ac:chgData name="Owais Ahmed" userId="6abc7d4556b3b071" providerId="LiveId" clId="{7673313C-1F9D-43A3-8C51-E72C21B03D23}" dt="2023-07-17T15:42:27.975" v="1656" actId="20577"/>
          <ac:spMkLst>
            <pc:docMk/>
            <pc:sldMk cId="1188133541" sldId="2530"/>
            <ac:spMk id="215" creationId="{00000000-0000-0000-0000-000000000000}"/>
          </ac:spMkLst>
        </pc:spChg>
      </pc:sldChg>
      <pc:sldChg chg="modSp add mod modAnim modNotesTx">
        <pc:chgData name="Owais Ahmed" userId="6abc7d4556b3b071" providerId="LiveId" clId="{7673313C-1F9D-43A3-8C51-E72C21B03D23}" dt="2023-07-17T17:22:25.523" v="2434" actId="20577"/>
        <pc:sldMkLst>
          <pc:docMk/>
          <pc:sldMk cId="3725811554" sldId="2531"/>
        </pc:sldMkLst>
        <pc:spChg chg="mod">
          <ac:chgData name="Owais Ahmed" userId="6abc7d4556b3b071" providerId="LiveId" clId="{7673313C-1F9D-43A3-8C51-E72C21B03D23}" dt="2023-07-17T16:15:47.348" v="2137" actId="20577"/>
          <ac:spMkLst>
            <pc:docMk/>
            <pc:sldMk cId="3725811554" sldId="2531"/>
            <ac:spMk id="3" creationId="{4A1C0383-58FE-E486-295E-B33B8683B938}"/>
          </ac:spMkLst>
        </pc:spChg>
        <pc:spChg chg="mod">
          <ac:chgData name="Owais Ahmed" userId="6abc7d4556b3b071" providerId="LiveId" clId="{7673313C-1F9D-43A3-8C51-E72C21B03D23}" dt="2023-07-17T16:17:12.569" v="2264" actId="20577"/>
          <ac:spMkLst>
            <pc:docMk/>
            <pc:sldMk cId="3725811554" sldId="2531"/>
            <ac:spMk id="215" creationId="{00000000-0000-0000-0000-000000000000}"/>
          </ac:spMkLst>
        </pc:spChg>
      </pc:sldChg>
      <pc:sldChg chg="modSp add mod modAnim modNotesTx">
        <pc:chgData name="Owais Ahmed" userId="6abc7d4556b3b071" providerId="LiveId" clId="{7673313C-1F9D-43A3-8C51-E72C21B03D23}" dt="2023-07-17T18:43:55.110" v="4142" actId="20577"/>
        <pc:sldMkLst>
          <pc:docMk/>
          <pc:sldMk cId="2690808487" sldId="2532"/>
        </pc:sldMkLst>
        <pc:spChg chg="mod">
          <ac:chgData name="Owais Ahmed" userId="6abc7d4556b3b071" providerId="LiveId" clId="{7673313C-1F9D-43A3-8C51-E72C21B03D23}" dt="2023-07-17T18:43:55.110" v="4142" actId="20577"/>
          <ac:spMkLst>
            <pc:docMk/>
            <pc:sldMk cId="2690808487" sldId="2532"/>
            <ac:spMk id="3" creationId="{4A1C0383-58FE-E486-295E-B33B8683B938}"/>
          </ac:spMkLst>
        </pc:spChg>
      </pc:sldChg>
      <pc:sldChg chg="modSp add mod modAnim">
        <pc:chgData name="Owais Ahmed" userId="6abc7d4556b3b071" providerId="LiveId" clId="{7673313C-1F9D-43A3-8C51-E72C21B03D23}" dt="2023-07-17T18:44:04.874" v="4150" actId="20577"/>
        <pc:sldMkLst>
          <pc:docMk/>
          <pc:sldMk cId="1273923384" sldId="2533"/>
        </pc:sldMkLst>
        <pc:spChg chg="mod">
          <ac:chgData name="Owais Ahmed" userId="6abc7d4556b3b071" providerId="LiveId" clId="{7673313C-1F9D-43A3-8C51-E72C21B03D23}" dt="2023-07-17T18:44:04.874" v="4150" actId="20577"/>
          <ac:spMkLst>
            <pc:docMk/>
            <pc:sldMk cId="1273923384" sldId="2533"/>
            <ac:spMk id="3" creationId="{4A1C0383-58FE-E486-295E-B33B8683B938}"/>
          </ac:spMkLst>
        </pc:spChg>
      </pc:sldChg>
      <pc:sldChg chg="addSp modSp add mod modAnim">
        <pc:chgData name="Owais Ahmed" userId="6abc7d4556b3b071" providerId="LiveId" clId="{7673313C-1F9D-43A3-8C51-E72C21B03D23}" dt="2023-07-17T18:55:52.660" v="4760" actId="20577"/>
        <pc:sldMkLst>
          <pc:docMk/>
          <pc:sldMk cId="990133379" sldId="2534"/>
        </pc:sldMkLst>
        <pc:spChg chg="mod">
          <ac:chgData name="Owais Ahmed" userId="6abc7d4556b3b071" providerId="LiveId" clId="{7673313C-1F9D-43A3-8C51-E72C21B03D23}" dt="2023-07-17T18:49:47.720" v="4655" actId="20577"/>
          <ac:spMkLst>
            <pc:docMk/>
            <pc:sldMk cId="990133379" sldId="2534"/>
            <ac:spMk id="3" creationId="{4A1C0383-58FE-E486-295E-B33B8683B938}"/>
          </ac:spMkLst>
        </pc:spChg>
        <pc:graphicFrameChg chg="mod modGraphic">
          <ac:chgData name="Owais Ahmed" userId="6abc7d4556b3b071" providerId="LiveId" clId="{7673313C-1F9D-43A3-8C51-E72C21B03D23}" dt="2023-07-17T18:49:56.941" v="4657" actId="1076"/>
          <ac:graphicFrameMkLst>
            <pc:docMk/>
            <pc:sldMk cId="990133379" sldId="2534"/>
            <ac:graphicFrameMk id="4" creationId="{85101AA2-6181-BE88-622E-4F563C91029B}"/>
          </ac:graphicFrameMkLst>
        </pc:graphicFrameChg>
        <pc:graphicFrameChg chg="add mod modGraphic">
          <ac:chgData name="Owais Ahmed" userId="6abc7d4556b3b071" providerId="LiveId" clId="{7673313C-1F9D-43A3-8C51-E72C21B03D23}" dt="2023-07-17T18:55:52.660" v="4760" actId="20577"/>
          <ac:graphicFrameMkLst>
            <pc:docMk/>
            <pc:sldMk cId="990133379" sldId="2534"/>
            <ac:graphicFrameMk id="5" creationId="{3F7FD898-80FA-5E29-D7BF-E695CE99E4D1}"/>
          </ac:graphicFrameMkLst>
        </pc:graphicFrameChg>
      </pc:sldChg>
      <pc:sldChg chg="delSp modSp add mod">
        <pc:chgData name="Owais Ahmed" userId="6abc7d4556b3b071" providerId="LiveId" clId="{7673313C-1F9D-43A3-8C51-E72C21B03D23}" dt="2023-07-17T18:59:19.047" v="4971" actId="20577"/>
        <pc:sldMkLst>
          <pc:docMk/>
          <pc:sldMk cId="1201525749" sldId="2535"/>
        </pc:sldMkLst>
        <pc:spChg chg="mod">
          <ac:chgData name="Owais Ahmed" userId="6abc7d4556b3b071" providerId="LiveId" clId="{7673313C-1F9D-43A3-8C51-E72C21B03D23}" dt="2023-07-17T18:59:19.047" v="4971" actId="20577"/>
          <ac:spMkLst>
            <pc:docMk/>
            <pc:sldMk cId="1201525749" sldId="2535"/>
            <ac:spMk id="3" creationId="{4A1C0383-58FE-E486-295E-B33B8683B938}"/>
          </ac:spMkLst>
        </pc:spChg>
        <pc:graphicFrameChg chg="del">
          <ac:chgData name="Owais Ahmed" userId="6abc7d4556b3b071" providerId="LiveId" clId="{7673313C-1F9D-43A3-8C51-E72C21B03D23}" dt="2023-07-17T18:57:42.839" v="4762" actId="478"/>
          <ac:graphicFrameMkLst>
            <pc:docMk/>
            <pc:sldMk cId="1201525749" sldId="2535"/>
            <ac:graphicFrameMk id="4" creationId="{85101AA2-6181-BE88-622E-4F563C91029B}"/>
          </ac:graphicFrameMkLst>
        </pc:graphicFrameChg>
        <pc:graphicFrameChg chg="del">
          <ac:chgData name="Owais Ahmed" userId="6abc7d4556b3b071" providerId="LiveId" clId="{7673313C-1F9D-43A3-8C51-E72C21B03D23}" dt="2023-07-17T18:57:44.266" v="4763" actId="478"/>
          <ac:graphicFrameMkLst>
            <pc:docMk/>
            <pc:sldMk cId="1201525749" sldId="2535"/>
            <ac:graphicFrameMk id="5" creationId="{3F7FD898-80FA-5E29-D7BF-E695CE99E4D1}"/>
          </ac:graphicFrameMkLst>
        </pc:graphicFrameChg>
      </pc:sldChg>
      <pc:sldChg chg="modSp add mod ord modAnim">
        <pc:chgData name="Owais Ahmed" userId="6abc7d4556b3b071" providerId="LiveId" clId="{7673313C-1F9D-43A3-8C51-E72C21B03D23}" dt="2023-07-18T17:21:54.250" v="5086" actId="20577"/>
        <pc:sldMkLst>
          <pc:docMk/>
          <pc:sldMk cId="1999208753" sldId="2539"/>
        </pc:sldMkLst>
        <pc:spChg chg="mod">
          <ac:chgData name="Owais Ahmed" userId="6abc7d4556b3b071" providerId="LiveId" clId="{7673313C-1F9D-43A3-8C51-E72C21B03D23}" dt="2023-07-18T17:21:54.250" v="5086" actId="20577"/>
          <ac:spMkLst>
            <pc:docMk/>
            <pc:sldMk cId="1999208753" sldId="2539"/>
            <ac:spMk id="3" creationId="{4A1C0383-58FE-E486-295E-B33B8683B938}"/>
          </ac:spMkLst>
        </pc:spChg>
        <pc:spChg chg="mod">
          <ac:chgData name="Owais Ahmed" userId="6abc7d4556b3b071" providerId="LiveId" clId="{7673313C-1F9D-43A3-8C51-E72C21B03D23}" dt="2023-07-18T17:20:48.443" v="4982" actId="20577"/>
          <ac:spMkLst>
            <pc:docMk/>
            <pc:sldMk cId="1999208753" sldId="2539"/>
            <ac:spMk id="215" creationId="{00000000-0000-0000-0000-000000000000}"/>
          </ac:spMkLst>
        </pc:spChg>
      </pc:sldChg>
    </pc:docChg>
  </pc:docChgLst>
  <pc:docChgLst>
    <pc:chgData name="Owais Ahmed" userId="6abc7d4556b3b071" providerId="LiveId" clId="{05353EE9-06C8-45AA-8D20-153706DECAE0}"/>
    <pc:docChg chg="undo custSel addSld delSld modSld sldOrd">
      <pc:chgData name="Owais Ahmed" userId="6abc7d4556b3b071" providerId="LiveId" clId="{05353EE9-06C8-45AA-8D20-153706DECAE0}" dt="2023-07-26T06:42:18.724" v="916" actId="20577"/>
      <pc:docMkLst>
        <pc:docMk/>
      </pc:docMkLst>
      <pc:sldChg chg="modSp mod modAnim modNotesTx">
        <pc:chgData name="Owais Ahmed" userId="6abc7d4556b3b071" providerId="LiveId" clId="{05353EE9-06C8-45AA-8D20-153706DECAE0}" dt="2023-07-26T03:34:43.749" v="539" actId="20577"/>
        <pc:sldMkLst>
          <pc:docMk/>
          <pc:sldMk cId="1817329912" sldId="2534"/>
        </pc:sldMkLst>
        <pc:spChg chg="mod">
          <ac:chgData name="Owais Ahmed" userId="6abc7d4556b3b071" providerId="LiveId" clId="{05353EE9-06C8-45AA-8D20-153706DECAE0}" dt="2023-07-26T03:31:05.265" v="189" actId="115"/>
          <ac:spMkLst>
            <pc:docMk/>
            <pc:sldMk cId="1817329912" sldId="2534"/>
            <ac:spMk id="3" creationId="{4A1C0383-58FE-E486-295E-B33B8683B938}"/>
          </ac:spMkLst>
        </pc:spChg>
      </pc:sldChg>
      <pc:sldChg chg="modSp modAnim">
        <pc:chgData name="Owais Ahmed" userId="6abc7d4556b3b071" providerId="LiveId" clId="{05353EE9-06C8-45AA-8D20-153706DECAE0}" dt="2023-07-19T07:01:59.448" v="137" actId="20577"/>
        <pc:sldMkLst>
          <pc:docMk/>
          <pc:sldMk cId="490713207" sldId="2535"/>
        </pc:sldMkLst>
        <pc:spChg chg="mod">
          <ac:chgData name="Owais Ahmed" userId="6abc7d4556b3b071" providerId="LiveId" clId="{05353EE9-06C8-45AA-8D20-153706DECAE0}" dt="2023-07-19T07:01:59.448" v="137" actId="20577"/>
          <ac:spMkLst>
            <pc:docMk/>
            <pc:sldMk cId="490713207" sldId="2535"/>
            <ac:spMk id="3" creationId="{4A1C0383-58FE-E486-295E-B33B8683B938}"/>
          </ac:spMkLst>
        </pc:spChg>
      </pc:sldChg>
      <pc:sldChg chg="modAnim">
        <pc:chgData name="Owais Ahmed" userId="6abc7d4556b3b071" providerId="LiveId" clId="{05353EE9-06C8-45AA-8D20-153706DECAE0}" dt="2023-07-26T06:15:03.343" v="906"/>
        <pc:sldMkLst>
          <pc:docMk/>
          <pc:sldMk cId="2507418648" sldId="2537"/>
        </pc:sldMkLst>
      </pc:sldChg>
      <pc:sldChg chg="modSp">
        <pc:chgData name="Owais Ahmed" userId="6abc7d4556b3b071" providerId="LiveId" clId="{05353EE9-06C8-45AA-8D20-153706DECAE0}" dt="2023-07-26T06:26:16.985" v="907" actId="20577"/>
        <pc:sldMkLst>
          <pc:docMk/>
          <pc:sldMk cId="209923007" sldId="2538"/>
        </pc:sldMkLst>
        <pc:spChg chg="mod">
          <ac:chgData name="Owais Ahmed" userId="6abc7d4556b3b071" providerId="LiveId" clId="{05353EE9-06C8-45AA-8D20-153706DECAE0}" dt="2023-07-26T06:26:16.985" v="907" actId="20577"/>
          <ac:spMkLst>
            <pc:docMk/>
            <pc:sldMk cId="209923007" sldId="2538"/>
            <ac:spMk id="3" creationId="{4A1C0383-58FE-E486-295E-B33B8683B938}"/>
          </ac:spMkLst>
        </pc:spChg>
      </pc:sldChg>
      <pc:sldChg chg="modSp mod">
        <pc:chgData name="Owais Ahmed" userId="6abc7d4556b3b071" providerId="LiveId" clId="{05353EE9-06C8-45AA-8D20-153706DECAE0}" dt="2023-07-26T06:42:18.724" v="916" actId="20577"/>
        <pc:sldMkLst>
          <pc:docMk/>
          <pc:sldMk cId="398110444" sldId="2543"/>
        </pc:sldMkLst>
        <pc:spChg chg="mod">
          <ac:chgData name="Owais Ahmed" userId="6abc7d4556b3b071" providerId="LiveId" clId="{05353EE9-06C8-45AA-8D20-153706DECAE0}" dt="2023-07-26T06:42:18.724" v="916" actId="20577"/>
          <ac:spMkLst>
            <pc:docMk/>
            <pc:sldMk cId="398110444" sldId="2543"/>
            <ac:spMk id="3" creationId="{4A1C0383-58FE-E486-295E-B33B8683B938}"/>
          </ac:spMkLst>
        </pc:spChg>
      </pc:sldChg>
      <pc:sldChg chg="modSp add mod ord">
        <pc:chgData name="Owais Ahmed" userId="6abc7d4556b3b071" providerId="LiveId" clId="{05353EE9-06C8-45AA-8D20-153706DECAE0}" dt="2023-07-26T03:37:04.385" v="558" actId="20577"/>
        <pc:sldMkLst>
          <pc:docMk/>
          <pc:sldMk cId="2167088588" sldId="2544"/>
        </pc:sldMkLst>
        <pc:spChg chg="mod">
          <ac:chgData name="Owais Ahmed" userId="6abc7d4556b3b071" providerId="LiveId" clId="{05353EE9-06C8-45AA-8D20-153706DECAE0}" dt="2023-07-26T03:37:04.385" v="558" actId="20577"/>
          <ac:spMkLst>
            <pc:docMk/>
            <pc:sldMk cId="2167088588" sldId="2544"/>
            <ac:spMk id="215" creationId="{00000000-0000-0000-0000-000000000000}"/>
          </ac:spMkLst>
        </pc:spChg>
      </pc:sldChg>
      <pc:sldChg chg="new del">
        <pc:chgData name="Owais Ahmed" userId="6abc7d4556b3b071" providerId="LiveId" clId="{05353EE9-06C8-45AA-8D20-153706DECAE0}" dt="2023-07-26T03:36:51.954" v="541" actId="680"/>
        <pc:sldMkLst>
          <pc:docMk/>
          <pc:sldMk cId="3557478539" sldId="2544"/>
        </pc:sldMkLst>
      </pc:sldChg>
      <pc:sldChg chg="modSp add mod modAnim">
        <pc:chgData name="Owais Ahmed" userId="6abc7d4556b3b071" providerId="LiveId" clId="{05353EE9-06C8-45AA-8D20-153706DECAE0}" dt="2023-07-26T05:23:15.147" v="902" actId="20577"/>
        <pc:sldMkLst>
          <pc:docMk/>
          <pc:sldMk cId="1263248896" sldId="2545"/>
        </pc:sldMkLst>
        <pc:spChg chg="mod">
          <ac:chgData name="Owais Ahmed" userId="6abc7d4556b3b071" providerId="LiveId" clId="{05353EE9-06C8-45AA-8D20-153706DECAE0}" dt="2023-07-26T05:23:15.147" v="902" actId="20577"/>
          <ac:spMkLst>
            <pc:docMk/>
            <pc:sldMk cId="1263248896" sldId="2545"/>
            <ac:spMk id="4" creationId="{5E0CAD17-DE0F-21C3-4F24-20C3FBC30E83}"/>
          </ac:spMkLst>
        </pc:spChg>
        <pc:spChg chg="mod">
          <ac:chgData name="Owais Ahmed" userId="6abc7d4556b3b071" providerId="LiveId" clId="{05353EE9-06C8-45AA-8D20-153706DECAE0}" dt="2023-07-26T03:39:58.148" v="682" actId="20577"/>
          <ac:spMkLst>
            <pc:docMk/>
            <pc:sldMk cId="1263248896" sldId="2545"/>
            <ac:spMk id="215" creationId="{00000000-0000-0000-0000-000000000000}"/>
          </ac:spMkLst>
        </pc:spChg>
      </pc:sldChg>
    </pc:docChg>
  </pc:docChgLst>
  <pc:docChgLst>
    <pc:chgData name="Owais Ahmed" userId="6abc7d4556b3b071" providerId="LiveId" clId="{959CB1E4-7D39-42F6-A5DB-453F49955B70}"/>
    <pc:docChg chg="undo custSel addSld delSld modSld sldOrd">
      <pc:chgData name="Owais Ahmed" userId="6abc7d4556b3b071" providerId="LiveId" clId="{959CB1E4-7D39-42F6-A5DB-453F49955B70}" dt="2023-07-14T08:28:26.770" v="3534" actId="20577"/>
      <pc:docMkLst>
        <pc:docMk/>
      </pc:docMkLst>
      <pc:sldChg chg="del">
        <pc:chgData name="Owais Ahmed" userId="6abc7d4556b3b071" providerId="LiveId" clId="{959CB1E4-7D39-42F6-A5DB-453F49955B70}" dt="2023-07-13T10:27:49.217" v="1" actId="47"/>
        <pc:sldMkLst>
          <pc:docMk/>
          <pc:sldMk cId="3927832306" sldId="2448"/>
        </pc:sldMkLst>
      </pc:sldChg>
      <pc:sldChg chg="modSp mod">
        <pc:chgData name="Owais Ahmed" userId="6abc7d4556b3b071" providerId="LiveId" clId="{959CB1E4-7D39-42F6-A5DB-453F49955B70}" dt="2023-07-14T07:29:02.406" v="226" actId="20577"/>
        <pc:sldMkLst>
          <pc:docMk/>
          <pc:sldMk cId="1649098948" sldId="2462"/>
        </pc:sldMkLst>
        <pc:spChg chg="mod">
          <ac:chgData name="Owais Ahmed" userId="6abc7d4556b3b071" providerId="LiveId" clId="{959CB1E4-7D39-42F6-A5DB-453F49955B70}" dt="2023-07-14T07:29:02.406" v="226" actId="20577"/>
          <ac:spMkLst>
            <pc:docMk/>
            <pc:sldMk cId="1649098948" sldId="2462"/>
            <ac:spMk id="6" creationId="{F3C89A40-EEAA-43AB-9A3A-B2CFDE450F1B}"/>
          </ac:spMkLst>
        </pc:spChg>
      </pc:sldChg>
      <pc:sldChg chg="modSp mod modAnim">
        <pc:chgData name="Owais Ahmed" userId="6abc7d4556b3b071" providerId="LiveId" clId="{959CB1E4-7D39-42F6-A5DB-453F49955B70}" dt="2023-07-14T07:14:24.888" v="95" actId="20577"/>
        <pc:sldMkLst>
          <pc:docMk/>
          <pc:sldMk cId="641030253" sldId="2479"/>
        </pc:sldMkLst>
        <pc:spChg chg="mod">
          <ac:chgData name="Owais Ahmed" userId="6abc7d4556b3b071" providerId="LiveId" clId="{959CB1E4-7D39-42F6-A5DB-453F49955B70}" dt="2023-07-14T07:14:24.888" v="95" actId="20577"/>
          <ac:spMkLst>
            <pc:docMk/>
            <pc:sldMk cId="641030253" sldId="2479"/>
            <ac:spMk id="3" creationId="{4A1C0383-58FE-E486-295E-B33B8683B938}"/>
          </ac:spMkLst>
        </pc:spChg>
      </pc:sldChg>
      <pc:sldChg chg="del">
        <pc:chgData name="Owais Ahmed" userId="6abc7d4556b3b071" providerId="LiveId" clId="{959CB1E4-7D39-42F6-A5DB-453F49955B70}" dt="2023-07-14T04:07:12.824" v="2" actId="47"/>
        <pc:sldMkLst>
          <pc:docMk/>
          <pc:sldMk cId="33298473" sldId="2480"/>
        </pc:sldMkLst>
      </pc:sldChg>
      <pc:sldChg chg="del">
        <pc:chgData name="Owais Ahmed" userId="6abc7d4556b3b071" providerId="LiveId" clId="{959CB1E4-7D39-42F6-A5DB-453F49955B70}" dt="2023-07-14T04:07:13.027" v="3" actId="47"/>
        <pc:sldMkLst>
          <pc:docMk/>
          <pc:sldMk cId="2242574499" sldId="2481"/>
        </pc:sldMkLst>
      </pc:sldChg>
      <pc:sldChg chg="del">
        <pc:chgData name="Owais Ahmed" userId="6abc7d4556b3b071" providerId="LiveId" clId="{959CB1E4-7D39-42F6-A5DB-453F49955B70}" dt="2023-07-14T04:07:13.238" v="4" actId="47"/>
        <pc:sldMkLst>
          <pc:docMk/>
          <pc:sldMk cId="3554497857" sldId="2482"/>
        </pc:sldMkLst>
      </pc:sldChg>
      <pc:sldChg chg="del">
        <pc:chgData name="Owais Ahmed" userId="6abc7d4556b3b071" providerId="LiveId" clId="{959CB1E4-7D39-42F6-A5DB-453F49955B70}" dt="2023-07-14T04:07:13.487" v="5" actId="47"/>
        <pc:sldMkLst>
          <pc:docMk/>
          <pc:sldMk cId="677534828" sldId="2483"/>
        </pc:sldMkLst>
      </pc:sldChg>
      <pc:sldChg chg="del">
        <pc:chgData name="Owais Ahmed" userId="6abc7d4556b3b071" providerId="LiveId" clId="{959CB1E4-7D39-42F6-A5DB-453F49955B70}" dt="2023-07-14T04:07:13.760" v="6" actId="47"/>
        <pc:sldMkLst>
          <pc:docMk/>
          <pc:sldMk cId="278977406" sldId="2484"/>
        </pc:sldMkLst>
      </pc:sldChg>
      <pc:sldChg chg="del">
        <pc:chgData name="Owais Ahmed" userId="6abc7d4556b3b071" providerId="LiveId" clId="{959CB1E4-7D39-42F6-A5DB-453F49955B70}" dt="2023-07-14T04:07:13.958" v="7" actId="47"/>
        <pc:sldMkLst>
          <pc:docMk/>
          <pc:sldMk cId="2995985000" sldId="2485"/>
        </pc:sldMkLst>
      </pc:sldChg>
      <pc:sldChg chg="del">
        <pc:chgData name="Owais Ahmed" userId="6abc7d4556b3b071" providerId="LiveId" clId="{959CB1E4-7D39-42F6-A5DB-453F49955B70}" dt="2023-07-14T04:07:14.073" v="8" actId="47"/>
        <pc:sldMkLst>
          <pc:docMk/>
          <pc:sldMk cId="1088870247" sldId="2486"/>
        </pc:sldMkLst>
      </pc:sldChg>
      <pc:sldChg chg="del">
        <pc:chgData name="Owais Ahmed" userId="6abc7d4556b3b071" providerId="LiveId" clId="{959CB1E4-7D39-42F6-A5DB-453F49955B70}" dt="2023-07-14T04:07:14.304" v="9" actId="47"/>
        <pc:sldMkLst>
          <pc:docMk/>
          <pc:sldMk cId="1653736541" sldId="2487"/>
        </pc:sldMkLst>
      </pc:sldChg>
      <pc:sldChg chg="del">
        <pc:chgData name="Owais Ahmed" userId="6abc7d4556b3b071" providerId="LiveId" clId="{959CB1E4-7D39-42F6-A5DB-453F49955B70}" dt="2023-07-14T04:07:14.440" v="10" actId="47"/>
        <pc:sldMkLst>
          <pc:docMk/>
          <pc:sldMk cId="633565940" sldId="2488"/>
        </pc:sldMkLst>
      </pc:sldChg>
      <pc:sldChg chg="del">
        <pc:chgData name="Owais Ahmed" userId="6abc7d4556b3b071" providerId="LiveId" clId="{959CB1E4-7D39-42F6-A5DB-453F49955B70}" dt="2023-07-14T04:07:14.614" v="11" actId="47"/>
        <pc:sldMkLst>
          <pc:docMk/>
          <pc:sldMk cId="4108314565" sldId="2489"/>
        </pc:sldMkLst>
      </pc:sldChg>
      <pc:sldChg chg="del">
        <pc:chgData name="Owais Ahmed" userId="6abc7d4556b3b071" providerId="LiveId" clId="{959CB1E4-7D39-42F6-A5DB-453F49955B70}" dt="2023-07-14T04:07:14.811" v="12" actId="47"/>
        <pc:sldMkLst>
          <pc:docMk/>
          <pc:sldMk cId="768465522" sldId="2490"/>
        </pc:sldMkLst>
      </pc:sldChg>
      <pc:sldChg chg="del">
        <pc:chgData name="Owais Ahmed" userId="6abc7d4556b3b071" providerId="LiveId" clId="{959CB1E4-7D39-42F6-A5DB-453F49955B70}" dt="2023-07-14T04:07:15.049" v="13" actId="47"/>
        <pc:sldMkLst>
          <pc:docMk/>
          <pc:sldMk cId="3640078836" sldId="2491"/>
        </pc:sldMkLst>
      </pc:sldChg>
      <pc:sldChg chg="del">
        <pc:chgData name="Owais Ahmed" userId="6abc7d4556b3b071" providerId="LiveId" clId="{959CB1E4-7D39-42F6-A5DB-453F49955B70}" dt="2023-07-14T04:07:15.190" v="14" actId="47"/>
        <pc:sldMkLst>
          <pc:docMk/>
          <pc:sldMk cId="1206654014" sldId="2492"/>
        </pc:sldMkLst>
      </pc:sldChg>
      <pc:sldChg chg="del">
        <pc:chgData name="Owais Ahmed" userId="6abc7d4556b3b071" providerId="LiveId" clId="{959CB1E4-7D39-42F6-A5DB-453F49955B70}" dt="2023-07-14T04:07:15.396" v="15" actId="47"/>
        <pc:sldMkLst>
          <pc:docMk/>
          <pc:sldMk cId="2770422083" sldId="2493"/>
        </pc:sldMkLst>
      </pc:sldChg>
      <pc:sldChg chg="del">
        <pc:chgData name="Owais Ahmed" userId="6abc7d4556b3b071" providerId="LiveId" clId="{959CB1E4-7D39-42F6-A5DB-453F49955B70}" dt="2023-07-14T04:07:15.613" v="16" actId="47"/>
        <pc:sldMkLst>
          <pc:docMk/>
          <pc:sldMk cId="1769907705" sldId="2494"/>
        </pc:sldMkLst>
      </pc:sldChg>
      <pc:sldChg chg="del">
        <pc:chgData name="Owais Ahmed" userId="6abc7d4556b3b071" providerId="LiveId" clId="{959CB1E4-7D39-42F6-A5DB-453F49955B70}" dt="2023-07-14T04:07:17.597" v="19" actId="47"/>
        <pc:sldMkLst>
          <pc:docMk/>
          <pc:sldMk cId="502436521" sldId="2495"/>
        </pc:sldMkLst>
      </pc:sldChg>
      <pc:sldChg chg="del">
        <pc:chgData name="Owais Ahmed" userId="6abc7d4556b3b071" providerId="LiveId" clId="{959CB1E4-7D39-42F6-A5DB-453F49955B70}" dt="2023-07-14T04:07:16.431" v="17" actId="47"/>
        <pc:sldMkLst>
          <pc:docMk/>
          <pc:sldMk cId="3658375322" sldId="2496"/>
        </pc:sldMkLst>
      </pc:sldChg>
      <pc:sldChg chg="del">
        <pc:chgData name="Owais Ahmed" userId="6abc7d4556b3b071" providerId="LiveId" clId="{959CB1E4-7D39-42F6-A5DB-453F49955B70}" dt="2023-07-14T04:07:16.723" v="18" actId="47"/>
        <pc:sldMkLst>
          <pc:docMk/>
          <pc:sldMk cId="1001608454" sldId="2497"/>
        </pc:sldMkLst>
      </pc:sldChg>
      <pc:sldChg chg="del">
        <pc:chgData name="Owais Ahmed" userId="6abc7d4556b3b071" providerId="LiveId" clId="{959CB1E4-7D39-42F6-A5DB-453F49955B70}" dt="2023-07-14T04:07:17.889" v="20" actId="47"/>
        <pc:sldMkLst>
          <pc:docMk/>
          <pc:sldMk cId="1881289253" sldId="2498"/>
        </pc:sldMkLst>
      </pc:sldChg>
      <pc:sldChg chg="del">
        <pc:chgData name="Owais Ahmed" userId="6abc7d4556b3b071" providerId="LiveId" clId="{959CB1E4-7D39-42F6-A5DB-453F49955B70}" dt="2023-07-14T04:07:18.534" v="21" actId="47"/>
        <pc:sldMkLst>
          <pc:docMk/>
          <pc:sldMk cId="3955736578" sldId="2499"/>
        </pc:sldMkLst>
      </pc:sldChg>
      <pc:sldChg chg="del">
        <pc:chgData name="Owais Ahmed" userId="6abc7d4556b3b071" providerId="LiveId" clId="{959CB1E4-7D39-42F6-A5DB-453F49955B70}" dt="2023-07-14T04:07:19.255" v="22" actId="47"/>
        <pc:sldMkLst>
          <pc:docMk/>
          <pc:sldMk cId="3647547761" sldId="2500"/>
        </pc:sldMkLst>
      </pc:sldChg>
      <pc:sldChg chg="del">
        <pc:chgData name="Owais Ahmed" userId="6abc7d4556b3b071" providerId="LiveId" clId="{959CB1E4-7D39-42F6-A5DB-453F49955B70}" dt="2023-07-14T04:07:19.494" v="23" actId="47"/>
        <pc:sldMkLst>
          <pc:docMk/>
          <pc:sldMk cId="3769573511" sldId="2501"/>
        </pc:sldMkLst>
      </pc:sldChg>
      <pc:sldChg chg="del">
        <pc:chgData name="Owais Ahmed" userId="6abc7d4556b3b071" providerId="LiveId" clId="{959CB1E4-7D39-42F6-A5DB-453F49955B70}" dt="2023-07-14T04:11:06.255" v="24" actId="47"/>
        <pc:sldMkLst>
          <pc:docMk/>
          <pc:sldMk cId="2150423912" sldId="2502"/>
        </pc:sldMkLst>
      </pc:sldChg>
      <pc:sldChg chg="add setBg">
        <pc:chgData name="Owais Ahmed" userId="6abc7d4556b3b071" providerId="LiveId" clId="{959CB1E4-7D39-42F6-A5DB-453F49955B70}" dt="2023-07-13T10:27:47.831" v="0"/>
        <pc:sldMkLst>
          <pc:docMk/>
          <pc:sldMk cId="146856052" sldId="2503"/>
        </pc:sldMkLst>
      </pc:sldChg>
      <pc:sldChg chg="modSp add mod">
        <pc:chgData name="Owais Ahmed" userId="6abc7d4556b3b071" providerId="LiveId" clId="{959CB1E4-7D39-42F6-A5DB-453F49955B70}" dt="2023-07-14T07:28:02.811" v="117" actId="20577"/>
        <pc:sldMkLst>
          <pc:docMk/>
          <pc:sldMk cId="1742566059" sldId="2504"/>
        </pc:sldMkLst>
        <pc:spChg chg="mod">
          <ac:chgData name="Owais Ahmed" userId="6abc7d4556b3b071" providerId="LiveId" clId="{959CB1E4-7D39-42F6-A5DB-453F49955B70}" dt="2023-07-14T07:28:02.811" v="117" actId="20577"/>
          <ac:spMkLst>
            <pc:docMk/>
            <pc:sldMk cId="1742566059" sldId="2504"/>
            <ac:spMk id="215" creationId="{00000000-0000-0000-0000-000000000000}"/>
          </ac:spMkLst>
        </pc:spChg>
      </pc:sldChg>
      <pc:sldChg chg="modSp add mod">
        <pc:chgData name="Owais Ahmed" userId="6abc7d4556b3b071" providerId="LiveId" clId="{959CB1E4-7D39-42F6-A5DB-453F49955B70}" dt="2023-07-14T07:28:14.022" v="149" actId="20577"/>
        <pc:sldMkLst>
          <pc:docMk/>
          <pc:sldMk cId="3840363020" sldId="2505"/>
        </pc:sldMkLst>
        <pc:spChg chg="mod">
          <ac:chgData name="Owais Ahmed" userId="6abc7d4556b3b071" providerId="LiveId" clId="{959CB1E4-7D39-42F6-A5DB-453F49955B70}" dt="2023-07-14T07:28:14.022" v="149" actId="20577"/>
          <ac:spMkLst>
            <pc:docMk/>
            <pc:sldMk cId="3840363020" sldId="2505"/>
            <ac:spMk id="215" creationId="{00000000-0000-0000-0000-000000000000}"/>
          </ac:spMkLst>
        </pc:spChg>
      </pc:sldChg>
      <pc:sldChg chg="modSp add mod modAnim">
        <pc:chgData name="Owais Ahmed" userId="6abc7d4556b3b071" providerId="LiveId" clId="{959CB1E4-7D39-42F6-A5DB-453F49955B70}" dt="2023-07-14T08:10:40.673" v="2840" actId="27636"/>
        <pc:sldMkLst>
          <pc:docMk/>
          <pc:sldMk cId="4221376715" sldId="2506"/>
        </pc:sldMkLst>
        <pc:spChg chg="mod">
          <ac:chgData name="Owais Ahmed" userId="6abc7d4556b3b071" providerId="LiveId" clId="{959CB1E4-7D39-42F6-A5DB-453F49955B70}" dt="2023-07-14T08:10:40.673" v="2840" actId="27636"/>
          <ac:spMkLst>
            <pc:docMk/>
            <pc:sldMk cId="4221376715" sldId="2506"/>
            <ac:spMk id="3" creationId="{4A1C0383-58FE-E486-295E-B33B8683B938}"/>
          </ac:spMkLst>
        </pc:spChg>
        <pc:spChg chg="mod">
          <ac:chgData name="Owais Ahmed" userId="6abc7d4556b3b071" providerId="LiveId" clId="{959CB1E4-7D39-42F6-A5DB-453F49955B70}" dt="2023-07-14T07:28:23.387" v="160" actId="20577"/>
          <ac:spMkLst>
            <pc:docMk/>
            <pc:sldMk cId="4221376715" sldId="2506"/>
            <ac:spMk id="215" creationId="{00000000-0000-0000-0000-000000000000}"/>
          </ac:spMkLst>
        </pc:spChg>
      </pc:sldChg>
      <pc:sldChg chg="modSp add mod modAnim">
        <pc:chgData name="Owais Ahmed" userId="6abc7d4556b3b071" providerId="LiveId" clId="{959CB1E4-7D39-42F6-A5DB-453F49955B70}" dt="2023-07-14T08:14:00.890" v="3101" actId="20577"/>
        <pc:sldMkLst>
          <pc:docMk/>
          <pc:sldMk cId="875357634" sldId="2507"/>
        </pc:sldMkLst>
        <pc:spChg chg="mod">
          <ac:chgData name="Owais Ahmed" userId="6abc7d4556b3b071" providerId="LiveId" clId="{959CB1E4-7D39-42F6-A5DB-453F49955B70}" dt="2023-07-14T08:14:00.890" v="3101" actId="20577"/>
          <ac:spMkLst>
            <pc:docMk/>
            <pc:sldMk cId="875357634" sldId="2507"/>
            <ac:spMk id="3" creationId="{4A1C0383-58FE-E486-295E-B33B8683B938}"/>
          </ac:spMkLst>
        </pc:spChg>
        <pc:spChg chg="mod">
          <ac:chgData name="Owais Ahmed" userId="6abc7d4556b3b071" providerId="LiveId" clId="{959CB1E4-7D39-42F6-A5DB-453F49955B70}" dt="2023-07-14T07:28:32.176" v="186" actId="20577"/>
          <ac:spMkLst>
            <pc:docMk/>
            <pc:sldMk cId="875357634" sldId="2507"/>
            <ac:spMk id="215" creationId="{00000000-0000-0000-0000-000000000000}"/>
          </ac:spMkLst>
        </pc:spChg>
      </pc:sldChg>
      <pc:sldChg chg="modSp add mod modAnim">
        <pc:chgData name="Owais Ahmed" userId="6abc7d4556b3b071" providerId="LiveId" clId="{959CB1E4-7D39-42F6-A5DB-453F49955B70}" dt="2023-07-14T07:36:40.612" v="1180" actId="20577"/>
        <pc:sldMkLst>
          <pc:docMk/>
          <pc:sldMk cId="1319355793" sldId="2508"/>
        </pc:sldMkLst>
        <pc:spChg chg="mod">
          <ac:chgData name="Owais Ahmed" userId="6abc7d4556b3b071" providerId="LiveId" clId="{959CB1E4-7D39-42F6-A5DB-453F49955B70}" dt="2023-07-14T07:36:39.250" v="1179" actId="20577"/>
          <ac:spMkLst>
            <pc:docMk/>
            <pc:sldMk cId="1319355793" sldId="2508"/>
            <ac:spMk id="3" creationId="{4A1C0383-58FE-E486-295E-B33B8683B938}"/>
          </ac:spMkLst>
        </pc:spChg>
        <pc:spChg chg="mod">
          <ac:chgData name="Owais Ahmed" userId="6abc7d4556b3b071" providerId="LiveId" clId="{959CB1E4-7D39-42F6-A5DB-453F49955B70}" dt="2023-07-14T07:28:43.077" v="207" actId="20577"/>
          <ac:spMkLst>
            <pc:docMk/>
            <pc:sldMk cId="1319355793" sldId="2508"/>
            <ac:spMk id="215" creationId="{00000000-0000-0000-0000-000000000000}"/>
          </ac:spMkLst>
        </pc:spChg>
      </pc:sldChg>
      <pc:sldChg chg="modSp add mod modAnim">
        <pc:chgData name="Owais Ahmed" userId="6abc7d4556b3b071" providerId="LiveId" clId="{959CB1E4-7D39-42F6-A5DB-453F49955B70}" dt="2023-07-14T07:35:48.151" v="1173" actId="114"/>
        <pc:sldMkLst>
          <pc:docMk/>
          <pc:sldMk cId="535421403" sldId="2509"/>
        </pc:sldMkLst>
        <pc:spChg chg="mod">
          <ac:chgData name="Owais Ahmed" userId="6abc7d4556b3b071" providerId="LiveId" clId="{959CB1E4-7D39-42F6-A5DB-453F49955B70}" dt="2023-07-14T07:35:48.151" v="1173" actId="114"/>
          <ac:spMkLst>
            <pc:docMk/>
            <pc:sldMk cId="535421403" sldId="2509"/>
            <ac:spMk id="3" creationId="{4A1C0383-58FE-E486-295E-B33B8683B938}"/>
          </ac:spMkLst>
        </pc:spChg>
        <pc:spChg chg="mod">
          <ac:chgData name="Owais Ahmed" userId="6abc7d4556b3b071" providerId="LiveId" clId="{959CB1E4-7D39-42F6-A5DB-453F49955B70}" dt="2023-07-14T07:28:58.076" v="225" actId="20577"/>
          <ac:spMkLst>
            <pc:docMk/>
            <pc:sldMk cId="535421403" sldId="2509"/>
            <ac:spMk id="215" creationId="{00000000-0000-0000-0000-000000000000}"/>
          </ac:spMkLst>
        </pc:spChg>
      </pc:sldChg>
      <pc:sldChg chg="addSp delSp modSp add mod modClrScheme delAnim modAnim chgLayout">
        <pc:chgData name="Owais Ahmed" userId="6abc7d4556b3b071" providerId="LiveId" clId="{959CB1E4-7D39-42F6-A5DB-453F49955B70}" dt="2023-07-14T08:25:02.360" v="3212" actId="404"/>
        <pc:sldMkLst>
          <pc:docMk/>
          <pc:sldMk cId="828323908" sldId="2510"/>
        </pc:sldMkLst>
        <pc:spChg chg="mod ord">
          <ac:chgData name="Owais Ahmed" userId="6abc7d4556b3b071" providerId="LiveId" clId="{959CB1E4-7D39-42F6-A5DB-453F49955B70}" dt="2023-07-14T07:46:22.296" v="1907" actId="700"/>
          <ac:spMkLst>
            <pc:docMk/>
            <pc:sldMk cId="828323908" sldId="2510"/>
            <ac:spMk id="2" creationId="{00000000-0000-0000-0000-000000000000}"/>
          </ac:spMkLst>
        </pc:spChg>
        <pc:spChg chg="del mod">
          <ac:chgData name="Owais Ahmed" userId="6abc7d4556b3b071" providerId="LiveId" clId="{959CB1E4-7D39-42F6-A5DB-453F49955B70}" dt="2023-07-14T07:46:09.719" v="1904" actId="478"/>
          <ac:spMkLst>
            <pc:docMk/>
            <pc:sldMk cId="828323908" sldId="2510"/>
            <ac:spMk id="3" creationId="{4A1C0383-58FE-E486-295E-B33B8683B938}"/>
          </ac:spMkLst>
        </pc:spChg>
        <pc:spChg chg="add del mod ord">
          <ac:chgData name="Owais Ahmed" userId="6abc7d4556b3b071" providerId="LiveId" clId="{959CB1E4-7D39-42F6-A5DB-453F49955B70}" dt="2023-07-14T07:46:06.987" v="1903" actId="700"/>
          <ac:spMkLst>
            <pc:docMk/>
            <pc:sldMk cId="828323908" sldId="2510"/>
            <ac:spMk id="4" creationId="{5710AE3D-E887-722C-72D0-AA8590335A2F}"/>
          </ac:spMkLst>
        </pc:spChg>
        <pc:spChg chg="add del mod">
          <ac:chgData name="Owais Ahmed" userId="6abc7d4556b3b071" providerId="LiveId" clId="{959CB1E4-7D39-42F6-A5DB-453F49955B70}" dt="2023-07-14T07:54:34.062" v="2259" actId="478"/>
          <ac:spMkLst>
            <pc:docMk/>
            <pc:sldMk cId="828323908" sldId="2510"/>
            <ac:spMk id="4" creationId="{8015C0BD-EDDD-5FF8-EC07-C74D586506FB}"/>
          </ac:spMkLst>
        </pc:spChg>
        <pc:spChg chg="add del mod ord">
          <ac:chgData name="Owais Ahmed" userId="6abc7d4556b3b071" providerId="LiveId" clId="{959CB1E4-7D39-42F6-A5DB-453F49955B70}" dt="2023-07-14T07:46:06.987" v="1903" actId="700"/>
          <ac:spMkLst>
            <pc:docMk/>
            <pc:sldMk cId="828323908" sldId="2510"/>
            <ac:spMk id="5" creationId="{B8B1DB2B-95A7-FE6A-8A11-A4F86AA53710}"/>
          </ac:spMkLst>
        </pc:spChg>
        <pc:spChg chg="add del mod">
          <ac:chgData name="Owais Ahmed" userId="6abc7d4556b3b071" providerId="LiveId" clId="{959CB1E4-7D39-42F6-A5DB-453F49955B70}" dt="2023-07-14T07:54:42.642" v="2262" actId="478"/>
          <ac:spMkLst>
            <pc:docMk/>
            <pc:sldMk cId="828323908" sldId="2510"/>
            <ac:spMk id="6" creationId="{8CA52B88-D03C-5BB6-436D-7BB5D16D3710}"/>
          </ac:spMkLst>
        </pc:spChg>
        <pc:spChg chg="add del mod ord">
          <ac:chgData name="Owais Ahmed" userId="6abc7d4556b3b071" providerId="LiveId" clId="{959CB1E4-7D39-42F6-A5DB-453F49955B70}" dt="2023-07-14T07:46:06.987" v="1903" actId="700"/>
          <ac:spMkLst>
            <pc:docMk/>
            <pc:sldMk cId="828323908" sldId="2510"/>
            <ac:spMk id="6" creationId="{C30A2C5B-4712-3314-A296-11680530FB7E}"/>
          </ac:spMkLst>
        </pc:spChg>
        <pc:spChg chg="add del mod ord">
          <ac:chgData name="Owais Ahmed" userId="6abc7d4556b3b071" providerId="LiveId" clId="{959CB1E4-7D39-42F6-A5DB-453F49955B70}" dt="2023-07-14T07:46:06.987" v="1903" actId="700"/>
          <ac:spMkLst>
            <pc:docMk/>
            <pc:sldMk cId="828323908" sldId="2510"/>
            <ac:spMk id="7" creationId="{281D0436-C823-AD5E-8498-F7318D0CBDDC}"/>
          </ac:spMkLst>
        </pc:spChg>
        <pc:spChg chg="add del mod">
          <ac:chgData name="Owais Ahmed" userId="6abc7d4556b3b071" providerId="LiveId" clId="{959CB1E4-7D39-42F6-A5DB-453F49955B70}" dt="2023-07-14T07:54:52.993" v="2266" actId="478"/>
          <ac:spMkLst>
            <pc:docMk/>
            <pc:sldMk cId="828323908" sldId="2510"/>
            <ac:spMk id="8" creationId="{2EBBBE5B-B84F-0CFD-34C6-2C28F3EA07CE}"/>
          </ac:spMkLst>
        </pc:spChg>
        <pc:spChg chg="add del mod ord">
          <ac:chgData name="Owais Ahmed" userId="6abc7d4556b3b071" providerId="LiveId" clId="{959CB1E4-7D39-42F6-A5DB-453F49955B70}" dt="2023-07-14T07:46:06.987" v="1903" actId="700"/>
          <ac:spMkLst>
            <pc:docMk/>
            <pc:sldMk cId="828323908" sldId="2510"/>
            <ac:spMk id="8" creationId="{6CFF706B-1F7F-2342-D32C-0D84C4232D84}"/>
          </ac:spMkLst>
        </pc:spChg>
        <pc:spChg chg="add del mod ord">
          <ac:chgData name="Owais Ahmed" userId="6abc7d4556b3b071" providerId="LiveId" clId="{959CB1E4-7D39-42F6-A5DB-453F49955B70}" dt="2023-07-14T07:46:06.987" v="1903" actId="700"/>
          <ac:spMkLst>
            <pc:docMk/>
            <pc:sldMk cId="828323908" sldId="2510"/>
            <ac:spMk id="9" creationId="{29EF5571-8BEF-7A9F-F782-BD47161B6628}"/>
          </ac:spMkLst>
        </pc:spChg>
        <pc:spChg chg="add mod">
          <ac:chgData name="Owais Ahmed" userId="6abc7d4556b3b071" providerId="LiveId" clId="{959CB1E4-7D39-42F6-A5DB-453F49955B70}" dt="2023-07-14T08:23:48.740" v="3159" actId="14100"/>
          <ac:spMkLst>
            <pc:docMk/>
            <pc:sldMk cId="828323908" sldId="2510"/>
            <ac:spMk id="9" creationId="{719CD7FA-0A20-A310-F301-0858C16C36AA}"/>
          </ac:spMkLst>
        </pc:spChg>
        <pc:spChg chg="add del mod ord">
          <ac:chgData name="Owais Ahmed" userId="6abc7d4556b3b071" providerId="LiveId" clId="{959CB1E4-7D39-42F6-A5DB-453F49955B70}" dt="2023-07-14T07:46:15.386" v="1906" actId="700"/>
          <ac:spMkLst>
            <pc:docMk/>
            <pc:sldMk cId="828323908" sldId="2510"/>
            <ac:spMk id="10" creationId="{00EDA668-CAB3-294A-6F51-4FD96B8A8B1E}"/>
          </ac:spMkLst>
        </pc:spChg>
        <pc:spChg chg="add mod">
          <ac:chgData name="Owais Ahmed" userId="6abc7d4556b3b071" providerId="LiveId" clId="{959CB1E4-7D39-42F6-A5DB-453F49955B70}" dt="2023-07-14T08:23:55.792" v="3160" actId="1076"/>
          <ac:spMkLst>
            <pc:docMk/>
            <pc:sldMk cId="828323908" sldId="2510"/>
            <ac:spMk id="10" creationId="{0D130943-8996-BB48-9A55-11914B9BF6EE}"/>
          </ac:spMkLst>
        </pc:spChg>
        <pc:spChg chg="add mod">
          <ac:chgData name="Owais Ahmed" userId="6abc7d4556b3b071" providerId="LiveId" clId="{959CB1E4-7D39-42F6-A5DB-453F49955B70}" dt="2023-07-14T08:25:02.360" v="3212" actId="404"/>
          <ac:spMkLst>
            <pc:docMk/>
            <pc:sldMk cId="828323908" sldId="2510"/>
            <ac:spMk id="11" creationId="{3E2BB547-3501-8DDB-6CF9-AD6AF89A1E2F}"/>
          </ac:spMkLst>
        </pc:spChg>
        <pc:spChg chg="add del mod ord">
          <ac:chgData name="Owais Ahmed" userId="6abc7d4556b3b071" providerId="LiveId" clId="{959CB1E4-7D39-42F6-A5DB-453F49955B70}" dt="2023-07-14T07:46:15.386" v="1906" actId="700"/>
          <ac:spMkLst>
            <pc:docMk/>
            <pc:sldMk cId="828323908" sldId="2510"/>
            <ac:spMk id="11" creationId="{C17079E0-15C8-7A56-DD34-81A86526ADFD}"/>
          </ac:spMkLst>
        </pc:spChg>
        <pc:spChg chg="add del mod ord">
          <ac:chgData name="Owais Ahmed" userId="6abc7d4556b3b071" providerId="LiveId" clId="{959CB1E4-7D39-42F6-A5DB-453F49955B70}" dt="2023-07-14T07:46:15.386" v="1906" actId="700"/>
          <ac:spMkLst>
            <pc:docMk/>
            <pc:sldMk cId="828323908" sldId="2510"/>
            <ac:spMk id="12" creationId="{5A41D88F-B14F-9BF4-C5CE-2CAFB37E8244}"/>
          </ac:spMkLst>
        </pc:spChg>
        <pc:spChg chg="add del mod ord">
          <ac:chgData name="Owais Ahmed" userId="6abc7d4556b3b071" providerId="LiveId" clId="{959CB1E4-7D39-42F6-A5DB-453F49955B70}" dt="2023-07-14T07:46:15.386" v="1906" actId="700"/>
          <ac:spMkLst>
            <pc:docMk/>
            <pc:sldMk cId="828323908" sldId="2510"/>
            <ac:spMk id="13" creationId="{3D028BC6-48FD-855E-8025-742D87BB0943}"/>
          </ac:spMkLst>
        </pc:spChg>
        <pc:spChg chg="add del mod ord">
          <ac:chgData name="Owais Ahmed" userId="6abc7d4556b3b071" providerId="LiveId" clId="{959CB1E4-7D39-42F6-A5DB-453F49955B70}" dt="2023-07-14T07:46:15.386" v="1906" actId="700"/>
          <ac:spMkLst>
            <pc:docMk/>
            <pc:sldMk cId="828323908" sldId="2510"/>
            <ac:spMk id="14" creationId="{9775E9D6-4A26-9340-05E9-6D7279A984BC}"/>
          </ac:spMkLst>
        </pc:spChg>
        <pc:spChg chg="add del mod ord">
          <ac:chgData name="Owais Ahmed" userId="6abc7d4556b3b071" providerId="LiveId" clId="{959CB1E4-7D39-42F6-A5DB-453F49955B70}" dt="2023-07-14T07:46:15.386" v="1906" actId="700"/>
          <ac:spMkLst>
            <pc:docMk/>
            <pc:sldMk cId="828323908" sldId="2510"/>
            <ac:spMk id="15" creationId="{21F2F17D-DF84-AF25-76EF-6F60F02E07C5}"/>
          </ac:spMkLst>
        </pc:spChg>
        <pc:spChg chg="add del mod ord">
          <ac:chgData name="Owais Ahmed" userId="6abc7d4556b3b071" providerId="LiveId" clId="{959CB1E4-7D39-42F6-A5DB-453F49955B70}" dt="2023-07-14T07:46:41.896" v="1939" actId="478"/>
          <ac:spMkLst>
            <pc:docMk/>
            <pc:sldMk cId="828323908" sldId="2510"/>
            <ac:spMk id="16" creationId="{669F00B8-43CC-8B9D-7F5B-52F722738807}"/>
          </ac:spMkLst>
        </pc:spChg>
        <pc:spChg chg="add del mod ord">
          <ac:chgData name="Owais Ahmed" userId="6abc7d4556b3b071" providerId="LiveId" clId="{959CB1E4-7D39-42F6-A5DB-453F49955B70}" dt="2023-07-14T07:46:42.862" v="1940" actId="478"/>
          <ac:spMkLst>
            <pc:docMk/>
            <pc:sldMk cId="828323908" sldId="2510"/>
            <ac:spMk id="17" creationId="{24116BB6-8258-873A-4640-AAF9B58AE974}"/>
          </ac:spMkLst>
        </pc:spChg>
        <pc:spChg chg="add del mod ord">
          <ac:chgData name="Owais Ahmed" userId="6abc7d4556b3b071" providerId="LiveId" clId="{959CB1E4-7D39-42F6-A5DB-453F49955B70}" dt="2023-07-14T07:46:56.045" v="1945" actId="478"/>
          <ac:spMkLst>
            <pc:docMk/>
            <pc:sldMk cId="828323908" sldId="2510"/>
            <ac:spMk id="18" creationId="{1117DE94-9329-9524-3D6B-45CBF2FE9EF6}"/>
          </ac:spMkLst>
        </pc:spChg>
        <pc:spChg chg="add del mod ord">
          <ac:chgData name="Owais Ahmed" userId="6abc7d4556b3b071" providerId="LiveId" clId="{959CB1E4-7D39-42F6-A5DB-453F49955B70}" dt="2023-07-14T07:54:30.944" v="2258" actId="478"/>
          <ac:spMkLst>
            <pc:docMk/>
            <pc:sldMk cId="828323908" sldId="2510"/>
            <ac:spMk id="19" creationId="{6996901C-91C4-D3D5-AF99-347B96E9D94B}"/>
          </ac:spMkLst>
        </pc:spChg>
        <pc:spChg chg="add del mod ord">
          <ac:chgData name="Owais Ahmed" userId="6abc7d4556b3b071" providerId="LiveId" clId="{959CB1E4-7D39-42F6-A5DB-453F49955B70}" dt="2023-07-14T07:54:40.369" v="2261" actId="478"/>
          <ac:spMkLst>
            <pc:docMk/>
            <pc:sldMk cId="828323908" sldId="2510"/>
            <ac:spMk id="20" creationId="{B26AD083-EC28-D45C-8E8A-DA03473A7BCA}"/>
          </ac:spMkLst>
        </pc:spChg>
        <pc:spChg chg="add del mod ord">
          <ac:chgData name="Owais Ahmed" userId="6abc7d4556b3b071" providerId="LiveId" clId="{959CB1E4-7D39-42F6-A5DB-453F49955B70}" dt="2023-07-14T07:54:50.785" v="2265" actId="478"/>
          <ac:spMkLst>
            <pc:docMk/>
            <pc:sldMk cId="828323908" sldId="2510"/>
            <ac:spMk id="21" creationId="{EE359D1F-E0D1-9A96-D985-93DE6A16A91D}"/>
          </ac:spMkLst>
        </pc:spChg>
        <pc:spChg chg="add del mod">
          <ac:chgData name="Owais Ahmed" userId="6abc7d4556b3b071" providerId="LiveId" clId="{959CB1E4-7D39-42F6-A5DB-453F49955B70}" dt="2023-07-14T07:46:54.707" v="1944" actId="478"/>
          <ac:spMkLst>
            <pc:docMk/>
            <pc:sldMk cId="828323908" sldId="2510"/>
            <ac:spMk id="23" creationId="{0AA04083-0270-C4B5-31B3-7512581FA280}"/>
          </ac:spMkLst>
        </pc:spChg>
        <pc:spChg chg="add mod">
          <ac:chgData name="Owais Ahmed" userId="6abc7d4556b3b071" providerId="LiveId" clId="{959CB1E4-7D39-42F6-A5DB-453F49955B70}" dt="2023-07-14T08:09:49.268" v="2834" actId="14100"/>
          <ac:spMkLst>
            <pc:docMk/>
            <pc:sldMk cId="828323908" sldId="2510"/>
            <ac:spMk id="24" creationId="{A19C6AD0-536B-656B-58EE-5EE8FD9FBD66}"/>
          </ac:spMkLst>
        </pc:spChg>
        <pc:spChg chg="mod">
          <ac:chgData name="Owais Ahmed" userId="6abc7d4556b3b071" providerId="LiveId" clId="{959CB1E4-7D39-42F6-A5DB-453F49955B70}" dt="2023-07-14T07:47:28.050" v="1958" actId="20577"/>
          <ac:spMkLst>
            <pc:docMk/>
            <pc:sldMk cId="828323908" sldId="2510"/>
            <ac:spMk id="215" creationId="{00000000-0000-0000-0000-000000000000}"/>
          </ac:spMkLst>
        </pc:spChg>
      </pc:sldChg>
      <pc:sldChg chg="add del">
        <pc:chgData name="Owais Ahmed" userId="6abc7d4556b3b071" providerId="LiveId" clId="{959CB1E4-7D39-42F6-A5DB-453F49955B70}" dt="2023-07-14T08:25:24.177" v="3214" actId="2890"/>
        <pc:sldMkLst>
          <pc:docMk/>
          <pc:sldMk cId="326634930" sldId="2511"/>
        </pc:sldMkLst>
      </pc:sldChg>
      <pc:sldChg chg="addSp delSp modSp add del mod addAnim delAnim modAnim">
        <pc:chgData name="Owais Ahmed" userId="6abc7d4556b3b071" providerId="LiveId" clId="{959CB1E4-7D39-42F6-A5DB-453F49955B70}" dt="2023-07-14T08:22:44.496" v="3120" actId="47"/>
        <pc:sldMkLst>
          <pc:docMk/>
          <pc:sldMk cId="783591075" sldId="2511"/>
        </pc:sldMkLst>
        <pc:spChg chg="mod">
          <ac:chgData name="Owais Ahmed" userId="6abc7d4556b3b071" providerId="LiveId" clId="{959CB1E4-7D39-42F6-A5DB-453F49955B70}" dt="2023-07-14T08:22:41.315" v="3118" actId="14100"/>
          <ac:spMkLst>
            <pc:docMk/>
            <pc:sldMk cId="783591075" sldId="2511"/>
            <ac:spMk id="9" creationId="{719CD7FA-0A20-A310-F301-0858C16C36AA}"/>
          </ac:spMkLst>
        </pc:spChg>
        <pc:spChg chg="mod">
          <ac:chgData name="Owais Ahmed" userId="6abc7d4556b3b071" providerId="LiveId" clId="{959CB1E4-7D39-42F6-A5DB-453F49955B70}" dt="2023-07-14T08:22:41.315" v="3118" actId="14100"/>
          <ac:spMkLst>
            <pc:docMk/>
            <pc:sldMk cId="783591075" sldId="2511"/>
            <ac:spMk id="10" creationId="{0D130943-8996-BB48-9A55-11914B9BF6EE}"/>
          </ac:spMkLst>
        </pc:spChg>
        <pc:spChg chg="add del">
          <ac:chgData name="Owais Ahmed" userId="6abc7d4556b3b071" providerId="LiveId" clId="{959CB1E4-7D39-42F6-A5DB-453F49955B70}" dt="2023-07-14T08:22:41.741" v="3119" actId="478"/>
          <ac:spMkLst>
            <pc:docMk/>
            <pc:sldMk cId="783591075" sldId="2511"/>
            <ac:spMk id="11" creationId="{3E2BB547-3501-8DDB-6CF9-AD6AF89A1E2F}"/>
          </ac:spMkLst>
        </pc:spChg>
      </pc:sldChg>
      <pc:sldChg chg="modSp add mod ord modAnim">
        <pc:chgData name="Owais Ahmed" userId="6abc7d4556b3b071" providerId="LiveId" clId="{959CB1E4-7D39-42F6-A5DB-453F49955B70}" dt="2023-07-14T08:28:26.770" v="3534" actId="20577"/>
        <pc:sldMkLst>
          <pc:docMk/>
          <pc:sldMk cId="1223560295" sldId="2511"/>
        </pc:sldMkLst>
        <pc:spChg chg="mod">
          <ac:chgData name="Owais Ahmed" userId="6abc7d4556b3b071" providerId="LiveId" clId="{959CB1E4-7D39-42F6-A5DB-453F49955B70}" dt="2023-07-14T08:28:26.770" v="3534" actId="20577"/>
          <ac:spMkLst>
            <pc:docMk/>
            <pc:sldMk cId="1223560295" sldId="2511"/>
            <ac:spMk id="3" creationId="{4A1C0383-58FE-E486-295E-B33B8683B938}"/>
          </ac:spMkLst>
        </pc:spChg>
        <pc:spChg chg="mod">
          <ac:chgData name="Owais Ahmed" userId="6abc7d4556b3b071" providerId="LiveId" clId="{959CB1E4-7D39-42F6-A5DB-453F49955B70}" dt="2023-07-14T08:25:34.626" v="3227" actId="20577"/>
          <ac:spMkLst>
            <pc:docMk/>
            <pc:sldMk cId="1223560295" sldId="2511"/>
            <ac:spMk id="215" creationId="{00000000-0000-0000-0000-000000000000}"/>
          </ac:spMkLst>
        </pc:sp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pChg chg="mod">
          <ac:chgData name="Owais Ahmed" userId="6abc7d4556b3b071" providerId="LiveId" clId="{85A129D3-1BA4-4A63-924B-7772A7960428}" dt="2023-03-02T04:05:28.784" v="22" actId="20577"/>
          <ac:spMkLst>
            <pc:docMk/>
            <pc:sldMk cId="3927832306" sldId="2448"/>
            <ac:spMk id="9" creationId="{79DC1498-E692-42BA-B69F-6D37E6CFACA0}"/>
          </ac:spMkLst>
        </pc:spChg>
      </pc:sldChg>
      <pc:sldChg chg="modSp mod">
        <pc:chgData name="Owais Ahmed" userId="6abc7d4556b3b071" providerId="LiveId" clId="{85A129D3-1BA4-4A63-924B-7772A7960428}" dt="2023-03-02T04:05:48.052" v="25" actId="20577"/>
        <pc:sldMkLst>
          <pc:docMk/>
          <pc:sldMk cId="1649098948" sldId="2462"/>
        </pc:sldMkLst>
        <pc:spChg chg="mod">
          <ac:chgData name="Owais Ahmed" userId="6abc7d4556b3b071" providerId="LiveId" clId="{85A129D3-1BA4-4A63-924B-7772A7960428}" dt="2023-03-02T04:05:48.052" v="25" actId="20577"/>
          <ac:spMkLst>
            <pc:docMk/>
            <pc:sldMk cId="1649098948" sldId="2462"/>
            <ac:spMk id="6" creationId="{F3C89A40-EEAA-43AB-9A3A-B2CFDE450F1B}"/>
          </ac:spMkLst>
        </pc:spChg>
      </pc:sldChg>
      <pc:sldChg chg="modSp modNotesTx">
        <pc:chgData name="Owais Ahmed" userId="6abc7d4556b3b071" providerId="LiveId" clId="{85A129D3-1BA4-4A63-924B-7772A7960428}" dt="2023-03-02T04:09:29.587" v="112"/>
        <pc:sldMkLst>
          <pc:docMk/>
          <pc:sldMk cId="641030253" sldId="2479"/>
        </pc:sldMkLst>
        <pc:spChg chg="mod">
          <ac:chgData name="Owais Ahmed" userId="6abc7d4556b3b071" providerId="LiveId" clId="{85A129D3-1BA4-4A63-924B-7772A7960428}" dt="2023-03-02T04:06:14.352" v="51" actId="20577"/>
          <ac:spMkLst>
            <pc:docMk/>
            <pc:sldMk cId="641030253" sldId="2479"/>
            <ac:spMk id="3" creationId="{4A1C0383-58FE-E486-295E-B33B8683B938}"/>
          </ac:spMkLst>
        </pc:spChg>
      </pc:sldChg>
      <pc:sldChg chg="modSp mod modAnim">
        <pc:chgData name="Owais Ahmed" userId="6abc7d4556b3b071" providerId="LiveId" clId="{85A129D3-1BA4-4A63-924B-7772A7960428}" dt="2023-03-02T04:20:49.483" v="340" actId="255"/>
        <pc:sldMkLst>
          <pc:docMk/>
          <pc:sldMk cId="2426892836" sldId="2485"/>
        </pc:sldMkLst>
        <pc:spChg chg="mod">
          <ac:chgData name="Owais Ahmed" userId="6abc7d4556b3b071" providerId="LiveId" clId="{85A129D3-1BA4-4A63-924B-7772A7960428}" dt="2023-03-02T04:20:49.483" v="340" actId="255"/>
          <ac:spMkLst>
            <pc:docMk/>
            <pc:sldMk cId="2426892836" sldId="2485"/>
            <ac:spMk id="3" creationId="{4A1C0383-58FE-E486-295E-B33B8683B938}"/>
          </ac:spMkLst>
        </pc:spChg>
      </pc:sldChg>
      <pc:sldChg chg="modSp mod modAnim modNotesTx">
        <pc:chgData name="Owais Ahmed" userId="6abc7d4556b3b071" providerId="LiveId" clId="{85A129D3-1BA4-4A63-924B-7772A7960428}" dt="2023-03-02T04:09:44.680" v="114"/>
        <pc:sldMkLst>
          <pc:docMk/>
          <pc:sldMk cId="3132224988" sldId="2486"/>
        </pc:sldMkLst>
        <pc:spChg chg="mod">
          <ac:chgData name="Owais Ahmed" userId="6abc7d4556b3b071" providerId="LiveId" clId="{85A129D3-1BA4-4A63-924B-7772A7960428}" dt="2023-03-02T04:06:46.928" v="67" actId="20577"/>
          <ac:spMkLst>
            <pc:docMk/>
            <pc:sldMk cId="3132224988" sldId="2486"/>
            <ac:spMk id="3" creationId="{4A1C0383-58FE-E486-295E-B33B8683B938}"/>
          </ac:spMkLst>
        </pc:spChg>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pChg chg="mod">
          <ac:chgData name="Owais Ahmed" userId="6abc7d4556b3b071" providerId="LiveId" clId="{85A129D3-1BA4-4A63-924B-7772A7960428}" dt="2023-03-02T04:10:00.993" v="125" actId="20577"/>
          <ac:spMkLst>
            <pc:docMk/>
            <pc:sldMk cId="918376006" sldId="2488"/>
            <ac:spMk id="3" creationId="{4A1C0383-58FE-E486-295E-B33B8683B938}"/>
          </ac:spMkLst>
        </pc:spChg>
      </pc:sldChg>
      <pc:sldChg chg="modSp modAnim">
        <pc:chgData name="Owais Ahmed" userId="6abc7d4556b3b071" providerId="LiveId" clId="{85A129D3-1BA4-4A63-924B-7772A7960428}" dt="2023-03-02T04:24:07.947" v="358" actId="20577"/>
        <pc:sldMkLst>
          <pc:docMk/>
          <pc:sldMk cId="3454217637" sldId="2489"/>
        </pc:sldMkLst>
        <pc:spChg chg="mod">
          <ac:chgData name="Owais Ahmed" userId="6abc7d4556b3b071" providerId="LiveId" clId="{85A129D3-1BA4-4A63-924B-7772A7960428}" dt="2023-03-02T04:24:07.947" v="358" actId="20577"/>
          <ac:spMkLst>
            <pc:docMk/>
            <pc:sldMk cId="3454217637" sldId="2489"/>
            <ac:spMk id="3" creationId="{4A1C0383-58FE-E486-295E-B33B8683B938}"/>
          </ac:spMkLst>
        </pc:spChg>
      </pc:sldChg>
      <pc:sldChg chg="modSp modAnim modNotesTx">
        <pc:chgData name="Owais Ahmed" userId="6abc7d4556b3b071" providerId="LiveId" clId="{85A129D3-1BA4-4A63-924B-7772A7960428}" dt="2023-03-02T04:25:33.968" v="395" actId="20577"/>
        <pc:sldMkLst>
          <pc:docMk/>
          <pc:sldMk cId="3828703945" sldId="2490"/>
        </pc:sldMkLst>
        <pc:spChg chg="mod">
          <ac:chgData name="Owais Ahmed" userId="6abc7d4556b3b071" providerId="LiveId" clId="{85A129D3-1BA4-4A63-924B-7772A7960428}" dt="2023-03-02T04:24:50.592" v="382" actId="6549"/>
          <ac:spMkLst>
            <pc:docMk/>
            <pc:sldMk cId="3828703945" sldId="2490"/>
            <ac:spMk id="3" creationId="{4A1C0383-58FE-E486-295E-B33B8683B938}"/>
          </ac:spMkLst>
        </pc:spChg>
      </pc:sldChg>
      <pc:sldChg chg="modSp modAnim">
        <pc:chgData name="Owais Ahmed" userId="6abc7d4556b3b071" providerId="LiveId" clId="{85A129D3-1BA4-4A63-924B-7772A7960428}" dt="2023-03-02T04:26:05.613" v="408" actId="6549"/>
        <pc:sldMkLst>
          <pc:docMk/>
          <pc:sldMk cId="1696537967" sldId="2491"/>
        </pc:sldMkLst>
        <pc:spChg chg="mod">
          <ac:chgData name="Owais Ahmed" userId="6abc7d4556b3b071" providerId="LiveId" clId="{85A129D3-1BA4-4A63-924B-7772A7960428}" dt="2023-03-02T04:26:05.613" v="408" actId="6549"/>
          <ac:spMkLst>
            <pc:docMk/>
            <pc:sldMk cId="1696537967" sldId="2491"/>
            <ac:spMk id="3" creationId="{4A1C0383-58FE-E486-295E-B33B8683B938}"/>
          </ac:spMkLst>
        </pc:spChg>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pChg chg="mod">
          <ac:chgData name="Owais Ahmed" userId="6abc7d4556b3b071" providerId="LiveId" clId="{583CDD36-DC75-4E50-898E-AECC56DCC01A}" dt="2023-03-03T04:49:18.654" v="1951" actId="20577"/>
          <ac:spMkLst>
            <pc:docMk/>
            <pc:sldMk cId="1649098948" sldId="2462"/>
            <ac:spMk id="6" creationId="{F3C89A40-EEAA-43AB-9A3A-B2CFDE450F1B}"/>
          </ac:spMkLst>
        </pc:spChg>
      </pc:sldChg>
      <pc:sldChg chg="modSp mod modAnim">
        <pc:chgData name="Owais Ahmed" userId="6abc7d4556b3b071" providerId="LiveId" clId="{583CDD36-DC75-4E50-898E-AECC56DCC01A}" dt="2023-03-03T04:47:45.101" v="1938" actId="20577"/>
        <pc:sldMkLst>
          <pc:docMk/>
          <pc:sldMk cId="502436521" sldId="2495"/>
        </pc:sldMkLst>
        <pc:spChg chg="mod">
          <ac:chgData name="Owais Ahmed" userId="6abc7d4556b3b071" providerId="LiveId" clId="{583CDD36-DC75-4E50-898E-AECC56DCC01A}" dt="2023-03-03T04:47:45.101" v="1938" actId="20577"/>
          <ac:spMkLst>
            <pc:docMk/>
            <pc:sldMk cId="502436521" sldId="2495"/>
            <ac:spMk id="3" creationId="{4A1C0383-58FE-E486-295E-B33B8683B938}"/>
          </ac:spMkLst>
        </pc:spChg>
      </pc:sldChg>
      <pc:sldChg chg="addSp delSp modSp mod modAnim modNotesTx">
        <pc:chgData name="Owais Ahmed" userId="6abc7d4556b3b071" providerId="LiveId" clId="{583CDD36-DC75-4E50-898E-AECC56DCC01A}" dt="2023-03-03T04:33:09.205" v="1128" actId="20577"/>
        <pc:sldMkLst>
          <pc:docMk/>
          <pc:sldMk cId="3658375322" sldId="2496"/>
        </pc:sldMkLst>
        <pc:spChg chg="mod">
          <ac:chgData name="Owais Ahmed" userId="6abc7d4556b3b071" providerId="LiveId" clId="{583CDD36-DC75-4E50-898E-AECC56DCC01A}" dt="2023-03-03T04:33:09.205" v="1128" actId="20577"/>
          <ac:spMkLst>
            <pc:docMk/>
            <pc:sldMk cId="3658375322" sldId="2496"/>
            <ac:spMk id="3" creationId="{4A1C0383-58FE-E486-295E-B33B8683B938}"/>
          </ac:spMkLst>
        </pc:spChg>
        <pc:graphicFrameChg chg="add del mod">
          <ac:chgData name="Owais Ahmed" userId="6abc7d4556b3b071" providerId="LiveId" clId="{583CDD36-DC75-4E50-898E-AECC56DCC01A}" dt="2023-03-03T04:18:39.779" v="23"/>
          <ac:graphicFrameMkLst>
            <pc:docMk/>
            <pc:sldMk cId="3658375322" sldId="2496"/>
            <ac:graphicFrameMk id="4" creationId="{BFEC3375-B963-8923-4A6E-32818B1D2D4F}"/>
          </ac:graphicFrameMkLst>
        </pc:graphicFrameChg>
        <pc:graphicFrameChg chg="add del mod">
          <ac:chgData name="Owais Ahmed" userId="6abc7d4556b3b071" providerId="LiveId" clId="{583CDD36-DC75-4E50-898E-AECC56DCC01A}" dt="2023-03-03T04:27:20.607" v="679" actId="478"/>
          <ac:graphicFrameMkLst>
            <pc:docMk/>
            <pc:sldMk cId="3658375322" sldId="2496"/>
            <ac:graphicFrameMk id="5" creationId="{96E07031-D3A1-2C91-FA40-03175BC09D30}"/>
          </ac:graphicFrameMkLst>
        </pc:graphicFrameChg>
      </pc:sldChg>
      <pc:sldChg chg="addSp modSp add mod modAnim">
        <pc:chgData name="Owais Ahmed" userId="6abc7d4556b3b071" providerId="LiveId" clId="{583CDD36-DC75-4E50-898E-AECC56DCC01A}" dt="2023-03-03T04:43:36.685" v="1807" actId="20577"/>
        <pc:sldMkLst>
          <pc:docMk/>
          <pc:sldMk cId="1001608454" sldId="2497"/>
        </pc:sldMkLst>
        <pc:spChg chg="mod">
          <ac:chgData name="Owais Ahmed" userId="6abc7d4556b3b071" providerId="LiveId" clId="{583CDD36-DC75-4E50-898E-AECC56DCC01A}" dt="2023-03-03T04:43:36.685" v="1807" actId="20577"/>
          <ac:spMkLst>
            <pc:docMk/>
            <pc:sldMk cId="1001608454" sldId="2497"/>
            <ac:spMk id="3" creationId="{4A1C0383-58FE-E486-295E-B33B8683B938}"/>
          </ac:spMkLst>
        </pc:spChg>
        <pc:picChg chg="add mod">
          <ac:chgData name="Owais Ahmed" userId="6abc7d4556b3b071" providerId="LiveId" clId="{583CDD36-DC75-4E50-898E-AECC56DCC01A}" dt="2023-03-03T04:40:54.505" v="1617" actId="1076"/>
          <ac:picMkLst>
            <pc:docMk/>
            <pc:sldMk cId="1001608454" sldId="2497"/>
            <ac:picMk id="1026" creationId="{8DBC71CE-FCFC-758B-CB82-BF3E8407CAC9}"/>
          </ac:picMkLst>
        </pc:picChg>
      </pc:sldChg>
      <pc:sldChg chg="addSp delSp modSp add del mod modAnim">
        <pc:chgData name="Owais Ahmed" userId="6abc7d4556b3b071" providerId="LiveId" clId="{583CDD36-DC75-4E50-898E-AECC56DCC01A}" dt="2023-03-03T06:09:14.525" v="3778" actId="27636"/>
        <pc:sldMkLst>
          <pc:docMk/>
          <pc:sldMk cId="1881289253" sldId="2498"/>
        </pc:sldMkLst>
        <pc:spChg chg="mod">
          <ac:chgData name="Owais Ahmed" userId="6abc7d4556b3b071" providerId="LiveId" clId="{583CDD36-DC75-4E50-898E-AECC56DCC01A}" dt="2023-03-03T06:09:14.525" v="3778" actId="27636"/>
          <ac:spMkLst>
            <pc:docMk/>
            <pc:sldMk cId="1881289253" sldId="2498"/>
            <ac:spMk id="3" creationId="{4A1C0383-58FE-E486-295E-B33B8683B938}"/>
          </ac:spMkLst>
        </pc:spChg>
        <pc:spChg chg="add del">
          <ac:chgData name="Owais Ahmed" userId="6abc7d4556b3b071" providerId="LiveId" clId="{583CDD36-DC75-4E50-898E-AECC56DCC01A}" dt="2023-03-03T05:42:07.125" v="2139"/>
          <ac:spMkLst>
            <pc:docMk/>
            <pc:sldMk cId="1881289253" sldId="2498"/>
            <ac:spMk id="4" creationId="{F58F651D-1426-F8D8-EDE6-210C1C067CBF}"/>
          </ac:spMkLst>
        </pc:spChg>
        <pc:spChg chg="add del">
          <ac:chgData name="Owais Ahmed" userId="6abc7d4556b3b071" providerId="LiveId" clId="{583CDD36-DC75-4E50-898E-AECC56DCC01A}" dt="2023-03-03T05:42:24.465" v="2141"/>
          <ac:spMkLst>
            <pc:docMk/>
            <pc:sldMk cId="1881289253" sldId="2498"/>
            <ac:spMk id="5" creationId="{F1C8F1BD-E543-1C02-C17F-B1A2872354C4}"/>
          </ac:spMkLst>
        </pc:spChg>
        <pc:spChg chg="mod">
          <ac:chgData name="Owais Ahmed" userId="6abc7d4556b3b071" providerId="LiveId" clId="{583CDD36-DC75-4E50-898E-AECC56DCC01A}" dt="2023-03-03T04:49:38.147" v="1981" actId="20577"/>
          <ac:spMkLst>
            <pc:docMk/>
            <pc:sldMk cId="1881289253" sldId="2498"/>
            <ac:spMk id="215" creationId="{00000000-0000-0000-0000-000000000000}"/>
          </ac:spMkLst>
        </pc:spChg>
        <pc:picChg chg="add mod">
          <ac:chgData name="Owais Ahmed" userId="6abc7d4556b3b071" providerId="LiveId" clId="{583CDD36-DC75-4E50-898E-AECC56DCC01A}" dt="2023-03-03T05:43:39.544" v="2146" actId="1076"/>
          <ac:picMkLst>
            <pc:docMk/>
            <pc:sldMk cId="1881289253" sldId="2498"/>
            <ac:picMk id="3078" creationId="{FAA109FF-5D40-8692-BD65-902C9FEB4EB4}"/>
          </ac:picMkLst>
        </pc:picChg>
      </pc:sldChg>
      <pc:sldChg chg="addSp delSp modSp add mod modAnim">
        <pc:chgData name="Owais Ahmed" userId="6abc7d4556b3b071" providerId="LiveId" clId="{583CDD36-DC75-4E50-898E-AECC56DCC01A}" dt="2023-03-03T06:00:29.500" v="2818" actId="1076"/>
        <pc:sldMkLst>
          <pc:docMk/>
          <pc:sldMk cId="3955736578" sldId="2499"/>
        </pc:sldMkLst>
        <pc:spChg chg="mod">
          <ac:chgData name="Owais Ahmed" userId="6abc7d4556b3b071" providerId="LiveId" clId="{583CDD36-DC75-4E50-898E-AECC56DCC01A}" dt="2023-03-03T05:58:55.332" v="2810" actId="20577"/>
          <ac:spMkLst>
            <pc:docMk/>
            <pc:sldMk cId="3955736578" sldId="2499"/>
            <ac:spMk id="3" creationId="{4A1C0383-58FE-E486-295E-B33B8683B938}"/>
          </ac:spMkLst>
        </pc:spChg>
        <pc:spChg chg="add del">
          <ac:chgData name="Owais Ahmed" userId="6abc7d4556b3b071" providerId="LiveId" clId="{583CDD36-DC75-4E50-898E-AECC56DCC01A}" dt="2023-03-03T05:59:51.543" v="2812"/>
          <ac:spMkLst>
            <pc:docMk/>
            <pc:sldMk cId="3955736578" sldId="2499"/>
            <ac:spMk id="4" creationId="{A8C2EC14-07AD-1150-23BC-827AB83B1019}"/>
          </ac:spMkLst>
        </pc:spChg>
        <pc:picChg chg="add del">
          <ac:chgData name="Owais Ahmed" userId="6abc7d4556b3b071" providerId="LiveId" clId="{583CDD36-DC75-4E50-898E-AECC56DCC01A}" dt="2023-03-03T06:00:07.097" v="2814" actId="22"/>
          <ac:picMkLst>
            <pc:docMk/>
            <pc:sldMk cId="3955736578" sldId="2499"/>
            <ac:picMk id="6" creationId="{BE71870F-3DBA-4D1F-C222-1B194F1ECDD4}"/>
          </ac:picMkLst>
        </pc:picChg>
        <pc:picChg chg="add mod">
          <ac:chgData name="Owais Ahmed" userId="6abc7d4556b3b071" providerId="LiveId" clId="{583CDD36-DC75-4E50-898E-AECC56DCC01A}" dt="2023-03-03T06:00:29.500" v="2818" actId="1076"/>
          <ac:picMkLst>
            <pc:docMk/>
            <pc:sldMk cId="3955736578" sldId="2499"/>
            <ac:picMk id="8" creationId="{2D690B33-8A95-3481-E1DA-0C2846067CC2}"/>
          </ac:picMkLst>
        </pc:picChg>
        <pc:picChg chg="del">
          <ac:chgData name="Owais Ahmed" userId="6abc7d4556b3b071" providerId="LiveId" clId="{583CDD36-DC75-4E50-898E-AECC56DCC01A}" dt="2023-03-03T05:56:14.122" v="2676" actId="478"/>
          <ac:picMkLst>
            <pc:docMk/>
            <pc:sldMk cId="3955736578" sldId="2499"/>
            <ac:picMk id="3078" creationId="{FAA109FF-5D40-8692-BD65-902C9FEB4EB4}"/>
          </ac:picMkLst>
        </pc:picChg>
      </pc:sldChg>
      <pc:sldChg chg="delSp modSp add mod modAnim">
        <pc:chgData name="Owais Ahmed" userId="6abc7d4556b3b071" providerId="LiveId" clId="{583CDD36-DC75-4E50-898E-AECC56DCC01A}" dt="2023-03-03T06:08:11.648" v="3770" actId="20577"/>
        <pc:sldMkLst>
          <pc:docMk/>
          <pc:sldMk cId="3647547761" sldId="2500"/>
        </pc:sldMkLst>
        <pc:spChg chg="mod">
          <ac:chgData name="Owais Ahmed" userId="6abc7d4556b3b071" providerId="LiveId" clId="{583CDD36-DC75-4E50-898E-AECC56DCC01A}" dt="2023-03-03T06:08:11.648" v="3770" actId="20577"/>
          <ac:spMkLst>
            <pc:docMk/>
            <pc:sldMk cId="3647547761" sldId="2500"/>
            <ac:spMk id="3" creationId="{4A1C0383-58FE-E486-295E-B33B8683B938}"/>
          </ac:spMkLst>
        </pc:spChg>
        <pc:picChg chg="del">
          <ac:chgData name="Owais Ahmed" userId="6abc7d4556b3b071" providerId="LiveId" clId="{583CDD36-DC75-4E50-898E-AECC56DCC01A}" dt="2023-03-03T06:00:36.483" v="2820" actId="478"/>
          <ac:picMkLst>
            <pc:docMk/>
            <pc:sldMk cId="3647547761" sldId="2500"/>
            <ac:picMk id="8" creationId="{2D690B33-8A95-3481-E1DA-0C2846067CC2}"/>
          </ac:picMkLst>
        </pc:picChg>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pChg chg="mod">
          <ac:chgData name="Owais Ahmed" userId="6abc7d4556b3b071" providerId="LiveId" clId="{583CDD36-DC75-4E50-898E-AECC56DCC01A}" dt="2023-03-03T06:14:47.884" v="4213" actId="20577"/>
          <ac:spMkLst>
            <pc:docMk/>
            <pc:sldMk cId="3769573511" sldId="2501"/>
            <ac:spMk id="3" creationId="{4A1C0383-58FE-E486-295E-B33B8683B938}"/>
          </ac:spMkLst>
        </pc:spChg>
        <pc:spChg chg="mod">
          <ac:chgData name="Owais Ahmed" userId="6abc7d4556b3b071" providerId="LiveId" clId="{583CDD36-DC75-4E50-898E-AECC56DCC01A}" dt="2023-03-03T06:09:48.808" v="3814" actId="20577"/>
          <ac:spMkLst>
            <pc:docMk/>
            <pc:sldMk cId="3769573511" sldId="2501"/>
            <ac:spMk id="215" creationId="{00000000-0000-0000-0000-000000000000}"/>
          </ac:spMkLst>
        </pc:spChg>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pChg chg="mod">
          <ac:chgData name="Owais Ahmed" userId="6abc7d4556b3b071" providerId="LiveId" clId="{583CDD36-DC75-4E50-898E-AECC56DCC01A}" dt="2023-03-03T06:23:48.434" v="4556" actId="20577"/>
          <ac:spMkLst>
            <pc:docMk/>
            <pc:sldMk cId="2150423912" sldId="2502"/>
            <ac:spMk id="3" creationId="{4A1C0383-58FE-E486-295E-B33B8683B938}"/>
          </ac:spMkLst>
        </pc:spChg>
        <pc:spChg chg="mod">
          <ac:chgData name="Owais Ahmed" userId="6abc7d4556b3b071" providerId="LiveId" clId="{583CDD36-DC75-4E50-898E-AECC56DCC01A}" dt="2023-03-03T06:16:04.413" v="4227" actId="20577"/>
          <ac:spMkLst>
            <pc:docMk/>
            <pc:sldMk cId="2150423912" sldId="2502"/>
            <ac:spMk id="215" creationId="{00000000-0000-0000-0000-000000000000}"/>
          </ac:spMkLst>
        </pc:spChg>
      </pc:sldChg>
    </pc:docChg>
  </pc:docChgLst>
  <pc:docChgLst>
    <pc:chgData name="Owais Ahmed" userId="6abc7d4556b3b071" providerId="LiveId" clId="{41E0643A-A144-4690-8197-798831CA2B77}"/>
    <pc:docChg chg="custSel addSld modSld sldOrd">
      <pc:chgData name="Owais Ahmed" userId="6abc7d4556b3b071" providerId="LiveId" clId="{41E0643A-A144-4690-8197-798831CA2B77}" dt="2023-07-16T12:09:19.492" v="5660" actId="27636"/>
      <pc:docMkLst>
        <pc:docMk/>
      </pc:docMkLst>
      <pc:sldChg chg="modSp mod modAnim modNotesTx">
        <pc:chgData name="Owais Ahmed" userId="6abc7d4556b3b071" providerId="LiveId" clId="{41E0643A-A144-4690-8197-798831CA2B77}" dt="2023-07-16T12:09:09.519" v="5658" actId="20577"/>
        <pc:sldMkLst>
          <pc:docMk/>
          <pc:sldMk cId="641030253" sldId="2479"/>
        </pc:sldMkLst>
        <pc:spChg chg="mod">
          <ac:chgData name="Owais Ahmed" userId="6abc7d4556b3b071" providerId="LiveId" clId="{41E0643A-A144-4690-8197-798831CA2B77}" dt="2023-07-16T12:09:09.519" v="5658" actId="20577"/>
          <ac:spMkLst>
            <pc:docMk/>
            <pc:sldMk cId="641030253" sldId="2479"/>
            <ac:spMk id="3" creationId="{4A1C0383-58FE-E486-295E-B33B8683B938}"/>
          </ac:spMkLst>
        </pc:spChg>
      </pc:sldChg>
      <pc:sldChg chg="modSp mod modAnim modNotesTx">
        <pc:chgData name="Owais Ahmed" userId="6abc7d4556b3b071" providerId="LiveId" clId="{41E0643A-A144-4690-8197-798831CA2B77}" dt="2023-07-16T12:09:19.492" v="5660" actId="27636"/>
        <pc:sldMkLst>
          <pc:docMk/>
          <pc:sldMk cId="1742566059" sldId="2504"/>
        </pc:sldMkLst>
        <pc:spChg chg="mod">
          <ac:chgData name="Owais Ahmed" userId="6abc7d4556b3b071" providerId="LiveId" clId="{41E0643A-A144-4690-8197-798831CA2B77}" dt="2023-07-16T12:09:19.492" v="5660" actId="27636"/>
          <ac:spMkLst>
            <pc:docMk/>
            <pc:sldMk cId="1742566059" sldId="2504"/>
            <ac:spMk id="3" creationId="{4A1C0383-58FE-E486-295E-B33B8683B938}"/>
          </ac:spMkLst>
        </pc:spChg>
      </pc:sldChg>
      <pc:sldChg chg="modSp mod modAnim">
        <pc:chgData name="Owais Ahmed" userId="6abc7d4556b3b071" providerId="LiveId" clId="{41E0643A-A144-4690-8197-798831CA2B77}" dt="2023-07-16T07:11:01.322" v="3151" actId="20577"/>
        <pc:sldMkLst>
          <pc:docMk/>
          <pc:sldMk cId="3840363020" sldId="2505"/>
        </pc:sldMkLst>
        <pc:spChg chg="mod">
          <ac:chgData name="Owais Ahmed" userId="6abc7d4556b3b071" providerId="LiveId" clId="{41E0643A-A144-4690-8197-798831CA2B77}" dt="2023-07-16T07:11:01.322" v="3151" actId="20577"/>
          <ac:spMkLst>
            <pc:docMk/>
            <pc:sldMk cId="3840363020" sldId="2505"/>
            <ac:spMk id="3" creationId="{4A1C0383-58FE-E486-295E-B33B8683B938}"/>
          </ac:spMkLst>
        </pc:spChg>
      </pc:sldChg>
      <pc:sldChg chg="modSp mod modAnim">
        <pc:chgData name="Owais Ahmed" userId="6abc7d4556b3b071" providerId="LiveId" clId="{41E0643A-A144-4690-8197-798831CA2B77}" dt="2023-07-16T06:51:09.503" v="544" actId="20577"/>
        <pc:sldMkLst>
          <pc:docMk/>
          <pc:sldMk cId="875357634" sldId="2507"/>
        </pc:sldMkLst>
        <pc:spChg chg="mod">
          <ac:chgData name="Owais Ahmed" userId="6abc7d4556b3b071" providerId="LiveId" clId="{41E0643A-A144-4690-8197-798831CA2B77}" dt="2023-07-16T06:51:09.503" v="544" actId="20577"/>
          <ac:spMkLst>
            <pc:docMk/>
            <pc:sldMk cId="875357634" sldId="2507"/>
            <ac:spMk id="3" creationId="{4A1C0383-58FE-E486-295E-B33B8683B938}"/>
          </ac:spMkLst>
        </pc:spChg>
      </pc:sldChg>
      <pc:sldChg chg="modSp mod modAnim">
        <pc:chgData name="Owais Ahmed" userId="6abc7d4556b3b071" providerId="LiveId" clId="{41E0643A-A144-4690-8197-798831CA2B77}" dt="2023-07-16T07:58:49.514" v="4931" actId="113"/>
        <pc:sldMkLst>
          <pc:docMk/>
          <pc:sldMk cId="1319355793" sldId="2508"/>
        </pc:sldMkLst>
        <pc:spChg chg="mod">
          <ac:chgData name="Owais Ahmed" userId="6abc7d4556b3b071" providerId="LiveId" clId="{41E0643A-A144-4690-8197-798831CA2B77}" dt="2023-07-16T07:58:49.514" v="4931" actId="113"/>
          <ac:spMkLst>
            <pc:docMk/>
            <pc:sldMk cId="1319355793" sldId="2508"/>
            <ac:spMk id="3" creationId="{4A1C0383-58FE-E486-295E-B33B8683B938}"/>
          </ac:spMkLst>
        </pc:spChg>
      </pc:sldChg>
      <pc:sldChg chg="modSp add mod modAnim">
        <pc:chgData name="Owais Ahmed" userId="6abc7d4556b3b071" providerId="LiveId" clId="{41E0643A-A144-4690-8197-798831CA2B77}" dt="2023-07-16T07:10:32.858" v="3130" actId="20577"/>
        <pc:sldMkLst>
          <pc:docMk/>
          <pc:sldMk cId="3544083855" sldId="2512"/>
        </pc:sldMkLst>
        <pc:spChg chg="mod">
          <ac:chgData name="Owais Ahmed" userId="6abc7d4556b3b071" providerId="LiveId" clId="{41E0643A-A144-4690-8197-798831CA2B77}" dt="2023-07-16T07:10:32.858" v="3130" actId="20577"/>
          <ac:spMkLst>
            <pc:docMk/>
            <pc:sldMk cId="3544083855" sldId="2512"/>
            <ac:spMk id="3" creationId="{4A1C0383-58FE-E486-295E-B33B8683B938}"/>
          </ac:spMkLst>
        </pc:spChg>
      </pc:sldChg>
      <pc:sldChg chg="modSp add mod modAnim">
        <pc:chgData name="Owais Ahmed" userId="6abc7d4556b3b071" providerId="LiveId" clId="{41E0643A-A144-4690-8197-798831CA2B77}" dt="2023-07-16T07:15:26.248" v="3799" actId="20577"/>
        <pc:sldMkLst>
          <pc:docMk/>
          <pc:sldMk cId="3886361074" sldId="2513"/>
        </pc:sldMkLst>
        <pc:spChg chg="mod">
          <ac:chgData name="Owais Ahmed" userId="6abc7d4556b3b071" providerId="LiveId" clId="{41E0643A-A144-4690-8197-798831CA2B77}" dt="2023-07-16T07:15:26.248" v="3799" actId="20577"/>
          <ac:spMkLst>
            <pc:docMk/>
            <pc:sldMk cId="3886361074" sldId="2513"/>
            <ac:spMk id="3" creationId="{4A1C0383-58FE-E486-295E-B33B8683B938}"/>
          </ac:spMkLst>
        </pc:spChg>
        <pc:spChg chg="mod">
          <ac:chgData name="Owais Ahmed" userId="6abc7d4556b3b071" providerId="LiveId" clId="{41E0643A-A144-4690-8197-798831CA2B77}" dt="2023-07-16T07:11:57.514" v="3213" actId="20577"/>
          <ac:spMkLst>
            <pc:docMk/>
            <pc:sldMk cId="3886361074" sldId="2513"/>
            <ac:spMk id="215" creationId="{00000000-0000-0000-0000-000000000000}"/>
          </ac:spMkLst>
        </pc:spChg>
      </pc:sldChg>
      <pc:sldChg chg="modSp add mod ord modAnim">
        <pc:chgData name="Owais Ahmed" userId="6abc7d4556b3b071" providerId="LiveId" clId="{41E0643A-A144-4690-8197-798831CA2B77}" dt="2023-07-16T11:17:36.296" v="5657" actId="20577"/>
        <pc:sldMkLst>
          <pc:docMk/>
          <pc:sldMk cId="3210411380" sldId="2514"/>
        </pc:sldMkLst>
        <pc:spChg chg="mod">
          <ac:chgData name="Owais Ahmed" userId="6abc7d4556b3b071" providerId="LiveId" clId="{41E0643A-A144-4690-8197-798831CA2B77}" dt="2023-07-16T11:17:36.296" v="5657" actId="20577"/>
          <ac:spMkLst>
            <pc:docMk/>
            <pc:sldMk cId="3210411380" sldId="2514"/>
            <ac:spMk id="3" creationId="{4A1C0383-58FE-E486-295E-B33B8683B938}"/>
          </ac:spMkLst>
        </pc:spChg>
        <pc:spChg chg="mod">
          <ac:chgData name="Owais Ahmed" userId="6abc7d4556b3b071" providerId="LiveId" clId="{41E0643A-A144-4690-8197-798831CA2B77}" dt="2023-07-16T11:10:20.111" v="4951" actId="20577"/>
          <ac:spMkLst>
            <pc:docMk/>
            <pc:sldMk cId="3210411380" sldId="2514"/>
            <ac:spMk id="2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7/26/2023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7/26/2023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context of algorithms, the term stable means that the elements retain their original position. For example, a stable algorithm will sort the following: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 c, B, d, a, e} to {A, a, b, B, c, d, e} while an unstable algorithm might do: {a, A, b, B, c, d, 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065495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Animation credit: Michael </a:t>
            </a:r>
            <a:r>
              <a:rPr lang="en-US" dirty="0" err="1"/>
              <a:t>Sambol</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443159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4131800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434658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3762331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Animation credit: Michael </a:t>
            </a:r>
            <a:r>
              <a:rPr lang="en-US" dirty="0" err="1"/>
              <a:t>Sambol</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44772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384406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58259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Recall the array INSERT operation.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Animation credit: Michael </a:t>
            </a:r>
            <a:r>
              <a:rPr lang="en-US" dirty="0" err="1"/>
              <a:t>Sambol</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610240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723115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2962264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kv"/><Relationship Id="rId1" Type="http://schemas.microsoft.com/office/2007/relationships/media" Target="../media/media3.mkv"/><Relationship Id="rId5" Type="http://schemas.openxmlformats.org/officeDocument/2006/relationships/image" Target="../media/image8.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1.wdp"/><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Sorting</a:t>
            </a:r>
          </a:p>
          <a:p>
            <a:r>
              <a:rPr lang="en-US" dirty="0"/>
              <a:t>Sorting algorithms</a:t>
            </a:r>
          </a:p>
          <a:p>
            <a:r>
              <a:rPr lang="en-US" dirty="0"/>
              <a:t>Bubble sort</a:t>
            </a:r>
          </a:p>
          <a:p>
            <a:r>
              <a:rPr lang="en-US" dirty="0"/>
              <a:t>Selection sort</a:t>
            </a:r>
          </a:p>
          <a:p>
            <a:r>
              <a:rPr lang="en-US" dirty="0"/>
              <a:t>Insertion sort</a:t>
            </a:r>
          </a:p>
          <a:p>
            <a:endParaRPr lang="en-US" dirty="0"/>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Sorting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Sorting operation organizes data in ascending or descending order.</a:t>
            </a:r>
          </a:p>
          <a:p>
            <a:pPr>
              <a:lnSpc>
                <a:spcPct val="120000"/>
              </a:lnSpc>
              <a:buFont typeface="Wingdings" panose="05000000000000000000" pitchFamily="2" charset="2"/>
              <a:buChar char="§"/>
            </a:pPr>
            <a:r>
              <a:rPr lang="en-US" sz="3400" dirty="0"/>
              <a:t>One of the most vital usages of sorting is searching for data. Database systems create special columns called indexes which keep references of each record in sorted manner. This helps in improving the search significantly.</a:t>
            </a:r>
          </a:p>
          <a:p>
            <a:pPr>
              <a:lnSpc>
                <a:spcPct val="120000"/>
              </a:lnSpc>
              <a:buFont typeface="Wingdings" panose="05000000000000000000" pitchFamily="2" charset="2"/>
              <a:buChar char="§"/>
            </a:pPr>
            <a:r>
              <a:rPr lang="en-US" sz="3400" dirty="0"/>
              <a:t>E.g., if you wanted to find lowest and highest GPA in your class, then:</a:t>
            </a:r>
          </a:p>
          <a:p>
            <a:pPr lvl="1">
              <a:lnSpc>
                <a:spcPct val="120000"/>
              </a:lnSpc>
              <a:buFont typeface="Wingdings" panose="05000000000000000000" pitchFamily="2" charset="2"/>
              <a:buChar char="§"/>
            </a:pPr>
            <a:r>
              <a:rPr lang="en-US" sz="3200" dirty="0"/>
              <a:t>In unsorted array, you will have to traverse entire array.</a:t>
            </a:r>
          </a:p>
          <a:p>
            <a:pPr lvl="1">
              <a:lnSpc>
                <a:spcPct val="120000"/>
              </a:lnSpc>
              <a:buFont typeface="Wingdings" panose="05000000000000000000" pitchFamily="2" charset="2"/>
              <a:buChar char="§"/>
            </a:pPr>
            <a:r>
              <a:rPr lang="en-US" sz="3200" dirty="0"/>
              <a:t>In a sorted array, you will only read value at first and last positions.</a:t>
            </a:r>
          </a:p>
        </p:txBody>
      </p:sp>
    </p:spTree>
    <p:extLst>
      <p:ext uri="{BB962C8B-B14F-4D97-AF65-F5344CB8AC3E}">
        <p14:creationId xmlns:p14="http://schemas.microsoft.com/office/powerpoint/2010/main" val="6410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Sorting 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There’s a variety of sorting algorithms, each with its own weaknesses and strengths. The most common ones are:</a:t>
                </a:r>
              </a:p>
              <a:p>
                <a:pPr>
                  <a:lnSpc>
                    <a:spcPct val="120000"/>
                  </a:lnSpc>
                  <a:buFont typeface="Wingdings" panose="05000000000000000000" pitchFamily="2" charset="2"/>
                  <a:buChar char="§"/>
                </a:pPr>
                <a:r>
                  <a:rPr lang="en-US" sz="3200" dirty="0"/>
                  <a:t>Bubble sort, Insertion sort, Selection sort: simple algorithms which are mainly used in educational and testing purposes; these are not suitable for real applications. Their worst-case time complexity is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Quick sort, Merge sort: used widely in industry, these sorting algorithm follows divide-and-conquer approach and have better average-case complexity of </a:t>
                </a:r>
                <a14:m>
                  <m:oMath xmlns:m="http://schemas.openxmlformats.org/officeDocument/2006/math">
                    <m:r>
                      <m:rPr>
                        <m:sty m:val="p"/>
                      </m:rPr>
                      <a:rPr lang="en-US" sz="3200" b="0" i="0" smtClean="0">
                        <a:latin typeface="Cambria Math" panose="02040503050406030204" pitchFamily="18" charset="0"/>
                      </a:rPr>
                      <m:t>Θ</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𝑙𝑜𝑔</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Heap sort, radix sort, shell sort, bucket sort are more examples of sorting algorithms, but they are either not </a:t>
                </a:r>
                <a:r>
                  <a:rPr lang="en-US" sz="3200" u="sng" dirty="0"/>
                  <a:t>stable</a:t>
                </a:r>
                <a:r>
                  <a:rPr lang="en-US" sz="3200" dirty="0"/>
                  <a:t>, or perform well in specific cases.</a:t>
                </a:r>
              </a:p>
              <a:p>
                <a:pPr>
                  <a:lnSpc>
                    <a:spcPct val="120000"/>
                  </a:lnSpc>
                  <a:buFont typeface="Wingdings" panose="05000000000000000000" pitchFamily="2" charset="2"/>
                  <a:buChar char="§"/>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86" t="-1247"/>
                </a:stretch>
              </a:blipFill>
            </p:spPr>
            <p:txBody>
              <a:bodyPr/>
              <a:lstStyle/>
              <a:p>
                <a:r>
                  <a:rPr lang="en-US">
                    <a:noFill/>
                  </a:rPr>
                  <a:t> </a:t>
                </a:r>
              </a:p>
            </p:txBody>
          </p:sp>
        </mc:Fallback>
      </mc:AlternateContent>
    </p:spTree>
    <p:extLst>
      <p:ext uri="{BB962C8B-B14F-4D97-AF65-F5344CB8AC3E}">
        <p14:creationId xmlns:p14="http://schemas.microsoft.com/office/powerpoint/2010/main" val="181732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Bubble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365851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Bubble sort traverses the array, visits each element and matches it with its next neighbour. If the order is incorrect then the elements are swapped.</a:t>
            </a:r>
          </a:p>
          <a:p>
            <a:pPr>
              <a:lnSpc>
                <a:spcPct val="120000"/>
              </a:lnSpc>
              <a:buFont typeface="Wingdings" panose="05000000000000000000" pitchFamily="2" charset="2"/>
              <a:buChar char="§"/>
            </a:pPr>
            <a:r>
              <a:rPr lang="en-US" sz="3200" dirty="0"/>
              <a:t>This way, in each iteration a sorted partition is formed on the right side and unsorted elements remain on the left side.</a:t>
            </a:r>
          </a:p>
          <a:p>
            <a:pPr>
              <a:lnSpc>
                <a:spcPct val="120000"/>
              </a:lnSpc>
              <a:buFont typeface="Wingdings" panose="05000000000000000000" pitchFamily="2" charset="2"/>
              <a:buChar char="§"/>
            </a:pPr>
            <a:r>
              <a:rPr lang="en-US" sz="3200" dirty="0"/>
              <a:t>The following animation simulates how an array is sorted using Bubble sort algorithm.</a:t>
            </a:r>
          </a:p>
        </p:txBody>
      </p:sp>
      <p:pic>
        <p:nvPicPr>
          <p:cNvPr id="5" name="2023-07-19 13-03-47">
            <a:hlinkClick r:id="" action="ppaction://media"/>
            <a:extLst>
              <a:ext uri="{FF2B5EF4-FFF2-40B4-BE49-F238E27FC236}">
                <a16:creationId xmlns:a16="http://schemas.microsoft.com/office/drawing/2014/main" id="{6569D162-2E7C-03DE-42AF-29897032D7DE}"/>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26414" t="41778" r="25669" b="41630"/>
          <a:stretch/>
        </p:blipFill>
        <p:spPr>
          <a:xfrm>
            <a:off x="3175000" y="5303192"/>
            <a:ext cx="5842000" cy="1137920"/>
          </a:xfrm>
          <a:prstGeom prst="rect">
            <a:avLst/>
          </a:prstGeom>
        </p:spPr>
      </p:pic>
    </p:spTree>
    <p:extLst>
      <p:ext uri="{BB962C8B-B14F-4D97-AF65-F5344CB8AC3E}">
        <p14:creationId xmlns:p14="http://schemas.microsoft.com/office/powerpoint/2010/main" val="49071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repeatCount="indefinite" fill="hold" display="0">
                  <p:stCondLst>
                    <p:cond delay="indefinite"/>
                  </p:stCondLst>
                </p:cTn>
                <p:tgtEl>
                  <p:spTgt spid="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Bubble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BUBBLE_SORT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 where ‘A’ is a linear array of size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(Initialize first index)</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(Traverse array A)</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second index in each iteration)</a:t>
                </a: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(Nested loop)</a:t>
                </a: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next element is bigger)</a:t>
                </a:r>
              </a:p>
              <a:p>
                <a:pPr marL="1828800" lvl="3"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(Swap the values )</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(Increment for inner loop)</a:t>
                </a: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(Increment)</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5020613"/>
              </a:xfrm>
              <a:prstGeom prst="rect">
                <a:avLst/>
              </a:prstGeom>
              <a:blipFill>
                <a:blip r:embed="rId3"/>
                <a:stretch>
                  <a:fillRect l="-778" t="-971"/>
                </a:stretch>
              </a:blipFill>
            </p:spPr>
            <p:txBody>
              <a:bodyPr/>
              <a:lstStyle/>
              <a:p>
                <a:r>
                  <a:rPr lang="en-PK">
                    <a:noFill/>
                  </a:rPr>
                  <a:t> </a:t>
                </a:r>
              </a:p>
            </p:txBody>
          </p:sp>
        </mc:Fallback>
      </mc:AlternateContent>
    </p:spTree>
    <p:extLst>
      <p:ext uri="{BB962C8B-B14F-4D97-AF65-F5344CB8AC3E}">
        <p14:creationId xmlns:p14="http://schemas.microsoft.com/office/powerpoint/2010/main" val="1273923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5E0CAD17-DE0F-21C3-4F24-20C3FBC30E83}"/>
              </a:ext>
            </a:extLst>
          </p:cNvPr>
          <p:cNvSpPr txBox="1">
            <a:spLocks/>
          </p:cNvSpPr>
          <p:nvPr/>
        </p:nvSpPr>
        <p:spPr>
          <a:xfrm>
            <a:off x="220384" y="1532586"/>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Create groups of 5 students each.</a:t>
            </a:r>
          </a:p>
          <a:p>
            <a:pPr>
              <a:lnSpc>
                <a:spcPct val="120000"/>
              </a:lnSpc>
              <a:buFont typeface="Wingdings" panose="05000000000000000000" pitchFamily="2" charset="2"/>
              <a:buChar char="§"/>
            </a:pPr>
            <a:r>
              <a:rPr lang="en-US" sz="3200" dirty="0"/>
              <a:t>Create an unsorted array with your current GPAs.</a:t>
            </a:r>
          </a:p>
          <a:p>
            <a:pPr>
              <a:lnSpc>
                <a:spcPct val="120000"/>
              </a:lnSpc>
              <a:buFont typeface="Wingdings" panose="05000000000000000000" pitchFamily="2" charset="2"/>
              <a:buChar char="§"/>
            </a:pPr>
            <a:r>
              <a:rPr lang="en-US" sz="3200" dirty="0"/>
              <a:t>Following the Bubble sort algorithm, show how your array will be sorted step-by-step.</a:t>
            </a:r>
          </a:p>
          <a:p>
            <a:pPr>
              <a:lnSpc>
                <a:spcPct val="120000"/>
              </a:lnSpc>
              <a:buFont typeface="Wingdings" panose="05000000000000000000" pitchFamily="2" charset="2"/>
              <a:buChar char="§"/>
            </a:pPr>
            <a:r>
              <a:rPr lang="en-US" sz="3200" dirty="0"/>
              <a:t>Assuming each statement took 3ms to run, calculate the total time it took for your array to be finally sorted.</a:t>
            </a:r>
          </a:p>
        </p:txBody>
      </p:sp>
    </p:spTree>
    <p:extLst>
      <p:ext uri="{BB962C8B-B14F-4D97-AF65-F5344CB8AC3E}">
        <p14:creationId xmlns:p14="http://schemas.microsoft.com/office/powerpoint/2010/main" val="325802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Bubble Sort Optimization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5E0CAD17-DE0F-21C3-4F24-20C3FBC30E83}"/>
              </a:ext>
            </a:extLst>
          </p:cNvPr>
          <p:cNvSpPr txBox="1">
            <a:spLocks/>
          </p:cNvSpPr>
          <p:nvPr/>
        </p:nvSpPr>
        <p:spPr>
          <a:xfrm>
            <a:off x="220384" y="1532586"/>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Optimizing step in Bubble sort.</a:t>
            </a:r>
          </a:p>
          <a:p>
            <a:pPr>
              <a:lnSpc>
                <a:spcPct val="120000"/>
              </a:lnSpc>
              <a:buFont typeface="Wingdings" panose="05000000000000000000" pitchFamily="2" charset="2"/>
              <a:buChar char="§"/>
            </a:pPr>
            <a:r>
              <a:rPr lang="en-US" sz="3200" dirty="0"/>
              <a:t>In the first pass, check if the array is already sorted.</a:t>
            </a:r>
          </a:p>
          <a:p>
            <a:pPr>
              <a:lnSpc>
                <a:spcPct val="120000"/>
              </a:lnSpc>
              <a:buFont typeface="Wingdings" panose="05000000000000000000" pitchFamily="2" charset="2"/>
              <a:buChar char="§"/>
            </a:pPr>
            <a:r>
              <a:rPr lang="en-US" sz="3200" dirty="0"/>
              <a:t>Match each element with the next one. If every next element is either same or higher, then the array is sorted.</a:t>
            </a:r>
          </a:p>
          <a:p>
            <a:pPr>
              <a:lnSpc>
                <a:spcPct val="120000"/>
              </a:lnSpc>
              <a:buFont typeface="Wingdings" panose="05000000000000000000" pitchFamily="2" charset="2"/>
              <a:buChar char="§"/>
            </a:pPr>
            <a:r>
              <a:rPr lang="en-US" sz="3200" dirty="0"/>
              <a:t>Second optimization could be to run the inner loop each time for 1 less iteration than previous.</a:t>
            </a:r>
          </a:p>
        </p:txBody>
      </p:sp>
    </p:spTree>
    <p:extLst>
      <p:ext uri="{BB962C8B-B14F-4D97-AF65-F5344CB8AC3E}">
        <p14:creationId xmlns:p14="http://schemas.microsoft.com/office/powerpoint/2010/main" val="126324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Selection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73201"/>
            <a:ext cx="11743016" cy="357632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Selection sort traverses the array iteratively. In each iteration, the smallest unsorted value is moved to its respective place.</a:t>
            </a:r>
          </a:p>
          <a:p>
            <a:pPr>
              <a:lnSpc>
                <a:spcPct val="120000"/>
              </a:lnSpc>
              <a:buFont typeface="Wingdings" panose="05000000000000000000" pitchFamily="2" charset="2"/>
              <a:buChar char="§"/>
            </a:pPr>
            <a:r>
              <a:rPr lang="en-US" sz="3200" dirty="0"/>
              <a:t>This way, in each iteration a sorted partition is formed on the left side and unsorted elements remain on the right side.</a:t>
            </a:r>
          </a:p>
          <a:p>
            <a:pPr>
              <a:lnSpc>
                <a:spcPct val="120000"/>
              </a:lnSpc>
              <a:buFont typeface="Wingdings" panose="05000000000000000000" pitchFamily="2" charset="2"/>
              <a:buChar char="§"/>
            </a:pPr>
            <a:r>
              <a:rPr lang="en-US" sz="3200" dirty="0"/>
              <a:t>The simulation shows how an array is sorted using Selection sort algorithm. Blue arrow is for current “element” and red represents current “lowest”.</a:t>
            </a:r>
          </a:p>
        </p:txBody>
      </p:sp>
      <p:pic>
        <p:nvPicPr>
          <p:cNvPr id="6" name="2023-07-19 13-47-30">
            <a:hlinkClick r:id="" action="ppaction://media"/>
            <a:extLst>
              <a:ext uri="{FF2B5EF4-FFF2-40B4-BE49-F238E27FC236}">
                <a16:creationId xmlns:a16="http://schemas.microsoft.com/office/drawing/2014/main" id="{BFA3B326-12DA-A072-A08F-BF0B70D5F7F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34750" t="49033" r="17904" b="27560"/>
          <a:stretch/>
        </p:blipFill>
        <p:spPr>
          <a:xfrm>
            <a:off x="3483775" y="5022536"/>
            <a:ext cx="5224449" cy="1452880"/>
          </a:xfrm>
          <a:prstGeom prst="rect">
            <a:avLst/>
          </a:prstGeom>
        </p:spPr>
      </p:pic>
    </p:spTree>
    <p:extLst>
      <p:ext uri="{BB962C8B-B14F-4D97-AF65-F5344CB8AC3E}">
        <p14:creationId xmlns:p14="http://schemas.microsoft.com/office/powerpoint/2010/main" val="250741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mediacall" presetSubtype="0" fill="hold" nodeType="afterEffect">
                                  <p:stCondLst>
                                    <p:cond delay="0"/>
                                  </p:stCondLst>
                                  <p:childTnLst>
                                    <p:cmd type="call" cmd="playFrom(0.0)">
                                      <p:cBhvr>
                                        <p:cTn id="17" dur="11362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18" repeatCount="indefinite" fill="hold" display="0">
                  <p:stCondLst>
                    <p:cond delay="indefinite"/>
                  </p:stCondLst>
                </p:cTn>
                <p:tgtEl>
                  <p:spTgt spid="6"/>
                </p:tgtEl>
              </p:cMediaNode>
            </p:video>
            <p:seq concurrent="1" nextAc="seek">
              <p:cTn id="19" restart="whenNotActive" fill="hold" evtFilter="cancelBubble" nodeType="interactiveSeq">
                <p:stCondLst>
                  <p:cond evt="onClick" delay="0">
                    <p:tgtEl>
                      <p:spTgt spid="6"/>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Selection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SELECTION_SORT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 where ‘A’ is a linear array of size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(Initialize first index)</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(Traverse array A)</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second index in each iteration)</a:t>
                </a: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(Assume current element index to be minimum)</a:t>
                </a: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(Nested loop)</a:t>
                </a: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current element is smaller)</a:t>
                </a:r>
              </a:p>
              <a:p>
                <a:pPr marL="1828800" lvl="3"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(We have a new minimum, thus setting it as index)</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(Increment for inner loop)</a:t>
                </a:r>
              </a:p>
              <a:p>
                <a:pPr marL="914400" lvl="1"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d>
                      <m:d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(See if there’s need to swap)</a:t>
                </a:r>
              </a:p>
              <a:p>
                <a:pPr marL="1371600" lvl="2"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dirty="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(Swap elements)</a:t>
                </a: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(Increment)</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5020613"/>
              </a:xfrm>
              <a:prstGeom prst="rect">
                <a:avLst/>
              </a:prstGeom>
              <a:blipFill>
                <a:blip r:embed="rId3"/>
                <a:stretch>
                  <a:fillRect l="-675" t="-1456" b="-1214"/>
                </a:stretch>
              </a:blipFill>
            </p:spPr>
            <p:txBody>
              <a:bodyPr/>
              <a:lstStyle/>
              <a:p>
                <a:r>
                  <a:rPr lang="en-US">
                    <a:noFill/>
                  </a:rPr>
                  <a:t> </a:t>
                </a:r>
              </a:p>
            </p:txBody>
          </p:sp>
        </mc:Fallback>
      </mc:AlternateContent>
    </p:spTree>
    <p:extLst>
      <p:ext uri="{BB962C8B-B14F-4D97-AF65-F5344CB8AC3E}">
        <p14:creationId xmlns:p14="http://schemas.microsoft.com/office/powerpoint/2010/main" val="209923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5E0CAD17-DE0F-21C3-4F24-20C3FBC30E83}"/>
              </a:ext>
            </a:extLst>
          </p:cNvPr>
          <p:cNvSpPr txBox="1">
            <a:spLocks/>
          </p:cNvSpPr>
          <p:nvPr/>
        </p:nvSpPr>
        <p:spPr>
          <a:xfrm>
            <a:off x="220384" y="1532586"/>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Create groups of 5 students each.</a:t>
            </a:r>
          </a:p>
          <a:p>
            <a:pPr>
              <a:lnSpc>
                <a:spcPct val="120000"/>
              </a:lnSpc>
              <a:buFont typeface="Wingdings" panose="05000000000000000000" pitchFamily="2" charset="2"/>
              <a:buChar char="§"/>
            </a:pPr>
            <a:r>
              <a:rPr lang="en-US" sz="3200" dirty="0"/>
              <a:t>Create an unsorted array with your SIDs.</a:t>
            </a:r>
          </a:p>
          <a:p>
            <a:pPr>
              <a:lnSpc>
                <a:spcPct val="120000"/>
              </a:lnSpc>
              <a:buFont typeface="Wingdings" panose="05000000000000000000" pitchFamily="2" charset="2"/>
              <a:buChar char="§"/>
            </a:pPr>
            <a:r>
              <a:rPr lang="en-US" sz="3200" dirty="0"/>
              <a:t>Following the Selection sort algorithm, show how your array will be sorted step-by-step.</a:t>
            </a:r>
          </a:p>
          <a:p>
            <a:pPr>
              <a:lnSpc>
                <a:spcPct val="120000"/>
              </a:lnSpc>
              <a:buFont typeface="Wingdings" panose="05000000000000000000" pitchFamily="2" charset="2"/>
              <a:buChar char="§"/>
            </a:pPr>
            <a:r>
              <a:rPr lang="en-US" sz="3200" dirty="0"/>
              <a:t>Assuming each statement took 3ms to run, calculate the total time it took for your array to be finally sorted.</a:t>
            </a:r>
          </a:p>
        </p:txBody>
      </p:sp>
    </p:spTree>
    <p:extLst>
      <p:ext uri="{BB962C8B-B14F-4D97-AF65-F5344CB8AC3E}">
        <p14:creationId xmlns:p14="http://schemas.microsoft.com/office/powerpoint/2010/main" val="162619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Insertion </a:t>
            </a:r>
            <a:r>
              <a:rPr lang="en-US" sz="3200" dirty="0">
                <a:solidFill>
                  <a:srgbClr val="FFFFFF"/>
                </a:solidFill>
                <a:latin typeface="Arial"/>
                <a:cs typeface="Arial"/>
              </a:rPr>
              <a:t>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73201"/>
            <a:ext cx="11743016" cy="2781904"/>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Insertion sort is straightforward; it picks elements and </a:t>
            </a:r>
            <a:r>
              <a:rPr lang="en-US" sz="3200" u="sng" dirty="0"/>
              <a:t>inserts</a:t>
            </a:r>
            <a:r>
              <a:rPr lang="en-US" sz="3200" dirty="0"/>
              <a:t> them into their correct index, while pushing the rest of the elements towards right.</a:t>
            </a:r>
          </a:p>
          <a:p>
            <a:pPr>
              <a:lnSpc>
                <a:spcPct val="120000"/>
              </a:lnSpc>
              <a:buFont typeface="Wingdings" panose="05000000000000000000" pitchFamily="2" charset="2"/>
              <a:buChar char="§"/>
            </a:pPr>
            <a:r>
              <a:rPr lang="en-US" sz="3200" dirty="0"/>
              <a:t>This way, in each iteration the left partition is always sorted and the right, unsorted side keeps shrinking until no more items are left in it.</a:t>
            </a:r>
          </a:p>
          <a:p>
            <a:pPr>
              <a:lnSpc>
                <a:spcPct val="120000"/>
              </a:lnSpc>
              <a:buFont typeface="Wingdings" panose="05000000000000000000" pitchFamily="2" charset="2"/>
              <a:buChar char="§"/>
            </a:pPr>
            <a:r>
              <a:rPr lang="en-US" sz="3200" dirty="0"/>
              <a:t>The simulation shows sort operation using Insertion sort algorithm.</a:t>
            </a:r>
          </a:p>
        </p:txBody>
      </p:sp>
      <p:pic>
        <p:nvPicPr>
          <p:cNvPr id="4" name="2023-07-19 20-52-11">
            <a:hlinkClick r:id="" action="ppaction://media"/>
            <a:extLst>
              <a:ext uri="{FF2B5EF4-FFF2-40B4-BE49-F238E27FC236}">
                <a16:creationId xmlns:a16="http://schemas.microsoft.com/office/drawing/2014/main" id="{0AB243EB-A5F7-88EE-0B70-3EA1291C57E4}"/>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26099" t="32719" r="25280" b="34445"/>
          <a:stretch/>
        </p:blipFill>
        <p:spPr>
          <a:xfrm>
            <a:off x="3132082" y="4255105"/>
            <a:ext cx="5927836" cy="2251841"/>
          </a:xfrm>
          <a:prstGeom prst="rect">
            <a:avLst/>
          </a:prstGeom>
        </p:spPr>
      </p:pic>
    </p:spTree>
    <p:extLst>
      <p:ext uri="{BB962C8B-B14F-4D97-AF65-F5344CB8AC3E}">
        <p14:creationId xmlns:p14="http://schemas.microsoft.com/office/powerpoint/2010/main" val="205453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Insertion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INSERTION_SORT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 where ‘A’ is a linear array of size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(Initialize first index)</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(Traverse array A)</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second index to find correct position of elements)</a:t>
                </a: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&gt;0</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(Nested loop)</a:t>
                </a: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a:latin typeface="Cambria Math" panose="02040503050406030204" pitchFamily="18" charset="0"/>
                            <a:ea typeface="Cascadia Code" panose="020B0609020000020004" pitchFamily="49" charset="0"/>
                            <a:cs typeface="Cascadia Code" panose="020B0609020000020004" pitchFamily="49" charset="0"/>
                          </a:rPr>
                          <m:t>−1</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&gt;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element needs to )</a:t>
                </a:r>
              </a:p>
              <a:p>
                <a:pPr marL="1828800" lvl="3" indent="-457200">
                  <a:lnSpc>
                    <a:spcPct val="100000"/>
                  </a:lnSpc>
                  <a:buFont typeface="Arial" panose="020B0604020202020204" pitchFamily="34" charset="0"/>
                  <a:buAutoNum type="arabi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𝑆𝑊𝐴𝑃</m:t>
                    </m:r>
                    <m:d>
                      <m:dPr>
                        <m:ctrlP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0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0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000" i="1" dirty="0">
                                <a:latin typeface="Cambria Math" panose="02040503050406030204" pitchFamily="18" charset="0"/>
                                <a:ea typeface="Cascadia Code" panose="020B0609020000020004" pitchFamily="49" charset="0"/>
                                <a:cs typeface="Cascadia Code" panose="020B0609020000020004" pitchFamily="49" charset="0"/>
                              </a:rPr>
                              <m:t>𝑗</m:t>
                            </m:r>
                            <m:r>
                              <a:rPr lang="en-US" sz="2000" i="1" dirty="0">
                                <a:latin typeface="Cambria Math" panose="02040503050406030204" pitchFamily="18" charset="0"/>
                                <a:ea typeface="Cascadia Code" panose="020B0609020000020004" pitchFamily="49" charset="0"/>
                                <a:cs typeface="Cascadia Code" panose="020B0609020000020004" pitchFamily="49" charset="0"/>
                              </a:rPr>
                              <m:t>−1</m:t>
                            </m:r>
                          </m:e>
                        </m:d>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𝐴</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m:t>
                        </m:r>
                      </m:e>
                    </m:d>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(Shift towards left)</a:t>
                </a:r>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(Decrement for inner loop)</a:t>
                </a: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(Increment)</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5020613"/>
              </a:xfrm>
              <a:prstGeom prst="rect">
                <a:avLst/>
              </a:prstGeom>
              <a:blipFill>
                <a:blip r:embed="rId3"/>
                <a:stretch>
                  <a:fillRect l="-778" t="-971"/>
                </a:stretch>
              </a:blipFill>
            </p:spPr>
            <p:txBody>
              <a:bodyPr/>
              <a:lstStyle/>
              <a:p>
                <a:r>
                  <a:rPr lang="en-US">
                    <a:noFill/>
                  </a:rPr>
                  <a:t> </a:t>
                </a:r>
              </a:p>
            </p:txBody>
          </p:sp>
        </mc:Fallback>
      </mc:AlternateContent>
    </p:spTree>
    <p:extLst>
      <p:ext uri="{BB962C8B-B14F-4D97-AF65-F5344CB8AC3E}">
        <p14:creationId xmlns:p14="http://schemas.microsoft.com/office/powerpoint/2010/main" val="398110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 a nut-shell</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5E0CAD17-DE0F-21C3-4F24-20C3FBC30E83}"/>
              </a:ext>
            </a:extLst>
          </p:cNvPr>
          <p:cNvSpPr txBox="1">
            <a:spLocks/>
          </p:cNvSpPr>
          <p:nvPr/>
        </p:nvSpPr>
        <p:spPr>
          <a:xfrm>
            <a:off x="220384" y="1532586"/>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Create groups of 5 students each.</a:t>
            </a:r>
          </a:p>
          <a:p>
            <a:pPr>
              <a:lnSpc>
                <a:spcPct val="120000"/>
              </a:lnSpc>
              <a:buFont typeface="Wingdings" panose="05000000000000000000" pitchFamily="2" charset="2"/>
              <a:buChar char="§"/>
            </a:pPr>
            <a:r>
              <a:rPr lang="en-US" sz="3200" dirty="0"/>
              <a:t>Create an unsorted array with your SIDs.</a:t>
            </a:r>
          </a:p>
          <a:p>
            <a:pPr>
              <a:lnSpc>
                <a:spcPct val="120000"/>
              </a:lnSpc>
              <a:buFont typeface="Wingdings" panose="05000000000000000000" pitchFamily="2" charset="2"/>
              <a:buChar char="§"/>
            </a:pPr>
            <a:r>
              <a:rPr lang="en-US" sz="3200" dirty="0"/>
              <a:t>Following the Selection sort algorithm, show how your array will be sorted step-by-step.</a:t>
            </a:r>
          </a:p>
          <a:p>
            <a:pPr>
              <a:lnSpc>
                <a:spcPct val="120000"/>
              </a:lnSpc>
              <a:buFont typeface="Wingdings" panose="05000000000000000000" pitchFamily="2" charset="2"/>
              <a:buChar char="§"/>
            </a:pPr>
            <a:r>
              <a:rPr lang="en-US" sz="3200" dirty="0"/>
              <a:t>Assuming each statement took 3ms to run, calculate the total time it took for your array to be finally sorted.</a:t>
            </a:r>
          </a:p>
        </p:txBody>
      </p:sp>
    </p:spTree>
    <p:extLst>
      <p:ext uri="{BB962C8B-B14F-4D97-AF65-F5344CB8AC3E}">
        <p14:creationId xmlns:p14="http://schemas.microsoft.com/office/powerpoint/2010/main" val="216708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3713</TotalTime>
  <Words>1287</Words>
  <Application>Microsoft Office PowerPoint</Application>
  <PresentationFormat>Widescreen</PresentationFormat>
  <Paragraphs>123</Paragraphs>
  <Slides>15</Slides>
  <Notes>12</Notes>
  <HiddenSlides>0</HiddenSlides>
  <MMClips>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175</cp:revision>
  <dcterms:created xsi:type="dcterms:W3CDTF">2022-11-22T20:08:03Z</dcterms:created>
  <dcterms:modified xsi:type="dcterms:W3CDTF">2023-07-26T06:42:21Z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