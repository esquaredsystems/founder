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2"/>
  </p:notesMasterIdLst>
  <p:handoutMasterIdLst>
    <p:handoutMasterId r:id="rId43"/>
  </p:handoutMasterIdLst>
  <p:sldIdLst>
    <p:sldId id="2503" r:id="rId5"/>
    <p:sldId id="2462" r:id="rId6"/>
    <p:sldId id="2479" r:id="rId7"/>
    <p:sldId id="2512" r:id="rId8"/>
    <p:sldId id="2513" r:id="rId9"/>
    <p:sldId id="2511" r:id="rId10"/>
    <p:sldId id="2514" r:id="rId11"/>
    <p:sldId id="2522" r:id="rId12"/>
    <p:sldId id="2521" r:id="rId13"/>
    <p:sldId id="2523" r:id="rId14"/>
    <p:sldId id="2524" r:id="rId15"/>
    <p:sldId id="2520" r:id="rId16"/>
    <p:sldId id="2515" r:id="rId17"/>
    <p:sldId id="2525" r:id="rId18"/>
    <p:sldId id="2526" r:id="rId19"/>
    <p:sldId id="2519" r:id="rId20"/>
    <p:sldId id="2528" r:id="rId21"/>
    <p:sldId id="2517" r:id="rId22"/>
    <p:sldId id="2530" r:id="rId23"/>
    <p:sldId id="2531" r:id="rId24"/>
    <p:sldId id="2518" r:id="rId25"/>
    <p:sldId id="2532" r:id="rId26"/>
    <p:sldId id="2529" r:id="rId27"/>
    <p:sldId id="2533" r:id="rId28"/>
    <p:sldId id="2545" r:id="rId29"/>
    <p:sldId id="2527" r:id="rId30"/>
    <p:sldId id="2534" r:id="rId31"/>
    <p:sldId id="2535" r:id="rId32"/>
    <p:sldId id="2536" r:id="rId33"/>
    <p:sldId id="2537" r:id="rId34"/>
    <p:sldId id="2538" r:id="rId35"/>
    <p:sldId id="2539" r:id="rId36"/>
    <p:sldId id="2541" r:id="rId37"/>
    <p:sldId id="2543" r:id="rId38"/>
    <p:sldId id="2544" r:id="rId39"/>
    <p:sldId id="2540" r:id="rId40"/>
    <p:sldId id="2436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926F40-B8AA-4ECA-8DEE-B4DFCD7A9F5E}" v="3006" dt="2023-08-09T07:11:32.1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86" autoAdjust="0"/>
    <p:restoredTop sz="89150" autoAdjust="0"/>
  </p:normalViewPr>
  <p:slideViewPr>
    <p:cSldViewPr snapToGrid="0">
      <p:cViewPr varScale="1">
        <p:scale>
          <a:sx n="41" d="100"/>
          <a:sy n="41" d="100"/>
        </p:scale>
        <p:origin x="58" y="749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0FDD8DE3-F1AE-4516-94DB-A1902CE94C41}"/>
    <pc:docChg chg="undo custSel addSld delSld modSld sldOrd">
      <pc:chgData name="Owais Ahmed" userId="6abc7d4556b3b071" providerId="LiveId" clId="{0FDD8DE3-F1AE-4516-94DB-A1902CE94C41}" dt="2023-03-02T06:18:36.400" v="3919" actId="20577"/>
      <pc:docMkLst>
        <pc:docMk/>
      </pc:docMkLst>
      <pc:sldChg chg="del">
        <pc:chgData name="Owais Ahmed" userId="6abc7d4556b3b071" providerId="LiveId" clId="{0FDD8DE3-F1AE-4516-94DB-A1902CE94C41}" dt="2023-03-02T04:27:58.588" v="0" actId="47"/>
        <pc:sldMkLst>
          <pc:docMk/>
          <pc:sldMk cId="1287457047" sldId="522"/>
        </pc:sldMkLst>
      </pc:sldChg>
      <pc:sldChg chg="modSp mod">
        <pc:chgData name="Owais Ahmed" userId="6abc7d4556b3b071" providerId="LiveId" clId="{0FDD8DE3-F1AE-4516-94DB-A1902CE94C41}" dt="2023-03-02T04:34:37.750" v="253" actId="20577"/>
        <pc:sldMkLst>
          <pc:docMk/>
          <pc:sldMk cId="1649098948" sldId="2462"/>
        </pc:sldMkLst>
        <pc:spChg chg="mod">
          <ac:chgData name="Owais Ahmed" userId="6abc7d4556b3b071" providerId="LiveId" clId="{0FDD8DE3-F1AE-4516-94DB-A1902CE94C41}" dt="2023-03-02T04:34:37.750" v="25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del mod modAnim modNotesTx">
        <pc:chgData name="Owais Ahmed" userId="6abc7d4556b3b071" providerId="LiveId" clId="{0FDD8DE3-F1AE-4516-94DB-A1902CE94C41}" dt="2023-03-02T04:56:35.318" v="824" actId="20577"/>
        <pc:sldMkLst>
          <pc:docMk/>
          <pc:sldMk cId="641030253" sldId="2479"/>
        </pc:sldMkLst>
        <pc:spChg chg="mod">
          <ac:chgData name="Owais Ahmed" userId="6abc7d4556b3b071" providerId="LiveId" clId="{0FDD8DE3-F1AE-4516-94DB-A1902CE94C41}" dt="2023-03-02T04:56:35.318" v="824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addSp delSp modSp add mod addAnim delAnim modAnim">
        <pc:chgData name="Owais Ahmed" userId="6abc7d4556b3b071" providerId="LiveId" clId="{0FDD8DE3-F1AE-4516-94DB-A1902CE94C41}" dt="2023-03-02T05:02:47.390" v="1015" actId="20577"/>
        <pc:sldMkLst>
          <pc:docMk/>
          <pc:sldMk cId="33298473" sldId="2480"/>
        </pc:sldMkLst>
        <pc:spChg chg="mod">
          <ac:chgData name="Owais Ahmed" userId="6abc7d4556b3b071" providerId="LiveId" clId="{0FDD8DE3-F1AE-4516-94DB-A1902CE94C41}" dt="2023-03-02T05:02:47.390" v="1015" actId="20577"/>
          <ac:spMkLst>
            <pc:docMk/>
            <pc:sldMk cId="33298473" sldId="2480"/>
            <ac:spMk id="3" creationId="{4A1C0383-58FE-E486-295E-B33B8683B938}"/>
          </ac:spMkLst>
        </pc:spChg>
        <pc:spChg chg="add del mod">
          <ac:chgData name="Owais Ahmed" userId="6abc7d4556b3b071" providerId="LiveId" clId="{0FDD8DE3-F1AE-4516-94DB-A1902CE94C41}" dt="2023-03-02T04:59:41.959" v="915" actId="478"/>
          <ac:spMkLst>
            <pc:docMk/>
            <pc:sldMk cId="33298473" sldId="2480"/>
            <ac:spMk id="4" creationId="{68AC28BA-EE78-7111-9C67-B260CC8C0AF1}"/>
          </ac:spMkLst>
        </pc:spChg>
        <pc:spChg chg="add del mod">
          <ac:chgData name="Owais Ahmed" userId="6abc7d4556b3b071" providerId="LiveId" clId="{0FDD8DE3-F1AE-4516-94DB-A1902CE94C41}" dt="2023-03-02T04:59:50.009" v="917"/>
          <ac:spMkLst>
            <pc:docMk/>
            <pc:sldMk cId="33298473" sldId="2480"/>
            <ac:spMk id="5" creationId="{3C596777-B16B-C4E4-DB12-E1F5A73BD828}"/>
          </ac:spMkLst>
        </pc:spChg>
        <pc:spChg chg="mod">
          <ac:chgData name="Owais Ahmed" userId="6abc7d4556b3b071" providerId="LiveId" clId="{0FDD8DE3-F1AE-4516-94DB-A1902CE94C41}" dt="2023-03-02T04:57:10.298" v="868" actId="20577"/>
          <ac:spMkLst>
            <pc:docMk/>
            <pc:sldMk cId="33298473" sldId="2480"/>
            <ac:spMk id="215" creationId="{00000000-0000-0000-0000-000000000000}"/>
          </ac:spMkLst>
        </pc:spChg>
        <pc:grpChg chg="add mod">
          <ac:chgData name="Owais Ahmed" userId="6abc7d4556b3b071" providerId="LiveId" clId="{0FDD8DE3-F1AE-4516-94DB-A1902CE94C41}" dt="2023-03-02T05:01:15.772" v="952" actId="1076"/>
          <ac:grpSpMkLst>
            <pc:docMk/>
            <pc:sldMk cId="33298473" sldId="2480"/>
            <ac:grpSpMk id="6" creationId="{FD589D9F-4290-70D5-647A-B064BD51AD0F}"/>
          </ac:grpSpMkLst>
        </pc:grpChg>
        <pc:graphicFrameChg chg="mod">
          <ac:chgData name="Owais Ahmed" userId="6abc7d4556b3b071" providerId="LiveId" clId="{0FDD8DE3-F1AE-4516-94DB-A1902CE94C41}" dt="2023-03-02T05:01:09.985" v="951" actId="1076"/>
          <ac:graphicFrameMkLst>
            <pc:docMk/>
            <pc:sldMk cId="33298473" sldId="2480"/>
            <ac:graphicFrameMk id="7" creationId="{7FAACA05-2AF8-65B6-3247-494C8D83A2A3}"/>
          </ac:graphicFrameMkLst>
        </pc:graphicFrameChg>
        <pc:graphicFrameChg chg="mod">
          <ac:chgData name="Owais Ahmed" userId="6abc7d4556b3b071" providerId="LiveId" clId="{0FDD8DE3-F1AE-4516-94DB-A1902CE94C41}" dt="2023-03-02T04:59:57.098" v="918"/>
          <ac:graphicFrameMkLst>
            <pc:docMk/>
            <pc:sldMk cId="33298473" sldId="2480"/>
            <ac:graphicFrameMk id="8" creationId="{499CFD65-868C-4833-4C17-404622B9360F}"/>
          </ac:graphicFrameMkLst>
        </pc:graphicFrameChg>
        <pc:graphicFrameChg chg="mod">
          <ac:chgData name="Owais Ahmed" userId="6abc7d4556b3b071" providerId="LiveId" clId="{0FDD8DE3-F1AE-4516-94DB-A1902CE94C41}" dt="2023-03-02T05:01:05.734" v="949" actId="1076"/>
          <ac:graphicFrameMkLst>
            <pc:docMk/>
            <pc:sldMk cId="33298473" sldId="2480"/>
            <ac:graphicFrameMk id="9" creationId="{05B7410C-9230-9514-6EE0-C6BB6D00E65A}"/>
          </ac:graphicFrameMkLst>
        </pc:graphicFrameChg>
      </pc:sldChg>
      <pc:sldChg chg="addSp delSp modSp add mod">
        <pc:chgData name="Owais Ahmed" userId="6abc7d4556b3b071" providerId="LiveId" clId="{0FDD8DE3-F1AE-4516-94DB-A1902CE94C41}" dt="2023-03-02T05:04:45.391" v="1131" actId="20577"/>
        <pc:sldMkLst>
          <pc:docMk/>
          <pc:sldMk cId="2242574499" sldId="2481"/>
        </pc:sldMkLst>
        <pc:spChg chg="mod">
          <ac:chgData name="Owais Ahmed" userId="6abc7d4556b3b071" providerId="LiveId" clId="{0FDD8DE3-F1AE-4516-94DB-A1902CE94C41}" dt="2023-03-02T05:04:45.391" v="1131" actId="20577"/>
          <ac:spMkLst>
            <pc:docMk/>
            <pc:sldMk cId="2242574499" sldId="2481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04:04.357" v="1104" actId="478"/>
          <ac:grpSpMkLst>
            <pc:docMk/>
            <pc:sldMk cId="2242574499" sldId="2481"/>
            <ac:grpSpMk id="6" creationId="{FD589D9F-4290-70D5-647A-B064BD51AD0F}"/>
          </ac:grpSpMkLst>
        </pc:grpChg>
        <pc:graphicFrameChg chg="add mod">
          <ac:chgData name="Owais Ahmed" userId="6abc7d4556b3b071" providerId="LiveId" clId="{0FDD8DE3-F1AE-4516-94DB-A1902CE94C41}" dt="2023-03-02T05:04:13.311" v="1107" actId="1076"/>
          <ac:graphicFrameMkLst>
            <pc:docMk/>
            <pc:sldMk cId="2242574499" sldId="2481"/>
            <ac:graphicFrameMk id="4" creationId="{A4BC4EBA-3876-6BF4-89C0-19210A8CD91E}"/>
          </ac:graphicFrameMkLst>
        </pc:graphicFrameChg>
      </pc:sldChg>
      <pc:sldChg chg="addSp delSp modSp add mod modAnim">
        <pc:chgData name="Owais Ahmed" userId="6abc7d4556b3b071" providerId="LiveId" clId="{0FDD8DE3-F1AE-4516-94DB-A1902CE94C41}" dt="2023-03-02T05:07:54.229" v="1274"/>
        <pc:sldMkLst>
          <pc:docMk/>
          <pc:sldMk cId="3554497857" sldId="2482"/>
        </pc:sldMkLst>
        <pc:spChg chg="mod">
          <ac:chgData name="Owais Ahmed" userId="6abc7d4556b3b071" providerId="LiveId" clId="{0FDD8DE3-F1AE-4516-94DB-A1902CE94C41}" dt="2023-03-02T05:07:34.050" v="1267" actId="14100"/>
          <ac:spMkLst>
            <pc:docMk/>
            <pc:sldMk cId="3554497857" sldId="2482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7" creationId="{C4E1FD69-13E5-3FE3-DBBD-F4EDBD0B4548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8" creationId="{A3151781-A385-D86F-D674-1B13A34E15FD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9" creationId="{7FEA710A-3158-0DA2-73B7-9B738D7CB45C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0" creationId="{4E343397-BF21-8FB1-2BA8-F2FBF2316C97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1" creationId="{CE1638A0-80E0-117E-C1B2-FD5E695BDC5B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2" creationId="{B708FF02-D0A1-390F-D4A4-141B061E2351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3" creationId="{9D5025B5-0745-F2E3-16E8-8CA67BAAD609}"/>
          </ac:spMkLst>
        </pc:spChg>
        <pc:grpChg chg="add del mod">
          <ac:chgData name="Owais Ahmed" userId="6abc7d4556b3b071" providerId="LiveId" clId="{0FDD8DE3-F1AE-4516-94DB-A1902CE94C41}" dt="2023-03-02T05:07:49.003" v="1273" actId="1076"/>
          <ac:grpSpMkLst>
            <pc:docMk/>
            <pc:sldMk cId="3554497857" sldId="2482"/>
            <ac:grpSpMk id="5" creationId="{94258CDA-92B0-B5D6-384D-F2A3E75B7760}"/>
          </ac:grpSpMkLst>
        </pc:grpChg>
        <pc:graphicFrameChg chg="del">
          <ac:chgData name="Owais Ahmed" userId="6abc7d4556b3b071" providerId="LiveId" clId="{0FDD8DE3-F1AE-4516-94DB-A1902CE94C41}" dt="2023-03-02T05:06:19.043" v="1232" actId="478"/>
          <ac:graphicFrameMkLst>
            <pc:docMk/>
            <pc:sldMk cId="3554497857" sldId="2482"/>
            <ac:graphicFrameMk id="4" creationId="{A4BC4EBA-3876-6BF4-89C0-19210A8CD91E}"/>
          </ac:graphicFrameMkLst>
        </pc:graphicFrameChg>
        <pc:graphicFrameChg chg="mod">
          <ac:chgData name="Owais Ahmed" userId="6abc7d4556b3b071" providerId="LiveId" clId="{0FDD8DE3-F1AE-4516-94DB-A1902CE94C41}" dt="2023-03-02T05:07:49.003" v="1273" actId="1076"/>
          <ac:graphicFrameMkLst>
            <pc:docMk/>
            <pc:sldMk cId="3554497857" sldId="2482"/>
            <ac:graphicFrameMk id="6" creationId="{E263AE06-16F9-EA63-2B55-AFAFDFF05400}"/>
          </ac:graphicFrameMkLst>
        </pc:graphicFrameChg>
      </pc:sldChg>
      <pc:sldChg chg="addSp delSp modSp add mod modAnim">
        <pc:chgData name="Owais Ahmed" userId="6abc7d4556b3b071" providerId="LiveId" clId="{0FDD8DE3-F1AE-4516-94DB-A1902CE94C41}" dt="2023-03-02T05:12:04.645" v="1365" actId="20577"/>
        <pc:sldMkLst>
          <pc:docMk/>
          <pc:sldMk cId="677534828" sldId="2483"/>
        </pc:sldMkLst>
        <pc:spChg chg="mod">
          <ac:chgData name="Owais Ahmed" userId="6abc7d4556b3b071" providerId="LiveId" clId="{0FDD8DE3-F1AE-4516-94DB-A1902CE94C41}" dt="2023-03-02T05:12:04.645" v="1365" actId="20577"/>
          <ac:spMkLst>
            <pc:docMk/>
            <pc:sldMk cId="677534828" sldId="2483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08:35.450" v="1276" actId="478"/>
          <ac:grpSpMkLst>
            <pc:docMk/>
            <pc:sldMk cId="677534828" sldId="2483"/>
            <ac:grpSpMk id="5" creationId="{94258CDA-92B0-B5D6-384D-F2A3E75B7760}"/>
          </ac:grpSpMkLst>
        </pc:grpChg>
        <pc:graphicFrameChg chg="add mod">
          <ac:chgData name="Owais Ahmed" userId="6abc7d4556b3b071" providerId="LiveId" clId="{0FDD8DE3-F1AE-4516-94DB-A1902CE94C41}" dt="2023-03-02T05:09:36.384" v="1301" actId="1076"/>
          <ac:graphicFrameMkLst>
            <pc:docMk/>
            <pc:sldMk cId="677534828" sldId="2483"/>
            <ac:graphicFrameMk id="4" creationId="{976AB35B-B8A7-3F4B-F4BD-5863694BCC5D}"/>
          </ac:graphicFrameMkLst>
        </pc:graphicFrameChg>
      </pc:sldChg>
      <pc:sldChg chg="addSp delSp modSp add mod">
        <pc:chgData name="Owais Ahmed" userId="6abc7d4556b3b071" providerId="LiveId" clId="{0FDD8DE3-F1AE-4516-94DB-A1902CE94C41}" dt="2023-03-02T05:19:22.243" v="1681" actId="20577"/>
        <pc:sldMkLst>
          <pc:docMk/>
          <pc:sldMk cId="278977406" sldId="2484"/>
        </pc:sldMkLst>
        <pc:spChg chg="mod">
          <ac:chgData name="Owais Ahmed" userId="6abc7d4556b3b071" providerId="LiveId" clId="{0FDD8DE3-F1AE-4516-94DB-A1902CE94C41}" dt="2023-03-02T05:19:22.243" v="1681" actId="20577"/>
          <ac:spMkLst>
            <pc:docMk/>
            <pc:sldMk cId="278977406" sldId="2484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7" creationId="{55BA099A-CF9D-DA01-089D-3FB73BCCDF0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8" creationId="{8B5CD697-AFB4-87A3-6AE0-3E13DFFBFE9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9" creationId="{14D7CFE0-500B-EE3E-0916-F312008148C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1" creationId="{43214471-716B-DD60-6ABE-109DFA27050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3" creationId="{FAA990E2-2821-A383-E799-8067629CA75C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5" creationId="{7DA1DB7D-B35C-DE61-9AFF-134B326B0FD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6" creationId="{29E538EA-8887-71D8-6567-6AE1C312A98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7" creationId="{FCAA705B-E173-3247-BD24-8A5E9844FF2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8" creationId="{FD1EE0E5-528C-1471-6132-2C95A8FF34DB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9" creationId="{8638A1AB-9E42-C187-D2AC-D9C9A3F3A5D1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0" creationId="{FB75DA1E-A533-0DC9-6375-3B13FE54D5F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1" creationId="{05D4747D-C55A-27A8-A503-97067BF659C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2" creationId="{060909E4-FC5A-F3CB-0DCE-7A6B2C8D85FE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3" creationId="{A34C6B58-56E8-825F-57FF-2ED8615E707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4" creationId="{97FFB713-4A4F-385D-29BA-E73F9F9AF40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5" creationId="{83D4EE20-4465-2F99-20E4-96B41FE72BA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6" creationId="{CBD0581F-8EAF-DD54-9931-F722097CCF36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7" creationId="{65B31570-2F7D-A625-6849-372E2DEECD85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8" creationId="{EF6A9AF1-BD6E-86CB-85D2-48629D499C36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9" creationId="{598807CE-1E04-5612-F554-B4F4EF64953A}"/>
          </ac:spMkLst>
        </pc:spChg>
        <pc:grpChg chg="add 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5" creationId="{F299F5F0-22E0-D1A1-49CA-0FA87EC7C3F5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0" creationId="{5F8B08D4-6C65-A4B4-7200-EEB2C72E35C3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2" creationId="{C08FEAF3-94E6-1EEA-45F3-B6619E861383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4" creationId="{65F0AE59-9C85-3533-161C-A401EAF2021F}"/>
          </ac:grpSpMkLst>
        </pc:grpChg>
        <pc:graphicFrameChg chg="del">
          <ac:chgData name="Owais Ahmed" userId="6abc7d4556b3b071" providerId="LiveId" clId="{0FDD8DE3-F1AE-4516-94DB-A1902CE94C41}" dt="2023-03-02T05:12:28.584" v="1367" actId="478"/>
          <ac:graphicFrameMkLst>
            <pc:docMk/>
            <pc:sldMk cId="278977406" sldId="2484"/>
            <ac:graphicFrameMk id="4" creationId="{976AB35B-B8A7-3F4B-F4BD-5863694BCC5D}"/>
          </ac:graphicFrameMkLst>
        </pc:graphicFrameChg>
        <pc:graphicFrameChg chg="mod">
          <ac:chgData name="Owais Ahmed" userId="6abc7d4556b3b071" providerId="LiveId" clId="{0FDD8DE3-F1AE-4516-94DB-A1902CE94C41}" dt="2023-03-02T05:16:06.728" v="1373" actId="1076"/>
          <ac:graphicFrameMkLst>
            <pc:docMk/>
            <pc:sldMk cId="278977406" sldId="2484"/>
            <ac:graphicFrameMk id="6" creationId="{D6062A98-8C21-5037-803E-40FA7421CEF0}"/>
          </ac:graphicFrameMkLst>
        </pc:graphicFrameChg>
      </pc:sldChg>
      <pc:sldChg chg="add del">
        <pc:chgData name="Owais Ahmed" userId="6abc7d4556b3b071" providerId="LiveId" clId="{0FDD8DE3-F1AE-4516-94DB-A1902CE94C41}" dt="2023-03-02T04:35:20.256" v="256" actId="47"/>
        <pc:sldMkLst>
          <pc:docMk/>
          <pc:sldMk cId="2426892836" sldId="2485"/>
        </pc:sldMkLst>
      </pc:sldChg>
      <pc:sldChg chg="delSp modSp add mod modAnim">
        <pc:chgData name="Owais Ahmed" userId="6abc7d4556b3b071" providerId="LiveId" clId="{0FDD8DE3-F1AE-4516-94DB-A1902CE94C41}" dt="2023-03-02T05:33:14.169" v="1944" actId="20577"/>
        <pc:sldMkLst>
          <pc:docMk/>
          <pc:sldMk cId="2995985000" sldId="2485"/>
        </pc:sldMkLst>
        <pc:spChg chg="mod">
          <ac:chgData name="Owais Ahmed" userId="6abc7d4556b3b071" providerId="LiveId" clId="{0FDD8DE3-F1AE-4516-94DB-A1902CE94C41}" dt="2023-03-02T05:33:14.169" v="1944" actId="20577"/>
          <ac:spMkLst>
            <pc:docMk/>
            <pc:sldMk cId="2995985000" sldId="2485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19:52.045" v="1683" actId="478"/>
          <ac:grpSpMkLst>
            <pc:docMk/>
            <pc:sldMk cId="2995985000" sldId="2485"/>
            <ac:grpSpMk id="5" creationId="{F299F5F0-22E0-D1A1-49CA-0FA87EC7C3F5}"/>
          </ac:grpSpMkLst>
        </pc:grpChg>
      </pc:sldChg>
      <pc:sldChg chg="modSp add mod modAnim">
        <pc:chgData name="Owais Ahmed" userId="6abc7d4556b3b071" providerId="LiveId" clId="{0FDD8DE3-F1AE-4516-94DB-A1902CE94C41}" dt="2023-03-02T05:36:18.701" v="2006" actId="20577"/>
        <pc:sldMkLst>
          <pc:docMk/>
          <pc:sldMk cId="1088870247" sldId="2486"/>
        </pc:sldMkLst>
        <pc:spChg chg="mod">
          <ac:chgData name="Owais Ahmed" userId="6abc7d4556b3b071" providerId="LiveId" clId="{0FDD8DE3-F1AE-4516-94DB-A1902CE94C41}" dt="2023-03-02T05:36:18.701" v="2006" actId="20577"/>
          <ac:spMkLst>
            <pc:docMk/>
            <pc:sldMk cId="1088870247" sldId="2486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33:51.460" v="1964" actId="5793"/>
          <ac:spMkLst>
            <pc:docMk/>
            <pc:sldMk cId="1088870247" sldId="2486"/>
            <ac:spMk id="215" creationId="{00000000-0000-0000-0000-000000000000}"/>
          </ac:spMkLst>
        </pc:spChg>
      </pc:sldChg>
      <pc:sldChg chg="del">
        <pc:chgData name="Owais Ahmed" userId="6abc7d4556b3b071" providerId="LiveId" clId="{0FDD8DE3-F1AE-4516-94DB-A1902CE94C41}" dt="2023-03-02T04:35:18.933" v="254" actId="47"/>
        <pc:sldMkLst>
          <pc:docMk/>
          <pc:sldMk cId="3132224988" sldId="2486"/>
        </pc:sldMkLst>
      </pc:sldChg>
      <pc:sldChg chg="addSp modSp add mod ord modAnim modNotesTx">
        <pc:chgData name="Owais Ahmed" userId="6abc7d4556b3b071" providerId="LiveId" clId="{0FDD8DE3-F1AE-4516-94DB-A1902CE94C41}" dt="2023-03-02T05:44:54.853" v="2642" actId="20577"/>
        <pc:sldMkLst>
          <pc:docMk/>
          <pc:sldMk cId="1653736541" sldId="2487"/>
        </pc:sldMkLst>
        <pc:spChg chg="mod">
          <ac:chgData name="Owais Ahmed" userId="6abc7d4556b3b071" providerId="LiveId" clId="{0FDD8DE3-F1AE-4516-94DB-A1902CE94C41}" dt="2023-03-02T05:44:06.203" v="2472" actId="20577"/>
          <ac:spMkLst>
            <pc:docMk/>
            <pc:sldMk cId="1653736541" sldId="2487"/>
            <ac:spMk id="3" creationId="{4A1C0383-58FE-E486-295E-B33B8683B938}"/>
          </ac:spMkLst>
        </pc:spChg>
        <pc:graphicFrameChg chg="add mod">
          <ac:chgData name="Owais Ahmed" userId="6abc7d4556b3b071" providerId="LiveId" clId="{0FDD8DE3-F1AE-4516-94DB-A1902CE94C41}" dt="2023-03-02T05:40:24.446" v="2091" actId="1076"/>
          <ac:graphicFrameMkLst>
            <pc:docMk/>
            <pc:sldMk cId="1653736541" sldId="2487"/>
            <ac:graphicFrameMk id="4" creationId="{B20B5C78-0431-0648-1A9D-66005AC79585}"/>
          </ac:graphicFrameMkLst>
        </pc:graphicFrameChg>
      </pc:sldChg>
      <pc:sldChg chg="add del">
        <pc:chgData name="Owais Ahmed" userId="6abc7d4556b3b071" providerId="LiveId" clId="{0FDD8DE3-F1AE-4516-94DB-A1902CE94C41}" dt="2023-03-02T05:39:42.723" v="2008" actId="2890"/>
        <pc:sldMkLst>
          <pc:docMk/>
          <pc:sldMk cId="1743220608" sldId="2487"/>
        </pc:sldMkLst>
      </pc:sldChg>
      <pc:sldChg chg="addSp modSp add mod ord modAnim">
        <pc:chgData name="Owais Ahmed" userId="6abc7d4556b3b071" providerId="LiveId" clId="{0FDD8DE3-F1AE-4516-94DB-A1902CE94C41}" dt="2023-03-02T05:49:25.027" v="2865"/>
        <pc:sldMkLst>
          <pc:docMk/>
          <pc:sldMk cId="633565940" sldId="2488"/>
        </pc:sldMkLst>
        <pc:spChg chg="mod">
          <ac:chgData name="Owais Ahmed" userId="6abc7d4556b3b071" providerId="LiveId" clId="{0FDD8DE3-F1AE-4516-94DB-A1902CE94C41}" dt="2023-03-02T05:47:02.045" v="2843" actId="14100"/>
          <ac:spMkLst>
            <pc:docMk/>
            <pc:sldMk cId="633565940" sldId="2488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45:50.131" v="2672" actId="20577"/>
          <ac:spMkLst>
            <pc:docMk/>
            <pc:sldMk cId="633565940" sldId="2488"/>
            <ac:spMk id="215" creationId="{00000000-0000-0000-0000-000000000000}"/>
          </ac:spMkLst>
        </pc:spChg>
        <pc:picChg chg="add mod">
          <ac:chgData name="Owais Ahmed" userId="6abc7d4556b3b071" providerId="LiveId" clId="{0FDD8DE3-F1AE-4516-94DB-A1902CE94C41}" dt="2023-03-02T05:48:56.135" v="2858" actId="1076"/>
          <ac:picMkLst>
            <pc:docMk/>
            <pc:sldMk cId="633565940" sldId="2488"/>
            <ac:picMk id="4" creationId="{2FB2FA82-BF57-F914-975C-C5DBC8806F68}"/>
          </ac:picMkLst>
        </pc:picChg>
        <pc:picChg chg="add mod">
          <ac:chgData name="Owais Ahmed" userId="6abc7d4556b3b071" providerId="LiveId" clId="{0FDD8DE3-F1AE-4516-94DB-A1902CE94C41}" dt="2023-03-02T05:48:58.691" v="2859" actId="1076"/>
          <ac:picMkLst>
            <pc:docMk/>
            <pc:sldMk cId="633565940" sldId="2488"/>
            <ac:picMk id="5" creationId="{1673933C-07C7-2F84-9017-8484D30A66DF}"/>
          </ac:picMkLst>
        </pc:picChg>
        <pc:picChg chg="add mod">
          <ac:chgData name="Owais Ahmed" userId="6abc7d4556b3b071" providerId="LiveId" clId="{0FDD8DE3-F1AE-4516-94DB-A1902CE94C41}" dt="2023-03-02T05:49:02.148" v="2860" actId="1076"/>
          <ac:picMkLst>
            <pc:docMk/>
            <pc:sldMk cId="633565940" sldId="2488"/>
            <ac:picMk id="6" creationId="{1382AA95-4B26-3C7F-D081-29C805830DC9}"/>
          </ac:picMkLst>
        </pc:picChg>
      </pc:sldChg>
      <pc:sldChg chg="add del">
        <pc:chgData name="Owais Ahmed" userId="6abc7d4556b3b071" providerId="LiveId" clId="{0FDD8DE3-F1AE-4516-94DB-A1902CE94C41}" dt="2023-03-02T04:35:19.865" v="255" actId="47"/>
        <pc:sldMkLst>
          <pc:docMk/>
          <pc:sldMk cId="918376006" sldId="2488"/>
        </pc:sldMkLst>
      </pc:sldChg>
      <pc:sldChg chg="add del">
        <pc:chgData name="Owais Ahmed" userId="6abc7d4556b3b071" providerId="LiveId" clId="{0FDD8DE3-F1AE-4516-94DB-A1902CE94C41}" dt="2023-03-02T05:49:58.669" v="2867" actId="2890"/>
        <pc:sldMkLst>
          <pc:docMk/>
          <pc:sldMk cId="1383689140" sldId="2489"/>
        </pc:sldMkLst>
      </pc:sldChg>
      <pc:sldChg chg="del">
        <pc:chgData name="Owais Ahmed" userId="6abc7d4556b3b071" providerId="LiveId" clId="{0FDD8DE3-F1AE-4516-94DB-A1902CE94C41}" dt="2023-03-02T04:35:21.399" v="257" actId="47"/>
        <pc:sldMkLst>
          <pc:docMk/>
          <pc:sldMk cId="3454217637" sldId="2489"/>
        </pc:sldMkLst>
      </pc:sldChg>
      <pc:sldChg chg="addSp delSp modSp add mod ord delAnim modAnim modNotesTx">
        <pc:chgData name="Owais Ahmed" userId="6abc7d4556b3b071" providerId="LiveId" clId="{0FDD8DE3-F1AE-4516-94DB-A1902CE94C41}" dt="2023-03-02T06:09:59.743" v="3278" actId="20577"/>
        <pc:sldMkLst>
          <pc:docMk/>
          <pc:sldMk cId="4108314565" sldId="2489"/>
        </pc:sldMkLst>
        <pc:spChg chg="mod">
          <ac:chgData name="Owais Ahmed" userId="6abc7d4556b3b071" providerId="LiveId" clId="{0FDD8DE3-F1AE-4516-94DB-A1902CE94C41}" dt="2023-03-02T05:50:58.643" v="2914" actId="20577"/>
          <ac:spMkLst>
            <pc:docMk/>
            <pc:sldMk cId="4108314565" sldId="2489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6:09:59.743" v="3278" actId="20577"/>
          <ac:spMkLst>
            <pc:docMk/>
            <pc:sldMk cId="4108314565" sldId="2489"/>
            <ac:spMk id="215" creationId="{00000000-0000-0000-0000-000000000000}"/>
          </ac:spMkLst>
        </pc:spChg>
        <pc:graphicFrameChg chg="del">
          <ac:chgData name="Owais Ahmed" userId="6abc7d4556b3b071" providerId="LiveId" clId="{0FDD8DE3-F1AE-4516-94DB-A1902CE94C41}" dt="2023-03-02T05:50:05.565" v="2871" actId="478"/>
          <ac:graphicFrameMkLst>
            <pc:docMk/>
            <pc:sldMk cId="4108314565" sldId="2489"/>
            <ac:graphicFrameMk id="4" creationId="{B20B5C78-0431-0648-1A9D-66005AC79585}"/>
          </ac:graphicFrameMkLst>
        </pc:graphicFrameChg>
        <pc:picChg chg="add mod">
          <ac:chgData name="Owais Ahmed" userId="6abc7d4556b3b071" providerId="LiveId" clId="{0FDD8DE3-F1AE-4516-94DB-A1902CE94C41}" dt="2023-03-02T05:51:07.524" v="2916" actId="1076"/>
          <ac:picMkLst>
            <pc:docMk/>
            <pc:sldMk cId="4108314565" sldId="2489"/>
            <ac:picMk id="5" creationId="{5A6BCF36-6817-EFD4-1129-7D5CE1797EBB}"/>
          </ac:picMkLst>
        </pc:picChg>
      </pc:sldChg>
      <pc:sldChg chg="addSp delSp modSp add mod modAnim modNotesTx">
        <pc:chgData name="Owais Ahmed" userId="6abc7d4556b3b071" providerId="LiveId" clId="{0FDD8DE3-F1AE-4516-94DB-A1902CE94C41}" dt="2023-03-02T06:15:51.487" v="3719" actId="20577"/>
        <pc:sldMkLst>
          <pc:docMk/>
          <pc:sldMk cId="768465522" sldId="2490"/>
        </pc:sldMkLst>
        <pc:spChg chg="mod">
          <ac:chgData name="Owais Ahmed" userId="6abc7d4556b3b071" providerId="LiveId" clId="{0FDD8DE3-F1AE-4516-94DB-A1902CE94C41}" dt="2023-03-02T06:15:51.487" v="3719" actId="20577"/>
          <ac:spMkLst>
            <pc:docMk/>
            <pc:sldMk cId="768465522" sldId="2490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6:11:16.290" v="3377" actId="20577"/>
          <ac:spMkLst>
            <pc:docMk/>
            <pc:sldMk cId="768465522" sldId="2490"/>
            <ac:spMk id="215" creationId="{00000000-0000-0000-0000-000000000000}"/>
          </ac:spMkLst>
        </pc:spChg>
        <pc:graphicFrameChg chg="add mod">
          <ac:chgData name="Owais Ahmed" userId="6abc7d4556b3b071" providerId="LiveId" clId="{0FDD8DE3-F1AE-4516-94DB-A1902CE94C41}" dt="2023-03-02T06:15:17.787" v="3695" actId="1076"/>
          <ac:graphicFrameMkLst>
            <pc:docMk/>
            <pc:sldMk cId="768465522" sldId="2490"/>
            <ac:graphicFrameMk id="4" creationId="{31FA3D9A-2BB8-CD33-B422-49DC2DF7C247}"/>
          </ac:graphicFrameMkLst>
        </pc:graphicFrameChg>
        <pc:picChg chg="del">
          <ac:chgData name="Owais Ahmed" userId="6abc7d4556b3b071" providerId="LiveId" clId="{0FDD8DE3-F1AE-4516-94DB-A1902CE94C41}" dt="2023-03-02T06:10:13.529" v="3280" actId="478"/>
          <ac:picMkLst>
            <pc:docMk/>
            <pc:sldMk cId="768465522" sldId="2490"/>
            <ac:picMk id="5" creationId="{5A6BCF36-6817-EFD4-1129-7D5CE1797EBB}"/>
          </ac:picMkLst>
        </pc:picChg>
      </pc:sldChg>
      <pc:sldChg chg="del">
        <pc:chgData name="Owais Ahmed" userId="6abc7d4556b3b071" providerId="LiveId" clId="{0FDD8DE3-F1AE-4516-94DB-A1902CE94C41}" dt="2023-03-02T04:35:21.935" v="258" actId="47"/>
        <pc:sldMkLst>
          <pc:docMk/>
          <pc:sldMk cId="3828703945" sldId="2490"/>
        </pc:sldMkLst>
      </pc:sldChg>
      <pc:sldChg chg="del">
        <pc:chgData name="Owais Ahmed" userId="6abc7d4556b3b071" providerId="LiveId" clId="{0FDD8DE3-F1AE-4516-94DB-A1902CE94C41}" dt="2023-03-02T04:35:23.076" v="259" actId="47"/>
        <pc:sldMkLst>
          <pc:docMk/>
          <pc:sldMk cId="1696537967" sldId="2491"/>
        </pc:sldMkLst>
      </pc:sldChg>
      <pc:sldChg chg="modSp add modAnim">
        <pc:chgData name="Owais Ahmed" userId="6abc7d4556b3b071" providerId="LiveId" clId="{0FDD8DE3-F1AE-4516-94DB-A1902CE94C41}" dt="2023-03-02T06:18:36.400" v="3919" actId="20577"/>
        <pc:sldMkLst>
          <pc:docMk/>
          <pc:sldMk cId="3640078836" sldId="2491"/>
        </pc:sldMkLst>
        <pc:spChg chg="mod">
          <ac:chgData name="Owais Ahmed" userId="6abc7d4556b3b071" providerId="LiveId" clId="{0FDD8DE3-F1AE-4516-94DB-A1902CE94C41}" dt="2023-03-02T06:18:36.400" v="3919" actId="20577"/>
          <ac:spMkLst>
            <pc:docMk/>
            <pc:sldMk cId="3640078836" sldId="2491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583CDD36-DC75-4E50-898E-AECC56DCC01A}"/>
    <pc:docChg chg="undo redo custSel addSld delSld modSld">
      <pc:chgData name="Owais Ahmed" userId="6abc7d4556b3b071" providerId="LiveId" clId="{583CDD36-DC75-4E50-898E-AECC56DCC01A}" dt="2023-03-04T13:30:34.083" v="4560" actId="6549"/>
      <pc:docMkLst>
        <pc:docMk/>
      </pc:docMkLst>
      <pc:sldChg chg="modSp mod">
        <pc:chgData name="Owais Ahmed" userId="6abc7d4556b3b071" providerId="LiveId" clId="{583CDD36-DC75-4E50-898E-AECC56DCC01A}" dt="2023-03-03T04:49:18.654" v="1951" actId="20577"/>
        <pc:sldMkLst>
          <pc:docMk/>
          <pc:sldMk cId="1649098948" sldId="2462"/>
        </pc:sldMkLst>
        <pc:spChg chg="mod">
          <ac:chgData name="Owais Ahmed" userId="6abc7d4556b3b071" providerId="LiveId" clId="{583CDD36-DC75-4E50-898E-AECC56DCC01A}" dt="2023-03-03T04:49:18.654" v="195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583CDD36-DC75-4E50-898E-AECC56DCC01A}" dt="2023-03-03T04:47:45.101" v="1938" actId="20577"/>
        <pc:sldMkLst>
          <pc:docMk/>
          <pc:sldMk cId="502436521" sldId="2495"/>
        </pc:sldMkLst>
        <pc:spChg chg="mod">
          <ac:chgData name="Owais Ahmed" userId="6abc7d4556b3b071" providerId="LiveId" clId="{583CDD36-DC75-4E50-898E-AECC56DCC01A}" dt="2023-03-03T04:47:45.101" v="1938" actId="20577"/>
          <ac:spMkLst>
            <pc:docMk/>
            <pc:sldMk cId="502436521" sldId="2495"/>
            <ac:spMk id="3" creationId="{4A1C0383-58FE-E486-295E-B33B8683B938}"/>
          </ac:spMkLst>
        </pc:spChg>
      </pc:sldChg>
      <pc:sldChg chg="addSp delSp modSp mod modAnim modNotesTx">
        <pc:chgData name="Owais Ahmed" userId="6abc7d4556b3b071" providerId="LiveId" clId="{583CDD36-DC75-4E50-898E-AECC56DCC01A}" dt="2023-03-03T04:33:09.205" v="1128" actId="20577"/>
        <pc:sldMkLst>
          <pc:docMk/>
          <pc:sldMk cId="3658375322" sldId="2496"/>
        </pc:sldMkLst>
        <pc:spChg chg="mod">
          <ac:chgData name="Owais Ahmed" userId="6abc7d4556b3b071" providerId="LiveId" clId="{583CDD36-DC75-4E50-898E-AECC56DCC01A}" dt="2023-03-03T04:33:09.205" v="1128" actId="20577"/>
          <ac:spMkLst>
            <pc:docMk/>
            <pc:sldMk cId="3658375322" sldId="2496"/>
            <ac:spMk id="3" creationId="{4A1C0383-58FE-E486-295E-B33B8683B938}"/>
          </ac:spMkLst>
        </pc:spChg>
        <pc:graphicFrameChg chg="add del mod">
          <ac:chgData name="Owais Ahmed" userId="6abc7d4556b3b071" providerId="LiveId" clId="{583CDD36-DC75-4E50-898E-AECC56DCC01A}" dt="2023-03-03T04:18:39.779" v="23"/>
          <ac:graphicFrameMkLst>
            <pc:docMk/>
            <pc:sldMk cId="3658375322" sldId="2496"/>
            <ac:graphicFrameMk id="4" creationId="{BFEC3375-B963-8923-4A6E-32818B1D2D4F}"/>
          </ac:graphicFrameMkLst>
        </pc:graphicFrameChg>
        <pc:graphicFrameChg chg="add del mod">
          <ac:chgData name="Owais Ahmed" userId="6abc7d4556b3b071" providerId="LiveId" clId="{583CDD36-DC75-4E50-898E-AECC56DCC01A}" dt="2023-03-03T04:27:20.607" v="679" actId="478"/>
          <ac:graphicFrameMkLst>
            <pc:docMk/>
            <pc:sldMk cId="3658375322" sldId="2496"/>
            <ac:graphicFrameMk id="5" creationId="{96E07031-D3A1-2C91-FA40-03175BC09D30}"/>
          </ac:graphicFrameMkLst>
        </pc:graphicFrameChg>
      </pc:sldChg>
      <pc:sldChg chg="addSp modSp add mod modAnim">
        <pc:chgData name="Owais Ahmed" userId="6abc7d4556b3b071" providerId="LiveId" clId="{583CDD36-DC75-4E50-898E-AECC56DCC01A}" dt="2023-03-03T04:43:36.685" v="1807" actId="20577"/>
        <pc:sldMkLst>
          <pc:docMk/>
          <pc:sldMk cId="1001608454" sldId="2497"/>
        </pc:sldMkLst>
        <pc:spChg chg="mod">
          <ac:chgData name="Owais Ahmed" userId="6abc7d4556b3b071" providerId="LiveId" clId="{583CDD36-DC75-4E50-898E-AECC56DCC01A}" dt="2023-03-03T04:43:36.685" v="1807" actId="20577"/>
          <ac:spMkLst>
            <pc:docMk/>
            <pc:sldMk cId="1001608454" sldId="2497"/>
            <ac:spMk id="3" creationId="{4A1C0383-58FE-E486-295E-B33B8683B938}"/>
          </ac:spMkLst>
        </pc:spChg>
        <pc:picChg chg="add mod">
          <ac:chgData name="Owais Ahmed" userId="6abc7d4556b3b071" providerId="LiveId" clId="{583CDD36-DC75-4E50-898E-AECC56DCC01A}" dt="2023-03-03T04:40:54.505" v="1617" actId="1076"/>
          <ac:picMkLst>
            <pc:docMk/>
            <pc:sldMk cId="1001608454" sldId="2497"/>
            <ac:picMk id="1026" creationId="{8DBC71CE-FCFC-758B-CB82-BF3E8407CAC9}"/>
          </ac:picMkLst>
        </pc:picChg>
      </pc:sldChg>
      <pc:sldChg chg="addSp delSp modSp add del mod modAnim">
        <pc:chgData name="Owais Ahmed" userId="6abc7d4556b3b071" providerId="LiveId" clId="{583CDD36-DC75-4E50-898E-AECC56DCC01A}" dt="2023-03-03T06:09:14.525" v="3778" actId="27636"/>
        <pc:sldMkLst>
          <pc:docMk/>
          <pc:sldMk cId="1881289253" sldId="2498"/>
        </pc:sldMkLst>
        <pc:spChg chg="mod">
          <ac:chgData name="Owais Ahmed" userId="6abc7d4556b3b071" providerId="LiveId" clId="{583CDD36-DC75-4E50-898E-AECC56DCC01A}" dt="2023-03-03T06:09:14.525" v="3778" actId="27636"/>
          <ac:spMkLst>
            <pc:docMk/>
            <pc:sldMk cId="1881289253" sldId="2498"/>
            <ac:spMk id="3" creationId="{4A1C0383-58FE-E486-295E-B33B8683B938}"/>
          </ac:spMkLst>
        </pc:spChg>
        <pc:spChg chg="add del">
          <ac:chgData name="Owais Ahmed" userId="6abc7d4556b3b071" providerId="LiveId" clId="{583CDD36-DC75-4E50-898E-AECC56DCC01A}" dt="2023-03-03T05:42:07.125" v="2139"/>
          <ac:spMkLst>
            <pc:docMk/>
            <pc:sldMk cId="1881289253" sldId="2498"/>
            <ac:spMk id="4" creationId="{F58F651D-1426-F8D8-EDE6-210C1C067CBF}"/>
          </ac:spMkLst>
        </pc:spChg>
        <pc:spChg chg="add del">
          <ac:chgData name="Owais Ahmed" userId="6abc7d4556b3b071" providerId="LiveId" clId="{583CDD36-DC75-4E50-898E-AECC56DCC01A}" dt="2023-03-03T05:42:24.465" v="2141"/>
          <ac:spMkLst>
            <pc:docMk/>
            <pc:sldMk cId="1881289253" sldId="2498"/>
            <ac:spMk id="5" creationId="{F1C8F1BD-E543-1C02-C17F-B1A2872354C4}"/>
          </ac:spMkLst>
        </pc:spChg>
        <pc:spChg chg="mod">
          <ac:chgData name="Owais Ahmed" userId="6abc7d4556b3b071" providerId="LiveId" clId="{583CDD36-DC75-4E50-898E-AECC56DCC01A}" dt="2023-03-03T04:49:38.147" v="1981" actId="20577"/>
          <ac:spMkLst>
            <pc:docMk/>
            <pc:sldMk cId="1881289253" sldId="2498"/>
            <ac:spMk id="215" creationId="{00000000-0000-0000-0000-000000000000}"/>
          </ac:spMkLst>
        </pc:spChg>
        <pc:picChg chg="add mod">
          <ac:chgData name="Owais Ahmed" userId="6abc7d4556b3b071" providerId="LiveId" clId="{583CDD36-DC75-4E50-898E-AECC56DCC01A}" dt="2023-03-03T05:43:39.544" v="2146" actId="1076"/>
          <ac:picMkLst>
            <pc:docMk/>
            <pc:sldMk cId="1881289253" sldId="2498"/>
            <ac:picMk id="3078" creationId="{FAA109FF-5D40-8692-BD65-902C9FEB4EB4}"/>
          </ac:picMkLst>
        </pc:picChg>
      </pc:sldChg>
      <pc:sldChg chg="addSp delSp modSp add mod modAnim">
        <pc:chgData name="Owais Ahmed" userId="6abc7d4556b3b071" providerId="LiveId" clId="{583CDD36-DC75-4E50-898E-AECC56DCC01A}" dt="2023-03-03T06:00:29.500" v="2818" actId="1076"/>
        <pc:sldMkLst>
          <pc:docMk/>
          <pc:sldMk cId="3955736578" sldId="2499"/>
        </pc:sldMkLst>
        <pc:spChg chg="mod">
          <ac:chgData name="Owais Ahmed" userId="6abc7d4556b3b071" providerId="LiveId" clId="{583CDD36-DC75-4E50-898E-AECC56DCC01A}" dt="2023-03-03T05:58:55.332" v="2810" actId="20577"/>
          <ac:spMkLst>
            <pc:docMk/>
            <pc:sldMk cId="3955736578" sldId="2499"/>
            <ac:spMk id="3" creationId="{4A1C0383-58FE-E486-295E-B33B8683B938}"/>
          </ac:spMkLst>
        </pc:spChg>
        <pc:spChg chg="add del">
          <ac:chgData name="Owais Ahmed" userId="6abc7d4556b3b071" providerId="LiveId" clId="{583CDD36-DC75-4E50-898E-AECC56DCC01A}" dt="2023-03-03T05:59:51.543" v="2812"/>
          <ac:spMkLst>
            <pc:docMk/>
            <pc:sldMk cId="3955736578" sldId="2499"/>
            <ac:spMk id="4" creationId="{A8C2EC14-07AD-1150-23BC-827AB83B1019}"/>
          </ac:spMkLst>
        </pc:spChg>
        <pc:picChg chg="add del">
          <ac:chgData name="Owais Ahmed" userId="6abc7d4556b3b071" providerId="LiveId" clId="{583CDD36-DC75-4E50-898E-AECC56DCC01A}" dt="2023-03-03T06:00:07.097" v="2814" actId="22"/>
          <ac:picMkLst>
            <pc:docMk/>
            <pc:sldMk cId="3955736578" sldId="2499"/>
            <ac:picMk id="6" creationId="{BE71870F-3DBA-4D1F-C222-1B194F1ECDD4}"/>
          </ac:picMkLst>
        </pc:picChg>
        <pc:picChg chg="add mod">
          <ac:chgData name="Owais Ahmed" userId="6abc7d4556b3b071" providerId="LiveId" clId="{583CDD36-DC75-4E50-898E-AECC56DCC01A}" dt="2023-03-03T06:00:29.500" v="2818" actId="1076"/>
          <ac:picMkLst>
            <pc:docMk/>
            <pc:sldMk cId="3955736578" sldId="2499"/>
            <ac:picMk id="8" creationId="{2D690B33-8A95-3481-E1DA-0C2846067CC2}"/>
          </ac:picMkLst>
        </pc:picChg>
        <pc:picChg chg="del">
          <ac:chgData name="Owais Ahmed" userId="6abc7d4556b3b071" providerId="LiveId" clId="{583CDD36-DC75-4E50-898E-AECC56DCC01A}" dt="2023-03-03T05:56:14.122" v="2676" actId="478"/>
          <ac:picMkLst>
            <pc:docMk/>
            <pc:sldMk cId="3955736578" sldId="2499"/>
            <ac:picMk id="3078" creationId="{FAA109FF-5D40-8692-BD65-902C9FEB4EB4}"/>
          </ac:picMkLst>
        </pc:picChg>
      </pc:sldChg>
      <pc:sldChg chg="delSp modSp add mod modAnim">
        <pc:chgData name="Owais Ahmed" userId="6abc7d4556b3b071" providerId="LiveId" clId="{583CDD36-DC75-4E50-898E-AECC56DCC01A}" dt="2023-03-03T06:08:11.648" v="3770" actId="20577"/>
        <pc:sldMkLst>
          <pc:docMk/>
          <pc:sldMk cId="3647547761" sldId="2500"/>
        </pc:sldMkLst>
        <pc:spChg chg="mod">
          <ac:chgData name="Owais Ahmed" userId="6abc7d4556b3b071" providerId="LiveId" clId="{583CDD36-DC75-4E50-898E-AECC56DCC01A}" dt="2023-03-03T06:08:11.648" v="3770" actId="20577"/>
          <ac:spMkLst>
            <pc:docMk/>
            <pc:sldMk cId="3647547761" sldId="2500"/>
            <ac:spMk id="3" creationId="{4A1C0383-58FE-E486-295E-B33B8683B938}"/>
          </ac:spMkLst>
        </pc:spChg>
        <pc:picChg chg="del">
          <ac:chgData name="Owais Ahmed" userId="6abc7d4556b3b071" providerId="LiveId" clId="{583CDD36-DC75-4E50-898E-AECC56DCC01A}" dt="2023-03-03T06:00:36.483" v="2820" actId="478"/>
          <ac:picMkLst>
            <pc:docMk/>
            <pc:sldMk cId="3647547761" sldId="2500"/>
            <ac:picMk id="8" creationId="{2D690B33-8A95-3481-E1DA-0C2846067CC2}"/>
          </ac:picMkLst>
        </pc:picChg>
      </pc:sldChg>
      <pc:sldChg chg="del">
        <pc:chgData name="Owais Ahmed" userId="6abc7d4556b3b071" providerId="LiveId" clId="{583CDD36-DC75-4E50-898E-AECC56DCC01A}" dt="2023-03-03T06:09:16.822" v="3779" actId="47"/>
        <pc:sldMkLst>
          <pc:docMk/>
          <pc:sldMk cId="3343540598" sldId="2501"/>
        </pc:sldMkLst>
      </pc:sldChg>
      <pc:sldChg chg="modSp add mod modAnim modNotesTx">
        <pc:chgData name="Owais Ahmed" userId="6abc7d4556b3b071" providerId="LiveId" clId="{583CDD36-DC75-4E50-898E-AECC56DCC01A}" dt="2023-03-03T06:24:32.189" v="4559" actId="20577"/>
        <pc:sldMkLst>
          <pc:docMk/>
          <pc:sldMk cId="3769573511" sldId="2501"/>
        </pc:sldMkLst>
        <pc:spChg chg="mod">
          <ac:chgData name="Owais Ahmed" userId="6abc7d4556b3b071" providerId="LiveId" clId="{583CDD36-DC75-4E50-898E-AECC56DCC01A}" dt="2023-03-03T06:14:47.884" v="4213" actId="20577"/>
          <ac:spMkLst>
            <pc:docMk/>
            <pc:sldMk cId="3769573511" sldId="2501"/>
            <ac:spMk id="3" creationId="{4A1C0383-58FE-E486-295E-B33B8683B938}"/>
          </ac:spMkLst>
        </pc:spChg>
        <pc:spChg chg="mod">
          <ac:chgData name="Owais Ahmed" userId="6abc7d4556b3b071" providerId="LiveId" clId="{583CDD36-DC75-4E50-898E-AECC56DCC01A}" dt="2023-03-03T06:09:48.808" v="3814" actId="20577"/>
          <ac:spMkLst>
            <pc:docMk/>
            <pc:sldMk cId="3769573511" sldId="2501"/>
            <ac:spMk id="215" creationId="{00000000-0000-0000-0000-000000000000}"/>
          </ac:spMkLst>
        </pc:spChg>
      </pc:sldChg>
      <pc:sldChg chg="add del">
        <pc:chgData name="Owais Ahmed" userId="6abc7d4556b3b071" providerId="LiveId" clId="{583CDD36-DC75-4E50-898E-AECC56DCC01A}" dt="2023-03-03T06:08:54.966" v="3773" actId="2890"/>
        <pc:sldMkLst>
          <pc:docMk/>
          <pc:sldMk cId="300343940" sldId="2502"/>
        </pc:sldMkLst>
      </pc:sldChg>
      <pc:sldChg chg="add del">
        <pc:chgData name="Owais Ahmed" userId="6abc7d4556b3b071" providerId="LiveId" clId="{583CDD36-DC75-4E50-898E-AECC56DCC01A}" dt="2023-03-03T06:09:06.883" v="3775"/>
        <pc:sldMkLst>
          <pc:docMk/>
          <pc:sldMk cId="675864047" sldId="2502"/>
        </pc:sldMkLst>
      </pc:sldChg>
      <pc:sldChg chg="modSp add mod modAnim modNotesTx">
        <pc:chgData name="Owais Ahmed" userId="6abc7d4556b3b071" providerId="LiveId" clId="{583CDD36-DC75-4E50-898E-AECC56DCC01A}" dt="2023-03-04T13:30:34.083" v="4560" actId="6549"/>
        <pc:sldMkLst>
          <pc:docMk/>
          <pc:sldMk cId="2150423912" sldId="2502"/>
        </pc:sldMkLst>
        <pc:spChg chg="mod">
          <ac:chgData name="Owais Ahmed" userId="6abc7d4556b3b071" providerId="LiveId" clId="{583CDD36-DC75-4E50-898E-AECC56DCC01A}" dt="2023-03-03T06:23:48.434" v="4556" actId="20577"/>
          <ac:spMkLst>
            <pc:docMk/>
            <pc:sldMk cId="2150423912" sldId="2502"/>
            <ac:spMk id="3" creationId="{4A1C0383-58FE-E486-295E-B33B8683B938}"/>
          </ac:spMkLst>
        </pc:spChg>
        <pc:spChg chg="mod">
          <ac:chgData name="Owais Ahmed" userId="6abc7d4556b3b071" providerId="LiveId" clId="{583CDD36-DC75-4E50-898E-AECC56DCC01A}" dt="2023-03-03T06:16:04.413" v="4227" actId="20577"/>
          <ac:spMkLst>
            <pc:docMk/>
            <pc:sldMk cId="2150423912" sldId="2502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41E0643A-A144-4690-8197-798831CA2B77}"/>
    <pc:docChg chg="custSel addSld modSld sldOrd">
      <pc:chgData name="Owais Ahmed" userId="6abc7d4556b3b071" providerId="LiveId" clId="{41E0643A-A144-4690-8197-798831CA2B77}" dt="2023-07-16T12:09:19.492" v="5660" actId="27636"/>
      <pc:docMkLst>
        <pc:docMk/>
      </pc:docMkLst>
      <pc:sldChg chg="modSp mod modAnim modNotesTx">
        <pc:chgData name="Owais Ahmed" userId="6abc7d4556b3b071" providerId="LiveId" clId="{41E0643A-A144-4690-8197-798831CA2B77}" dt="2023-07-16T12:09:09.519" v="5658" actId="20577"/>
        <pc:sldMkLst>
          <pc:docMk/>
          <pc:sldMk cId="641030253" sldId="2479"/>
        </pc:sldMkLst>
        <pc:spChg chg="mod">
          <ac:chgData name="Owais Ahmed" userId="6abc7d4556b3b071" providerId="LiveId" clId="{41E0643A-A144-4690-8197-798831CA2B77}" dt="2023-07-16T12:09:09.519" v="5658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modSp mod modAnim modNotesTx">
        <pc:chgData name="Owais Ahmed" userId="6abc7d4556b3b071" providerId="LiveId" clId="{41E0643A-A144-4690-8197-798831CA2B77}" dt="2023-07-16T12:09:19.492" v="5660" actId="27636"/>
        <pc:sldMkLst>
          <pc:docMk/>
          <pc:sldMk cId="1742566059" sldId="2504"/>
        </pc:sldMkLst>
        <pc:spChg chg="mod">
          <ac:chgData name="Owais Ahmed" userId="6abc7d4556b3b071" providerId="LiveId" clId="{41E0643A-A144-4690-8197-798831CA2B77}" dt="2023-07-16T12:09:19.492" v="5660" actId="27636"/>
          <ac:spMkLst>
            <pc:docMk/>
            <pc:sldMk cId="1742566059" sldId="2504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41E0643A-A144-4690-8197-798831CA2B77}" dt="2023-07-16T07:11:01.322" v="3151" actId="20577"/>
        <pc:sldMkLst>
          <pc:docMk/>
          <pc:sldMk cId="3840363020" sldId="2505"/>
        </pc:sldMkLst>
        <pc:spChg chg="mod">
          <ac:chgData name="Owais Ahmed" userId="6abc7d4556b3b071" providerId="LiveId" clId="{41E0643A-A144-4690-8197-798831CA2B77}" dt="2023-07-16T07:11:01.322" v="3151" actId="20577"/>
          <ac:spMkLst>
            <pc:docMk/>
            <pc:sldMk cId="3840363020" sldId="2505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41E0643A-A144-4690-8197-798831CA2B77}" dt="2023-07-16T06:51:09.503" v="544" actId="20577"/>
        <pc:sldMkLst>
          <pc:docMk/>
          <pc:sldMk cId="875357634" sldId="2507"/>
        </pc:sldMkLst>
        <pc:spChg chg="mod">
          <ac:chgData name="Owais Ahmed" userId="6abc7d4556b3b071" providerId="LiveId" clId="{41E0643A-A144-4690-8197-798831CA2B77}" dt="2023-07-16T06:51:09.503" v="544" actId="20577"/>
          <ac:spMkLst>
            <pc:docMk/>
            <pc:sldMk cId="875357634" sldId="2507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41E0643A-A144-4690-8197-798831CA2B77}" dt="2023-07-16T07:58:49.514" v="4931" actId="113"/>
        <pc:sldMkLst>
          <pc:docMk/>
          <pc:sldMk cId="1319355793" sldId="2508"/>
        </pc:sldMkLst>
        <pc:spChg chg="mod">
          <ac:chgData name="Owais Ahmed" userId="6abc7d4556b3b071" providerId="LiveId" clId="{41E0643A-A144-4690-8197-798831CA2B77}" dt="2023-07-16T07:58:49.514" v="4931" actId="113"/>
          <ac:spMkLst>
            <pc:docMk/>
            <pc:sldMk cId="1319355793" sldId="2508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41E0643A-A144-4690-8197-798831CA2B77}" dt="2023-07-16T07:10:32.858" v="3130" actId="20577"/>
        <pc:sldMkLst>
          <pc:docMk/>
          <pc:sldMk cId="3544083855" sldId="2512"/>
        </pc:sldMkLst>
        <pc:spChg chg="mod">
          <ac:chgData name="Owais Ahmed" userId="6abc7d4556b3b071" providerId="LiveId" clId="{41E0643A-A144-4690-8197-798831CA2B77}" dt="2023-07-16T07:10:32.858" v="3130" actId="20577"/>
          <ac:spMkLst>
            <pc:docMk/>
            <pc:sldMk cId="3544083855" sldId="2512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41E0643A-A144-4690-8197-798831CA2B77}" dt="2023-07-16T07:15:26.248" v="3799" actId="20577"/>
        <pc:sldMkLst>
          <pc:docMk/>
          <pc:sldMk cId="3886361074" sldId="2513"/>
        </pc:sldMkLst>
        <pc:spChg chg="mod">
          <ac:chgData name="Owais Ahmed" userId="6abc7d4556b3b071" providerId="LiveId" clId="{41E0643A-A144-4690-8197-798831CA2B77}" dt="2023-07-16T07:15:26.248" v="3799" actId="20577"/>
          <ac:spMkLst>
            <pc:docMk/>
            <pc:sldMk cId="3886361074" sldId="2513"/>
            <ac:spMk id="3" creationId="{4A1C0383-58FE-E486-295E-B33B8683B938}"/>
          </ac:spMkLst>
        </pc:spChg>
        <pc:spChg chg="mod">
          <ac:chgData name="Owais Ahmed" userId="6abc7d4556b3b071" providerId="LiveId" clId="{41E0643A-A144-4690-8197-798831CA2B77}" dt="2023-07-16T07:11:57.514" v="3213" actId="20577"/>
          <ac:spMkLst>
            <pc:docMk/>
            <pc:sldMk cId="3886361074" sldId="2513"/>
            <ac:spMk id="215" creationId="{00000000-0000-0000-0000-000000000000}"/>
          </ac:spMkLst>
        </pc:spChg>
      </pc:sldChg>
      <pc:sldChg chg="modSp add mod ord modAnim">
        <pc:chgData name="Owais Ahmed" userId="6abc7d4556b3b071" providerId="LiveId" clId="{41E0643A-A144-4690-8197-798831CA2B77}" dt="2023-07-16T11:17:36.296" v="5657" actId="20577"/>
        <pc:sldMkLst>
          <pc:docMk/>
          <pc:sldMk cId="3210411380" sldId="2514"/>
        </pc:sldMkLst>
        <pc:spChg chg="mod">
          <ac:chgData name="Owais Ahmed" userId="6abc7d4556b3b071" providerId="LiveId" clId="{41E0643A-A144-4690-8197-798831CA2B77}" dt="2023-07-16T11:17:36.296" v="5657" actId="20577"/>
          <ac:spMkLst>
            <pc:docMk/>
            <pc:sldMk cId="3210411380" sldId="2514"/>
            <ac:spMk id="3" creationId="{4A1C0383-58FE-E486-295E-B33B8683B938}"/>
          </ac:spMkLst>
        </pc:spChg>
        <pc:spChg chg="mod">
          <ac:chgData name="Owais Ahmed" userId="6abc7d4556b3b071" providerId="LiveId" clId="{41E0643A-A144-4690-8197-798831CA2B77}" dt="2023-07-16T11:10:20.111" v="4951" actId="20577"/>
          <ac:spMkLst>
            <pc:docMk/>
            <pc:sldMk cId="3210411380" sldId="2514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959CB1E4-7D39-42F6-A5DB-453F49955B70}"/>
    <pc:docChg chg="undo custSel addSld delSld modSld sldOrd">
      <pc:chgData name="Owais Ahmed" userId="6abc7d4556b3b071" providerId="LiveId" clId="{959CB1E4-7D39-42F6-A5DB-453F49955B70}" dt="2023-07-14T08:28:26.770" v="3534" actId="20577"/>
      <pc:docMkLst>
        <pc:docMk/>
      </pc:docMkLst>
      <pc:sldChg chg="del">
        <pc:chgData name="Owais Ahmed" userId="6abc7d4556b3b071" providerId="LiveId" clId="{959CB1E4-7D39-42F6-A5DB-453F49955B70}" dt="2023-07-13T10:27:49.217" v="1" actId="47"/>
        <pc:sldMkLst>
          <pc:docMk/>
          <pc:sldMk cId="3927832306" sldId="2448"/>
        </pc:sldMkLst>
      </pc:sldChg>
      <pc:sldChg chg="modSp mod">
        <pc:chgData name="Owais Ahmed" userId="6abc7d4556b3b071" providerId="LiveId" clId="{959CB1E4-7D39-42F6-A5DB-453F49955B70}" dt="2023-07-14T07:29:02.406" v="226" actId="20577"/>
        <pc:sldMkLst>
          <pc:docMk/>
          <pc:sldMk cId="1649098948" sldId="2462"/>
        </pc:sldMkLst>
        <pc:spChg chg="mod">
          <ac:chgData name="Owais Ahmed" userId="6abc7d4556b3b071" providerId="LiveId" clId="{959CB1E4-7D39-42F6-A5DB-453F49955B70}" dt="2023-07-14T07:29:02.406" v="226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959CB1E4-7D39-42F6-A5DB-453F49955B70}" dt="2023-07-14T07:14:24.888" v="95" actId="20577"/>
        <pc:sldMkLst>
          <pc:docMk/>
          <pc:sldMk cId="641030253" sldId="2479"/>
        </pc:sldMkLst>
        <pc:spChg chg="mod">
          <ac:chgData name="Owais Ahmed" userId="6abc7d4556b3b071" providerId="LiveId" clId="{959CB1E4-7D39-42F6-A5DB-453F49955B70}" dt="2023-07-14T07:14:24.888" v="95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del">
        <pc:chgData name="Owais Ahmed" userId="6abc7d4556b3b071" providerId="LiveId" clId="{959CB1E4-7D39-42F6-A5DB-453F49955B70}" dt="2023-07-14T04:07:12.824" v="2" actId="47"/>
        <pc:sldMkLst>
          <pc:docMk/>
          <pc:sldMk cId="33298473" sldId="2480"/>
        </pc:sldMkLst>
      </pc:sldChg>
      <pc:sldChg chg="del">
        <pc:chgData name="Owais Ahmed" userId="6abc7d4556b3b071" providerId="LiveId" clId="{959CB1E4-7D39-42F6-A5DB-453F49955B70}" dt="2023-07-14T04:07:13.027" v="3" actId="47"/>
        <pc:sldMkLst>
          <pc:docMk/>
          <pc:sldMk cId="2242574499" sldId="2481"/>
        </pc:sldMkLst>
      </pc:sldChg>
      <pc:sldChg chg="del">
        <pc:chgData name="Owais Ahmed" userId="6abc7d4556b3b071" providerId="LiveId" clId="{959CB1E4-7D39-42F6-A5DB-453F49955B70}" dt="2023-07-14T04:07:13.238" v="4" actId="47"/>
        <pc:sldMkLst>
          <pc:docMk/>
          <pc:sldMk cId="3554497857" sldId="2482"/>
        </pc:sldMkLst>
      </pc:sldChg>
      <pc:sldChg chg="del">
        <pc:chgData name="Owais Ahmed" userId="6abc7d4556b3b071" providerId="LiveId" clId="{959CB1E4-7D39-42F6-A5DB-453F49955B70}" dt="2023-07-14T04:07:13.487" v="5" actId="47"/>
        <pc:sldMkLst>
          <pc:docMk/>
          <pc:sldMk cId="677534828" sldId="2483"/>
        </pc:sldMkLst>
      </pc:sldChg>
      <pc:sldChg chg="del">
        <pc:chgData name="Owais Ahmed" userId="6abc7d4556b3b071" providerId="LiveId" clId="{959CB1E4-7D39-42F6-A5DB-453F49955B70}" dt="2023-07-14T04:07:13.760" v="6" actId="47"/>
        <pc:sldMkLst>
          <pc:docMk/>
          <pc:sldMk cId="278977406" sldId="2484"/>
        </pc:sldMkLst>
      </pc:sldChg>
      <pc:sldChg chg="del">
        <pc:chgData name="Owais Ahmed" userId="6abc7d4556b3b071" providerId="LiveId" clId="{959CB1E4-7D39-42F6-A5DB-453F49955B70}" dt="2023-07-14T04:07:13.958" v="7" actId="47"/>
        <pc:sldMkLst>
          <pc:docMk/>
          <pc:sldMk cId="2995985000" sldId="2485"/>
        </pc:sldMkLst>
      </pc:sldChg>
      <pc:sldChg chg="del">
        <pc:chgData name="Owais Ahmed" userId="6abc7d4556b3b071" providerId="LiveId" clId="{959CB1E4-7D39-42F6-A5DB-453F49955B70}" dt="2023-07-14T04:07:14.073" v="8" actId="47"/>
        <pc:sldMkLst>
          <pc:docMk/>
          <pc:sldMk cId="1088870247" sldId="2486"/>
        </pc:sldMkLst>
      </pc:sldChg>
      <pc:sldChg chg="del">
        <pc:chgData name="Owais Ahmed" userId="6abc7d4556b3b071" providerId="LiveId" clId="{959CB1E4-7D39-42F6-A5DB-453F49955B70}" dt="2023-07-14T04:07:14.304" v="9" actId="47"/>
        <pc:sldMkLst>
          <pc:docMk/>
          <pc:sldMk cId="1653736541" sldId="2487"/>
        </pc:sldMkLst>
      </pc:sldChg>
      <pc:sldChg chg="del">
        <pc:chgData name="Owais Ahmed" userId="6abc7d4556b3b071" providerId="LiveId" clId="{959CB1E4-7D39-42F6-A5DB-453F49955B70}" dt="2023-07-14T04:07:14.440" v="10" actId="47"/>
        <pc:sldMkLst>
          <pc:docMk/>
          <pc:sldMk cId="633565940" sldId="2488"/>
        </pc:sldMkLst>
      </pc:sldChg>
      <pc:sldChg chg="del">
        <pc:chgData name="Owais Ahmed" userId="6abc7d4556b3b071" providerId="LiveId" clId="{959CB1E4-7D39-42F6-A5DB-453F49955B70}" dt="2023-07-14T04:07:14.614" v="11" actId="47"/>
        <pc:sldMkLst>
          <pc:docMk/>
          <pc:sldMk cId="4108314565" sldId="2489"/>
        </pc:sldMkLst>
      </pc:sldChg>
      <pc:sldChg chg="del">
        <pc:chgData name="Owais Ahmed" userId="6abc7d4556b3b071" providerId="LiveId" clId="{959CB1E4-7D39-42F6-A5DB-453F49955B70}" dt="2023-07-14T04:07:14.811" v="12" actId="47"/>
        <pc:sldMkLst>
          <pc:docMk/>
          <pc:sldMk cId="768465522" sldId="2490"/>
        </pc:sldMkLst>
      </pc:sldChg>
      <pc:sldChg chg="del">
        <pc:chgData name="Owais Ahmed" userId="6abc7d4556b3b071" providerId="LiveId" clId="{959CB1E4-7D39-42F6-A5DB-453F49955B70}" dt="2023-07-14T04:07:15.049" v="13" actId="47"/>
        <pc:sldMkLst>
          <pc:docMk/>
          <pc:sldMk cId="3640078836" sldId="2491"/>
        </pc:sldMkLst>
      </pc:sldChg>
      <pc:sldChg chg="del">
        <pc:chgData name="Owais Ahmed" userId="6abc7d4556b3b071" providerId="LiveId" clId="{959CB1E4-7D39-42F6-A5DB-453F49955B70}" dt="2023-07-14T04:07:15.190" v="14" actId="47"/>
        <pc:sldMkLst>
          <pc:docMk/>
          <pc:sldMk cId="1206654014" sldId="2492"/>
        </pc:sldMkLst>
      </pc:sldChg>
      <pc:sldChg chg="del">
        <pc:chgData name="Owais Ahmed" userId="6abc7d4556b3b071" providerId="LiveId" clId="{959CB1E4-7D39-42F6-A5DB-453F49955B70}" dt="2023-07-14T04:07:15.396" v="15" actId="47"/>
        <pc:sldMkLst>
          <pc:docMk/>
          <pc:sldMk cId="2770422083" sldId="2493"/>
        </pc:sldMkLst>
      </pc:sldChg>
      <pc:sldChg chg="del">
        <pc:chgData name="Owais Ahmed" userId="6abc7d4556b3b071" providerId="LiveId" clId="{959CB1E4-7D39-42F6-A5DB-453F49955B70}" dt="2023-07-14T04:07:15.613" v="16" actId="47"/>
        <pc:sldMkLst>
          <pc:docMk/>
          <pc:sldMk cId="1769907705" sldId="2494"/>
        </pc:sldMkLst>
      </pc:sldChg>
      <pc:sldChg chg="del">
        <pc:chgData name="Owais Ahmed" userId="6abc7d4556b3b071" providerId="LiveId" clId="{959CB1E4-7D39-42F6-A5DB-453F49955B70}" dt="2023-07-14T04:07:17.597" v="19" actId="47"/>
        <pc:sldMkLst>
          <pc:docMk/>
          <pc:sldMk cId="502436521" sldId="2495"/>
        </pc:sldMkLst>
      </pc:sldChg>
      <pc:sldChg chg="del">
        <pc:chgData name="Owais Ahmed" userId="6abc7d4556b3b071" providerId="LiveId" clId="{959CB1E4-7D39-42F6-A5DB-453F49955B70}" dt="2023-07-14T04:07:16.431" v="17" actId="47"/>
        <pc:sldMkLst>
          <pc:docMk/>
          <pc:sldMk cId="3658375322" sldId="2496"/>
        </pc:sldMkLst>
      </pc:sldChg>
      <pc:sldChg chg="del">
        <pc:chgData name="Owais Ahmed" userId="6abc7d4556b3b071" providerId="LiveId" clId="{959CB1E4-7D39-42F6-A5DB-453F49955B70}" dt="2023-07-14T04:07:16.723" v="18" actId="47"/>
        <pc:sldMkLst>
          <pc:docMk/>
          <pc:sldMk cId="1001608454" sldId="2497"/>
        </pc:sldMkLst>
      </pc:sldChg>
      <pc:sldChg chg="del">
        <pc:chgData name="Owais Ahmed" userId="6abc7d4556b3b071" providerId="LiveId" clId="{959CB1E4-7D39-42F6-A5DB-453F49955B70}" dt="2023-07-14T04:07:17.889" v="20" actId="47"/>
        <pc:sldMkLst>
          <pc:docMk/>
          <pc:sldMk cId="1881289253" sldId="2498"/>
        </pc:sldMkLst>
      </pc:sldChg>
      <pc:sldChg chg="del">
        <pc:chgData name="Owais Ahmed" userId="6abc7d4556b3b071" providerId="LiveId" clId="{959CB1E4-7D39-42F6-A5DB-453F49955B70}" dt="2023-07-14T04:07:18.534" v="21" actId="47"/>
        <pc:sldMkLst>
          <pc:docMk/>
          <pc:sldMk cId="3955736578" sldId="2499"/>
        </pc:sldMkLst>
      </pc:sldChg>
      <pc:sldChg chg="del">
        <pc:chgData name="Owais Ahmed" userId="6abc7d4556b3b071" providerId="LiveId" clId="{959CB1E4-7D39-42F6-A5DB-453F49955B70}" dt="2023-07-14T04:07:19.255" v="22" actId="47"/>
        <pc:sldMkLst>
          <pc:docMk/>
          <pc:sldMk cId="3647547761" sldId="2500"/>
        </pc:sldMkLst>
      </pc:sldChg>
      <pc:sldChg chg="del">
        <pc:chgData name="Owais Ahmed" userId="6abc7d4556b3b071" providerId="LiveId" clId="{959CB1E4-7D39-42F6-A5DB-453F49955B70}" dt="2023-07-14T04:07:19.494" v="23" actId="47"/>
        <pc:sldMkLst>
          <pc:docMk/>
          <pc:sldMk cId="3769573511" sldId="2501"/>
        </pc:sldMkLst>
      </pc:sldChg>
      <pc:sldChg chg="del">
        <pc:chgData name="Owais Ahmed" userId="6abc7d4556b3b071" providerId="LiveId" clId="{959CB1E4-7D39-42F6-A5DB-453F49955B70}" dt="2023-07-14T04:11:06.255" v="24" actId="47"/>
        <pc:sldMkLst>
          <pc:docMk/>
          <pc:sldMk cId="2150423912" sldId="2502"/>
        </pc:sldMkLst>
      </pc:sldChg>
      <pc:sldChg chg="add setBg">
        <pc:chgData name="Owais Ahmed" userId="6abc7d4556b3b071" providerId="LiveId" clId="{959CB1E4-7D39-42F6-A5DB-453F49955B70}" dt="2023-07-13T10:27:47.831" v="0"/>
        <pc:sldMkLst>
          <pc:docMk/>
          <pc:sldMk cId="146856052" sldId="2503"/>
        </pc:sldMkLst>
      </pc:sldChg>
      <pc:sldChg chg="modSp add mod">
        <pc:chgData name="Owais Ahmed" userId="6abc7d4556b3b071" providerId="LiveId" clId="{959CB1E4-7D39-42F6-A5DB-453F49955B70}" dt="2023-07-14T07:28:02.811" v="117" actId="20577"/>
        <pc:sldMkLst>
          <pc:docMk/>
          <pc:sldMk cId="1742566059" sldId="2504"/>
        </pc:sldMkLst>
        <pc:spChg chg="mod">
          <ac:chgData name="Owais Ahmed" userId="6abc7d4556b3b071" providerId="LiveId" clId="{959CB1E4-7D39-42F6-A5DB-453F49955B70}" dt="2023-07-14T07:28:02.811" v="117" actId="20577"/>
          <ac:spMkLst>
            <pc:docMk/>
            <pc:sldMk cId="1742566059" sldId="2504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959CB1E4-7D39-42F6-A5DB-453F49955B70}" dt="2023-07-14T07:28:14.022" v="149" actId="20577"/>
        <pc:sldMkLst>
          <pc:docMk/>
          <pc:sldMk cId="3840363020" sldId="2505"/>
        </pc:sldMkLst>
        <pc:spChg chg="mod">
          <ac:chgData name="Owais Ahmed" userId="6abc7d4556b3b071" providerId="LiveId" clId="{959CB1E4-7D39-42F6-A5DB-453F49955B70}" dt="2023-07-14T07:28:14.022" v="149" actId="20577"/>
          <ac:spMkLst>
            <pc:docMk/>
            <pc:sldMk cId="3840363020" sldId="2505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959CB1E4-7D39-42F6-A5DB-453F49955B70}" dt="2023-07-14T08:10:40.673" v="2840" actId="27636"/>
        <pc:sldMkLst>
          <pc:docMk/>
          <pc:sldMk cId="4221376715" sldId="2506"/>
        </pc:sldMkLst>
        <pc:spChg chg="mod">
          <ac:chgData name="Owais Ahmed" userId="6abc7d4556b3b071" providerId="LiveId" clId="{959CB1E4-7D39-42F6-A5DB-453F49955B70}" dt="2023-07-14T08:10:40.673" v="2840" actId="27636"/>
          <ac:spMkLst>
            <pc:docMk/>
            <pc:sldMk cId="4221376715" sldId="2506"/>
            <ac:spMk id="3" creationId="{4A1C0383-58FE-E486-295E-B33B8683B938}"/>
          </ac:spMkLst>
        </pc:spChg>
        <pc:spChg chg="mod">
          <ac:chgData name="Owais Ahmed" userId="6abc7d4556b3b071" providerId="LiveId" clId="{959CB1E4-7D39-42F6-A5DB-453F49955B70}" dt="2023-07-14T07:28:23.387" v="160" actId="20577"/>
          <ac:spMkLst>
            <pc:docMk/>
            <pc:sldMk cId="4221376715" sldId="2506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959CB1E4-7D39-42F6-A5DB-453F49955B70}" dt="2023-07-14T08:14:00.890" v="3101" actId="20577"/>
        <pc:sldMkLst>
          <pc:docMk/>
          <pc:sldMk cId="875357634" sldId="2507"/>
        </pc:sldMkLst>
        <pc:spChg chg="mod">
          <ac:chgData name="Owais Ahmed" userId="6abc7d4556b3b071" providerId="LiveId" clId="{959CB1E4-7D39-42F6-A5DB-453F49955B70}" dt="2023-07-14T08:14:00.890" v="3101" actId="20577"/>
          <ac:spMkLst>
            <pc:docMk/>
            <pc:sldMk cId="875357634" sldId="2507"/>
            <ac:spMk id="3" creationId="{4A1C0383-58FE-E486-295E-B33B8683B938}"/>
          </ac:spMkLst>
        </pc:spChg>
        <pc:spChg chg="mod">
          <ac:chgData name="Owais Ahmed" userId="6abc7d4556b3b071" providerId="LiveId" clId="{959CB1E4-7D39-42F6-A5DB-453F49955B70}" dt="2023-07-14T07:28:32.176" v="186" actId="20577"/>
          <ac:spMkLst>
            <pc:docMk/>
            <pc:sldMk cId="875357634" sldId="250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959CB1E4-7D39-42F6-A5DB-453F49955B70}" dt="2023-07-14T07:36:40.612" v="1180" actId="20577"/>
        <pc:sldMkLst>
          <pc:docMk/>
          <pc:sldMk cId="1319355793" sldId="2508"/>
        </pc:sldMkLst>
        <pc:spChg chg="mod">
          <ac:chgData name="Owais Ahmed" userId="6abc7d4556b3b071" providerId="LiveId" clId="{959CB1E4-7D39-42F6-A5DB-453F49955B70}" dt="2023-07-14T07:36:39.250" v="1179" actId="20577"/>
          <ac:spMkLst>
            <pc:docMk/>
            <pc:sldMk cId="1319355793" sldId="2508"/>
            <ac:spMk id="3" creationId="{4A1C0383-58FE-E486-295E-B33B8683B938}"/>
          </ac:spMkLst>
        </pc:spChg>
        <pc:spChg chg="mod">
          <ac:chgData name="Owais Ahmed" userId="6abc7d4556b3b071" providerId="LiveId" clId="{959CB1E4-7D39-42F6-A5DB-453F49955B70}" dt="2023-07-14T07:28:43.077" v="207" actId="20577"/>
          <ac:spMkLst>
            <pc:docMk/>
            <pc:sldMk cId="1319355793" sldId="2508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959CB1E4-7D39-42F6-A5DB-453F49955B70}" dt="2023-07-14T07:35:48.151" v="1173" actId="114"/>
        <pc:sldMkLst>
          <pc:docMk/>
          <pc:sldMk cId="535421403" sldId="2509"/>
        </pc:sldMkLst>
        <pc:spChg chg="mod">
          <ac:chgData name="Owais Ahmed" userId="6abc7d4556b3b071" providerId="LiveId" clId="{959CB1E4-7D39-42F6-A5DB-453F49955B70}" dt="2023-07-14T07:35:48.151" v="1173" actId="114"/>
          <ac:spMkLst>
            <pc:docMk/>
            <pc:sldMk cId="535421403" sldId="2509"/>
            <ac:spMk id="3" creationId="{4A1C0383-58FE-E486-295E-B33B8683B938}"/>
          </ac:spMkLst>
        </pc:spChg>
        <pc:spChg chg="mod">
          <ac:chgData name="Owais Ahmed" userId="6abc7d4556b3b071" providerId="LiveId" clId="{959CB1E4-7D39-42F6-A5DB-453F49955B70}" dt="2023-07-14T07:28:58.076" v="225" actId="20577"/>
          <ac:spMkLst>
            <pc:docMk/>
            <pc:sldMk cId="535421403" sldId="2509"/>
            <ac:spMk id="215" creationId="{00000000-0000-0000-0000-000000000000}"/>
          </ac:spMkLst>
        </pc:spChg>
      </pc:sldChg>
      <pc:sldChg chg="addSp delSp modSp add mod modClrScheme delAnim modAnim chgLayout">
        <pc:chgData name="Owais Ahmed" userId="6abc7d4556b3b071" providerId="LiveId" clId="{959CB1E4-7D39-42F6-A5DB-453F49955B70}" dt="2023-07-14T08:25:02.360" v="3212" actId="404"/>
        <pc:sldMkLst>
          <pc:docMk/>
          <pc:sldMk cId="828323908" sldId="2510"/>
        </pc:sldMkLst>
        <pc:spChg chg="mod ord">
          <ac:chgData name="Owais Ahmed" userId="6abc7d4556b3b071" providerId="LiveId" clId="{959CB1E4-7D39-42F6-A5DB-453F49955B70}" dt="2023-07-14T07:46:22.296" v="1907" actId="700"/>
          <ac:spMkLst>
            <pc:docMk/>
            <pc:sldMk cId="828323908" sldId="2510"/>
            <ac:spMk id="2" creationId="{00000000-0000-0000-0000-000000000000}"/>
          </ac:spMkLst>
        </pc:spChg>
        <pc:spChg chg="del mod">
          <ac:chgData name="Owais Ahmed" userId="6abc7d4556b3b071" providerId="LiveId" clId="{959CB1E4-7D39-42F6-A5DB-453F49955B70}" dt="2023-07-14T07:46:09.719" v="1904" actId="478"/>
          <ac:spMkLst>
            <pc:docMk/>
            <pc:sldMk cId="828323908" sldId="2510"/>
            <ac:spMk id="3" creationId="{4A1C0383-58FE-E486-295E-B33B8683B938}"/>
          </ac:spMkLst>
        </pc:spChg>
        <pc:spChg chg="add del mod ord">
          <ac:chgData name="Owais Ahmed" userId="6abc7d4556b3b071" providerId="LiveId" clId="{959CB1E4-7D39-42F6-A5DB-453F49955B70}" dt="2023-07-14T07:46:06.987" v="1903" actId="700"/>
          <ac:spMkLst>
            <pc:docMk/>
            <pc:sldMk cId="828323908" sldId="2510"/>
            <ac:spMk id="4" creationId="{5710AE3D-E887-722C-72D0-AA8590335A2F}"/>
          </ac:spMkLst>
        </pc:spChg>
        <pc:spChg chg="add del mod">
          <ac:chgData name="Owais Ahmed" userId="6abc7d4556b3b071" providerId="LiveId" clId="{959CB1E4-7D39-42F6-A5DB-453F49955B70}" dt="2023-07-14T07:54:34.062" v="2259" actId="478"/>
          <ac:spMkLst>
            <pc:docMk/>
            <pc:sldMk cId="828323908" sldId="2510"/>
            <ac:spMk id="4" creationId="{8015C0BD-EDDD-5FF8-EC07-C74D586506FB}"/>
          </ac:spMkLst>
        </pc:spChg>
        <pc:spChg chg="add del mod ord">
          <ac:chgData name="Owais Ahmed" userId="6abc7d4556b3b071" providerId="LiveId" clId="{959CB1E4-7D39-42F6-A5DB-453F49955B70}" dt="2023-07-14T07:46:06.987" v="1903" actId="700"/>
          <ac:spMkLst>
            <pc:docMk/>
            <pc:sldMk cId="828323908" sldId="2510"/>
            <ac:spMk id="5" creationId="{B8B1DB2B-95A7-FE6A-8A11-A4F86AA53710}"/>
          </ac:spMkLst>
        </pc:spChg>
        <pc:spChg chg="add del mod">
          <ac:chgData name="Owais Ahmed" userId="6abc7d4556b3b071" providerId="LiveId" clId="{959CB1E4-7D39-42F6-A5DB-453F49955B70}" dt="2023-07-14T07:54:42.642" v="2262" actId="478"/>
          <ac:spMkLst>
            <pc:docMk/>
            <pc:sldMk cId="828323908" sldId="2510"/>
            <ac:spMk id="6" creationId="{8CA52B88-D03C-5BB6-436D-7BB5D16D3710}"/>
          </ac:spMkLst>
        </pc:spChg>
        <pc:spChg chg="add del mod ord">
          <ac:chgData name="Owais Ahmed" userId="6abc7d4556b3b071" providerId="LiveId" clId="{959CB1E4-7D39-42F6-A5DB-453F49955B70}" dt="2023-07-14T07:46:06.987" v="1903" actId="700"/>
          <ac:spMkLst>
            <pc:docMk/>
            <pc:sldMk cId="828323908" sldId="2510"/>
            <ac:spMk id="6" creationId="{C30A2C5B-4712-3314-A296-11680530FB7E}"/>
          </ac:spMkLst>
        </pc:spChg>
        <pc:spChg chg="add del mod ord">
          <ac:chgData name="Owais Ahmed" userId="6abc7d4556b3b071" providerId="LiveId" clId="{959CB1E4-7D39-42F6-A5DB-453F49955B70}" dt="2023-07-14T07:46:06.987" v="1903" actId="700"/>
          <ac:spMkLst>
            <pc:docMk/>
            <pc:sldMk cId="828323908" sldId="2510"/>
            <ac:spMk id="7" creationId="{281D0436-C823-AD5E-8498-F7318D0CBDDC}"/>
          </ac:spMkLst>
        </pc:spChg>
        <pc:spChg chg="add del mod">
          <ac:chgData name="Owais Ahmed" userId="6abc7d4556b3b071" providerId="LiveId" clId="{959CB1E4-7D39-42F6-A5DB-453F49955B70}" dt="2023-07-14T07:54:52.993" v="2266" actId="478"/>
          <ac:spMkLst>
            <pc:docMk/>
            <pc:sldMk cId="828323908" sldId="2510"/>
            <ac:spMk id="8" creationId="{2EBBBE5B-B84F-0CFD-34C6-2C28F3EA07CE}"/>
          </ac:spMkLst>
        </pc:spChg>
        <pc:spChg chg="add del mod ord">
          <ac:chgData name="Owais Ahmed" userId="6abc7d4556b3b071" providerId="LiveId" clId="{959CB1E4-7D39-42F6-A5DB-453F49955B70}" dt="2023-07-14T07:46:06.987" v="1903" actId="700"/>
          <ac:spMkLst>
            <pc:docMk/>
            <pc:sldMk cId="828323908" sldId="2510"/>
            <ac:spMk id="8" creationId="{6CFF706B-1F7F-2342-D32C-0D84C4232D84}"/>
          </ac:spMkLst>
        </pc:spChg>
        <pc:spChg chg="add del mod ord">
          <ac:chgData name="Owais Ahmed" userId="6abc7d4556b3b071" providerId="LiveId" clId="{959CB1E4-7D39-42F6-A5DB-453F49955B70}" dt="2023-07-14T07:46:06.987" v="1903" actId="700"/>
          <ac:spMkLst>
            <pc:docMk/>
            <pc:sldMk cId="828323908" sldId="2510"/>
            <ac:spMk id="9" creationId="{29EF5571-8BEF-7A9F-F782-BD47161B6628}"/>
          </ac:spMkLst>
        </pc:spChg>
        <pc:spChg chg="add mod">
          <ac:chgData name="Owais Ahmed" userId="6abc7d4556b3b071" providerId="LiveId" clId="{959CB1E4-7D39-42F6-A5DB-453F49955B70}" dt="2023-07-14T08:23:48.740" v="3159" actId="14100"/>
          <ac:spMkLst>
            <pc:docMk/>
            <pc:sldMk cId="828323908" sldId="2510"/>
            <ac:spMk id="9" creationId="{719CD7FA-0A20-A310-F301-0858C16C36AA}"/>
          </ac:spMkLst>
        </pc:spChg>
        <pc:spChg chg="add del mod ord">
          <ac:chgData name="Owais Ahmed" userId="6abc7d4556b3b071" providerId="LiveId" clId="{959CB1E4-7D39-42F6-A5DB-453F49955B70}" dt="2023-07-14T07:46:15.386" v="1906" actId="700"/>
          <ac:spMkLst>
            <pc:docMk/>
            <pc:sldMk cId="828323908" sldId="2510"/>
            <ac:spMk id="10" creationId="{00EDA668-CAB3-294A-6F51-4FD96B8A8B1E}"/>
          </ac:spMkLst>
        </pc:spChg>
        <pc:spChg chg="add mod">
          <ac:chgData name="Owais Ahmed" userId="6abc7d4556b3b071" providerId="LiveId" clId="{959CB1E4-7D39-42F6-A5DB-453F49955B70}" dt="2023-07-14T08:23:55.792" v="3160" actId="1076"/>
          <ac:spMkLst>
            <pc:docMk/>
            <pc:sldMk cId="828323908" sldId="2510"/>
            <ac:spMk id="10" creationId="{0D130943-8996-BB48-9A55-11914B9BF6EE}"/>
          </ac:spMkLst>
        </pc:spChg>
        <pc:spChg chg="add mod">
          <ac:chgData name="Owais Ahmed" userId="6abc7d4556b3b071" providerId="LiveId" clId="{959CB1E4-7D39-42F6-A5DB-453F49955B70}" dt="2023-07-14T08:25:02.360" v="3212" actId="404"/>
          <ac:spMkLst>
            <pc:docMk/>
            <pc:sldMk cId="828323908" sldId="2510"/>
            <ac:spMk id="11" creationId="{3E2BB547-3501-8DDB-6CF9-AD6AF89A1E2F}"/>
          </ac:spMkLst>
        </pc:spChg>
        <pc:spChg chg="add del mod ord">
          <ac:chgData name="Owais Ahmed" userId="6abc7d4556b3b071" providerId="LiveId" clId="{959CB1E4-7D39-42F6-A5DB-453F49955B70}" dt="2023-07-14T07:46:15.386" v="1906" actId="700"/>
          <ac:spMkLst>
            <pc:docMk/>
            <pc:sldMk cId="828323908" sldId="2510"/>
            <ac:spMk id="11" creationId="{C17079E0-15C8-7A56-DD34-81A86526ADFD}"/>
          </ac:spMkLst>
        </pc:spChg>
        <pc:spChg chg="add del mod ord">
          <ac:chgData name="Owais Ahmed" userId="6abc7d4556b3b071" providerId="LiveId" clId="{959CB1E4-7D39-42F6-A5DB-453F49955B70}" dt="2023-07-14T07:46:15.386" v="1906" actId="700"/>
          <ac:spMkLst>
            <pc:docMk/>
            <pc:sldMk cId="828323908" sldId="2510"/>
            <ac:spMk id="12" creationId="{5A41D88F-B14F-9BF4-C5CE-2CAFB37E8244}"/>
          </ac:spMkLst>
        </pc:spChg>
        <pc:spChg chg="add del mod ord">
          <ac:chgData name="Owais Ahmed" userId="6abc7d4556b3b071" providerId="LiveId" clId="{959CB1E4-7D39-42F6-A5DB-453F49955B70}" dt="2023-07-14T07:46:15.386" v="1906" actId="700"/>
          <ac:spMkLst>
            <pc:docMk/>
            <pc:sldMk cId="828323908" sldId="2510"/>
            <ac:spMk id="13" creationId="{3D028BC6-48FD-855E-8025-742D87BB0943}"/>
          </ac:spMkLst>
        </pc:spChg>
        <pc:spChg chg="add del mod ord">
          <ac:chgData name="Owais Ahmed" userId="6abc7d4556b3b071" providerId="LiveId" clId="{959CB1E4-7D39-42F6-A5DB-453F49955B70}" dt="2023-07-14T07:46:15.386" v="1906" actId="700"/>
          <ac:spMkLst>
            <pc:docMk/>
            <pc:sldMk cId="828323908" sldId="2510"/>
            <ac:spMk id="14" creationId="{9775E9D6-4A26-9340-05E9-6D7279A984BC}"/>
          </ac:spMkLst>
        </pc:spChg>
        <pc:spChg chg="add del mod ord">
          <ac:chgData name="Owais Ahmed" userId="6abc7d4556b3b071" providerId="LiveId" clId="{959CB1E4-7D39-42F6-A5DB-453F49955B70}" dt="2023-07-14T07:46:15.386" v="1906" actId="700"/>
          <ac:spMkLst>
            <pc:docMk/>
            <pc:sldMk cId="828323908" sldId="2510"/>
            <ac:spMk id="15" creationId="{21F2F17D-DF84-AF25-76EF-6F60F02E07C5}"/>
          </ac:spMkLst>
        </pc:spChg>
        <pc:spChg chg="add del mod ord">
          <ac:chgData name="Owais Ahmed" userId="6abc7d4556b3b071" providerId="LiveId" clId="{959CB1E4-7D39-42F6-A5DB-453F49955B70}" dt="2023-07-14T07:46:41.896" v="1939" actId="478"/>
          <ac:spMkLst>
            <pc:docMk/>
            <pc:sldMk cId="828323908" sldId="2510"/>
            <ac:spMk id="16" creationId="{669F00B8-43CC-8B9D-7F5B-52F722738807}"/>
          </ac:spMkLst>
        </pc:spChg>
        <pc:spChg chg="add del mod ord">
          <ac:chgData name="Owais Ahmed" userId="6abc7d4556b3b071" providerId="LiveId" clId="{959CB1E4-7D39-42F6-A5DB-453F49955B70}" dt="2023-07-14T07:46:42.862" v="1940" actId="478"/>
          <ac:spMkLst>
            <pc:docMk/>
            <pc:sldMk cId="828323908" sldId="2510"/>
            <ac:spMk id="17" creationId="{24116BB6-8258-873A-4640-AAF9B58AE974}"/>
          </ac:spMkLst>
        </pc:spChg>
        <pc:spChg chg="add del mod ord">
          <ac:chgData name="Owais Ahmed" userId="6abc7d4556b3b071" providerId="LiveId" clId="{959CB1E4-7D39-42F6-A5DB-453F49955B70}" dt="2023-07-14T07:46:56.045" v="1945" actId="478"/>
          <ac:spMkLst>
            <pc:docMk/>
            <pc:sldMk cId="828323908" sldId="2510"/>
            <ac:spMk id="18" creationId="{1117DE94-9329-9524-3D6B-45CBF2FE9EF6}"/>
          </ac:spMkLst>
        </pc:spChg>
        <pc:spChg chg="add del mod ord">
          <ac:chgData name="Owais Ahmed" userId="6abc7d4556b3b071" providerId="LiveId" clId="{959CB1E4-7D39-42F6-A5DB-453F49955B70}" dt="2023-07-14T07:54:30.944" v="2258" actId="478"/>
          <ac:spMkLst>
            <pc:docMk/>
            <pc:sldMk cId="828323908" sldId="2510"/>
            <ac:spMk id="19" creationId="{6996901C-91C4-D3D5-AF99-347B96E9D94B}"/>
          </ac:spMkLst>
        </pc:spChg>
        <pc:spChg chg="add del mod ord">
          <ac:chgData name="Owais Ahmed" userId="6abc7d4556b3b071" providerId="LiveId" clId="{959CB1E4-7D39-42F6-A5DB-453F49955B70}" dt="2023-07-14T07:54:40.369" v="2261" actId="478"/>
          <ac:spMkLst>
            <pc:docMk/>
            <pc:sldMk cId="828323908" sldId="2510"/>
            <ac:spMk id="20" creationId="{B26AD083-EC28-D45C-8E8A-DA03473A7BCA}"/>
          </ac:spMkLst>
        </pc:spChg>
        <pc:spChg chg="add del mod ord">
          <ac:chgData name="Owais Ahmed" userId="6abc7d4556b3b071" providerId="LiveId" clId="{959CB1E4-7D39-42F6-A5DB-453F49955B70}" dt="2023-07-14T07:54:50.785" v="2265" actId="478"/>
          <ac:spMkLst>
            <pc:docMk/>
            <pc:sldMk cId="828323908" sldId="2510"/>
            <ac:spMk id="21" creationId="{EE359D1F-E0D1-9A96-D985-93DE6A16A91D}"/>
          </ac:spMkLst>
        </pc:spChg>
        <pc:spChg chg="add del mod">
          <ac:chgData name="Owais Ahmed" userId="6abc7d4556b3b071" providerId="LiveId" clId="{959CB1E4-7D39-42F6-A5DB-453F49955B70}" dt="2023-07-14T07:46:54.707" v="1944" actId="478"/>
          <ac:spMkLst>
            <pc:docMk/>
            <pc:sldMk cId="828323908" sldId="2510"/>
            <ac:spMk id="23" creationId="{0AA04083-0270-C4B5-31B3-7512581FA280}"/>
          </ac:spMkLst>
        </pc:spChg>
        <pc:spChg chg="add mod">
          <ac:chgData name="Owais Ahmed" userId="6abc7d4556b3b071" providerId="LiveId" clId="{959CB1E4-7D39-42F6-A5DB-453F49955B70}" dt="2023-07-14T08:09:49.268" v="2834" actId="14100"/>
          <ac:spMkLst>
            <pc:docMk/>
            <pc:sldMk cId="828323908" sldId="2510"/>
            <ac:spMk id="24" creationId="{A19C6AD0-536B-656B-58EE-5EE8FD9FBD66}"/>
          </ac:spMkLst>
        </pc:spChg>
        <pc:spChg chg="mod">
          <ac:chgData name="Owais Ahmed" userId="6abc7d4556b3b071" providerId="LiveId" clId="{959CB1E4-7D39-42F6-A5DB-453F49955B70}" dt="2023-07-14T07:47:28.050" v="1958" actId="20577"/>
          <ac:spMkLst>
            <pc:docMk/>
            <pc:sldMk cId="828323908" sldId="2510"/>
            <ac:spMk id="215" creationId="{00000000-0000-0000-0000-000000000000}"/>
          </ac:spMkLst>
        </pc:spChg>
      </pc:sldChg>
      <pc:sldChg chg="add del">
        <pc:chgData name="Owais Ahmed" userId="6abc7d4556b3b071" providerId="LiveId" clId="{959CB1E4-7D39-42F6-A5DB-453F49955B70}" dt="2023-07-14T08:25:24.177" v="3214" actId="2890"/>
        <pc:sldMkLst>
          <pc:docMk/>
          <pc:sldMk cId="326634930" sldId="2511"/>
        </pc:sldMkLst>
      </pc:sldChg>
      <pc:sldChg chg="addSp delSp modSp add del mod addAnim delAnim modAnim">
        <pc:chgData name="Owais Ahmed" userId="6abc7d4556b3b071" providerId="LiveId" clId="{959CB1E4-7D39-42F6-A5DB-453F49955B70}" dt="2023-07-14T08:22:44.496" v="3120" actId="47"/>
        <pc:sldMkLst>
          <pc:docMk/>
          <pc:sldMk cId="783591075" sldId="2511"/>
        </pc:sldMkLst>
        <pc:spChg chg="mod">
          <ac:chgData name="Owais Ahmed" userId="6abc7d4556b3b071" providerId="LiveId" clId="{959CB1E4-7D39-42F6-A5DB-453F49955B70}" dt="2023-07-14T08:22:41.315" v="3118" actId="14100"/>
          <ac:spMkLst>
            <pc:docMk/>
            <pc:sldMk cId="783591075" sldId="2511"/>
            <ac:spMk id="9" creationId="{719CD7FA-0A20-A310-F301-0858C16C36AA}"/>
          </ac:spMkLst>
        </pc:spChg>
        <pc:spChg chg="mod">
          <ac:chgData name="Owais Ahmed" userId="6abc7d4556b3b071" providerId="LiveId" clId="{959CB1E4-7D39-42F6-A5DB-453F49955B70}" dt="2023-07-14T08:22:41.315" v="3118" actId="14100"/>
          <ac:spMkLst>
            <pc:docMk/>
            <pc:sldMk cId="783591075" sldId="2511"/>
            <ac:spMk id="10" creationId="{0D130943-8996-BB48-9A55-11914B9BF6EE}"/>
          </ac:spMkLst>
        </pc:spChg>
        <pc:spChg chg="add del">
          <ac:chgData name="Owais Ahmed" userId="6abc7d4556b3b071" providerId="LiveId" clId="{959CB1E4-7D39-42F6-A5DB-453F49955B70}" dt="2023-07-14T08:22:41.741" v="3119" actId="478"/>
          <ac:spMkLst>
            <pc:docMk/>
            <pc:sldMk cId="783591075" sldId="2511"/>
            <ac:spMk id="11" creationId="{3E2BB547-3501-8DDB-6CF9-AD6AF89A1E2F}"/>
          </ac:spMkLst>
        </pc:spChg>
      </pc:sldChg>
      <pc:sldChg chg="modSp add mod ord modAnim">
        <pc:chgData name="Owais Ahmed" userId="6abc7d4556b3b071" providerId="LiveId" clId="{959CB1E4-7D39-42F6-A5DB-453F49955B70}" dt="2023-07-14T08:28:26.770" v="3534" actId="20577"/>
        <pc:sldMkLst>
          <pc:docMk/>
          <pc:sldMk cId="1223560295" sldId="2511"/>
        </pc:sldMkLst>
        <pc:spChg chg="mod">
          <ac:chgData name="Owais Ahmed" userId="6abc7d4556b3b071" providerId="LiveId" clId="{959CB1E4-7D39-42F6-A5DB-453F49955B70}" dt="2023-07-14T08:28:26.770" v="3534" actId="20577"/>
          <ac:spMkLst>
            <pc:docMk/>
            <pc:sldMk cId="1223560295" sldId="2511"/>
            <ac:spMk id="3" creationId="{4A1C0383-58FE-E486-295E-B33B8683B938}"/>
          </ac:spMkLst>
        </pc:spChg>
        <pc:spChg chg="mod">
          <ac:chgData name="Owais Ahmed" userId="6abc7d4556b3b071" providerId="LiveId" clId="{959CB1E4-7D39-42F6-A5DB-453F49955B70}" dt="2023-07-14T08:25:34.626" v="3227" actId="20577"/>
          <ac:spMkLst>
            <pc:docMk/>
            <pc:sldMk cId="1223560295" sldId="2511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7673313C-1F9D-43A3-8C51-E72C21B03D23}"/>
    <pc:docChg chg="undo custSel addSld delSld modSld sldOrd">
      <pc:chgData name="Owais Ahmed" userId="6abc7d4556b3b071" providerId="LiveId" clId="{7673313C-1F9D-43A3-8C51-E72C21B03D23}" dt="2023-07-18T19:59:23.006" v="5087"/>
      <pc:docMkLst>
        <pc:docMk/>
      </pc:docMkLst>
      <pc:sldChg chg="modSp mod">
        <pc:chgData name="Owais Ahmed" userId="6abc7d4556b3b071" providerId="LiveId" clId="{7673313C-1F9D-43A3-8C51-E72C21B03D23}" dt="2023-07-17T18:44:38.737" v="4181" actId="20577"/>
        <pc:sldMkLst>
          <pc:docMk/>
          <pc:sldMk cId="1649098948" sldId="2462"/>
        </pc:sldMkLst>
        <pc:spChg chg="mod">
          <ac:chgData name="Owais Ahmed" userId="6abc7d4556b3b071" providerId="LiveId" clId="{7673313C-1F9D-43A3-8C51-E72C21B03D23}" dt="2023-07-17T18:44:38.737" v="418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7673313C-1F9D-43A3-8C51-E72C21B03D23}" dt="2023-07-16T14:51:57.898" v="1001" actId="20577"/>
        <pc:sldMkLst>
          <pc:docMk/>
          <pc:sldMk cId="641030253" sldId="2479"/>
        </pc:sldMkLst>
        <pc:spChg chg="mod">
          <ac:chgData name="Owais Ahmed" userId="6abc7d4556b3b071" providerId="LiveId" clId="{7673313C-1F9D-43A3-8C51-E72C21B03D23}" dt="2023-07-16T14:51:57.898" v="1001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7673313C-1F9D-43A3-8C51-E72C21B03D23}" dt="2023-07-16T14:27:24.219" v="205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modSp mod">
        <pc:chgData name="Owais Ahmed" userId="6abc7d4556b3b071" providerId="LiveId" clId="{7673313C-1F9D-43A3-8C51-E72C21B03D23}" dt="2023-07-18T19:59:23.006" v="5087"/>
        <pc:sldMkLst>
          <pc:docMk/>
          <pc:sldMk cId="146856052" sldId="2503"/>
        </pc:sldMkLst>
        <pc:spChg chg="mod">
          <ac:chgData name="Owais Ahmed" userId="6abc7d4556b3b071" providerId="LiveId" clId="{7673313C-1F9D-43A3-8C51-E72C21B03D23}" dt="2023-07-18T19:59:23.006" v="5087"/>
          <ac:spMkLst>
            <pc:docMk/>
            <pc:sldMk cId="146856052" sldId="2503"/>
            <ac:spMk id="9" creationId="{79DC1498-E692-42BA-B69F-6D37E6CFACA0}"/>
          </ac:spMkLst>
        </pc:spChg>
      </pc:sldChg>
      <pc:sldChg chg="del">
        <pc:chgData name="Owais Ahmed" userId="6abc7d4556b3b071" providerId="LiveId" clId="{7673313C-1F9D-43A3-8C51-E72C21B03D23}" dt="2023-07-16T14:27:08.685" v="194" actId="47"/>
        <pc:sldMkLst>
          <pc:docMk/>
          <pc:sldMk cId="1742566059" sldId="2504"/>
        </pc:sldMkLst>
      </pc:sldChg>
      <pc:sldChg chg="del">
        <pc:chgData name="Owais Ahmed" userId="6abc7d4556b3b071" providerId="LiveId" clId="{7673313C-1F9D-43A3-8C51-E72C21B03D23}" dt="2023-07-16T14:27:08.685" v="194" actId="47"/>
        <pc:sldMkLst>
          <pc:docMk/>
          <pc:sldMk cId="3840363020" sldId="2505"/>
        </pc:sldMkLst>
      </pc:sldChg>
      <pc:sldChg chg="del">
        <pc:chgData name="Owais Ahmed" userId="6abc7d4556b3b071" providerId="LiveId" clId="{7673313C-1F9D-43A3-8C51-E72C21B03D23}" dt="2023-07-16T14:27:08.685" v="194" actId="47"/>
        <pc:sldMkLst>
          <pc:docMk/>
          <pc:sldMk cId="4221376715" sldId="2506"/>
        </pc:sldMkLst>
      </pc:sldChg>
      <pc:sldChg chg="del">
        <pc:chgData name="Owais Ahmed" userId="6abc7d4556b3b071" providerId="LiveId" clId="{7673313C-1F9D-43A3-8C51-E72C21B03D23}" dt="2023-07-16T14:27:12.292" v="196" actId="47"/>
        <pc:sldMkLst>
          <pc:docMk/>
          <pc:sldMk cId="875357634" sldId="2507"/>
        </pc:sldMkLst>
      </pc:sldChg>
      <pc:sldChg chg="del">
        <pc:chgData name="Owais Ahmed" userId="6abc7d4556b3b071" providerId="LiveId" clId="{7673313C-1F9D-43A3-8C51-E72C21B03D23}" dt="2023-07-16T14:27:13.874" v="197" actId="47"/>
        <pc:sldMkLst>
          <pc:docMk/>
          <pc:sldMk cId="1319355793" sldId="2508"/>
        </pc:sldMkLst>
      </pc:sldChg>
      <pc:sldChg chg="del">
        <pc:chgData name="Owais Ahmed" userId="6abc7d4556b3b071" providerId="LiveId" clId="{7673313C-1F9D-43A3-8C51-E72C21B03D23}" dt="2023-07-16T14:27:16.258" v="198" actId="47"/>
        <pc:sldMkLst>
          <pc:docMk/>
          <pc:sldMk cId="535421403" sldId="2509"/>
        </pc:sldMkLst>
      </pc:sldChg>
      <pc:sldChg chg="modSp del">
        <pc:chgData name="Owais Ahmed" userId="6abc7d4556b3b071" providerId="LiveId" clId="{7673313C-1F9D-43A3-8C51-E72C21B03D23}" dt="2023-07-16T14:27:10.783" v="195" actId="47"/>
        <pc:sldMkLst>
          <pc:docMk/>
          <pc:sldMk cId="1223560295" sldId="2511"/>
        </pc:sldMkLst>
        <pc:spChg chg="mod">
          <ac:chgData name="Owais Ahmed" userId="6abc7d4556b3b071" providerId="LiveId" clId="{7673313C-1F9D-43A3-8C51-E72C21B03D23}" dt="2023-07-16T13:16:20.817" v="193" actId="20577"/>
          <ac:spMkLst>
            <pc:docMk/>
            <pc:sldMk cId="1223560295" sldId="2511"/>
            <ac:spMk id="3" creationId="{4A1C0383-58FE-E486-295E-B33B8683B938}"/>
          </ac:spMkLst>
        </pc:spChg>
      </pc:sldChg>
      <pc:sldChg chg="addSp delSp modSp add mod modAnim">
        <pc:chgData name="Owais Ahmed" userId="6abc7d4556b3b071" providerId="LiveId" clId="{7673313C-1F9D-43A3-8C51-E72C21B03D23}" dt="2023-07-16T14:51:50.493" v="1000" actId="14100"/>
        <pc:sldMkLst>
          <pc:docMk/>
          <pc:sldMk cId="3720995497" sldId="2511"/>
        </pc:sldMkLst>
        <pc:spChg chg="mod">
          <ac:chgData name="Owais Ahmed" userId="6abc7d4556b3b071" providerId="LiveId" clId="{7673313C-1F9D-43A3-8C51-E72C21B03D23}" dt="2023-07-16T14:51:50.493" v="1000" actId="14100"/>
          <ac:spMkLst>
            <pc:docMk/>
            <pc:sldMk cId="3720995497" sldId="2511"/>
            <ac:spMk id="3" creationId="{4A1C0383-58FE-E486-295E-B33B8683B938}"/>
          </ac:spMkLst>
        </pc:spChg>
        <pc:graphicFrameChg chg="add del mod">
          <ac:chgData name="Owais Ahmed" userId="6abc7d4556b3b071" providerId="LiveId" clId="{7673313C-1F9D-43A3-8C51-E72C21B03D23}" dt="2023-07-16T14:41:21.045" v="902"/>
          <ac:graphicFrameMkLst>
            <pc:docMk/>
            <pc:sldMk cId="3720995497" sldId="2511"/>
            <ac:graphicFrameMk id="4" creationId="{013ED60C-2FBF-BCB8-EC2D-B6F207132105}"/>
          </ac:graphicFrameMkLst>
        </pc:graphicFrameChg>
        <pc:graphicFrameChg chg="add del mod modGraphic">
          <ac:chgData name="Owais Ahmed" userId="6abc7d4556b3b071" providerId="LiveId" clId="{7673313C-1F9D-43A3-8C51-E72C21B03D23}" dt="2023-07-16T14:41:57.534" v="916"/>
          <ac:graphicFrameMkLst>
            <pc:docMk/>
            <pc:sldMk cId="3720995497" sldId="2511"/>
            <ac:graphicFrameMk id="5" creationId="{967A0517-9ACA-239B-FF04-14DCCF9A15E1}"/>
          </ac:graphicFrameMkLst>
        </pc:graphicFrameChg>
        <pc:graphicFrameChg chg="add mod modGraphic">
          <ac:chgData name="Owais Ahmed" userId="6abc7d4556b3b071" providerId="LiveId" clId="{7673313C-1F9D-43A3-8C51-E72C21B03D23}" dt="2023-07-16T14:51:48.069" v="999" actId="1076"/>
          <ac:graphicFrameMkLst>
            <pc:docMk/>
            <pc:sldMk cId="3720995497" sldId="2511"/>
            <ac:graphicFrameMk id="6" creationId="{0F0D5C62-564D-F530-2FD8-92AF4872C0E4}"/>
          </ac:graphicFrameMkLst>
        </pc:graphicFrameChg>
      </pc:sldChg>
      <pc:sldChg chg="del">
        <pc:chgData name="Owais Ahmed" userId="6abc7d4556b3b071" providerId="LiveId" clId="{7673313C-1F9D-43A3-8C51-E72C21B03D23}" dt="2023-07-16T14:27:08.685" v="194" actId="47"/>
        <pc:sldMkLst>
          <pc:docMk/>
          <pc:sldMk cId="3544083855" sldId="2512"/>
        </pc:sldMkLst>
      </pc:sldChg>
      <pc:sldChg chg="del">
        <pc:chgData name="Owais Ahmed" userId="6abc7d4556b3b071" providerId="LiveId" clId="{7673313C-1F9D-43A3-8C51-E72C21B03D23}" dt="2023-07-16T14:27:08.685" v="194" actId="47"/>
        <pc:sldMkLst>
          <pc:docMk/>
          <pc:sldMk cId="3886361074" sldId="2513"/>
        </pc:sldMkLst>
      </pc:sldChg>
      <pc:sldChg chg="del">
        <pc:chgData name="Owais Ahmed" userId="6abc7d4556b3b071" providerId="LiveId" clId="{7673313C-1F9D-43A3-8C51-E72C21B03D23}" dt="2023-07-16T14:27:17.854" v="199" actId="47"/>
        <pc:sldMkLst>
          <pc:docMk/>
          <pc:sldMk cId="3210411380" sldId="2514"/>
        </pc:sldMkLst>
      </pc:sldChg>
      <pc:sldChg chg="modSp mod modAnim modNotesTx">
        <pc:chgData name="Owais Ahmed" userId="6abc7d4556b3b071" providerId="LiveId" clId="{7673313C-1F9D-43A3-8C51-E72C21B03D23}" dt="2023-07-17T17:36:27.373" v="3053" actId="20577"/>
        <pc:sldMkLst>
          <pc:docMk/>
          <pc:sldMk cId="2782104224" sldId="2517"/>
        </pc:sldMkLst>
        <pc:spChg chg="mod">
          <ac:chgData name="Owais Ahmed" userId="6abc7d4556b3b071" providerId="LiveId" clId="{7673313C-1F9D-43A3-8C51-E72C21B03D23}" dt="2023-07-17T17:36:27.373" v="3053" actId="20577"/>
          <ac:spMkLst>
            <pc:docMk/>
            <pc:sldMk cId="2782104224" sldId="2517"/>
            <ac:spMk id="3" creationId="{4A1C0383-58FE-E486-295E-B33B8683B938}"/>
          </ac:spMkLst>
        </pc:spChg>
        <pc:spChg chg="mod">
          <ac:chgData name="Owais Ahmed" userId="6abc7d4556b3b071" providerId="LiveId" clId="{7673313C-1F9D-43A3-8C51-E72C21B03D23}" dt="2023-07-17T15:42:19.733" v="1636" actId="20577"/>
          <ac:spMkLst>
            <pc:docMk/>
            <pc:sldMk cId="2782104224" sldId="2517"/>
            <ac:spMk id="215" creationId="{00000000-0000-0000-0000-000000000000}"/>
          </ac:spMkLst>
        </pc:spChg>
      </pc:sldChg>
      <pc:sldChg chg="modSp mod modAnim">
        <pc:chgData name="Owais Ahmed" userId="6abc7d4556b3b071" providerId="LiveId" clId="{7673313C-1F9D-43A3-8C51-E72C21B03D23}" dt="2023-07-17T17:36:19.061" v="3052" actId="20577"/>
        <pc:sldMkLst>
          <pc:docMk/>
          <pc:sldMk cId="2859866230" sldId="2518"/>
        </pc:sldMkLst>
        <pc:spChg chg="mod">
          <ac:chgData name="Owais Ahmed" userId="6abc7d4556b3b071" providerId="LiveId" clId="{7673313C-1F9D-43A3-8C51-E72C21B03D23}" dt="2023-07-17T17:36:19.061" v="3052" actId="20577"/>
          <ac:spMkLst>
            <pc:docMk/>
            <pc:sldMk cId="2859866230" sldId="2518"/>
            <ac:spMk id="3" creationId="{4A1C0383-58FE-E486-295E-B33B8683B938}"/>
          </ac:spMkLst>
        </pc:spChg>
        <pc:spChg chg="mod">
          <ac:chgData name="Owais Ahmed" userId="6abc7d4556b3b071" providerId="LiveId" clId="{7673313C-1F9D-43A3-8C51-E72C21B03D23}" dt="2023-07-17T15:35:44.166" v="1275" actId="20577"/>
          <ac:spMkLst>
            <pc:docMk/>
            <pc:sldMk cId="2859866230" sldId="2518"/>
            <ac:spMk id="215" creationId="{00000000-0000-0000-0000-000000000000}"/>
          </ac:spMkLst>
        </pc:spChg>
      </pc:sldChg>
      <pc:sldChg chg="modSp">
        <pc:chgData name="Owais Ahmed" userId="6abc7d4556b3b071" providerId="LiveId" clId="{7673313C-1F9D-43A3-8C51-E72C21B03D23}" dt="2023-07-17T17:25:24.131" v="2597" actId="20577"/>
        <pc:sldMkLst>
          <pc:docMk/>
          <pc:sldMk cId="2676351439" sldId="2519"/>
        </pc:sldMkLst>
        <pc:spChg chg="mod">
          <ac:chgData name="Owais Ahmed" userId="6abc7d4556b3b071" providerId="LiveId" clId="{7673313C-1F9D-43A3-8C51-E72C21B03D23}" dt="2023-07-17T17:25:24.131" v="2597" actId="20577"/>
          <ac:spMkLst>
            <pc:docMk/>
            <pc:sldMk cId="2676351439" sldId="2519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7673313C-1F9D-43A3-8C51-E72C21B03D23}" dt="2023-07-17T18:30:53.549" v="3411" actId="20577"/>
        <pc:sldMkLst>
          <pc:docMk/>
          <pc:sldMk cId="301858663" sldId="2521"/>
        </pc:sldMkLst>
        <pc:spChg chg="mod">
          <ac:chgData name="Owais Ahmed" userId="6abc7d4556b3b071" providerId="LiveId" clId="{7673313C-1F9D-43A3-8C51-E72C21B03D23}" dt="2023-07-17T18:30:53.549" v="3411" actId="20577"/>
          <ac:spMkLst>
            <pc:docMk/>
            <pc:sldMk cId="301858663" sldId="2521"/>
            <ac:spMk id="3" creationId="{4A1C0383-58FE-E486-295E-B33B8683B938}"/>
          </ac:spMkLst>
        </pc:spChg>
      </pc:sldChg>
      <pc:sldChg chg="modSp">
        <pc:chgData name="Owais Ahmed" userId="6abc7d4556b3b071" providerId="LiveId" clId="{7673313C-1F9D-43A3-8C51-E72C21B03D23}" dt="2023-07-17T15:39:23.509" v="1491" actId="313"/>
        <pc:sldMkLst>
          <pc:docMk/>
          <pc:sldMk cId="1534013050" sldId="2523"/>
        </pc:sldMkLst>
        <pc:spChg chg="mod">
          <ac:chgData name="Owais Ahmed" userId="6abc7d4556b3b071" providerId="LiveId" clId="{7673313C-1F9D-43A3-8C51-E72C21B03D23}" dt="2023-07-17T15:39:23.509" v="1491" actId="313"/>
          <ac:spMkLst>
            <pc:docMk/>
            <pc:sldMk cId="1534013050" sldId="2523"/>
            <ac:spMk id="3" creationId="{4A1C0383-58FE-E486-295E-B33B8683B938}"/>
          </ac:spMkLst>
        </pc:spChg>
      </pc:sldChg>
      <pc:sldChg chg="modSp">
        <pc:chgData name="Owais Ahmed" userId="6abc7d4556b3b071" providerId="LiveId" clId="{7673313C-1F9D-43A3-8C51-E72C21B03D23}" dt="2023-07-17T15:39:18.154" v="1487" actId="313"/>
        <pc:sldMkLst>
          <pc:docMk/>
          <pc:sldMk cId="953845026" sldId="2525"/>
        </pc:sldMkLst>
        <pc:spChg chg="mod">
          <ac:chgData name="Owais Ahmed" userId="6abc7d4556b3b071" providerId="LiveId" clId="{7673313C-1F9D-43A3-8C51-E72C21B03D23}" dt="2023-07-17T15:39:18.154" v="1487" actId="313"/>
          <ac:spMkLst>
            <pc:docMk/>
            <pc:sldMk cId="953845026" sldId="2525"/>
            <ac:spMk id="3" creationId="{4A1C0383-58FE-E486-295E-B33B8683B938}"/>
          </ac:spMkLst>
        </pc:spChg>
      </pc:sldChg>
      <pc:sldChg chg="addSp modSp mod">
        <pc:chgData name="Owais Ahmed" userId="6abc7d4556b3b071" providerId="LiveId" clId="{7673313C-1F9D-43A3-8C51-E72C21B03D23}" dt="2023-07-17T18:47:03.903" v="4462" actId="14100"/>
        <pc:sldMkLst>
          <pc:docMk/>
          <pc:sldMk cId="3546041546" sldId="2527"/>
        </pc:sldMkLst>
        <pc:spChg chg="mod">
          <ac:chgData name="Owais Ahmed" userId="6abc7d4556b3b071" providerId="LiveId" clId="{7673313C-1F9D-43A3-8C51-E72C21B03D23}" dt="2023-07-17T18:47:03.903" v="4462" actId="14100"/>
          <ac:spMkLst>
            <pc:docMk/>
            <pc:sldMk cId="3546041546" sldId="2527"/>
            <ac:spMk id="3" creationId="{4A1C0383-58FE-E486-295E-B33B8683B938}"/>
          </ac:spMkLst>
        </pc:spChg>
        <pc:spChg chg="mod">
          <ac:chgData name="Owais Ahmed" userId="6abc7d4556b3b071" providerId="LiveId" clId="{7673313C-1F9D-43A3-8C51-E72C21B03D23}" dt="2023-07-17T18:44:55.179" v="4212" actId="20577"/>
          <ac:spMkLst>
            <pc:docMk/>
            <pc:sldMk cId="3546041546" sldId="2527"/>
            <ac:spMk id="215" creationId="{00000000-0000-0000-0000-000000000000}"/>
          </ac:spMkLst>
        </pc:spChg>
        <pc:graphicFrameChg chg="add mod">
          <ac:chgData name="Owais Ahmed" userId="6abc7d4556b3b071" providerId="LiveId" clId="{7673313C-1F9D-43A3-8C51-E72C21B03D23}" dt="2023-07-17T18:46:31.498" v="4438" actId="1076"/>
          <ac:graphicFrameMkLst>
            <pc:docMk/>
            <pc:sldMk cId="3546041546" sldId="2527"/>
            <ac:graphicFrameMk id="4" creationId="{85101AA2-6181-BE88-622E-4F563C91029B}"/>
          </ac:graphicFrameMkLst>
        </pc:graphicFrameChg>
      </pc:sldChg>
      <pc:sldChg chg="modSp mod modAnim">
        <pc:chgData name="Owais Ahmed" userId="6abc7d4556b3b071" providerId="LiveId" clId="{7673313C-1F9D-43A3-8C51-E72C21B03D23}" dt="2023-07-17T15:58:53.858" v="1732" actId="6549"/>
        <pc:sldMkLst>
          <pc:docMk/>
          <pc:sldMk cId="3420080482" sldId="2528"/>
        </pc:sldMkLst>
        <pc:spChg chg="mod">
          <ac:chgData name="Owais Ahmed" userId="6abc7d4556b3b071" providerId="LiveId" clId="{7673313C-1F9D-43A3-8C51-E72C21B03D23}" dt="2023-07-17T15:58:49.212" v="1730" actId="6549"/>
          <ac:spMkLst>
            <pc:docMk/>
            <pc:sldMk cId="3420080482" sldId="2528"/>
            <ac:spMk id="3" creationId="{4A1C0383-58FE-E486-295E-B33B8683B938}"/>
          </ac:spMkLst>
        </pc:spChg>
      </pc:sldChg>
      <pc:sldChg chg="modSp add modAnim">
        <pc:chgData name="Owais Ahmed" userId="6abc7d4556b3b071" providerId="LiveId" clId="{7673313C-1F9D-43A3-8C51-E72C21B03D23}" dt="2023-07-17T18:38:54.407" v="3914" actId="20577"/>
        <pc:sldMkLst>
          <pc:docMk/>
          <pc:sldMk cId="2691715738" sldId="2529"/>
        </pc:sldMkLst>
        <pc:spChg chg="mod">
          <ac:chgData name="Owais Ahmed" userId="6abc7d4556b3b071" providerId="LiveId" clId="{7673313C-1F9D-43A3-8C51-E72C21B03D23}" dt="2023-07-17T18:38:54.407" v="3914" actId="20577"/>
          <ac:spMkLst>
            <pc:docMk/>
            <pc:sldMk cId="2691715738" sldId="2529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7673313C-1F9D-43A3-8C51-E72C21B03D23}" dt="2023-07-17T16:16:41.771" v="2222" actId="20577"/>
        <pc:sldMkLst>
          <pc:docMk/>
          <pc:sldMk cId="1188133541" sldId="2530"/>
        </pc:sldMkLst>
        <pc:spChg chg="mod">
          <ac:chgData name="Owais Ahmed" userId="6abc7d4556b3b071" providerId="LiveId" clId="{7673313C-1F9D-43A3-8C51-E72C21B03D23}" dt="2023-07-17T15:41:22.921" v="1607" actId="20577"/>
          <ac:spMkLst>
            <pc:docMk/>
            <pc:sldMk cId="1188133541" sldId="2530"/>
            <ac:spMk id="3" creationId="{4A1C0383-58FE-E486-295E-B33B8683B938}"/>
          </ac:spMkLst>
        </pc:spChg>
        <pc:spChg chg="mod">
          <ac:chgData name="Owais Ahmed" userId="6abc7d4556b3b071" providerId="LiveId" clId="{7673313C-1F9D-43A3-8C51-E72C21B03D23}" dt="2023-07-17T15:42:27.975" v="1656" actId="20577"/>
          <ac:spMkLst>
            <pc:docMk/>
            <pc:sldMk cId="1188133541" sldId="2530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7673313C-1F9D-43A3-8C51-E72C21B03D23}" dt="2023-07-17T17:22:25.523" v="2434" actId="20577"/>
        <pc:sldMkLst>
          <pc:docMk/>
          <pc:sldMk cId="3725811554" sldId="2531"/>
        </pc:sldMkLst>
        <pc:spChg chg="mod">
          <ac:chgData name="Owais Ahmed" userId="6abc7d4556b3b071" providerId="LiveId" clId="{7673313C-1F9D-43A3-8C51-E72C21B03D23}" dt="2023-07-17T16:15:47.348" v="2137" actId="20577"/>
          <ac:spMkLst>
            <pc:docMk/>
            <pc:sldMk cId="3725811554" sldId="2531"/>
            <ac:spMk id="3" creationId="{4A1C0383-58FE-E486-295E-B33B8683B938}"/>
          </ac:spMkLst>
        </pc:spChg>
        <pc:spChg chg="mod">
          <ac:chgData name="Owais Ahmed" userId="6abc7d4556b3b071" providerId="LiveId" clId="{7673313C-1F9D-43A3-8C51-E72C21B03D23}" dt="2023-07-17T16:17:12.569" v="2264" actId="20577"/>
          <ac:spMkLst>
            <pc:docMk/>
            <pc:sldMk cId="3725811554" sldId="2531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7673313C-1F9D-43A3-8C51-E72C21B03D23}" dt="2023-07-17T18:43:55.110" v="4142" actId="20577"/>
        <pc:sldMkLst>
          <pc:docMk/>
          <pc:sldMk cId="2690808487" sldId="2532"/>
        </pc:sldMkLst>
        <pc:spChg chg="mod">
          <ac:chgData name="Owais Ahmed" userId="6abc7d4556b3b071" providerId="LiveId" clId="{7673313C-1F9D-43A3-8C51-E72C21B03D23}" dt="2023-07-17T18:43:55.110" v="4142" actId="20577"/>
          <ac:spMkLst>
            <pc:docMk/>
            <pc:sldMk cId="2690808487" sldId="2532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7673313C-1F9D-43A3-8C51-E72C21B03D23}" dt="2023-07-17T18:44:04.874" v="4150" actId="20577"/>
        <pc:sldMkLst>
          <pc:docMk/>
          <pc:sldMk cId="1273923384" sldId="2533"/>
        </pc:sldMkLst>
        <pc:spChg chg="mod">
          <ac:chgData name="Owais Ahmed" userId="6abc7d4556b3b071" providerId="LiveId" clId="{7673313C-1F9D-43A3-8C51-E72C21B03D23}" dt="2023-07-17T18:44:04.874" v="4150" actId="20577"/>
          <ac:spMkLst>
            <pc:docMk/>
            <pc:sldMk cId="1273923384" sldId="2533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7673313C-1F9D-43A3-8C51-E72C21B03D23}" dt="2023-07-17T18:55:52.660" v="4760" actId="20577"/>
        <pc:sldMkLst>
          <pc:docMk/>
          <pc:sldMk cId="990133379" sldId="2534"/>
        </pc:sldMkLst>
        <pc:spChg chg="mod">
          <ac:chgData name="Owais Ahmed" userId="6abc7d4556b3b071" providerId="LiveId" clId="{7673313C-1F9D-43A3-8C51-E72C21B03D23}" dt="2023-07-17T18:49:47.720" v="4655" actId="20577"/>
          <ac:spMkLst>
            <pc:docMk/>
            <pc:sldMk cId="990133379" sldId="2534"/>
            <ac:spMk id="3" creationId="{4A1C0383-58FE-E486-295E-B33B8683B938}"/>
          </ac:spMkLst>
        </pc:spChg>
        <pc:graphicFrameChg chg="mod modGraphic">
          <ac:chgData name="Owais Ahmed" userId="6abc7d4556b3b071" providerId="LiveId" clId="{7673313C-1F9D-43A3-8C51-E72C21B03D23}" dt="2023-07-17T18:49:56.941" v="4657" actId="1076"/>
          <ac:graphicFrameMkLst>
            <pc:docMk/>
            <pc:sldMk cId="990133379" sldId="2534"/>
            <ac:graphicFrameMk id="4" creationId="{85101AA2-6181-BE88-622E-4F563C91029B}"/>
          </ac:graphicFrameMkLst>
        </pc:graphicFrameChg>
        <pc:graphicFrameChg chg="add mod modGraphic">
          <ac:chgData name="Owais Ahmed" userId="6abc7d4556b3b071" providerId="LiveId" clId="{7673313C-1F9D-43A3-8C51-E72C21B03D23}" dt="2023-07-17T18:55:52.660" v="4760" actId="20577"/>
          <ac:graphicFrameMkLst>
            <pc:docMk/>
            <pc:sldMk cId="990133379" sldId="2534"/>
            <ac:graphicFrameMk id="5" creationId="{3F7FD898-80FA-5E29-D7BF-E695CE99E4D1}"/>
          </ac:graphicFrameMkLst>
        </pc:graphicFrameChg>
      </pc:sldChg>
      <pc:sldChg chg="delSp modSp add mod">
        <pc:chgData name="Owais Ahmed" userId="6abc7d4556b3b071" providerId="LiveId" clId="{7673313C-1F9D-43A3-8C51-E72C21B03D23}" dt="2023-07-17T18:59:19.047" v="4971" actId="20577"/>
        <pc:sldMkLst>
          <pc:docMk/>
          <pc:sldMk cId="1201525749" sldId="2535"/>
        </pc:sldMkLst>
        <pc:spChg chg="mod">
          <ac:chgData name="Owais Ahmed" userId="6abc7d4556b3b071" providerId="LiveId" clId="{7673313C-1F9D-43A3-8C51-E72C21B03D23}" dt="2023-07-17T18:59:19.047" v="4971" actId="20577"/>
          <ac:spMkLst>
            <pc:docMk/>
            <pc:sldMk cId="1201525749" sldId="2535"/>
            <ac:spMk id="3" creationId="{4A1C0383-58FE-E486-295E-B33B8683B938}"/>
          </ac:spMkLst>
        </pc:spChg>
        <pc:graphicFrameChg chg="del">
          <ac:chgData name="Owais Ahmed" userId="6abc7d4556b3b071" providerId="LiveId" clId="{7673313C-1F9D-43A3-8C51-E72C21B03D23}" dt="2023-07-17T18:57:42.839" v="4762" actId="478"/>
          <ac:graphicFrameMkLst>
            <pc:docMk/>
            <pc:sldMk cId="1201525749" sldId="2535"/>
            <ac:graphicFrameMk id="4" creationId="{85101AA2-6181-BE88-622E-4F563C91029B}"/>
          </ac:graphicFrameMkLst>
        </pc:graphicFrameChg>
        <pc:graphicFrameChg chg="del">
          <ac:chgData name="Owais Ahmed" userId="6abc7d4556b3b071" providerId="LiveId" clId="{7673313C-1F9D-43A3-8C51-E72C21B03D23}" dt="2023-07-17T18:57:44.266" v="4763" actId="478"/>
          <ac:graphicFrameMkLst>
            <pc:docMk/>
            <pc:sldMk cId="1201525749" sldId="2535"/>
            <ac:graphicFrameMk id="5" creationId="{3F7FD898-80FA-5E29-D7BF-E695CE99E4D1}"/>
          </ac:graphicFrameMkLst>
        </pc:graphicFrameChg>
      </pc:sldChg>
      <pc:sldChg chg="modSp add mod ord modAnim">
        <pc:chgData name="Owais Ahmed" userId="6abc7d4556b3b071" providerId="LiveId" clId="{7673313C-1F9D-43A3-8C51-E72C21B03D23}" dt="2023-07-18T17:21:54.250" v="5086" actId="20577"/>
        <pc:sldMkLst>
          <pc:docMk/>
          <pc:sldMk cId="1999208753" sldId="2539"/>
        </pc:sldMkLst>
        <pc:spChg chg="mod">
          <ac:chgData name="Owais Ahmed" userId="6abc7d4556b3b071" providerId="LiveId" clId="{7673313C-1F9D-43A3-8C51-E72C21B03D23}" dt="2023-07-18T17:21:54.250" v="5086" actId="20577"/>
          <ac:spMkLst>
            <pc:docMk/>
            <pc:sldMk cId="1999208753" sldId="2539"/>
            <ac:spMk id="3" creationId="{4A1C0383-58FE-E486-295E-B33B8683B938}"/>
          </ac:spMkLst>
        </pc:spChg>
        <pc:spChg chg="mod">
          <ac:chgData name="Owais Ahmed" userId="6abc7d4556b3b071" providerId="LiveId" clId="{7673313C-1F9D-43A3-8C51-E72C21B03D23}" dt="2023-07-18T17:20:48.443" v="4982" actId="20577"/>
          <ac:spMkLst>
            <pc:docMk/>
            <pc:sldMk cId="1999208753" sldId="2539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5035FDB0-07D6-44A8-AB3F-F14A5006133A}"/>
    <pc:docChg chg="modSld">
      <pc:chgData name="Owais Ahmed" userId="6abc7d4556b3b071" providerId="LiveId" clId="{5035FDB0-07D6-44A8-AB3F-F14A5006133A}" dt="2023-06-14T19:03:06.273" v="0" actId="20577"/>
      <pc:docMkLst>
        <pc:docMk/>
      </pc:docMkLst>
      <pc:sldChg chg="modSp">
        <pc:chgData name="Owais Ahmed" userId="6abc7d4556b3b071" providerId="LiveId" clId="{5035FDB0-07D6-44A8-AB3F-F14A5006133A}" dt="2023-06-14T19:03:06.273" v="0" actId="20577"/>
        <pc:sldMkLst>
          <pc:docMk/>
          <pc:sldMk cId="641030253" sldId="2479"/>
        </pc:sldMkLst>
        <pc:spChg chg="mod">
          <ac:chgData name="Owais Ahmed" userId="6abc7d4556b3b071" providerId="LiveId" clId="{5035FDB0-07D6-44A8-AB3F-F14A5006133A}" dt="2023-06-14T19:03:06.273" v="0" actId="20577"/>
          <ac:spMkLst>
            <pc:docMk/>
            <pc:sldMk cId="641030253" sldId="2479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85A129D3-1BA4-4A63-924B-7772A7960428}"/>
    <pc:docChg chg="undo custSel delSld modSld">
      <pc:chgData name="Owais Ahmed" userId="6abc7d4556b3b071" providerId="LiveId" clId="{85A129D3-1BA4-4A63-924B-7772A7960428}" dt="2023-03-02T04:26:09.378" v="409" actId="47"/>
      <pc:docMkLst>
        <pc:docMk/>
      </pc:docMkLst>
      <pc:sldChg chg="modSp mod">
        <pc:chgData name="Owais Ahmed" userId="6abc7d4556b3b071" providerId="LiveId" clId="{85A129D3-1BA4-4A63-924B-7772A7960428}" dt="2023-03-02T04:05:28.784" v="22" actId="20577"/>
        <pc:sldMkLst>
          <pc:docMk/>
          <pc:sldMk cId="3927832306" sldId="2448"/>
        </pc:sldMkLst>
        <pc:spChg chg="mod">
          <ac:chgData name="Owais Ahmed" userId="6abc7d4556b3b071" providerId="LiveId" clId="{85A129D3-1BA4-4A63-924B-7772A7960428}" dt="2023-03-02T04:05:28.784" v="22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85A129D3-1BA4-4A63-924B-7772A7960428}" dt="2023-03-02T04:05:48.052" v="25" actId="20577"/>
        <pc:sldMkLst>
          <pc:docMk/>
          <pc:sldMk cId="1649098948" sldId="2462"/>
        </pc:sldMkLst>
        <pc:spChg chg="mod">
          <ac:chgData name="Owais Ahmed" userId="6abc7d4556b3b071" providerId="LiveId" clId="{85A129D3-1BA4-4A63-924B-7772A7960428}" dt="2023-03-02T04:05:48.052" v="2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NotesTx">
        <pc:chgData name="Owais Ahmed" userId="6abc7d4556b3b071" providerId="LiveId" clId="{85A129D3-1BA4-4A63-924B-7772A7960428}" dt="2023-03-02T04:09:29.587" v="112"/>
        <pc:sldMkLst>
          <pc:docMk/>
          <pc:sldMk cId="641030253" sldId="2479"/>
        </pc:sldMkLst>
        <pc:spChg chg="mod">
          <ac:chgData name="Owais Ahmed" userId="6abc7d4556b3b071" providerId="LiveId" clId="{85A129D3-1BA4-4A63-924B-7772A7960428}" dt="2023-03-02T04:06:14.352" v="51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85A129D3-1BA4-4A63-924B-7772A7960428}" dt="2023-03-02T04:20:49.483" v="340" actId="255"/>
        <pc:sldMkLst>
          <pc:docMk/>
          <pc:sldMk cId="2426892836" sldId="2485"/>
        </pc:sldMkLst>
        <pc:spChg chg="mod">
          <ac:chgData name="Owais Ahmed" userId="6abc7d4556b3b071" providerId="LiveId" clId="{85A129D3-1BA4-4A63-924B-7772A7960428}" dt="2023-03-02T04:20:49.483" v="340" actId="255"/>
          <ac:spMkLst>
            <pc:docMk/>
            <pc:sldMk cId="2426892836" sldId="2485"/>
            <ac:spMk id="3" creationId="{4A1C0383-58FE-E486-295E-B33B8683B938}"/>
          </ac:spMkLst>
        </pc:spChg>
      </pc:sldChg>
      <pc:sldChg chg="modSp mod modAnim modNotesTx">
        <pc:chgData name="Owais Ahmed" userId="6abc7d4556b3b071" providerId="LiveId" clId="{85A129D3-1BA4-4A63-924B-7772A7960428}" dt="2023-03-02T04:09:44.680" v="114"/>
        <pc:sldMkLst>
          <pc:docMk/>
          <pc:sldMk cId="3132224988" sldId="2486"/>
        </pc:sldMkLst>
        <pc:spChg chg="mod">
          <ac:chgData name="Owais Ahmed" userId="6abc7d4556b3b071" providerId="LiveId" clId="{85A129D3-1BA4-4A63-924B-7772A7960428}" dt="2023-03-02T04:06:46.928" v="67" actId="20577"/>
          <ac:spMkLst>
            <pc:docMk/>
            <pc:sldMk cId="3132224988" sldId="2486"/>
            <ac:spMk id="3" creationId="{4A1C0383-58FE-E486-295E-B33B8683B938}"/>
          </ac:spMkLst>
        </pc:spChg>
      </pc:sldChg>
      <pc:sldChg chg="del">
        <pc:chgData name="Owais Ahmed" userId="6abc7d4556b3b071" providerId="LiveId" clId="{85A129D3-1BA4-4A63-924B-7772A7960428}" dt="2023-03-02T04:13:21.793" v="126" actId="47"/>
        <pc:sldMkLst>
          <pc:docMk/>
          <pc:sldMk cId="2805003587" sldId="2487"/>
        </pc:sldMkLst>
      </pc:sldChg>
      <pc:sldChg chg="modSp modAnim modNotesTx">
        <pc:chgData name="Owais Ahmed" userId="6abc7d4556b3b071" providerId="LiveId" clId="{85A129D3-1BA4-4A63-924B-7772A7960428}" dt="2023-03-02T04:10:00.993" v="125" actId="20577"/>
        <pc:sldMkLst>
          <pc:docMk/>
          <pc:sldMk cId="918376006" sldId="2488"/>
        </pc:sldMkLst>
        <pc:spChg chg="mod">
          <ac:chgData name="Owais Ahmed" userId="6abc7d4556b3b071" providerId="LiveId" clId="{85A129D3-1BA4-4A63-924B-7772A7960428}" dt="2023-03-02T04:10:00.993" v="125" actId="20577"/>
          <ac:spMkLst>
            <pc:docMk/>
            <pc:sldMk cId="918376006" sldId="2488"/>
            <ac:spMk id="3" creationId="{4A1C0383-58FE-E486-295E-B33B8683B938}"/>
          </ac:spMkLst>
        </pc:spChg>
      </pc:sldChg>
      <pc:sldChg chg="modSp modAnim">
        <pc:chgData name="Owais Ahmed" userId="6abc7d4556b3b071" providerId="LiveId" clId="{85A129D3-1BA4-4A63-924B-7772A7960428}" dt="2023-03-02T04:24:07.947" v="358" actId="20577"/>
        <pc:sldMkLst>
          <pc:docMk/>
          <pc:sldMk cId="3454217637" sldId="2489"/>
        </pc:sldMkLst>
        <pc:spChg chg="mod">
          <ac:chgData name="Owais Ahmed" userId="6abc7d4556b3b071" providerId="LiveId" clId="{85A129D3-1BA4-4A63-924B-7772A7960428}" dt="2023-03-02T04:24:07.947" v="358" actId="20577"/>
          <ac:spMkLst>
            <pc:docMk/>
            <pc:sldMk cId="3454217637" sldId="2489"/>
            <ac:spMk id="3" creationId="{4A1C0383-58FE-E486-295E-B33B8683B938}"/>
          </ac:spMkLst>
        </pc:spChg>
      </pc:sldChg>
      <pc:sldChg chg="modSp modAnim modNotesTx">
        <pc:chgData name="Owais Ahmed" userId="6abc7d4556b3b071" providerId="LiveId" clId="{85A129D3-1BA4-4A63-924B-7772A7960428}" dt="2023-03-02T04:25:33.968" v="395" actId="20577"/>
        <pc:sldMkLst>
          <pc:docMk/>
          <pc:sldMk cId="3828703945" sldId="2490"/>
        </pc:sldMkLst>
        <pc:spChg chg="mod">
          <ac:chgData name="Owais Ahmed" userId="6abc7d4556b3b071" providerId="LiveId" clId="{85A129D3-1BA4-4A63-924B-7772A7960428}" dt="2023-03-02T04:24:50.592" v="382" actId="6549"/>
          <ac:spMkLst>
            <pc:docMk/>
            <pc:sldMk cId="3828703945" sldId="2490"/>
            <ac:spMk id="3" creationId="{4A1C0383-58FE-E486-295E-B33B8683B938}"/>
          </ac:spMkLst>
        </pc:spChg>
      </pc:sldChg>
      <pc:sldChg chg="modSp modAnim">
        <pc:chgData name="Owais Ahmed" userId="6abc7d4556b3b071" providerId="LiveId" clId="{85A129D3-1BA4-4A63-924B-7772A7960428}" dt="2023-03-02T04:26:05.613" v="408" actId="6549"/>
        <pc:sldMkLst>
          <pc:docMk/>
          <pc:sldMk cId="1696537967" sldId="2491"/>
        </pc:sldMkLst>
        <pc:spChg chg="mod">
          <ac:chgData name="Owais Ahmed" userId="6abc7d4556b3b071" providerId="LiveId" clId="{85A129D3-1BA4-4A63-924B-7772A7960428}" dt="2023-03-02T04:26:05.613" v="408" actId="6549"/>
          <ac:spMkLst>
            <pc:docMk/>
            <pc:sldMk cId="1696537967" sldId="2491"/>
            <ac:spMk id="3" creationId="{4A1C0383-58FE-E486-295E-B33B8683B938}"/>
          </ac:spMkLst>
        </pc:spChg>
      </pc:sldChg>
      <pc:sldChg chg="del">
        <pc:chgData name="Owais Ahmed" userId="6abc7d4556b3b071" providerId="LiveId" clId="{85A129D3-1BA4-4A63-924B-7772A7960428}" dt="2023-03-02T04:26:09.378" v="409" actId="47"/>
        <pc:sldMkLst>
          <pc:docMk/>
          <pc:sldMk cId="2509892412" sldId="2492"/>
        </pc:sldMkLst>
      </pc:sldChg>
    </pc:docChg>
  </pc:docChgLst>
  <pc:docChgLst>
    <pc:chgData name="Owais Ahmed" userId="6abc7d4556b3b071" providerId="LiveId" clId="{B625B757-8EA5-47D7-8626-DA1020D487D0}"/>
    <pc:docChg chg="undo redo custSel addSld delSld modSld sldOrd addSection delSection modSection">
      <pc:chgData name="Owais Ahmed" userId="6abc7d4556b3b071" providerId="LiveId" clId="{B625B757-8EA5-47D7-8626-DA1020D487D0}" dt="2023-02-28T06:44:59.946" v="2629" actId="20577"/>
      <pc:docMkLst>
        <pc:docMk/>
      </pc:docMkLst>
      <pc:sldChg chg="del">
        <pc:chgData name="Owais Ahmed" userId="6abc7d4556b3b071" providerId="LiveId" clId="{B625B757-8EA5-47D7-8626-DA1020D487D0}" dt="2023-02-28T06:04:27.712" v="384" actId="47"/>
        <pc:sldMkLst>
          <pc:docMk/>
          <pc:sldMk cId="1459829511" sldId="278"/>
        </pc:sldMkLst>
      </pc:sldChg>
      <pc:sldChg chg="modSp">
        <pc:chgData name="Owais Ahmed" userId="6abc7d4556b3b071" providerId="LiveId" clId="{B625B757-8EA5-47D7-8626-DA1020D487D0}" dt="2023-02-28T05:39:27.204" v="51" actId="20577"/>
        <pc:sldMkLst>
          <pc:docMk/>
          <pc:sldMk cId="1287457047" sldId="522"/>
        </pc:sldMkLst>
        <pc:spChg chg="mod">
          <ac:chgData name="Owais Ahmed" userId="6abc7d4556b3b071" providerId="LiveId" clId="{B625B757-8EA5-47D7-8626-DA1020D487D0}" dt="2023-02-28T05:39:24.499" v="50" actId="20577"/>
          <ac:spMkLst>
            <pc:docMk/>
            <pc:sldMk cId="1287457047" sldId="522"/>
            <ac:spMk id="210" creationId="{00000000-0000-0000-0000-000000000000}"/>
          </ac:spMkLst>
        </pc:spChg>
        <pc:spChg chg="mod">
          <ac:chgData name="Owais Ahmed" userId="6abc7d4556b3b071" providerId="LiveId" clId="{B625B757-8EA5-47D7-8626-DA1020D487D0}" dt="2023-02-28T05:39:27.204" v="51" actId="20577"/>
          <ac:spMkLst>
            <pc:docMk/>
            <pc:sldMk cId="1287457047" sldId="522"/>
            <ac:spMk id="211" creationId="{00000000-0000-0000-0000-000000000000}"/>
          </ac:spMkLst>
        </pc:spChg>
      </pc:sldChg>
      <pc:sldChg chg="modSp add del mod ord">
        <pc:chgData name="Owais Ahmed" userId="6abc7d4556b3b071" providerId="LiveId" clId="{B625B757-8EA5-47D7-8626-DA1020D487D0}" dt="2023-02-28T06:04:32.575" v="388"/>
        <pc:sldMkLst>
          <pc:docMk/>
          <pc:sldMk cId="927727573" sldId="2436"/>
        </pc:sldMkLst>
        <pc:spChg chg="mod">
          <ac:chgData name="Owais Ahmed" userId="6abc7d4556b3b071" providerId="LiveId" clId="{B625B757-8EA5-47D7-8626-DA1020D487D0}" dt="2023-02-28T06:04:21.019" v="383" actId="20577"/>
          <ac:spMkLst>
            <pc:docMk/>
            <pc:sldMk cId="927727573" sldId="2436"/>
            <ac:spMk id="9" creationId="{9E2524A0-105C-4170-BB48-CD0756FB3DFE}"/>
          </ac:spMkLst>
        </pc:spChg>
        <pc:spChg chg="mod">
          <ac:chgData name="Owais Ahmed" userId="6abc7d4556b3b071" providerId="LiveId" clId="{B625B757-8EA5-47D7-8626-DA1020D487D0}" dt="2023-02-28T06:04:03.887" v="377" actId="27636"/>
          <ac:spMkLst>
            <pc:docMk/>
            <pc:sldMk cId="927727573" sldId="2436"/>
            <ac:spMk id="10" creationId="{6E57A531-5B0F-485D-A015-BC78AD089BA6}"/>
          </ac:spMkLst>
        </pc:spChg>
      </pc:sldChg>
      <pc:sldChg chg="modSp mod">
        <pc:chgData name="Owais Ahmed" userId="6abc7d4556b3b071" providerId="LiveId" clId="{B625B757-8EA5-47D7-8626-DA1020D487D0}" dt="2023-02-28T05:39:19.635" v="49" actId="20577"/>
        <pc:sldMkLst>
          <pc:docMk/>
          <pc:sldMk cId="3927832306" sldId="2448"/>
        </pc:sldMkLst>
        <pc:spChg chg="mod">
          <ac:chgData name="Owais Ahmed" userId="6abc7d4556b3b071" providerId="LiveId" clId="{B625B757-8EA5-47D7-8626-DA1020D487D0}" dt="2023-02-28T05:39:19.635" v="49" actId="20577"/>
          <ac:spMkLst>
            <pc:docMk/>
            <pc:sldMk cId="3927832306" sldId="2448"/>
            <ac:spMk id="3" creationId="{C0AE828D-1E63-455F-949D-0C5454A7FE88}"/>
          </ac:spMkLst>
        </pc:spChg>
        <pc:spChg chg="mod">
          <ac:chgData name="Owais Ahmed" userId="6abc7d4556b3b071" providerId="LiveId" clId="{B625B757-8EA5-47D7-8626-DA1020D487D0}" dt="2023-02-28T05:39:07.271" v="28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B625B757-8EA5-47D7-8626-DA1020D487D0}" dt="2023-02-28T06:35:33.047" v="1909"/>
        <pc:sldMkLst>
          <pc:docMk/>
          <pc:sldMk cId="1649098948" sldId="2462"/>
        </pc:sldMkLst>
        <pc:spChg chg="mod">
          <ac:chgData name="Owais Ahmed" userId="6abc7d4556b3b071" providerId="LiveId" clId="{B625B757-8EA5-47D7-8626-DA1020D487D0}" dt="2023-02-28T06:35:33.047" v="1909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B625B757-8EA5-47D7-8626-DA1020D487D0}" dt="2023-02-28T06:09:15.858" v="668"/>
        <pc:sldMkLst>
          <pc:docMk/>
          <pc:sldMk cId="641030253" sldId="2479"/>
        </pc:sldMkLst>
        <pc:spChg chg="mod">
          <ac:chgData name="Owais Ahmed" userId="6abc7d4556b3b071" providerId="LiveId" clId="{B625B757-8EA5-47D7-8626-DA1020D487D0}" dt="2023-02-28T06:08:38.926" v="64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04:54.278" v="401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B625B757-8EA5-47D7-8626-DA1020D487D0}" dt="2023-02-28T06:32:48.590" v="1580" actId="47"/>
        <pc:sldMkLst>
          <pc:docMk/>
          <pc:sldMk cId="1476319960" sldId="2480"/>
        </pc:sldMkLst>
      </pc:sldChg>
      <pc:sldChg chg="del">
        <pc:chgData name="Owais Ahmed" userId="6abc7d4556b3b071" providerId="LiveId" clId="{B625B757-8EA5-47D7-8626-DA1020D487D0}" dt="2023-02-28T06:32:49.489" v="1581" actId="47"/>
        <pc:sldMkLst>
          <pc:docMk/>
          <pc:sldMk cId="3336402349" sldId="2481"/>
        </pc:sldMkLst>
      </pc:sldChg>
      <pc:sldChg chg="del">
        <pc:chgData name="Owais Ahmed" userId="6abc7d4556b3b071" providerId="LiveId" clId="{B625B757-8EA5-47D7-8626-DA1020D487D0}" dt="2023-02-28T06:32:50.572" v="1582" actId="47"/>
        <pc:sldMkLst>
          <pc:docMk/>
          <pc:sldMk cId="1810203590" sldId="2482"/>
        </pc:sldMkLst>
      </pc:sldChg>
      <pc:sldChg chg="del">
        <pc:chgData name="Owais Ahmed" userId="6abc7d4556b3b071" providerId="LiveId" clId="{B625B757-8EA5-47D7-8626-DA1020D487D0}" dt="2023-02-28T06:32:52.990" v="1583" actId="47"/>
        <pc:sldMkLst>
          <pc:docMk/>
          <pc:sldMk cId="1304413050" sldId="2483"/>
        </pc:sldMkLst>
      </pc:sldChg>
      <pc:sldChg chg="modSp mod modAnim modNotesTx">
        <pc:chgData name="Owais Ahmed" userId="6abc7d4556b3b071" providerId="LiveId" clId="{B625B757-8EA5-47D7-8626-DA1020D487D0}" dt="2023-02-28T06:40:56.305" v="2388" actId="20577"/>
        <pc:sldMkLst>
          <pc:docMk/>
          <pc:sldMk cId="2426892836" sldId="2485"/>
        </pc:sldMkLst>
        <pc:spChg chg="mod">
          <ac:chgData name="Owais Ahmed" userId="6abc7d4556b3b071" providerId="LiveId" clId="{B625B757-8EA5-47D7-8626-DA1020D487D0}" dt="2023-02-28T06:35:09.643" v="1907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9:26.178" v="2299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addSp delSp modSp add mod modClrScheme modAnim chgLayout modNotesTx">
        <pc:chgData name="Owais Ahmed" userId="6abc7d4556b3b071" providerId="LiveId" clId="{B625B757-8EA5-47D7-8626-DA1020D487D0}" dt="2023-02-28T06:14:22.100" v="962" actId="20577"/>
        <pc:sldMkLst>
          <pc:docMk/>
          <pc:sldMk cId="3132224988" sldId="2486"/>
        </pc:sldMkLst>
        <pc:spChg chg="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2" creationId="{00000000-0000-0000-0000-000000000000}"/>
          </ac:spMkLst>
        </pc:spChg>
        <pc:spChg chg="mod">
          <ac:chgData name="Owais Ahmed" userId="6abc7d4556b3b071" providerId="LiveId" clId="{B625B757-8EA5-47D7-8626-DA1020D487D0}" dt="2023-02-28T06:13:50.755" v="956" actId="14100"/>
          <ac:spMkLst>
            <pc:docMk/>
            <pc:sldMk cId="3132224988" sldId="2486"/>
            <ac:spMk id="3" creationId="{4A1C0383-58FE-E486-295E-B33B8683B938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4" creationId="{859AAD20-7314-E559-7D8A-0DC34160522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5" creationId="{8A5BE477-AA8E-D072-D852-46674083989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6" creationId="{035E1E46-D674-BB9A-8DF9-0424EF92AF7D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7" creationId="{C2F19D94-40EB-8143-72C2-8C85F8BEEAE5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8" creationId="{3D11E90D-CD49-EC3B-6B2E-8C0EA25556E2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9" creationId="{CB758099-0357-038B-3804-2B9CC6C5EBD3}"/>
          </ac:spMkLst>
        </pc:spChg>
        <pc:spChg chg="mod">
          <ac:chgData name="Owais Ahmed" userId="6abc7d4556b3b071" providerId="LiveId" clId="{B625B757-8EA5-47D7-8626-DA1020D487D0}" dt="2023-02-28T06:08:54.639" v="667" actId="20577"/>
          <ac:spMkLst>
            <pc:docMk/>
            <pc:sldMk cId="3132224988" sldId="2486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B625B757-8EA5-47D7-8626-DA1020D487D0}" dt="2023-02-28T06:36:21.024" v="2026" actId="20577"/>
        <pc:sldMkLst>
          <pc:docMk/>
          <pc:sldMk cId="2805003587" sldId="2487"/>
        </pc:sldMkLst>
        <pc:spChg chg="mod">
          <ac:chgData name="Owais Ahmed" userId="6abc7d4556b3b071" providerId="LiveId" clId="{B625B757-8EA5-47D7-8626-DA1020D487D0}" dt="2023-02-28T06:20:30.704" v="1209" actId="20577"/>
          <ac:spMkLst>
            <pc:docMk/>
            <pc:sldMk cId="2805003587" sldId="2487"/>
            <ac:spMk id="3" creationId="{4A1C0383-58FE-E486-295E-B33B8683B938}"/>
          </ac:spMkLst>
        </pc:spChg>
        <pc:spChg chg="add mod">
          <ac:chgData name="Owais Ahmed" userId="6abc7d4556b3b071" providerId="LiveId" clId="{B625B757-8EA5-47D7-8626-DA1020D487D0}" dt="2023-02-28T06:31:10.700" v="1459" actId="5793"/>
          <ac:spMkLst>
            <pc:docMk/>
            <pc:sldMk cId="2805003587" sldId="2487"/>
            <ac:spMk id="4" creationId="{6BAD1345-C97E-6E2D-586E-9183375409AA}"/>
          </ac:spMkLst>
        </pc:spChg>
        <pc:spChg chg="add mod">
          <ac:chgData name="Owais Ahmed" userId="6abc7d4556b3b071" providerId="LiveId" clId="{B625B757-8EA5-47D7-8626-DA1020D487D0}" dt="2023-02-28T06:25:38.358" v="1241" actId="207"/>
          <ac:spMkLst>
            <pc:docMk/>
            <pc:sldMk cId="2805003587" sldId="2487"/>
            <ac:spMk id="7" creationId="{DDF95A81-328D-B22D-EF9C-0D6CA6F15F2A}"/>
          </ac:spMkLst>
        </pc:spChg>
        <pc:spChg chg="add mod">
          <ac:chgData name="Owais Ahmed" userId="6abc7d4556b3b071" providerId="LiveId" clId="{B625B757-8EA5-47D7-8626-DA1020D487D0}" dt="2023-02-28T06:31:58.545" v="1479" actId="20577"/>
          <ac:spMkLst>
            <pc:docMk/>
            <pc:sldMk cId="2805003587" sldId="2487"/>
            <ac:spMk id="8" creationId="{3FF9B1FB-1044-C275-C723-970AE674B69E}"/>
          </ac:spMkLst>
        </pc:spChg>
        <pc:spChg chg="mod">
          <ac:chgData name="Owais Ahmed" userId="6abc7d4556b3b071" providerId="LiveId" clId="{B625B757-8EA5-47D7-8626-DA1020D487D0}" dt="2023-02-28T06:14:50.738" v="984" actId="20577"/>
          <ac:spMkLst>
            <pc:docMk/>
            <pc:sldMk cId="2805003587" sldId="2487"/>
            <ac:spMk id="215" creationId="{00000000-0000-0000-0000-000000000000}"/>
          </ac:spMkLst>
        </pc:spChg>
        <pc:picChg chg="add del">
          <ac:chgData name="Owais Ahmed" userId="6abc7d4556b3b071" providerId="LiveId" clId="{B625B757-8EA5-47D7-8626-DA1020D487D0}" dt="2023-02-28T06:24:04.666" v="1215"/>
          <ac:picMkLst>
            <pc:docMk/>
            <pc:sldMk cId="2805003587" sldId="2487"/>
            <ac:picMk id="1026" creationId="{DEF79F96-A87A-18B9-64F0-926009C470C0}"/>
          </ac:picMkLst>
        </pc:picChg>
        <pc:inkChg chg="add del">
          <ac:chgData name="Owais Ahmed" userId="6abc7d4556b3b071" providerId="LiveId" clId="{B625B757-8EA5-47D7-8626-DA1020D487D0}" dt="2023-02-28T06:22:55.231" v="1213" actId="9405"/>
          <ac:inkMkLst>
            <pc:docMk/>
            <pc:sldMk cId="2805003587" sldId="2487"/>
            <ac:inkMk id="5" creationId="{FE5E47C1-73F8-2AB0-9A6E-2ED6C4D27FD4}"/>
          </ac:inkMkLst>
        </pc:inkChg>
        <pc:inkChg chg="add del">
          <ac:chgData name="Owais Ahmed" userId="6abc7d4556b3b071" providerId="LiveId" clId="{B625B757-8EA5-47D7-8626-DA1020D487D0}" dt="2023-02-28T06:22:54.933" v="1212" actId="9405"/>
          <ac:inkMkLst>
            <pc:docMk/>
            <pc:sldMk cId="2805003587" sldId="2487"/>
            <ac:inkMk id="6" creationId="{DBB01586-36AC-0D2F-2518-46E376963A01}"/>
          </ac:inkMkLst>
        </pc:inkChg>
      </pc:sldChg>
      <pc:sldChg chg="add del">
        <pc:chgData name="Owais Ahmed" userId="6abc7d4556b3b071" providerId="LiveId" clId="{B625B757-8EA5-47D7-8626-DA1020D487D0}" dt="2023-02-28T06:36:36.836" v="2027" actId="47"/>
        <pc:sldMkLst>
          <pc:docMk/>
          <pc:sldMk cId="50712674" sldId="2488"/>
        </pc:sldMkLst>
      </pc:sldChg>
      <pc:sldChg chg="modSp add modAnim">
        <pc:chgData name="Owais Ahmed" userId="6abc7d4556b3b071" providerId="LiveId" clId="{B625B757-8EA5-47D7-8626-DA1020D487D0}" dt="2023-02-28T06:38:59.463" v="2284" actId="20577"/>
        <pc:sldMkLst>
          <pc:docMk/>
          <pc:sldMk cId="918376006" sldId="2488"/>
        </pc:sldMkLst>
        <pc:spChg chg="mod">
          <ac:chgData name="Owais Ahmed" userId="6abc7d4556b3b071" providerId="LiveId" clId="{B625B757-8EA5-47D7-8626-DA1020D487D0}" dt="2023-02-28T06:38:59.463" v="2284" actId="20577"/>
          <ac:spMkLst>
            <pc:docMk/>
            <pc:sldMk cId="918376006" sldId="2488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6:59.830" v="2067" actId="20577"/>
          <ac:spMkLst>
            <pc:docMk/>
            <pc:sldMk cId="918376006" sldId="2488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B625B757-8EA5-47D7-8626-DA1020D487D0}" dt="2023-02-28T06:44:30.393" v="2606" actId="20577"/>
        <pc:sldMkLst>
          <pc:docMk/>
          <pc:sldMk cId="3454217637" sldId="2489"/>
        </pc:sldMkLst>
        <pc:spChg chg="mod">
          <ac:chgData name="Owais Ahmed" userId="6abc7d4556b3b071" providerId="LiveId" clId="{B625B757-8EA5-47D7-8626-DA1020D487D0}" dt="2023-02-28T06:44:18.315" v="2605" actId="20577"/>
          <ac:spMkLst>
            <pc:docMk/>
            <pc:sldMk cId="3454217637" sldId="248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41:26.557" v="2410" actId="20577"/>
          <ac:spMkLst>
            <pc:docMk/>
            <pc:sldMk cId="3454217637" sldId="248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B625B757-8EA5-47D7-8626-DA1020D487D0}" dt="2023-02-28T06:44:59.946" v="2629" actId="20577"/>
        <pc:sldMkLst>
          <pc:docMk/>
          <pc:sldMk cId="3828703945" sldId="2490"/>
        </pc:sldMkLst>
        <pc:spChg chg="mod">
          <ac:chgData name="Owais Ahmed" userId="6abc7d4556b3b071" providerId="LiveId" clId="{B625B757-8EA5-47D7-8626-DA1020D487D0}" dt="2023-02-28T06:44:59.946" v="2629" actId="20577"/>
          <ac:spMkLst>
            <pc:docMk/>
            <pc:sldMk cId="3828703945" sldId="2490"/>
            <ac:spMk id="215" creationId="{00000000-0000-0000-0000-000000000000}"/>
          </ac:spMkLst>
        </pc:spChg>
      </pc:sldChg>
      <pc:sldMasterChg chg="delSldLayout">
        <pc:chgData name="Owais Ahmed" userId="6abc7d4556b3b071" providerId="LiveId" clId="{B625B757-8EA5-47D7-8626-DA1020D487D0}" dt="2023-02-28T06:04:27.712" v="384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B625B757-8EA5-47D7-8626-DA1020D487D0}" dt="2023-02-28T06:04:27.712" v="384" actId="47"/>
          <pc:sldLayoutMkLst>
            <pc:docMk/>
            <pc:sldMasterMk cId="692820" sldId="2147483648"/>
            <pc:sldLayoutMk cId="1939976995" sldId="2147483682"/>
          </pc:sldLayoutMkLst>
        </pc:sldLayoutChg>
      </pc:sldMasterChg>
    </pc:docChg>
  </pc:docChgLst>
  <pc:docChgLst>
    <pc:chgData name="Owais Ahmed" userId="6abc7d4556b3b071" providerId="LiveId" clId="{71926F40-B8AA-4ECA-8DEE-B4DFCD7A9F5E}"/>
    <pc:docChg chg="undo redo custSel addSld delSld modSld sldOrd">
      <pc:chgData name="Owais Ahmed" userId="6abc7d4556b3b071" providerId="LiveId" clId="{71926F40-B8AA-4ECA-8DEE-B4DFCD7A9F5E}" dt="2023-08-09T07:11:32.103" v="11307" actId="20577"/>
      <pc:docMkLst>
        <pc:docMk/>
      </pc:docMkLst>
      <pc:sldChg chg="modSp mod">
        <pc:chgData name="Owais Ahmed" userId="6abc7d4556b3b071" providerId="LiveId" clId="{71926F40-B8AA-4ECA-8DEE-B4DFCD7A9F5E}" dt="2023-07-21T03:55:12.225" v="8406" actId="14100"/>
        <pc:sldMkLst>
          <pc:docMk/>
          <pc:sldMk cId="1649098948" sldId="2462"/>
        </pc:sldMkLst>
        <pc:spChg chg="mod">
          <ac:chgData name="Owais Ahmed" userId="6abc7d4556b3b071" providerId="LiveId" clId="{71926F40-B8AA-4ECA-8DEE-B4DFCD7A9F5E}" dt="2023-07-21T03:55:09.227" v="8405" actId="14100"/>
          <ac:spMkLst>
            <pc:docMk/>
            <pc:sldMk cId="1649098948" sldId="2462"/>
            <ac:spMk id="2" creationId="{BE3A87B3-0A27-4EE9-979E-B69581E476F0}"/>
          </ac:spMkLst>
        </pc:spChg>
        <pc:spChg chg="mod">
          <ac:chgData name="Owais Ahmed" userId="6abc7d4556b3b071" providerId="LiveId" clId="{71926F40-B8AA-4ECA-8DEE-B4DFCD7A9F5E}" dt="2023-07-21T03:55:12.225" v="8406" actId="14100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71926F40-B8AA-4ECA-8DEE-B4DFCD7A9F5E}" dt="2023-07-17T04:10:14.381" v="172" actId="27636"/>
        <pc:sldMkLst>
          <pc:docMk/>
          <pc:sldMk cId="641030253" sldId="2479"/>
        </pc:sldMkLst>
        <pc:spChg chg="mod">
          <ac:chgData name="Owais Ahmed" userId="6abc7d4556b3b071" providerId="LiveId" clId="{71926F40-B8AA-4ECA-8DEE-B4DFCD7A9F5E}" dt="2023-07-17T04:10:14.381" v="172" actId="27636"/>
          <ac:spMkLst>
            <pc:docMk/>
            <pc:sldMk cId="641030253" sldId="2479"/>
            <ac:spMk id="3" creationId="{4A1C0383-58FE-E486-295E-B33B8683B938}"/>
          </ac:spMkLst>
        </pc:spChg>
      </pc:sldChg>
      <pc:sldChg chg="del">
        <pc:chgData name="Owais Ahmed" userId="6abc7d4556b3b071" providerId="LiveId" clId="{71926F40-B8AA-4ECA-8DEE-B4DFCD7A9F5E}" dt="2023-07-17T05:15:35.496" v="490" actId="47"/>
        <pc:sldMkLst>
          <pc:docMk/>
          <pc:sldMk cId="828323908" sldId="2510"/>
        </pc:sldMkLst>
      </pc:sldChg>
      <pc:sldChg chg="modSp mod ord modAnim">
        <pc:chgData name="Owais Ahmed" userId="6abc7d4556b3b071" providerId="LiveId" clId="{71926F40-B8AA-4ECA-8DEE-B4DFCD7A9F5E}" dt="2023-07-21T03:52:20.343" v="8320"/>
        <pc:sldMkLst>
          <pc:docMk/>
          <pc:sldMk cId="3720995497" sldId="2511"/>
        </pc:sldMkLst>
        <pc:spChg chg="mod">
          <ac:chgData name="Owais Ahmed" userId="6abc7d4556b3b071" providerId="LiveId" clId="{71926F40-B8AA-4ECA-8DEE-B4DFCD7A9F5E}" dt="2023-07-17T06:42:18.627" v="4145" actId="20577"/>
          <ac:spMkLst>
            <pc:docMk/>
            <pc:sldMk cId="3720995497" sldId="2511"/>
            <ac:spMk id="3" creationId="{4A1C0383-58FE-E486-295E-B33B8683B938}"/>
          </ac:spMkLst>
        </pc:spChg>
        <pc:spChg chg="mod">
          <ac:chgData name="Owais Ahmed" userId="6abc7d4556b3b071" providerId="LiveId" clId="{71926F40-B8AA-4ECA-8DEE-B4DFCD7A9F5E}" dt="2023-07-17T05:15:57.871" v="514" actId="20577"/>
          <ac:spMkLst>
            <pc:docMk/>
            <pc:sldMk cId="3720995497" sldId="2511"/>
            <ac:spMk id="215" creationId="{00000000-0000-0000-0000-000000000000}"/>
          </ac:spMkLst>
        </pc:spChg>
        <pc:graphicFrameChg chg="mod modGraphic">
          <ac:chgData name="Owais Ahmed" userId="6abc7d4556b3b071" providerId="LiveId" clId="{71926F40-B8AA-4ECA-8DEE-B4DFCD7A9F5E}" dt="2023-07-20T04:09:24.420" v="7898" actId="948"/>
          <ac:graphicFrameMkLst>
            <pc:docMk/>
            <pc:sldMk cId="3720995497" sldId="2511"/>
            <ac:graphicFrameMk id="6" creationId="{0F0D5C62-564D-F530-2FD8-92AF4872C0E4}"/>
          </ac:graphicFrameMkLst>
        </pc:graphicFrameChg>
      </pc:sldChg>
      <pc:sldChg chg="delSp modSp add mod modAnim">
        <pc:chgData name="Owais Ahmed" userId="6abc7d4556b3b071" providerId="LiveId" clId="{71926F40-B8AA-4ECA-8DEE-B4DFCD7A9F5E}" dt="2023-07-17T10:02:11.442" v="6475" actId="20577"/>
        <pc:sldMkLst>
          <pc:docMk/>
          <pc:sldMk cId="827843185" sldId="2512"/>
        </pc:sldMkLst>
        <pc:spChg chg="mod">
          <ac:chgData name="Owais Ahmed" userId="6abc7d4556b3b071" providerId="LiveId" clId="{71926F40-B8AA-4ECA-8DEE-B4DFCD7A9F5E}" dt="2023-07-17T10:02:11.442" v="6475" actId="20577"/>
          <ac:spMkLst>
            <pc:docMk/>
            <pc:sldMk cId="827843185" sldId="2512"/>
            <ac:spMk id="3" creationId="{4A1C0383-58FE-E486-295E-B33B8683B938}"/>
          </ac:spMkLst>
        </pc:spChg>
        <pc:graphicFrameChg chg="del">
          <ac:chgData name="Owais Ahmed" userId="6abc7d4556b3b071" providerId="LiveId" clId="{71926F40-B8AA-4ECA-8DEE-B4DFCD7A9F5E}" dt="2023-07-17T05:16:07.558" v="516" actId="478"/>
          <ac:graphicFrameMkLst>
            <pc:docMk/>
            <pc:sldMk cId="827843185" sldId="2512"/>
            <ac:graphicFrameMk id="6" creationId="{0F0D5C62-564D-F530-2FD8-92AF4872C0E4}"/>
          </ac:graphicFrameMkLst>
        </pc:graphicFrameChg>
      </pc:sldChg>
      <pc:sldChg chg="addSp modSp add mod modAnim">
        <pc:chgData name="Owais Ahmed" userId="6abc7d4556b3b071" providerId="LiveId" clId="{71926F40-B8AA-4ECA-8DEE-B4DFCD7A9F5E}" dt="2023-07-21T03:52:15.199" v="8319"/>
        <pc:sldMkLst>
          <pc:docMk/>
          <pc:sldMk cId="4273169141" sldId="2513"/>
        </pc:sldMkLst>
        <pc:spChg chg="mod">
          <ac:chgData name="Owais Ahmed" userId="6abc7d4556b3b071" providerId="LiveId" clId="{71926F40-B8AA-4ECA-8DEE-B4DFCD7A9F5E}" dt="2023-07-17T10:02:22.634" v="6483"/>
          <ac:spMkLst>
            <pc:docMk/>
            <pc:sldMk cId="4273169141" sldId="2513"/>
            <ac:spMk id="3" creationId="{4A1C0383-58FE-E486-295E-B33B8683B938}"/>
          </ac:spMkLst>
        </pc:spChg>
        <pc:graphicFrameChg chg="add mod modGraphic">
          <ac:chgData name="Owais Ahmed" userId="6abc7d4556b3b071" providerId="LiveId" clId="{71926F40-B8AA-4ECA-8DEE-B4DFCD7A9F5E}" dt="2023-07-17T10:03:13.310" v="6500" actId="1076"/>
          <ac:graphicFrameMkLst>
            <pc:docMk/>
            <pc:sldMk cId="4273169141" sldId="2513"/>
            <ac:graphicFrameMk id="4" creationId="{B6158D1D-E4C3-895B-17A9-6501C2823ED2}"/>
          </ac:graphicFrameMkLst>
        </pc:graphicFrameChg>
      </pc:sldChg>
      <pc:sldChg chg="add del ord">
        <pc:chgData name="Owais Ahmed" userId="6abc7d4556b3b071" providerId="LiveId" clId="{71926F40-B8AA-4ECA-8DEE-B4DFCD7A9F5E}" dt="2023-07-17T05:33:09.527" v="1377" actId="2890"/>
        <pc:sldMkLst>
          <pc:docMk/>
          <pc:sldMk cId="2045885956" sldId="2514"/>
        </pc:sldMkLst>
      </pc:sldChg>
      <pc:sldChg chg="delSp modSp add mod modAnim">
        <pc:chgData name="Owais Ahmed" userId="6abc7d4556b3b071" providerId="LiveId" clId="{71926F40-B8AA-4ECA-8DEE-B4DFCD7A9F5E}" dt="2023-07-17T10:26:49.902" v="7097" actId="27636"/>
        <pc:sldMkLst>
          <pc:docMk/>
          <pc:sldMk cId="2514852394" sldId="2514"/>
        </pc:sldMkLst>
        <pc:spChg chg="mod">
          <ac:chgData name="Owais Ahmed" userId="6abc7d4556b3b071" providerId="LiveId" clId="{71926F40-B8AA-4ECA-8DEE-B4DFCD7A9F5E}" dt="2023-07-17T10:26:49.902" v="7097" actId="27636"/>
          <ac:spMkLst>
            <pc:docMk/>
            <pc:sldMk cId="2514852394" sldId="2514"/>
            <ac:spMk id="3" creationId="{4A1C0383-58FE-E486-295E-B33B8683B938}"/>
          </ac:spMkLst>
        </pc:spChg>
        <pc:spChg chg="mod">
          <ac:chgData name="Owais Ahmed" userId="6abc7d4556b3b071" providerId="LiveId" clId="{71926F40-B8AA-4ECA-8DEE-B4DFCD7A9F5E}" dt="2023-07-17T06:39:06.886" v="4016"/>
          <ac:spMkLst>
            <pc:docMk/>
            <pc:sldMk cId="2514852394" sldId="2514"/>
            <ac:spMk id="215" creationId="{00000000-0000-0000-0000-000000000000}"/>
          </ac:spMkLst>
        </pc:spChg>
        <pc:graphicFrameChg chg="del">
          <ac:chgData name="Owais Ahmed" userId="6abc7d4556b3b071" providerId="LiveId" clId="{71926F40-B8AA-4ECA-8DEE-B4DFCD7A9F5E}" dt="2023-07-17T05:33:23.811" v="1396" actId="478"/>
          <ac:graphicFrameMkLst>
            <pc:docMk/>
            <pc:sldMk cId="2514852394" sldId="2514"/>
            <ac:graphicFrameMk id="6" creationId="{0F0D5C62-564D-F530-2FD8-92AF4872C0E4}"/>
          </ac:graphicFrameMkLst>
        </pc:graphicFrameChg>
      </pc:sldChg>
      <pc:sldChg chg="modSp add mod modAnim">
        <pc:chgData name="Owais Ahmed" userId="6abc7d4556b3b071" providerId="LiveId" clId="{71926F40-B8AA-4ECA-8DEE-B4DFCD7A9F5E}" dt="2023-07-17T10:13:12.487" v="6696" actId="20577"/>
        <pc:sldMkLst>
          <pc:docMk/>
          <pc:sldMk cId="92613023" sldId="2515"/>
        </pc:sldMkLst>
        <pc:spChg chg="mod">
          <ac:chgData name="Owais Ahmed" userId="6abc7d4556b3b071" providerId="LiveId" clId="{71926F40-B8AA-4ECA-8DEE-B4DFCD7A9F5E}" dt="2023-07-17T06:13:02.417" v="3664" actId="14"/>
          <ac:spMkLst>
            <pc:docMk/>
            <pc:sldMk cId="92613023" sldId="2515"/>
            <ac:spMk id="3" creationId="{4A1C0383-58FE-E486-295E-B33B8683B938}"/>
          </ac:spMkLst>
        </pc:spChg>
        <pc:spChg chg="mod">
          <ac:chgData name="Owais Ahmed" userId="6abc7d4556b3b071" providerId="LiveId" clId="{71926F40-B8AA-4ECA-8DEE-B4DFCD7A9F5E}" dt="2023-07-17T10:13:12.487" v="6696" actId="20577"/>
          <ac:spMkLst>
            <pc:docMk/>
            <pc:sldMk cId="92613023" sldId="2515"/>
            <ac:spMk id="215" creationId="{00000000-0000-0000-0000-000000000000}"/>
          </ac:spMkLst>
        </pc:spChg>
      </pc:sldChg>
      <pc:sldChg chg="modSp add del mod ord modAnim">
        <pc:chgData name="Owais Ahmed" userId="6abc7d4556b3b071" providerId="LiveId" clId="{71926F40-B8AA-4ECA-8DEE-B4DFCD7A9F5E}" dt="2023-07-17T06:39:16.453" v="4017" actId="47"/>
        <pc:sldMkLst>
          <pc:docMk/>
          <pc:sldMk cId="1268280978" sldId="2516"/>
        </pc:sldMkLst>
        <pc:spChg chg="mod">
          <ac:chgData name="Owais Ahmed" userId="6abc7d4556b3b071" providerId="LiveId" clId="{71926F40-B8AA-4ECA-8DEE-B4DFCD7A9F5E}" dt="2023-07-17T06:11:37.633" v="3606" actId="20577"/>
          <ac:spMkLst>
            <pc:docMk/>
            <pc:sldMk cId="1268280978" sldId="2516"/>
            <ac:spMk id="3" creationId="{4A1C0383-58FE-E486-295E-B33B8683B938}"/>
          </ac:spMkLst>
        </pc:spChg>
        <pc:spChg chg="mod">
          <ac:chgData name="Owais Ahmed" userId="6abc7d4556b3b071" providerId="LiveId" clId="{71926F40-B8AA-4ECA-8DEE-B4DFCD7A9F5E}" dt="2023-07-17T06:11:33.759" v="3603" actId="20577"/>
          <ac:spMkLst>
            <pc:docMk/>
            <pc:sldMk cId="1268280978" sldId="2516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71926F40-B8AA-4ECA-8DEE-B4DFCD7A9F5E}" dt="2023-07-17T05:39:08.809" v="2193" actId="20577"/>
        <pc:sldMkLst>
          <pc:docMk/>
          <pc:sldMk cId="2782104224" sldId="2517"/>
        </pc:sldMkLst>
        <pc:spChg chg="mod">
          <ac:chgData name="Owais Ahmed" userId="6abc7d4556b3b071" providerId="LiveId" clId="{71926F40-B8AA-4ECA-8DEE-B4DFCD7A9F5E}" dt="2023-07-17T05:39:08.809" v="2193" actId="20577"/>
          <ac:spMkLst>
            <pc:docMk/>
            <pc:sldMk cId="2782104224" sldId="2517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71926F40-B8AA-4ECA-8DEE-B4DFCD7A9F5E}" dt="2023-07-17T05:39:13.755" v="2199" actId="20577"/>
        <pc:sldMkLst>
          <pc:docMk/>
          <pc:sldMk cId="2859866230" sldId="2518"/>
        </pc:sldMkLst>
        <pc:spChg chg="mod">
          <ac:chgData name="Owais Ahmed" userId="6abc7d4556b3b071" providerId="LiveId" clId="{71926F40-B8AA-4ECA-8DEE-B4DFCD7A9F5E}" dt="2023-07-17T05:39:13.755" v="2199" actId="20577"/>
          <ac:spMkLst>
            <pc:docMk/>
            <pc:sldMk cId="2859866230" sldId="2518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71926F40-B8AA-4ECA-8DEE-B4DFCD7A9F5E}" dt="2023-07-17T13:58:22.940" v="7383" actId="20577"/>
        <pc:sldMkLst>
          <pc:docMk/>
          <pc:sldMk cId="2676351439" sldId="2519"/>
        </pc:sldMkLst>
        <pc:spChg chg="mod">
          <ac:chgData name="Owais Ahmed" userId="6abc7d4556b3b071" providerId="LiveId" clId="{71926F40-B8AA-4ECA-8DEE-B4DFCD7A9F5E}" dt="2023-07-17T13:58:22.940" v="7383" actId="20577"/>
          <ac:spMkLst>
            <pc:docMk/>
            <pc:sldMk cId="2676351439" sldId="2519"/>
            <ac:spMk id="3" creationId="{4A1C0383-58FE-E486-295E-B33B8683B938}"/>
          </ac:spMkLst>
        </pc:spChg>
        <pc:spChg chg="mod">
          <ac:chgData name="Owais Ahmed" userId="6abc7d4556b3b071" providerId="LiveId" clId="{71926F40-B8AA-4ECA-8DEE-B4DFCD7A9F5E}" dt="2023-07-17T05:39:52.133" v="2206" actId="20577"/>
          <ac:spMkLst>
            <pc:docMk/>
            <pc:sldMk cId="2676351439" sldId="2519"/>
            <ac:spMk id="215" creationId="{00000000-0000-0000-0000-000000000000}"/>
          </ac:spMkLst>
        </pc:spChg>
      </pc:sldChg>
      <pc:sldChg chg="addSp delSp modSp add mod addAnim delAnim modAnim">
        <pc:chgData name="Owais Ahmed" userId="6abc7d4556b3b071" providerId="LiveId" clId="{71926F40-B8AA-4ECA-8DEE-B4DFCD7A9F5E}" dt="2023-07-21T03:53:07.523" v="8324"/>
        <pc:sldMkLst>
          <pc:docMk/>
          <pc:sldMk cId="4030968025" sldId="2520"/>
        </pc:sldMkLst>
        <pc:spChg chg="add del mod">
          <ac:chgData name="Owais Ahmed" userId="6abc7d4556b3b071" providerId="LiveId" clId="{71926F40-B8AA-4ECA-8DEE-B4DFCD7A9F5E}" dt="2023-07-17T09:40:37.939" v="5975" actId="478"/>
          <ac:spMkLst>
            <pc:docMk/>
            <pc:sldMk cId="4030968025" sldId="2520"/>
            <ac:spMk id="3" creationId="{4A1C0383-58FE-E486-295E-B33B8683B938}"/>
          </ac:spMkLst>
        </pc:spChg>
        <pc:spChg chg="add del mod">
          <ac:chgData name="Owais Ahmed" userId="6abc7d4556b3b071" providerId="LiveId" clId="{71926F40-B8AA-4ECA-8DEE-B4DFCD7A9F5E}" dt="2023-07-17T06:30:53.483" v="3690"/>
          <ac:spMkLst>
            <pc:docMk/>
            <pc:sldMk cId="4030968025" sldId="2520"/>
            <ac:spMk id="5" creationId="{591622ED-5EA7-4C81-7132-2570453FD415}"/>
          </ac:spMkLst>
        </pc:spChg>
        <pc:spChg chg="add del mod">
          <ac:chgData name="Owais Ahmed" userId="6abc7d4556b3b071" providerId="LiveId" clId="{71926F40-B8AA-4ECA-8DEE-B4DFCD7A9F5E}" dt="2023-07-17T06:30:53.483" v="3690"/>
          <ac:spMkLst>
            <pc:docMk/>
            <pc:sldMk cId="4030968025" sldId="2520"/>
            <ac:spMk id="6" creationId="{25215695-B46E-FF34-0373-4ACDC25669A1}"/>
          </ac:spMkLst>
        </pc:spChg>
        <pc:spChg chg="add mod">
          <ac:chgData name="Owais Ahmed" userId="6abc7d4556b3b071" providerId="LiveId" clId="{71926F40-B8AA-4ECA-8DEE-B4DFCD7A9F5E}" dt="2023-07-17T09:53:09.698" v="6299" actId="20577"/>
          <ac:spMkLst>
            <pc:docMk/>
            <pc:sldMk cId="4030968025" sldId="2520"/>
            <ac:spMk id="7" creationId="{9687AEBB-9A31-550B-CEC4-0F3F498A2E4E}"/>
          </ac:spMkLst>
        </pc:spChg>
        <pc:spChg chg="add del">
          <ac:chgData name="Owais Ahmed" userId="6abc7d4556b3b071" providerId="LiveId" clId="{71926F40-B8AA-4ECA-8DEE-B4DFCD7A9F5E}" dt="2023-07-17T09:44:23.559" v="6043" actId="22"/>
          <ac:spMkLst>
            <pc:docMk/>
            <pc:sldMk cId="4030968025" sldId="2520"/>
            <ac:spMk id="9" creationId="{1748E807-8657-FF14-3656-AC13CDEA9936}"/>
          </ac:spMkLst>
        </pc:spChg>
        <pc:spChg chg="add del mod">
          <ac:chgData name="Owais Ahmed" userId="6abc7d4556b3b071" providerId="LiveId" clId="{71926F40-B8AA-4ECA-8DEE-B4DFCD7A9F5E}" dt="2023-07-17T09:44:52.861" v="6049" actId="478"/>
          <ac:spMkLst>
            <pc:docMk/>
            <pc:sldMk cId="4030968025" sldId="2520"/>
            <ac:spMk id="11" creationId="{DB09BFCD-345E-DF8B-0049-52B670C29E45}"/>
          </ac:spMkLst>
        </pc:spChg>
        <pc:spChg chg="add mod">
          <ac:chgData name="Owais Ahmed" userId="6abc7d4556b3b071" providerId="LiveId" clId="{71926F40-B8AA-4ECA-8DEE-B4DFCD7A9F5E}" dt="2023-07-17T10:16:05.622" v="6751" actId="255"/>
          <ac:spMkLst>
            <pc:docMk/>
            <pc:sldMk cId="4030968025" sldId="2520"/>
            <ac:spMk id="12" creationId="{E5875AAA-A56B-915A-69CF-8E613CEF8078}"/>
          </ac:spMkLst>
        </pc:spChg>
        <pc:spChg chg="mod">
          <ac:chgData name="Owais Ahmed" userId="6abc7d4556b3b071" providerId="LiveId" clId="{71926F40-B8AA-4ECA-8DEE-B4DFCD7A9F5E}" dt="2023-07-20T05:25:42.293" v="7906" actId="20577"/>
          <ac:spMkLst>
            <pc:docMk/>
            <pc:sldMk cId="4030968025" sldId="2520"/>
            <ac:spMk id="215" creationId="{00000000-0000-0000-0000-000000000000}"/>
          </ac:spMkLst>
        </pc:spChg>
        <pc:graphicFrameChg chg="add del">
          <ac:chgData name="Owais Ahmed" userId="6abc7d4556b3b071" providerId="LiveId" clId="{71926F40-B8AA-4ECA-8DEE-B4DFCD7A9F5E}" dt="2023-07-17T06:13:37.338" v="3670"/>
          <ac:graphicFrameMkLst>
            <pc:docMk/>
            <pc:sldMk cId="4030968025" sldId="2520"/>
            <ac:graphicFrameMk id="4" creationId="{E2D85D74-3DD2-F6A2-41CF-131190709AE7}"/>
          </ac:graphicFrameMkLst>
        </pc:graphicFrameChg>
      </pc:sldChg>
      <pc:sldChg chg="modSp add mod modAnim">
        <pc:chgData name="Owais Ahmed" userId="6abc7d4556b3b071" providerId="LiveId" clId="{71926F40-B8AA-4ECA-8DEE-B4DFCD7A9F5E}" dt="2023-07-17T10:23:28.100" v="6760" actId="20577"/>
        <pc:sldMkLst>
          <pc:docMk/>
          <pc:sldMk cId="301858663" sldId="2521"/>
        </pc:sldMkLst>
        <pc:spChg chg="mod">
          <ac:chgData name="Owais Ahmed" userId="6abc7d4556b3b071" providerId="LiveId" clId="{71926F40-B8AA-4ECA-8DEE-B4DFCD7A9F5E}" dt="2023-07-17T10:23:28.100" v="6760" actId="20577"/>
          <ac:spMkLst>
            <pc:docMk/>
            <pc:sldMk cId="301858663" sldId="2521"/>
            <ac:spMk id="3" creationId="{4A1C0383-58FE-E486-295E-B33B8683B938}"/>
          </ac:spMkLst>
        </pc:spChg>
      </pc:sldChg>
      <pc:sldChg chg="addSp delSp modSp add mod modAnim">
        <pc:chgData name="Owais Ahmed" userId="6abc7d4556b3b071" providerId="LiveId" clId="{71926F40-B8AA-4ECA-8DEE-B4DFCD7A9F5E}" dt="2023-07-21T03:52:39.565" v="8322"/>
        <pc:sldMkLst>
          <pc:docMk/>
          <pc:sldMk cId="3550206590" sldId="2522"/>
        </pc:sldMkLst>
        <pc:spChg chg="mod">
          <ac:chgData name="Owais Ahmed" userId="6abc7d4556b3b071" providerId="LiveId" clId="{71926F40-B8AA-4ECA-8DEE-B4DFCD7A9F5E}" dt="2023-07-17T07:08:24.694" v="5603"/>
          <ac:spMkLst>
            <pc:docMk/>
            <pc:sldMk cId="3550206590" sldId="2522"/>
            <ac:spMk id="3" creationId="{4A1C0383-58FE-E486-295E-B33B8683B938}"/>
          </ac:spMkLst>
        </pc:spChg>
        <pc:graphicFrameChg chg="add del mod">
          <ac:chgData name="Owais Ahmed" userId="6abc7d4556b3b071" providerId="LiveId" clId="{71926F40-B8AA-4ECA-8DEE-B4DFCD7A9F5E}" dt="2023-07-17T07:08:43.767" v="5607"/>
          <ac:graphicFrameMkLst>
            <pc:docMk/>
            <pc:sldMk cId="3550206590" sldId="2522"/>
            <ac:graphicFrameMk id="4" creationId="{C2C86A50-82E9-64E8-2131-97E8DEDFAD50}"/>
          </ac:graphicFrameMkLst>
        </pc:graphicFrameChg>
      </pc:sldChg>
      <pc:sldChg chg="delSp modSp add mod ord delAnim modAnim">
        <pc:chgData name="Owais Ahmed" userId="6abc7d4556b3b071" providerId="LiveId" clId="{71926F40-B8AA-4ECA-8DEE-B4DFCD7A9F5E}" dt="2023-07-17T10:16:17.236" v="6752" actId="255"/>
        <pc:sldMkLst>
          <pc:docMk/>
          <pc:sldMk cId="1534013050" sldId="2523"/>
        </pc:sldMkLst>
        <pc:spChg chg="mod">
          <ac:chgData name="Owais Ahmed" userId="6abc7d4556b3b071" providerId="LiveId" clId="{71926F40-B8AA-4ECA-8DEE-B4DFCD7A9F5E}" dt="2023-07-17T10:16:17.236" v="6752" actId="255"/>
          <ac:spMkLst>
            <pc:docMk/>
            <pc:sldMk cId="1534013050" sldId="2523"/>
            <ac:spMk id="3" creationId="{4A1C0383-58FE-E486-295E-B33B8683B938}"/>
          </ac:spMkLst>
        </pc:spChg>
        <pc:spChg chg="del">
          <ac:chgData name="Owais Ahmed" userId="6abc7d4556b3b071" providerId="LiveId" clId="{71926F40-B8AA-4ECA-8DEE-B4DFCD7A9F5E}" dt="2023-07-17T09:40:12.816" v="5965" actId="478"/>
          <ac:spMkLst>
            <pc:docMk/>
            <pc:sldMk cId="1534013050" sldId="2523"/>
            <ac:spMk id="7" creationId="{9687AEBB-9A31-550B-CEC4-0F3F498A2E4E}"/>
          </ac:spMkLst>
        </pc:spChg>
      </pc:sldChg>
      <pc:sldChg chg="addSp delSp modSp add mod delAnim modAnim">
        <pc:chgData name="Owais Ahmed" userId="6abc7d4556b3b071" providerId="LiveId" clId="{71926F40-B8AA-4ECA-8DEE-B4DFCD7A9F5E}" dt="2023-07-17T09:59:09.381" v="6471" actId="20577"/>
        <pc:sldMkLst>
          <pc:docMk/>
          <pc:sldMk cId="4010945461" sldId="2524"/>
        </pc:sldMkLst>
        <pc:spChg chg="del">
          <ac:chgData name="Owais Ahmed" userId="6abc7d4556b3b071" providerId="LiveId" clId="{71926F40-B8AA-4ECA-8DEE-B4DFCD7A9F5E}" dt="2023-07-17T09:54:35.478" v="6301" actId="478"/>
          <ac:spMkLst>
            <pc:docMk/>
            <pc:sldMk cId="4010945461" sldId="2524"/>
            <ac:spMk id="3" creationId="{4A1C0383-58FE-E486-295E-B33B8683B938}"/>
          </ac:spMkLst>
        </pc:spChg>
        <pc:spChg chg="add mod">
          <ac:chgData name="Owais Ahmed" userId="6abc7d4556b3b071" providerId="LiveId" clId="{71926F40-B8AA-4ECA-8DEE-B4DFCD7A9F5E}" dt="2023-07-17T09:59:09.381" v="6471" actId="20577"/>
          <ac:spMkLst>
            <pc:docMk/>
            <pc:sldMk cId="4010945461" sldId="2524"/>
            <ac:spMk id="6" creationId="{DB78C41D-6A62-3927-5ACF-B065C9D84313}"/>
          </ac:spMkLst>
        </pc:spChg>
        <pc:graphicFrameChg chg="add del mod modGraphic">
          <ac:chgData name="Owais Ahmed" userId="6abc7d4556b3b071" providerId="LiveId" clId="{71926F40-B8AA-4ECA-8DEE-B4DFCD7A9F5E}" dt="2023-07-17T09:57:49.850" v="6355" actId="478"/>
          <ac:graphicFrameMkLst>
            <pc:docMk/>
            <pc:sldMk cId="4010945461" sldId="2524"/>
            <ac:graphicFrameMk id="4" creationId="{993FACE1-D824-65CD-5FF4-CB78DA4D1C73}"/>
          </ac:graphicFrameMkLst>
        </pc:graphicFrameChg>
        <pc:graphicFrameChg chg="add del mod modGraphic">
          <ac:chgData name="Owais Ahmed" userId="6abc7d4556b3b071" providerId="LiveId" clId="{71926F40-B8AA-4ECA-8DEE-B4DFCD7A9F5E}" dt="2023-07-17T09:57:48.070" v="6354" actId="478"/>
          <ac:graphicFrameMkLst>
            <pc:docMk/>
            <pc:sldMk cId="4010945461" sldId="2524"/>
            <ac:graphicFrameMk id="5" creationId="{CE66F1DC-2821-712C-BCCB-A8DEF6ADFEC4}"/>
          </ac:graphicFrameMkLst>
        </pc:graphicFrameChg>
        <pc:picChg chg="add mod">
          <ac:chgData name="Owais Ahmed" userId="6abc7d4556b3b071" providerId="LiveId" clId="{71926F40-B8AA-4ECA-8DEE-B4DFCD7A9F5E}" dt="2023-07-17T09:57:56.701" v="6356" actId="1076"/>
          <ac:picMkLst>
            <pc:docMk/>
            <pc:sldMk cId="4010945461" sldId="2524"/>
            <ac:picMk id="2050" creationId="{B95C4D00-8AEA-FD97-E464-2F8A8DA000F8}"/>
          </ac:picMkLst>
        </pc:picChg>
      </pc:sldChg>
      <pc:sldChg chg="modSp add mod modAnim">
        <pc:chgData name="Owais Ahmed" userId="6abc7d4556b3b071" providerId="LiveId" clId="{71926F40-B8AA-4ECA-8DEE-B4DFCD7A9F5E}" dt="2023-07-17T10:16:31.479" v="6753" actId="255"/>
        <pc:sldMkLst>
          <pc:docMk/>
          <pc:sldMk cId="953845026" sldId="2525"/>
        </pc:sldMkLst>
        <pc:spChg chg="mod">
          <ac:chgData name="Owais Ahmed" userId="6abc7d4556b3b071" providerId="LiveId" clId="{71926F40-B8AA-4ECA-8DEE-B4DFCD7A9F5E}" dt="2023-07-17T10:16:31.479" v="6753" actId="255"/>
          <ac:spMkLst>
            <pc:docMk/>
            <pc:sldMk cId="953845026" sldId="2525"/>
            <ac:spMk id="3" creationId="{4A1C0383-58FE-E486-295E-B33B8683B938}"/>
          </ac:spMkLst>
        </pc:spChg>
        <pc:spChg chg="mod">
          <ac:chgData name="Owais Ahmed" userId="6abc7d4556b3b071" providerId="LiveId" clId="{71926F40-B8AA-4ECA-8DEE-B4DFCD7A9F5E}" dt="2023-07-17T10:13:16.659" v="6699" actId="20577"/>
          <ac:spMkLst>
            <pc:docMk/>
            <pc:sldMk cId="953845026" sldId="2525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71926F40-B8AA-4ECA-8DEE-B4DFCD7A9F5E}" dt="2023-07-21T03:53:16.397" v="8326"/>
        <pc:sldMkLst>
          <pc:docMk/>
          <pc:sldMk cId="3840328188" sldId="2526"/>
        </pc:sldMkLst>
        <pc:spChg chg="mod">
          <ac:chgData name="Owais Ahmed" userId="6abc7d4556b3b071" providerId="LiveId" clId="{71926F40-B8AA-4ECA-8DEE-B4DFCD7A9F5E}" dt="2023-07-17T10:14:59.997" v="6731" actId="20577"/>
          <ac:spMkLst>
            <pc:docMk/>
            <pc:sldMk cId="3840328188" sldId="2526"/>
            <ac:spMk id="7" creationId="{9687AEBB-9A31-550B-CEC4-0F3F498A2E4E}"/>
          </ac:spMkLst>
        </pc:spChg>
        <pc:spChg chg="mod">
          <ac:chgData name="Owais Ahmed" userId="6abc7d4556b3b071" providerId="LiveId" clId="{71926F40-B8AA-4ECA-8DEE-B4DFCD7A9F5E}" dt="2023-07-17T10:16:00.486" v="6750" actId="255"/>
          <ac:spMkLst>
            <pc:docMk/>
            <pc:sldMk cId="3840328188" sldId="2526"/>
            <ac:spMk id="12" creationId="{E5875AAA-A56B-915A-69CF-8E613CEF8078}"/>
          </ac:spMkLst>
        </pc:spChg>
        <pc:spChg chg="mod">
          <ac:chgData name="Owais Ahmed" userId="6abc7d4556b3b071" providerId="LiveId" clId="{71926F40-B8AA-4ECA-8DEE-B4DFCD7A9F5E}" dt="2023-07-17T10:13:07.707" v="6693" actId="20577"/>
          <ac:spMkLst>
            <pc:docMk/>
            <pc:sldMk cId="3840328188" sldId="2526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71926F40-B8AA-4ECA-8DEE-B4DFCD7A9F5E}" dt="2023-07-21T03:53:31.739" v="8327"/>
        <pc:sldMkLst>
          <pc:docMk/>
          <pc:sldMk cId="3546041546" sldId="2527"/>
        </pc:sldMkLst>
        <pc:spChg chg="mod">
          <ac:chgData name="Owais Ahmed" userId="6abc7d4556b3b071" providerId="LiveId" clId="{71926F40-B8AA-4ECA-8DEE-B4DFCD7A9F5E}" dt="2023-07-17T10:23:17.210" v="6758" actId="20577"/>
          <ac:spMkLst>
            <pc:docMk/>
            <pc:sldMk cId="3546041546" sldId="2527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71926F40-B8AA-4ECA-8DEE-B4DFCD7A9F5E}" dt="2023-07-17T14:02:26.384" v="7896" actId="20577"/>
        <pc:sldMkLst>
          <pc:docMk/>
          <pc:sldMk cId="3420080482" sldId="2528"/>
        </pc:sldMkLst>
        <pc:spChg chg="mod">
          <ac:chgData name="Owais Ahmed" userId="6abc7d4556b3b071" providerId="LiveId" clId="{71926F40-B8AA-4ECA-8DEE-B4DFCD7A9F5E}" dt="2023-07-17T14:02:26.384" v="7896" actId="20577"/>
          <ac:spMkLst>
            <pc:docMk/>
            <pc:sldMk cId="3420080482" sldId="2528"/>
            <ac:spMk id="3" creationId="{4A1C0383-58FE-E486-295E-B33B8683B938}"/>
          </ac:spMkLst>
        </pc:spChg>
      </pc:sldChg>
      <pc:sldChg chg="modSp modAnim">
        <pc:chgData name="Owais Ahmed" userId="6abc7d4556b3b071" providerId="LiveId" clId="{71926F40-B8AA-4ECA-8DEE-B4DFCD7A9F5E}" dt="2023-07-20T06:29:04.466" v="7907" actId="20577"/>
        <pc:sldMkLst>
          <pc:docMk/>
          <pc:sldMk cId="3725811554" sldId="2531"/>
        </pc:sldMkLst>
        <pc:spChg chg="mod">
          <ac:chgData name="Owais Ahmed" userId="6abc7d4556b3b071" providerId="LiveId" clId="{71926F40-B8AA-4ECA-8DEE-B4DFCD7A9F5E}" dt="2023-07-20T06:29:04.466" v="7907" actId="20577"/>
          <ac:spMkLst>
            <pc:docMk/>
            <pc:sldMk cId="3725811554" sldId="2531"/>
            <ac:spMk id="3" creationId="{4A1C0383-58FE-E486-295E-B33B8683B938}"/>
          </ac:spMkLst>
        </pc:spChg>
      </pc:sldChg>
      <pc:sldChg chg="modSp">
        <pc:chgData name="Owais Ahmed" userId="6abc7d4556b3b071" providerId="LiveId" clId="{71926F40-B8AA-4ECA-8DEE-B4DFCD7A9F5E}" dt="2023-07-25T04:42:22.422" v="11304" actId="20577"/>
        <pc:sldMkLst>
          <pc:docMk/>
          <pc:sldMk cId="2690808487" sldId="2532"/>
        </pc:sldMkLst>
        <pc:spChg chg="mod">
          <ac:chgData name="Owais Ahmed" userId="6abc7d4556b3b071" providerId="LiveId" clId="{71926F40-B8AA-4ECA-8DEE-B4DFCD7A9F5E}" dt="2023-07-25T04:42:22.422" v="11304" actId="20577"/>
          <ac:spMkLst>
            <pc:docMk/>
            <pc:sldMk cId="2690808487" sldId="2532"/>
            <ac:spMk id="3" creationId="{4A1C0383-58FE-E486-295E-B33B8683B938}"/>
          </ac:spMkLst>
        </pc:spChg>
      </pc:sldChg>
      <pc:sldChg chg="modSp mod">
        <pc:chgData name="Owais Ahmed" userId="6abc7d4556b3b071" providerId="LiveId" clId="{71926F40-B8AA-4ECA-8DEE-B4DFCD7A9F5E}" dt="2023-07-24T07:21:43.772" v="11294" actId="6549"/>
        <pc:sldMkLst>
          <pc:docMk/>
          <pc:sldMk cId="990133379" sldId="2534"/>
        </pc:sldMkLst>
        <pc:graphicFrameChg chg="modGraphic">
          <ac:chgData name="Owais Ahmed" userId="6abc7d4556b3b071" providerId="LiveId" clId="{71926F40-B8AA-4ECA-8DEE-B4DFCD7A9F5E}" dt="2023-07-24T07:21:43.772" v="11294" actId="6549"/>
          <ac:graphicFrameMkLst>
            <pc:docMk/>
            <pc:sldMk cId="990133379" sldId="2534"/>
            <ac:graphicFrameMk id="5" creationId="{3F7FD898-80FA-5E29-D7BF-E695CE99E4D1}"/>
          </ac:graphicFrameMkLst>
        </pc:graphicFrameChg>
      </pc:sldChg>
      <pc:sldChg chg="modSp">
        <pc:chgData name="Owais Ahmed" userId="6abc7d4556b3b071" providerId="LiveId" clId="{71926F40-B8AA-4ECA-8DEE-B4DFCD7A9F5E}" dt="2023-08-09T07:11:10.289" v="11306" actId="20577"/>
        <pc:sldMkLst>
          <pc:docMk/>
          <pc:sldMk cId="583989474" sldId="2537"/>
        </pc:sldMkLst>
        <pc:spChg chg="mod">
          <ac:chgData name="Owais Ahmed" userId="6abc7d4556b3b071" providerId="LiveId" clId="{71926F40-B8AA-4ECA-8DEE-B4DFCD7A9F5E}" dt="2023-08-09T07:11:10.289" v="11306" actId="20577"/>
          <ac:spMkLst>
            <pc:docMk/>
            <pc:sldMk cId="583989474" sldId="2537"/>
            <ac:spMk id="3" creationId="{4A1C0383-58FE-E486-295E-B33B8683B938}"/>
          </ac:spMkLst>
        </pc:spChg>
      </pc:sldChg>
      <pc:sldChg chg="addSp delSp modSp mod ord delAnim modAnim">
        <pc:chgData name="Owais Ahmed" userId="6abc7d4556b3b071" providerId="LiveId" clId="{71926F40-B8AA-4ECA-8DEE-B4DFCD7A9F5E}" dt="2023-07-21T06:08:23.414" v="9775" actId="20577"/>
        <pc:sldMkLst>
          <pc:docMk/>
          <pc:sldMk cId="1999208753" sldId="2539"/>
        </pc:sldMkLst>
        <pc:spChg chg="del mod">
          <ac:chgData name="Owais Ahmed" userId="6abc7d4556b3b071" providerId="LiveId" clId="{71926F40-B8AA-4ECA-8DEE-B4DFCD7A9F5E}" dt="2023-07-21T03:50:43.643" v="8128" actId="478"/>
          <ac:spMkLst>
            <pc:docMk/>
            <pc:sldMk cId="1999208753" sldId="2539"/>
            <ac:spMk id="3" creationId="{4A1C0383-58FE-E486-295E-B33B8683B938}"/>
          </ac:spMkLst>
        </pc:spChg>
        <pc:spChg chg="add mod">
          <ac:chgData name="Owais Ahmed" userId="6abc7d4556b3b071" providerId="LiveId" clId="{71926F40-B8AA-4ECA-8DEE-B4DFCD7A9F5E}" dt="2023-07-21T06:08:23.414" v="9775" actId="20577"/>
          <ac:spMkLst>
            <pc:docMk/>
            <pc:sldMk cId="1999208753" sldId="2539"/>
            <ac:spMk id="4" creationId="{7924EBF5-F732-AAE0-3FAB-F23B044B0FD7}"/>
          </ac:spMkLst>
        </pc:spChg>
        <pc:spChg chg="mod">
          <ac:chgData name="Owais Ahmed" userId="6abc7d4556b3b071" providerId="LiveId" clId="{71926F40-B8AA-4ECA-8DEE-B4DFCD7A9F5E}" dt="2023-07-21T03:54:18.855" v="8358" actId="20577"/>
          <ac:spMkLst>
            <pc:docMk/>
            <pc:sldMk cId="1999208753" sldId="2539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71926F40-B8AA-4ECA-8DEE-B4DFCD7A9F5E}" dt="2023-08-09T07:11:32.103" v="11307" actId="20577"/>
        <pc:sldMkLst>
          <pc:docMk/>
          <pc:sldMk cId="1846615234" sldId="2540"/>
        </pc:sldMkLst>
        <pc:spChg chg="mod">
          <ac:chgData name="Owais Ahmed" userId="6abc7d4556b3b071" providerId="LiveId" clId="{71926F40-B8AA-4ECA-8DEE-B4DFCD7A9F5E}" dt="2023-08-09T07:11:32.103" v="11307" actId="20577"/>
          <ac:spMkLst>
            <pc:docMk/>
            <pc:sldMk cId="1846615234" sldId="2540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71926F40-B8AA-4ECA-8DEE-B4DFCD7A9F5E}" dt="2023-07-21T09:24:30.345" v="10473"/>
        <pc:sldMkLst>
          <pc:docMk/>
          <pc:sldMk cId="3631690664" sldId="2541"/>
        </pc:sldMkLst>
        <pc:spChg chg="mod">
          <ac:chgData name="Owais Ahmed" userId="6abc7d4556b3b071" providerId="LiveId" clId="{71926F40-B8AA-4ECA-8DEE-B4DFCD7A9F5E}" dt="2023-07-21T06:09:36.839" v="9977" actId="20577"/>
          <ac:spMkLst>
            <pc:docMk/>
            <pc:sldMk cId="3631690664" sldId="2541"/>
            <ac:spMk id="4" creationId="{7924EBF5-F732-AAE0-3FAB-F23B044B0FD7}"/>
          </ac:spMkLst>
        </pc:spChg>
        <pc:spChg chg="add mod">
          <ac:chgData name="Owais Ahmed" userId="6abc7d4556b3b071" providerId="LiveId" clId="{71926F40-B8AA-4ECA-8DEE-B4DFCD7A9F5E}" dt="2023-07-21T09:24:23.164" v="10472" actId="164"/>
          <ac:spMkLst>
            <pc:docMk/>
            <pc:sldMk cId="3631690664" sldId="2541"/>
            <ac:spMk id="7" creationId="{6506D8F2-BC87-B6B1-1B54-541502DF5756}"/>
          </ac:spMkLst>
        </pc:spChg>
        <pc:grpChg chg="add mod">
          <ac:chgData name="Owais Ahmed" userId="6abc7d4556b3b071" providerId="LiveId" clId="{71926F40-B8AA-4ECA-8DEE-B4DFCD7A9F5E}" dt="2023-07-21T09:24:23.164" v="10472" actId="164"/>
          <ac:grpSpMkLst>
            <pc:docMk/>
            <pc:sldMk cId="3631690664" sldId="2541"/>
            <ac:grpSpMk id="14" creationId="{D8457650-20D1-7C56-E82C-5D5C3DD31E14}"/>
          </ac:grpSpMkLst>
        </pc:grpChg>
        <pc:graphicFrameChg chg="add mod modGraphic">
          <ac:chgData name="Owais Ahmed" userId="6abc7d4556b3b071" providerId="LiveId" clId="{71926F40-B8AA-4ECA-8DEE-B4DFCD7A9F5E}" dt="2023-07-21T09:22:41.405" v="10342" actId="20577"/>
          <ac:graphicFrameMkLst>
            <pc:docMk/>
            <pc:sldMk cId="3631690664" sldId="2541"/>
            <ac:graphicFrameMk id="3" creationId="{8408AEDF-1531-F446-4249-A43249197FB5}"/>
          </ac:graphicFrameMkLst>
        </pc:graphicFrameChg>
        <pc:graphicFrameChg chg="add mod modGraphic">
          <ac:chgData name="Owais Ahmed" userId="6abc7d4556b3b071" providerId="LiveId" clId="{71926F40-B8AA-4ECA-8DEE-B4DFCD7A9F5E}" dt="2023-07-21T09:19:21.810" v="10129"/>
          <ac:graphicFrameMkLst>
            <pc:docMk/>
            <pc:sldMk cId="3631690664" sldId="2541"/>
            <ac:graphicFrameMk id="5" creationId="{9F078640-7D23-F9DA-AEDA-14CFA2AE760A}"/>
          </ac:graphicFrameMkLst>
        </pc:graphicFrameChg>
        <pc:graphicFrameChg chg="add mod modGraphic">
          <ac:chgData name="Owais Ahmed" userId="6abc7d4556b3b071" providerId="LiveId" clId="{71926F40-B8AA-4ECA-8DEE-B4DFCD7A9F5E}" dt="2023-07-21T09:19:21.107" v="10128"/>
          <ac:graphicFrameMkLst>
            <pc:docMk/>
            <pc:sldMk cId="3631690664" sldId="2541"/>
            <ac:graphicFrameMk id="6" creationId="{78B2D2E0-79C2-2E73-EF8A-06598DB6EAB7}"/>
          </ac:graphicFrameMkLst>
        </pc:graphicFrameChg>
        <pc:cxnChg chg="add mod">
          <ac:chgData name="Owais Ahmed" userId="6abc7d4556b3b071" providerId="LiveId" clId="{71926F40-B8AA-4ECA-8DEE-B4DFCD7A9F5E}" dt="2023-07-21T09:24:23.164" v="10472" actId="164"/>
          <ac:cxnSpMkLst>
            <pc:docMk/>
            <pc:sldMk cId="3631690664" sldId="2541"/>
            <ac:cxnSpMk id="9" creationId="{55F25D5F-C549-4A2A-9E96-64ACDD23EA34}"/>
          </ac:cxnSpMkLst>
        </pc:cxnChg>
        <pc:cxnChg chg="add mod">
          <ac:chgData name="Owais Ahmed" userId="6abc7d4556b3b071" providerId="LiveId" clId="{71926F40-B8AA-4ECA-8DEE-B4DFCD7A9F5E}" dt="2023-07-21T09:24:23.164" v="10472" actId="164"/>
          <ac:cxnSpMkLst>
            <pc:docMk/>
            <pc:sldMk cId="3631690664" sldId="2541"/>
            <ac:cxnSpMk id="11" creationId="{A7140220-1109-BA2F-CA95-2A0120ED3927}"/>
          </ac:cxnSpMkLst>
        </pc:cxnChg>
        <pc:cxnChg chg="add mod">
          <ac:chgData name="Owais Ahmed" userId="6abc7d4556b3b071" providerId="LiveId" clId="{71926F40-B8AA-4ECA-8DEE-B4DFCD7A9F5E}" dt="2023-07-21T09:24:23.164" v="10472" actId="164"/>
          <ac:cxnSpMkLst>
            <pc:docMk/>
            <pc:sldMk cId="3631690664" sldId="2541"/>
            <ac:cxnSpMk id="13" creationId="{9F8E68A9-0919-5A4D-189A-525D054DB37E}"/>
          </ac:cxnSpMkLst>
        </pc:cxnChg>
      </pc:sldChg>
      <pc:sldChg chg="modSp add del mod modAnim">
        <pc:chgData name="Owais Ahmed" userId="6abc7d4556b3b071" providerId="LiveId" clId="{71926F40-B8AA-4ECA-8DEE-B4DFCD7A9F5E}" dt="2023-07-21T09:19:34.775" v="10131" actId="47"/>
        <pc:sldMkLst>
          <pc:docMk/>
          <pc:sldMk cId="2597481614" sldId="2542"/>
        </pc:sldMkLst>
        <pc:spChg chg="mod">
          <ac:chgData name="Owais Ahmed" userId="6abc7d4556b3b071" providerId="LiveId" clId="{71926F40-B8AA-4ECA-8DEE-B4DFCD7A9F5E}" dt="2023-07-21T09:18:40.711" v="10101" actId="20577"/>
          <ac:spMkLst>
            <pc:docMk/>
            <pc:sldMk cId="2597481614" sldId="2542"/>
            <ac:spMk id="4" creationId="{7924EBF5-F732-AAE0-3FAB-F23B044B0FD7}"/>
          </ac:spMkLst>
        </pc:spChg>
        <pc:graphicFrameChg chg="modGraphic">
          <ac:chgData name="Owais Ahmed" userId="6abc7d4556b3b071" providerId="LiveId" clId="{71926F40-B8AA-4ECA-8DEE-B4DFCD7A9F5E}" dt="2023-07-21T09:18:28.198" v="10077" actId="20577"/>
          <ac:graphicFrameMkLst>
            <pc:docMk/>
            <pc:sldMk cId="2597481614" sldId="2542"/>
            <ac:graphicFrameMk id="3" creationId="{8408AEDF-1531-F446-4249-A43249197FB5}"/>
          </ac:graphicFrameMkLst>
        </pc:graphicFrameChg>
      </pc:sldChg>
      <pc:sldChg chg="addSp modSp add mod modAnim">
        <pc:chgData name="Owais Ahmed" userId="6abc7d4556b3b071" providerId="LiveId" clId="{71926F40-B8AA-4ECA-8DEE-B4DFCD7A9F5E}" dt="2023-07-21T09:25:37.461" v="10489" actId="13926"/>
        <pc:sldMkLst>
          <pc:docMk/>
          <pc:sldMk cId="2083085050" sldId="2543"/>
        </pc:sldMkLst>
        <pc:spChg chg="mod">
          <ac:chgData name="Owais Ahmed" userId="6abc7d4556b3b071" providerId="LiveId" clId="{71926F40-B8AA-4ECA-8DEE-B4DFCD7A9F5E}" dt="2023-07-21T09:24:56.089" v="10478" actId="1076"/>
          <ac:spMkLst>
            <pc:docMk/>
            <pc:sldMk cId="2083085050" sldId="2543"/>
            <ac:spMk id="4" creationId="{7924EBF5-F732-AAE0-3FAB-F23B044B0FD7}"/>
          </ac:spMkLst>
        </pc:spChg>
        <pc:spChg chg="mod">
          <ac:chgData name="Owais Ahmed" userId="6abc7d4556b3b071" providerId="LiveId" clId="{71926F40-B8AA-4ECA-8DEE-B4DFCD7A9F5E}" dt="2023-07-21T09:24:53.726" v="10476" actId="164"/>
          <ac:spMkLst>
            <pc:docMk/>
            <pc:sldMk cId="2083085050" sldId="2543"/>
            <ac:spMk id="7" creationId="{6506D8F2-BC87-B6B1-1B54-541502DF5756}"/>
          </ac:spMkLst>
        </pc:spChg>
        <pc:grpChg chg="add mod">
          <ac:chgData name="Owais Ahmed" userId="6abc7d4556b3b071" providerId="LiveId" clId="{71926F40-B8AA-4ECA-8DEE-B4DFCD7A9F5E}" dt="2023-07-21T09:24:53.726" v="10476" actId="164"/>
          <ac:grpSpMkLst>
            <pc:docMk/>
            <pc:sldMk cId="2083085050" sldId="2543"/>
            <ac:grpSpMk id="14" creationId="{8093005D-E828-25FF-D17D-6BA2F06FE16D}"/>
          </ac:grpSpMkLst>
        </pc:grpChg>
        <pc:graphicFrameChg chg="mod modGraphic">
          <ac:chgData name="Owais Ahmed" userId="6abc7d4556b3b071" providerId="LiveId" clId="{71926F40-B8AA-4ECA-8DEE-B4DFCD7A9F5E}" dt="2023-07-21T09:25:32.659" v="10487" actId="13926"/>
          <ac:graphicFrameMkLst>
            <pc:docMk/>
            <pc:sldMk cId="2083085050" sldId="2543"/>
            <ac:graphicFrameMk id="3" creationId="{8408AEDF-1531-F446-4249-A43249197FB5}"/>
          </ac:graphicFrameMkLst>
        </pc:graphicFrameChg>
        <pc:graphicFrameChg chg="mod modGraphic">
          <ac:chgData name="Owais Ahmed" userId="6abc7d4556b3b071" providerId="LiveId" clId="{71926F40-B8AA-4ECA-8DEE-B4DFCD7A9F5E}" dt="2023-07-21T09:25:37.461" v="10489" actId="13926"/>
          <ac:graphicFrameMkLst>
            <pc:docMk/>
            <pc:sldMk cId="2083085050" sldId="2543"/>
            <ac:graphicFrameMk id="5" creationId="{9F078640-7D23-F9DA-AEDA-14CFA2AE760A}"/>
          </ac:graphicFrameMkLst>
        </pc:graphicFrameChg>
        <pc:graphicFrameChg chg="mod modGraphic">
          <ac:chgData name="Owais Ahmed" userId="6abc7d4556b3b071" providerId="LiveId" clId="{71926F40-B8AA-4ECA-8DEE-B4DFCD7A9F5E}" dt="2023-07-21T09:25:35.047" v="10488" actId="13926"/>
          <ac:graphicFrameMkLst>
            <pc:docMk/>
            <pc:sldMk cId="2083085050" sldId="2543"/>
            <ac:graphicFrameMk id="6" creationId="{78B2D2E0-79C2-2E73-EF8A-06598DB6EAB7}"/>
          </ac:graphicFrameMkLst>
        </pc:graphicFrameChg>
        <pc:cxnChg chg="mod">
          <ac:chgData name="Owais Ahmed" userId="6abc7d4556b3b071" providerId="LiveId" clId="{71926F40-B8AA-4ECA-8DEE-B4DFCD7A9F5E}" dt="2023-07-21T09:24:53.726" v="10476" actId="164"/>
          <ac:cxnSpMkLst>
            <pc:docMk/>
            <pc:sldMk cId="2083085050" sldId="2543"/>
            <ac:cxnSpMk id="9" creationId="{55F25D5F-C549-4A2A-9E96-64ACDD23EA34}"/>
          </ac:cxnSpMkLst>
        </pc:cxnChg>
        <pc:cxnChg chg="mod">
          <ac:chgData name="Owais Ahmed" userId="6abc7d4556b3b071" providerId="LiveId" clId="{71926F40-B8AA-4ECA-8DEE-B4DFCD7A9F5E}" dt="2023-07-21T09:24:53.726" v="10476" actId="164"/>
          <ac:cxnSpMkLst>
            <pc:docMk/>
            <pc:sldMk cId="2083085050" sldId="2543"/>
            <ac:cxnSpMk id="11" creationId="{A7140220-1109-BA2F-CA95-2A0120ED3927}"/>
          </ac:cxnSpMkLst>
        </pc:cxnChg>
        <pc:cxnChg chg="mod">
          <ac:chgData name="Owais Ahmed" userId="6abc7d4556b3b071" providerId="LiveId" clId="{71926F40-B8AA-4ECA-8DEE-B4DFCD7A9F5E}" dt="2023-07-21T09:24:53.726" v="10476" actId="164"/>
          <ac:cxnSpMkLst>
            <pc:docMk/>
            <pc:sldMk cId="2083085050" sldId="2543"/>
            <ac:cxnSpMk id="13" creationId="{9F8E68A9-0919-5A4D-189A-525D054DB37E}"/>
          </ac:cxnSpMkLst>
        </pc:cxnChg>
      </pc:sldChg>
      <pc:sldChg chg="delSp modSp add mod ord delAnim modAnim">
        <pc:chgData name="Owais Ahmed" userId="6abc7d4556b3b071" providerId="LiveId" clId="{71926F40-B8AA-4ECA-8DEE-B4DFCD7A9F5E}" dt="2023-07-21T09:36:32.024" v="10881" actId="20577"/>
        <pc:sldMkLst>
          <pc:docMk/>
          <pc:sldMk cId="868729826" sldId="2544"/>
        </pc:sldMkLst>
        <pc:spChg chg="mod">
          <ac:chgData name="Owais Ahmed" userId="6abc7d4556b3b071" providerId="LiveId" clId="{71926F40-B8AA-4ECA-8DEE-B4DFCD7A9F5E}" dt="2023-07-21T09:36:32.024" v="10881" actId="20577"/>
          <ac:spMkLst>
            <pc:docMk/>
            <pc:sldMk cId="868729826" sldId="2544"/>
            <ac:spMk id="4" creationId="{7924EBF5-F732-AAE0-3FAB-F23B044B0FD7}"/>
          </ac:spMkLst>
        </pc:spChg>
        <pc:spChg chg="mod">
          <ac:chgData name="Owais Ahmed" userId="6abc7d4556b3b071" providerId="LiveId" clId="{71926F40-B8AA-4ECA-8DEE-B4DFCD7A9F5E}" dt="2023-07-21T09:35:09.223" v="10647" actId="20577"/>
          <ac:spMkLst>
            <pc:docMk/>
            <pc:sldMk cId="868729826" sldId="2544"/>
            <ac:spMk id="215" creationId="{00000000-0000-0000-0000-000000000000}"/>
          </ac:spMkLst>
        </pc:spChg>
        <pc:grpChg chg="del">
          <ac:chgData name="Owais Ahmed" userId="6abc7d4556b3b071" providerId="LiveId" clId="{71926F40-B8AA-4ECA-8DEE-B4DFCD7A9F5E}" dt="2023-07-21T09:25:59.039" v="10495" actId="478"/>
          <ac:grpSpMkLst>
            <pc:docMk/>
            <pc:sldMk cId="868729826" sldId="2544"/>
            <ac:grpSpMk id="14" creationId="{D8457650-20D1-7C56-E82C-5D5C3DD31E14}"/>
          </ac:grpSpMkLst>
        </pc:grpChg>
        <pc:graphicFrameChg chg="del">
          <ac:chgData name="Owais Ahmed" userId="6abc7d4556b3b071" providerId="LiveId" clId="{71926F40-B8AA-4ECA-8DEE-B4DFCD7A9F5E}" dt="2023-07-21T09:25:59.039" v="10495" actId="478"/>
          <ac:graphicFrameMkLst>
            <pc:docMk/>
            <pc:sldMk cId="868729826" sldId="2544"/>
            <ac:graphicFrameMk id="3" creationId="{8408AEDF-1531-F446-4249-A43249197FB5}"/>
          </ac:graphicFrameMkLst>
        </pc:graphicFrameChg>
        <pc:graphicFrameChg chg="del">
          <ac:chgData name="Owais Ahmed" userId="6abc7d4556b3b071" providerId="LiveId" clId="{71926F40-B8AA-4ECA-8DEE-B4DFCD7A9F5E}" dt="2023-07-21T09:25:59.039" v="10495" actId="478"/>
          <ac:graphicFrameMkLst>
            <pc:docMk/>
            <pc:sldMk cId="868729826" sldId="2544"/>
            <ac:graphicFrameMk id="5" creationId="{9F078640-7D23-F9DA-AEDA-14CFA2AE760A}"/>
          </ac:graphicFrameMkLst>
        </pc:graphicFrameChg>
        <pc:graphicFrameChg chg="del">
          <ac:chgData name="Owais Ahmed" userId="6abc7d4556b3b071" providerId="LiveId" clId="{71926F40-B8AA-4ECA-8DEE-B4DFCD7A9F5E}" dt="2023-07-21T09:25:59.039" v="10495" actId="478"/>
          <ac:graphicFrameMkLst>
            <pc:docMk/>
            <pc:sldMk cId="868729826" sldId="2544"/>
            <ac:graphicFrameMk id="6" creationId="{78B2D2E0-79C2-2E73-EF8A-06598DB6EAB7}"/>
          </ac:graphicFrameMkLst>
        </pc:graphicFrameChg>
        <pc:cxnChg chg="mod">
          <ac:chgData name="Owais Ahmed" userId="6abc7d4556b3b071" providerId="LiveId" clId="{71926F40-B8AA-4ECA-8DEE-B4DFCD7A9F5E}" dt="2023-07-21T09:25:59.039" v="10495" actId="478"/>
          <ac:cxnSpMkLst>
            <pc:docMk/>
            <pc:sldMk cId="868729826" sldId="2544"/>
            <ac:cxnSpMk id="9" creationId="{55F25D5F-C549-4A2A-9E96-64ACDD23EA34}"/>
          </ac:cxnSpMkLst>
        </pc:cxnChg>
        <pc:cxnChg chg="mod">
          <ac:chgData name="Owais Ahmed" userId="6abc7d4556b3b071" providerId="LiveId" clId="{71926F40-B8AA-4ECA-8DEE-B4DFCD7A9F5E}" dt="2023-07-21T09:25:59.039" v="10495" actId="478"/>
          <ac:cxnSpMkLst>
            <pc:docMk/>
            <pc:sldMk cId="868729826" sldId="2544"/>
            <ac:cxnSpMk id="11" creationId="{A7140220-1109-BA2F-CA95-2A0120ED3927}"/>
          </ac:cxnSpMkLst>
        </pc:cxnChg>
        <pc:cxnChg chg="mod">
          <ac:chgData name="Owais Ahmed" userId="6abc7d4556b3b071" providerId="LiveId" clId="{71926F40-B8AA-4ECA-8DEE-B4DFCD7A9F5E}" dt="2023-07-21T09:25:59.039" v="10495" actId="478"/>
          <ac:cxnSpMkLst>
            <pc:docMk/>
            <pc:sldMk cId="868729826" sldId="2544"/>
            <ac:cxnSpMk id="13" creationId="{9F8E68A9-0919-5A4D-189A-525D054DB37E}"/>
          </ac:cxnSpMkLst>
        </pc:cxnChg>
      </pc:sldChg>
      <pc:sldChg chg="add del">
        <pc:chgData name="Owais Ahmed" userId="6abc7d4556b3b071" providerId="LiveId" clId="{71926F40-B8AA-4ECA-8DEE-B4DFCD7A9F5E}" dt="2023-07-21T09:25:48.986" v="10491" actId="47"/>
        <pc:sldMkLst>
          <pc:docMk/>
          <pc:sldMk cId="2650960033" sldId="2544"/>
        </pc:sldMkLst>
      </pc:sldChg>
      <pc:sldChg chg="modSp add mod ord modAnim">
        <pc:chgData name="Owais Ahmed" userId="6abc7d4556b3b071" providerId="LiveId" clId="{71926F40-B8AA-4ECA-8DEE-B4DFCD7A9F5E}" dt="2023-07-24T06:51:27.053" v="11293" actId="20577"/>
        <pc:sldMkLst>
          <pc:docMk/>
          <pc:sldMk cId="2474627988" sldId="2545"/>
        </pc:sldMkLst>
        <pc:spChg chg="mod">
          <ac:chgData name="Owais Ahmed" userId="6abc7d4556b3b071" providerId="LiveId" clId="{71926F40-B8AA-4ECA-8DEE-B4DFCD7A9F5E}" dt="2023-07-24T06:51:27.053" v="11293" actId="20577"/>
          <ac:spMkLst>
            <pc:docMk/>
            <pc:sldMk cId="2474627988" sldId="2545"/>
            <ac:spMk id="3" creationId="{4A1C0383-58FE-E486-295E-B33B8683B938}"/>
          </ac:spMkLst>
        </pc:spChg>
        <pc:spChg chg="mod">
          <ac:chgData name="Owais Ahmed" userId="6abc7d4556b3b071" providerId="LiveId" clId="{71926F40-B8AA-4ECA-8DEE-B4DFCD7A9F5E}" dt="2023-07-21T10:11:55.964" v="10890" actId="20577"/>
          <ac:spMkLst>
            <pc:docMk/>
            <pc:sldMk cId="2474627988" sldId="2545"/>
            <ac:spMk id="21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8/9/2023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8/9/2023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382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88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572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496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075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975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591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682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284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444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7676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098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2001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700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476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Demonstrate how to search for a student by SID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9882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Demonstrate how to return maximum GPA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4452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Demonstrate how to search for all students with GPA 3.0 or higher. Take two equal arrays in example. One for student names and the other for GPAs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959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9737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Demonstrate how 10 students can be split into two equal groups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3722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0475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8003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6598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1219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4126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5877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7003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0776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4843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0105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7183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5652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3129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919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microsoft.com/office/2007/relationships/hdphoto" Target="../media/hdphoto1.wdp"/><Relationship Id="rId7" Type="http://schemas.openxmlformats.org/officeDocument/2006/relationships/image" Target="../media/image3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DATA STRUCTURES AND ALGORITHMS (113215)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8819" y="273270"/>
            <a:ext cx="4846320" cy="1271752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1545023"/>
            <a:ext cx="4114800" cy="4670050"/>
          </a:xfrm>
        </p:spPr>
        <p:txBody>
          <a:bodyPr/>
          <a:lstStyle/>
          <a:p>
            <a:r>
              <a:rPr lang="en-US" dirty="0"/>
              <a:t>Arrays</a:t>
            </a:r>
          </a:p>
          <a:p>
            <a:r>
              <a:rPr lang="en-US" dirty="0"/>
              <a:t>Representation in memory</a:t>
            </a:r>
          </a:p>
          <a:p>
            <a:r>
              <a:rPr lang="en-US" dirty="0"/>
              <a:t>Array operations:</a:t>
            </a:r>
          </a:p>
          <a:p>
            <a:pPr marL="285750" indent="-285750">
              <a:buFontTx/>
              <a:buChar char="-"/>
            </a:pPr>
            <a:r>
              <a:rPr lang="en-US" dirty="0"/>
              <a:t>Inserting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Traversing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Deleting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More… Search, Split, Merge</a:t>
            </a:r>
          </a:p>
          <a:p>
            <a:r>
              <a:rPr lang="en-US" dirty="0"/>
              <a:t>Multi-dimensional arrays</a:t>
            </a:r>
          </a:p>
          <a:p>
            <a:r>
              <a:rPr lang="en-US" dirty="0"/>
              <a:t>Record Keeping using Arrays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An array is a data structure which stores same type of data in the memory in sequence.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Arrays are static, meaning their size if fixed. If the size is meant to be grown, then a new array is required.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Faster than other data structures because the addresses of all elements can be found in constant time.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Each value is called an “element”; these elements are accessed using </a:t>
                </a:r>
                <a:r>
                  <a:rPr lang="en-US" sz="3400" i="1" dirty="0"/>
                  <a:t>index</a:t>
                </a:r>
                <a:r>
                  <a:rPr lang="en-US" sz="3400" dirty="0"/>
                  <a:t>, which usually ranges from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0 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3400" dirty="0"/>
                  <a:t> and in some cases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90" t="-1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103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Representation in memory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49428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In computer memory, every piece of data is stored in bits on memory locations.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Consider KIET’s North campus as memory. The campus is organized in rooms and each room has seats.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Rooms are already numbered, but if you also assign a number to each seat, you will have a structure similar to computer memory.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82784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Representation in memory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1197996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campus now follows a data structure consisting of rooms and seats represented as a table of rows and columns. Each student can be reached using an address, like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𝐾𝑎𝑛𝑤𝑎𝑙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(2, 5)</m:t>
                    </m:r>
                  </m:oMath>
                </a14:m>
                <a:r>
                  <a:rPr lang="en-US" sz="3400" dirty="0"/>
                  <a:t>,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𝐴𝑛𝑑𝑟𝑒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(5,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400" dirty="0"/>
                  <a:t>, etc. (note that empty seats are at the end)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1197996"/>
              </a:xfrm>
              <a:prstGeom prst="rect">
                <a:avLst/>
              </a:prstGeom>
              <a:blipFill>
                <a:blip r:embed="rId3"/>
                <a:stretch>
                  <a:fillRect l="-778" t="-7614" r="-623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158D1D-E4C3-895B-17A9-6501C2823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932851"/>
              </p:ext>
            </p:extLst>
          </p:nvPr>
        </p:nvGraphicFramePr>
        <p:xfrm>
          <a:off x="1901113" y="2730582"/>
          <a:ext cx="8370323" cy="374483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56237">
                  <a:extLst>
                    <a:ext uri="{9D8B030D-6E8A-4147-A177-3AD203B41FA5}">
                      <a16:colId xmlns:a16="http://schemas.microsoft.com/office/drawing/2014/main" val="1136155503"/>
                    </a:ext>
                  </a:extLst>
                </a:gridCol>
                <a:gridCol w="961859">
                  <a:extLst>
                    <a:ext uri="{9D8B030D-6E8A-4147-A177-3AD203B41FA5}">
                      <a16:colId xmlns:a16="http://schemas.microsoft.com/office/drawing/2014/main" val="336550690"/>
                    </a:ext>
                  </a:extLst>
                </a:gridCol>
                <a:gridCol w="961859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  <a:gridCol w="961859">
                  <a:extLst>
                    <a:ext uri="{9D8B030D-6E8A-4147-A177-3AD203B41FA5}">
                      <a16:colId xmlns:a16="http://schemas.microsoft.com/office/drawing/2014/main" val="2620735374"/>
                    </a:ext>
                  </a:extLst>
                </a:gridCol>
                <a:gridCol w="1081073">
                  <a:extLst>
                    <a:ext uri="{9D8B030D-6E8A-4147-A177-3AD203B41FA5}">
                      <a16:colId xmlns:a16="http://schemas.microsoft.com/office/drawing/2014/main" val="1671335274"/>
                    </a:ext>
                  </a:extLst>
                </a:gridCol>
                <a:gridCol w="961859">
                  <a:extLst>
                    <a:ext uri="{9D8B030D-6E8A-4147-A177-3AD203B41FA5}">
                      <a16:colId xmlns:a16="http://schemas.microsoft.com/office/drawing/2014/main" val="1007890590"/>
                    </a:ext>
                  </a:extLst>
                </a:gridCol>
                <a:gridCol w="961859">
                  <a:extLst>
                    <a:ext uri="{9D8B030D-6E8A-4147-A177-3AD203B41FA5}">
                      <a16:colId xmlns:a16="http://schemas.microsoft.com/office/drawing/2014/main" val="2031364969"/>
                    </a:ext>
                  </a:extLst>
                </a:gridCol>
                <a:gridCol w="961859">
                  <a:extLst>
                    <a:ext uri="{9D8B030D-6E8A-4147-A177-3AD203B41FA5}">
                      <a16:colId xmlns:a16="http://schemas.microsoft.com/office/drawing/2014/main" val="2641627332"/>
                    </a:ext>
                  </a:extLst>
                </a:gridCol>
                <a:gridCol w="961859">
                  <a:extLst>
                    <a:ext uri="{9D8B030D-6E8A-4147-A177-3AD203B41FA5}">
                      <a16:colId xmlns:a16="http://schemas.microsoft.com/office/drawing/2014/main" val="2929449784"/>
                    </a:ext>
                  </a:extLst>
                </a:gridCol>
              </a:tblGrid>
              <a:tr h="443228"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ROOM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0839" marR="140839" marT="70419" marB="70419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052072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Seat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1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2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3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4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5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6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7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8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1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Ali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Sidra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Parkash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Azfar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Shahid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Owais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Rafeeq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Nabeeel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>
                          <a:effectLst/>
                        </a:rPr>
                        <a:t>2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Haseeb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Ashfaq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Ayesha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Moiz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Hamza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Hira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Umair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Ahmed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1002253263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3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Nabeel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Uzair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Khalid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Maimoona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Humdiya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Shakeeb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Abdullah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Babar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2573826749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>
                          <a:effectLst/>
                        </a:rPr>
                        <a:t>4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Irtiza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Shamsher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Iqbal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Seema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Mughees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Irfan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Asifa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Haris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1899247442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5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Wasim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Kanwal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Saqib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Joseph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Shariq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Adnan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Sadeeqa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Amjad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2144816686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>
                          <a:effectLst/>
                        </a:rPr>
                        <a:t>6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Robia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Haris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Daniyal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Khurram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Shujaat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Sumeet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Naseem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4104651630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7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Talha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Shahzeb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Hareem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Ather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Affan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Tahira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Tahir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2592503227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8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Noman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Jehan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Safwan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Omar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Rabia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1690066397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9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Waqas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Sana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Andre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Tariq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922749193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10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Sajida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1583180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3169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Representation in memory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3550178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In a computer, we can reach an array element in memory using the equation: </a:t>
                </a:r>
                <a14:m>
                  <m:oMath xmlns:m="http://schemas.openxmlformats.org/officeDocument/2006/math">
                    <m:r>
                      <a:rPr lang="en-US" sz="3400" i="1">
                        <a:latin typeface="Cambria Math" panose="02040503050406030204" pitchFamily="18" charset="0"/>
                      </a:rPr>
                      <m:t>𝑎𝑟𝑟𝑎𝑦</m:t>
                    </m:r>
                    <m:r>
                      <a:rPr lang="en-US" sz="3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400" i="1">
                        <a:latin typeface="Cambria Math" panose="02040503050406030204" pitchFamily="18" charset="0"/>
                      </a:rPr>
                      <m:t>𝑎𝑑𝑑𝑟𝑒𝑠𝑠</m:t>
                    </m:r>
                    <m:r>
                      <a:rPr lang="en-US" sz="3400" i="1">
                        <a:latin typeface="Cambria Math" panose="02040503050406030204" pitchFamily="18" charset="0"/>
                      </a:rPr>
                      <m:t>+ (</m:t>
                    </m:r>
                    <m:r>
                      <a:rPr lang="en-US" sz="3400" i="1">
                        <a:latin typeface="Cambria Math" panose="02040503050406030204" pitchFamily="18" charset="0"/>
                      </a:rPr>
                      <m:t>𝑒𝑙𝑒𝑚𝑒𝑛𝑡</m:t>
                    </m:r>
                    <m:r>
                      <a:rPr lang="en-US" sz="3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400" i="1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sz="3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3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𝑖𝑛𝑑𝑒𝑥</m:t>
                    </m:r>
                    <m:r>
                      <a:rPr lang="en-US" sz="3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400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</a:t>
                </a:r>
                <a14:m>
                  <m:oMath xmlns:m="http://schemas.openxmlformats.org/officeDocument/2006/math">
                    <m:r>
                      <a:rPr lang="en-US" sz="3400" i="1">
                        <a:latin typeface="Cambria Math" panose="02040503050406030204" pitchFamily="18" charset="0"/>
                      </a:rPr>
                      <m:t>𝑎𝑟𝑟𝑎𝑦</m:t>
                    </m:r>
                    <m:r>
                      <a:rPr lang="en-US" sz="3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400" i="1">
                        <a:latin typeface="Cambria Math" panose="02040503050406030204" pitchFamily="18" charset="0"/>
                      </a:rPr>
                      <m:t>𝑎𝑑𝑑𝑟𝑒𝑠𝑠</m:t>
                    </m:r>
                  </m:oMath>
                </a14:m>
                <a:r>
                  <a:rPr lang="en-US" sz="3400" dirty="0"/>
                  <a:t>, also called base address, is the address of 1</a:t>
                </a:r>
                <a:r>
                  <a:rPr lang="en-US" sz="3400" baseline="30000" dirty="0"/>
                  <a:t>st</a:t>
                </a:r>
                <a:r>
                  <a:rPr lang="en-US" sz="3400" dirty="0"/>
                  <a:t> element.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E.g., in the given array, the elements are 4-bit integer numbers [10, 0, 7, 15]. In the memory, they will be stored in a memory address in binary form.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3</a:t>
                </a:r>
                <a:r>
                  <a:rPr lang="en-US" sz="3400" baseline="30000" dirty="0"/>
                  <a:t>rd</a:t>
                </a:r>
                <a:r>
                  <a:rPr lang="en-US" sz="3400" dirty="0"/>
                  <a:t> element “7” is stored at index 2, hence its address will be: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1000+</m:t>
                    </m:r>
                    <m:d>
                      <m:dPr>
                        <m:ctrlPr>
                          <a:rPr lang="en-US" sz="3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</m:t>
                        </m:r>
                      </m:e>
                    </m:d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=1008</m:t>
                    </m:r>
                  </m:oMath>
                </a14:m>
                <a:endParaRPr lang="en-US" sz="3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3550178"/>
              </a:xfrm>
              <a:prstGeom prst="rect">
                <a:avLst/>
              </a:prstGeom>
              <a:blipFill>
                <a:blip r:embed="rId3"/>
                <a:stretch>
                  <a:fillRect l="-986" t="-3087" r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0D5C62-564D-F530-2FD8-92AF4872C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327690"/>
              </p:ext>
            </p:extLst>
          </p:nvPr>
        </p:nvGraphicFramePr>
        <p:xfrm>
          <a:off x="1294542" y="5082765"/>
          <a:ext cx="9583466" cy="139265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58346">
                  <a:extLst>
                    <a:ext uri="{9D8B030D-6E8A-4147-A177-3AD203B41FA5}">
                      <a16:colId xmlns:a16="http://schemas.microsoft.com/office/drawing/2014/main" val="346645493"/>
                    </a:ext>
                  </a:extLst>
                </a:gridCol>
                <a:gridCol w="539070">
                  <a:extLst>
                    <a:ext uri="{9D8B030D-6E8A-4147-A177-3AD203B41FA5}">
                      <a16:colId xmlns:a16="http://schemas.microsoft.com/office/drawing/2014/main" val="2348885227"/>
                    </a:ext>
                  </a:extLst>
                </a:gridCol>
                <a:gridCol w="539070">
                  <a:extLst>
                    <a:ext uri="{9D8B030D-6E8A-4147-A177-3AD203B41FA5}">
                      <a16:colId xmlns:a16="http://schemas.microsoft.com/office/drawing/2014/main" val="3841030267"/>
                    </a:ext>
                  </a:extLst>
                </a:gridCol>
                <a:gridCol w="539070">
                  <a:extLst>
                    <a:ext uri="{9D8B030D-6E8A-4147-A177-3AD203B41FA5}">
                      <a16:colId xmlns:a16="http://schemas.microsoft.com/office/drawing/2014/main" val="76376941"/>
                    </a:ext>
                  </a:extLst>
                </a:gridCol>
                <a:gridCol w="539070">
                  <a:extLst>
                    <a:ext uri="{9D8B030D-6E8A-4147-A177-3AD203B41FA5}">
                      <a16:colId xmlns:a16="http://schemas.microsoft.com/office/drawing/2014/main" val="1566483541"/>
                    </a:ext>
                  </a:extLst>
                </a:gridCol>
                <a:gridCol w="539070">
                  <a:extLst>
                    <a:ext uri="{9D8B030D-6E8A-4147-A177-3AD203B41FA5}">
                      <a16:colId xmlns:a16="http://schemas.microsoft.com/office/drawing/2014/main" val="2224276910"/>
                    </a:ext>
                  </a:extLst>
                </a:gridCol>
                <a:gridCol w="539070">
                  <a:extLst>
                    <a:ext uri="{9D8B030D-6E8A-4147-A177-3AD203B41FA5}">
                      <a16:colId xmlns:a16="http://schemas.microsoft.com/office/drawing/2014/main" val="1846885266"/>
                    </a:ext>
                  </a:extLst>
                </a:gridCol>
                <a:gridCol w="539070">
                  <a:extLst>
                    <a:ext uri="{9D8B030D-6E8A-4147-A177-3AD203B41FA5}">
                      <a16:colId xmlns:a16="http://schemas.microsoft.com/office/drawing/2014/main" val="1557140205"/>
                    </a:ext>
                  </a:extLst>
                </a:gridCol>
                <a:gridCol w="539070">
                  <a:extLst>
                    <a:ext uri="{9D8B030D-6E8A-4147-A177-3AD203B41FA5}">
                      <a16:colId xmlns:a16="http://schemas.microsoft.com/office/drawing/2014/main" val="3519969445"/>
                    </a:ext>
                  </a:extLst>
                </a:gridCol>
                <a:gridCol w="539070">
                  <a:extLst>
                    <a:ext uri="{9D8B030D-6E8A-4147-A177-3AD203B41FA5}">
                      <a16:colId xmlns:a16="http://schemas.microsoft.com/office/drawing/2014/main" val="3374951917"/>
                    </a:ext>
                  </a:extLst>
                </a:gridCol>
                <a:gridCol w="539070">
                  <a:extLst>
                    <a:ext uri="{9D8B030D-6E8A-4147-A177-3AD203B41FA5}">
                      <a16:colId xmlns:a16="http://schemas.microsoft.com/office/drawing/2014/main" val="906629583"/>
                    </a:ext>
                  </a:extLst>
                </a:gridCol>
                <a:gridCol w="539070">
                  <a:extLst>
                    <a:ext uri="{9D8B030D-6E8A-4147-A177-3AD203B41FA5}">
                      <a16:colId xmlns:a16="http://schemas.microsoft.com/office/drawing/2014/main" val="3000499124"/>
                    </a:ext>
                  </a:extLst>
                </a:gridCol>
                <a:gridCol w="539070">
                  <a:extLst>
                    <a:ext uri="{9D8B030D-6E8A-4147-A177-3AD203B41FA5}">
                      <a16:colId xmlns:a16="http://schemas.microsoft.com/office/drawing/2014/main" val="2443386973"/>
                    </a:ext>
                  </a:extLst>
                </a:gridCol>
                <a:gridCol w="539070">
                  <a:extLst>
                    <a:ext uri="{9D8B030D-6E8A-4147-A177-3AD203B41FA5}">
                      <a16:colId xmlns:a16="http://schemas.microsoft.com/office/drawing/2014/main" val="3678032111"/>
                    </a:ext>
                  </a:extLst>
                </a:gridCol>
                <a:gridCol w="539070">
                  <a:extLst>
                    <a:ext uri="{9D8B030D-6E8A-4147-A177-3AD203B41FA5}">
                      <a16:colId xmlns:a16="http://schemas.microsoft.com/office/drawing/2014/main" val="1572075343"/>
                    </a:ext>
                  </a:extLst>
                </a:gridCol>
                <a:gridCol w="539070">
                  <a:extLst>
                    <a:ext uri="{9D8B030D-6E8A-4147-A177-3AD203B41FA5}">
                      <a16:colId xmlns:a16="http://schemas.microsoft.com/office/drawing/2014/main" val="1254693074"/>
                    </a:ext>
                  </a:extLst>
                </a:gridCol>
                <a:gridCol w="539070">
                  <a:extLst>
                    <a:ext uri="{9D8B030D-6E8A-4147-A177-3AD203B41FA5}">
                      <a16:colId xmlns:a16="http://schemas.microsoft.com/office/drawing/2014/main" val="4085918309"/>
                    </a:ext>
                  </a:extLst>
                </a:gridCol>
              </a:tblGrid>
              <a:tr h="299483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u="none" strike="noStrike" dirty="0">
                          <a:effectLst/>
                        </a:rPr>
                        <a:t>Address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b="1" u="none" strike="noStrike" dirty="0">
                          <a:effectLst/>
                        </a:rPr>
                        <a:t>1000</a:t>
                      </a:r>
                      <a:endParaRPr lang="en-PK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1001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1002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1003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b="1" u="none" strike="noStrike" dirty="0">
                          <a:effectLst/>
                        </a:rPr>
                        <a:t>1004</a:t>
                      </a:r>
                      <a:endParaRPr lang="en-PK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1005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1006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1007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b="1" u="none" strike="noStrike" dirty="0">
                          <a:effectLst/>
                        </a:rPr>
                        <a:t>1008</a:t>
                      </a:r>
                      <a:endParaRPr lang="en-PK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1009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1010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1011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b="1" u="none" strike="noStrike" dirty="0">
                          <a:effectLst/>
                        </a:rPr>
                        <a:t>1012</a:t>
                      </a:r>
                      <a:endParaRPr lang="en-PK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1013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1014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1015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extLst>
                  <a:ext uri="{0D108BD9-81ED-4DB2-BD59-A6C34878D82A}">
                    <a16:rowId xmlns:a16="http://schemas.microsoft.com/office/drawing/2014/main" val="2808942431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700" b="1" u="none" strike="noStrike" dirty="0">
                          <a:effectLst/>
                        </a:rPr>
                        <a:t>Data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PK" sz="1700" u="none" strike="noStrike" dirty="0">
                          <a:effectLst/>
                        </a:rPr>
                        <a:t>10</a:t>
                      </a:r>
                      <a:endParaRPr lang="en-PK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3752" marR="143752" marT="71876" marB="71876" anchor="b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PK" sz="1700" u="none" strike="noStrike" dirty="0">
                          <a:effectLst/>
                        </a:rPr>
                        <a:t>0</a:t>
                      </a:r>
                      <a:endParaRPr lang="en-PK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3752" marR="143752" marT="71876" marB="71876" anchor="b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PK" sz="1700" u="none" strike="noStrike" dirty="0">
                          <a:effectLst/>
                        </a:rPr>
                        <a:t>7</a:t>
                      </a:r>
                      <a:endParaRPr lang="en-PK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3752" marR="143752" marT="71876" marB="71876" anchor="b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PK" sz="1700" u="none" strike="noStrike" dirty="0">
                          <a:effectLst/>
                        </a:rPr>
                        <a:t>15</a:t>
                      </a:r>
                      <a:endParaRPr lang="en-PK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3752" marR="143752" marT="71876" marB="71876" anchor="b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806939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u="none" strike="noStrike" dirty="0">
                          <a:effectLst/>
                        </a:rPr>
                        <a:t>Index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0</a:t>
                      </a:r>
                      <a:endParaRPr lang="en-PK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3752" marR="143752" marT="71876" marB="71876" anchor="b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1</a:t>
                      </a:r>
                      <a:endParaRPr lang="en-PK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3752" marR="143752" marT="71876" marB="71876" anchor="b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2</a:t>
                      </a:r>
                      <a:endParaRPr lang="en-PK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3752" marR="143752" marT="71876" marB="71876" anchor="b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3</a:t>
                      </a:r>
                      <a:endParaRPr lang="en-PK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3752" marR="143752" marT="71876" marB="71876" anchor="b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443204"/>
                  </a:ext>
                </a:extLst>
              </a:tr>
              <a:tr h="287504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u="none" strike="noStrike" dirty="0">
                          <a:effectLst/>
                        </a:rPr>
                        <a:t>Binary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0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0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0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0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0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0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0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>
                          <a:effectLst/>
                        </a:rPr>
                        <a:t>1</a:t>
                      </a:r>
                      <a:endParaRPr lang="en-PK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K" sz="1700" u="none" strike="noStrike" dirty="0">
                          <a:effectLst/>
                        </a:rPr>
                        <a:t>1</a:t>
                      </a:r>
                      <a:endParaRPr lang="en-PK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79" marR="11979" marT="11979" marB="0" anchor="b"/>
                </a:tc>
                <a:extLst>
                  <a:ext uri="{0D108BD9-81ED-4DB2-BD59-A6C34878D82A}">
                    <a16:rowId xmlns:a16="http://schemas.microsoft.com/office/drawing/2014/main" val="2759992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099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operations – Traversing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Traversing is the operation of going through whole array from first index to last.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In some cases, we do not traverse the entire array but from a start to an end position.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The objective of traversing an array is to travel from one position to another linearly, without skipping any elements in between.</a:t>
            </a:r>
          </a:p>
        </p:txBody>
      </p:sp>
    </p:spTree>
    <p:extLst>
      <p:ext uri="{BB962C8B-B14F-4D97-AF65-F5344CB8AC3E}">
        <p14:creationId xmlns:p14="http://schemas.microsoft.com/office/powerpoint/2010/main" val="251485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operations – Traversing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TRAVERSE</a:t>
                </a:r>
                <a:r>
                  <a:rPr lang="en-US" sz="24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A, start, end), where A is a linear array, ‘start’ is the lower bound to start traversing from and ‘end’ is upper bound.</a:t>
                </a:r>
                <a:endParaRPr lang="en-US" sz="24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𝑠𝑡𝑎𝑟𝑡</m:t>
                    </m:r>
                  </m:oMath>
                </a14:m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𝑤h𝑖𝑙𝑒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𝑒𝑛𝑑</m:t>
                    </m:r>
                  </m:oMath>
                </a14:m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𝑊𝑟𝑖𝑡𝑒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2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𝑐𝑜𝑢𝑛𝑡𝑒𝑟</m:t>
                        </m:r>
                      </m:e>
                    </m:d>
                  </m:oMath>
                </a14:m>
                <a:endParaRPr lang="en-US" sz="2200" b="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𝐸𝑥𝑖𝑡</m:t>
                    </m:r>
                  </m:oMath>
                </a14:m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The above pseudocode traverses the array from start to end and prints each element.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E.g., if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9,6,2,2,5,6</m:t>
                        </m:r>
                      </m:e>
                    </m:d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=2;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𝑒𝑛𝑑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2600" dirty="0"/>
                  <a:t>, then the program will print: </a:t>
                </a:r>
                <a:r>
                  <a:rPr lang="en-US" sz="26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2 2 5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  <a:blipFill>
                <a:blip r:embed="rId3"/>
                <a:stretch>
                  <a:fillRect l="-778" t="-971" b="-2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020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operations – Insertion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Insertion adds an element to the array on given index: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Require array as input, the element to insert and index where in the array this element will be stored.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Before inserting, verify that the index is within the array bounds (i.e.,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𝑖𝑛𝑑𝑒𝑥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).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Go to the position at index.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Push each element from that index onwards to right to make space for the new element.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Return True or False as status of the operation.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Inserting an element at the end of array is also called “Append” or “Push”.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Caution! When inserting an element, ensure that the array is not already full. Otherwise, the last value may be lost.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  <a:blipFill>
                <a:blip r:embed="rId3"/>
                <a:stretch>
                  <a:fillRect l="-778" t="-182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85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operations – Insertion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i="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INSERT</a:t>
                </a:r>
                <a:r>
                  <a:rPr lang="en-US" sz="2400" i="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2400" i="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A, n, </a:t>
                </a:r>
                <a:r>
                  <a:rPr lang="en-US" sz="2400" i="0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</a:t>
                </a:r>
                <a:r>
                  <a:rPr lang="en-US" sz="2400" i="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, element), where ‘A’ is a linear array of size 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‘</a:t>
                </a:r>
                <a:r>
                  <a:rPr lang="en-US" sz="2400" i="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’,</a:t>
                </a:r>
                <a:r>
                  <a:rPr lang="en-US" sz="2400" i="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‘</a:t>
                </a:r>
                <a:r>
                  <a:rPr lang="en-US" sz="2400" i="0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</a:t>
                </a:r>
                <a:r>
                  <a:rPr lang="en-US" sz="2400" i="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’ is the index to insert “element” at</a:t>
                </a:r>
                <a:r>
                  <a:rPr lang="en-US" sz="2400" b="0" i="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.</a:t>
                </a:r>
                <a:endParaRPr lang="en-US" sz="24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𝑂𝑅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&lt;0,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r>
                  <a:rPr lang="en-US" sz="2400" b="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(Check boundary conditions)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𝐹𝑎𝑖𝑙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−1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(Initialize counter)</a:t>
                </a:r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𝑤h𝑖𝑙𝑒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&gt;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(Loop to push elements ahead)</a:t>
                </a:r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𝑐𝑜𝑢𝑛𝑡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𝑒𝑟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𝑐𝑜𝑢𝑛𝑡𝑒𝑟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	(Change the element’s place) </a:t>
                </a:r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𝑒𝑟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−1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(Decrement)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𝑒𝑙𝑒𝑚𝑒𝑛𝑡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(Insert element)</a:t>
                </a:r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𝐸𝑥𝑖𝑡</m:t>
                    </m:r>
                  </m:oMath>
                </a14:m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  <a:blipFill>
                <a:blip r:embed="rId3"/>
                <a:stretch>
                  <a:fillRect l="-778" t="-97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401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operations – Insertion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2050" name="Picture 2" descr="linked-lists - De Anza College CIS">
            <a:extLst>
              <a:ext uri="{FF2B5EF4-FFF2-40B4-BE49-F238E27FC236}">
                <a16:creationId xmlns:a16="http://schemas.microsoft.com/office/drawing/2014/main" id="{B95C4D00-8AEA-FD97-E464-2F8A8DA00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775" y="2722566"/>
            <a:ext cx="5715000" cy="375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78C41D-6A62-3927-5ACF-B065C9D8431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18998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Simulation of Insert operation on an Array. Element 4 is being inserted at index 3.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1094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Exercise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687AEBB-9A31-550B-CEC4-0F3F498A2E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5" y="1532586"/>
                <a:ext cx="5875615" cy="5020613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3200" dirty="0"/>
                  <a:t>Assess the following cases using the Pseudocode assuming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sz="3200" dirty="0"/>
              </a:p>
              <a:p>
                <a:pPr marL="514350" indent="-514350">
                  <a:lnSpc>
                    <a:spcPct val="11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=[];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=1;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𝑒𝑙𝑒𝑚𝑒𝑛𝑡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sz="3200" dirty="0"/>
              </a:p>
              <a:p>
                <a:pPr marL="514350" indent="-514350">
                  <a:lnSpc>
                    <a:spcPct val="11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=[];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𝑒𝑙𝑒𝑚𝑒𝑛𝑡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sz="3200" dirty="0"/>
              </a:p>
              <a:p>
                <a:pPr marL="514350" indent="-514350">
                  <a:lnSpc>
                    <a:spcPct val="11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=[1,2,3];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=0;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𝑒𝑙𝑒𝑚𝑒𝑛𝑡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sz="3200" dirty="0"/>
              </a:p>
              <a:p>
                <a:pPr marL="514350" indent="-514350">
                  <a:lnSpc>
                    <a:spcPct val="11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=[4,1,2,3];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=5;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𝑒𝑙𝑒𝑚𝑒𝑛𝑡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sz="3200" dirty="0"/>
              </a:p>
              <a:p>
                <a:pPr marL="514350" indent="-514350">
                  <a:lnSpc>
                    <a:spcPct val="11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=[4,1,2,3];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=2;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𝑒𝑙𝑒𝑚𝑒𝑛𝑡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sz="3200" dirty="0"/>
              </a:p>
              <a:p>
                <a:pPr marL="514350" indent="-514350">
                  <a:lnSpc>
                    <a:spcPct val="11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=[4,1,5,2,3];</m:t>
                    </m:r>
                    <m:r>
                      <a:rPr lang="en-US" sz="32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𝑒𝑙𝑒𝑚𝑒𝑛𝑡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sz="3200" dirty="0"/>
              </a:p>
              <a:p>
                <a:pPr marL="514350" indent="-514350">
                  <a:lnSpc>
                    <a:spcPct val="110000"/>
                  </a:lnSpc>
                  <a:buFont typeface="+mj-lt"/>
                  <a:buAutoNum type="alphaLcPeriod"/>
                </a:pPr>
                <a:endParaRPr lang="en-US" sz="32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687AEBB-9A31-550B-CEC4-0F3F498A2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5" y="1532586"/>
                <a:ext cx="5875615" cy="5020613"/>
              </a:xfrm>
              <a:prstGeom prst="rect">
                <a:avLst/>
              </a:prstGeom>
              <a:blipFill>
                <a:blip r:embed="rId3"/>
                <a:stretch>
                  <a:fillRect l="-1971" t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E5875AAA-A56B-915A-69CF-8E613CEF80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6275" y="1511409"/>
                <a:ext cx="5875615" cy="502061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≥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𝑂𝑅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&lt;0,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𝐹𝑎𝑖𝑙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−1</m:t>
                    </m:r>
                  </m:oMath>
                </a14:m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𝑤h𝑖𝑙𝑒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&gt;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</m:oMath>
                </a14:m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𝑐𝑜𝑢𝑛𝑡𝑒𝑟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𝑐𝑜𝑢𝑛𝑡𝑒𝑟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𝑒𝑟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−1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𝑖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𝑒𝑙𝑒𝑚𝑒𝑛𝑡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𝐸𝑥𝑖𝑡</m:t>
                    </m:r>
                  </m:oMath>
                </a14:m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E5875AAA-A56B-915A-69CF-8E613CEF8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6275" y="1511409"/>
                <a:ext cx="5875615" cy="5020613"/>
              </a:xfrm>
              <a:prstGeom prst="rect">
                <a:avLst/>
              </a:prstGeom>
              <a:blipFill>
                <a:blip r:embed="rId4"/>
                <a:stretch>
                  <a:fillRect l="-1556" t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096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operations – Deletion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Removes an element: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Requires array as input and index of the element to remove.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Check that the array is not null and that the index provided is within the array size.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If this is the last element in the array, then set its value to Nil.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Otherwise, push back all other elements 1 step towards left. (This step ensures that the new element always inserts at the end)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Return True or False as status of the operation.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261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operations – Deletion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DELETE</a:t>
                </a:r>
                <a:r>
                  <a:rPr lang="en-US" sz="24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A, n, </a:t>
                </a:r>
                <a:r>
                  <a:rPr lang="en-US" sz="2400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), where ‘A’ is a linear array of size ‘n’, ‘</a:t>
                </a:r>
                <a:r>
                  <a:rPr lang="en-US" sz="2400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’ is the index to delete the element from.</a:t>
                </a:r>
                <a:endParaRPr lang="en-US" sz="24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𝑂𝑅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&lt;0,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(Check boundary conditions)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𝐹𝑎𝑖𝑙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(Initialize counter)</a:t>
                </a:r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𝑤h𝑖𝑙𝑒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−1</m:t>
                    </m:r>
                  </m:oMath>
                </a14:m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(Loop to push elements back)</a:t>
                </a:r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𝑐𝑜𝑢𝑛𝑡𝑒𝑟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𝑐𝑜𝑢𝑛𝑡𝑒𝑟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	(Change element’s place) </a:t>
                </a:r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𝑒𝑟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1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(Increment)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𝑐𝑜𝑢𝑛𝑡𝑒𝑟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(Set the last element to Null)</a:t>
                </a:r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𝐸𝑥𝑖𝑡</m:t>
                    </m:r>
                  </m:oMath>
                </a14:m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  <a:blipFill>
                <a:blip r:embed="rId3"/>
                <a:stretch>
                  <a:fillRect l="-778" t="-971" r="-166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384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operations – Deletion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687AEBB-9A31-550B-CEC4-0F3F498A2E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5" y="1532586"/>
                <a:ext cx="5875615" cy="502061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3200" dirty="0"/>
                  <a:t>Assess the following cases using the Pseudocode</a:t>
                </a:r>
              </a:p>
              <a:p>
                <a:pPr marL="514350" indent="-514350">
                  <a:lnSpc>
                    <a:spcPct val="11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=[];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200" dirty="0"/>
              </a:p>
              <a:p>
                <a:pPr marL="514350" indent="-514350">
                  <a:lnSpc>
                    <a:spcPct val="11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=[];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3200" dirty="0"/>
              </a:p>
              <a:p>
                <a:pPr marL="514350" indent="-514350">
                  <a:lnSpc>
                    <a:spcPct val="11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=[1,2,3,4,5];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3200" dirty="0"/>
              </a:p>
              <a:p>
                <a:pPr marL="514350" indent="-514350">
                  <a:lnSpc>
                    <a:spcPct val="11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=[1,2,3,5];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sz="3200" dirty="0"/>
              </a:p>
              <a:p>
                <a:pPr marL="514350" indent="-514350">
                  <a:lnSpc>
                    <a:spcPct val="11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=[1,2,3,5];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3200" dirty="0"/>
              </a:p>
              <a:p>
                <a:pPr marL="514350" indent="-514350">
                  <a:lnSpc>
                    <a:spcPct val="110000"/>
                  </a:lnSpc>
                  <a:buFont typeface="+mj-lt"/>
                  <a:buAutoNum type="alphaLcPeriod"/>
                </a:pPr>
                <a:endParaRPr lang="en-US" sz="32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687AEBB-9A31-550B-CEC4-0F3F498A2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5" y="1532586"/>
                <a:ext cx="5875615" cy="5020613"/>
              </a:xfrm>
              <a:prstGeom prst="rect">
                <a:avLst/>
              </a:prstGeom>
              <a:blipFill>
                <a:blip r:embed="rId3"/>
                <a:stretch>
                  <a:fillRect l="-2593" t="-1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E5875AAA-A56B-915A-69CF-8E613CEF80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6275" y="1511409"/>
                <a:ext cx="5875615" cy="502061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𝑂𝑅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&lt;0,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𝐹𝑎𝑖𝑙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𝑤h𝑖𝑙𝑒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−1</m:t>
                    </m:r>
                  </m:oMath>
                </a14:m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𝑐𝑜𝑢𝑛𝑡𝑒𝑟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𝑐𝑜𝑢𝑛𝑡𝑒𝑟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+1</m:t>
                        </m:r>
                      </m:e>
                    </m:d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𝑐𝑜𝑢𝑛𝑡𝑒𝑟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𝐸𝑥𝑖𝑡</m:t>
                    </m:r>
                  </m:oMath>
                </a14:m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E5875AAA-A56B-915A-69CF-8E613CEF8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6275" y="1511409"/>
                <a:ext cx="5875615" cy="5020613"/>
              </a:xfrm>
              <a:prstGeom prst="rect">
                <a:avLst/>
              </a:prstGeom>
              <a:blipFill>
                <a:blip r:embed="rId4"/>
                <a:stretch>
                  <a:fillRect l="-1556" t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032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operations – Search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Search is similar to Traversing, but the difference is that search always returns something, secondly it may not traverse whole array.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For example, if we are searching for an element, then the traversing will stop once that element is found.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However, if we are interested in finding maximum value in the array, then the entire array will be traversed.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Search operation can be performed to find an element, a set of elements, or an aggregation (e.g., sum or product) of elements.</a:t>
            </a:r>
          </a:p>
        </p:txBody>
      </p:sp>
    </p:spTree>
    <p:extLst>
      <p:ext uri="{BB962C8B-B14F-4D97-AF65-F5344CB8AC3E}">
        <p14:creationId xmlns:p14="http://schemas.microsoft.com/office/powerpoint/2010/main" val="267635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operations – Search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Some examples of search can be: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Find a student by SID.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Find the student with lowest or highest GPA in class.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Count the number of male students.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Get all students who have GPA 3.0 or higher.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Search operation may take additional input parameters depending on how they are implemented.</a:t>
            </a:r>
          </a:p>
        </p:txBody>
      </p:sp>
    </p:spTree>
    <p:extLst>
      <p:ext uri="{BB962C8B-B14F-4D97-AF65-F5344CB8AC3E}">
        <p14:creationId xmlns:p14="http://schemas.microsoft.com/office/powerpoint/2010/main" val="342008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operations – Search for an Element’s index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SEARCH</a:t>
                </a:r>
                <a:r>
                  <a:rPr lang="en-US" sz="24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A, n, Q), returns index of a linear array ‘A’ of size ‘n’, where the element matches ‘Q’.</a:t>
                </a:r>
                <a:endParaRPr lang="en-US" sz="24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=0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(Return Null if the array is empty)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𝑖𝑛𝑑𝑒𝑥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0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(Initialize counter)</a:t>
                </a:r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𝑤h𝑖𝑙𝑒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𝑖𝑛𝑑𝑒𝑥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(Traverse whole array)</a:t>
                </a:r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𝑖𝑛𝑑𝑒𝑥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𝑄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	(Match the element) </a:t>
                </a:r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371600" lvl="2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𝑖𝑛𝑑𝑒𝑥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𝑖𝑛𝑑𝑒𝑥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𝑖𝑛𝑑𝑒𝑥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1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(Increment)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  <a:blipFill>
                <a:blip r:embed="rId3"/>
                <a:stretch>
                  <a:fillRect l="-778" t="-97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210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operations – Search for Maximum value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SEARCH_MAX</a:t>
                </a:r>
                <a:r>
                  <a:rPr lang="en-US" sz="24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A, n), returns element with maximum value in a linear array ‘A’ of size ‘n’.</a:t>
                </a:r>
                <a:endParaRPr lang="en-US" sz="24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=0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(Return Null if the array is empty)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𝑖𝑛𝑑𝑒𝑥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0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(Initialize counter)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max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≔0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(Placeholder variable to hold present maximum value)</a:t>
                </a:r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𝑤h𝑖𝑙𝑒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𝑖𝑛𝑑𝑒𝑥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(Traverse whole array)</a:t>
                </a:r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𝑖𝑛𝑑𝑒𝑥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&gt;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𝑚𝑎𝑥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	(Match the element) </a:t>
                </a:r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371600" lvl="2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𝑎𝑥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[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𝑖𝑛𝑑𝑒𝑥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]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𝑖𝑛𝑑𝑒𝑥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𝑖𝑛𝑑𝑒𝑥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1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(Increment)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𝑚𝑎𝑥</m:t>
                    </m:r>
                  </m:oMath>
                </a14:m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  <a:blipFill>
                <a:blip r:embed="rId3"/>
                <a:stretch>
                  <a:fillRect l="-778" t="-971" r="-1661" b="-230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8133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operations – Search for sub-set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SEARCH</a:t>
                </a:r>
                <a:r>
                  <a:rPr lang="en-US" sz="24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A, n, Q), returns set of indices in a linear array ‘A’ of size ‘n’ by matching the value.</a:t>
                </a:r>
                <a:endParaRPr lang="en-US" sz="24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=0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(Return Null if the array is empty)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𝑖𝑛𝑑𝑒𝑥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0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(Initialize counter)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[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]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(Create a new array of same size)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𝑖𝑛𝑑𝑒𝑥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:=0</m:t>
                    </m:r>
                  </m:oMath>
                </a14:m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	(Initialize another counter for array B)</a:t>
                </a:r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𝑤h𝑖𝑙𝑒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𝑖𝑛𝑑𝑒𝑥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(Traverse whole array)</a:t>
                </a:r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𝑖𝑛𝑑𝑒𝑥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𝑄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	(Match the element) </a:t>
                </a:r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371600" lvl="2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𝑖𝑛𝑑𝑒𝑥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𝑏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]≔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𝑛𝑑𝑒𝑥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371600" lvl="2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𝑖𝑛𝑑𝑒𝑥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𝑖𝑛𝑑𝑒𝑥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(Increment for counter of B)</a:t>
                </a:r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𝑖𝑛𝑑𝑒𝑥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𝑖𝑛𝑑𝑒𝑥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1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(Increment)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</m:oMath>
                </a14:m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  <a:blipFill>
                <a:blip r:embed="rId3"/>
                <a:stretch>
                  <a:fillRect l="-675" t="-2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581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operations – Split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Split operation divides an array at a given index.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This function has several applications, one of them is table partitioning in databases.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We will see more applications in divide and conquer algorithms ahead.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5986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operations – Split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SPLIT</a:t>
                </a:r>
                <a:r>
                  <a:rPr lang="en-US" sz="24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A, n, </a:t>
                </a:r>
                <a:r>
                  <a:rPr lang="en-US" sz="2400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), divides a linear array ‘A’ of size ‘n’ into two sub-arrays at index ‘</a:t>
                </a:r>
                <a:r>
                  <a:rPr lang="en-US" sz="2400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’.</a:t>
                </a:r>
                <a:endParaRPr lang="en-US" sz="24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𝑂𝑅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&lt;0,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(Check boundary conditions)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𝐹𝑎𝑖𝑙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≔[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]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(First partition)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𝐶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≔[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]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(Second partition)</a:t>
                </a:r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≔0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(Initialize counter)</a:t>
                </a:r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𝑤h𝑖𝑙𝑒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(Traverse till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</m:oMath>
                </a14:m>
                <a:r>
                  <a:rPr lang="en-US" sz="2400" dirty="0" err="1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-th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element)</a:t>
                </a:r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𝑐𝑜𝑢𝑛𝑡𝑒𝑟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𝑐𝑜𝑢𝑛𝑡𝑒𝑟</m:t>
                        </m:r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	(Change element’s place) </a:t>
                </a:r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(Increment)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𝑤h𝑖𝑙𝑒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(Traverse from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to last element)</a:t>
                </a:r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𝑐𝑜𝑢𝑛𝑡𝑒𝑟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𝑖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𝑐𝑜𝑢𝑛𝑡𝑒𝑟</m:t>
                        </m:r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	(Copy elements) </a:t>
                </a:r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(Increment)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𝐶</m:t>
                    </m:r>
                  </m:oMath>
                </a14:m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  <a:blipFill>
                <a:blip r:embed="rId3"/>
                <a:stretch>
                  <a:fillRect l="-519" t="-1820" r="-1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080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operations – Merge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Merge operation combines two arrays by attaching second array right after the first one.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One of the most frequent usages of merge operation is union function in databases where results from two tables (with same structure but different data) are joined into a single table.</a:t>
            </a:r>
          </a:p>
        </p:txBody>
      </p:sp>
    </p:spTree>
    <p:extLst>
      <p:ext uri="{BB962C8B-B14F-4D97-AF65-F5344CB8AC3E}">
        <p14:creationId xmlns:p14="http://schemas.microsoft.com/office/powerpoint/2010/main" val="269171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operations – Merge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MERGE</a:t>
                </a:r>
                <a:r>
                  <a:rPr lang="en-US" sz="24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A, n, B, m), where ‘A’ and ‘B’ are both linear arrays of sizes ‘n’ and ‘m’.</a:t>
                </a:r>
                <a:endParaRPr lang="en-US" sz="24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𝑋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≔[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]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(Initialize resultant array)</a:t>
                </a:r>
              </a:p>
              <a:p>
                <a:pPr marL="457200" indent="-457200">
                  <a:lnSpc>
                    <a:spcPct val="100000"/>
                  </a:lnSpc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≔0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(Initialize counter)</a:t>
                </a:r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𝑤h𝑖𝑙𝑒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(Traverse array A)</a:t>
                </a:r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𝑐𝑜𝑢𝑛𝑡𝑒𝑟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𝑐𝑜𝑢𝑛𝑡𝑒𝑟</m:t>
                        </m:r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	(Copy elements from A) </a:t>
                </a:r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(Increment)</a:t>
                </a:r>
              </a:p>
              <a:p>
                <a:pPr marL="457200" indent="-457200">
                  <a:lnSpc>
                    <a:spcPct val="100000"/>
                  </a:lnSpc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≔0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(Reset counter)</a:t>
                </a:r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𝑤h𝑖𝑙𝑒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(Traverse array B)</a:t>
                </a:r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𝑛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𝑐𝑜𝑢𝑛𝑡𝑒𝑟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−1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𝑐𝑜𝑢𝑛𝑡𝑒𝑟</m:t>
                        </m:r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	(Copy elements from B) </a:t>
                </a:r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𝑐𝑜𝑢𝑛𝑡𝑒𝑟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(Increment)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𝑋</m:t>
                    </m:r>
                  </m:oMath>
                </a14:m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  <a:blipFill>
                <a:blip r:embed="rId3"/>
                <a:stretch>
                  <a:fillRect l="-675" t="-145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3923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operations – Expand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Expand operation adds new memory blocks to an array.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Since it is not possible to dynamically increase size of an array, therefore we create a new array of larger size and copy the elements from original array into the new one.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Can you write the Pseudocode for this operation?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EXPAND</a:t>
            </a: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A, n, m), where ‘A’ is a linear array of size ‘n’ and ‘m’ is the additional size to add to the existing array.</a:t>
            </a:r>
            <a:endParaRPr lang="en-US" sz="2800" i="1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627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Multi-dimensional Arrays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197996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Recalling the first example. The table is an array of arrays because each room has an array of seats and the set of all rooms itself is an array</a:t>
            </a:r>
            <a:endParaRPr lang="en-US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101AA2-6181-BE88-622E-4F563C910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518444"/>
              </p:ext>
            </p:extLst>
          </p:nvPr>
        </p:nvGraphicFramePr>
        <p:xfrm>
          <a:off x="1901113" y="2730582"/>
          <a:ext cx="8370323" cy="374483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56237">
                  <a:extLst>
                    <a:ext uri="{9D8B030D-6E8A-4147-A177-3AD203B41FA5}">
                      <a16:colId xmlns:a16="http://schemas.microsoft.com/office/drawing/2014/main" val="1136155503"/>
                    </a:ext>
                  </a:extLst>
                </a:gridCol>
                <a:gridCol w="961859">
                  <a:extLst>
                    <a:ext uri="{9D8B030D-6E8A-4147-A177-3AD203B41FA5}">
                      <a16:colId xmlns:a16="http://schemas.microsoft.com/office/drawing/2014/main" val="336550690"/>
                    </a:ext>
                  </a:extLst>
                </a:gridCol>
                <a:gridCol w="961859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  <a:gridCol w="961859">
                  <a:extLst>
                    <a:ext uri="{9D8B030D-6E8A-4147-A177-3AD203B41FA5}">
                      <a16:colId xmlns:a16="http://schemas.microsoft.com/office/drawing/2014/main" val="2620735374"/>
                    </a:ext>
                  </a:extLst>
                </a:gridCol>
                <a:gridCol w="1081073">
                  <a:extLst>
                    <a:ext uri="{9D8B030D-6E8A-4147-A177-3AD203B41FA5}">
                      <a16:colId xmlns:a16="http://schemas.microsoft.com/office/drawing/2014/main" val="1671335274"/>
                    </a:ext>
                  </a:extLst>
                </a:gridCol>
                <a:gridCol w="961859">
                  <a:extLst>
                    <a:ext uri="{9D8B030D-6E8A-4147-A177-3AD203B41FA5}">
                      <a16:colId xmlns:a16="http://schemas.microsoft.com/office/drawing/2014/main" val="1007890590"/>
                    </a:ext>
                  </a:extLst>
                </a:gridCol>
                <a:gridCol w="961859">
                  <a:extLst>
                    <a:ext uri="{9D8B030D-6E8A-4147-A177-3AD203B41FA5}">
                      <a16:colId xmlns:a16="http://schemas.microsoft.com/office/drawing/2014/main" val="2031364969"/>
                    </a:ext>
                  </a:extLst>
                </a:gridCol>
                <a:gridCol w="961859">
                  <a:extLst>
                    <a:ext uri="{9D8B030D-6E8A-4147-A177-3AD203B41FA5}">
                      <a16:colId xmlns:a16="http://schemas.microsoft.com/office/drawing/2014/main" val="2641627332"/>
                    </a:ext>
                  </a:extLst>
                </a:gridCol>
                <a:gridCol w="961859">
                  <a:extLst>
                    <a:ext uri="{9D8B030D-6E8A-4147-A177-3AD203B41FA5}">
                      <a16:colId xmlns:a16="http://schemas.microsoft.com/office/drawing/2014/main" val="2929449784"/>
                    </a:ext>
                  </a:extLst>
                </a:gridCol>
              </a:tblGrid>
              <a:tr h="443228"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ROOM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0839" marR="140839" marT="70419" marB="70419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052072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Seat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1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2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3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4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5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6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7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8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1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Ali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Sidra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Parkash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Azfar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Shahid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Owais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Rafeeq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Nabeeel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>
                          <a:effectLst/>
                        </a:rPr>
                        <a:t>2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Haseeb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Ashfaq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Ayesha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Moiz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Hamza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Hira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Umair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Ahmed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1002253263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3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Nabeel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Uzair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Khalid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Maimoona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Humdiya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Shakeeb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Abdullah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Babar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2573826749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>
                          <a:effectLst/>
                        </a:rPr>
                        <a:t>4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Irtiza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Shamsher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Iqbal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Seema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Mughees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Irfan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Asifa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Haris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1899247442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5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Wasim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Kanwal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Saqib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Joseph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Shariq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Adnan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Sadeeqa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Amjad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2144816686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>
                          <a:effectLst/>
                        </a:rPr>
                        <a:t>6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Robia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Haris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Daniyal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Khurram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Shujaat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Sumeet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Naseem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4104651630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7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Talha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Shahzeb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Hareem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Ather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Affan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Tahira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Tahir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2592503227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8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Noman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Jehan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Safwan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Omar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Rabia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1690066397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9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Waqas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Sana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Andre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Tariq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922749193"/>
                  </a:ext>
                </a:extLst>
              </a:tr>
              <a:tr h="300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10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Sajida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7" marR="11737" marT="11737" marB="0" anchor="b"/>
                </a:tc>
                <a:extLst>
                  <a:ext uri="{0D108BD9-81ED-4DB2-BD59-A6C34878D82A}">
                    <a16:rowId xmlns:a16="http://schemas.microsoft.com/office/drawing/2014/main" val="1583180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604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Multi-dimensional Arrays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1197996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simplicity, we will reduce the size and create another table to keep the GPA obtained by each student in Spring semester. Also note that we now start indexing from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3200" dirty="0"/>
                  <a:t> to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1197996"/>
              </a:xfrm>
              <a:prstGeom prst="rect">
                <a:avLst/>
              </a:prstGeom>
              <a:blipFill>
                <a:blip r:embed="rId3"/>
                <a:stretch>
                  <a:fillRect l="-727" t="-6599" r="-934" b="-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101AA2-6181-BE88-622E-4F563C910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800583"/>
              </p:ext>
            </p:extLst>
          </p:nvPr>
        </p:nvGraphicFramePr>
        <p:xfrm>
          <a:off x="555789" y="2730583"/>
          <a:ext cx="5188278" cy="360715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38069">
                  <a:extLst>
                    <a:ext uri="{9D8B030D-6E8A-4147-A177-3AD203B41FA5}">
                      <a16:colId xmlns:a16="http://schemas.microsoft.com/office/drawing/2014/main" val="1136155503"/>
                    </a:ext>
                  </a:extLst>
                </a:gridCol>
                <a:gridCol w="1103364">
                  <a:extLst>
                    <a:ext uri="{9D8B030D-6E8A-4147-A177-3AD203B41FA5}">
                      <a16:colId xmlns:a16="http://schemas.microsoft.com/office/drawing/2014/main" val="336550690"/>
                    </a:ext>
                  </a:extLst>
                </a:gridCol>
                <a:gridCol w="1103364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  <a:gridCol w="1103364">
                  <a:extLst>
                    <a:ext uri="{9D8B030D-6E8A-4147-A177-3AD203B41FA5}">
                      <a16:colId xmlns:a16="http://schemas.microsoft.com/office/drawing/2014/main" val="2620735374"/>
                    </a:ext>
                  </a:extLst>
                </a:gridCol>
                <a:gridCol w="1240117">
                  <a:extLst>
                    <a:ext uri="{9D8B030D-6E8A-4147-A177-3AD203B41FA5}">
                      <a16:colId xmlns:a16="http://schemas.microsoft.com/office/drawing/2014/main" val="1671335274"/>
                    </a:ext>
                  </a:extLst>
                </a:gridCol>
              </a:tblGrid>
              <a:tr h="508434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Column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4892" marR="104892" marT="52446" marB="52446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052072"/>
                  </a:ext>
                </a:extLst>
              </a:tr>
              <a:tr h="344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Row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344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14" marR="10214" marT="102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Ali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Sidra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Parkash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err="1">
                          <a:effectLst/>
                        </a:rPr>
                        <a:t>Azfar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  <a:tr h="344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14" marR="10214" marT="102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Nabeel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Uzair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Khalid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err="1">
                          <a:effectLst/>
                        </a:rPr>
                        <a:t>Maimoona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002253263"/>
                  </a:ext>
                </a:extLst>
              </a:tr>
              <a:tr h="344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14" marR="10214" marT="102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err="1">
                          <a:effectLst/>
                        </a:rPr>
                        <a:t>Irtiza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Shamsher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Iqbal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Seema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573826749"/>
                  </a:ext>
                </a:extLst>
              </a:tr>
              <a:tr h="344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14" marR="10214" marT="102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Wasim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Kanwal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Saqib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Joseph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899247442"/>
                  </a:ext>
                </a:extLst>
              </a:tr>
              <a:tr h="344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4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14" marR="10214" marT="102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Talha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Shahzeb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Hareem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err="1">
                          <a:effectLst/>
                        </a:rPr>
                        <a:t>Ather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44816686"/>
                  </a:ext>
                </a:extLst>
              </a:tr>
              <a:tr h="344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5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14" marR="10214" marT="102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Noman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err="1">
                          <a:effectLst/>
                        </a:rPr>
                        <a:t>Jehan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Safwan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4104651630"/>
                  </a:ext>
                </a:extLst>
              </a:tr>
              <a:tr h="344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6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14" marR="10214" marT="102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Waqas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Sana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592503227"/>
                  </a:ext>
                </a:extLst>
              </a:tr>
              <a:tr h="344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7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14" marR="10214" marT="102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Sajida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9006639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F7FD898-80FA-5E29-D7BF-E695CE99E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878417"/>
              </p:ext>
            </p:extLst>
          </p:nvPr>
        </p:nvGraphicFramePr>
        <p:xfrm>
          <a:off x="6259594" y="2730583"/>
          <a:ext cx="5188278" cy="360715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38069">
                  <a:extLst>
                    <a:ext uri="{9D8B030D-6E8A-4147-A177-3AD203B41FA5}">
                      <a16:colId xmlns:a16="http://schemas.microsoft.com/office/drawing/2014/main" val="1136155503"/>
                    </a:ext>
                  </a:extLst>
                </a:gridCol>
                <a:gridCol w="1103364">
                  <a:extLst>
                    <a:ext uri="{9D8B030D-6E8A-4147-A177-3AD203B41FA5}">
                      <a16:colId xmlns:a16="http://schemas.microsoft.com/office/drawing/2014/main" val="336550690"/>
                    </a:ext>
                  </a:extLst>
                </a:gridCol>
                <a:gridCol w="1103364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  <a:gridCol w="1103364">
                  <a:extLst>
                    <a:ext uri="{9D8B030D-6E8A-4147-A177-3AD203B41FA5}">
                      <a16:colId xmlns:a16="http://schemas.microsoft.com/office/drawing/2014/main" val="2620735374"/>
                    </a:ext>
                  </a:extLst>
                </a:gridCol>
                <a:gridCol w="1240117">
                  <a:extLst>
                    <a:ext uri="{9D8B030D-6E8A-4147-A177-3AD203B41FA5}">
                      <a16:colId xmlns:a16="http://schemas.microsoft.com/office/drawing/2014/main" val="1671335274"/>
                    </a:ext>
                  </a:extLst>
                </a:gridCol>
              </a:tblGrid>
              <a:tr h="508434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Column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4892" marR="104892" marT="52446" marB="52446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052072"/>
                  </a:ext>
                </a:extLst>
              </a:tr>
              <a:tr h="344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Row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344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14" marR="10214" marT="102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3.6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  <a:tr h="344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14" marR="10214" marT="102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3.0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002253263"/>
                  </a:ext>
                </a:extLst>
              </a:tr>
              <a:tr h="344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14" marR="10214" marT="102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2.5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573826749"/>
                  </a:ext>
                </a:extLst>
              </a:tr>
              <a:tr h="344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14" marR="10214" marT="102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2.6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899247442"/>
                  </a:ext>
                </a:extLst>
              </a:tr>
              <a:tr h="344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4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14" marR="10214" marT="102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1.9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44816686"/>
                  </a:ext>
                </a:extLst>
              </a:tr>
              <a:tr h="344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5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14" marR="10214" marT="102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3.4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4104651630"/>
                  </a:ext>
                </a:extLst>
              </a:tr>
              <a:tr h="344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6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14" marR="10214" marT="102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2.9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592503227"/>
                  </a:ext>
                </a:extLst>
              </a:tr>
              <a:tr h="344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7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14" marR="10214" marT="102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90066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013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Multi-dimensional Arrays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4942829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pair of tables represents two arrays of dimensions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each.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Note that we had to create two different tables because an array can hold data of only a single type.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In one dimensional arrays, we have an index represented in single number. In 2-D arrays, we define index by a pair of numbers.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You can imagine that in a 3-D array, the index will be defined by 3 numbers. For example, if we have to plot a point in a 3d graph, we will define its coordinates as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There is no realistic limit on how many dimensions can exist in an array, but we usually use up to 3 dimensions in practical examples.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4942829"/>
              </a:xfrm>
              <a:prstGeom prst="rect">
                <a:avLst/>
              </a:prstGeom>
              <a:blipFill>
                <a:blip r:embed="rId3"/>
                <a:stretch>
                  <a:fillRect l="-1038" t="-2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52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Multi-dimensional Arrays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7073795" cy="4942830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Memory location of an element in 2-D array can be determined using a formula depending on a condition: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If the addresses follow “Row Major” scheme, i.e., the first element is stored in Row: 0, Column: 0, then next will be stored in Row: 1, Column: 0, then: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𝑎𝑟𝑟𝑎𝑦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𝑎𝑑𝑑𝑟𝑒𝑠𝑠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𝑟𝑜𝑤𝑠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3200" i="1" dirty="0" err="1">
                        <a:latin typeface="Cambria Math" panose="02040503050406030204" pitchFamily="18" charset="0"/>
                      </a:rPr>
                      <m:t>𝑐𝑜𝑙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 err="1">
                        <a:latin typeface="Cambria Math" panose="02040503050406030204" pitchFamily="18" charset="0"/>
                      </a:rPr>
                      <m:t>𝑖𝑛𝑑𝑒𝑥</m:t>
                    </m:r>
                    <m:r>
                      <a:rPr lang="en-US" sz="32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 dirty="0" err="1">
                        <a:latin typeface="Cambria Math" panose="02040503050406030204" pitchFamily="18" charset="0"/>
                      </a:rPr>
                      <m:t>𝑟𝑜𝑤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 err="1">
                        <a:latin typeface="Cambria Math" panose="02040503050406030204" pitchFamily="18" charset="0"/>
                      </a:rPr>
                      <m:t>𝑖𝑛𝑑𝑒𝑥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If the addresses follow “Column Major” scheme, i.e., the first element is stored in Row: 0, Column: 0, then next will be stored in Row: 0, Column: 1, then: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𝑎𝑟𝑟𝑎𝑦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𝑎𝑑𝑑𝑟𝑒𝑠𝑠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𝑐𝑜𝑙𝑢𝑚𝑛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𝑟𝑜𝑤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 err="1">
                        <a:latin typeface="Cambria Math" panose="02040503050406030204" pitchFamily="18" charset="0"/>
                      </a:rPr>
                      <m:t>𝑖𝑛𝑑𝑒𝑥</m:t>
                    </m:r>
                    <m:r>
                      <a:rPr lang="en-US" sz="32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𝑐𝑜𝑙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 err="1">
                        <a:latin typeface="Cambria Math" panose="02040503050406030204" pitchFamily="18" charset="0"/>
                      </a:rPr>
                      <m:t>𝑖𝑛𝑑𝑒𝑥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7073795" cy="4942830"/>
              </a:xfrm>
              <a:prstGeom prst="rect">
                <a:avLst/>
              </a:prstGeom>
              <a:blipFill>
                <a:blip r:embed="rId3"/>
                <a:stretch>
                  <a:fillRect l="-947" t="-1480" r="-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101AA2-6181-BE88-622E-4F563C910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29203"/>
              </p:ext>
            </p:extLst>
          </p:nvPr>
        </p:nvGraphicFramePr>
        <p:xfrm>
          <a:off x="7294179" y="1992931"/>
          <a:ext cx="4793205" cy="333248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89482">
                  <a:extLst>
                    <a:ext uri="{9D8B030D-6E8A-4147-A177-3AD203B41FA5}">
                      <a16:colId xmlns:a16="http://schemas.microsoft.com/office/drawing/2014/main" val="1136155503"/>
                    </a:ext>
                  </a:extLst>
                </a:gridCol>
                <a:gridCol w="1019346">
                  <a:extLst>
                    <a:ext uri="{9D8B030D-6E8A-4147-A177-3AD203B41FA5}">
                      <a16:colId xmlns:a16="http://schemas.microsoft.com/office/drawing/2014/main" val="336550690"/>
                    </a:ext>
                  </a:extLst>
                </a:gridCol>
                <a:gridCol w="1019346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  <a:gridCol w="1019346">
                  <a:extLst>
                    <a:ext uri="{9D8B030D-6E8A-4147-A177-3AD203B41FA5}">
                      <a16:colId xmlns:a16="http://schemas.microsoft.com/office/drawing/2014/main" val="2620735374"/>
                    </a:ext>
                  </a:extLst>
                </a:gridCol>
                <a:gridCol w="1145685">
                  <a:extLst>
                    <a:ext uri="{9D8B030D-6E8A-4147-A177-3AD203B41FA5}">
                      <a16:colId xmlns:a16="http://schemas.microsoft.com/office/drawing/2014/main" val="1671335274"/>
                    </a:ext>
                  </a:extLst>
                </a:gridCol>
              </a:tblGrid>
              <a:tr h="469718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Column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353" marR="111353" marT="55677" marB="55677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052072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Row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0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0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3.6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3.0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1002253263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2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2.5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2573826749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2.6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1899247442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4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1.9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2144816686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5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3.4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4104651630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6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2.9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2592503227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7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1690066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1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Multi-dimensional Arrays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7073795" cy="4942830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example, let’s assume the given 2-D array follows Row Major scheme and the array’s base address is 1000.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What will be the memory address of Row: 2, Col: 0 (element 3.6)?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𝑎𝑟𝑟𝑎𝑦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𝑎𝑑𝑑𝑟𝑒𝑠𝑠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endParaRPr lang="en-US" sz="32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𝑏𝑦𝑡𝑒𝑠</m:t>
                    </m:r>
                  </m:oMath>
                </a14:m>
                <a:r>
                  <a:rPr lang="en-US" sz="32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3200" dirty="0">
                    <a:latin typeface="Cambria Math" panose="02040503050406030204" pitchFamily="18" charset="0"/>
                  </a:rPr>
                  <a:t>(float)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𝑟𝑜𝑤𝑠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=8,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𝑐𝑜𝑙𝑢𝑚𝑛𝑠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𝑟𝑜𝑤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𝑖𝑛𝑑𝑒𝑥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=2,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𝑐𝑜𝑙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𝑖𝑛𝑑𝑒𝑥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dirty="0" smtClean="0">
                        <a:latin typeface="Cambria Math" panose="02040503050406030204" pitchFamily="18" charset="0"/>
                      </a:rPr>
                      <m:t>Address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=1000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32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3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0+2</m:t>
                        </m:r>
                      </m:e>
                    </m:d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=1064</m:t>
                    </m:r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7073795" cy="4942830"/>
              </a:xfrm>
              <a:prstGeom prst="rect">
                <a:avLst/>
              </a:prstGeom>
              <a:blipFill>
                <a:blip r:embed="rId3"/>
                <a:stretch>
                  <a:fillRect l="-1378" t="-1850" r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101AA2-6181-BE88-622E-4F563C910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274704"/>
              </p:ext>
            </p:extLst>
          </p:nvPr>
        </p:nvGraphicFramePr>
        <p:xfrm>
          <a:off x="7294179" y="1992931"/>
          <a:ext cx="4793205" cy="333248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89482">
                  <a:extLst>
                    <a:ext uri="{9D8B030D-6E8A-4147-A177-3AD203B41FA5}">
                      <a16:colId xmlns:a16="http://schemas.microsoft.com/office/drawing/2014/main" val="1136155503"/>
                    </a:ext>
                  </a:extLst>
                </a:gridCol>
                <a:gridCol w="1019346">
                  <a:extLst>
                    <a:ext uri="{9D8B030D-6E8A-4147-A177-3AD203B41FA5}">
                      <a16:colId xmlns:a16="http://schemas.microsoft.com/office/drawing/2014/main" val="336550690"/>
                    </a:ext>
                  </a:extLst>
                </a:gridCol>
                <a:gridCol w="1019346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  <a:gridCol w="1019346">
                  <a:extLst>
                    <a:ext uri="{9D8B030D-6E8A-4147-A177-3AD203B41FA5}">
                      <a16:colId xmlns:a16="http://schemas.microsoft.com/office/drawing/2014/main" val="2620735374"/>
                    </a:ext>
                  </a:extLst>
                </a:gridCol>
                <a:gridCol w="1145685">
                  <a:extLst>
                    <a:ext uri="{9D8B030D-6E8A-4147-A177-3AD203B41FA5}">
                      <a16:colId xmlns:a16="http://schemas.microsoft.com/office/drawing/2014/main" val="1671335274"/>
                    </a:ext>
                  </a:extLst>
                </a:gridCol>
              </a:tblGrid>
              <a:tr h="469718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Column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353" marR="111353" marT="55677" marB="55677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052072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Row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0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0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3.6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3.0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1002253263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2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C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3.6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2.5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2573826749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2.6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1899247442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4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1.9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2144816686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5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3.4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4104651630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6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2.9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2592503227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7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1690066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98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7073795" cy="494283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For example, let’s assume the given 2-D array follows Column Major scheme and the array’s base address is 1000.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What will be the memory addresses of: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Row: 2, Col: 0 (element 3.6)?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Row: 4, Col: 3 (element 1.9)?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101AA2-6181-BE88-622E-4F563C91029B}"/>
              </a:ext>
            </a:extLst>
          </p:cNvPr>
          <p:cNvGraphicFramePr>
            <a:graphicFrameLocks noGrp="1"/>
          </p:cNvGraphicFramePr>
          <p:nvPr/>
        </p:nvGraphicFramePr>
        <p:xfrm>
          <a:off x="7294179" y="1992931"/>
          <a:ext cx="4793205" cy="333248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89482">
                  <a:extLst>
                    <a:ext uri="{9D8B030D-6E8A-4147-A177-3AD203B41FA5}">
                      <a16:colId xmlns:a16="http://schemas.microsoft.com/office/drawing/2014/main" val="1136155503"/>
                    </a:ext>
                  </a:extLst>
                </a:gridCol>
                <a:gridCol w="1019346">
                  <a:extLst>
                    <a:ext uri="{9D8B030D-6E8A-4147-A177-3AD203B41FA5}">
                      <a16:colId xmlns:a16="http://schemas.microsoft.com/office/drawing/2014/main" val="336550690"/>
                    </a:ext>
                  </a:extLst>
                </a:gridCol>
                <a:gridCol w="1019346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  <a:gridCol w="1019346">
                  <a:extLst>
                    <a:ext uri="{9D8B030D-6E8A-4147-A177-3AD203B41FA5}">
                      <a16:colId xmlns:a16="http://schemas.microsoft.com/office/drawing/2014/main" val="2620735374"/>
                    </a:ext>
                  </a:extLst>
                </a:gridCol>
                <a:gridCol w="1145685">
                  <a:extLst>
                    <a:ext uri="{9D8B030D-6E8A-4147-A177-3AD203B41FA5}">
                      <a16:colId xmlns:a16="http://schemas.microsoft.com/office/drawing/2014/main" val="1671335274"/>
                    </a:ext>
                  </a:extLst>
                </a:gridCol>
              </a:tblGrid>
              <a:tr h="469718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Column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353" marR="111353" marT="55677" marB="55677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052072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Row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0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0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3.6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3.0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1002253263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2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C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3.6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2.5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2573826749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2.6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1899247442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4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1.9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2144816686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5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3.4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4104651630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6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2.9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2592503227"/>
                  </a:ext>
                </a:extLst>
              </a:tr>
              <a:tr h="3180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7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</a:t>
                      </a:r>
                    </a:p>
                  </a:txBody>
                  <a:tcPr marL="12438" marR="12438" marT="12438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38" marR="12438" marT="12438" marB="0" anchor="b"/>
                </a:tc>
                <a:extLst>
                  <a:ext uri="{0D108BD9-81ED-4DB2-BD59-A6C34878D82A}">
                    <a16:rowId xmlns:a16="http://schemas.microsoft.com/office/drawing/2014/main" val="1690066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602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Record Keeping using Arrays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24EBF5-F732-AAE0-3FAB-F23B044B0FD7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4942829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 record is a set of one or more values related to a single entity. For example, a student’s record may look like: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Name: Abdul </a:t>
            </a:r>
            <a:r>
              <a:rPr lang="en-US" sz="3000" dirty="0" err="1"/>
              <a:t>Mohimin</a:t>
            </a:r>
            <a:endParaRPr lang="en-US" sz="3000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SID: 5040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CGPA: 2.8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Suppose you have a list of students in a class with their respective Name, SID and CGPA. How can this information be represented in arrays?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You will need 3 different arrays. First, because the data type is different and secondly, because these are separate pieces of data.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All 3 arrays should be controlled by single index. For example, if you delete and element from first array, then consecutive elements should be deleted from other arrays as well.</a:t>
            </a:r>
          </a:p>
        </p:txBody>
      </p:sp>
    </p:spTree>
    <p:extLst>
      <p:ext uri="{BB962C8B-B14F-4D97-AF65-F5344CB8AC3E}">
        <p14:creationId xmlns:p14="http://schemas.microsoft.com/office/powerpoint/2010/main" val="1999208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Record Keeping using Arrays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924EBF5-F732-AAE0-3FAB-F23B044B0F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2381104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In the given arrays,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200" dirty="0"/>
                  <a:t> are the indices of individual arrays, while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3200" dirty="0"/>
                  <a:t> is a common index.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operations like Insert, Delete and Search, the common index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3200" dirty="0"/>
                  <a:t> will be used so that the element is inserted/deleted for all arrays.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operations like sum or average, we can use individual indices.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924EBF5-F732-AAE0-3FAB-F23B044B0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2381104"/>
              </a:xfrm>
              <a:prstGeom prst="rect">
                <a:avLst/>
              </a:prstGeom>
              <a:blipFill>
                <a:blip r:embed="rId3"/>
                <a:stretch>
                  <a:fillRect l="-830" t="-3836" r="-1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408AEDF-1531-F446-4249-A43249197F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6256901"/>
                  </p:ext>
                </p:extLst>
              </p:nvPr>
            </p:nvGraphicFramePr>
            <p:xfrm>
              <a:off x="4572253" y="3913690"/>
              <a:ext cx="5875031" cy="688604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83144">
                      <a:extLst>
                        <a:ext uri="{9D8B030D-6E8A-4147-A177-3AD203B41FA5}">
                          <a16:colId xmlns:a16="http://schemas.microsoft.com/office/drawing/2014/main" val="1136155503"/>
                        </a:ext>
                      </a:extLst>
                    </a:gridCol>
                    <a:gridCol w="1008385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1008385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1008385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113336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113336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</a:tblGrid>
                  <a:tr h="34430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4430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Data</a:t>
                          </a:r>
                        </a:p>
                      </a:txBody>
                      <a:tcPr marL="10214" marR="10214" marT="1021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 err="1">
                              <a:effectLst/>
                            </a:rPr>
                            <a:t>Mohimin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Omer K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Asra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 err="1">
                              <a:effectLst/>
                            </a:rPr>
                            <a:t>Zoraiz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408AEDF-1531-F446-4249-A43249197F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6256901"/>
                  </p:ext>
                </p:extLst>
              </p:nvPr>
            </p:nvGraphicFramePr>
            <p:xfrm>
              <a:off x="4572253" y="3913690"/>
              <a:ext cx="5875031" cy="688604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83144">
                      <a:extLst>
                        <a:ext uri="{9D8B030D-6E8A-4147-A177-3AD203B41FA5}">
                          <a16:colId xmlns:a16="http://schemas.microsoft.com/office/drawing/2014/main" val="1136155503"/>
                        </a:ext>
                      </a:extLst>
                    </a:gridCol>
                    <a:gridCol w="1008385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1008385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1008385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113336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113336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</a:tblGrid>
                  <a:tr h="3443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1042" t="-12281" r="-906250" b="-14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418817" t="-12281" r="-1075" b="-142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4430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Data</a:t>
                          </a:r>
                        </a:p>
                      </a:txBody>
                      <a:tcPr marL="10214" marR="10214" marT="1021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 err="1">
                              <a:effectLst/>
                            </a:rPr>
                            <a:t>Mohimin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Omer K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Asra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 err="1">
                              <a:effectLst/>
                            </a:rPr>
                            <a:t>Zoraiz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F078640-7D23-F9DA-AEDA-14CFA2AE76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7609271"/>
                  </p:ext>
                </p:extLst>
              </p:nvPr>
            </p:nvGraphicFramePr>
            <p:xfrm>
              <a:off x="4572253" y="5639887"/>
              <a:ext cx="5875031" cy="688604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83144">
                      <a:extLst>
                        <a:ext uri="{9D8B030D-6E8A-4147-A177-3AD203B41FA5}">
                          <a16:colId xmlns:a16="http://schemas.microsoft.com/office/drawing/2014/main" val="1136155503"/>
                        </a:ext>
                      </a:extLst>
                    </a:gridCol>
                    <a:gridCol w="1008385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1008385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1008385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113336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1133366">
                      <a:extLst>
                        <a:ext uri="{9D8B030D-6E8A-4147-A177-3AD203B41FA5}">
                          <a16:colId xmlns:a16="http://schemas.microsoft.com/office/drawing/2014/main" val="1710773690"/>
                        </a:ext>
                      </a:extLst>
                    </a:gridCol>
                  </a:tblGrid>
                  <a:tr h="34430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4430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Data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0214" marR="10214" marT="1021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2.9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2.5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F078640-7D23-F9DA-AEDA-14CFA2AE76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7609271"/>
                  </p:ext>
                </p:extLst>
              </p:nvPr>
            </p:nvGraphicFramePr>
            <p:xfrm>
              <a:off x="4572253" y="5639887"/>
              <a:ext cx="5875031" cy="688604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83144">
                      <a:extLst>
                        <a:ext uri="{9D8B030D-6E8A-4147-A177-3AD203B41FA5}">
                          <a16:colId xmlns:a16="http://schemas.microsoft.com/office/drawing/2014/main" val="1136155503"/>
                        </a:ext>
                      </a:extLst>
                    </a:gridCol>
                    <a:gridCol w="1008385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1008385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1008385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113336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1133366">
                      <a:extLst>
                        <a:ext uri="{9D8B030D-6E8A-4147-A177-3AD203B41FA5}">
                          <a16:colId xmlns:a16="http://schemas.microsoft.com/office/drawing/2014/main" val="1710773690"/>
                        </a:ext>
                      </a:extLst>
                    </a:gridCol>
                  </a:tblGrid>
                  <a:tr h="3443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1042" t="-10526" r="-906250" b="-1438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418817" t="-10526" r="-1075" b="-1438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4430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Data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0214" marR="10214" marT="1021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2.9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2.5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8B2D2E0-79C2-2E73-EF8A-06598DB6EA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1684787"/>
                  </p:ext>
                </p:extLst>
              </p:nvPr>
            </p:nvGraphicFramePr>
            <p:xfrm>
              <a:off x="4572253" y="4786708"/>
              <a:ext cx="5875031" cy="688604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83144">
                      <a:extLst>
                        <a:ext uri="{9D8B030D-6E8A-4147-A177-3AD203B41FA5}">
                          <a16:colId xmlns:a16="http://schemas.microsoft.com/office/drawing/2014/main" val="1136155503"/>
                        </a:ext>
                      </a:extLst>
                    </a:gridCol>
                    <a:gridCol w="1008385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1008385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1008385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113336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1133366">
                      <a:extLst>
                        <a:ext uri="{9D8B030D-6E8A-4147-A177-3AD203B41FA5}">
                          <a16:colId xmlns:a16="http://schemas.microsoft.com/office/drawing/2014/main" val="895901103"/>
                        </a:ext>
                      </a:extLst>
                    </a:gridCol>
                  </a:tblGrid>
                  <a:tr h="34430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4430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Data</a:t>
                          </a:r>
                        </a:p>
                      </a:txBody>
                      <a:tcPr marL="10214" marR="10214" marT="1021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5040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4910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4669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4946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8B2D2E0-79C2-2E73-EF8A-06598DB6EA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1684787"/>
                  </p:ext>
                </p:extLst>
              </p:nvPr>
            </p:nvGraphicFramePr>
            <p:xfrm>
              <a:off x="4572253" y="4786708"/>
              <a:ext cx="5875031" cy="688604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83144">
                      <a:extLst>
                        <a:ext uri="{9D8B030D-6E8A-4147-A177-3AD203B41FA5}">
                          <a16:colId xmlns:a16="http://schemas.microsoft.com/office/drawing/2014/main" val="1136155503"/>
                        </a:ext>
                      </a:extLst>
                    </a:gridCol>
                    <a:gridCol w="1008385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1008385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1008385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113336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1133366">
                      <a:extLst>
                        <a:ext uri="{9D8B030D-6E8A-4147-A177-3AD203B41FA5}">
                          <a16:colId xmlns:a16="http://schemas.microsoft.com/office/drawing/2014/main" val="895901103"/>
                        </a:ext>
                      </a:extLst>
                    </a:gridCol>
                  </a:tblGrid>
                  <a:tr h="3443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1042" t="-10526" r="-906250" b="-1438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418817" t="-10526" r="-1075" b="-1438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4430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Data</a:t>
                          </a:r>
                        </a:p>
                      </a:txBody>
                      <a:tcPr marL="10214" marR="10214" marT="1021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5040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4910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4669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4946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D8457650-20D1-7C56-E82C-5D5C3DD31E14}"/>
              </a:ext>
            </a:extLst>
          </p:cNvPr>
          <p:cNvGrpSpPr/>
          <p:nvPr/>
        </p:nvGrpSpPr>
        <p:grpSpPr>
          <a:xfrm>
            <a:off x="3158192" y="4257992"/>
            <a:ext cx="1414061" cy="1726197"/>
            <a:chOff x="3158192" y="4257992"/>
            <a:chExt cx="1414061" cy="17261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6506D8F2-BC87-B6B1-1B54-541502DF5756}"/>
                    </a:ext>
                  </a:extLst>
                </p:cNvPr>
                <p:cNvSpPr/>
                <p:nvPr/>
              </p:nvSpPr>
              <p:spPr>
                <a:xfrm>
                  <a:off x="3158192" y="4710596"/>
                  <a:ext cx="840827" cy="840827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6506D8F2-BC87-B6B1-1B54-541502DF57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8192" y="4710596"/>
                  <a:ext cx="840827" cy="840827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5F25D5F-C549-4A2A-9E96-64ACDD23EA34}"/>
                </a:ext>
              </a:extLst>
            </p:cNvPr>
            <p:cNvCxnSpPr>
              <a:cxnSpLocks/>
              <a:stCxn id="7" idx="7"/>
              <a:endCxn id="3" idx="1"/>
            </p:cNvCxnSpPr>
            <p:nvPr/>
          </p:nvCxnSpPr>
          <p:spPr>
            <a:xfrm flipV="1">
              <a:off x="3875883" y="4257992"/>
              <a:ext cx="696370" cy="57574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7140220-1109-BA2F-CA95-2A0120ED3927}"/>
                </a:ext>
              </a:extLst>
            </p:cNvPr>
            <p:cNvCxnSpPr>
              <a:cxnSpLocks/>
              <a:stCxn id="7" idx="6"/>
              <a:endCxn id="6" idx="1"/>
            </p:cNvCxnSpPr>
            <p:nvPr/>
          </p:nvCxnSpPr>
          <p:spPr>
            <a:xfrm>
              <a:off x="3999019" y="5131010"/>
              <a:ext cx="57323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F8E68A9-0919-5A4D-189A-525D054DB37E}"/>
                </a:ext>
              </a:extLst>
            </p:cNvPr>
            <p:cNvCxnSpPr>
              <a:cxnSpLocks/>
              <a:stCxn id="7" idx="5"/>
              <a:endCxn id="5" idx="1"/>
            </p:cNvCxnSpPr>
            <p:nvPr/>
          </p:nvCxnSpPr>
          <p:spPr>
            <a:xfrm>
              <a:off x="3875883" y="5428287"/>
              <a:ext cx="696370" cy="55590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1690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Record Keeping using Arrays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24EBF5-F732-AAE0-3FAB-F23B044B0FD7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238110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E.g., to Insert another record </a:t>
            </a:r>
            <a:r>
              <a:rPr lang="en-US" sz="3200" dirty="0" err="1"/>
              <a:t>Aiman</a:t>
            </a:r>
            <a:r>
              <a:rPr lang="en-US" sz="3200" dirty="0"/>
              <a:t> at index 2. We will need to move “Records” from index 2 onwards.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However, this will be done for all 3 arrays simultaneously.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But what if you did not have the CGPA information?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408AEDF-1531-F446-4249-A43249197F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4056162"/>
                  </p:ext>
                </p:extLst>
              </p:nvPr>
            </p:nvGraphicFramePr>
            <p:xfrm>
              <a:off x="2785494" y="3913690"/>
              <a:ext cx="7241376" cy="688604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13470">
                      <a:extLst>
                        <a:ext uri="{9D8B030D-6E8A-4147-A177-3AD203B41FA5}">
                          <a16:colId xmlns:a16="http://schemas.microsoft.com/office/drawing/2014/main" val="1136155503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1192305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1192305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</a:tblGrid>
                  <a:tr h="34430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4430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Data</a:t>
                          </a:r>
                        </a:p>
                      </a:txBody>
                      <a:tcPr marL="10214" marR="10214" marT="1021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 err="1">
                              <a:effectLst/>
                            </a:rPr>
                            <a:t>Mohimin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Omer K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00"/>
                              </a:highlight>
                              <a:latin typeface="Calibri" panose="020F0502020204030204" pitchFamily="34" charset="0"/>
                            </a:rPr>
                            <a:t>Aiman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highlight>
                              <a:srgbClr val="FFFF00"/>
                            </a:highlight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Asra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 err="1">
                              <a:effectLst/>
                            </a:rPr>
                            <a:t>Zoraiz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408AEDF-1531-F446-4249-A43249197F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4056162"/>
                  </p:ext>
                </p:extLst>
              </p:nvPr>
            </p:nvGraphicFramePr>
            <p:xfrm>
              <a:off x="2785494" y="3913690"/>
              <a:ext cx="7241376" cy="688604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13470">
                      <a:extLst>
                        <a:ext uri="{9D8B030D-6E8A-4147-A177-3AD203B41FA5}">
                          <a16:colId xmlns:a16="http://schemas.microsoft.com/office/drawing/2014/main" val="1136155503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1192305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1192305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</a:tblGrid>
                  <a:tr h="3443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990" t="-12281" r="-1079208" b="-14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507143" t="-12281" r="-1020" b="-142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4430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Data</a:t>
                          </a:r>
                        </a:p>
                      </a:txBody>
                      <a:tcPr marL="10214" marR="10214" marT="1021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 err="1">
                              <a:effectLst/>
                            </a:rPr>
                            <a:t>Mohimin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Omer K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00"/>
                              </a:highlight>
                              <a:latin typeface="Calibri" panose="020F0502020204030204" pitchFamily="34" charset="0"/>
                            </a:rPr>
                            <a:t>Aiman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highlight>
                              <a:srgbClr val="FFFF00"/>
                            </a:highlight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Asra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 err="1">
                              <a:effectLst/>
                            </a:rPr>
                            <a:t>Zoraiz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F078640-7D23-F9DA-AEDA-14CFA2AE76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7963002"/>
                  </p:ext>
                </p:extLst>
              </p:nvPr>
            </p:nvGraphicFramePr>
            <p:xfrm>
              <a:off x="2785494" y="5639887"/>
              <a:ext cx="7241376" cy="688604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13470">
                      <a:extLst>
                        <a:ext uri="{9D8B030D-6E8A-4147-A177-3AD203B41FA5}">
                          <a16:colId xmlns:a16="http://schemas.microsoft.com/office/drawing/2014/main" val="1136155503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1196238638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1192305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1192305">
                      <a:extLst>
                        <a:ext uri="{9D8B030D-6E8A-4147-A177-3AD203B41FA5}">
                          <a16:colId xmlns:a16="http://schemas.microsoft.com/office/drawing/2014/main" val="1710773690"/>
                        </a:ext>
                      </a:extLst>
                    </a:gridCol>
                  </a:tblGrid>
                  <a:tr h="34430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4430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Data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0214" marR="10214" marT="1021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00"/>
                              </a:highlight>
                              <a:latin typeface="Calibri" panose="020F0502020204030204" pitchFamily="34" charset="0"/>
                            </a:rPr>
                            <a:t>3.1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2.9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2.5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F078640-7D23-F9DA-AEDA-14CFA2AE76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7963002"/>
                  </p:ext>
                </p:extLst>
              </p:nvPr>
            </p:nvGraphicFramePr>
            <p:xfrm>
              <a:off x="2785494" y="5639887"/>
              <a:ext cx="7241376" cy="688604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13470">
                      <a:extLst>
                        <a:ext uri="{9D8B030D-6E8A-4147-A177-3AD203B41FA5}">
                          <a16:colId xmlns:a16="http://schemas.microsoft.com/office/drawing/2014/main" val="1136155503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1196238638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1192305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1192305">
                      <a:extLst>
                        <a:ext uri="{9D8B030D-6E8A-4147-A177-3AD203B41FA5}">
                          <a16:colId xmlns:a16="http://schemas.microsoft.com/office/drawing/2014/main" val="1710773690"/>
                        </a:ext>
                      </a:extLst>
                    </a:gridCol>
                  </a:tblGrid>
                  <a:tr h="3443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990" t="-10526" r="-1079208" b="-1438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507143" t="-10526" r="-1020" b="-1438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4430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Data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0214" marR="10214" marT="1021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00"/>
                              </a:highlight>
                              <a:latin typeface="Calibri" panose="020F0502020204030204" pitchFamily="34" charset="0"/>
                            </a:rPr>
                            <a:t>3.1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2.9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2.5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8B2D2E0-79C2-2E73-EF8A-06598DB6EA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3089114"/>
                  </p:ext>
                </p:extLst>
              </p:nvPr>
            </p:nvGraphicFramePr>
            <p:xfrm>
              <a:off x="2785494" y="4786708"/>
              <a:ext cx="7241376" cy="688604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13470">
                      <a:extLst>
                        <a:ext uri="{9D8B030D-6E8A-4147-A177-3AD203B41FA5}">
                          <a16:colId xmlns:a16="http://schemas.microsoft.com/office/drawing/2014/main" val="1136155503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3953517959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1192305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1192305">
                      <a:extLst>
                        <a:ext uri="{9D8B030D-6E8A-4147-A177-3AD203B41FA5}">
                          <a16:colId xmlns:a16="http://schemas.microsoft.com/office/drawing/2014/main" val="895901103"/>
                        </a:ext>
                      </a:extLst>
                    </a:gridCol>
                  </a:tblGrid>
                  <a:tr h="34430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4430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Data</a:t>
                          </a:r>
                        </a:p>
                      </a:txBody>
                      <a:tcPr marL="10214" marR="10214" marT="1021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5040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4910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00"/>
                              </a:highlight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4669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4946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8B2D2E0-79C2-2E73-EF8A-06598DB6EA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3089114"/>
                  </p:ext>
                </p:extLst>
              </p:nvPr>
            </p:nvGraphicFramePr>
            <p:xfrm>
              <a:off x="2785494" y="4786708"/>
              <a:ext cx="7241376" cy="688604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13470">
                      <a:extLst>
                        <a:ext uri="{9D8B030D-6E8A-4147-A177-3AD203B41FA5}">
                          <a16:colId xmlns:a16="http://schemas.microsoft.com/office/drawing/2014/main" val="1136155503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3953517959"/>
                        </a:ext>
                      </a:extLst>
                    </a:gridCol>
                    <a:gridCol w="1060824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1192305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1192305">
                      <a:extLst>
                        <a:ext uri="{9D8B030D-6E8A-4147-A177-3AD203B41FA5}">
                          <a16:colId xmlns:a16="http://schemas.microsoft.com/office/drawing/2014/main" val="895901103"/>
                        </a:ext>
                      </a:extLst>
                    </a:gridCol>
                  </a:tblGrid>
                  <a:tr h="3443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990" t="-10526" r="-1079208" b="-1438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507143" t="-10526" r="-1020" b="-1438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4430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Data</a:t>
                          </a:r>
                        </a:p>
                      </a:txBody>
                      <a:tcPr marL="10214" marR="10214" marT="1021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5040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4910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00"/>
                              </a:highlight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4669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</a:rPr>
                            <a:t>4946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8093005D-E828-25FF-D17D-6BA2F06FE16D}"/>
              </a:ext>
            </a:extLst>
          </p:cNvPr>
          <p:cNvGrpSpPr/>
          <p:nvPr/>
        </p:nvGrpSpPr>
        <p:grpSpPr>
          <a:xfrm>
            <a:off x="1371433" y="4257992"/>
            <a:ext cx="1414061" cy="1726197"/>
            <a:chOff x="1371433" y="4257992"/>
            <a:chExt cx="1414061" cy="17261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6506D8F2-BC87-B6B1-1B54-541502DF5756}"/>
                    </a:ext>
                  </a:extLst>
                </p:cNvPr>
                <p:cNvSpPr/>
                <p:nvPr/>
              </p:nvSpPr>
              <p:spPr>
                <a:xfrm>
                  <a:off x="1371433" y="4710596"/>
                  <a:ext cx="840827" cy="840827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6506D8F2-BC87-B6B1-1B54-541502DF57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1433" y="4710596"/>
                  <a:ext cx="840827" cy="840827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5F25D5F-C549-4A2A-9E96-64ACDD23EA34}"/>
                </a:ext>
              </a:extLst>
            </p:cNvPr>
            <p:cNvCxnSpPr>
              <a:cxnSpLocks/>
              <a:stCxn id="7" idx="7"/>
              <a:endCxn id="3" idx="1"/>
            </p:cNvCxnSpPr>
            <p:nvPr/>
          </p:nvCxnSpPr>
          <p:spPr>
            <a:xfrm flipV="1">
              <a:off x="2089124" y="4257992"/>
              <a:ext cx="696370" cy="57574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7140220-1109-BA2F-CA95-2A0120ED3927}"/>
                </a:ext>
              </a:extLst>
            </p:cNvPr>
            <p:cNvCxnSpPr>
              <a:cxnSpLocks/>
              <a:stCxn id="7" idx="6"/>
              <a:endCxn id="6" idx="1"/>
            </p:cNvCxnSpPr>
            <p:nvPr/>
          </p:nvCxnSpPr>
          <p:spPr>
            <a:xfrm>
              <a:off x="2212260" y="5131010"/>
              <a:ext cx="57323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F8E68A9-0919-5A4D-189A-525D054DB37E}"/>
                </a:ext>
              </a:extLst>
            </p:cNvPr>
            <p:cNvCxnSpPr>
              <a:cxnSpLocks/>
              <a:stCxn id="7" idx="5"/>
              <a:endCxn id="5" idx="1"/>
            </p:cNvCxnSpPr>
            <p:nvPr/>
          </p:nvCxnSpPr>
          <p:spPr>
            <a:xfrm>
              <a:off x="2089124" y="5428287"/>
              <a:ext cx="696370" cy="55590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8308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24EBF5-F732-AAE0-3FAB-F23B044B0FD7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494283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Can you modify the Pseudocode of INSERT operation to enter a record instead of only one value?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Tips!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See if the input parameters need to change.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Make sure that the operation either completes successfully or fails entirely. Half operation should not be allowed.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86872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DIY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4942829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Problems for practice: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3200" dirty="0"/>
              <a:t>Q4.22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3200" dirty="0"/>
              <a:t>Q4.25 (Programming exercise)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Write the Pseudocode for the following operations in a 2-D array: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INSERT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TRAVERSE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DELETE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3200" i="1" dirty="0"/>
              <a:t>Hint! You should think about modifying the Pseudocodes of 1-D </a:t>
            </a:r>
            <a:r>
              <a:rPr lang="en-US" sz="3200" i="1"/>
              <a:t>arrays.</a:t>
            </a:r>
            <a:endParaRPr lang="en-US" sz="3200" i="1" dirty="0"/>
          </a:p>
        </p:txBody>
      </p:sp>
    </p:spTree>
    <p:extLst>
      <p:ext uri="{BB962C8B-B14F-4D97-AF65-F5344CB8AC3E}">
        <p14:creationId xmlns:p14="http://schemas.microsoft.com/office/powerpoint/2010/main" val="1846615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3460</TotalTime>
  <Words>3757</Words>
  <Application>Microsoft Office PowerPoint</Application>
  <PresentationFormat>Widescreen</PresentationFormat>
  <Paragraphs>832</Paragraphs>
  <Slides>37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Cascadia Code</vt:lpstr>
      <vt:lpstr>Wingdings</vt:lpstr>
      <vt:lpstr>Office Theme</vt:lpstr>
      <vt:lpstr>DATA STRUCTURES AND ALGORITHMS (113215)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175</cp:revision>
  <dcterms:created xsi:type="dcterms:W3CDTF">2022-11-22T20:08:03Z</dcterms:created>
  <dcterms:modified xsi:type="dcterms:W3CDTF">2023-08-09T07:11:34Z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