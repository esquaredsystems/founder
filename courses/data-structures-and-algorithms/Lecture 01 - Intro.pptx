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03" r:id="rId5"/>
    <p:sldId id="2462" r:id="rId6"/>
    <p:sldId id="2479" r:id="rId7"/>
    <p:sldId id="2504" r:id="rId8"/>
    <p:sldId id="2505" r:id="rId9"/>
    <p:sldId id="2512" r:id="rId10"/>
    <p:sldId id="2513" r:id="rId11"/>
    <p:sldId id="2519" r:id="rId12"/>
    <p:sldId id="2506" r:id="rId13"/>
    <p:sldId id="2510" r:id="rId14"/>
    <p:sldId id="2511" r:id="rId15"/>
    <p:sldId id="2507" r:id="rId16"/>
    <p:sldId id="2508" r:id="rId17"/>
    <p:sldId id="2509" r:id="rId18"/>
    <p:sldId id="2517" r:id="rId19"/>
    <p:sldId id="2514" r:id="rId20"/>
    <p:sldId id="2516" r:id="rId21"/>
    <p:sldId id="2515" r:id="rId22"/>
    <p:sldId id="2518" r:id="rId23"/>
    <p:sldId id="24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0643A-A144-4690-8197-798831CA2B77}" v="7316" dt="2023-07-16T14:26:46.411"/>
    <p1510:client id="{DB88F97C-3D81-4814-82FC-CD86E708BB16}" v="1630" dt="2023-07-17T13:54:25.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48" autoAdjust="0"/>
    <p:restoredTop sz="89150" autoAdjust="0"/>
  </p:normalViewPr>
  <p:slideViewPr>
    <p:cSldViewPr snapToGrid="0">
      <p:cViewPr varScale="1">
        <p:scale>
          <a:sx n="73" d="100"/>
          <a:sy n="73" d="100"/>
        </p:scale>
        <p:origin x="749"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959CB1E4-7D39-42F6-A5DB-453F49955B70}"/>
    <pc:docChg chg="undo custSel addSld delSld modSld sldOrd">
      <pc:chgData name="Owais Ahmed" userId="6abc7d4556b3b071" providerId="LiveId" clId="{959CB1E4-7D39-42F6-A5DB-453F49955B70}" dt="2023-07-14T08:28:26.770" v="3534" actId="20577"/>
      <pc:docMkLst>
        <pc:docMk/>
      </pc:docMkLst>
      <pc:sldChg chg="del">
        <pc:chgData name="Owais Ahmed" userId="6abc7d4556b3b071" providerId="LiveId" clId="{959CB1E4-7D39-42F6-A5DB-453F49955B70}" dt="2023-07-13T10:27:49.217" v="1" actId="47"/>
        <pc:sldMkLst>
          <pc:docMk/>
          <pc:sldMk cId="3927832306" sldId="2448"/>
        </pc:sldMkLst>
      </pc:sldChg>
      <pc:sldChg chg="modSp mod">
        <pc:chgData name="Owais Ahmed" userId="6abc7d4556b3b071" providerId="LiveId" clId="{959CB1E4-7D39-42F6-A5DB-453F49955B70}" dt="2023-07-14T07:29:02.406" v="226" actId="20577"/>
        <pc:sldMkLst>
          <pc:docMk/>
          <pc:sldMk cId="1649098948" sldId="2462"/>
        </pc:sldMkLst>
        <pc:spChg chg="mod">
          <ac:chgData name="Owais Ahmed" userId="6abc7d4556b3b071" providerId="LiveId" clId="{959CB1E4-7D39-42F6-A5DB-453F49955B70}" dt="2023-07-14T07:29:02.406" v="226" actId="20577"/>
          <ac:spMkLst>
            <pc:docMk/>
            <pc:sldMk cId="1649098948" sldId="2462"/>
            <ac:spMk id="6" creationId="{F3C89A40-EEAA-43AB-9A3A-B2CFDE450F1B}"/>
          </ac:spMkLst>
        </pc:spChg>
      </pc:sldChg>
      <pc:sldChg chg="modSp mod modAnim">
        <pc:chgData name="Owais Ahmed" userId="6abc7d4556b3b071" providerId="LiveId" clId="{959CB1E4-7D39-42F6-A5DB-453F49955B70}" dt="2023-07-14T07:14:24.888" v="95" actId="20577"/>
        <pc:sldMkLst>
          <pc:docMk/>
          <pc:sldMk cId="641030253" sldId="2479"/>
        </pc:sldMkLst>
        <pc:spChg chg="mod">
          <ac:chgData name="Owais Ahmed" userId="6abc7d4556b3b071" providerId="LiveId" clId="{959CB1E4-7D39-42F6-A5DB-453F49955B70}" dt="2023-07-14T07:14:24.888" v="95" actId="20577"/>
          <ac:spMkLst>
            <pc:docMk/>
            <pc:sldMk cId="641030253" sldId="2479"/>
            <ac:spMk id="3" creationId="{4A1C0383-58FE-E486-295E-B33B8683B938}"/>
          </ac:spMkLst>
        </pc:spChg>
      </pc:sldChg>
      <pc:sldChg chg="del">
        <pc:chgData name="Owais Ahmed" userId="6abc7d4556b3b071" providerId="LiveId" clId="{959CB1E4-7D39-42F6-A5DB-453F49955B70}" dt="2023-07-14T04:07:12.824" v="2" actId="47"/>
        <pc:sldMkLst>
          <pc:docMk/>
          <pc:sldMk cId="33298473" sldId="2480"/>
        </pc:sldMkLst>
      </pc:sldChg>
      <pc:sldChg chg="del">
        <pc:chgData name="Owais Ahmed" userId="6abc7d4556b3b071" providerId="LiveId" clId="{959CB1E4-7D39-42F6-A5DB-453F49955B70}" dt="2023-07-14T04:07:13.027" v="3" actId="47"/>
        <pc:sldMkLst>
          <pc:docMk/>
          <pc:sldMk cId="2242574499" sldId="2481"/>
        </pc:sldMkLst>
      </pc:sldChg>
      <pc:sldChg chg="del">
        <pc:chgData name="Owais Ahmed" userId="6abc7d4556b3b071" providerId="LiveId" clId="{959CB1E4-7D39-42F6-A5DB-453F49955B70}" dt="2023-07-14T04:07:13.238" v="4" actId="47"/>
        <pc:sldMkLst>
          <pc:docMk/>
          <pc:sldMk cId="3554497857" sldId="2482"/>
        </pc:sldMkLst>
      </pc:sldChg>
      <pc:sldChg chg="del">
        <pc:chgData name="Owais Ahmed" userId="6abc7d4556b3b071" providerId="LiveId" clId="{959CB1E4-7D39-42F6-A5DB-453F49955B70}" dt="2023-07-14T04:07:13.487" v="5" actId="47"/>
        <pc:sldMkLst>
          <pc:docMk/>
          <pc:sldMk cId="677534828" sldId="2483"/>
        </pc:sldMkLst>
      </pc:sldChg>
      <pc:sldChg chg="del">
        <pc:chgData name="Owais Ahmed" userId="6abc7d4556b3b071" providerId="LiveId" clId="{959CB1E4-7D39-42F6-A5DB-453F49955B70}" dt="2023-07-14T04:07:13.760" v="6" actId="47"/>
        <pc:sldMkLst>
          <pc:docMk/>
          <pc:sldMk cId="278977406" sldId="2484"/>
        </pc:sldMkLst>
      </pc:sldChg>
      <pc:sldChg chg="del">
        <pc:chgData name="Owais Ahmed" userId="6abc7d4556b3b071" providerId="LiveId" clId="{959CB1E4-7D39-42F6-A5DB-453F49955B70}" dt="2023-07-14T04:07:13.958" v="7" actId="47"/>
        <pc:sldMkLst>
          <pc:docMk/>
          <pc:sldMk cId="2995985000" sldId="2485"/>
        </pc:sldMkLst>
      </pc:sldChg>
      <pc:sldChg chg="del">
        <pc:chgData name="Owais Ahmed" userId="6abc7d4556b3b071" providerId="LiveId" clId="{959CB1E4-7D39-42F6-A5DB-453F49955B70}" dt="2023-07-14T04:07:14.073" v="8" actId="47"/>
        <pc:sldMkLst>
          <pc:docMk/>
          <pc:sldMk cId="1088870247" sldId="2486"/>
        </pc:sldMkLst>
      </pc:sldChg>
      <pc:sldChg chg="del">
        <pc:chgData name="Owais Ahmed" userId="6abc7d4556b3b071" providerId="LiveId" clId="{959CB1E4-7D39-42F6-A5DB-453F49955B70}" dt="2023-07-14T04:07:14.304" v="9" actId="47"/>
        <pc:sldMkLst>
          <pc:docMk/>
          <pc:sldMk cId="1653736541" sldId="2487"/>
        </pc:sldMkLst>
      </pc:sldChg>
      <pc:sldChg chg="del">
        <pc:chgData name="Owais Ahmed" userId="6abc7d4556b3b071" providerId="LiveId" clId="{959CB1E4-7D39-42F6-A5DB-453F49955B70}" dt="2023-07-14T04:07:14.440" v="10" actId="47"/>
        <pc:sldMkLst>
          <pc:docMk/>
          <pc:sldMk cId="633565940" sldId="2488"/>
        </pc:sldMkLst>
      </pc:sldChg>
      <pc:sldChg chg="del">
        <pc:chgData name="Owais Ahmed" userId="6abc7d4556b3b071" providerId="LiveId" clId="{959CB1E4-7D39-42F6-A5DB-453F49955B70}" dt="2023-07-14T04:07:14.614" v="11" actId="47"/>
        <pc:sldMkLst>
          <pc:docMk/>
          <pc:sldMk cId="4108314565" sldId="2489"/>
        </pc:sldMkLst>
      </pc:sldChg>
      <pc:sldChg chg="del">
        <pc:chgData name="Owais Ahmed" userId="6abc7d4556b3b071" providerId="LiveId" clId="{959CB1E4-7D39-42F6-A5DB-453F49955B70}" dt="2023-07-14T04:07:14.811" v="12" actId="47"/>
        <pc:sldMkLst>
          <pc:docMk/>
          <pc:sldMk cId="768465522" sldId="2490"/>
        </pc:sldMkLst>
      </pc:sldChg>
      <pc:sldChg chg="del">
        <pc:chgData name="Owais Ahmed" userId="6abc7d4556b3b071" providerId="LiveId" clId="{959CB1E4-7D39-42F6-A5DB-453F49955B70}" dt="2023-07-14T04:07:15.049" v="13" actId="47"/>
        <pc:sldMkLst>
          <pc:docMk/>
          <pc:sldMk cId="3640078836" sldId="2491"/>
        </pc:sldMkLst>
      </pc:sldChg>
      <pc:sldChg chg="del">
        <pc:chgData name="Owais Ahmed" userId="6abc7d4556b3b071" providerId="LiveId" clId="{959CB1E4-7D39-42F6-A5DB-453F49955B70}" dt="2023-07-14T04:07:15.190" v="14" actId="47"/>
        <pc:sldMkLst>
          <pc:docMk/>
          <pc:sldMk cId="1206654014" sldId="2492"/>
        </pc:sldMkLst>
      </pc:sldChg>
      <pc:sldChg chg="del">
        <pc:chgData name="Owais Ahmed" userId="6abc7d4556b3b071" providerId="LiveId" clId="{959CB1E4-7D39-42F6-A5DB-453F49955B70}" dt="2023-07-14T04:07:15.396" v="15" actId="47"/>
        <pc:sldMkLst>
          <pc:docMk/>
          <pc:sldMk cId="2770422083" sldId="2493"/>
        </pc:sldMkLst>
      </pc:sldChg>
      <pc:sldChg chg="del">
        <pc:chgData name="Owais Ahmed" userId="6abc7d4556b3b071" providerId="LiveId" clId="{959CB1E4-7D39-42F6-A5DB-453F49955B70}" dt="2023-07-14T04:07:15.613" v="16" actId="47"/>
        <pc:sldMkLst>
          <pc:docMk/>
          <pc:sldMk cId="1769907705" sldId="2494"/>
        </pc:sldMkLst>
      </pc:sldChg>
      <pc:sldChg chg="del">
        <pc:chgData name="Owais Ahmed" userId="6abc7d4556b3b071" providerId="LiveId" clId="{959CB1E4-7D39-42F6-A5DB-453F49955B70}" dt="2023-07-14T04:07:17.597" v="19" actId="47"/>
        <pc:sldMkLst>
          <pc:docMk/>
          <pc:sldMk cId="502436521" sldId="2495"/>
        </pc:sldMkLst>
      </pc:sldChg>
      <pc:sldChg chg="del">
        <pc:chgData name="Owais Ahmed" userId="6abc7d4556b3b071" providerId="LiveId" clId="{959CB1E4-7D39-42F6-A5DB-453F49955B70}" dt="2023-07-14T04:07:16.431" v="17" actId="47"/>
        <pc:sldMkLst>
          <pc:docMk/>
          <pc:sldMk cId="3658375322" sldId="2496"/>
        </pc:sldMkLst>
      </pc:sldChg>
      <pc:sldChg chg="del">
        <pc:chgData name="Owais Ahmed" userId="6abc7d4556b3b071" providerId="LiveId" clId="{959CB1E4-7D39-42F6-A5DB-453F49955B70}" dt="2023-07-14T04:07:16.723" v="18" actId="47"/>
        <pc:sldMkLst>
          <pc:docMk/>
          <pc:sldMk cId="1001608454" sldId="2497"/>
        </pc:sldMkLst>
      </pc:sldChg>
      <pc:sldChg chg="del">
        <pc:chgData name="Owais Ahmed" userId="6abc7d4556b3b071" providerId="LiveId" clId="{959CB1E4-7D39-42F6-A5DB-453F49955B70}" dt="2023-07-14T04:07:17.889" v="20" actId="47"/>
        <pc:sldMkLst>
          <pc:docMk/>
          <pc:sldMk cId="1881289253" sldId="2498"/>
        </pc:sldMkLst>
      </pc:sldChg>
      <pc:sldChg chg="del">
        <pc:chgData name="Owais Ahmed" userId="6abc7d4556b3b071" providerId="LiveId" clId="{959CB1E4-7D39-42F6-A5DB-453F49955B70}" dt="2023-07-14T04:07:18.534" v="21" actId="47"/>
        <pc:sldMkLst>
          <pc:docMk/>
          <pc:sldMk cId="3955736578" sldId="2499"/>
        </pc:sldMkLst>
      </pc:sldChg>
      <pc:sldChg chg="del">
        <pc:chgData name="Owais Ahmed" userId="6abc7d4556b3b071" providerId="LiveId" clId="{959CB1E4-7D39-42F6-A5DB-453F49955B70}" dt="2023-07-14T04:07:19.255" v="22" actId="47"/>
        <pc:sldMkLst>
          <pc:docMk/>
          <pc:sldMk cId="3647547761" sldId="2500"/>
        </pc:sldMkLst>
      </pc:sldChg>
      <pc:sldChg chg="del">
        <pc:chgData name="Owais Ahmed" userId="6abc7d4556b3b071" providerId="LiveId" clId="{959CB1E4-7D39-42F6-A5DB-453F49955B70}" dt="2023-07-14T04:07:19.494" v="23" actId="47"/>
        <pc:sldMkLst>
          <pc:docMk/>
          <pc:sldMk cId="3769573511" sldId="2501"/>
        </pc:sldMkLst>
      </pc:sldChg>
      <pc:sldChg chg="del">
        <pc:chgData name="Owais Ahmed" userId="6abc7d4556b3b071" providerId="LiveId" clId="{959CB1E4-7D39-42F6-A5DB-453F49955B70}" dt="2023-07-14T04:11:06.255" v="24" actId="47"/>
        <pc:sldMkLst>
          <pc:docMk/>
          <pc:sldMk cId="2150423912" sldId="2502"/>
        </pc:sldMkLst>
      </pc:sldChg>
      <pc:sldChg chg="add setBg">
        <pc:chgData name="Owais Ahmed" userId="6abc7d4556b3b071" providerId="LiveId" clId="{959CB1E4-7D39-42F6-A5DB-453F49955B70}" dt="2023-07-13T10:27:47.831" v="0"/>
        <pc:sldMkLst>
          <pc:docMk/>
          <pc:sldMk cId="146856052" sldId="2503"/>
        </pc:sldMkLst>
      </pc:sldChg>
      <pc:sldChg chg="modSp add mod">
        <pc:chgData name="Owais Ahmed" userId="6abc7d4556b3b071" providerId="LiveId" clId="{959CB1E4-7D39-42F6-A5DB-453F49955B70}" dt="2023-07-14T07:28:02.811" v="117" actId="20577"/>
        <pc:sldMkLst>
          <pc:docMk/>
          <pc:sldMk cId="1742566059" sldId="2504"/>
        </pc:sldMkLst>
        <pc:spChg chg="mod">
          <ac:chgData name="Owais Ahmed" userId="6abc7d4556b3b071" providerId="LiveId" clId="{959CB1E4-7D39-42F6-A5DB-453F49955B70}" dt="2023-07-14T07:28:02.811" v="117" actId="20577"/>
          <ac:spMkLst>
            <pc:docMk/>
            <pc:sldMk cId="1742566059" sldId="2504"/>
            <ac:spMk id="215" creationId="{00000000-0000-0000-0000-000000000000}"/>
          </ac:spMkLst>
        </pc:spChg>
      </pc:sldChg>
      <pc:sldChg chg="modSp add mod">
        <pc:chgData name="Owais Ahmed" userId="6abc7d4556b3b071" providerId="LiveId" clId="{959CB1E4-7D39-42F6-A5DB-453F49955B70}" dt="2023-07-14T07:28:14.022" v="149" actId="20577"/>
        <pc:sldMkLst>
          <pc:docMk/>
          <pc:sldMk cId="3840363020" sldId="2505"/>
        </pc:sldMkLst>
        <pc:spChg chg="mod">
          <ac:chgData name="Owais Ahmed" userId="6abc7d4556b3b071" providerId="LiveId" clId="{959CB1E4-7D39-42F6-A5DB-453F49955B70}" dt="2023-07-14T07:28:14.022" v="149" actId="20577"/>
          <ac:spMkLst>
            <pc:docMk/>
            <pc:sldMk cId="3840363020" sldId="2505"/>
            <ac:spMk id="215" creationId="{00000000-0000-0000-0000-000000000000}"/>
          </ac:spMkLst>
        </pc:spChg>
      </pc:sldChg>
      <pc:sldChg chg="modSp add mod modAnim">
        <pc:chgData name="Owais Ahmed" userId="6abc7d4556b3b071" providerId="LiveId" clId="{959CB1E4-7D39-42F6-A5DB-453F49955B70}" dt="2023-07-14T08:10:40.673" v="2840" actId="27636"/>
        <pc:sldMkLst>
          <pc:docMk/>
          <pc:sldMk cId="4221376715" sldId="2506"/>
        </pc:sldMkLst>
        <pc:spChg chg="mod">
          <ac:chgData name="Owais Ahmed" userId="6abc7d4556b3b071" providerId="LiveId" clId="{959CB1E4-7D39-42F6-A5DB-453F49955B70}" dt="2023-07-14T08:10:40.673" v="2840" actId="27636"/>
          <ac:spMkLst>
            <pc:docMk/>
            <pc:sldMk cId="4221376715" sldId="2506"/>
            <ac:spMk id="3" creationId="{4A1C0383-58FE-E486-295E-B33B8683B938}"/>
          </ac:spMkLst>
        </pc:spChg>
        <pc:spChg chg="mod">
          <ac:chgData name="Owais Ahmed" userId="6abc7d4556b3b071" providerId="LiveId" clId="{959CB1E4-7D39-42F6-A5DB-453F49955B70}" dt="2023-07-14T07:28:23.387" v="160" actId="20577"/>
          <ac:spMkLst>
            <pc:docMk/>
            <pc:sldMk cId="4221376715" sldId="2506"/>
            <ac:spMk id="215" creationId="{00000000-0000-0000-0000-000000000000}"/>
          </ac:spMkLst>
        </pc:spChg>
      </pc:sldChg>
      <pc:sldChg chg="modSp add mod modAnim">
        <pc:chgData name="Owais Ahmed" userId="6abc7d4556b3b071" providerId="LiveId" clId="{959CB1E4-7D39-42F6-A5DB-453F49955B70}" dt="2023-07-14T08:14:00.890" v="3101" actId="20577"/>
        <pc:sldMkLst>
          <pc:docMk/>
          <pc:sldMk cId="875357634" sldId="2507"/>
        </pc:sldMkLst>
        <pc:spChg chg="mod">
          <ac:chgData name="Owais Ahmed" userId="6abc7d4556b3b071" providerId="LiveId" clId="{959CB1E4-7D39-42F6-A5DB-453F49955B70}" dt="2023-07-14T08:14:00.890" v="3101" actId="20577"/>
          <ac:spMkLst>
            <pc:docMk/>
            <pc:sldMk cId="875357634" sldId="2507"/>
            <ac:spMk id="3" creationId="{4A1C0383-58FE-E486-295E-B33B8683B938}"/>
          </ac:spMkLst>
        </pc:spChg>
        <pc:spChg chg="mod">
          <ac:chgData name="Owais Ahmed" userId="6abc7d4556b3b071" providerId="LiveId" clId="{959CB1E4-7D39-42F6-A5DB-453F49955B70}" dt="2023-07-14T07:28:32.176" v="186" actId="20577"/>
          <ac:spMkLst>
            <pc:docMk/>
            <pc:sldMk cId="875357634" sldId="2507"/>
            <ac:spMk id="215" creationId="{00000000-0000-0000-0000-000000000000}"/>
          </ac:spMkLst>
        </pc:spChg>
      </pc:sldChg>
      <pc:sldChg chg="modSp add mod modAnim">
        <pc:chgData name="Owais Ahmed" userId="6abc7d4556b3b071" providerId="LiveId" clId="{959CB1E4-7D39-42F6-A5DB-453F49955B70}" dt="2023-07-14T07:36:40.612" v="1180" actId="20577"/>
        <pc:sldMkLst>
          <pc:docMk/>
          <pc:sldMk cId="1319355793" sldId="2508"/>
        </pc:sldMkLst>
        <pc:spChg chg="mod">
          <ac:chgData name="Owais Ahmed" userId="6abc7d4556b3b071" providerId="LiveId" clId="{959CB1E4-7D39-42F6-A5DB-453F49955B70}" dt="2023-07-14T07:36:39.250" v="1179" actId="20577"/>
          <ac:spMkLst>
            <pc:docMk/>
            <pc:sldMk cId="1319355793" sldId="2508"/>
            <ac:spMk id="3" creationId="{4A1C0383-58FE-E486-295E-B33B8683B938}"/>
          </ac:spMkLst>
        </pc:spChg>
        <pc:spChg chg="mod">
          <ac:chgData name="Owais Ahmed" userId="6abc7d4556b3b071" providerId="LiveId" clId="{959CB1E4-7D39-42F6-A5DB-453F49955B70}" dt="2023-07-14T07:28:43.077" v="207" actId="20577"/>
          <ac:spMkLst>
            <pc:docMk/>
            <pc:sldMk cId="1319355793" sldId="2508"/>
            <ac:spMk id="215" creationId="{00000000-0000-0000-0000-000000000000}"/>
          </ac:spMkLst>
        </pc:spChg>
      </pc:sldChg>
      <pc:sldChg chg="modSp add mod modAnim">
        <pc:chgData name="Owais Ahmed" userId="6abc7d4556b3b071" providerId="LiveId" clId="{959CB1E4-7D39-42F6-A5DB-453F49955B70}" dt="2023-07-14T07:35:48.151" v="1173" actId="114"/>
        <pc:sldMkLst>
          <pc:docMk/>
          <pc:sldMk cId="535421403" sldId="2509"/>
        </pc:sldMkLst>
        <pc:spChg chg="mod">
          <ac:chgData name="Owais Ahmed" userId="6abc7d4556b3b071" providerId="LiveId" clId="{959CB1E4-7D39-42F6-A5DB-453F49955B70}" dt="2023-07-14T07:35:48.151" v="1173" actId="114"/>
          <ac:spMkLst>
            <pc:docMk/>
            <pc:sldMk cId="535421403" sldId="2509"/>
            <ac:spMk id="3" creationId="{4A1C0383-58FE-E486-295E-B33B8683B938}"/>
          </ac:spMkLst>
        </pc:spChg>
        <pc:spChg chg="mod">
          <ac:chgData name="Owais Ahmed" userId="6abc7d4556b3b071" providerId="LiveId" clId="{959CB1E4-7D39-42F6-A5DB-453F49955B70}" dt="2023-07-14T07:28:58.076" v="225" actId="20577"/>
          <ac:spMkLst>
            <pc:docMk/>
            <pc:sldMk cId="535421403" sldId="2509"/>
            <ac:spMk id="215" creationId="{00000000-0000-0000-0000-000000000000}"/>
          </ac:spMkLst>
        </pc:spChg>
      </pc:sldChg>
      <pc:sldChg chg="addSp delSp modSp add mod modClrScheme delAnim modAnim chgLayout">
        <pc:chgData name="Owais Ahmed" userId="6abc7d4556b3b071" providerId="LiveId" clId="{959CB1E4-7D39-42F6-A5DB-453F49955B70}" dt="2023-07-14T08:25:02.360" v="3212" actId="404"/>
        <pc:sldMkLst>
          <pc:docMk/>
          <pc:sldMk cId="828323908" sldId="2510"/>
        </pc:sldMkLst>
        <pc:spChg chg="mod ord">
          <ac:chgData name="Owais Ahmed" userId="6abc7d4556b3b071" providerId="LiveId" clId="{959CB1E4-7D39-42F6-A5DB-453F49955B70}" dt="2023-07-14T07:46:22.296" v="1907" actId="700"/>
          <ac:spMkLst>
            <pc:docMk/>
            <pc:sldMk cId="828323908" sldId="2510"/>
            <ac:spMk id="2" creationId="{00000000-0000-0000-0000-000000000000}"/>
          </ac:spMkLst>
        </pc:spChg>
        <pc:spChg chg="del mod">
          <ac:chgData name="Owais Ahmed" userId="6abc7d4556b3b071" providerId="LiveId" clId="{959CB1E4-7D39-42F6-A5DB-453F49955B70}" dt="2023-07-14T07:46:09.719" v="1904" actId="478"/>
          <ac:spMkLst>
            <pc:docMk/>
            <pc:sldMk cId="828323908" sldId="2510"/>
            <ac:spMk id="3" creationId="{4A1C0383-58FE-E486-295E-B33B8683B938}"/>
          </ac:spMkLst>
        </pc:spChg>
        <pc:spChg chg="add del mod ord">
          <ac:chgData name="Owais Ahmed" userId="6abc7d4556b3b071" providerId="LiveId" clId="{959CB1E4-7D39-42F6-A5DB-453F49955B70}" dt="2023-07-14T07:46:06.987" v="1903" actId="700"/>
          <ac:spMkLst>
            <pc:docMk/>
            <pc:sldMk cId="828323908" sldId="2510"/>
            <ac:spMk id="4" creationId="{5710AE3D-E887-722C-72D0-AA8590335A2F}"/>
          </ac:spMkLst>
        </pc:spChg>
        <pc:spChg chg="add del mod">
          <ac:chgData name="Owais Ahmed" userId="6abc7d4556b3b071" providerId="LiveId" clId="{959CB1E4-7D39-42F6-A5DB-453F49955B70}" dt="2023-07-14T07:54:34.062" v="2259" actId="478"/>
          <ac:spMkLst>
            <pc:docMk/>
            <pc:sldMk cId="828323908" sldId="2510"/>
            <ac:spMk id="4" creationId="{8015C0BD-EDDD-5FF8-EC07-C74D586506FB}"/>
          </ac:spMkLst>
        </pc:spChg>
        <pc:spChg chg="add del mod ord">
          <ac:chgData name="Owais Ahmed" userId="6abc7d4556b3b071" providerId="LiveId" clId="{959CB1E4-7D39-42F6-A5DB-453F49955B70}" dt="2023-07-14T07:46:06.987" v="1903" actId="700"/>
          <ac:spMkLst>
            <pc:docMk/>
            <pc:sldMk cId="828323908" sldId="2510"/>
            <ac:spMk id="5" creationId="{B8B1DB2B-95A7-FE6A-8A11-A4F86AA53710}"/>
          </ac:spMkLst>
        </pc:spChg>
        <pc:spChg chg="add del mod">
          <ac:chgData name="Owais Ahmed" userId="6abc7d4556b3b071" providerId="LiveId" clId="{959CB1E4-7D39-42F6-A5DB-453F49955B70}" dt="2023-07-14T07:54:42.642" v="2262" actId="478"/>
          <ac:spMkLst>
            <pc:docMk/>
            <pc:sldMk cId="828323908" sldId="2510"/>
            <ac:spMk id="6" creationId="{8CA52B88-D03C-5BB6-436D-7BB5D16D3710}"/>
          </ac:spMkLst>
        </pc:spChg>
        <pc:spChg chg="add del mod ord">
          <ac:chgData name="Owais Ahmed" userId="6abc7d4556b3b071" providerId="LiveId" clId="{959CB1E4-7D39-42F6-A5DB-453F49955B70}" dt="2023-07-14T07:46:06.987" v="1903" actId="700"/>
          <ac:spMkLst>
            <pc:docMk/>
            <pc:sldMk cId="828323908" sldId="2510"/>
            <ac:spMk id="6" creationId="{C30A2C5B-4712-3314-A296-11680530FB7E}"/>
          </ac:spMkLst>
        </pc:spChg>
        <pc:spChg chg="add del mod ord">
          <ac:chgData name="Owais Ahmed" userId="6abc7d4556b3b071" providerId="LiveId" clId="{959CB1E4-7D39-42F6-A5DB-453F49955B70}" dt="2023-07-14T07:46:06.987" v="1903" actId="700"/>
          <ac:spMkLst>
            <pc:docMk/>
            <pc:sldMk cId="828323908" sldId="2510"/>
            <ac:spMk id="7" creationId="{281D0436-C823-AD5E-8498-F7318D0CBDDC}"/>
          </ac:spMkLst>
        </pc:spChg>
        <pc:spChg chg="add del mod">
          <ac:chgData name="Owais Ahmed" userId="6abc7d4556b3b071" providerId="LiveId" clId="{959CB1E4-7D39-42F6-A5DB-453F49955B70}" dt="2023-07-14T07:54:52.993" v="2266" actId="478"/>
          <ac:spMkLst>
            <pc:docMk/>
            <pc:sldMk cId="828323908" sldId="2510"/>
            <ac:spMk id="8" creationId="{2EBBBE5B-B84F-0CFD-34C6-2C28F3EA07CE}"/>
          </ac:spMkLst>
        </pc:spChg>
        <pc:spChg chg="add del mod ord">
          <ac:chgData name="Owais Ahmed" userId="6abc7d4556b3b071" providerId="LiveId" clId="{959CB1E4-7D39-42F6-A5DB-453F49955B70}" dt="2023-07-14T07:46:06.987" v="1903" actId="700"/>
          <ac:spMkLst>
            <pc:docMk/>
            <pc:sldMk cId="828323908" sldId="2510"/>
            <ac:spMk id="8" creationId="{6CFF706B-1F7F-2342-D32C-0D84C4232D84}"/>
          </ac:spMkLst>
        </pc:spChg>
        <pc:spChg chg="add del mod ord">
          <ac:chgData name="Owais Ahmed" userId="6abc7d4556b3b071" providerId="LiveId" clId="{959CB1E4-7D39-42F6-A5DB-453F49955B70}" dt="2023-07-14T07:46:06.987" v="1903" actId="700"/>
          <ac:spMkLst>
            <pc:docMk/>
            <pc:sldMk cId="828323908" sldId="2510"/>
            <ac:spMk id="9" creationId="{29EF5571-8BEF-7A9F-F782-BD47161B6628}"/>
          </ac:spMkLst>
        </pc:spChg>
        <pc:spChg chg="add mod">
          <ac:chgData name="Owais Ahmed" userId="6abc7d4556b3b071" providerId="LiveId" clId="{959CB1E4-7D39-42F6-A5DB-453F49955B70}" dt="2023-07-14T08:23:48.740" v="3159" actId="14100"/>
          <ac:spMkLst>
            <pc:docMk/>
            <pc:sldMk cId="828323908" sldId="2510"/>
            <ac:spMk id="9" creationId="{719CD7FA-0A20-A310-F301-0858C16C36AA}"/>
          </ac:spMkLst>
        </pc:spChg>
        <pc:spChg chg="add del mod ord">
          <ac:chgData name="Owais Ahmed" userId="6abc7d4556b3b071" providerId="LiveId" clId="{959CB1E4-7D39-42F6-A5DB-453F49955B70}" dt="2023-07-14T07:46:15.386" v="1906" actId="700"/>
          <ac:spMkLst>
            <pc:docMk/>
            <pc:sldMk cId="828323908" sldId="2510"/>
            <ac:spMk id="10" creationId="{00EDA668-CAB3-294A-6F51-4FD96B8A8B1E}"/>
          </ac:spMkLst>
        </pc:spChg>
        <pc:spChg chg="add mod">
          <ac:chgData name="Owais Ahmed" userId="6abc7d4556b3b071" providerId="LiveId" clId="{959CB1E4-7D39-42F6-A5DB-453F49955B70}" dt="2023-07-14T08:23:55.792" v="3160" actId="1076"/>
          <ac:spMkLst>
            <pc:docMk/>
            <pc:sldMk cId="828323908" sldId="2510"/>
            <ac:spMk id="10" creationId="{0D130943-8996-BB48-9A55-11914B9BF6EE}"/>
          </ac:spMkLst>
        </pc:spChg>
        <pc:spChg chg="add mod">
          <ac:chgData name="Owais Ahmed" userId="6abc7d4556b3b071" providerId="LiveId" clId="{959CB1E4-7D39-42F6-A5DB-453F49955B70}" dt="2023-07-14T08:25:02.360" v="3212" actId="404"/>
          <ac:spMkLst>
            <pc:docMk/>
            <pc:sldMk cId="828323908" sldId="2510"/>
            <ac:spMk id="11" creationId="{3E2BB547-3501-8DDB-6CF9-AD6AF89A1E2F}"/>
          </ac:spMkLst>
        </pc:spChg>
        <pc:spChg chg="add del mod ord">
          <ac:chgData name="Owais Ahmed" userId="6abc7d4556b3b071" providerId="LiveId" clId="{959CB1E4-7D39-42F6-A5DB-453F49955B70}" dt="2023-07-14T07:46:15.386" v="1906" actId="700"/>
          <ac:spMkLst>
            <pc:docMk/>
            <pc:sldMk cId="828323908" sldId="2510"/>
            <ac:spMk id="11" creationId="{C17079E0-15C8-7A56-DD34-81A86526ADFD}"/>
          </ac:spMkLst>
        </pc:spChg>
        <pc:spChg chg="add del mod ord">
          <ac:chgData name="Owais Ahmed" userId="6abc7d4556b3b071" providerId="LiveId" clId="{959CB1E4-7D39-42F6-A5DB-453F49955B70}" dt="2023-07-14T07:46:15.386" v="1906" actId="700"/>
          <ac:spMkLst>
            <pc:docMk/>
            <pc:sldMk cId="828323908" sldId="2510"/>
            <ac:spMk id="12" creationId="{5A41D88F-B14F-9BF4-C5CE-2CAFB37E8244}"/>
          </ac:spMkLst>
        </pc:spChg>
        <pc:spChg chg="add del mod ord">
          <ac:chgData name="Owais Ahmed" userId="6abc7d4556b3b071" providerId="LiveId" clId="{959CB1E4-7D39-42F6-A5DB-453F49955B70}" dt="2023-07-14T07:46:15.386" v="1906" actId="700"/>
          <ac:spMkLst>
            <pc:docMk/>
            <pc:sldMk cId="828323908" sldId="2510"/>
            <ac:spMk id="13" creationId="{3D028BC6-48FD-855E-8025-742D87BB0943}"/>
          </ac:spMkLst>
        </pc:spChg>
        <pc:spChg chg="add del mod ord">
          <ac:chgData name="Owais Ahmed" userId="6abc7d4556b3b071" providerId="LiveId" clId="{959CB1E4-7D39-42F6-A5DB-453F49955B70}" dt="2023-07-14T07:46:15.386" v="1906" actId="700"/>
          <ac:spMkLst>
            <pc:docMk/>
            <pc:sldMk cId="828323908" sldId="2510"/>
            <ac:spMk id="14" creationId="{9775E9D6-4A26-9340-05E9-6D7279A984BC}"/>
          </ac:spMkLst>
        </pc:spChg>
        <pc:spChg chg="add del mod ord">
          <ac:chgData name="Owais Ahmed" userId="6abc7d4556b3b071" providerId="LiveId" clId="{959CB1E4-7D39-42F6-A5DB-453F49955B70}" dt="2023-07-14T07:46:15.386" v="1906" actId="700"/>
          <ac:spMkLst>
            <pc:docMk/>
            <pc:sldMk cId="828323908" sldId="2510"/>
            <ac:spMk id="15" creationId="{21F2F17D-DF84-AF25-76EF-6F60F02E07C5}"/>
          </ac:spMkLst>
        </pc:spChg>
        <pc:spChg chg="add del mod ord">
          <ac:chgData name="Owais Ahmed" userId="6abc7d4556b3b071" providerId="LiveId" clId="{959CB1E4-7D39-42F6-A5DB-453F49955B70}" dt="2023-07-14T07:46:41.896" v="1939" actId="478"/>
          <ac:spMkLst>
            <pc:docMk/>
            <pc:sldMk cId="828323908" sldId="2510"/>
            <ac:spMk id="16" creationId="{669F00B8-43CC-8B9D-7F5B-52F722738807}"/>
          </ac:spMkLst>
        </pc:spChg>
        <pc:spChg chg="add del mod ord">
          <ac:chgData name="Owais Ahmed" userId="6abc7d4556b3b071" providerId="LiveId" clId="{959CB1E4-7D39-42F6-A5DB-453F49955B70}" dt="2023-07-14T07:46:42.862" v="1940" actId="478"/>
          <ac:spMkLst>
            <pc:docMk/>
            <pc:sldMk cId="828323908" sldId="2510"/>
            <ac:spMk id="17" creationId="{24116BB6-8258-873A-4640-AAF9B58AE974}"/>
          </ac:spMkLst>
        </pc:spChg>
        <pc:spChg chg="add del mod ord">
          <ac:chgData name="Owais Ahmed" userId="6abc7d4556b3b071" providerId="LiveId" clId="{959CB1E4-7D39-42F6-A5DB-453F49955B70}" dt="2023-07-14T07:46:56.045" v="1945" actId="478"/>
          <ac:spMkLst>
            <pc:docMk/>
            <pc:sldMk cId="828323908" sldId="2510"/>
            <ac:spMk id="18" creationId="{1117DE94-9329-9524-3D6B-45CBF2FE9EF6}"/>
          </ac:spMkLst>
        </pc:spChg>
        <pc:spChg chg="add del mod ord">
          <ac:chgData name="Owais Ahmed" userId="6abc7d4556b3b071" providerId="LiveId" clId="{959CB1E4-7D39-42F6-A5DB-453F49955B70}" dt="2023-07-14T07:54:30.944" v="2258" actId="478"/>
          <ac:spMkLst>
            <pc:docMk/>
            <pc:sldMk cId="828323908" sldId="2510"/>
            <ac:spMk id="19" creationId="{6996901C-91C4-D3D5-AF99-347B96E9D94B}"/>
          </ac:spMkLst>
        </pc:spChg>
        <pc:spChg chg="add del mod ord">
          <ac:chgData name="Owais Ahmed" userId="6abc7d4556b3b071" providerId="LiveId" clId="{959CB1E4-7D39-42F6-A5DB-453F49955B70}" dt="2023-07-14T07:54:40.369" v="2261" actId="478"/>
          <ac:spMkLst>
            <pc:docMk/>
            <pc:sldMk cId="828323908" sldId="2510"/>
            <ac:spMk id="20" creationId="{B26AD083-EC28-D45C-8E8A-DA03473A7BCA}"/>
          </ac:spMkLst>
        </pc:spChg>
        <pc:spChg chg="add del mod ord">
          <ac:chgData name="Owais Ahmed" userId="6abc7d4556b3b071" providerId="LiveId" clId="{959CB1E4-7D39-42F6-A5DB-453F49955B70}" dt="2023-07-14T07:54:50.785" v="2265" actId="478"/>
          <ac:spMkLst>
            <pc:docMk/>
            <pc:sldMk cId="828323908" sldId="2510"/>
            <ac:spMk id="21" creationId="{EE359D1F-E0D1-9A96-D985-93DE6A16A91D}"/>
          </ac:spMkLst>
        </pc:spChg>
        <pc:spChg chg="add del mod">
          <ac:chgData name="Owais Ahmed" userId="6abc7d4556b3b071" providerId="LiveId" clId="{959CB1E4-7D39-42F6-A5DB-453F49955B70}" dt="2023-07-14T07:46:54.707" v="1944" actId="478"/>
          <ac:spMkLst>
            <pc:docMk/>
            <pc:sldMk cId="828323908" sldId="2510"/>
            <ac:spMk id="23" creationId="{0AA04083-0270-C4B5-31B3-7512581FA280}"/>
          </ac:spMkLst>
        </pc:spChg>
        <pc:spChg chg="add mod">
          <ac:chgData name="Owais Ahmed" userId="6abc7d4556b3b071" providerId="LiveId" clId="{959CB1E4-7D39-42F6-A5DB-453F49955B70}" dt="2023-07-14T08:09:49.268" v="2834" actId="14100"/>
          <ac:spMkLst>
            <pc:docMk/>
            <pc:sldMk cId="828323908" sldId="2510"/>
            <ac:spMk id="24" creationId="{A19C6AD0-536B-656B-58EE-5EE8FD9FBD66}"/>
          </ac:spMkLst>
        </pc:spChg>
        <pc:spChg chg="mod">
          <ac:chgData name="Owais Ahmed" userId="6abc7d4556b3b071" providerId="LiveId" clId="{959CB1E4-7D39-42F6-A5DB-453F49955B70}" dt="2023-07-14T07:47:28.050" v="1958" actId="20577"/>
          <ac:spMkLst>
            <pc:docMk/>
            <pc:sldMk cId="828323908" sldId="2510"/>
            <ac:spMk id="215" creationId="{00000000-0000-0000-0000-000000000000}"/>
          </ac:spMkLst>
        </pc:spChg>
      </pc:sldChg>
      <pc:sldChg chg="add del">
        <pc:chgData name="Owais Ahmed" userId="6abc7d4556b3b071" providerId="LiveId" clId="{959CB1E4-7D39-42F6-A5DB-453F49955B70}" dt="2023-07-14T08:25:24.177" v="3214" actId="2890"/>
        <pc:sldMkLst>
          <pc:docMk/>
          <pc:sldMk cId="326634930" sldId="2511"/>
        </pc:sldMkLst>
      </pc:sldChg>
      <pc:sldChg chg="addSp delSp modSp add del mod addAnim delAnim modAnim">
        <pc:chgData name="Owais Ahmed" userId="6abc7d4556b3b071" providerId="LiveId" clId="{959CB1E4-7D39-42F6-A5DB-453F49955B70}" dt="2023-07-14T08:22:44.496" v="3120" actId="47"/>
        <pc:sldMkLst>
          <pc:docMk/>
          <pc:sldMk cId="783591075" sldId="2511"/>
        </pc:sldMkLst>
        <pc:spChg chg="mod">
          <ac:chgData name="Owais Ahmed" userId="6abc7d4556b3b071" providerId="LiveId" clId="{959CB1E4-7D39-42F6-A5DB-453F49955B70}" dt="2023-07-14T08:22:41.315" v="3118" actId="14100"/>
          <ac:spMkLst>
            <pc:docMk/>
            <pc:sldMk cId="783591075" sldId="2511"/>
            <ac:spMk id="9" creationId="{719CD7FA-0A20-A310-F301-0858C16C36AA}"/>
          </ac:spMkLst>
        </pc:spChg>
        <pc:spChg chg="mod">
          <ac:chgData name="Owais Ahmed" userId="6abc7d4556b3b071" providerId="LiveId" clId="{959CB1E4-7D39-42F6-A5DB-453F49955B70}" dt="2023-07-14T08:22:41.315" v="3118" actId="14100"/>
          <ac:spMkLst>
            <pc:docMk/>
            <pc:sldMk cId="783591075" sldId="2511"/>
            <ac:spMk id="10" creationId="{0D130943-8996-BB48-9A55-11914B9BF6EE}"/>
          </ac:spMkLst>
        </pc:spChg>
        <pc:spChg chg="add del">
          <ac:chgData name="Owais Ahmed" userId="6abc7d4556b3b071" providerId="LiveId" clId="{959CB1E4-7D39-42F6-A5DB-453F49955B70}" dt="2023-07-14T08:22:41.741" v="3119" actId="478"/>
          <ac:spMkLst>
            <pc:docMk/>
            <pc:sldMk cId="783591075" sldId="2511"/>
            <ac:spMk id="11" creationId="{3E2BB547-3501-8DDB-6CF9-AD6AF89A1E2F}"/>
          </ac:spMkLst>
        </pc:spChg>
      </pc:sldChg>
      <pc:sldChg chg="modSp add mod ord modAnim">
        <pc:chgData name="Owais Ahmed" userId="6abc7d4556b3b071" providerId="LiveId" clId="{959CB1E4-7D39-42F6-A5DB-453F49955B70}" dt="2023-07-14T08:28:26.770" v="3534" actId="20577"/>
        <pc:sldMkLst>
          <pc:docMk/>
          <pc:sldMk cId="1223560295" sldId="2511"/>
        </pc:sldMkLst>
        <pc:spChg chg="mod">
          <ac:chgData name="Owais Ahmed" userId="6abc7d4556b3b071" providerId="LiveId" clId="{959CB1E4-7D39-42F6-A5DB-453F49955B70}" dt="2023-07-14T08:28:26.770" v="3534" actId="20577"/>
          <ac:spMkLst>
            <pc:docMk/>
            <pc:sldMk cId="1223560295" sldId="2511"/>
            <ac:spMk id="3" creationId="{4A1C0383-58FE-E486-295E-B33B8683B938}"/>
          </ac:spMkLst>
        </pc:spChg>
        <pc:spChg chg="mod">
          <ac:chgData name="Owais Ahmed" userId="6abc7d4556b3b071" providerId="LiveId" clId="{959CB1E4-7D39-42F6-A5DB-453F49955B70}" dt="2023-07-14T08:25:34.626" v="3227" actId="20577"/>
          <ac:spMkLst>
            <pc:docMk/>
            <pc:sldMk cId="1223560295" sldId="2511"/>
            <ac:spMk id="215" creationId="{00000000-0000-0000-0000-000000000000}"/>
          </ac:spMkLst>
        </pc:spChg>
      </pc:sldChg>
    </pc:docChg>
  </pc:docChgLst>
  <pc:docChgLst>
    <pc:chgData name="Owais Ahmed" userId="6abc7d4556b3b071" providerId="LiveId" clId="{41E0643A-A144-4690-8197-798831CA2B77}"/>
    <pc:docChg chg="custSel addSld modSld sldOrd">
      <pc:chgData name="Owais Ahmed" userId="6abc7d4556b3b071" providerId="LiveId" clId="{41E0643A-A144-4690-8197-798831CA2B77}" dt="2023-07-16T14:26:46.411" v="7807" actId="20577"/>
      <pc:docMkLst>
        <pc:docMk/>
      </pc:docMkLst>
      <pc:sldChg chg="modSp mod modAnim modNotesTx">
        <pc:chgData name="Owais Ahmed" userId="6abc7d4556b3b071" providerId="LiveId" clId="{41E0643A-A144-4690-8197-798831CA2B77}" dt="2023-07-16T12:09:09.519" v="5658" actId="20577"/>
        <pc:sldMkLst>
          <pc:docMk/>
          <pc:sldMk cId="641030253" sldId="2479"/>
        </pc:sldMkLst>
        <pc:spChg chg="mod">
          <ac:chgData name="Owais Ahmed" userId="6abc7d4556b3b071" providerId="LiveId" clId="{41E0643A-A144-4690-8197-798831CA2B77}" dt="2023-07-16T12:09:09.519" v="5658" actId="20577"/>
          <ac:spMkLst>
            <pc:docMk/>
            <pc:sldMk cId="641030253" sldId="2479"/>
            <ac:spMk id="3" creationId="{4A1C0383-58FE-E486-295E-B33B8683B938}"/>
          </ac:spMkLst>
        </pc:spChg>
      </pc:sldChg>
      <pc:sldChg chg="modSp mod modAnim modNotesTx">
        <pc:chgData name="Owais Ahmed" userId="6abc7d4556b3b071" providerId="LiveId" clId="{41E0643A-A144-4690-8197-798831CA2B77}" dt="2023-07-16T12:09:19.492" v="5660" actId="27636"/>
        <pc:sldMkLst>
          <pc:docMk/>
          <pc:sldMk cId="1742566059" sldId="2504"/>
        </pc:sldMkLst>
        <pc:spChg chg="mod">
          <ac:chgData name="Owais Ahmed" userId="6abc7d4556b3b071" providerId="LiveId" clId="{41E0643A-A144-4690-8197-798831CA2B77}" dt="2023-07-16T12:09:19.492" v="5660" actId="27636"/>
          <ac:spMkLst>
            <pc:docMk/>
            <pc:sldMk cId="1742566059" sldId="2504"/>
            <ac:spMk id="3" creationId="{4A1C0383-58FE-E486-295E-B33B8683B938}"/>
          </ac:spMkLst>
        </pc:spChg>
      </pc:sldChg>
      <pc:sldChg chg="modSp mod modAnim">
        <pc:chgData name="Owais Ahmed" userId="6abc7d4556b3b071" providerId="LiveId" clId="{41E0643A-A144-4690-8197-798831CA2B77}" dt="2023-07-16T07:11:01.322" v="3151" actId="20577"/>
        <pc:sldMkLst>
          <pc:docMk/>
          <pc:sldMk cId="3840363020" sldId="2505"/>
        </pc:sldMkLst>
        <pc:spChg chg="mod">
          <ac:chgData name="Owais Ahmed" userId="6abc7d4556b3b071" providerId="LiveId" clId="{41E0643A-A144-4690-8197-798831CA2B77}" dt="2023-07-16T07:11:01.322" v="3151" actId="20577"/>
          <ac:spMkLst>
            <pc:docMk/>
            <pc:sldMk cId="3840363020" sldId="2505"/>
            <ac:spMk id="3" creationId="{4A1C0383-58FE-E486-295E-B33B8683B938}"/>
          </ac:spMkLst>
        </pc:spChg>
      </pc:sldChg>
      <pc:sldChg chg="modSp mod modAnim">
        <pc:chgData name="Owais Ahmed" userId="6abc7d4556b3b071" providerId="LiveId" clId="{41E0643A-A144-4690-8197-798831CA2B77}" dt="2023-07-16T06:51:09.503" v="544" actId="20577"/>
        <pc:sldMkLst>
          <pc:docMk/>
          <pc:sldMk cId="875357634" sldId="2507"/>
        </pc:sldMkLst>
        <pc:spChg chg="mod">
          <ac:chgData name="Owais Ahmed" userId="6abc7d4556b3b071" providerId="LiveId" clId="{41E0643A-A144-4690-8197-798831CA2B77}" dt="2023-07-16T06:51:09.503" v="544" actId="20577"/>
          <ac:spMkLst>
            <pc:docMk/>
            <pc:sldMk cId="875357634" sldId="2507"/>
            <ac:spMk id="3" creationId="{4A1C0383-58FE-E486-295E-B33B8683B938}"/>
          </ac:spMkLst>
        </pc:spChg>
      </pc:sldChg>
      <pc:sldChg chg="modSp mod modAnim">
        <pc:chgData name="Owais Ahmed" userId="6abc7d4556b3b071" providerId="LiveId" clId="{41E0643A-A144-4690-8197-798831CA2B77}" dt="2023-07-16T13:48:46.661" v="6503" actId="27636"/>
        <pc:sldMkLst>
          <pc:docMk/>
          <pc:sldMk cId="1319355793" sldId="2508"/>
        </pc:sldMkLst>
        <pc:spChg chg="mod">
          <ac:chgData name="Owais Ahmed" userId="6abc7d4556b3b071" providerId="LiveId" clId="{41E0643A-A144-4690-8197-798831CA2B77}" dt="2023-07-16T13:48:46.661" v="6503" actId="27636"/>
          <ac:spMkLst>
            <pc:docMk/>
            <pc:sldMk cId="1319355793" sldId="2508"/>
            <ac:spMk id="3" creationId="{4A1C0383-58FE-E486-295E-B33B8683B938}"/>
          </ac:spMkLst>
        </pc:spChg>
      </pc:sldChg>
      <pc:sldChg chg="modSp add mod modAnim">
        <pc:chgData name="Owais Ahmed" userId="6abc7d4556b3b071" providerId="LiveId" clId="{41E0643A-A144-4690-8197-798831CA2B77}" dt="2023-07-16T07:10:32.858" v="3130" actId="20577"/>
        <pc:sldMkLst>
          <pc:docMk/>
          <pc:sldMk cId="3544083855" sldId="2512"/>
        </pc:sldMkLst>
        <pc:spChg chg="mod">
          <ac:chgData name="Owais Ahmed" userId="6abc7d4556b3b071" providerId="LiveId" clId="{41E0643A-A144-4690-8197-798831CA2B77}" dt="2023-07-16T07:10:32.858" v="3130" actId="20577"/>
          <ac:spMkLst>
            <pc:docMk/>
            <pc:sldMk cId="3544083855" sldId="2512"/>
            <ac:spMk id="3" creationId="{4A1C0383-58FE-E486-295E-B33B8683B938}"/>
          </ac:spMkLst>
        </pc:spChg>
      </pc:sldChg>
      <pc:sldChg chg="modSp add mod modAnim">
        <pc:chgData name="Owais Ahmed" userId="6abc7d4556b3b071" providerId="LiveId" clId="{41E0643A-A144-4690-8197-798831CA2B77}" dt="2023-07-16T07:15:26.248" v="3799" actId="20577"/>
        <pc:sldMkLst>
          <pc:docMk/>
          <pc:sldMk cId="3886361074" sldId="2513"/>
        </pc:sldMkLst>
        <pc:spChg chg="mod">
          <ac:chgData name="Owais Ahmed" userId="6abc7d4556b3b071" providerId="LiveId" clId="{41E0643A-A144-4690-8197-798831CA2B77}" dt="2023-07-16T07:15:26.248" v="3799" actId="20577"/>
          <ac:spMkLst>
            <pc:docMk/>
            <pc:sldMk cId="3886361074" sldId="2513"/>
            <ac:spMk id="3" creationId="{4A1C0383-58FE-E486-295E-B33B8683B938}"/>
          </ac:spMkLst>
        </pc:spChg>
        <pc:spChg chg="mod">
          <ac:chgData name="Owais Ahmed" userId="6abc7d4556b3b071" providerId="LiveId" clId="{41E0643A-A144-4690-8197-798831CA2B77}" dt="2023-07-16T07:11:57.514" v="3213" actId="20577"/>
          <ac:spMkLst>
            <pc:docMk/>
            <pc:sldMk cId="3886361074" sldId="2513"/>
            <ac:spMk id="215" creationId="{00000000-0000-0000-0000-000000000000}"/>
          </ac:spMkLst>
        </pc:spChg>
      </pc:sldChg>
      <pc:sldChg chg="modSp add mod ord modAnim">
        <pc:chgData name="Owais Ahmed" userId="6abc7d4556b3b071" providerId="LiveId" clId="{41E0643A-A144-4690-8197-798831CA2B77}" dt="2023-07-16T13:00:48.609" v="5661" actId="6549"/>
        <pc:sldMkLst>
          <pc:docMk/>
          <pc:sldMk cId="3210411380" sldId="2514"/>
        </pc:sldMkLst>
        <pc:spChg chg="mod">
          <ac:chgData name="Owais Ahmed" userId="6abc7d4556b3b071" providerId="LiveId" clId="{41E0643A-A144-4690-8197-798831CA2B77}" dt="2023-07-16T11:17:36.296" v="5657" actId="20577"/>
          <ac:spMkLst>
            <pc:docMk/>
            <pc:sldMk cId="3210411380" sldId="2514"/>
            <ac:spMk id="3" creationId="{4A1C0383-58FE-E486-295E-B33B8683B938}"/>
          </ac:spMkLst>
        </pc:spChg>
        <pc:spChg chg="mod">
          <ac:chgData name="Owais Ahmed" userId="6abc7d4556b3b071" providerId="LiveId" clId="{41E0643A-A144-4690-8197-798831CA2B77}" dt="2023-07-16T13:00:48.609" v="5661" actId="6549"/>
          <ac:spMkLst>
            <pc:docMk/>
            <pc:sldMk cId="3210411380" sldId="2514"/>
            <ac:spMk id="215" creationId="{00000000-0000-0000-0000-000000000000}"/>
          </ac:spMkLst>
        </pc:spChg>
      </pc:sldChg>
      <pc:sldChg chg="modSp add mod modAnim">
        <pc:chgData name="Owais Ahmed" userId="6abc7d4556b3b071" providerId="LiveId" clId="{41E0643A-A144-4690-8197-798831CA2B77}" dt="2023-07-16T14:24:21.066" v="7786" actId="20577"/>
        <pc:sldMkLst>
          <pc:docMk/>
          <pc:sldMk cId="768535535" sldId="2515"/>
        </pc:sldMkLst>
        <pc:spChg chg="mod">
          <ac:chgData name="Owais Ahmed" userId="6abc7d4556b3b071" providerId="LiveId" clId="{41E0643A-A144-4690-8197-798831CA2B77}" dt="2023-07-16T14:24:21.066" v="7786" actId="20577"/>
          <ac:spMkLst>
            <pc:docMk/>
            <pc:sldMk cId="768535535" sldId="2515"/>
            <ac:spMk id="3" creationId="{4A1C0383-58FE-E486-295E-B33B8683B938}"/>
          </ac:spMkLst>
        </pc:spChg>
        <pc:spChg chg="mod">
          <ac:chgData name="Owais Ahmed" userId="6abc7d4556b3b071" providerId="LiveId" clId="{41E0643A-A144-4690-8197-798831CA2B77}" dt="2023-07-16T13:01:05.640" v="5674" actId="20577"/>
          <ac:spMkLst>
            <pc:docMk/>
            <pc:sldMk cId="768535535" sldId="2515"/>
            <ac:spMk id="215" creationId="{00000000-0000-0000-0000-000000000000}"/>
          </ac:spMkLst>
        </pc:spChg>
      </pc:sldChg>
      <pc:sldChg chg="modSp add mod modAnim">
        <pc:chgData name="Owais Ahmed" userId="6abc7d4556b3b071" providerId="LiveId" clId="{41E0643A-A144-4690-8197-798831CA2B77}" dt="2023-07-16T14:26:46.411" v="7807" actId="20577"/>
        <pc:sldMkLst>
          <pc:docMk/>
          <pc:sldMk cId="538863515" sldId="2516"/>
        </pc:sldMkLst>
        <pc:spChg chg="mod">
          <ac:chgData name="Owais Ahmed" userId="6abc7d4556b3b071" providerId="LiveId" clId="{41E0643A-A144-4690-8197-798831CA2B77}" dt="2023-07-16T14:26:46.411" v="7807" actId="20577"/>
          <ac:spMkLst>
            <pc:docMk/>
            <pc:sldMk cId="538863515" sldId="2516"/>
            <ac:spMk id="3" creationId="{4A1C0383-58FE-E486-295E-B33B8683B938}"/>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pChg chg="mod">
          <ac:chgData name="Owais Ahmed" userId="6abc7d4556b3b071" providerId="LiveId" clId="{5035FDB0-07D6-44A8-AB3F-F14A5006133A}" dt="2023-06-14T19:03:06.273" v="0" actId="20577"/>
          <ac:spMkLst>
            <pc:docMk/>
            <pc:sldMk cId="641030253" sldId="2479"/>
            <ac:spMk id="3" creationId="{4A1C0383-58FE-E486-295E-B33B8683B938}"/>
          </ac:spMkLst>
        </pc:spChg>
      </pc:sldChg>
    </pc:docChg>
  </pc:docChgLst>
  <pc:docChgLst>
    <pc:chgData name="Owais Ahmed" userId="6abc7d4556b3b071" providerId="LiveId" clId="{DB88F97C-3D81-4814-82FC-CD86E708BB16}"/>
    <pc:docChg chg="undo custSel addSld delSld modSld sldOrd">
      <pc:chgData name="Owais Ahmed" userId="6abc7d4556b3b071" providerId="LiveId" clId="{DB88F97C-3D81-4814-82FC-CD86E708BB16}" dt="2023-07-17T13:54:25.791" v="1700" actId="20577"/>
      <pc:docMkLst>
        <pc:docMk/>
      </pc:docMkLst>
      <pc:sldChg chg="modSp mod">
        <pc:chgData name="Owais Ahmed" userId="6abc7d4556b3b071" providerId="LiveId" clId="{DB88F97C-3D81-4814-82FC-CD86E708BB16}" dt="2023-07-17T06:28:30.740" v="1068" actId="20577"/>
        <pc:sldMkLst>
          <pc:docMk/>
          <pc:sldMk cId="146856052" sldId="2503"/>
        </pc:sldMkLst>
        <pc:spChg chg="mod">
          <ac:chgData name="Owais Ahmed" userId="6abc7d4556b3b071" providerId="LiveId" clId="{DB88F97C-3D81-4814-82FC-CD86E708BB16}" dt="2023-07-17T06:28:30.740" v="1068" actId="20577"/>
          <ac:spMkLst>
            <pc:docMk/>
            <pc:sldMk cId="146856052" sldId="2503"/>
            <ac:spMk id="9" creationId="{79DC1498-E692-42BA-B69F-6D37E6CFACA0}"/>
          </ac:spMkLst>
        </pc:spChg>
      </pc:sldChg>
      <pc:sldChg chg="modSp">
        <pc:chgData name="Owais Ahmed" userId="6abc7d4556b3b071" providerId="LiveId" clId="{DB88F97C-3D81-4814-82FC-CD86E708BB16}" dt="2023-07-17T05:14:32.459" v="330" actId="20577"/>
        <pc:sldMkLst>
          <pc:docMk/>
          <pc:sldMk cId="3840363020" sldId="2505"/>
        </pc:sldMkLst>
        <pc:spChg chg="mod">
          <ac:chgData name="Owais Ahmed" userId="6abc7d4556b3b071" providerId="LiveId" clId="{DB88F97C-3D81-4814-82FC-CD86E708BB16}" dt="2023-07-17T05:14:32.459" v="330" actId="20577"/>
          <ac:spMkLst>
            <pc:docMk/>
            <pc:sldMk cId="3840363020" sldId="2505"/>
            <ac:spMk id="3" creationId="{4A1C0383-58FE-E486-295E-B33B8683B938}"/>
          </ac:spMkLst>
        </pc:spChg>
      </pc:sldChg>
      <pc:sldChg chg="delSp modSp mod delAnim modAnim">
        <pc:chgData name="Owais Ahmed" userId="6abc7d4556b3b071" providerId="LiveId" clId="{DB88F97C-3D81-4814-82FC-CD86E708BB16}" dt="2023-07-17T05:54:08.812" v="1062" actId="20577"/>
        <pc:sldMkLst>
          <pc:docMk/>
          <pc:sldMk cId="828323908" sldId="2510"/>
        </pc:sldMkLst>
        <pc:spChg chg="mod">
          <ac:chgData name="Owais Ahmed" userId="6abc7d4556b3b071" providerId="LiveId" clId="{DB88F97C-3D81-4814-82FC-CD86E708BB16}" dt="2023-07-17T05:09:16.292" v="2" actId="27636"/>
          <ac:spMkLst>
            <pc:docMk/>
            <pc:sldMk cId="828323908" sldId="2510"/>
            <ac:spMk id="9" creationId="{719CD7FA-0A20-A310-F301-0858C16C36AA}"/>
          </ac:spMkLst>
        </pc:spChg>
        <pc:spChg chg="mod">
          <ac:chgData name="Owais Ahmed" userId="6abc7d4556b3b071" providerId="LiveId" clId="{DB88F97C-3D81-4814-82FC-CD86E708BB16}" dt="2023-07-17T05:54:03.678" v="1058" actId="20577"/>
          <ac:spMkLst>
            <pc:docMk/>
            <pc:sldMk cId="828323908" sldId="2510"/>
            <ac:spMk id="10" creationId="{0D130943-8996-BB48-9A55-11914B9BF6EE}"/>
          </ac:spMkLst>
        </pc:spChg>
        <pc:spChg chg="del">
          <ac:chgData name="Owais Ahmed" userId="6abc7d4556b3b071" providerId="LiveId" clId="{DB88F97C-3D81-4814-82FC-CD86E708BB16}" dt="2023-07-17T05:09:05.418" v="0" actId="478"/>
          <ac:spMkLst>
            <pc:docMk/>
            <pc:sldMk cId="828323908" sldId="2510"/>
            <ac:spMk id="11" creationId="{3E2BB547-3501-8DDB-6CF9-AD6AF89A1E2F}"/>
          </ac:spMkLst>
        </pc:spChg>
      </pc:sldChg>
      <pc:sldChg chg="modSp mod modAnim">
        <pc:chgData name="Owais Ahmed" userId="6abc7d4556b3b071" providerId="LiveId" clId="{DB88F97C-3D81-4814-82FC-CD86E708BB16}" dt="2023-07-17T12:28:26.740" v="1154" actId="20577"/>
        <pc:sldMkLst>
          <pc:docMk/>
          <pc:sldMk cId="3544083855" sldId="2512"/>
        </pc:sldMkLst>
        <pc:spChg chg="mod">
          <ac:chgData name="Owais Ahmed" userId="6abc7d4556b3b071" providerId="LiveId" clId="{DB88F97C-3D81-4814-82FC-CD86E708BB16}" dt="2023-07-17T12:28:26.740" v="1154" actId="20577"/>
          <ac:spMkLst>
            <pc:docMk/>
            <pc:sldMk cId="3544083855" sldId="2512"/>
            <ac:spMk id="3" creationId="{4A1C0383-58FE-E486-295E-B33B8683B938}"/>
          </ac:spMkLst>
        </pc:spChg>
      </pc:sldChg>
      <pc:sldChg chg="modSp mod modAnim">
        <pc:chgData name="Owais Ahmed" userId="6abc7d4556b3b071" providerId="LiveId" clId="{DB88F97C-3D81-4814-82FC-CD86E708BB16}" dt="2023-07-17T05:45:01.743" v="568" actId="20577"/>
        <pc:sldMkLst>
          <pc:docMk/>
          <pc:sldMk cId="3886361074" sldId="2513"/>
        </pc:sldMkLst>
        <pc:spChg chg="mod">
          <ac:chgData name="Owais Ahmed" userId="6abc7d4556b3b071" providerId="LiveId" clId="{DB88F97C-3D81-4814-82FC-CD86E708BB16}" dt="2023-07-17T05:45:01.743" v="568" actId="20577"/>
          <ac:spMkLst>
            <pc:docMk/>
            <pc:sldMk cId="3886361074" sldId="2513"/>
            <ac:spMk id="3" creationId="{4A1C0383-58FE-E486-295E-B33B8683B938}"/>
          </ac:spMkLst>
        </pc:spChg>
      </pc:sldChg>
      <pc:sldChg chg="modSp modAnim">
        <pc:chgData name="Owais Ahmed" userId="6abc7d4556b3b071" providerId="LiveId" clId="{DB88F97C-3D81-4814-82FC-CD86E708BB16}" dt="2023-07-17T05:45:37.860" v="579" actId="20577"/>
        <pc:sldMkLst>
          <pc:docMk/>
          <pc:sldMk cId="768535535" sldId="2515"/>
        </pc:sldMkLst>
        <pc:spChg chg="mod">
          <ac:chgData name="Owais Ahmed" userId="6abc7d4556b3b071" providerId="LiveId" clId="{DB88F97C-3D81-4814-82FC-CD86E708BB16}" dt="2023-07-17T05:45:37.860" v="579" actId="20577"/>
          <ac:spMkLst>
            <pc:docMk/>
            <pc:sldMk cId="768535535" sldId="2515"/>
            <ac:spMk id="3" creationId="{4A1C0383-58FE-E486-295E-B33B8683B938}"/>
          </ac:spMkLst>
        </pc:spChg>
      </pc:sldChg>
      <pc:sldChg chg="modSp add mod modAnim">
        <pc:chgData name="Owais Ahmed" userId="6abc7d4556b3b071" providerId="LiveId" clId="{DB88F97C-3D81-4814-82FC-CD86E708BB16}" dt="2023-07-17T05:13:44.275" v="304" actId="20577"/>
        <pc:sldMkLst>
          <pc:docMk/>
          <pc:sldMk cId="1026010710" sldId="2517"/>
        </pc:sldMkLst>
        <pc:spChg chg="mod">
          <ac:chgData name="Owais Ahmed" userId="6abc7d4556b3b071" providerId="LiveId" clId="{DB88F97C-3D81-4814-82FC-CD86E708BB16}" dt="2023-07-17T05:13:44.275" v="304" actId="20577"/>
          <ac:spMkLst>
            <pc:docMk/>
            <pc:sldMk cId="1026010710" sldId="2517"/>
            <ac:spMk id="3" creationId="{4A1C0383-58FE-E486-295E-B33B8683B938}"/>
          </ac:spMkLst>
        </pc:spChg>
      </pc:sldChg>
      <pc:sldChg chg="add del">
        <pc:chgData name="Owais Ahmed" userId="6abc7d4556b3b071" providerId="LiveId" clId="{DB88F97C-3D81-4814-82FC-CD86E708BB16}" dt="2023-07-17T05:11:54.424" v="5" actId="2890"/>
        <pc:sldMkLst>
          <pc:docMk/>
          <pc:sldMk cId="2639481800" sldId="2517"/>
        </pc:sldMkLst>
      </pc:sldChg>
      <pc:sldChg chg="modSp add mod ord modAnim">
        <pc:chgData name="Owais Ahmed" userId="6abc7d4556b3b071" providerId="LiveId" clId="{DB88F97C-3D81-4814-82FC-CD86E708BB16}" dt="2023-07-17T05:49:17.325" v="984" actId="5793"/>
        <pc:sldMkLst>
          <pc:docMk/>
          <pc:sldMk cId="2307700478" sldId="2518"/>
        </pc:sldMkLst>
        <pc:spChg chg="mod">
          <ac:chgData name="Owais Ahmed" userId="6abc7d4556b3b071" providerId="LiveId" clId="{DB88F97C-3D81-4814-82FC-CD86E708BB16}" dt="2023-07-17T05:49:17.325" v="984" actId="5793"/>
          <ac:spMkLst>
            <pc:docMk/>
            <pc:sldMk cId="2307700478" sldId="2518"/>
            <ac:spMk id="3" creationId="{4A1C0383-58FE-E486-295E-B33B8683B938}"/>
          </ac:spMkLst>
        </pc:spChg>
        <pc:spChg chg="mod">
          <ac:chgData name="Owais Ahmed" userId="6abc7d4556b3b071" providerId="LiveId" clId="{DB88F97C-3D81-4814-82FC-CD86E708BB16}" dt="2023-07-17T05:46:01.377" v="603" actId="20577"/>
          <ac:spMkLst>
            <pc:docMk/>
            <pc:sldMk cId="2307700478" sldId="2518"/>
            <ac:spMk id="215" creationId="{00000000-0000-0000-0000-000000000000}"/>
          </ac:spMkLst>
        </pc:spChg>
      </pc:sldChg>
      <pc:sldChg chg="addSp modSp add mod modAnim">
        <pc:chgData name="Owais Ahmed" userId="6abc7d4556b3b071" providerId="LiveId" clId="{DB88F97C-3D81-4814-82FC-CD86E708BB16}" dt="2023-07-17T13:54:25.791" v="1700" actId="20577"/>
        <pc:sldMkLst>
          <pc:docMk/>
          <pc:sldMk cId="4143521781" sldId="2519"/>
        </pc:sldMkLst>
        <pc:spChg chg="mod">
          <ac:chgData name="Owais Ahmed" userId="6abc7d4556b3b071" providerId="LiveId" clId="{DB88F97C-3D81-4814-82FC-CD86E708BB16}" dt="2023-07-17T13:54:25.791" v="1700" actId="20577"/>
          <ac:spMkLst>
            <pc:docMk/>
            <pc:sldMk cId="4143521781" sldId="2519"/>
            <ac:spMk id="3" creationId="{4A1C0383-58FE-E486-295E-B33B8683B938}"/>
          </ac:spMkLst>
        </pc:spChg>
        <pc:graphicFrameChg chg="add mod modGraphic">
          <ac:chgData name="Owais Ahmed" userId="6abc7d4556b3b071" providerId="LiveId" clId="{DB88F97C-3D81-4814-82FC-CD86E708BB16}" dt="2023-07-17T13:52:53.805" v="1462" actId="12269"/>
          <ac:graphicFrameMkLst>
            <pc:docMk/>
            <pc:sldMk cId="4143521781" sldId="2519"/>
            <ac:graphicFrameMk id="4" creationId="{C5F005EE-C582-0738-CCEC-AF8DC025C27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2B60FA-EA02-4909-B920-F0A321A5E0C8}" type="doc">
      <dgm:prSet loTypeId="urn:microsoft.com/office/officeart/2005/8/layout/orgChart1" loCatId="hierarchy" qsTypeId="urn:microsoft.com/office/officeart/2005/8/quickstyle/simple2" qsCatId="simple" csTypeId="urn:microsoft.com/office/officeart/2005/8/colors/accent1_1" csCatId="accent1" phldr="1"/>
      <dgm:spPr/>
      <dgm:t>
        <a:bodyPr/>
        <a:lstStyle/>
        <a:p>
          <a:endParaRPr lang="en-US"/>
        </a:p>
      </dgm:t>
    </dgm:pt>
    <dgm:pt modelId="{87A2DB28-9DDD-48E7-800F-07294E0E5276}">
      <dgm:prSet phldrT="[Text]"/>
      <dgm:spPr/>
      <dgm:t>
        <a:bodyPr/>
        <a:lstStyle/>
        <a:p>
          <a:r>
            <a:rPr lang="en-US" dirty="0"/>
            <a:t>Data Structures</a:t>
          </a:r>
        </a:p>
      </dgm:t>
    </dgm:pt>
    <dgm:pt modelId="{161DFFFC-5100-4C6D-904F-42285054E10E}" type="parTrans" cxnId="{2112ED32-2EB7-48CC-BFF8-50AEC4E80B0C}">
      <dgm:prSet/>
      <dgm:spPr/>
      <dgm:t>
        <a:bodyPr/>
        <a:lstStyle/>
        <a:p>
          <a:endParaRPr lang="en-US"/>
        </a:p>
      </dgm:t>
    </dgm:pt>
    <dgm:pt modelId="{67AA01A1-3F5C-4375-8F53-DF64CBC2761F}" type="sibTrans" cxnId="{2112ED32-2EB7-48CC-BFF8-50AEC4E80B0C}">
      <dgm:prSet/>
      <dgm:spPr/>
      <dgm:t>
        <a:bodyPr/>
        <a:lstStyle/>
        <a:p>
          <a:endParaRPr lang="en-US"/>
        </a:p>
      </dgm:t>
    </dgm:pt>
    <dgm:pt modelId="{B1017103-891C-44E8-A24E-C1E96CFC33FA}">
      <dgm:prSet phldrT="[Text]"/>
      <dgm:spPr/>
      <dgm:t>
        <a:bodyPr/>
        <a:lstStyle/>
        <a:p>
          <a:r>
            <a:rPr lang="en-US" dirty="0"/>
            <a:t>Linear</a:t>
          </a:r>
        </a:p>
      </dgm:t>
    </dgm:pt>
    <dgm:pt modelId="{489BFF25-E7B4-4BC7-86A7-1BB30ADC921F}" type="parTrans" cxnId="{CDF08B48-E662-49A1-BB13-30ACF2B6185B}">
      <dgm:prSet/>
      <dgm:spPr/>
      <dgm:t>
        <a:bodyPr/>
        <a:lstStyle/>
        <a:p>
          <a:endParaRPr lang="en-US"/>
        </a:p>
      </dgm:t>
    </dgm:pt>
    <dgm:pt modelId="{A8CD4EDC-30AD-423B-AACC-667F9998D38F}" type="sibTrans" cxnId="{CDF08B48-E662-49A1-BB13-30ACF2B6185B}">
      <dgm:prSet/>
      <dgm:spPr/>
      <dgm:t>
        <a:bodyPr/>
        <a:lstStyle/>
        <a:p>
          <a:endParaRPr lang="en-US"/>
        </a:p>
      </dgm:t>
    </dgm:pt>
    <dgm:pt modelId="{78DBF130-32FC-4BA6-803A-3F7CD786C0BF}">
      <dgm:prSet phldrT="[Text]"/>
      <dgm:spPr/>
      <dgm:t>
        <a:bodyPr/>
        <a:lstStyle/>
        <a:p>
          <a:r>
            <a:rPr lang="en-US" dirty="0"/>
            <a:t>Static</a:t>
          </a:r>
        </a:p>
      </dgm:t>
    </dgm:pt>
    <dgm:pt modelId="{3C6D3D0D-1C08-401B-BC1B-D8F3A8949839}" type="parTrans" cxnId="{568BDE0D-3D67-44AB-94D0-47A452A01FEB}">
      <dgm:prSet/>
      <dgm:spPr/>
      <dgm:t>
        <a:bodyPr/>
        <a:lstStyle/>
        <a:p>
          <a:endParaRPr lang="en-US"/>
        </a:p>
      </dgm:t>
    </dgm:pt>
    <dgm:pt modelId="{270144B8-E835-4432-92BE-9BDE62823C95}" type="sibTrans" cxnId="{568BDE0D-3D67-44AB-94D0-47A452A01FEB}">
      <dgm:prSet/>
      <dgm:spPr/>
      <dgm:t>
        <a:bodyPr/>
        <a:lstStyle/>
        <a:p>
          <a:endParaRPr lang="en-US"/>
        </a:p>
      </dgm:t>
    </dgm:pt>
    <dgm:pt modelId="{06EAA660-F5C9-4FA4-989B-57B46BD5B6A5}">
      <dgm:prSet phldrT="[Text]"/>
      <dgm:spPr/>
      <dgm:t>
        <a:bodyPr/>
        <a:lstStyle/>
        <a:p>
          <a:r>
            <a:rPr lang="en-US" dirty="0"/>
            <a:t>Dynamic</a:t>
          </a:r>
        </a:p>
      </dgm:t>
    </dgm:pt>
    <dgm:pt modelId="{EE94D834-A7C8-496C-9ABC-D93BD95B209C}" type="parTrans" cxnId="{3E8AC059-4DB1-4EEE-BE66-39C428A2C3E0}">
      <dgm:prSet/>
      <dgm:spPr/>
      <dgm:t>
        <a:bodyPr/>
        <a:lstStyle/>
        <a:p>
          <a:endParaRPr lang="en-US"/>
        </a:p>
      </dgm:t>
    </dgm:pt>
    <dgm:pt modelId="{91B9C355-8EFA-423A-A737-67D0B9A1ABDE}" type="sibTrans" cxnId="{3E8AC059-4DB1-4EEE-BE66-39C428A2C3E0}">
      <dgm:prSet/>
      <dgm:spPr/>
      <dgm:t>
        <a:bodyPr/>
        <a:lstStyle/>
        <a:p>
          <a:endParaRPr lang="en-US"/>
        </a:p>
      </dgm:t>
    </dgm:pt>
    <dgm:pt modelId="{266D5E9A-C22F-4B3F-9485-A82078968B2A}">
      <dgm:prSet phldrT="[Text]"/>
      <dgm:spPr/>
      <dgm:t>
        <a:bodyPr/>
        <a:lstStyle/>
        <a:p>
          <a:r>
            <a:rPr lang="en-US" dirty="0"/>
            <a:t>Non-linear</a:t>
          </a:r>
        </a:p>
      </dgm:t>
    </dgm:pt>
    <dgm:pt modelId="{B2740DEC-60AA-4D4C-9179-CC34070E858C}" type="parTrans" cxnId="{965DEBE1-B73C-417B-AB00-3EBE4BE3B413}">
      <dgm:prSet/>
      <dgm:spPr/>
      <dgm:t>
        <a:bodyPr/>
        <a:lstStyle/>
        <a:p>
          <a:endParaRPr lang="en-US"/>
        </a:p>
      </dgm:t>
    </dgm:pt>
    <dgm:pt modelId="{E6DA9EAF-A412-4075-B009-A598D1748B6B}" type="sibTrans" cxnId="{965DEBE1-B73C-417B-AB00-3EBE4BE3B413}">
      <dgm:prSet/>
      <dgm:spPr/>
      <dgm:t>
        <a:bodyPr/>
        <a:lstStyle/>
        <a:p>
          <a:endParaRPr lang="en-US"/>
        </a:p>
      </dgm:t>
    </dgm:pt>
    <dgm:pt modelId="{4AB4DB84-EBA4-4DD6-946E-4B938EECBA01}">
      <dgm:prSet phldrT="[Text]"/>
      <dgm:spPr/>
      <dgm:t>
        <a:bodyPr/>
        <a:lstStyle/>
        <a:p>
          <a:r>
            <a:rPr lang="en-US" dirty="0"/>
            <a:t>Tree</a:t>
          </a:r>
        </a:p>
      </dgm:t>
    </dgm:pt>
    <dgm:pt modelId="{2521A637-F49D-443B-96AE-F9F1C0611F02}" type="parTrans" cxnId="{54970821-124A-4822-8DFF-95D947D879C7}">
      <dgm:prSet/>
      <dgm:spPr/>
      <dgm:t>
        <a:bodyPr/>
        <a:lstStyle/>
        <a:p>
          <a:endParaRPr lang="en-US"/>
        </a:p>
      </dgm:t>
    </dgm:pt>
    <dgm:pt modelId="{88B47C1D-4B4E-4411-B845-66C52B8B0380}" type="sibTrans" cxnId="{54970821-124A-4822-8DFF-95D947D879C7}">
      <dgm:prSet/>
      <dgm:spPr/>
      <dgm:t>
        <a:bodyPr/>
        <a:lstStyle/>
        <a:p>
          <a:endParaRPr lang="en-US"/>
        </a:p>
      </dgm:t>
    </dgm:pt>
    <dgm:pt modelId="{A1A3B258-50EC-477A-A110-39DFC9903CA2}">
      <dgm:prSet phldrT="[Text]"/>
      <dgm:spPr/>
      <dgm:t>
        <a:bodyPr/>
        <a:lstStyle/>
        <a:p>
          <a:r>
            <a:rPr lang="en-US"/>
            <a:t>Arrays</a:t>
          </a:r>
          <a:endParaRPr lang="en-US" dirty="0"/>
        </a:p>
      </dgm:t>
    </dgm:pt>
    <dgm:pt modelId="{566BB880-EA6E-43E7-B345-D93D6DBC7852}" type="parTrans" cxnId="{D2DE4476-EED0-41B4-AA5C-7C43D503E807}">
      <dgm:prSet/>
      <dgm:spPr/>
      <dgm:t>
        <a:bodyPr/>
        <a:lstStyle/>
        <a:p>
          <a:endParaRPr lang="en-US"/>
        </a:p>
      </dgm:t>
    </dgm:pt>
    <dgm:pt modelId="{1B12575F-608E-42B2-B5BB-85FDF46C2094}" type="sibTrans" cxnId="{D2DE4476-EED0-41B4-AA5C-7C43D503E807}">
      <dgm:prSet/>
      <dgm:spPr/>
      <dgm:t>
        <a:bodyPr/>
        <a:lstStyle/>
        <a:p>
          <a:endParaRPr lang="en-US"/>
        </a:p>
      </dgm:t>
    </dgm:pt>
    <dgm:pt modelId="{877147A0-6F92-4EDC-82F6-A5C46D2AD25E}">
      <dgm:prSet phldrT="[Text]"/>
      <dgm:spPr/>
      <dgm:t>
        <a:bodyPr/>
        <a:lstStyle/>
        <a:p>
          <a:r>
            <a:rPr lang="en-US" dirty="0"/>
            <a:t>Linked List</a:t>
          </a:r>
        </a:p>
      </dgm:t>
    </dgm:pt>
    <dgm:pt modelId="{F7982E7C-CD5E-405D-A082-3BC8966CA59A}" type="parTrans" cxnId="{BD62C81E-76A5-4602-BB43-B91DEF3CA6FF}">
      <dgm:prSet/>
      <dgm:spPr/>
      <dgm:t>
        <a:bodyPr/>
        <a:lstStyle/>
        <a:p>
          <a:endParaRPr lang="en-US"/>
        </a:p>
      </dgm:t>
    </dgm:pt>
    <dgm:pt modelId="{7F96C2B0-DC50-4100-A195-18D88495CE99}" type="sibTrans" cxnId="{BD62C81E-76A5-4602-BB43-B91DEF3CA6FF}">
      <dgm:prSet/>
      <dgm:spPr/>
      <dgm:t>
        <a:bodyPr/>
        <a:lstStyle/>
        <a:p>
          <a:endParaRPr lang="en-US"/>
        </a:p>
      </dgm:t>
    </dgm:pt>
    <dgm:pt modelId="{DD8096C7-BBF9-43D5-B237-89D60578EFD3}">
      <dgm:prSet phldrT="[Text]"/>
      <dgm:spPr/>
      <dgm:t>
        <a:bodyPr/>
        <a:lstStyle/>
        <a:p>
          <a:r>
            <a:rPr lang="en-US" dirty="0"/>
            <a:t>Stack</a:t>
          </a:r>
        </a:p>
      </dgm:t>
    </dgm:pt>
    <dgm:pt modelId="{9F544713-5F71-4A63-82DC-3A92C517A9E8}" type="parTrans" cxnId="{06FF5D73-621E-43F8-BF84-A22EA07512A2}">
      <dgm:prSet/>
      <dgm:spPr/>
      <dgm:t>
        <a:bodyPr/>
        <a:lstStyle/>
        <a:p>
          <a:endParaRPr lang="en-US"/>
        </a:p>
      </dgm:t>
    </dgm:pt>
    <dgm:pt modelId="{87D7BA29-6A3B-44CD-8C6A-6916DFAC3212}" type="sibTrans" cxnId="{06FF5D73-621E-43F8-BF84-A22EA07512A2}">
      <dgm:prSet/>
      <dgm:spPr/>
      <dgm:t>
        <a:bodyPr/>
        <a:lstStyle/>
        <a:p>
          <a:endParaRPr lang="en-US"/>
        </a:p>
      </dgm:t>
    </dgm:pt>
    <dgm:pt modelId="{6C619B03-B4A0-4AF7-A0E8-785F708949FA}">
      <dgm:prSet phldrT="[Text]"/>
      <dgm:spPr/>
      <dgm:t>
        <a:bodyPr/>
        <a:lstStyle/>
        <a:p>
          <a:r>
            <a:rPr lang="en-US" dirty="0"/>
            <a:t>Queue</a:t>
          </a:r>
        </a:p>
      </dgm:t>
    </dgm:pt>
    <dgm:pt modelId="{0F4CAE53-C071-4AF7-99B7-B531D41AD3BC}" type="parTrans" cxnId="{D46E4D28-515E-4AC2-8EA5-047BB6EB54A6}">
      <dgm:prSet/>
      <dgm:spPr/>
      <dgm:t>
        <a:bodyPr/>
        <a:lstStyle/>
        <a:p>
          <a:endParaRPr lang="en-US"/>
        </a:p>
      </dgm:t>
    </dgm:pt>
    <dgm:pt modelId="{C8688A2E-256E-4187-BDD2-ED0945745412}" type="sibTrans" cxnId="{D46E4D28-515E-4AC2-8EA5-047BB6EB54A6}">
      <dgm:prSet/>
      <dgm:spPr/>
      <dgm:t>
        <a:bodyPr/>
        <a:lstStyle/>
        <a:p>
          <a:endParaRPr lang="en-US"/>
        </a:p>
      </dgm:t>
    </dgm:pt>
    <dgm:pt modelId="{46FA17A5-CE01-47C0-B3EF-7A913F2D4950}">
      <dgm:prSet phldrT="[Text]"/>
      <dgm:spPr/>
      <dgm:t>
        <a:bodyPr/>
        <a:lstStyle/>
        <a:p>
          <a:r>
            <a:rPr lang="en-US" dirty="0"/>
            <a:t>Graph</a:t>
          </a:r>
        </a:p>
      </dgm:t>
    </dgm:pt>
    <dgm:pt modelId="{365EF535-718E-48A2-BF89-377867240F55}" type="parTrans" cxnId="{F2E8DD24-C8AC-4E86-99A6-1AB25A93C334}">
      <dgm:prSet/>
      <dgm:spPr/>
      <dgm:t>
        <a:bodyPr/>
        <a:lstStyle/>
        <a:p>
          <a:endParaRPr lang="en-US"/>
        </a:p>
      </dgm:t>
    </dgm:pt>
    <dgm:pt modelId="{6E39E0A7-67C8-467D-B1E1-A5FC1EDF75CB}" type="sibTrans" cxnId="{F2E8DD24-C8AC-4E86-99A6-1AB25A93C334}">
      <dgm:prSet/>
      <dgm:spPr/>
      <dgm:t>
        <a:bodyPr/>
        <a:lstStyle/>
        <a:p>
          <a:endParaRPr lang="en-US"/>
        </a:p>
      </dgm:t>
    </dgm:pt>
    <dgm:pt modelId="{44EB3B93-4F00-4759-AFEB-7F6700506F5C}" type="pres">
      <dgm:prSet presAssocID="{A12B60FA-EA02-4909-B920-F0A321A5E0C8}" presName="hierChild1" presStyleCnt="0">
        <dgm:presLayoutVars>
          <dgm:orgChart val="1"/>
          <dgm:chPref val="1"/>
          <dgm:dir/>
          <dgm:animOne val="branch"/>
          <dgm:animLvl val="lvl"/>
          <dgm:resizeHandles/>
        </dgm:presLayoutVars>
      </dgm:prSet>
      <dgm:spPr/>
    </dgm:pt>
    <dgm:pt modelId="{0B6DE77D-7647-4C90-A7D5-F047BD301A13}" type="pres">
      <dgm:prSet presAssocID="{87A2DB28-9DDD-48E7-800F-07294E0E5276}" presName="hierRoot1" presStyleCnt="0">
        <dgm:presLayoutVars>
          <dgm:hierBranch val="init"/>
        </dgm:presLayoutVars>
      </dgm:prSet>
      <dgm:spPr/>
    </dgm:pt>
    <dgm:pt modelId="{AA4407BF-3B6E-4098-91A6-1CC8A7886C15}" type="pres">
      <dgm:prSet presAssocID="{87A2DB28-9DDD-48E7-800F-07294E0E5276}" presName="rootComposite1" presStyleCnt="0"/>
      <dgm:spPr/>
    </dgm:pt>
    <dgm:pt modelId="{D7865FE3-5F36-42DA-8E23-EE0CEF8793E3}" type="pres">
      <dgm:prSet presAssocID="{87A2DB28-9DDD-48E7-800F-07294E0E5276}" presName="rootText1" presStyleLbl="node0" presStyleIdx="0" presStyleCnt="1">
        <dgm:presLayoutVars>
          <dgm:chPref val="3"/>
        </dgm:presLayoutVars>
      </dgm:prSet>
      <dgm:spPr/>
    </dgm:pt>
    <dgm:pt modelId="{FDC4A774-5231-4E58-AC9D-D9AC6F9DCC4F}" type="pres">
      <dgm:prSet presAssocID="{87A2DB28-9DDD-48E7-800F-07294E0E5276}" presName="rootConnector1" presStyleLbl="node1" presStyleIdx="0" presStyleCnt="0"/>
      <dgm:spPr/>
    </dgm:pt>
    <dgm:pt modelId="{FE1896A2-E935-4D49-BA29-3D7CD3FF2B57}" type="pres">
      <dgm:prSet presAssocID="{87A2DB28-9DDD-48E7-800F-07294E0E5276}" presName="hierChild2" presStyleCnt="0"/>
      <dgm:spPr/>
    </dgm:pt>
    <dgm:pt modelId="{A51C4391-D878-411B-B31E-E099A94AA25A}" type="pres">
      <dgm:prSet presAssocID="{489BFF25-E7B4-4BC7-86A7-1BB30ADC921F}" presName="Name37" presStyleLbl="parChTrans1D2" presStyleIdx="0" presStyleCnt="2"/>
      <dgm:spPr/>
    </dgm:pt>
    <dgm:pt modelId="{DFE82507-133F-406C-BCF8-40F056BAAC00}" type="pres">
      <dgm:prSet presAssocID="{B1017103-891C-44E8-A24E-C1E96CFC33FA}" presName="hierRoot2" presStyleCnt="0">
        <dgm:presLayoutVars>
          <dgm:hierBranch val="init"/>
        </dgm:presLayoutVars>
      </dgm:prSet>
      <dgm:spPr/>
    </dgm:pt>
    <dgm:pt modelId="{8FF4E643-A3B6-4588-A907-AA9CCB30702D}" type="pres">
      <dgm:prSet presAssocID="{B1017103-891C-44E8-A24E-C1E96CFC33FA}" presName="rootComposite" presStyleCnt="0"/>
      <dgm:spPr/>
    </dgm:pt>
    <dgm:pt modelId="{4E133E83-86D6-4290-950B-3F25CA07D075}" type="pres">
      <dgm:prSet presAssocID="{B1017103-891C-44E8-A24E-C1E96CFC33FA}" presName="rootText" presStyleLbl="node2" presStyleIdx="0" presStyleCnt="2">
        <dgm:presLayoutVars>
          <dgm:chPref val="3"/>
        </dgm:presLayoutVars>
      </dgm:prSet>
      <dgm:spPr/>
    </dgm:pt>
    <dgm:pt modelId="{7B993029-97CF-4927-B072-FC4F330E7D98}" type="pres">
      <dgm:prSet presAssocID="{B1017103-891C-44E8-A24E-C1E96CFC33FA}" presName="rootConnector" presStyleLbl="node2" presStyleIdx="0" presStyleCnt="2"/>
      <dgm:spPr/>
    </dgm:pt>
    <dgm:pt modelId="{50DBEF8A-DB46-4AE2-A7F2-6823F2326190}" type="pres">
      <dgm:prSet presAssocID="{B1017103-891C-44E8-A24E-C1E96CFC33FA}" presName="hierChild4" presStyleCnt="0"/>
      <dgm:spPr/>
    </dgm:pt>
    <dgm:pt modelId="{52FE4D0B-460A-4596-90CC-D67D8FC658DB}" type="pres">
      <dgm:prSet presAssocID="{3C6D3D0D-1C08-401B-BC1B-D8F3A8949839}" presName="Name37" presStyleLbl="parChTrans1D3" presStyleIdx="0" presStyleCnt="4"/>
      <dgm:spPr/>
    </dgm:pt>
    <dgm:pt modelId="{F7421083-0CED-49E2-AFC1-A8BA4693453D}" type="pres">
      <dgm:prSet presAssocID="{78DBF130-32FC-4BA6-803A-3F7CD786C0BF}" presName="hierRoot2" presStyleCnt="0">
        <dgm:presLayoutVars>
          <dgm:hierBranch val="init"/>
        </dgm:presLayoutVars>
      </dgm:prSet>
      <dgm:spPr/>
    </dgm:pt>
    <dgm:pt modelId="{687E682B-8343-44D9-B569-667C139F3D84}" type="pres">
      <dgm:prSet presAssocID="{78DBF130-32FC-4BA6-803A-3F7CD786C0BF}" presName="rootComposite" presStyleCnt="0"/>
      <dgm:spPr/>
    </dgm:pt>
    <dgm:pt modelId="{71D46459-6791-44AC-8B6C-46DFE4DACB0E}" type="pres">
      <dgm:prSet presAssocID="{78DBF130-32FC-4BA6-803A-3F7CD786C0BF}" presName="rootText" presStyleLbl="node3" presStyleIdx="0" presStyleCnt="4">
        <dgm:presLayoutVars>
          <dgm:chPref val="3"/>
        </dgm:presLayoutVars>
      </dgm:prSet>
      <dgm:spPr/>
    </dgm:pt>
    <dgm:pt modelId="{A9437AAE-783B-4BE0-AE04-6E1329202052}" type="pres">
      <dgm:prSet presAssocID="{78DBF130-32FC-4BA6-803A-3F7CD786C0BF}" presName="rootConnector" presStyleLbl="node3" presStyleIdx="0" presStyleCnt="4"/>
      <dgm:spPr/>
    </dgm:pt>
    <dgm:pt modelId="{AD7AF290-7E33-4751-814E-84B899C7FDC1}" type="pres">
      <dgm:prSet presAssocID="{78DBF130-32FC-4BA6-803A-3F7CD786C0BF}" presName="hierChild4" presStyleCnt="0"/>
      <dgm:spPr/>
    </dgm:pt>
    <dgm:pt modelId="{93B15E0E-6ADC-42FA-8CC8-D835ED4DA01D}" type="pres">
      <dgm:prSet presAssocID="{566BB880-EA6E-43E7-B345-D93D6DBC7852}" presName="Name37" presStyleLbl="parChTrans1D4" presStyleIdx="0" presStyleCnt="4"/>
      <dgm:spPr/>
    </dgm:pt>
    <dgm:pt modelId="{5CACD338-47D6-4462-84AE-EF8C045C80E1}" type="pres">
      <dgm:prSet presAssocID="{A1A3B258-50EC-477A-A110-39DFC9903CA2}" presName="hierRoot2" presStyleCnt="0">
        <dgm:presLayoutVars>
          <dgm:hierBranch val="init"/>
        </dgm:presLayoutVars>
      </dgm:prSet>
      <dgm:spPr/>
    </dgm:pt>
    <dgm:pt modelId="{63311F15-6DCD-4C90-81D8-28D5F925AB2B}" type="pres">
      <dgm:prSet presAssocID="{A1A3B258-50EC-477A-A110-39DFC9903CA2}" presName="rootComposite" presStyleCnt="0"/>
      <dgm:spPr/>
    </dgm:pt>
    <dgm:pt modelId="{03D66BEC-7188-4853-8415-A18D295EAA00}" type="pres">
      <dgm:prSet presAssocID="{A1A3B258-50EC-477A-A110-39DFC9903CA2}" presName="rootText" presStyleLbl="node4" presStyleIdx="0" presStyleCnt="4">
        <dgm:presLayoutVars>
          <dgm:chPref val="3"/>
        </dgm:presLayoutVars>
      </dgm:prSet>
      <dgm:spPr/>
    </dgm:pt>
    <dgm:pt modelId="{0230E248-51AB-4CF1-960D-F5B33D052DDB}" type="pres">
      <dgm:prSet presAssocID="{A1A3B258-50EC-477A-A110-39DFC9903CA2}" presName="rootConnector" presStyleLbl="node4" presStyleIdx="0" presStyleCnt="4"/>
      <dgm:spPr/>
    </dgm:pt>
    <dgm:pt modelId="{1768AD59-01CF-4A94-9F05-210B64CED8ED}" type="pres">
      <dgm:prSet presAssocID="{A1A3B258-50EC-477A-A110-39DFC9903CA2}" presName="hierChild4" presStyleCnt="0"/>
      <dgm:spPr/>
    </dgm:pt>
    <dgm:pt modelId="{C2520654-4F3B-487C-ACBB-9D1A145068A4}" type="pres">
      <dgm:prSet presAssocID="{A1A3B258-50EC-477A-A110-39DFC9903CA2}" presName="hierChild5" presStyleCnt="0"/>
      <dgm:spPr/>
    </dgm:pt>
    <dgm:pt modelId="{E8E76E8C-F5A4-4A53-931B-EA9F93638EFE}" type="pres">
      <dgm:prSet presAssocID="{78DBF130-32FC-4BA6-803A-3F7CD786C0BF}" presName="hierChild5" presStyleCnt="0"/>
      <dgm:spPr/>
    </dgm:pt>
    <dgm:pt modelId="{9327ACAF-A991-41CC-9847-25DF8FF9F517}" type="pres">
      <dgm:prSet presAssocID="{EE94D834-A7C8-496C-9ABC-D93BD95B209C}" presName="Name37" presStyleLbl="parChTrans1D3" presStyleIdx="1" presStyleCnt="4"/>
      <dgm:spPr/>
    </dgm:pt>
    <dgm:pt modelId="{A1CC9040-FF81-4591-B0EC-780AC7078E19}" type="pres">
      <dgm:prSet presAssocID="{06EAA660-F5C9-4FA4-989B-57B46BD5B6A5}" presName="hierRoot2" presStyleCnt="0">
        <dgm:presLayoutVars>
          <dgm:hierBranch val="init"/>
        </dgm:presLayoutVars>
      </dgm:prSet>
      <dgm:spPr/>
    </dgm:pt>
    <dgm:pt modelId="{FE6E0C93-872E-44E7-A3AB-2DFFC1EF863D}" type="pres">
      <dgm:prSet presAssocID="{06EAA660-F5C9-4FA4-989B-57B46BD5B6A5}" presName="rootComposite" presStyleCnt="0"/>
      <dgm:spPr/>
    </dgm:pt>
    <dgm:pt modelId="{0FE9E422-AB9B-4295-882C-D45649762FCB}" type="pres">
      <dgm:prSet presAssocID="{06EAA660-F5C9-4FA4-989B-57B46BD5B6A5}" presName="rootText" presStyleLbl="node3" presStyleIdx="1" presStyleCnt="4">
        <dgm:presLayoutVars>
          <dgm:chPref val="3"/>
        </dgm:presLayoutVars>
      </dgm:prSet>
      <dgm:spPr/>
    </dgm:pt>
    <dgm:pt modelId="{91AAD2BD-0B12-480C-875C-B8BA3A67DFC4}" type="pres">
      <dgm:prSet presAssocID="{06EAA660-F5C9-4FA4-989B-57B46BD5B6A5}" presName="rootConnector" presStyleLbl="node3" presStyleIdx="1" presStyleCnt="4"/>
      <dgm:spPr/>
    </dgm:pt>
    <dgm:pt modelId="{E1D863F9-684B-444E-A93F-5E2A1C00CB7D}" type="pres">
      <dgm:prSet presAssocID="{06EAA660-F5C9-4FA4-989B-57B46BD5B6A5}" presName="hierChild4" presStyleCnt="0"/>
      <dgm:spPr/>
    </dgm:pt>
    <dgm:pt modelId="{E1BF0F32-7E8C-43DE-8F86-2186C89FF6DB}" type="pres">
      <dgm:prSet presAssocID="{F7982E7C-CD5E-405D-A082-3BC8966CA59A}" presName="Name37" presStyleLbl="parChTrans1D4" presStyleIdx="1" presStyleCnt="4"/>
      <dgm:spPr/>
    </dgm:pt>
    <dgm:pt modelId="{73DCA836-0E9A-4771-BDDB-E4B5A3B9E980}" type="pres">
      <dgm:prSet presAssocID="{877147A0-6F92-4EDC-82F6-A5C46D2AD25E}" presName="hierRoot2" presStyleCnt="0">
        <dgm:presLayoutVars>
          <dgm:hierBranch val="init"/>
        </dgm:presLayoutVars>
      </dgm:prSet>
      <dgm:spPr/>
    </dgm:pt>
    <dgm:pt modelId="{B1C8A1C7-6D5F-44C5-A158-C07FF156C255}" type="pres">
      <dgm:prSet presAssocID="{877147A0-6F92-4EDC-82F6-A5C46D2AD25E}" presName="rootComposite" presStyleCnt="0"/>
      <dgm:spPr/>
    </dgm:pt>
    <dgm:pt modelId="{7705D9D8-9B31-4990-B220-71854AD02696}" type="pres">
      <dgm:prSet presAssocID="{877147A0-6F92-4EDC-82F6-A5C46D2AD25E}" presName="rootText" presStyleLbl="node4" presStyleIdx="1" presStyleCnt="4">
        <dgm:presLayoutVars>
          <dgm:chPref val="3"/>
        </dgm:presLayoutVars>
      </dgm:prSet>
      <dgm:spPr/>
    </dgm:pt>
    <dgm:pt modelId="{330EC37B-A20F-4D50-8725-CA1CC1D65F1C}" type="pres">
      <dgm:prSet presAssocID="{877147A0-6F92-4EDC-82F6-A5C46D2AD25E}" presName="rootConnector" presStyleLbl="node4" presStyleIdx="1" presStyleCnt="4"/>
      <dgm:spPr/>
    </dgm:pt>
    <dgm:pt modelId="{72BDE3E5-6778-42B0-9952-23A5F7196E9C}" type="pres">
      <dgm:prSet presAssocID="{877147A0-6F92-4EDC-82F6-A5C46D2AD25E}" presName="hierChild4" presStyleCnt="0"/>
      <dgm:spPr/>
    </dgm:pt>
    <dgm:pt modelId="{F3C0AF71-5478-4E6E-BF33-F8CAD34B9150}" type="pres">
      <dgm:prSet presAssocID="{877147A0-6F92-4EDC-82F6-A5C46D2AD25E}" presName="hierChild5" presStyleCnt="0"/>
      <dgm:spPr/>
    </dgm:pt>
    <dgm:pt modelId="{E3189781-8099-439B-BEAC-63BCAEA1F8A4}" type="pres">
      <dgm:prSet presAssocID="{9F544713-5F71-4A63-82DC-3A92C517A9E8}" presName="Name37" presStyleLbl="parChTrans1D4" presStyleIdx="2" presStyleCnt="4"/>
      <dgm:spPr/>
    </dgm:pt>
    <dgm:pt modelId="{B978210B-B84D-40CE-AC11-9EBD68B8F711}" type="pres">
      <dgm:prSet presAssocID="{DD8096C7-BBF9-43D5-B237-89D60578EFD3}" presName="hierRoot2" presStyleCnt="0">
        <dgm:presLayoutVars>
          <dgm:hierBranch val="init"/>
        </dgm:presLayoutVars>
      </dgm:prSet>
      <dgm:spPr/>
    </dgm:pt>
    <dgm:pt modelId="{3EA08B7A-A178-4F7C-9761-7DF80A5D4566}" type="pres">
      <dgm:prSet presAssocID="{DD8096C7-BBF9-43D5-B237-89D60578EFD3}" presName="rootComposite" presStyleCnt="0"/>
      <dgm:spPr/>
    </dgm:pt>
    <dgm:pt modelId="{691A80CC-3971-4D86-A260-4E13407DAA75}" type="pres">
      <dgm:prSet presAssocID="{DD8096C7-BBF9-43D5-B237-89D60578EFD3}" presName="rootText" presStyleLbl="node4" presStyleIdx="2" presStyleCnt="4">
        <dgm:presLayoutVars>
          <dgm:chPref val="3"/>
        </dgm:presLayoutVars>
      </dgm:prSet>
      <dgm:spPr/>
    </dgm:pt>
    <dgm:pt modelId="{9E90885E-B278-4F6A-B487-71272E13DC91}" type="pres">
      <dgm:prSet presAssocID="{DD8096C7-BBF9-43D5-B237-89D60578EFD3}" presName="rootConnector" presStyleLbl="node4" presStyleIdx="2" presStyleCnt="4"/>
      <dgm:spPr/>
    </dgm:pt>
    <dgm:pt modelId="{9CD6B5FC-FB49-431D-8BD1-B2EF6287802D}" type="pres">
      <dgm:prSet presAssocID="{DD8096C7-BBF9-43D5-B237-89D60578EFD3}" presName="hierChild4" presStyleCnt="0"/>
      <dgm:spPr/>
    </dgm:pt>
    <dgm:pt modelId="{6E165C0F-1378-491F-B21E-7DEF601BD403}" type="pres">
      <dgm:prSet presAssocID="{DD8096C7-BBF9-43D5-B237-89D60578EFD3}" presName="hierChild5" presStyleCnt="0"/>
      <dgm:spPr/>
    </dgm:pt>
    <dgm:pt modelId="{C5D191A6-1DD0-42DF-9C1B-3742BC01DD45}" type="pres">
      <dgm:prSet presAssocID="{0F4CAE53-C071-4AF7-99B7-B531D41AD3BC}" presName="Name37" presStyleLbl="parChTrans1D4" presStyleIdx="3" presStyleCnt="4"/>
      <dgm:spPr/>
    </dgm:pt>
    <dgm:pt modelId="{B98EA62D-93AA-4F53-AC19-B46847644FF8}" type="pres">
      <dgm:prSet presAssocID="{6C619B03-B4A0-4AF7-A0E8-785F708949FA}" presName="hierRoot2" presStyleCnt="0">
        <dgm:presLayoutVars>
          <dgm:hierBranch val="init"/>
        </dgm:presLayoutVars>
      </dgm:prSet>
      <dgm:spPr/>
    </dgm:pt>
    <dgm:pt modelId="{22BC0F3E-08D8-41B8-9980-0A988A407B5B}" type="pres">
      <dgm:prSet presAssocID="{6C619B03-B4A0-4AF7-A0E8-785F708949FA}" presName="rootComposite" presStyleCnt="0"/>
      <dgm:spPr/>
    </dgm:pt>
    <dgm:pt modelId="{5A799834-459A-4176-BD9E-91CF6EB5AAAA}" type="pres">
      <dgm:prSet presAssocID="{6C619B03-B4A0-4AF7-A0E8-785F708949FA}" presName="rootText" presStyleLbl="node4" presStyleIdx="3" presStyleCnt="4">
        <dgm:presLayoutVars>
          <dgm:chPref val="3"/>
        </dgm:presLayoutVars>
      </dgm:prSet>
      <dgm:spPr/>
    </dgm:pt>
    <dgm:pt modelId="{8089C5C7-046A-49F7-9148-394ED7A167E1}" type="pres">
      <dgm:prSet presAssocID="{6C619B03-B4A0-4AF7-A0E8-785F708949FA}" presName="rootConnector" presStyleLbl="node4" presStyleIdx="3" presStyleCnt="4"/>
      <dgm:spPr/>
    </dgm:pt>
    <dgm:pt modelId="{7805FFC0-4AD4-431C-9D3C-698CE27AFCD4}" type="pres">
      <dgm:prSet presAssocID="{6C619B03-B4A0-4AF7-A0E8-785F708949FA}" presName="hierChild4" presStyleCnt="0"/>
      <dgm:spPr/>
    </dgm:pt>
    <dgm:pt modelId="{443B90F3-9695-4013-A844-6759FA2AFD65}" type="pres">
      <dgm:prSet presAssocID="{6C619B03-B4A0-4AF7-A0E8-785F708949FA}" presName="hierChild5" presStyleCnt="0"/>
      <dgm:spPr/>
    </dgm:pt>
    <dgm:pt modelId="{E75BB4B1-D507-4C35-A9F1-62A504EEBB69}" type="pres">
      <dgm:prSet presAssocID="{06EAA660-F5C9-4FA4-989B-57B46BD5B6A5}" presName="hierChild5" presStyleCnt="0"/>
      <dgm:spPr/>
    </dgm:pt>
    <dgm:pt modelId="{A13570FE-DA4E-4DB9-BB35-776EB835F5E6}" type="pres">
      <dgm:prSet presAssocID="{B1017103-891C-44E8-A24E-C1E96CFC33FA}" presName="hierChild5" presStyleCnt="0"/>
      <dgm:spPr/>
    </dgm:pt>
    <dgm:pt modelId="{97E2BA77-18E9-403F-9FDA-ED0DDD2D0ACD}" type="pres">
      <dgm:prSet presAssocID="{B2740DEC-60AA-4D4C-9179-CC34070E858C}" presName="Name37" presStyleLbl="parChTrans1D2" presStyleIdx="1" presStyleCnt="2"/>
      <dgm:spPr/>
    </dgm:pt>
    <dgm:pt modelId="{8A982CB8-50CF-4581-86F9-3A73656437AC}" type="pres">
      <dgm:prSet presAssocID="{266D5E9A-C22F-4B3F-9485-A82078968B2A}" presName="hierRoot2" presStyleCnt="0">
        <dgm:presLayoutVars>
          <dgm:hierBranch val="init"/>
        </dgm:presLayoutVars>
      </dgm:prSet>
      <dgm:spPr/>
    </dgm:pt>
    <dgm:pt modelId="{52D2F8B2-339E-4659-A1D9-F356BC5F9044}" type="pres">
      <dgm:prSet presAssocID="{266D5E9A-C22F-4B3F-9485-A82078968B2A}" presName="rootComposite" presStyleCnt="0"/>
      <dgm:spPr/>
    </dgm:pt>
    <dgm:pt modelId="{4640D1BF-902C-4BF5-AA4A-D07144B51004}" type="pres">
      <dgm:prSet presAssocID="{266D5E9A-C22F-4B3F-9485-A82078968B2A}" presName="rootText" presStyleLbl="node2" presStyleIdx="1" presStyleCnt="2">
        <dgm:presLayoutVars>
          <dgm:chPref val="3"/>
        </dgm:presLayoutVars>
      </dgm:prSet>
      <dgm:spPr/>
    </dgm:pt>
    <dgm:pt modelId="{A591A3E7-85CB-4A52-A740-1D97D86E05A3}" type="pres">
      <dgm:prSet presAssocID="{266D5E9A-C22F-4B3F-9485-A82078968B2A}" presName="rootConnector" presStyleLbl="node2" presStyleIdx="1" presStyleCnt="2"/>
      <dgm:spPr/>
    </dgm:pt>
    <dgm:pt modelId="{2E7A8033-9E59-450D-BF04-68C743B8183B}" type="pres">
      <dgm:prSet presAssocID="{266D5E9A-C22F-4B3F-9485-A82078968B2A}" presName="hierChild4" presStyleCnt="0"/>
      <dgm:spPr/>
    </dgm:pt>
    <dgm:pt modelId="{36870469-6FB1-4BE6-8718-1FEA9FF7A409}" type="pres">
      <dgm:prSet presAssocID="{2521A637-F49D-443B-96AE-F9F1C0611F02}" presName="Name37" presStyleLbl="parChTrans1D3" presStyleIdx="2" presStyleCnt="4"/>
      <dgm:spPr/>
    </dgm:pt>
    <dgm:pt modelId="{A89A55A3-4B8A-4B06-9C85-2DBA0150DC35}" type="pres">
      <dgm:prSet presAssocID="{4AB4DB84-EBA4-4DD6-946E-4B938EECBA01}" presName="hierRoot2" presStyleCnt="0">
        <dgm:presLayoutVars>
          <dgm:hierBranch val="init"/>
        </dgm:presLayoutVars>
      </dgm:prSet>
      <dgm:spPr/>
    </dgm:pt>
    <dgm:pt modelId="{7C9F7906-E0E9-4550-A4F6-F9B578D77D95}" type="pres">
      <dgm:prSet presAssocID="{4AB4DB84-EBA4-4DD6-946E-4B938EECBA01}" presName="rootComposite" presStyleCnt="0"/>
      <dgm:spPr/>
    </dgm:pt>
    <dgm:pt modelId="{F918C308-24BC-4D98-8C48-4CAD7E81116A}" type="pres">
      <dgm:prSet presAssocID="{4AB4DB84-EBA4-4DD6-946E-4B938EECBA01}" presName="rootText" presStyleLbl="node3" presStyleIdx="2" presStyleCnt="4">
        <dgm:presLayoutVars>
          <dgm:chPref val="3"/>
        </dgm:presLayoutVars>
      </dgm:prSet>
      <dgm:spPr/>
    </dgm:pt>
    <dgm:pt modelId="{69C847FB-6E5E-4129-8FC2-D1FFE6CFD0F1}" type="pres">
      <dgm:prSet presAssocID="{4AB4DB84-EBA4-4DD6-946E-4B938EECBA01}" presName="rootConnector" presStyleLbl="node3" presStyleIdx="2" presStyleCnt="4"/>
      <dgm:spPr/>
    </dgm:pt>
    <dgm:pt modelId="{F4A71F51-252D-48F6-80B3-2E349C60E639}" type="pres">
      <dgm:prSet presAssocID="{4AB4DB84-EBA4-4DD6-946E-4B938EECBA01}" presName="hierChild4" presStyleCnt="0"/>
      <dgm:spPr/>
    </dgm:pt>
    <dgm:pt modelId="{290B3575-B2E2-4866-AD39-BA030AA382B3}" type="pres">
      <dgm:prSet presAssocID="{4AB4DB84-EBA4-4DD6-946E-4B938EECBA01}" presName="hierChild5" presStyleCnt="0"/>
      <dgm:spPr/>
    </dgm:pt>
    <dgm:pt modelId="{9F4950E7-BD82-4CF0-86C9-66664B9F9483}" type="pres">
      <dgm:prSet presAssocID="{365EF535-718E-48A2-BF89-377867240F55}" presName="Name37" presStyleLbl="parChTrans1D3" presStyleIdx="3" presStyleCnt="4"/>
      <dgm:spPr/>
    </dgm:pt>
    <dgm:pt modelId="{337D6C78-383C-4546-AFD1-05D782EFD7C0}" type="pres">
      <dgm:prSet presAssocID="{46FA17A5-CE01-47C0-B3EF-7A913F2D4950}" presName="hierRoot2" presStyleCnt="0">
        <dgm:presLayoutVars>
          <dgm:hierBranch val="init"/>
        </dgm:presLayoutVars>
      </dgm:prSet>
      <dgm:spPr/>
    </dgm:pt>
    <dgm:pt modelId="{5D1E7B32-F3BF-464D-A986-4CCA57E4E023}" type="pres">
      <dgm:prSet presAssocID="{46FA17A5-CE01-47C0-B3EF-7A913F2D4950}" presName="rootComposite" presStyleCnt="0"/>
      <dgm:spPr/>
    </dgm:pt>
    <dgm:pt modelId="{22C468BD-F35D-4011-9817-8AA9970A603A}" type="pres">
      <dgm:prSet presAssocID="{46FA17A5-CE01-47C0-B3EF-7A913F2D4950}" presName="rootText" presStyleLbl="node3" presStyleIdx="3" presStyleCnt="4">
        <dgm:presLayoutVars>
          <dgm:chPref val="3"/>
        </dgm:presLayoutVars>
      </dgm:prSet>
      <dgm:spPr/>
    </dgm:pt>
    <dgm:pt modelId="{57E76C70-FF08-4E24-AE75-6A9850740FDD}" type="pres">
      <dgm:prSet presAssocID="{46FA17A5-CE01-47C0-B3EF-7A913F2D4950}" presName="rootConnector" presStyleLbl="node3" presStyleIdx="3" presStyleCnt="4"/>
      <dgm:spPr/>
    </dgm:pt>
    <dgm:pt modelId="{79C3E6F2-C709-4B1B-BA3A-D82AA83AB6B1}" type="pres">
      <dgm:prSet presAssocID="{46FA17A5-CE01-47C0-B3EF-7A913F2D4950}" presName="hierChild4" presStyleCnt="0"/>
      <dgm:spPr/>
    </dgm:pt>
    <dgm:pt modelId="{08CDEF61-1F89-48BC-AD39-50DC39A1DFC8}" type="pres">
      <dgm:prSet presAssocID="{46FA17A5-CE01-47C0-B3EF-7A913F2D4950}" presName="hierChild5" presStyleCnt="0"/>
      <dgm:spPr/>
    </dgm:pt>
    <dgm:pt modelId="{12334A4E-E8DA-44E1-9CB5-1A944A2ACE9D}" type="pres">
      <dgm:prSet presAssocID="{266D5E9A-C22F-4B3F-9485-A82078968B2A}" presName="hierChild5" presStyleCnt="0"/>
      <dgm:spPr/>
    </dgm:pt>
    <dgm:pt modelId="{8A0B2012-250A-4B14-B339-584D61F91984}" type="pres">
      <dgm:prSet presAssocID="{87A2DB28-9DDD-48E7-800F-07294E0E5276}" presName="hierChild3" presStyleCnt="0"/>
      <dgm:spPr/>
    </dgm:pt>
  </dgm:ptLst>
  <dgm:cxnLst>
    <dgm:cxn modelId="{1BBBDF00-A315-40F1-A86F-0D2015076947}" type="presOf" srcId="{3C6D3D0D-1C08-401B-BC1B-D8F3A8949839}" destId="{52FE4D0B-460A-4596-90CC-D67D8FC658DB}" srcOrd="0" destOrd="0" presId="urn:microsoft.com/office/officeart/2005/8/layout/orgChart1"/>
    <dgm:cxn modelId="{9E6C1F04-61D7-4797-897D-1EA627737CE7}" type="presOf" srcId="{B2740DEC-60AA-4D4C-9179-CC34070E858C}" destId="{97E2BA77-18E9-403F-9FDA-ED0DDD2D0ACD}" srcOrd="0" destOrd="0" presId="urn:microsoft.com/office/officeart/2005/8/layout/orgChart1"/>
    <dgm:cxn modelId="{AF488609-7DC4-4140-9F46-105432A83348}" type="presOf" srcId="{DD8096C7-BBF9-43D5-B237-89D60578EFD3}" destId="{9E90885E-B278-4F6A-B487-71272E13DC91}" srcOrd="1" destOrd="0" presId="urn:microsoft.com/office/officeart/2005/8/layout/orgChart1"/>
    <dgm:cxn modelId="{568BDE0D-3D67-44AB-94D0-47A452A01FEB}" srcId="{B1017103-891C-44E8-A24E-C1E96CFC33FA}" destId="{78DBF130-32FC-4BA6-803A-3F7CD786C0BF}" srcOrd="0" destOrd="0" parTransId="{3C6D3D0D-1C08-401B-BC1B-D8F3A8949839}" sibTransId="{270144B8-E835-4432-92BE-9BDE62823C95}"/>
    <dgm:cxn modelId="{ADEC630F-907A-422E-A2B1-8141E8F37652}" type="presOf" srcId="{877147A0-6F92-4EDC-82F6-A5C46D2AD25E}" destId="{330EC37B-A20F-4D50-8725-CA1CC1D65F1C}" srcOrd="1" destOrd="0" presId="urn:microsoft.com/office/officeart/2005/8/layout/orgChart1"/>
    <dgm:cxn modelId="{BD62C81E-76A5-4602-BB43-B91DEF3CA6FF}" srcId="{06EAA660-F5C9-4FA4-989B-57B46BD5B6A5}" destId="{877147A0-6F92-4EDC-82F6-A5C46D2AD25E}" srcOrd="0" destOrd="0" parTransId="{F7982E7C-CD5E-405D-A082-3BC8966CA59A}" sibTransId="{7F96C2B0-DC50-4100-A195-18D88495CE99}"/>
    <dgm:cxn modelId="{54970821-124A-4822-8DFF-95D947D879C7}" srcId="{266D5E9A-C22F-4B3F-9485-A82078968B2A}" destId="{4AB4DB84-EBA4-4DD6-946E-4B938EECBA01}" srcOrd="0" destOrd="0" parTransId="{2521A637-F49D-443B-96AE-F9F1C0611F02}" sibTransId="{88B47C1D-4B4E-4411-B845-66C52B8B0380}"/>
    <dgm:cxn modelId="{AFF2CF22-3B6D-4F37-A1D9-D3E67CF27876}" type="presOf" srcId="{DD8096C7-BBF9-43D5-B237-89D60578EFD3}" destId="{691A80CC-3971-4D86-A260-4E13407DAA75}" srcOrd="0" destOrd="0" presId="urn:microsoft.com/office/officeart/2005/8/layout/orgChart1"/>
    <dgm:cxn modelId="{F2E8DD24-C8AC-4E86-99A6-1AB25A93C334}" srcId="{266D5E9A-C22F-4B3F-9485-A82078968B2A}" destId="{46FA17A5-CE01-47C0-B3EF-7A913F2D4950}" srcOrd="1" destOrd="0" parTransId="{365EF535-718E-48A2-BF89-377867240F55}" sibTransId="{6E39E0A7-67C8-467D-B1E1-A5FC1EDF75CB}"/>
    <dgm:cxn modelId="{D46E4D28-515E-4AC2-8EA5-047BB6EB54A6}" srcId="{06EAA660-F5C9-4FA4-989B-57B46BD5B6A5}" destId="{6C619B03-B4A0-4AF7-A0E8-785F708949FA}" srcOrd="2" destOrd="0" parTransId="{0F4CAE53-C071-4AF7-99B7-B531D41AD3BC}" sibTransId="{C8688A2E-256E-4187-BDD2-ED0945745412}"/>
    <dgm:cxn modelId="{C8ABD92A-7FD8-4516-A94F-3BB356A47DF4}" type="presOf" srcId="{566BB880-EA6E-43E7-B345-D93D6DBC7852}" destId="{93B15E0E-6ADC-42FA-8CC8-D835ED4DA01D}" srcOrd="0" destOrd="0" presId="urn:microsoft.com/office/officeart/2005/8/layout/orgChart1"/>
    <dgm:cxn modelId="{A81C922B-D5A1-4AB2-B872-B62F7C294A3C}" type="presOf" srcId="{46FA17A5-CE01-47C0-B3EF-7A913F2D4950}" destId="{22C468BD-F35D-4011-9817-8AA9970A603A}" srcOrd="0" destOrd="0" presId="urn:microsoft.com/office/officeart/2005/8/layout/orgChart1"/>
    <dgm:cxn modelId="{2112ED32-2EB7-48CC-BFF8-50AEC4E80B0C}" srcId="{A12B60FA-EA02-4909-B920-F0A321A5E0C8}" destId="{87A2DB28-9DDD-48E7-800F-07294E0E5276}" srcOrd="0" destOrd="0" parTransId="{161DFFFC-5100-4C6D-904F-42285054E10E}" sibTransId="{67AA01A1-3F5C-4375-8F53-DF64CBC2761F}"/>
    <dgm:cxn modelId="{71E26534-66CB-4666-B8E2-1E87DECC1CBC}" type="presOf" srcId="{F7982E7C-CD5E-405D-A082-3BC8966CA59A}" destId="{E1BF0F32-7E8C-43DE-8F86-2186C89FF6DB}" srcOrd="0" destOrd="0" presId="urn:microsoft.com/office/officeart/2005/8/layout/orgChart1"/>
    <dgm:cxn modelId="{A674013A-34DE-4F12-9EC4-B6F6F3166CA7}" type="presOf" srcId="{06EAA660-F5C9-4FA4-989B-57B46BD5B6A5}" destId="{0FE9E422-AB9B-4295-882C-D45649762FCB}" srcOrd="0" destOrd="0" presId="urn:microsoft.com/office/officeart/2005/8/layout/orgChart1"/>
    <dgm:cxn modelId="{8D9FC042-F78C-4203-9D9B-3D53AF6D0283}" type="presOf" srcId="{4AB4DB84-EBA4-4DD6-946E-4B938EECBA01}" destId="{F918C308-24BC-4D98-8C48-4CAD7E81116A}" srcOrd="0" destOrd="0" presId="urn:microsoft.com/office/officeart/2005/8/layout/orgChart1"/>
    <dgm:cxn modelId="{CDF08B48-E662-49A1-BB13-30ACF2B6185B}" srcId="{87A2DB28-9DDD-48E7-800F-07294E0E5276}" destId="{B1017103-891C-44E8-A24E-C1E96CFC33FA}" srcOrd="0" destOrd="0" parTransId="{489BFF25-E7B4-4BC7-86A7-1BB30ADC921F}" sibTransId="{A8CD4EDC-30AD-423B-AACC-667F9998D38F}"/>
    <dgm:cxn modelId="{EB537949-9A36-416C-B035-0956F8642733}" type="presOf" srcId="{4AB4DB84-EBA4-4DD6-946E-4B938EECBA01}" destId="{69C847FB-6E5E-4129-8FC2-D1FFE6CFD0F1}" srcOrd="1" destOrd="0" presId="urn:microsoft.com/office/officeart/2005/8/layout/orgChart1"/>
    <dgm:cxn modelId="{245BE052-1621-4921-8883-AC4B2EE6116E}" type="presOf" srcId="{2521A637-F49D-443B-96AE-F9F1C0611F02}" destId="{36870469-6FB1-4BE6-8718-1FEA9FF7A409}" srcOrd="0" destOrd="0" presId="urn:microsoft.com/office/officeart/2005/8/layout/orgChart1"/>
    <dgm:cxn modelId="{06FF5D73-621E-43F8-BF84-A22EA07512A2}" srcId="{06EAA660-F5C9-4FA4-989B-57B46BD5B6A5}" destId="{DD8096C7-BBF9-43D5-B237-89D60578EFD3}" srcOrd="1" destOrd="0" parTransId="{9F544713-5F71-4A63-82DC-3A92C517A9E8}" sibTransId="{87D7BA29-6A3B-44CD-8C6A-6916DFAC3212}"/>
    <dgm:cxn modelId="{79023A54-DA0C-4F21-BF4D-345FB3D4EFD7}" type="presOf" srcId="{B1017103-891C-44E8-A24E-C1E96CFC33FA}" destId="{4E133E83-86D6-4290-950B-3F25CA07D075}" srcOrd="0" destOrd="0" presId="urn:microsoft.com/office/officeart/2005/8/layout/orgChart1"/>
    <dgm:cxn modelId="{D2DE4476-EED0-41B4-AA5C-7C43D503E807}" srcId="{78DBF130-32FC-4BA6-803A-3F7CD786C0BF}" destId="{A1A3B258-50EC-477A-A110-39DFC9903CA2}" srcOrd="0" destOrd="0" parTransId="{566BB880-EA6E-43E7-B345-D93D6DBC7852}" sibTransId="{1B12575F-608E-42B2-B5BB-85FDF46C2094}"/>
    <dgm:cxn modelId="{DD08B376-2A74-4B40-B83A-A5159019702D}" type="presOf" srcId="{6C619B03-B4A0-4AF7-A0E8-785F708949FA}" destId="{8089C5C7-046A-49F7-9148-394ED7A167E1}" srcOrd="1" destOrd="0" presId="urn:microsoft.com/office/officeart/2005/8/layout/orgChart1"/>
    <dgm:cxn modelId="{82579A57-BDD2-400C-8FE1-AD05956F61D3}" type="presOf" srcId="{46FA17A5-CE01-47C0-B3EF-7A913F2D4950}" destId="{57E76C70-FF08-4E24-AE75-6A9850740FDD}" srcOrd="1" destOrd="0" presId="urn:microsoft.com/office/officeart/2005/8/layout/orgChart1"/>
    <dgm:cxn modelId="{3E8AC059-4DB1-4EEE-BE66-39C428A2C3E0}" srcId="{B1017103-891C-44E8-A24E-C1E96CFC33FA}" destId="{06EAA660-F5C9-4FA4-989B-57B46BD5B6A5}" srcOrd="1" destOrd="0" parTransId="{EE94D834-A7C8-496C-9ABC-D93BD95B209C}" sibTransId="{91B9C355-8EFA-423A-A737-67D0B9A1ABDE}"/>
    <dgm:cxn modelId="{765D507A-A9F7-4028-82A0-1CBE93559E18}" type="presOf" srcId="{A1A3B258-50EC-477A-A110-39DFC9903CA2}" destId="{03D66BEC-7188-4853-8415-A18D295EAA00}" srcOrd="0" destOrd="0" presId="urn:microsoft.com/office/officeart/2005/8/layout/orgChart1"/>
    <dgm:cxn modelId="{202A4A89-03E3-44DC-BB10-D1547C18BF56}" type="presOf" srcId="{B1017103-891C-44E8-A24E-C1E96CFC33FA}" destId="{7B993029-97CF-4927-B072-FC4F330E7D98}" srcOrd="1" destOrd="0" presId="urn:microsoft.com/office/officeart/2005/8/layout/orgChart1"/>
    <dgm:cxn modelId="{BBED6792-74AA-4296-8AAB-5F9F8770D952}" type="presOf" srcId="{EE94D834-A7C8-496C-9ABC-D93BD95B209C}" destId="{9327ACAF-A991-41CC-9847-25DF8FF9F517}" srcOrd="0" destOrd="0" presId="urn:microsoft.com/office/officeart/2005/8/layout/orgChart1"/>
    <dgm:cxn modelId="{17721EA9-A640-458F-B0ED-46D6788E1E7C}" type="presOf" srcId="{365EF535-718E-48A2-BF89-377867240F55}" destId="{9F4950E7-BD82-4CF0-86C9-66664B9F9483}" srcOrd="0" destOrd="0" presId="urn:microsoft.com/office/officeart/2005/8/layout/orgChart1"/>
    <dgm:cxn modelId="{83F573A9-E706-49A6-A9A0-AF7138070D9A}" type="presOf" srcId="{0F4CAE53-C071-4AF7-99B7-B531D41AD3BC}" destId="{C5D191A6-1DD0-42DF-9C1B-3742BC01DD45}" srcOrd="0" destOrd="0" presId="urn:microsoft.com/office/officeart/2005/8/layout/orgChart1"/>
    <dgm:cxn modelId="{9CA275A9-3D62-402D-B688-6F4246B8819C}" type="presOf" srcId="{87A2DB28-9DDD-48E7-800F-07294E0E5276}" destId="{FDC4A774-5231-4E58-AC9D-D9AC6F9DCC4F}" srcOrd="1" destOrd="0" presId="urn:microsoft.com/office/officeart/2005/8/layout/orgChart1"/>
    <dgm:cxn modelId="{F2AA38B0-B58A-4531-B136-527510FBACAE}" type="presOf" srcId="{A12B60FA-EA02-4909-B920-F0A321A5E0C8}" destId="{44EB3B93-4F00-4759-AFEB-7F6700506F5C}" srcOrd="0" destOrd="0" presId="urn:microsoft.com/office/officeart/2005/8/layout/orgChart1"/>
    <dgm:cxn modelId="{8482EFB1-510D-4085-B14B-8912F890DB24}" type="presOf" srcId="{9F544713-5F71-4A63-82DC-3A92C517A9E8}" destId="{E3189781-8099-439B-BEAC-63BCAEA1F8A4}" srcOrd="0" destOrd="0" presId="urn:microsoft.com/office/officeart/2005/8/layout/orgChart1"/>
    <dgm:cxn modelId="{D52078B3-D13C-430F-8453-241367976E39}" type="presOf" srcId="{266D5E9A-C22F-4B3F-9485-A82078968B2A}" destId="{A591A3E7-85CB-4A52-A740-1D97D86E05A3}" srcOrd="1" destOrd="0" presId="urn:microsoft.com/office/officeart/2005/8/layout/orgChart1"/>
    <dgm:cxn modelId="{D747EEBE-1650-46E6-B29F-B60B89B85219}" type="presOf" srcId="{06EAA660-F5C9-4FA4-989B-57B46BD5B6A5}" destId="{91AAD2BD-0B12-480C-875C-B8BA3A67DFC4}" srcOrd="1" destOrd="0" presId="urn:microsoft.com/office/officeart/2005/8/layout/orgChart1"/>
    <dgm:cxn modelId="{745791C1-4EF2-493D-9F3F-28BFC3DA2379}" type="presOf" srcId="{78DBF130-32FC-4BA6-803A-3F7CD786C0BF}" destId="{A9437AAE-783B-4BE0-AE04-6E1329202052}" srcOrd="1" destOrd="0" presId="urn:microsoft.com/office/officeart/2005/8/layout/orgChart1"/>
    <dgm:cxn modelId="{D239F9C9-FF4A-45D8-82C9-26061C99256B}" type="presOf" srcId="{489BFF25-E7B4-4BC7-86A7-1BB30ADC921F}" destId="{A51C4391-D878-411B-B31E-E099A94AA25A}" srcOrd="0" destOrd="0" presId="urn:microsoft.com/office/officeart/2005/8/layout/orgChart1"/>
    <dgm:cxn modelId="{085E5ED0-B088-4265-8137-EA7B0CA83DE9}" type="presOf" srcId="{A1A3B258-50EC-477A-A110-39DFC9903CA2}" destId="{0230E248-51AB-4CF1-960D-F5B33D052DDB}" srcOrd="1" destOrd="0" presId="urn:microsoft.com/office/officeart/2005/8/layout/orgChart1"/>
    <dgm:cxn modelId="{E40E0FD5-F88A-49E7-A096-BD749EF120AB}" type="presOf" srcId="{78DBF130-32FC-4BA6-803A-3F7CD786C0BF}" destId="{71D46459-6791-44AC-8B6C-46DFE4DACB0E}" srcOrd="0" destOrd="0" presId="urn:microsoft.com/office/officeart/2005/8/layout/orgChart1"/>
    <dgm:cxn modelId="{7AAC3AD7-40CA-49EA-B12B-28597AAD2E1B}" type="presOf" srcId="{877147A0-6F92-4EDC-82F6-A5C46D2AD25E}" destId="{7705D9D8-9B31-4990-B220-71854AD02696}" srcOrd="0" destOrd="0" presId="urn:microsoft.com/office/officeart/2005/8/layout/orgChart1"/>
    <dgm:cxn modelId="{965DEBE1-B73C-417B-AB00-3EBE4BE3B413}" srcId="{87A2DB28-9DDD-48E7-800F-07294E0E5276}" destId="{266D5E9A-C22F-4B3F-9485-A82078968B2A}" srcOrd="1" destOrd="0" parTransId="{B2740DEC-60AA-4D4C-9179-CC34070E858C}" sibTransId="{E6DA9EAF-A412-4075-B009-A598D1748B6B}"/>
    <dgm:cxn modelId="{C17A44E3-7821-44B3-AD07-5C974DCB47BE}" type="presOf" srcId="{266D5E9A-C22F-4B3F-9485-A82078968B2A}" destId="{4640D1BF-902C-4BF5-AA4A-D07144B51004}" srcOrd="0" destOrd="0" presId="urn:microsoft.com/office/officeart/2005/8/layout/orgChart1"/>
    <dgm:cxn modelId="{5FA2C2F8-35A6-4E57-9185-8A891805FFD1}" type="presOf" srcId="{6C619B03-B4A0-4AF7-A0E8-785F708949FA}" destId="{5A799834-459A-4176-BD9E-91CF6EB5AAAA}" srcOrd="0" destOrd="0" presId="urn:microsoft.com/office/officeart/2005/8/layout/orgChart1"/>
    <dgm:cxn modelId="{8CEC1CFD-7B20-43BE-A5E6-050D00EDA9FA}" type="presOf" srcId="{87A2DB28-9DDD-48E7-800F-07294E0E5276}" destId="{D7865FE3-5F36-42DA-8E23-EE0CEF8793E3}" srcOrd="0" destOrd="0" presId="urn:microsoft.com/office/officeart/2005/8/layout/orgChart1"/>
    <dgm:cxn modelId="{E8E57AC7-9620-4597-B90D-31DFDBDDB20B}" type="presParOf" srcId="{44EB3B93-4F00-4759-AFEB-7F6700506F5C}" destId="{0B6DE77D-7647-4C90-A7D5-F047BD301A13}" srcOrd="0" destOrd="0" presId="urn:microsoft.com/office/officeart/2005/8/layout/orgChart1"/>
    <dgm:cxn modelId="{C4AF312C-DEEB-43C9-803F-B32096D2F282}" type="presParOf" srcId="{0B6DE77D-7647-4C90-A7D5-F047BD301A13}" destId="{AA4407BF-3B6E-4098-91A6-1CC8A7886C15}" srcOrd="0" destOrd="0" presId="urn:microsoft.com/office/officeart/2005/8/layout/orgChart1"/>
    <dgm:cxn modelId="{38C59FD5-020C-4576-9FA7-B1D527D5FF5D}" type="presParOf" srcId="{AA4407BF-3B6E-4098-91A6-1CC8A7886C15}" destId="{D7865FE3-5F36-42DA-8E23-EE0CEF8793E3}" srcOrd="0" destOrd="0" presId="urn:microsoft.com/office/officeart/2005/8/layout/orgChart1"/>
    <dgm:cxn modelId="{ADDCE58C-D20D-4C93-8B41-7BBE6601E1BB}" type="presParOf" srcId="{AA4407BF-3B6E-4098-91A6-1CC8A7886C15}" destId="{FDC4A774-5231-4E58-AC9D-D9AC6F9DCC4F}" srcOrd="1" destOrd="0" presId="urn:microsoft.com/office/officeart/2005/8/layout/orgChart1"/>
    <dgm:cxn modelId="{F11441A5-A471-47ED-8617-870F19106D4C}" type="presParOf" srcId="{0B6DE77D-7647-4C90-A7D5-F047BD301A13}" destId="{FE1896A2-E935-4D49-BA29-3D7CD3FF2B57}" srcOrd="1" destOrd="0" presId="urn:microsoft.com/office/officeart/2005/8/layout/orgChart1"/>
    <dgm:cxn modelId="{89887CC4-BA0B-40F7-BA01-4F30C9BE6402}" type="presParOf" srcId="{FE1896A2-E935-4D49-BA29-3D7CD3FF2B57}" destId="{A51C4391-D878-411B-B31E-E099A94AA25A}" srcOrd="0" destOrd="0" presId="urn:microsoft.com/office/officeart/2005/8/layout/orgChart1"/>
    <dgm:cxn modelId="{6B641D35-B41B-45F3-B826-E6D15A92EC35}" type="presParOf" srcId="{FE1896A2-E935-4D49-BA29-3D7CD3FF2B57}" destId="{DFE82507-133F-406C-BCF8-40F056BAAC00}" srcOrd="1" destOrd="0" presId="urn:microsoft.com/office/officeart/2005/8/layout/orgChart1"/>
    <dgm:cxn modelId="{DCA1C8B1-F57B-42B0-9B46-1C80CFCD0D64}" type="presParOf" srcId="{DFE82507-133F-406C-BCF8-40F056BAAC00}" destId="{8FF4E643-A3B6-4588-A907-AA9CCB30702D}" srcOrd="0" destOrd="0" presId="urn:microsoft.com/office/officeart/2005/8/layout/orgChart1"/>
    <dgm:cxn modelId="{1587C56B-6427-4968-9C8C-C0BFFB7D3CB4}" type="presParOf" srcId="{8FF4E643-A3B6-4588-A907-AA9CCB30702D}" destId="{4E133E83-86D6-4290-950B-3F25CA07D075}" srcOrd="0" destOrd="0" presId="urn:microsoft.com/office/officeart/2005/8/layout/orgChart1"/>
    <dgm:cxn modelId="{FFBAC828-BC07-4C0F-94EF-BCD36C31FBAA}" type="presParOf" srcId="{8FF4E643-A3B6-4588-A907-AA9CCB30702D}" destId="{7B993029-97CF-4927-B072-FC4F330E7D98}" srcOrd="1" destOrd="0" presId="urn:microsoft.com/office/officeart/2005/8/layout/orgChart1"/>
    <dgm:cxn modelId="{A0989F49-BE3E-43C1-A3D9-A33090880D44}" type="presParOf" srcId="{DFE82507-133F-406C-BCF8-40F056BAAC00}" destId="{50DBEF8A-DB46-4AE2-A7F2-6823F2326190}" srcOrd="1" destOrd="0" presId="urn:microsoft.com/office/officeart/2005/8/layout/orgChart1"/>
    <dgm:cxn modelId="{FAA7388B-D9B6-4E2E-A64C-68E09D4C4BAB}" type="presParOf" srcId="{50DBEF8A-DB46-4AE2-A7F2-6823F2326190}" destId="{52FE4D0B-460A-4596-90CC-D67D8FC658DB}" srcOrd="0" destOrd="0" presId="urn:microsoft.com/office/officeart/2005/8/layout/orgChart1"/>
    <dgm:cxn modelId="{0FBF1C72-C01E-4117-88AB-FD41901BCD7F}" type="presParOf" srcId="{50DBEF8A-DB46-4AE2-A7F2-6823F2326190}" destId="{F7421083-0CED-49E2-AFC1-A8BA4693453D}" srcOrd="1" destOrd="0" presId="urn:microsoft.com/office/officeart/2005/8/layout/orgChart1"/>
    <dgm:cxn modelId="{B0FCF8CB-A640-469C-A4D6-D0128550153F}" type="presParOf" srcId="{F7421083-0CED-49E2-AFC1-A8BA4693453D}" destId="{687E682B-8343-44D9-B569-667C139F3D84}" srcOrd="0" destOrd="0" presId="urn:microsoft.com/office/officeart/2005/8/layout/orgChart1"/>
    <dgm:cxn modelId="{99A47695-77E3-497B-BD3C-6F8ECFA39575}" type="presParOf" srcId="{687E682B-8343-44D9-B569-667C139F3D84}" destId="{71D46459-6791-44AC-8B6C-46DFE4DACB0E}" srcOrd="0" destOrd="0" presId="urn:microsoft.com/office/officeart/2005/8/layout/orgChart1"/>
    <dgm:cxn modelId="{8DCEBCF4-9FFB-45EA-8E76-BE52C0956476}" type="presParOf" srcId="{687E682B-8343-44D9-B569-667C139F3D84}" destId="{A9437AAE-783B-4BE0-AE04-6E1329202052}" srcOrd="1" destOrd="0" presId="urn:microsoft.com/office/officeart/2005/8/layout/orgChart1"/>
    <dgm:cxn modelId="{A9F26BB3-D198-46A0-A3A5-F2657D50DE43}" type="presParOf" srcId="{F7421083-0CED-49E2-AFC1-A8BA4693453D}" destId="{AD7AF290-7E33-4751-814E-84B899C7FDC1}" srcOrd="1" destOrd="0" presId="urn:microsoft.com/office/officeart/2005/8/layout/orgChart1"/>
    <dgm:cxn modelId="{73EC824B-9F61-4517-8C41-55B6266BCC3E}" type="presParOf" srcId="{AD7AF290-7E33-4751-814E-84B899C7FDC1}" destId="{93B15E0E-6ADC-42FA-8CC8-D835ED4DA01D}" srcOrd="0" destOrd="0" presId="urn:microsoft.com/office/officeart/2005/8/layout/orgChart1"/>
    <dgm:cxn modelId="{59DBCBE3-873F-46D9-A5B7-6D813C24176B}" type="presParOf" srcId="{AD7AF290-7E33-4751-814E-84B899C7FDC1}" destId="{5CACD338-47D6-4462-84AE-EF8C045C80E1}" srcOrd="1" destOrd="0" presId="urn:microsoft.com/office/officeart/2005/8/layout/orgChart1"/>
    <dgm:cxn modelId="{8B03C08D-9549-4493-BE43-A022B09DD66A}" type="presParOf" srcId="{5CACD338-47D6-4462-84AE-EF8C045C80E1}" destId="{63311F15-6DCD-4C90-81D8-28D5F925AB2B}" srcOrd="0" destOrd="0" presId="urn:microsoft.com/office/officeart/2005/8/layout/orgChart1"/>
    <dgm:cxn modelId="{322FF9A0-BF6C-4D27-B47B-D2F184692752}" type="presParOf" srcId="{63311F15-6DCD-4C90-81D8-28D5F925AB2B}" destId="{03D66BEC-7188-4853-8415-A18D295EAA00}" srcOrd="0" destOrd="0" presId="urn:microsoft.com/office/officeart/2005/8/layout/orgChart1"/>
    <dgm:cxn modelId="{3E1B5ECF-60A0-471F-876B-CFC7FC4A8F72}" type="presParOf" srcId="{63311F15-6DCD-4C90-81D8-28D5F925AB2B}" destId="{0230E248-51AB-4CF1-960D-F5B33D052DDB}" srcOrd="1" destOrd="0" presId="urn:microsoft.com/office/officeart/2005/8/layout/orgChart1"/>
    <dgm:cxn modelId="{77BF1B2C-C279-4906-BAA7-88A56E6F2E8A}" type="presParOf" srcId="{5CACD338-47D6-4462-84AE-EF8C045C80E1}" destId="{1768AD59-01CF-4A94-9F05-210B64CED8ED}" srcOrd="1" destOrd="0" presId="urn:microsoft.com/office/officeart/2005/8/layout/orgChart1"/>
    <dgm:cxn modelId="{40DA7E43-FC65-427B-95A1-B996A7536D4F}" type="presParOf" srcId="{5CACD338-47D6-4462-84AE-EF8C045C80E1}" destId="{C2520654-4F3B-487C-ACBB-9D1A145068A4}" srcOrd="2" destOrd="0" presId="urn:microsoft.com/office/officeart/2005/8/layout/orgChart1"/>
    <dgm:cxn modelId="{6BB4F242-AD20-47BA-9457-6524A9D1C11E}" type="presParOf" srcId="{F7421083-0CED-49E2-AFC1-A8BA4693453D}" destId="{E8E76E8C-F5A4-4A53-931B-EA9F93638EFE}" srcOrd="2" destOrd="0" presId="urn:microsoft.com/office/officeart/2005/8/layout/orgChart1"/>
    <dgm:cxn modelId="{56E39D27-EE87-4C08-91ED-6F9FC79AAF15}" type="presParOf" srcId="{50DBEF8A-DB46-4AE2-A7F2-6823F2326190}" destId="{9327ACAF-A991-41CC-9847-25DF8FF9F517}" srcOrd="2" destOrd="0" presId="urn:microsoft.com/office/officeart/2005/8/layout/orgChart1"/>
    <dgm:cxn modelId="{E8C3A707-5CE5-47C7-BAFE-F0F52D08D7C5}" type="presParOf" srcId="{50DBEF8A-DB46-4AE2-A7F2-6823F2326190}" destId="{A1CC9040-FF81-4591-B0EC-780AC7078E19}" srcOrd="3" destOrd="0" presId="urn:microsoft.com/office/officeart/2005/8/layout/orgChart1"/>
    <dgm:cxn modelId="{00AECA24-D32F-4657-B4C3-7B429C18C884}" type="presParOf" srcId="{A1CC9040-FF81-4591-B0EC-780AC7078E19}" destId="{FE6E0C93-872E-44E7-A3AB-2DFFC1EF863D}" srcOrd="0" destOrd="0" presId="urn:microsoft.com/office/officeart/2005/8/layout/orgChart1"/>
    <dgm:cxn modelId="{A58F45C9-77AE-4901-AF0E-465EAF7AF49F}" type="presParOf" srcId="{FE6E0C93-872E-44E7-A3AB-2DFFC1EF863D}" destId="{0FE9E422-AB9B-4295-882C-D45649762FCB}" srcOrd="0" destOrd="0" presId="urn:microsoft.com/office/officeart/2005/8/layout/orgChart1"/>
    <dgm:cxn modelId="{C89E4BF5-D5D9-4D10-BBC9-626DA52389E1}" type="presParOf" srcId="{FE6E0C93-872E-44E7-A3AB-2DFFC1EF863D}" destId="{91AAD2BD-0B12-480C-875C-B8BA3A67DFC4}" srcOrd="1" destOrd="0" presId="urn:microsoft.com/office/officeart/2005/8/layout/orgChart1"/>
    <dgm:cxn modelId="{3E850E4F-B9C5-40F0-B38C-BB6A26FEC0A5}" type="presParOf" srcId="{A1CC9040-FF81-4591-B0EC-780AC7078E19}" destId="{E1D863F9-684B-444E-A93F-5E2A1C00CB7D}" srcOrd="1" destOrd="0" presId="urn:microsoft.com/office/officeart/2005/8/layout/orgChart1"/>
    <dgm:cxn modelId="{194D07F6-7EB5-4D44-A05A-C85033621CF4}" type="presParOf" srcId="{E1D863F9-684B-444E-A93F-5E2A1C00CB7D}" destId="{E1BF0F32-7E8C-43DE-8F86-2186C89FF6DB}" srcOrd="0" destOrd="0" presId="urn:microsoft.com/office/officeart/2005/8/layout/orgChart1"/>
    <dgm:cxn modelId="{B1A72D1F-E674-4852-822F-8386CDA81264}" type="presParOf" srcId="{E1D863F9-684B-444E-A93F-5E2A1C00CB7D}" destId="{73DCA836-0E9A-4771-BDDB-E4B5A3B9E980}" srcOrd="1" destOrd="0" presId="urn:microsoft.com/office/officeart/2005/8/layout/orgChart1"/>
    <dgm:cxn modelId="{87A900BE-DDE7-422C-BB04-8045AA965E80}" type="presParOf" srcId="{73DCA836-0E9A-4771-BDDB-E4B5A3B9E980}" destId="{B1C8A1C7-6D5F-44C5-A158-C07FF156C255}" srcOrd="0" destOrd="0" presId="urn:microsoft.com/office/officeart/2005/8/layout/orgChart1"/>
    <dgm:cxn modelId="{700964EC-5F75-4B56-BF42-158E8A238591}" type="presParOf" srcId="{B1C8A1C7-6D5F-44C5-A158-C07FF156C255}" destId="{7705D9D8-9B31-4990-B220-71854AD02696}" srcOrd="0" destOrd="0" presId="urn:microsoft.com/office/officeart/2005/8/layout/orgChart1"/>
    <dgm:cxn modelId="{7A325479-358D-49FE-8E6D-62AC8CB598CC}" type="presParOf" srcId="{B1C8A1C7-6D5F-44C5-A158-C07FF156C255}" destId="{330EC37B-A20F-4D50-8725-CA1CC1D65F1C}" srcOrd="1" destOrd="0" presId="urn:microsoft.com/office/officeart/2005/8/layout/orgChart1"/>
    <dgm:cxn modelId="{D22E8774-D932-49C0-AA89-050055D05E78}" type="presParOf" srcId="{73DCA836-0E9A-4771-BDDB-E4B5A3B9E980}" destId="{72BDE3E5-6778-42B0-9952-23A5F7196E9C}" srcOrd="1" destOrd="0" presId="urn:microsoft.com/office/officeart/2005/8/layout/orgChart1"/>
    <dgm:cxn modelId="{4DBA906A-7F28-404E-AB93-984011005A0A}" type="presParOf" srcId="{73DCA836-0E9A-4771-BDDB-E4B5A3B9E980}" destId="{F3C0AF71-5478-4E6E-BF33-F8CAD34B9150}" srcOrd="2" destOrd="0" presId="urn:microsoft.com/office/officeart/2005/8/layout/orgChart1"/>
    <dgm:cxn modelId="{F8CEC09D-4E66-4C38-8DAA-0576CC9DBD28}" type="presParOf" srcId="{E1D863F9-684B-444E-A93F-5E2A1C00CB7D}" destId="{E3189781-8099-439B-BEAC-63BCAEA1F8A4}" srcOrd="2" destOrd="0" presId="urn:microsoft.com/office/officeart/2005/8/layout/orgChart1"/>
    <dgm:cxn modelId="{925BC18F-A649-4711-81DC-7E05540614E2}" type="presParOf" srcId="{E1D863F9-684B-444E-A93F-5E2A1C00CB7D}" destId="{B978210B-B84D-40CE-AC11-9EBD68B8F711}" srcOrd="3" destOrd="0" presId="urn:microsoft.com/office/officeart/2005/8/layout/orgChart1"/>
    <dgm:cxn modelId="{6C988912-E786-491B-AE86-BFC8BF81C9A3}" type="presParOf" srcId="{B978210B-B84D-40CE-AC11-9EBD68B8F711}" destId="{3EA08B7A-A178-4F7C-9761-7DF80A5D4566}" srcOrd="0" destOrd="0" presId="urn:microsoft.com/office/officeart/2005/8/layout/orgChart1"/>
    <dgm:cxn modelId="{37592C06-2626-44A4-BA3C-76B935A4AB61}" type="presParOf" srcId="{3EA08B7A-A178-4F7C-9761-7DF80A5D4566}" destId="{691A80CC-3971-4D86-A260-4E13407DAA75}" srcOrd="0" destOrd="0" presId="urn:microsoft.com/office/officeart/2005/8/layout/orgChart1"/>
    <dgm:cxn modelId="{6B0661A0-2E9E-47F4-88F4-B556B3FB76C8}" type="presParOf" srcId="{3EA08B7A-A178-4F7C-9761-7DF80A5D4566}" destId="{9E90885E-B278-4F6A-B487-71272E13DC91}" srcOrd="1" destOrd="0" presId="urn:microsoft.com/office/officeart/2005/8/layout/orgChart1"/>
    <dgm:cxn modelId="{8F411627-C2FA-4486-87FA-C7CC85027C88}" type="presParOf" srcId="{B978210B-B84D-40CE-AC11-9EBD68B8F711}" destId="{9CD6B5FC-FB49-431D-8BD1-B2EF6287802D}" srcOrd="1" destOrd="0" presId="urn:microsoft.com/office/officeart/2005/8/layout/orgChart1"/>
    <dgm:cxn modelId="{E57341CB-E5F8-4035-B4ED-3F8191E35521}" type="presParOf" srcId="{B978210B-B84D-40CE-AC11-9EBD68B8F711}" destId="{6E165C0F-1378-491F-B21E-7DEF601BD403}" srcOrd="2" destOrd="0" presId="urn:microsoft.com/office/officeart/2005/8/layout/orgChart1"/>
    <dgm:cxn modelId="{BBD24E33-1E3A-4537-9358-290981C99CB9}" type="presParOf" srcId="{E1D863F9-684B-444E-A93F-5E2A1C00CB7D}" destId="{C5D191A6-1DD0-42DF-9C1B-3742BC01DD45}" srcOrd="4" destOrd="0" presId="urn:microsoft.com/office/officeart/2005/8/layout/orgChart1"/>
    <dgm:cxn modelId="{68CEFF3C-6F0A-4939-AE7C-3DA8BA257F8A}" type="presParOf" srcId="{E1D863F9-684B-444E-A93F-5E2A1C00CB7D}" destId="{B98EA62D-93AA-4F53-AC19-B46847644FF8}" srcOrd="5" destOrd="0" presId="urn:microsoft.com/office/officeart/2005/8/layout/orgChart1"/>
    <dgm:cxn modelId="{4664CE5B-521F-42A7-B6A6-CD0B51335AFE}" type="presParOf" srcId="{B98EA62D-93AA-4F53-AC19-B46847644FF8}" destId="{22BC0F3E-08D8-41B8-9980-0A988A407B5B}" srcOrd="0" destOrd="0" presId="urn:microsoft.com/office/officeart/2005/8/layout/orgChart1"/>
    <dgm:cxn modelId="{9C8A65C3-A940-40D5-B04B-0413771E9F52}" type="presParOf" srcId="{22BC0F3E-08D8-41B8-9980-0A988A407B5B}" destId="{5A799834-459A-4176-BD9E-91CF6EB5AAAA}" srcOrd="0" destOrd="0" presId="urn:microsoft.com/office/officeart/2005/8/layout/orgChart1"/>
    <dgm:cxn modelId="{04C10B50-BE99-4BA3-88AB-533FD1095F52}" type="presParOf" srcId="{22BC0F3E-08D8-41B8-9980-0A988A407B5B}" destId="{8089C5C7-046A-49F7-9148-394ED7A167E1}" srcOrd="1" destOrd="0" presId="urn:microsoft.com/office/officeart/2005/8/layout/orgChart1"/>
    <dgm:cxn modelId="{2EA199A5-1E37-4F36-B763-7BF1606B71FD}" type="presParOf" srcId="{B98EA62D-93AA-4F53-AC19-B46847644FF8}" destId="{7805FFC0-4AD4-431C-9D3C-698CE27AFCD4}" srcOrd="1" destOrd="0" presId="urn:microsoft.com/office/officeart/2005/8/layout/orgChart1"/>
    <dgm:cxn modelId="{CD6856BB-C0A8-41DB-994E-7D74549E60C5}" type="presParOf" srcId="{B98EA62D-93AA-4F53-AC19-B46847644FF8}" destId="{443B90F3-9695-4013-A844-6759FA2AFD65}" srcOrd="2" destOrd="0" presId="urn:microsoft.com/office/officeart/2005/8/layout/orgChart1"/>
    <dgm:cxn modelId="{79316072-678D-4A48-8E17-B93111CED734}" type="presParOf" srcId="{A1CC9040-FF81-4591-B0EC-780AC7078E19}" destId="{E75BB4B1-D507-4C35-A9F1-62A504EEBB69}" srcOrd="2" destOrd="0" presId="urn:microsoft.com/office/officeart/2005/8/layout/orgChart1"/>
    <dgm:cxn modelId="{A697AD81-0EEF-4BC1-B6F1-0EFC5D946B18}" type="presParOf" srcId="{DFE82507-133F-406C-BCF8-40F056BAAC00}" destId="{A13570FE-DA4E-4DB9-BB35-776EB835F5E6}" srcOrd="2" destOrd="0" presId="urn:microsoft.com/office/officeart/2005/8/layout/orgChart1"/>
    <dgm:cxn modelId="{ED9320D0-CE1A-4F7D-8A20-A9548BD9F1F2}" type="presParOf" srcId="{FE1896A2-E935-4D49-BA29-3D7CD3FF2B57}" destId="{97E2BA77-18E9-403F-9FDA-ED0DDD2D0ACD}" srcOrd="2" destOrd="0" presId="urn:microsoft.com/office/officeart/2005/8/layout/orgChart1"/>
    <dgm:cxn modelId="{2859F5BE-C11E-43DF-8155-854E19ADEF8B}" type="presParOf" srcId="{FE1896A2-E935-4D49-BA29-3D7CD3FF2B57}" destId="{8A982CB8-50CF-4581-86F9-3A73656437AC}" srcOrd="3" destOrd="0" presId="urn:microsoft.com/office/officeart/2005/8/layout/orgChart1"/>
    <dgm:cxn modelId="{17B3A07F-C612-49B2-805E-D9B72EEC4673}" type="presParOf" srcId="{8A982CB8-50CF-4581-86F9-3A73656437AC}" destId="{52D2F8B2-339E-4659-A1D9-F356BC5F9044}" srcOrd="0" destOrd="0" presId="urn:microsoft.com/office/officeart/2005/8/layout/orgChart1"/>
    <dgm:cxn modelId="{12FBFBA1-B483-460A-B3A5-490E0C23F0EC}" type="presParOf" srcId="{52D2F8B2-339E-4659-A1D9-F356BC5F9044}" destId="{4640D1BF-902C-4BF5-AA4A-D07144B51004}" srcOrd="0" destOrd="0" presId="urn:microsoft.com/office/officeart/2005/8/layout/orgChart1"/>
    <dgm:cxn modelId="{D2B0B216-3DCD-4686-9EF8-5F61FB4E13B7}" type="presParOf" srcId="{52D2F8B2-339E-4659-A1D9-F356BC5F9044}" destId="{A591A3E7-85CB-4A52-A740-1D97D86E05A3}" srcOrd="1" destOrd="0" presId="urn:microsoft.com/office/officeart/2005/8/layout/orgChart1"/>
    <dgm:cxn modelId="{6FB58965-72A2-430C-AC76-B494B332A467}" type="presParOf" srcId="{8A982CB8-50CF-4581-86F9-3A73656437AC}" destId="{2E7A8033-9E59-450D-BF04-68C743B8183B}" srcOrd="1" destOrd="0" presId="urn:microsoft.com/office/officeart/2005/8/layout/orgChart1"/>
    <dgm:cxn modelId="{6891BB54-ADA5-4088-A1EC-033EEF7D2F06}" type="presParOf" srcId="{2E7A8033-9E59-450D-BF04-68C743B8183B}" destId="{36870469-6FB1-4BE6-8718-1FEA9FF7A409}" srcOrd="0" destOrd="0" presId="urn:microsoft.com/office/officeart/2005/8/layout/orgChart1"/>
    <dgm:cxn modelId="{39F25C87-FA95-4310-9AB3-514F82B677D2}" type="presParOf" srcId="{2E7A8033-9E59-450D-BF04-68C743B8183B}" destId="{A89A55A3-4B8A-4B06-9C85-2DBA0150DC35}" srcOrd="1" destOrd="0" presId="urn:microsoft.com/office/officeart/2005/8/layout/orgChart1"/>
    <dgm:cxn modelId="{627E3875-3879-409E-BC9F-0CF387EC10C2}" type="presParOf" srcId="{A89A55A3-4B8A-4B06-9C85-2DBA0150DC35}" destId="{7C9F7906-E0E9-4550-A4F6-F9B578D77D95}" srcOrd="0" destOrd="0" presId="urn:microsoft.com/office/officeart/2005/8/layout/orgChart1"/>
    <dgm:cxn modelId="{67C7C739-4716-4645-956B-5ED4D7F04572}" type="presParOf" srcId="{7C9F7906-E0E9-4550-A4F6-F9B578D77D95}" destId="{F918C308-24BC-4D98-8C48-4CAD7E81116A}" srcOrd="0" destOrd="0" presId="urn:microsoft.com/office/officeart/2005/8/layout/orgChart1"/>
    <dgm:cxn modelId="{66257416-9E2A-4288-943B-E44EEDEDE393}" type="presParOf" srcId="{7C9F7906-E0E9-4550-A4F6-F9B578D77D95}" destId="{69C847FB-6E5E-4129-8FC2-D1FFE6CFD0F1}" srcOrd="1" destOrd="0" presId="urn:microsoft.com/office/officeart/2005/8/layout/orgChart1"/>
    <dgm:cxn modelId="{75379B4D-8070-45D5-8ED2-997C6A3A0256}" type="presParOf" srcId="{A89A55A3-4B8A-4B06-9C85-2DBA0150DC35}" destId="{F4A71F51-252D-48F6-80B3-2E349C60E639}" srcOrd="1" destOrd="0" presId="urn:microsoft.com/office/officeart/2005/8/layout/orgChart1"/>
    <dgm:cxn modelId="{818FBC55-2E71-449C-AE02-929CE8AD101F}" type="presParOf" srcId="{A89A55A3-4B8A-4B06-9C85-2DBA0150DC35}" destId="{290B3575-B2E2-4866-AD39-BA030AA382B3}" srcOrd="2" destOrd="0" presId="urn:microsoft.com/office/officeart/2005/8/layout/orgChart1"/>
    <dgm:cxn modelId="{6CDE9308-F83A-4969-BAD3-9E06188668A3}" type="presParOf" srcId="{2E7A8033-9E59-450D-BF04-68C743B8183B}" destId="{9F4950E7-BD82-4CF0-86C9-66664B9F9483}" srcOrd="2" destOrd="0" presId="urn:microsoft.com/office/officeart/2005/8/layout/orgChart1"/>
    <dgm:cxn modelId="{1733D599-C03D-4250-B479-C8E98278EDD7}" type="presParOf" srcId="{2E7A8033-9E59-450D-BF04-68C743B8183B}" destId="{337D6C78-383C-4546-AFD1-05D782EFD7C0}" srcOrd="3" destOrd="0" presId="urn:microsoft.com/office/officeart/2005/8/layout/orgChart1"/>
    <dgm:cxn modelId="{C9B69A82-63DA-4C33-9CEF-30ABCBF8285D}" type="presParOf" srcId="{337D6C78-383C-4546-AFD1-05D782EFD7C0}" destId="{5D1E7B32-F3BF-464D-A986-4CCA57E4E023}" srcOrd="0" destOrd="0" presId="urn:microsoft.com/office/officeart/2005/8/layout/orgChart1"/>
    <dgm:cxn modelId="{3019EF00-7047-4EEF-87C8-C15003E0DCBF}" type="presParOf" srcId="{5D1E7B32-F3BF-464D-A986-4CCA57E4E023}" destId="{22C468BD-F35D-4011-9817-8AA9970A603A}" srcOrd="0" destOrd="0" presId="urn:microsoft.com/office/officeart/2005/8/layout/orgChart1"/>
    <dgm:cxn modelId="{DBFE68A5-F0EA-41ED-9E0F-9E2FE809BE8E}" type="presParOf" srcId="{5D1E7B32-F3BF-464D-A986-4CCA57E4E023}" destId="{57E76C70-FF08-4E24-AE75-6A9850740FDD}" srcOrd="1" destOrd="0" presId="urn:microsoft.com/office/officeart/2005/8/layout/orgChart1"/>
    <dgm:cxn modelId="{A4F5A13E-C779-42D0-BB0A-4569534BC806}" type="presParOf" srcId="{337D6C78-383C-4546-AFD1-05D782EFD7C0}" destId="{79C3E6F2-C709-4B1B-BA3A-D82AA83AB6B1}" srcOrd="1" destOrd="0" presId="urn:microsoft.com/office/officeart/2005/8/layout/orgChart1"/>
    <dgm:cxn modelId="{38A171A2-2267-4656-BE7A-512C041E6C0F}" type="presParOf" srcId="{337D6C78-383C-4546-AFD1-05D782EFD7C0}" destId="{08CDEF61-1F89-48BC-AD39-50DC39A1DFC8}" srcOrd="2" destOrd="0" presId="urn:microsoft.com/office/officeart/2005/8/layout/orgChart1"/>
    <dgm:cxn modelId="{577E0576-68FE-40F8-BD47-E5313EAB9A5F}" type="presParOf" srcId="{8A982CB8-50CF-4581-86F9-3A73656437AC}" destId="{12334A4E-E8DA-44E1-9CB5-1A944A2ACE9D}" srcOrd="2" destOrd="0" presId="urn:microsoft.com/office/officeart/2005/8/layout/orgChart1"/>
    <dgm:cxn modelId="{798A8E8E-09FD-4487-8963-71CB0990403D}" type="presParOf" srcId="{0B6DE77D-7647-4C90-A7D5-F047BD301A13}" destId="{8A0B2012-250A-4B14-B339-584D61F9198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4950E7-BD82-4CF0-86C9-66664B9F9483}">
      <dsp:nvSpPr>
        <dsp:cNvPr id="0" name=""/>
        <dsp:cNvSpPr/>
      </dsp:nvSpPr>
      <dsp:spPr>
        <a:xfrm>
          <a:off x="3799645" y="1533038"/>
          <a:ext cx="189623" cy="1479061"/>
        </a:xfrm>
        <a:custGeom>
          <a:avLst/>
          <a:gdLst/>
          <a:ahLst/>
          <a:cxnLst/>
          <a:rect l="0" t="0" r="0" b="0"/>
          <a:pathLst>
            <a:path>
              <a:moveTo>
                <a:pt x="0" y="0"/>
              </a:moveTo>
              <a:lnTo>
                <a:pt x="0" y="1479061"/>
              </a:lnTo>
              <a:lnTo>
                <a:pt x="189623" y="147906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870469-6FB1-4BE6-8718-1FEA9FF7A409}">
      <dsp:nvSpPr>
        <dsp:cNvPr id="0" name=""/>
        <dsp:cNvSpPr/>
      </dsp:nvSpPr>
      <dsp:spPr>
        <a:xfrm>
          <a:off x="3799645" y="1533038"/>
          <a:ext cx="189623" cy="581511"/>
        </a:xfrm>
        <a:custGeom>
          <a:avLst/>
          <a:gdLst/>
          <a:ahLst/>
          <a:cxnLst/>
          <a:rect l="0" t="0" r="0" b="0"/>
          <a:pathLst>
            <a:path>
              <a:moveTo>
                <a:pt x="0" y="0"/>
              </a:moveTo>
              <a:lnTo>
                <a:pt x="0" y="581511"/>
              </a:lnTo>
              <a:lnTo>
                <a:pt x="189623" y="5815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2BA77-18E9-403F-9FDA-ED0DDD2D0ACD}">
      <dsp:nvSpPr>
        <dsp:cNvPr id="0" name=""/>
        <dsp:cNvSpPr/>
      </dsp:nvSpPr>
      <dsp:spPr>
        <a:xfrm>
          <a:off x="3158087" y="635487"/>
          <a:ext cx="1147220" cy="265472"/>
        </a:xfrm>
        <a:custGeom>
          <a:avLst/>
          <a:gdLst/>
          <a:ahLst/>
          <a:cxnLst/>
          <a:rect l="0" t="0" r="0" b="0"/>
          <a:pathLst>
            <a:path>
              <a:moveTo>
                <a:pt x="0" y="0"/>
              </a:moveTo>
              <a:lnTo>
                <a:pt x="0" y="132736"/>
              </a:lnTo>
              <a:lnTo>
                <a:pt x="1147220" y="132736"/>
              </a:lnTo>
              <a:lnTo>
                <a:pt x="1147220" y="26547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D191A6-1DD0-42DF-9C1B-3742BC01DD45}">
      <dsp:nvSpPr>
        <dsp:cNvPr id="0" name=""/>
        <dsp:cNvSpPr/>
      </dsp:nvSpPr>
      <dsp:spPr>
        <a:xfrm>
          <a:off x="2270018" y="2430588"/>
          <a:ext cx="189623" cy="2376611"/>
        </a:xfrm>
        <a:custGeom>
          <a:avLst/>
          <a:gdLst/>
          <a:ahLst/>
          <a:cxnLst/>
          <a:rect l="0" t="0" r="0" b="0"/>
          <a:pathLst>
            <a:path>
              <a:moveTo>
                <a:pt x="0" y="0"/>
              </a:moveTo>
              <a:lnTo>
                <a:pt x="0" y="2376611"/>
              </a:lnTo>
              <a:lnTo>
                <a:pt x="189623" y="23766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189781-8099-439B-BEAC-63BCAEA1F8A4}">
      <dsp:nvSpPr>
        <dsp:cNvPr id="0" name=""/>
        <dsp:cNvSpPr/>
      </dsp:nvSpPr>
      <dsp:spPr>
        <a:xfrm>
          <a:off x="2270018" y="2430588"/>
          <a:ext cx="189623" cy="1479061"/>
        </a:xfrm>
        <a:custGeom>
          <a:avLst/>
          <a:gdLst/>
          <a:ahLst/>
          <a:cxnLst/>
          <a:rect l="0" t="0" r="0" b="0"/>
          <a:pathLst>
            <a:path>
              <a:moveTo>
                <a:pt x="0" y="0"/>
              </a:moveTo>
              <a:lnTo>
                <a:pt x="0" y="1479061"/>
              </a:lnTo>
              <a:lnTo>
                <a:pt x="189623" y="147906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BF0F32-7E8C-43DE-8F86-2186C89FF6DB}">
      <dsp:nvSpPr>
        <dsp:cNvPr id="0" name=""/>
        <dsp:cNvSpPr/>
      </dsp:nvSpPr>
      <dsp:spPr>
        <a:xfrm>
          <a:off x="2270018" y="2430588"/>
          <a:ext cx="189623" cy="581511"/>
        </a:xfrm>
        <a:custGeom>
          <a:avLst/>
          <a:gdLst/>
          <a:ahLst/>
          <a:cxnLst/>
          <a:rect l="0" t="0" r="0" b="0"/>
          <a:pathLst>
            <a:path>
              <a:moveTo>
                <a:pt x="0" y="0"/>
              </a:moveTo>
              <a:lnTo>
                <a:pt x="0" y="581511"/>
              </a:lnTo>
              <a:lnTo>
                <a:pt x="189623" y="5815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27ACAF-A991-41CC-9847-25DF8FF9F517}">
      <dsp:nvSpPr>
        <dsp:cNvPr id="0" name=""/>
        <dsp:cNvSpPr/>
      </dsp:nvSpPr>
      <dsp:spPr>
        <a:xfrm>
          <a:off x="2010866" y="1533038"/>
          <a:ext cx="764813" cy="265472"/>
        </a:xfrm>
        <a:custGeom>
          <a:avLst/>
          <a:gdLst/>
          <a:ahLst/>
          <a:cxnLst/>
          <a:rect l="0" t="0" r="0" b="0"/>
          <a:pathLst>
            <a:path>
              <a:moveTo>
                <a:pt x="0" y="0"/>
              </a:moveTo>
              <a:lnTo>
                <a:pt x="0" y="132736"/>
              </a:lnTo>
              <a:lnTo>
                <a:pt x="764813" y="132736"/>
              </a:lnTo>
              <a:lnTo>
                <a:pt x="764813" y="2654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B15E0E-6ADC-42FA-8CC8-D835ED4DA01D}">
      <dsp:nvSpPr>
        <dsp:cNvPr id="0" name=""/>
        <dsp:cNvSpPr/>
      </dsp:nvSpPr>
      <dsp:spPr>
        <a:xfrm>
          <a:off x="740390" y="2430588"/>
          <a:ext cx="189623" cy="581511"/>
        </a:xfrm>
        <a:custGeom>
          <a:avLst/>
          <a:gdLst/>
          <a:ahLst/>
          <a:cxnLst/>
          <a:rect l="0" t="0" r="0" b="0"/>
          <a:pathLst>
            <a:path>
              <a:moveTo>
                <a:pt x="0" y="0"/>
              </a:moveTo>
              <a:lnTo>
                <a:pt x="0" y="581511"/>
              </a:lnTo>
              <a:lnTo>
                <a:pt x="189623" y="5815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FE4D0B-460A-4596-90CC-D67D8FC658DB}">
      <dsp:nvSpPr>
        <dsp:cNvPr id="0" name=""/>
        <dsp:cNvSpPr/>
      </dsp:nvSpPr>
      <dsp:spPr>
        <a:xfrm>
          <a:off x="1246052" y="1533038"/>
          <a:ext cx="764813" cy="265472"/>
        </a:xfrm>
        <a:custGeom>
          <a:avLst/>
          <a:gdLst/>
          <a:ahLst/>
          <a:cxnLst/>
          <a:rect l="0" t="0" r="0" b="0"/>
          <a:pathLst>
            <a:path>
              <a:moveTo>
                <a:pt x="764813" y="0"/>
              </a:moveTo>
              <a:lnTo>
                <a:pt x="764813" y="132736"/>
              </a:lnTo>
              <a:lnTo>
                <a:pt x="0" y="132736"/>
              </a:lnTo>
              <a:lnTo>
                <a:pt x="0" y="2654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1C4391-D878-411B-B31E-E099A94AA25A}">
      <dsp:nvSpPr>
        <dsp:cNvPr id="0" name=""/>
        <dsp:cNvSpPr/>
      </dsp:nvSpPr>
      <dsp:spPr>
        <a:xfrm>
          <a:off x="2010866" y="635487"/>
          <a:ext cx="1147220" cy="265472"/>
        </a:xfrm>
        <a:custGeom>
          <a:avLst/>
          <a:gdLst/>
          <a:ahLst/>
          <a:cxnLst/>
          <a:rect l="0" t="0" r="0" b="0"/>
          <a:pathLst>
            <a:path>
              <a:moveTo>
                <a:pt x="1147220" y="0"/>
              </a:moveTo>
              <a:lnTo>
                <a:pt x="1147220" y="132736"/>
              </a:lnTo>
              <a:lnTo>
                <a:pt x="0" y="132736"/>
              </a:lnTo>
              <a:lnTo>
                <a:pt x="0" y="26547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865FE3-5F36-42DA-8E23-EE0CEF8793E3}">
      <dsp:nvSpPr>
        <dsp:cNvPr id="0" name=""/>
        <dsp:cNvSpPr/>
      </dsp:nvSpPr>
      <dsp:spPr>
        <a:xfrm>
          <a:off x="2526009" y="341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Data Structures</a:t>
          </a:r>
        </a:p>
      </dsp:txBody>
      <dsp:txXfrm>
        <a:off x="2526009" y="3410"/>
        <a:ext cx="1264155" cy="632077"/>
      </dsp:txXfrm>
    </dsp:sp>
    <dsp:sp modelId="{4E133E83-86D6-4290-950B-3F25CA07D075}">
      <dsp:nvSpPr>
        <dsp:cNvPr id="0" name=""/>
        <dsp:cNvSpPr/>
      </dsp:nvSpPr>
      <dsp:spPr>
        <a:xfrm>
          <a:off x="1378788" y="90096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Linear</a:t>
          </a:r>
        </a:p>
      </dsp:txBody>
      <dsp:txXfrm>
        <a:off x="1378788" y="900960"/>
        <a:ext cx="1264155" cy="632077"/>
      </dsp:txXfrm>
    </dsp:sp>
    <dsp:sp modelId="{71D46459-6791-44AC-8B6C-46DFE4DACB0E}">
      <dsp:nvSpPr>
        <dsp:cNvPr id="0" name=""/>
        <dsp:cNvSpPr/>
      </dsp:nvSpPr>
      <dsp:spPr>
        <a:xfrm>
          <a:off x="613974" y="179851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Static</a:t>
          </a:r>
        </a:p>
      </dsp:txBody>
      <dsp:txXfrm>
        <a:off x="613974" y="1798510"/>
        <a:ext cx="1264155" cy="632077"/>
      </dsp:txXfrm>
    </dsp:sp>
    <dsp:sp modelId="{03D66BEC-7188-4853-8415-A18D295EAA00}">
      <dsp:nvSpPr>
        <dsp:cNvPr id="0" name=""/>
        <dsp:cNvSpPr/>
      </dsp:nvSpPr>
      <dsp:spPr>
        <a:xfrm>
          <a:off x="930013" y="269606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Arrays</a:t>
          </a:r>
          <a:endParaRPr lang="en-US" sz="2100" kern="1200" dirty="0"/>
        </a:p>
      </dsp:txBody>
      <dsp:txXfrm>
        <a:off x="930013" y="2696060"/>
        <a:ext cx="1264155" cy="632077"/>
      </dsp:txXfrm>
    </dsp:sp>
    <dsp:sp modelId="{0FE9E422-AB9B-4295-882C-D45649762FCB}">
      <dsp:nvSpPr>
        <dsp:cNvPr id="0" name=""/>
        <dsp:cNvSpPr/>
      </dsp:nvSpPr>
      <dsp:spPr>
        <a:xfrm>
          <a:off x="2143602" y="179851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Dynamic</a:t>
          </a:r>
        </a:p>
      </dsp:txBody>
      <dsp:txXfrm>
        <a:off x="2143602" y="1798510"/>
        <a:ext cx="1264155" cy="632077"/>
      </dsp:txXfrm>
    </dsp:sp>
    <dsp:sp modelId="{7705D9D8-9B31-4990-B220-71854AD02696}">
      <dsp:nvSpPr>
        <dsp:cNvPr id="0" name=""/>
        <dsp:cNvSpPr/>
      </dsp:nvSpPr>
      <dsp:spPr>
        <a:xfrm>
          <a:off x="2459641" y="269606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Linked List</a:t>
          </a:r>
        </a:p>
      </dsp:txBody>
      <dsp:txXfrm>
        <a:off x="2459641" y="2696060"/>
        <a:ext cx="1264155" cy="632077"/>
      </dsp:txXfrm>
    </dsp:sp>
    <dsp:sp modelId="{691A80CC-3971-4D86-A260-4E13407DAA75}">
      <dsp:nvSpPr>
        <dsp:cNvPr id="0" name=""/>
        <dsp:cNvSpPr/>
      </dsp:nvSpPr>
      <dsp:spPr>
        <a:xfrm>
          <a:off x="2459641" y="359361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Stack</a:t>
          </a:r>
        </a:p>
      </dsp:txBody>
      <dsp:txXfrm>
        <a:off x="2459641" y="3593610"/>
        <a:ext cx="1264155" cy="632077"/>
      </dsp:txXfrm>
    </dsp:sp>
    <dsp:sp modelId="{5A799834-459A-4176-BD9E-91CF6EB5AAAA}">
      <dsp:nvSpPr>
        <dsp:cNvPr id="0" name=""/>
        <dsp:cNvSpPr/>
      </dsp:nvSpPr>
      <dsp:spPr>
        <a:xfrm>
          <a:off x="2459641" y="4491161"/>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Queue</a:t>
          </a:r>
        </a:p>
      </dsp:txBody>
      <dsp:txXfrm>
        <a:off x="2459641" y="4491161"/>
        <a:ext cx="1264155" cy="632077"/>
      </dsp:txXfrm>
    </dsp:sp>
    <dsp:sp modelId="{4640D1BF-902C-4BF5-AA4A-D07144B51004}">
      <dsp:nvSpPr>
        <dsp:cNvPr id="0" name=""/>
        <dsp:cNvSpPr/>
      </dsp:nvSpPr>
      <dsp:spPr>
        <a:xfrm>
          <a:off x="3673230" y="90096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Non-linear</a:t>
          </a:r>
        </a:p>
      </dsp:txBody>
      <dsp:txXfrm>
        <a:off x="3673230" y="900960"/>
        <a:ext cx="1264155" cy="632077"/>
      </dsp:txXfrm>
    </dsp:sp>
    <dsp:sp modelId="{F918C308-24BC-4D98-8C48-4CAD7E81116A}">
      <dsp:nvSpPr>
        <dsp:cNvPr id="0" name=""/>
        <dsp:cNvSpPr/>
      </dsp:nvSpPr>
      <dsp:spPr>
        <a:xfrm>
          <a:off x="3989269" y="179851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Tree</a:t>
          </a:r>
        </a:p>
      </dsp:txBody>
      <dsp:txXfrm>
        <a:off x="3989269" y="1798510"/>
        <a:ext cx="1264155" cy="632077"/>
      </dsp:txXfrm>
    </dsp:sp>
    <dsp:sp modelId="{22C468BD-F35D-4011-9817-8AA9970A603A}">
      <dsp:nvSpPr>
        <dsp:cNvPr id="0" name=""/>
        <dsp:cNvSpPr/>
      </dsp:nvSpPr>
      <dsp:spPr>
        <a:xfrm>
          <a:off x="3989269" y="2696060"/>
          <a:ext cx="1264155" cy="63207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Graph</a:t>
          </a:r>
        </a:p>
      </dsp:txBody>
      <dsp:txXfrm>
        <a:off x="3989269" y="2696060"/>
        <a:ext cx="1264155" cy="63207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7/18/2023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7/18/2023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British royal navy documented information about each ship's crew, including their roles, experience, and skill levels which enabled them to </a:t>
            </a:r>
            <a:r>
              <a:rPr lang="en-US" b="0" i="0" dirty="0">
                <a:solidFill>
                  <a:srgbClr val="374151"/>
                </a:solidFill>
                <a:effectLst/>
                <a:latin typeface="Söhne"/>
              </a:rPr>
              <a:t>assess the strengths and weaknesses of their own fleet and strategically assign skilled crew members to appropriate positions. They won against Napoleon’s mighty despite being outnumbered.</a:t>
            </a:r>
            <a:endParaRPr lang="en-US" sz="1200" dirty="0"/>
          </a:p>
          <a:p>
            <a:pPr marL="228600" indent="-228600">
              <a:buAutoNum type="arabicPeriod"/>
            </a:pPr>
            <a:r>
              <a:rPr lang="en-US" b="0" i="0" dirty="0">
                <a:solidFill>
                  <a:srgbClr val="374151"/>
                </a:solidFill>
                <a:effectLst/>
                <a:latin typeface="Söhne"/>
              </a:rPr>
              <a:t>During World War II, the Allies' successful decryption of the German Enigma machine's encoded messages was a critical factor in their victory. The decryption effort, led by British mathematician Alan Turing, involved the use of sophisticated data structures and algorithms to crack the Enigma codes. </a:t>
            </a:r>
            <a:r>
              <a:rPr lang="en-US" b="0" i="0">
                <a:solidFill>
                  <a:srgbClr val="374151"/>
                </a:solidFill>
                <a:effectLst/>
                <a:latin typeface="Söhne"/>
              </a:rPr>
              <a:t>By extracting vital intelligence from intercepted communications, the Allies gained a significant advantage in strategic decision-making, enabling them to thwart German military operations.</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NADRA computerized their entire paperwork in text files, but there was no sequence in files. Each row had a different pattern of data entry, thus the entire DB was useless.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61798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007404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78555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643166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163568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140242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50317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006444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3599800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308129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009418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557045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38901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60316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4037798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3443916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Introduction</a:t>
            </a:r>
          </a:p>
          <a:p>
            <a:r>
              <a:rPr lang="en-US" dirty="0"/>
              <a:t>Data organization</a:t>
            </a:r>
          </a:p>
          <a:p>
            <a:r>
              <a:rPr lang="en-US" dirty="0"/>
              <a:t>Data structures and their operations</a:t>
            </a:r>
          </a:p>
          <a:p>
            <a:r>
              <a:rPr lang="en-US" dirty="0"/>
              <a:t>Algorithms</a:t>
            </a:r>
          </a:p>
          <a:p>
            <a:r>
              <a:rPr lang="en-US" dirty="0"/>
              <a:t>Space and Time complexity</a:t>
            </a:r>
          </a:p>
          <a:p>
            <a:r>
              <a:rPr lang="en-US" dirty="0"/>
              <a:t>Asymptotic notations</a:t>
            </a:r>
          </a:p>
          <a:p>
            <a:r>
              <a:rPr lang="en-US" dirty="0"/>
              <a:t>Real life example</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Understanding data structures is the heart of all data keeping strategies in digital and real world.</a:t>
            </a:r>
          </a:p>
          <a:p>
            <a:pPr>
              <a:buFont typeface="Wingdings" panose="05000000000000000000" pitchFamily="2" charset="2"/>
              <a:buChar char="§"/>
            </a:pPr>
            <a:r>
              <a:rPr lang="en-US" sz="3400" dirty="0"/>
              <a:t>Data structures can help you in managing your TODO lists.</a:t>
            </a:r>
          </a:p>
          <a:p>
            <a:pPr>
              <a:buFont typeface="Wingdings" panose="05000000000000000000" pitchFamily="2" charset="2"/>
              <a:buChar char="§"/>
            </a:pPr>
            <a:r>
              <a:rPr lang="en-US" sz="3400" dirty="0"/>
              <a:t>Data structures can also help you win battles, like the battle of </a:t>
            </a:r>
            <a:r>
              <a:rPr lang="en-US" sz="3400" dirty="0" err="1"/>
              <a:t>Talafgar</a:t>
            </a:r>
            <a:r>
              <a:rPr lang="en-US" sz="3400" dirty="0"/>
              <a:t> in 1805.</a:t>
            </a:r>
          </a:p>
          <a:p>
            <a:pPr>
              <a:buFont typeface="Wingdings" panose="05000000000000000000" pitchFamily="2" charset="2"/>
              <a:buChar char="§"/>
            </a:pPr>
            <a:r>
              <a:rPr lang="en-US" sz="3400" dirty="0"/>
              <a:t>In fact, they can help you win wars, like Alan Turing’s cracking of Enigma code.</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 Organization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Real story of NADRA’s first database.</a:t>
            </a:r>
          </a:p>
          <a:p>
            <a:pPr>
              <a:lnSpc>
                <a:spcPct val="120000"/>
              </a:lnSpc>
              <a:buFont typeface="Wingdings" panose="05000000000000000000" pitchFamily="2" charset="2"/>
              <a:buChar char="§"/>
            </a:pPr>
            <a:r>
              <a:rPr lang="en-US" sz="3400" dirty="0"/>
              <a:t>What would you have done if you were in charge?</a:t>
            </a:r>
          </a:p>
          <a:p>
            <a:pPr>
              <a:lnSpc>
                <a:spcPct val="120000"/>
              </a:lnSpc>
              <a:buFont typeface="Wingdings" panose="05000000000000000000" pitchFamily="2" charset="2"/>
              <a:buChar char="§"/>
            </a:pPr>
            <a:r>
              <a:rPr lang="en-US" sz="3400" dirty="0"/>
              <a:t>We organize data for:</a:t>
            </a:r>
          </a:p>
          <a:p>
            <a:pPr lvl="1">
              <a:lnSpc>
                <a:spcPct val="120000"/>
              </a:lnSpc>
              <a:buFont typeface="Wingdings" panose="05000000000000000000" pitchFamily="2" charset="2"/>
              <a:buChar char="§"/>
            </a:pPr>
            <a:r>
              <a:rPr lang="en-US" sz="3200" dirty="0"/>
              <a:t>Easy access</a:t>
            </a:r>
          </a:p>
          <a:p>
            <a:pPr lvl="1">
              <a:lnSpc>
                <a:spcPct val="120000"/>
              </a:lnSpc>
              <a:buFont typeface="Wingdings" panose="05000000000000000000" pitchFamily="2" charset="2"/>
              <a:buChar char="§"/>
            </a:pPr>
            <a:r>
              <a:rPr lang="en-US" sz="3200" dirty="0"/>
              <a:t>Maintain integrity</a:t>
            </a:r>
          </a:p>
          <a:p>
            <a:pPr lvl="1">
              <a:lnSpc>
                <a:spcPct val="120000"/>
              </a:lnSpc>
              <a:buFont typeface="Wingdings" panose="05000000000000000000" pitchFamily="2" charset="2"/>
              <a:buChar char="§"/>
            </a:pPr>
            <a:r>
              <a:rPr lang="en-US" sz="3200" dirty="0"/>
              <a:t>Faster reporting</a:t>
            </a:r>
          </a:p>
          <a:p>
            <a:pPr lvl="1">
              <a:lnSpc>
                <a:spcPct val="120000"/>
              </a:lnSpc>
              <a:buFont typeface="Wingdings" panose="05000000000000000000" pitchFamily="2" charset="2"/>
              <a:buChar char="§"/>
            </a:pPr>
            <a:r>
              <a:rPr lang="en-US" sz="3200" dirty="0"/>
              <a:t>Scalability</a:t>
            </a:r>
          </a:p>
          <a:p>
            <a:pPr lvl="1">
              <a:lnSpc>
                <a:spcPct val="120000"/>
              </a:lnSpc>
              <a:buFont typeface="Wingdings" panose="05000000000000000000" pitchFamily="2" charset="2"/>
              <a:buChar char="§"/>
            </a:pPr>
            <a:r>
              <a:rPr lang="en-US" sz="3200" dirty="0"/>
              <a:t>Sharing</a:t>
            </a:r>
          </a:p>
          <a:p>
            <a:pPr lvl="1">
              <a:lnSpc>
                <a:spcPct val="120000"/>
              </a:lnSpc>
              <a:buFont typeface="Wingdings" panose="05000000000000000000" pitchFamily="2" charset="2"/>
              <a:buChar char="§"/>
            </a:pPr>
            <a:r>
              <a:rPr lang="en-US" sz="3200" dirty="0"/>
              <a:t>Security</a:t>
            </a:r>
          </a:p>
        </p:txBody>
      </p:sp>
    </p:spTree>
    <p:extLst>
      <p:ext uri="{BB962C8B-B14F-4D97-AF65-F5344CB8AC3E}">
        <p14:creationId xmlns:p14="http://schemas.microsoft.com/office/powerpoint/2010/main" val="174256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 Structures and their 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Data structure (Data + Structure) is simply a logical or mathematical arrangement used to keep data. For example, in a library the books can be organized in many structures:</a:t>
            </a:r>
          </a:p>
          <a:p>
            <a:pPr lvl="1">
              <a:lnSpc>
                <a:spcPct val="120000"/>
              </a:lnSpc>
              <a:buFont typeface="Wingdings" panose="05000000000000000000" pitchFamily="2" charset="2"/>
              <a:buChar char="§"/>
            </a:pPr>
            <a:r>
              <a:rPr lang="en-US" sz="3200" dirty="0"/>
              <a:t>Random: any book can be found anywhere.</a:t>
            </a:r>
          </a:p>
          <a:p>
            <a:pPr lvl="1">
              <a:lnSpc>
                <a:spcPct val="120000"/>
              </a:lnSpc>
              <a:buFont typeface="Wingdings" panose="05000000000000000000" pitchFamily="2" charset="2"/>
              <a:buChar char="§"/>
            </a:pPr>
            <a:r>
              <a:rPr lang="en-US" sz="3200" dirty="0"/>
              <a:t>Sorted: all books are arranged by their title</a:t>
            </a:r>
          </a:p>
          <a:p>
            <a:pPr lvl="1">
              <a:lnSpc>
                <a:spcPct val="120000"/>
              </a:lnSpc>
              <a:buFont typeface="Wingdings" panose="05000000000000000000" pitchFamily="2" charset="2"/>
              <a:buChar char="§"/>
            </a:pPr>
            <a:r>
              <a:rPr lang="en-US" sz="3200" dirty="0"/>
              <a:t>Grouped: books are kept in sections, but within sections they are put randomly.</a:t>
            </a:r>
          </a:p>
          <a:p>
            <a:pPr lvl="1">
              <a:lnSpc>
                <a:spcPct val="120000"/>
              </a:lnSpc>
              <a:buFont typeface="Wingdings" panose="05000000000000000000" pitchFamily="2" charset="2"/>
              <a:buChar char="§"/>
            </a:pPr>
            <a:r>
              <a:rPr lang="en-US" sz="3200" dirty="0"/>
              <a:t>Grouped and sorted: books are kept in sections, and in each section, they are sorted by their titles.</a:t>
            </a:r>
          </a:p>
          <a:p>
            <a:pPr>
              <a:lnSpc>
                <a:spcPct val="120000"/>
              </a:lnSpc>
              <a:buFont typeface="Wingdings" panose="05000000000000000000" pitchFamily="2" charset="2"/>
              <a:buChar char="§"/>
            </a:pPr>
            <a:r>
              <a:rPr lang="en-US" sz="3400" dirty="0"/>
              <a:t>Similarly, in computer memory, we can keep data in different structures.</a:t>
            </a:r>
          </a:p>
        </p:txBody>
      </p:sp>
    </p:spTree>
    <p:extLst>
      <p:ext uri="{BB962C8B-B14F-4D97-AF65-F5344CB8AC3E}">
        <p14:creationId xmlns:p14="http://schemas.microsoft.com/office/powerpoint/2010/main" val="384036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 Structures and their 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The most frequent operations we perform in any data structure are:</a:t>
            </a:r>
          </a:p>
          <a:p>
            <a:pPr lvl="1">
              <a:lnSpc>
                <a:spcPct val="120000"/>
              </a:lnSpc>
              <a:buFont typeface="Wingdings" panose="05000000000000000000" pitchFamily="2" charset="2"/>
              <a:buChar char="§"/>
            </a:pPr>
            <a:r>
              <a:rPr lang="en-US" sz="3200" dirty="0"/>
              <a:t>Insert: add new data to existing collection.</a:t>
            </a:r>
          </a:p>
          <a:p>
            <a:pPr lvl="1">
              <a:lnSpc>
                <a:spcPct val="120000"/>
              </a:lnSpc>
              <a:buFont typeface="Wingdings" panose="05000000000000000000" pitchFamily="2" charset="2"/>
              <a:buChar char="§"/>
            </a:pPr>
            <a:r>
              <a:rPr lang="en-US" sz="3200" dirty="0"/>
              <a:t>Remove: remove an existing data point from the collection.</a:t>
            </a:r>
          </a:p>
          <a:p>
            <a:pPr lvl="1">
              <a:lnSpc>
                <a:spcPct val="120000"/>
              </a:lnSpc>
              <a:buFont typeface="Wingdings" panose="05000000000000000000" pitchFamily="2" charset="2"/>
              <a:buChar char="§"/>
            </a:pPr>
            <a:r>
              <a:rPr lang="en-US" sz="3200" dirty="0"/>
              <a:t>Search/Find/Retrieve: find a data point in a collection.</a:t>
            </a:r>
          </a:p>
          <a:p>
            <a:pPr lvl="1">
              <a:lnSpc>
                <a:spcPct val="120000"/>
              </a:lnSpc>
              <a:buFont typeface="Wingdings" panose="05000000000000000000" pitchFamily="2" charset="2"/>
              <a:buChar char="§"/>
            </a:pPr>
            <a:r>
              <a:rPr lang="en-US" sz="3200" dirty="0"/>
              <a:t>Get size: count the number of data points in a collection.</a:t>
            </a:r>
          </a:p>
          <a:p>
            <a:pPr lvl="1">
              <a:lnSpc>
                <a:spcPct val="120000"/>
              </a:lnSpc>
              <a:buFont typeface="Wingdings" panose="05000000000000000000" pitchFamily="2" charset="2"/>
              <a:buChar char="§"/>
            </a:pPr>
            <a:r>
              <a:rPr lang="en-US" sz="3200" dirty="0"/>
              <a:t>Split: divide a collection into two or more subsets.</a:t>
            </a:r>
          </a:p>
          <a:p>
            <a:pPr lvl="1">
              <a:lnSpc>
                <a:spcPct val="120000"/>
              </a:lnSpc>
              <a:buFont typeface="Wingdings" panose="05000000000000000000" pitchFamily="2" charset="2"/>
              <a:buChar char="§"/>
            </a:pPr>
            <a:r>
              <a:rPr lang="en-US" sz="3200" dirty="0"/>
              <a:t>Merge: combine multiple collections into a superset.</a:t>
            </a:r>
          </a:p>
          <a:p>
            <a:pPr lvl="1">
              <a:lnSpc>
                <a:spcPct val="120000"/>
              </a:lnSpc>
              <a:buFont typeface="Wingdings" panose="05000000000000000000" pitchFamily="2" charset="2"/>
              <a:buChar char="§"/>
            </a:pPr>
            <a:r>
              <a:rPr lang="en-US" sz="3200" dirty="0"/>
              <a:t>Sort: rearrange a collection in ascending or descending order.</a:t>
            </a:r>
          </a:p>
          <a:p>
            <a:pPr>
              <a:lnSpc>
                <a:spcPct val="120000"/>
              </a:lnSpc>
              <a:buFont typeface="Wingdings" panose="05000000000000000000" pitchFamily="2" charset="2"/>
              <a:buChar char="§"/>
            </a:pPr>
            <a:r>
              <a:rPr lang="en-US" sz="3400" dirty="0"/>
              <a:t>This sound much same as the operations we generally perform in a database system. That’s because each database is a data structure.</a:t>
            </a:r>
          </a:p>
        </p:txBody>
      </p:sp>
    </p:spTree>
    <p:extLst>
      <p:ext uri="{BB962C8B-B14F-4D97-AF65-F5344CB8AC3E}">
        <p14:creationId xmlns:p14="http://schemas.microsoft.com/office/powerpoint/2010/main" val="354408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 Structures and their 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There are some advanced operations performed in a data structure:</a:t>
            </a:r>
          </a:p>
          <a:p>
            <a:pPr lvl="1">
              <a:lnSpc>
                <a:spcPct val="120000"/>
              </a:lnSpc>
              <a:buFont typeface="Wingdings" panose="05000000000000000000" pitchFamily="2" charset="2"/>
              <a:buChar char="§"/>
            </a:pPr>
            <a:r>
              <a:rPr lang="en-US" sz="3000" dirty="0"/>
              <a:t>Sort: arrange all the data by some value</a:t>
            </a:r>
          </a:p>
          <a:p>
            <a:pPr lvl="1">
              <a:lnSpc>
                <a:spcPct val="120000"/>
              </a:lnSpc>
              <a:buFont typeface="Wingdings" panose="05000000000000000000" pitchFamily="2" charset="2"/>
              <a:buChar char="§"/>
            </a:pPr>
            <a:r>
              <a:rPr lang="en-US" sz="3000" dirty="0"/>
              <a:t>Append (or Add After): insert data at the end of collection.</a:t>
            </a:r>
          </a:p>
          <a:p>
            <a:pPr lvl="1">
              <a:lnSpc>
                <a:spcPct val="120000"/>
              </a:lnSpc>
              <a:buFont typeface="Wingdings" panose="05000000000000000000" pitchFamily="2" charset="2"/>
              <a:buChar char="§"/>
            </a:pPr>
            <a:r>
              <a:rPr lang="en-US" sz="3000" dirty="0"/>
              <a:t>Prepend (or Add Before): insert data at the start of collection.</a:t>
            </a:r>
          </a:p>
          <a:p>
            <a:pPr lvl="1">
              <a:lnSpc>
                <a:spcPct val="120000"/>
              </a:lnSpc>
              <a:buFont typeface="Wingdings" panose="05000000000000000000" pitchFamily="2" charset="2"/>
              <a:buChar char="§"/>
            </a:pPr>
            <a:r>
              <a:rPr lang="en-US" sz="3000" dirty="0"/>
              <a:t>Empty/Clear: remove all data from a collection.</a:t>
            </a:r>
          </a:p>
          <a:p>
            <a:pPr lvl="1">
              <a:lnSpc>
                <a:spcPct val="120000"/>
              </a:lnSpc>
              <a:buFont typeface="Wingdings" panose="05000000000000000000" pitchFamily="2" charset="2"/>
              <a:buChar char="§"/>
            </a:pPr>
            <a:r>
              <a:rPr lang="en-US" sz="3000" dirty="0"/>
              <a:t>Update: change the value of an item in the collection.</a:t>
            </a:r>
          </a:p>
          <a:p>
            <a:pPr lvl="1">
              <a:lnSpc>
                <a:spcPct val="120000"/>
              </a:lnSpc>
              <a:buFont typeface="Wingdings" panose="05000000000000000000" pitchFamily="2" charset="2"/>
              <a:buChar char="§"/>
            </a:pPr>
            <a:r>
              <a:rPr lang="en-US" sz="3000" dirty="0"/>
              <a:t>Pop: get top value and remove from the collection.</a:t>
            </a:r>
          </a:p>
          <a:p>
            <a:pPr lvl="1">
              <a:lnSpc>
                <a:spcPct val="120000"/>
              </a:lnSpc>
              <a:buFont typeface="Wingdings" panose="05000000000000000000" pitchFamily="2" charset="2"/>
              <a:buChar char="§"/>
            </a:pPr>
            <a:r>
              <a:rPr lang="en-US" sz="3000" dirty="0"/>
              <a:t>Search: get one or more elements in a collection that match a criteria.</a:t>
            </a:r>
          </a:p>
          <a:p>
            <a:pPr>
              <a:lnSpc>
                <a:spcPct val="120000"/>
              </a:lnSpc>
              <a:buFont typeface="Wingdings" panose="05000000000000000000" pitchFamily="2" charset="2"/>
              <a:buChar char="§"/>
            </a:pPr>
            <a:r>
              <a:rPr lang="en-US" sz="3200" dirty="0"/>
              <a:t>Different data structures may use different terms, but the operation remains the same.</a:t>
            </a:r>
          </a:p>
        </p:txBody>
      </p:sp>
    </p:spTree>
    <p:extLst>
      <p:ext uri="{BB962C8B-B14F-4D97-AF65-F5344CB8AC3E}">
        <p14:creationId xmlns:p14="http://schemas.microsoft.com/office/powerpoint/2010/main" val="388636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 Structures and their 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5770513"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Data Structures can be classified into Linear and Non-linear.</a:t>
            </a:r>
          </a:p>
          <a:p>
            <a:pPr>
              <a:lnSpc>
                <a:spcPct val="120000"/>
              </a:lnSpc>
              <a:buFont typeface="Wingdings" panose="05000000000000000000" pitchFamily="2" charset="2"/>
              <a:buChar char="§"/>
            </a:pPr>
            <a:r>
              <a:rPr lang="en-US" sz="3200" dirty="0"/>
              <a:t>Linear data structures are arranged sequentially.</a:t>
            </a:r>
          </a:p>
          <a:p>
            <a:pPr lvl="1">
              <a:lnSpc>
                <a:spcPct val="120000"/>
              </a:lnSpc>
              <a:buFont typeface="Wingdings" panose="05000000000000000000" pitchFamily="2" charset="2"/>
              <a:buChar char="§"/>
            </a:pPr>
            <a:r>
              <a:rPr lang="en-US" sz="3000" dirty="0"/>
              <a:t>Static: have fixed memory size</a:t>
            </a:r>
          </a:p>
          <a:p>
            <a:pPr lvl="1">
              <a:lnSpc>
                <a:spcPct val="120000"/>
              </a:lnSpc>
              <a:buFont typeface="Wingdings" panose="05000000000000000000" pitchFamily="2" charset="2"/>
              <a:buChar char="§"/>
            </a:pPr>
            <a:r>
              <a:rPr lang="en-US" sz="3000" dirty="0"/>
              <a:t>Dynamic: have flexible memory</a:t>
            </a:r>
          </a:p>
          <a:p>
            <a:pPr>
              <a:lnSpc>
                <a:spcPct val="120000"/>
              </a:lnSpc>
              <a:buFont typeface="Wingdings" panose="05000000000000000000" pitchFamily="2" charset="2"/>
              <a:buChar char="§"/>
            </a:pPr>
            <a:r>
              <a:rPr lang="en-US" sz="3200" dirty="0"/>
              <a:t>Non-linear data structures do not keep all elements </a:t>
            </a:r>
            <a:r>
              <a:rPr lang="en-US" sz="3200"/>
              <a:t>sequentially.</a:t>
            </a:r>
            <a:endParaRPr lang="en-US" sz="3200" dirty="0"/>
          </a:p>
          <a:p>
            <a:pPr>
              <a:lnSpc>
                <a:spcPct val="120000"/>
              </a:lnSpc>
              <a:buFont typeface="Wingdings" panose="05000000000000000000" pitchFamily="2" charset="2"/>
              <a:buChar char="§"/>
            </a:pPr>
            <a:endParaRPr lang="en-US" sz="3200" dirty="0"/>
          </a:p>
          <a:p>
            <a:pPr>
              <a:lnSpc>
                <a:spcPct val="120000"/>
              </a:lnSpc>
              <a:buFont typeface="Wingdings" panose="05000000000000000000" pitchFamily="2" charset="2"/>
              <a:buChar char="§"/>
            </a:pPr>
            <a:endParaRPr lang="en-US" sz="3200" dirty="0"/>
          </a:p>
        </p:txBody>
      </p:sp>
      <p:graphicFrame>
        <p:nvGraphicFramePr>
          <p:cNvPr id="4" name="Diagram 3">
            <a:extLst>
              <a:ext uri="{FF2B5EF4-FFF2-40B4-BE49-F238E27FC236}">
                <a16:creationId xmlns:a16="http://schemas.microsoft.com/office/drawing/2014/main" id="{C5F005EE-C582-0738-CCEC-AF8DC025C27E}"/>
              </a:ext>
            </a:extLst>
          </p:cNvPr>
          <p:cNvGraphicFramePr/>
          <p:nvPr>
            <p:extLst>
              <p:ext uri="{D42A27DB-BD31-4B8C-83A1-F6EECF244321}">
                <p14:modId xmlns:p14="http://schemas.microsoft.com/office/powerpoint/2010/main" val="1039408507"/>
              </p:ext>
            </p:extLst>
          </p:nvPr>
        </p:nvGraphicFramePr>
        <p:xfrm>
          <a:off x="6096000" y="1426551"/>
          <a:ext cx="5867399" cy="51266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352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An algorithm is a way to express logic. It can be in any language and use any symbols. It can be in plain English as well.</a:t>
            </a:r>
          </a:p>
          <a:p>
            <a:pPr>
              <a:lnSpc>
                <a:spcPct val="120000"/>
              </a:lnSpc>
              <a:buFont typeface="Wingdings" panose="05000000000000000000" pitchFamily="2" charset="2"/>
              <a:buChar char="§"/>
            </a:pPr>
            <a:r>
              <a:rPr lang="en-US" sz="3400" dirty="0"/>
              <a:t>A set of instructions with a clear meaning that can be performed within a finite amount of time to solve a problem. It requires an input, a logic to perform some operations on that input and an output.</a:t>
            </a:r>
          </a:p>
          <a:p>
            <a:pPr>
              <a:lnSpc>
                <a:spcPct val="120000"/>
              </a:lnSpc>
              <a:buFont typeface="Wingdings" panose="05000000000000000000" pitchFamily="2" charset="2"/>
              <a:buChar char="§"/>
            </a:pPr>
            <a:r>
              <a:rPr lang="en-US" sz="3400" dirty="0"/>
              <a:t>A </a:t>
            </a:r>
            <a:r>
              <a:rPr lang="en-US" sz="3400" i="1" dirty="0"/>
              <a:t>pseudocode</a:t>
            </a:r>
            <a:r>
              <a:rPr lang="en-US" sz="3400" dirty="0"/>
              <a:t> is an algorithm written in formal way using standard symbols.</a:t>
            </a:r>
          </a:p>
          <a:p>
            <a:pPr>
              <a:lnSpc>
                <a:spcPct val="120000"/>
              </a:lnSpc>
              <a:buFont typeface="Wingdings" panose="05000000000000000000" pitchFamily="2" charset="2"/>
              <a:buChar char="§"/>
            </a:pPr>
            <a:r>
              <a:rPr lang="en-US" sz="3400" dirty="0"/>
              <a:t>A computer program is written in a formal language to represent an algorithm. Computers are quite inflexible compared to human mind, so programs need to contain some more details than algorithms.</a:t>
            </a:r>
          </a:p>
        </p:txBody>
      </p:sp>
    </p:spTree>
    <p:extLst>
      <p:ext uri="{BB962C8B-B14F-4D97-AF65-F5344CB8AC3E}">
        <p14:creationId xmlns:p14="http://schemas.microsoft.com/office/powerpoint/2010/main" val="422137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24" name="Content Placeholder 2">
            <a:extLst>
              <a:ext uri="{FF2B5EF4-FFF2-40B4-BE49-F238E27FC236}">
                <a16:creationId xmlns:a16="http://schemas.microsoft.com/office/drawing/2014/main" id="{A19C6AD0-536B-656B-58EE-5EE8FD9FBD66}"/>
              </a:ext>
            </a:extLst>
          </p:cNvPr>
          <p:cNvSpPr txBox="1">
            <a:spLocks/>
          </p:cNvSpPr>
          <p:nvPr/>
        </p:nvSpPr>
        <p:spPr>
          <a:xfrm>
            <a:off x="220384" y="1532586"/>
            <a:ext cx="11743016" cy="78757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Find out whether a year is a leap year or not</a:t>
            </a:r>
          </a:p>
        </p:txBody>
      </p:sp>
      <p:sp>
        <p:nvSpPr>
          <p:cNvPr id="9" name="Content Placeholder 2">
            <a:extLst>
              <a:ext uri="{FF2B5EF4-FFF2-40B4-BE49-F238E27FC236}">
                <a16:creationId xmlns:a16="http://schemas.microsoft.com/office/drawing/2014/main" id="{719CD7FA-0A20-A310-F301-0858C16C36AA}"/>
              </a:ext>
            </a:extLst>
          </p:cNvPr>
          <p:cNvSpPr txBox="1">
            <a:spLocks/>
          </p:cNvSpPr>
          <p:nvPr/>
        </p:nvSpPr>
        <p:spPr>
          <a:xfrm>
            <a:off x="220384" y="2320159"/>
            <a:ext cx="5266015" cy="4233041"/>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u="sng" dirty="0">
                <a:latin typeface="Cascadia Code" panose="020B0609020000020004" pitchFamily="49" charset="0"/>
                <a:ea typeface="Cascadia Code" panose="020B0609020000020004" pitchFamily="49" charset="0"/>
                <a:cs typeface="Cascadia Code" panose="020B0609020000020004" pitchFamily="49" charset="0"/>
              </a:rPr>
              <a:t>Algorithm</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Input a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Divide it by 4 and 100</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If the first remainder is 0 and second remainder is not 0, then the year is leap. Otherwise not.</a:t>
            </a:r>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0D130943-8996-BB48-9A55-11914B9BF6EE}"/>
                  </a:ext>
                </a:extLst>
              </p:cNvPr>
              <p:cNvSpPr txBox="1">
                <a:spLocks/>
              </p:cNvSpPr>
              <p:nvPr/>
            </p:nvSpPr>
            <p:spPr>
              <a:xfrm>
                <a:off x="5486399" y="2320159"/>
                <a:ext cx="5266015" cy="4233041"/>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u="sng" dirty="0">
                    <a:latin typeface="Cascadia Code" panose="020B0609020000020004" pitchFamily="49" charset="0"/>
                    <a:ea typeface="Cascadia Code" panose="020B0609020000020004" pitchFamily="49" charset="0"/>
                    <a:cs typeface="Cascadia Code" panose="020B0609020000020004" pitchFamily="49" charset="0"/>
                  </a:rPr>
                  <a:t>Pseudocode</a:t>
                </a: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𝐼𝑁𝑃𝑈𝑇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𝑦𝑒𝑎𝑟</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𝑙𝑒𝑎𝑝</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𝐹𝑎𝑙𝑠𝑒</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𝑦𝑒𝑎𝑟</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𝑀𝑂𝐷</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4=0,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lvl="1" indent="0">
                  <a:lnSpc>
                    <a:spcPct val="100000"/>
                  </a:lnSpc>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𝑦𝑒𝑎𝑟</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𝑀𝑂𝐷</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100≠0,</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oMath>
                  </m:oMathPara>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lvl="1" indent="0">
                  <a:lnSpc>
                    <a:spcPct val="100000"/>
                  </a:lnSpc>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𝑙𝑒𝑎𝑝</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𝑇𝑟𝑢𝑒</m:t>
                      </m:r>
                    </m:oMath>
                  </m:oMathPara>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𝑙𝑒𝑎𝑝</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𝐸𝑥𝑖𝑡</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p:sp>
            <p:nvSpPr>
              <p:cNvPr id="10" name="Content Placeholder 2">
                <a:extLst>
                  <a:ext uri="{FF2B5EF4-FFF2-40B4-BE49-F238E27FC236}">
                    <a16:creationId xmlns:a16="http://schemas.microsoft.com/office/drawing/2014/main" id="{0D130943-8996-BB48-9A55-11914B9BF6EE}"/>
                  </a:ext>
                </a:extLst>
              </p:cNvPr>
              <p:cNvSpPr txBox="1">
                <a:spLocks noRot="1" noChangeAspect="1" noMove="1" noResize="1" noEditPoints="1" noAdjustHandles="1" noChangeArrowheads="1" noChangeShapeType="1" noTextEdit="1"/>
              </p:cNvSpPr>
              <p:nvPr/>
            </p:nvSpPr>
            <p:spPr>
              <a:xfrm>
                <a:off x="5486399" y="2320159"/>
                <a:ext cx="5266015" cy="4233041"/>
              </a:xfrm>
              <a:prstGeom prst="rect">
                <a:avLst/>
              </a:prstGeom>
              <a:blipFill>
                <a:blip r:embed="rId3"/>
                <a:stretch>
                  <a:fillRect l="-1736" t="-1153"/>
                </a:stretch>
              </a:blipFill>
            </p:spPr>
            <p:txBody>
              <a:bodyPr/>
              <a:lstStyle/>
              <a:p>
                <a:r>
                  <a:rPr lang="en-US">
                    <a:noFill/>
                  </a:rPr>
                  <a:t> </a:t>
                </a:r>
              </a:p>
            </p:txBody>
          </p:sp>
        </mc:Fallback>
      </mc:AlternateContent>
    </p:spTree>
    <p:extLst>
      <p:ext uri="{BB962C8B-B14F-4D97-AF65-F5344CB8AC3E}">
        <p14:creationId xmlns:p14="http://schemas.microsoft.com/office/powerpoint/2010/main" val="82832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Write an algorithm which inputs the number of students in your class and tells whether they can be separated into 2 equal groups </a:t>
            </a:r>
            <a:r>
              <a:rPr lang="en-US" sz="3400"/>
              <a:t>or not.</a:t>
            </a:r>
            <a:endParaRPr lang="en-US" sz="3400" dirty="0"/>
          </a:p>
          <a:p>
            <a:pPr>
              <a:lnSpc>
                <a:spcPct val="120000"/>
              </a:lnSpc>
              <a:buFont typeface="Wingdings" panose="05000000000000000000" pitchFamily="2" charset="2"/>
              <a:buChar char="§"/>
            </a:pPr>
            <a:r>
              <a:rPr lang="en-US" sz="3400" dirty="0"/>
              <a:t>Present this algorithm in Pseudocode form.</a:t>
            </a:r>
          </a:p>
          <a:p>
            <a:pPr>
              <a:lnSpc>
                <a:spcPct val="120000"/>
              </a:lnSpc>
              <a:buFont typeface="Wingdings" panose="05000000000000000000" pitchFamily="2" charset="2"/>
              <a:buChar char="§"/>
            </a:pPr>
            <a:r>
              <a:rPr lang="en-US" sz="3400" dirty="0"/>
              <a:t>Write a console program to execute this algorithm.</a:t>
            </a:r>
          </a:p>
        </p:txBody>
      </p:sp>
    </p:spTree>
    <p:extLst>
      <p:ext uri="{BB962C8B-B14F-4D97-AF65-F5344CB8AC3E}">
        <p14:creationId xmlns:p14="http://schemas.microsoft.com/office/powerpoint/2010/main" val="122356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Space and Time Complexity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Space complexity means how much memory is required to solve a given problem.</a:t>
            </a:r>
          </a:p>
          <a:p>
            <a:pPr>
              <a:lnSpc>
                <a:spcPct val="100000"/>
              </a:lnSpc>
              <a:buFont typeface="Wingdings" panose="05000000000000000000" pitchFamily="2" charset="2"/>
              <a:buChar char="§"/>
            </a:pPr>
            <a:r>
              <a:rPr lang="en-US" sz="3400" dirty="0"/>
              <a:t>Space complexity is measured in computer storage units (bytes, etc.)</a:t>
            </a:r>
          </a:p>
          <a:p>
            <a:pPr>
              <a:lnSpc>
                <a:spcPct val="100000"/>
              </a:lnSpc>
              <a:buFont typeface="Wingdings" panose="05000000000000000000" pitchFamily="2" charset="2"/>
              <a:buChar char="§"/>
            </a:pPr>
            <a:r>
              <a:rPr lang="en-US" sz="3400" dirty="0"/>
              <a:t>Time complexity means how much time is required to solve a given problem.</a:t>
            </a:r>
          </a:p>
          <a:p>
            <a:pPr>
              <a:lnSpc>
                <a:spcPct val="100000"/>
              </a:lnSpc>
              <a:buFont typeface="Wingdings" panose="05000000000000000000" pitchFamily="2" charset="2"/>
              <a:buChar char="§"/>
            </a:pPr>
            <a:r>
              <a:rPr lang="en-US" sz="3400" dirty="0"/>
              <a:t>Time complexity is measured usually in seconds/minutes, however for simplicity, we often use the term “unit of time”.</a:t>
            </a:r>
          </a:p>
          <a:p>
            <a:pPr>
              <a:lnSpc>
                <a:spcPct val="100000"/>
              </a:lnSpc>
              <a:buFont typeface="Wingdings" panose="05000000000000000000" pitchFamily="2" charset="2"/>
              <a:buChar char="§"/>
            </a:pPr>
            <a:r>
              <a:rPr lang="en-US" sz="3400" dirty="0"/>
              <a:t>Both are used to measure the efficiency of an algorithm. However, since memory is cheaper, we mainly focus on time complexity.</a:t>
            </a:r>
          </a:p>
        </p:txBody>
      </p:sp>
    </p:spTree>
    <p:extLst>
      <p:ext uri="{BB962C8B-B14F-4D97-AF65-F5344CB8AC3E}">
        <p14:creationId xmlns:p14="http://schemas.microsoft.com/office/powerpoint/2010/main" val="87535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b="1" dirty="0"/>
                  <a:t>Best case: </a:t>
                </a:r>
                <a14:m>
                  <m:oMath xmlns:m="http://schemas.openxmlformats.org/officeDocument/2006/math">
                    <m:r>
                      <a:rPr lang="en-US" sz="3400" b="1" i="0" smtClean="0">
                        <a:latin typeface="Cambria Math" panose="02040503050406030204" pitchFamily="18" charset="0"/>
                      </a:rPr>
                      <m:t>𝛀</m:t>
                    </m:r>
                  </m:oMath>
                </a14:m>
                <a:r>
                  <a:rPr lang="en-US" sz="3400" b="1" dirty="0"/>
                  <a:t> (Omega)</a:t>
                </a:r>
              </a:p>
              <a:p>
                <a:pPr marL="0" indent="0">
                  <a:lnSpc>
                    <a:spcPct val="120000"/>
                  </a:lnSpc>
                  <a:buNone/>
                </a:pPr>
                <a:r>
                  <a:rPr lang="en-US" sz="3400" dirty="0"/>
                  <a:t>E.g., we are looking for a student with a calculator and the first student has it. It tells us the least number of possible operations needed at least.</a:t>
                </a:r>
              </a:p>
              <a:p>
                <a:pPr>
                  <a:lnSpc>
                    <a:spcPct val="120000"/>
                  </a:lnSpc>
                  <a:buFont typeface="Wingdings" panose="05000000000000000000" pitchFamily="2" charset="2"/>
                  <a:buChar char="§"/>
                </a:pPr>
                <a:r>
                  <a:rPr lang="en-US" sz="3400" b="1" dirty="0"/>
                  <a:t>Average case: </a:t>
                </a:r>
                <a14:m>
                  <m:oMath xmlns:m="http://schemas.openxmlformats.org/officeDocument/2006/math">
                    <m:r>
                      <a:rPr lang="en-US" sz="3400" b="1" i="0" smtClean="0">
                        <a:latin typeface="Cambria Math" panose="02040503050406030204" pitchFamily="18" charset="0"/>
                      </a:rPr>
                      <m:t>𝚯</m:t>
                    </m:r>
                  </m:oMath>
                </a14:m>
                <a:r>
                  <a:rPr lang="en-US" sz="3400" b="1" dirty="0"/>
                  <a:t> (Theta)</a:t>
                </a:r>
              </a:p>
              <a:p>
                <a:pPr marL="0" indent="0">
                  <a:lnSpc>
                    <a:spcPct val="120000"/>
                  </a:lnSpc>
                  <a:buNone/>
                </a:pPr>
                <a:r>
                  <a:rPr lang="en-US" sz="3600" dirty="0"/>
                  <a:t>E.g., if in a class of 10 students, only one has a calculator, then we’ll have to ask 5 students on average.</a:t>
                </a:r>
                <a:endParaRPr lang="en-US" sz="3400" dirty="0"/>
              </a:p>
              <a:p>
                <a:pPr>
                  <a:lnSpc>
                    <a:spcPct val="120000"/>
                  </a:lnSpc>
                  <a:buFont typeface="Wingdings" panose="05000000000000000000" pitchFamily="2" charset="2"/>
                  <a:buChar char="§"/>
                </a:pPr>
                <a:r>
                  <a:rPr lang="en-US" sz="3400" b="1" dirty="0"/>
                  <a:t>Worst case: </a:t>
                </a:r>
                <a14:m>
                  <m:oMath xmlns:m="http://schemas.openxmlformats.org/officeDocument/2006/math">
                    <m:r>
                      <a:rPr lang="en-US" sz="3400" b="1" i="1" smtClean="0">
                        <a:latin typeface="Cambria Math" panose="02040503050406030204" pitchFamily="18" charset="0"/>
                      </a:rPr>
                      <m:t>𝑶</m:t>
                    </m:r>
                  </m:oMath>
                </a14:m>
                <a:r>
                  <a:rPr lang="en-US" sz="3400" b="1" dirty="0"/>
                  <a:t> (Big-O)</a:t>
                </a:r>
              </a:p>
              <a:p>
                <a:pPr marL="0" indent="0">
                  <a:lnSpc>
                    <a:spcPct val="120000"/>
                  </a:lnSpc>
                  <a:buNone/>
                </a:pPr>
                <a:r>
                  <a:rPr lang="en-US" sz="3400" dirty="0"/>
                  <a:t>This </a:t>
                </a:r>
                <a:r>
                  <a:rPr lang="en-US" sz="3600" dirty="0"/>
                  <a:t>is the most used notation and tells us the worst-case scenario. E.g., we keep asking students for a calculator and the last student has it. It tells us the upper bound of an algorithm.</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998" r="-1713" b="-2618"/>
                </a:stretch>
              </a:blipFill>
            </p:spPr>
            <p:txBody>
              <a:bodyPr/>
              <a:lstStyle/>
              <a:p>
                <a:r>
                  <a:rPr lang="en-PK">
                    <a:noFill/>
                  </a:rPr>
                  <a:t> </a:t>
                </a:r>
              </a:p>
            </p:txBody>
          </p:sp>
        </mc:Fallback>
      </mc:AlternateContent>
    </p:spTree>
    <p:extLst>
      <p:ext uri="{BB962C8B-B14F-4D97-AF65-F5344CB8AC3E}">
        <p14:creationId xmlns:p14="http://schemas.microsoft.com/office/powerpoint/2010/main" val="131935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Real life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All examples covered in this course will be related to the following scenario:</a:t>
            </a:r>
          </a:p>
          <a:p>
            <a:pPr marL="0" indent="0">
              <a:buNone/>
            </a:pPr>
            <a:r>
              <a:rPr lang="en-US" sz="3400" i="1" dirty="0"/>
              <a:t>The College of Computing and Information Sciences offers courses in all 3 campuses of KIET. The students from various programs including CS and SE are identified by a unique SID. Their courses have unique codes and credit hours. Each student has a grade sheet containing his/her records of courses enrolled in and marks acquired, which aggregate to define their grades and a Cumulative GPA.</a:t>
            </a:r>
          </a:p>
          <a:p>
            <a:pPr marL="0" indent="0">
              <a:buNone/>
            </a:pPr>
            <a:r>
              <a:rPr lang="en-US" sz="3400" i="1" dirty="0"/>
              <a:t>Our objective is to design a system to manage the students’ information, which can insert, delete, search and present their data in an efficient manner.</a:t>
            </a:r>
          </a:p>
        </p:txBody>
      </p:sp>
    </p:spTree>
    <p:extLst>
      <p:ext uri="{BB962C8B-B14F-4D97-AF65-F5344CB8AC3E}">
        <p14:creationId xmlns:p14="http://schemas.microsoft.com/office/powerpoint/2010/main" val="535421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Real life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400" dirty="0"/>
              <a:t>Now that you have the example, answer the following:</a:t>
            </a:r>
          </a:p>
          <a:p>
            <a:pPr marL="514350" indent="-514350">
              <a:buFont typeface="+mj-lt"/>
              <a:buAutoNum type="arabicPeriod"/>
            </a:pPr>
            <a:r>
              <a:rPr lang="en-US" sz="3400" dirty="0"/>
              <a:t>What will be the data fields for this system?</a:t>
            </a:r>
          </a:p>
          <a:p>
            <a:pPr marL="514350" indent="-514350">
              <a:buFont typeface="+mj-lt"/>
              <a:buAutoNum type="arabicPeriod"/>
            </a:pPr>
            <a:r>
              <a:rPr lang="en-US" sz="3400" dirty="0"/>
              <a:t>What will be the data types for each field?</a:t>
            </a:r>
          </a:p>
          <a:p>
            <a:pPr marL="514350" indent="-514350">
              <a:buFont typeface="+mj-lt"/>
              <a:buAutoNum type="arabicPeriod"/>
            </a:pPr>
            <a:r>
              <a:rPr lang="en-US" sz="3400" dirty="0"/>
              <a:t>Which of the fields should be used to uniquely identify a student?</a:t>
            </a:r>
          </a:p>
          <a:p>
            <a:pPr marL="514350" indent="-514350">
              <a:buFont typeface="+mj-lt"/>
              <a:buAutoNum type="arabicPeriod"/>
            </a:pPr>
            <a:r>
              <a:rPr lang="en-US" sz="3400" dirty="0"/>
              <a:t>Which fields should be used for aggregate operations?</a:t>
            </a:r>
          </a:p>
        </p:txBody>
      </p:sp>
    </p:spTree>
    <p:extLst>
      <p:ext uri="{BB962C8B-B14F-4D97-AF65-F5344CB8AC3E}">
        <p14:creationId xmlns:p14="http://schemas.microsoft.com/office/powerpoint/2010/main" val="102601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An algorithm inputs CGPA of students in your class. Suppose that the algorithm take 1ms to compare two numbers, then what will be the worst time complexity of this algorithm if we ask it to find out highest CGPA in </a:t>
            </a:r>
            <a:r>
              <a:rPr lang="en-US" sz="3400" u="sng" dirty="0"/>
              <a:t>your</a:t>
            </a:r>
            <a:r>
              <a:rPr lang="en-US" sz="3400" dirty="0"/>
              <a:t> class?</a:t>
            </a:r>
          </a:p>
        </p:txBody>
      </p:sp>
    </p:spTree>
    <p:extLst>
      <p:ext uri="{BB962C8B-B14F-4D97-AF65-F5344CB8AC3E}">
        <p14:creationId xmlns:p14="http://schemas.microsoft.com/office/powerpoint/2010/main" val="321041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Let’s say there are 5 students in the class; there will be following possibilities:</a:t>
                </a:r>
              </a:p>
              <a:p>
                <a:pPr lvl="1">
                  <a:lnSpc>
                    <a:spcPct val="100000"/>
                  </a:lnSpc>
                  <a:buFont typeface="Wingdings" panose="05000000000000000000" pitchFamily="2" charset="2"/>
                  <a:buChar char="§"/>
                </a:pPr>
                <a:r>
                  <a:rPr lang="en-US" sz="3200" dirty="0"/>
                  <a:t>Highest CGPA is 4.0 and this student is sitting in first bench. In this case the time will be 1ms, because 4.0 is highest possible value. Therefore, the time complexity will be 1ms.</a:t>
                </a:r>
              </a:p>
              <a:p>
                <a:pPr lvl="1">
                  <a:lnSpc>
                    <a:spcPct val="100000"/>
                  </a:lnSpc>
                  <a:buFont typeface="Wingdings" panose="05000000000000000000" pitchFamily="2" charset="2"/>
                  <a:buChar char="§"/>
                </a:pPr>
                <a:r>
                  <a:rPr lang="en-US" sz="3200" dirty="0"/>
                  <a:t>Highest CGPA is 4.0, but this student is on the last bench. Now, we must compare each student’s CGPA. Therefore, the time complexity will be 5ms.</a:t>
                </a:r>
              </a:p>
              <a:p>
                <a:pPr lvl="1">
                  <a:lnSpc>
                    <a:spcPct val="100000"/>
                  </a:lnSpc>
                  <a:buFont typeface="Wingdings" panose="05000000000000000000" pitchFamily="2" charset="2"/>
                  <a:buChar char="§"/>
                </a:pPr>
                <a:r>
                  <a:rPr lang="en-US" sz="3200" dirty="0"/>
                  <a:t>The highest CGPA is 4.0, but this student is on 3</a:t>
                </a:r>
                <a:r>
                  <a:rPr lang="en-US" sz="3200" baseline="30000" dirty="0"/>
                  <a:t>rd</a:t>
                </a:r>
                <a:r>
                  <a:rPr lang="en-US" sz="3200" dirty="0"/>
                  <a:t> bench. Therefore, the time complexity will be 3ms.</a:t>
                </a:r>
              </a:p>
              <a:p>
                <a:pPr lvl="1">
                  <a:lnSpc>
                    <a:spcPct val="100000"/>
                  </a:lnSpc>
                  <a:buFont typeface="Wingdings" panose="05000000000000000000" pitchFamily="2" charset="2"/>
                  <a:buChar char="§"/>
                </a:pPr>
                <a:r>
                  <a:rPr lang="en-US" sz="3200" dirty="0"/>
                  <a:t>The highest CGPA is 3.8, and this student is on 1</a:t>
                </a:r>
                <a:r>
                  <a:rPr lang="en-US" sz="3200" baseline="30000" dirty="0"/>
                  <a:t>st</a:t>
                </a:r>
                <a:r>
                  <a:rPr lang="en-US" sz="3200" dirty="0"/>
                  <a:t> bench. We must still compare all other students’ CGPA. Therefore, the time complexity will be 5ms.</a:t>
                </a:r>
              </a:p>
              <a:p>
                <a:pPr>
                  <a:lnSpc>
                    <a:spcPct val="100000"/>
                  </a:lnSpc>
                  <a:buFont typeface="Wingdings" panose="05000000000000000000" pitchFamily="2" charset="2"/>
                  <a:buChar char="§"/>
                </a:pPr>
                <a:r>
                  <a:rPr lang="en-US" sz="3400" dirty="0"/>
                  <a:t>After considering all cases, we see that the worst scenario is </a:t>
                </a:r>
                <a14:m>
                  <m:oMath xmlns:m="http://schemas.openxmlformats.org/officeDocument/2006/math">
                    <m:r>
                      <a:rPr lang="en-US" sz="3400" i="1" dirty="0" smtClean="0">
                        <a:latin typeface="Cambria Math" panose="02040503050406030204" pitchFamily="18" charset="0"/>
                      </a:rPr>
                      <m:t>𝑂</m:t>
                    </m:r>
                    <m:r>
                      <a:rPr lang="en-US" sz="3400" b="0" i="1" dirty="0" smtClean="0">
                        <a:latin typeface="Cambria Math" panose="02040503050406030204" pitchFamily="18" charset="0"/>
                      </a:rPr>
                      <m:t>(5)</m:t>
                    </m:r>
                  </m:oMath>
                </a14:m>
                <a:r>
                  <a:rPr lang="en-US" sz="34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86" t="-2868" r="-727"/>
                </a:stretch>
              </a:blipFill>
            </p:spPr>
            <p:txBody>
              <a:bodyPr/>
              <a:lstStyle/>
              <a:p>
                <a:r>
                  <a:rPr lang="en-PK">
                    <a:noFill/>
                  </a:rPr>
                  <a:t> </a:t>
                </a:r>
              </a:p>
            </p:txBody>
          </p:sp>
        </mc:Fallback>
      </mc:AlternateContent>
    </p:spTree>
    <p:extLst>
      <p:ext uri="{BB962C8B-B14F-4D97-AF65-F5344CB8AC3E}">
        <p14:creationId xmlns:p14="http://schemas.microsoft.com/office/powerpoint/2010/main" val="53886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1</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Write an algorithm and its pseudocode to measure the average number of credit hours you have earned per semester.</a:t>
            </a:r>
          </a:p>
          <a:p>
            <a:pPr>
              <a:lnSpc>
                <a:spcPct val="100000"/>
              </a:lnSpc>
              <a:buFont typeface="Wingdings" panose="05000000000000000000" pitchFamily="2" charset="2"/>
              <a:buChar char="§"/>
            </a:pPr>
            <a:r>
              <a:rPr lang="en-US" sz="3400" dirty="0"/>
              <a:t>Assuming each statement in your program takes 2ms to execute, what will be the best, average and worst time complexity?</a:t>
            </a:r>
          </a:p>
          <a:p>
            <a:pPr>
              <a:lnSpc>
                <a:spcPct val="100000"/>
              </a:lnSpc>
              <a:buFont typeface="Wingdings" panose="05000000000000000000" pitchFamily="2" charset="2"/>
              <a:buChar char="§"/>
            </a:pPr>
            <a:r>
              <a:rPr lang="en-US" sz="3400" dirty="0"/>
              <a:t>Submit your solution on LMS.</a:t>
            </a:r>
          </a:p>
        </p:txBody>
      </p:sp>
    </p:spTree>
    <p:extLst>
      <p:ext uri="{BB962C8B-B14F-4D97-AF65-F5344CB8AC3E}">
        <p14:creationId xmlns:p14="http://schemas.microsoft.com/office/powerpoint/2010/main" val="76853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Pre-requisites Reading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400" i="1" dirty="0"/>
              <a:t>Refer to Chapter 2 of your Textbook (Theory and Problems of Data Structures by S. </a:t>
            </a:r>
            <a:r>
              <a:rPr lang="en-US" sz="3400" i="1" dirty="0" err="1"/>
              <a:t>Lipschutz</a:t>
            </a:r>
            <a:r>
              <a:rPr lang="en-US" sz="3400" i="1" dirty="0"/>
              <a:t>) and revise:</a:t>
            </a:r>
          </a:p>
          <a:p>
            <a:pPr>
              <a:lnSpc>
                <a:spcPct val="100000"/>
              </a:lnSpc>
              <a:buFont typeface="Wingdings" panose="05000000000000000000" pitchFamily="2" charset="2"/>
              <a:buChar char="§"/>
            </a:pPr>
            <a:r>
              <a:rPr lang="en-US" sz="3400" dirty="0"/>
              <a:t>Floor and Ceiling function</a:t>
            </a:r>
          </a:p>
          <a:p>
            <a:pPr>
              <a:lnSpc>
                <a:spcPct val="100000"/>
              </a:lnSpc>
              <a:buFont typeface="Wingdings" panose="05000000000000000000" pitchFamily="2" charset="2"/>
              <a:buChar char="§"/>
            </a:pPr>
            <a:r>
              <a:rPr lang="en-US" sz="3400" dirty="0"/>
              <a:t>Modulus function</a:t>
            </a:r>
          </a:p>
          <a:p>
            <a:pPr>
              <a:lnSpc>
                <a:spcPct val="100000"/>
              </a:lnSpc>
              <a:buFont typeface="Wingdings" panose="05000000000000000000" pitchFamily="2" charset="2"/>
              <a:buChar char="§"/>
            </a:pPr>
            <a:r>
              <a:rPr lang="en-US" sz="3400" dirty="0"/>
              <a:t>Round and Absolute functions</a:t>
            </a:r>
          </a:p>
          <a:p>
            <a:pPr>
              <a:lnSpc>
                <a:spcPct val="100000"/>
              </a:lnSpc>
              <a:buFont typeface="Wingdings" panose="05000000000000000000" pitchFamily="2" charset="2"/>
              <a:buChar char="§"/>
            </a:pPr>
            <a:r>
              <a:rPr lang="en-US" sz="3400" dirty="0"/>
              <a:t>Factorial</a:t>
            </a:r>
          </a:p>
          <a:p>
            <a:pPr>
              <a:lnSpc>
                <a:spcPct val="100000"/>
              </a:lnSpc>
              <a:buFont typeface="Wingdings" panose="05000000000000000000" pitchFamily="2" charset="2"/>
              <a:buChar char="§"/>
            </a:pPr>
            <a:r>
              <a:rPr lang="en-US" sz="3400" dirty="0"/>
              <a:t>Permutation and combination functions</a:t>
            </a:r>
          </a:p>
          <a:p>
            <a:pPr>
              <a:lnSpc>
                <a:spcPct val="100000"/>
              </a:lnSpc>
              <a:buFont typeface="Wingdings" panose="05000000000000000000" pitchFamily="2" charset="2"/>
              <a:buChar char="§"/>
            </a:pPr>
            <a:r>
              <a:rPr lang="en-US" sz="3400" dirty="0"/>
              <a:t>Flow charts and algorithmic notations</a:t>
            </a:r>
          </a:p>
        </p:txBody>
      </p:sp>
    </p:spTree>
    <p:extLst>
      <p:ext uri="{BB962C8B-B14F-4D97-AF65-F5344CB8AC3E}">
        <p14:creationId xmlns:p14="http://schemas.microsoft.com/office/powerpoint/2010/main" val="230770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2356</TotalTime>
  <Words>1706</Words>
  <Application>Microsoft Office PowerPoint</Application>
  <PresentationFormat>Widescreen</PresentationFormat>
  <Paragraphs>179</Paragraphs>
  <Slides>20</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 Math</vt:lpstr>
      <vt:lpstr>Cascadia Code</vt:lpstr>
      <vt:lpstr>Söhne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155</cp:revision>
  <dcterms:created xsi:type="dcterms:W3CDTF">2022-11-22T20:08:03Z</dcterms:created>
  <dcterms:modified xsi:type="dcterms:W3CDTF">2023-07-18T05:52:50Z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