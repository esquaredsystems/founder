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448" r:id="rId5"/>
    <p:sldId id="2462" r:id="rId6"/>
    <p:sldId id="2499" r:id="rId7"/>
    <p:sldId id="2467" r:id="rId8"/>
    <p:sldId id="2485" r:id="rId9"/>
    <p:sldId id="2486" r:id="rId10"/>
    <p:sldId id="2487" r:id="rId11"/>
    <p:sldId id="2468" r:id="rId12"/>
    <p:sldId id="2491" r:id="rId13"/>
    <p:sldId id="2482" r:id="rId14"/>
    <p:sldId id="2492" r:id="rId15"/>
    <p:sldId id="2493" r:id="rId16"/>
    <p:sldId id="2494" r:id="rId17"/>
    <p:sldId id="2496" r:id="rId18"/>
    <p:sldId id="2497" r:id="rId19"/>
    <p:sldId id="2490" r:id="rId20"/>
    <p:sldId id="2500" r:id="rId21"/>
    <p:sldId id="243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AE1D6D-A5CE-4F6A-9493-265C0424249A}" v="5599" dt="2023-03-06T10:20:29.0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1242" autoAdjust="0"/>
  </p:normalViewPr>
  <p:slideViewPr>
    <p:cSldViewPr snapToGrid="0">
      <p:cViewPr varScale="1">
        <p:scale>
          <a:sx n="75" d="100"/>
          <a:sy n="75" d="100"/>
        </p:scale>
        <p:origin x="931"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36542103-18F1-477E-B1A3-2758C3E1EAA4}"/>
    <pc:docChg chg="undo redo custSel addSld delSld modSld">
      <pc:chgData name="Owais Ahmed" userId="6abc7d4556b3b071" providerId="LiveId" clId="{36542103-18F1-477E-B1A3-2758C3E1EAA4}" dt="2023-03-01T09:12:54.212" v="3802" actId="20577"/>
      <pc:docMkLst>
        <pc:docMk/>
      </pc:docMkLst>
      <pc:sldChg chg="modSp">
        <pc:chgData name="Owais Ahmed" userId="6abc7d4556b3b071" providerId="LiveId" clId="{36542103-18F1-477E-B1A3-2758C3E1EAA4}" dt="2023-03-01T09:06:22.474" v="3412" actId="403"/>
        <pc:sldMkLst>
          <pc:docMk/>
          <pc:sldMk cId="4226644250" sldId="256"/>
        </pc:sldMkLst>
        <pc:spChg chg="mod">
          <ac:chgData name="Owais Ahmed" userId="6abc7d4556b3b071" providerId="LiveId" clId="{36542103-18F1-477E-B1A3-2758C3E1EAA4}" dt="2023-03-01T09:06:22.474" v="3412" actId="403"/>
          <ac:spMkLst>
            <pc:docMk/>
            <pc:sldMk cId="4226644250" sldId="256"/>
            <ac:spMk id="5" creationId="{D6B5DCB6-4358-037D-2AAC-2F1B1119C128}"/>
          </ac:spMkLst>
        </pc:spChg>
      </pc:sldChg>
      <pc:sldChg chg="modSp del mod">
        <pc:chgData name="Owais Ahmed" userId="6abc7d4556b3b071" providerId="LiveId" clId="{36542103-18F1-477E-B1A3-2758C3E1EAA4}" dt="2023-03-01T09:06:41.202" v="3416" actId="47"/>
        <pc:sldMkLst>
          <pc:docMk/>
          <pc:sldMk cId="505738359" sldId="2464"/>
        </pc:sldMkLst>
        <pc:spChg chg="mod">
          <ac:chgData name="Owais Ahmed" userId="6abc7d4556b3b071" providerId="LiveId" clId="{36542103-18F1-477E-B1A3-2758C3E1EAA4}" dt="2023-03-01T09:06:37.784" v="3414" actId="21"/>
          <ac:spMkLst>
            <pc:docMk/>
            <pc:sldMk cId="505738359" sldId="2464"/>
            <ac:spMk id="5" creationId="{D6B5DCB6-4358-037D-2AAC-2F1B1119C128}"/>
          </ac:spMkLst>
        </pc:spChg>
      </pc:sldChg>
      <pc:sldChg chg="modSp modAnim modNotesTx">
        <pc:chgData name="Owais Ahmed" userId="6abc7d4556b3b071" providerId="LiveId" clId="{36542103-18F1-477E-B1A3-2758C3E1EAA4}" dt="2023-03-01T08:18:05.251" v="1705" actId="20577"/>
        <pc:sldMkLst>
          <pc:docMk/>
          <pc:sldMk cId="2797597492" sldId="2465"/>
        </pc:sldMkLst>
        <pc:spChg chg="mod">
          <ac:chgData name="Owais Ahmed" userId="6abc7d4556b3b071" providerId="LiveId" clId="{36542103-18F1-477E-B1A3-2758C3E1EAA4}" dt="2023-03-01T08:18:05.251" v="1705" actId="20577"/>
          <ac:spMkLst>
            <pc:docMk/>
            <pc:sldMk cId="2797597492" sldId="2465"/>
            <ac:spMk id="5" creationId="{D6B5DCB6-4358-037D-2AAC-2F1B1119C128}"/>
          </ac:spMkLst>
        </pc:spChg>
      </pc:sldChg>
      <pc:sldChg chg="delSp modSp mod modAnim modNotesTx">
        <pc:chgData name="Owais Ahmed" userId="6abc7d4556b3b071" providerId="LiveId" clId="{36542103-18F1-477E-B1A3-2758C3E1EAA4}" dt="2023-03-01T08:23:58.781" v="2119" actId="20577"/>
        <pc:sldMkLst>
          <pc:docMk/>
          <pc:sldMk cId="1288171314" sldId="2466"/>
        </pc:sldMkLst>
        <pc:spChg chg="del">
          <ac:chgData name="Owais Ahmed" userId="6abc7d4556b3b071" providerId="LiveId" clId="{36542103-18F1-477E-B1A3-2758C3E1EAA4}" dt="2023-03-01T08:09:03.047" v="811" actId="478"/>
          <ac:spMkLst>
            <pc:docMk/>
            <pc:sldMk cId="1288171314" sldId="2466"/>
            <ac:spMk id="3" creationId="{D176E863-9DE0-14DD-7A0F-7D505E61BFEC}"/>
          </ac:spMkLst>
        </pc:spChg>
        <pc:spChg chg="mod">
          <ac:chgData name="Owais Ahmed" userId="6abc7d4556b3b071" providerId="LiveId" clId="{36542103-18F1-477E-B1A3-2758C3E1EAA4}" dt="2023-03-01T08:23:58.781" v="2119" actId="20577"/>
          <ac:spMkLst>
            <pc:docMk/>
            <pc:sldMk cId="1288171314" sldId="2466"/>
            <ac:spMk id="5" creationId="{D6B5DCB6-4358-037D-2AAC-2F1B1119C128}"/>
          </ac:spMkLst>
        </pc:spChg>
        <pc:spChg chg="mod">
          <ac:chgData name="Owais Ahmed" userId="6abc7d4556b3b071" providerId="LiveId" clId="{36542103-18F1-477E-B1A3-2758C3E1EAA4}" dt="2023-03-01T07:48:22.561" v="6" actId="20577"/>
          <ac:spMkLst>
            <pc:docMk/>
            <pc:sldMk cId="1288171314" sldId="2466"/>
            <ac:spMk id="9" creationId="{27EE95FA-7E6C-9450-66FD-4F118356AE19}"/>
          </ac:spMkLst>
        </pc:spChg>
      </pc:sldChg>
      <pc:sldChg chg="modSp add mod modAnim">
        <pc:chgData name="Owais Ahmed" userId="6abc7d4556b3b071" providerId="LiveId" clId="{36542103-18F1-477E-B1A3-2758C3E1EAA4}" dt="2023-03-01T08:07:43.604" v="809" actId="20577"/>
        <pc:sldMkLst>
          <pc:docMk/>
          <pc:sldMk cId="2835548672" sldId="2467"/>
        </pc:sldMkLst>
        <pc:spChg chg="mod">
          <ac:chgData name="Owais Ahmed" userId="6abc7d4556b3b071" providerId="LiveId" clId="{36542103-18F1-477E-B1A3-2758C3E1EAA4}" dt="2023-03-01T08:07:43.604" v="809" actId="20577"/>
          <ac:spMkLst>
            <pc:docMk/>
            <pc:sldMk cId="2835548672" sldId="2467"/>
            <ac:spMk id="5" creationId="{D6B5DCB6-4358-037D-2AAC-2F1B1119C128}"/>
          </ac:spMkLst>
        </pc:spChg>
        <pc:spChg chg="mod">
          <ac:chgData name="Owais Ahmed" userId="6abc7d4556b3b071" providerId="LiveId" clId="{36542103-18F1-477E-B1A3-2758C3E1EAA4}" dt="2023-03-01T07:48:46.694" v="35" actId="20577"/>
          <ac:spMkLst>
            <pc:docMk/>
            <pc:sldMk cId="2835548672" sldId="2467"/>
            <ac:spMk id="9" creationId="{27EE95FA-7E6C-9450-66FD-4F118356AE19}"/>
          </ac:spMkLst>
        </pc:spChg>
      </pc:sldChg>
      <pc:sldChg chg="addSp delSp modSp add mod modAnim modNotesTx">
        <pc:chgData name="Owais Ahmed" userId="6abc7d4556b3b071" providerId="LiveId" clId="{36542103-18F1-477E-B1A3-2758C3E1EAA4}" dt="2023-03-01T08:55:14.070" v="2656" actId="1076"/>
        <pc:sldMkLst>
          <pc:docMk/>
          <pc:sldMk cId="2564172473" sldId="2468"/>
        </pc:sldMkLst>
        <pc:spChg chg="del mod">
          <ac:chgData name="Owais Ahmed" userId="6abc7d4556b3b071" providerId="LiveId" clId="{36542103-18F1-477E-B1A3-2758C3E1EAA4}" dt="2023-03-01T08:27:29.732" v="2235"/>
          <ac:spMkLst>
            <pc:docMk/>
            <pc:sldMk cId="2564172473" sldId="2468"/>
            <ac:spMk id="3" creationId="{D176E863-9DE0-14DD-7A0F-7D505E61BFEC}"/>
          </ac:spMkLst>
        </pc:spChg>
        <pc:spChg chg="add del">
          <ac:chgData name="Owais Ahmed" userId="6abc7d4556b3b071" providerId="LiveId" clId="{36542103-18F1-477E-B1A3-2758C3E1EAA4}" dt="2023-03-01T08:31:34.587" v="2302" actId="22"/>
          <ac:spMkLst>
            <pc:docMk/>
            <pc:sldMk cId="2564172473" sldId="2468"/>
            <ac:spMk id="4" creationId="{8A891969-3D80-CC18-9A58-4D1ACB4889A1}"/>
          </ac:spMkLst>
        </pc:spChg>
        <pc:spChg chg="mod">
          <ac:chgData name="Owais Ahmed" userId="6abc7d4556b3b071" providerId="LiveId" clId="{36542103-18F1-477E-B1A3-2758C3E1EAA4}" dt="2023-03-01T08:54:36.206" v="2653" actId="20577"/>
          <ac:spMkLst>
            <pc:docMk/>
            <pc:sldMk cId="2564172473" sldId="2468"/>
            <ac:spMk id="5" creationId="{D6B5DCB6-4358-037D-2AAC-2F1B1119C128}"/>
          </ac:spMkLst>
        </pc:spChg>
        <pc:spChg chg="mod">
          <ac:chgData name="Owais Ahmed" userId="6abc7d4556b3b071" providerId="LiveId" clId="{36542103-18F1-477E-B1A3-2758C3E1EAA4}" dt="2023-03-01T08:24:22.184" v="2156" actId="20577"/>
          <ac:spMkLst>
            <pc:docMk/>
            <pc:sldMk cId="2564172473" sldId="2468"/>
            <ac:spMk id="9" creationId="{27EE95FA-7E6C-9450-66FD-4F118356AE19}"/>
          </ac:spMkLst>
        </pc:spChg>
        <pc:picChg chg="add mod">
          <ac:chgData name="Owais Ahmed" userId="6abc7d4556b3b071" providerId="LiveId" clId="{36542103-18F1-477E-B1A3-2758C3E1EAA4}" dt="2023-03-01T08:28:16.253" v="2240" actId="1076"/>
          <ac:picMkLst>
            <pc:docMk/>
            <pc:sldMk cId="2564172473" sldId="2468"/>
            <ac:picMk id="1026" creationId="{B52B6349-72B8-80CF-DA1C-C5486174747D}"/>
          </ac:picMkLst>
        </pc:picChg>
        <pc:picChg chg="add del mod">
          <ac:chgData name="Owais Ahmed" userId="6abc7d4556b3b071" providerId="LiveId" clId="{36542103-18F1-477E-B1A3-2758C3E1EAA4}" dt="2023-03-01T08:28:17.476" v="2241"/>
          <ac:picMkLst>
            <pc:docMk/>
            <pc:sldMk cId="2564172473" sldId="2468"/>
            <ac:picMk id="1028" creationId="{2A67EFA5-7B75-527F-8245-7A648D1CBD3A}"/>
          </ac:picMkLst>
        </pc:picChg>
        <pc:picChg chg="add mod">
          <ac:chgData name="Owais Ahmed" userId="6abc7d4556b3b071" providerId="LiveId" clId="{36542103-18F1-477E-B1A3-2758C3E1EAA4}" dt="2023-03-01T08:28:28.253" v="2245" actId="1076"/>
          <ac:picMkLst>
            <pc:docMk/>
            <pc:sldMk cId="2564172473" sldId="2468"/>
            <ac:picMk id="1030" creationId="{937909F9-9B17-7819-16D9-0A5467D24F10}"/>
          </ac:picMkLst>
        </pc:picChg>
        <pc:picChg chg="add mod">
          <ac:chgData name="Owais Ahmed" userId="6abc7d4556b3b071" providerId="LiveId" clId="{36542103-18F1-477E-B1A3-2758C3E1EAA4}" dt="2023-03-01T08:29:01.821" v="2248" actId="1076"/>
          <ac:picMkLst>
            <pc:docMk/>
            <pc:sldMk cId="2564172473" sldId="2468"/>
            <ac:picMk id="1032" creationId="{7CBE8AC6-1EBF-7FB2-D6EB-F9BB600F73C3}"/>
          </ac:picMkLst>
        </pc:picChg>
        <pc:picChg chg="add mod">
          <ac:chgData name="Owais Ahmed" userId="6abc7d4556b3b071" providerId="LiveId" clId="{36542103-18F1-477E-B1A3-2758C3E1EAA4}" dt="2023-03-01T08:30:28.741" v="2296" actId="1076"/>
          <ac:picMkLst>
            <pc:docMk/>
            <pc:sldMk cId="2564172473" sldId="2468"/>
            <ac:picMk id="1034" creationId="{C1426860-0002-4F9C-A184-C2CEC2C2EE80}"/>
          </ac:picMkLst>
        </pc:picChg>
        <pc:picChg chg="add mod">
          <ac:chgData name="Owais Ahmed" userId="6abc7d4556b3b071" providerId="LiveId" clId="{36542103-18F1-477E-B1A3-2758C3E1EAA4}" dt="2023-03-01T08:31:47.817" v="2305" actId="1076"/>
          <ac:picMkLst>
            <pc:docMk/>
            <pc:sldMk cId="2564172473" sldId="2468"/>
            <ac:picMk id="1036" creationId="{75D01A3D-4670-7C8F-147C-FB516418D76A}"/>
          </ac:picMkLst>
        </pc:picChg>
        <pc:picChg chg="add mod">
          <ac:chgData name="Owais Ahmed" userId="6abc7d4556b3b071" providerId="LiveId" clId="{36542103-18F1-477E-B1A3-2758C3E1EAA4}" dt="2023-03-01T08:33:03.104" v="2317" actId="1076"/>
          <ac:picMkLst>
            <pc:docMk/>
            <pc:sldMk cId="2564172473" sldId="2468"/>
            <ac:picMk id="1038" creationId="{C88242AB-2EAA-BA69-5988-EDB7E50964EB}"/>
          </ac:picMkLst>
        </pc:picChg>
        <pc:picChg chg="add mod">
          <ac:chgData name="Owais Ahmed" userId="6abc7d4556b3b071" providerId="LiveId" clId="{36542103-18F1-477E-B1A3-2758C3E1EAA4}" dt="2023-03-01T08:34:43.048" v="2333" actId="1076"/>
          <ac:picMkLst>
            <pc:docMk/>
            <pc:sldMk cId="2564172473" sldId="2468"/>
            <ac:picMk id="1040" creationId="{5A8D6D8F-C097-A63B-FC87-5AAA61887AD8}"/>
          </ac:picMkLst>
        </pc:picChg>
        <pc:picChg chg="add mod">
          <ac:chgData name="Owais Ahmed" userId="6abc7d4556b3b071" providerId="LiveId" clId="{36542103-18F1-477E-B1A3-2758C3E1EAA4}" dt="2023-03-01T08:55:14.070" v="2656" actId="1076"/>
          <ac:picMkLst>
            <pc:docMk/>
            <pc:sldMk cId="2564172473" sldId="2468"/>
            <ac:picMk id="1042" creationId="{46AA148E-1148-E8E6-4A54-C7C189AFCED4}"/>
          </ac:picMkLst>
        </pc:picChg>
        <pc:picChg chg="add mod">
          <ac:chgData name="Owais Ahmed" userId="6abc7d4556b3b071" providerId="LiveId" clId="{36542103-18F1-477E-B1A3-2758C3E1EAA4}" dt="2023-03-01T08:37:51.965" v="2364" actId="1076"/>
          <ac:picMkLst>
            <pc:docMk/>
            <pc:sldMk cId="2564172473" sldId="2468"/>
            <ac:picMk id="1044" creationId="{1095811A-A7C8-B8F6-7CF5-11472B45F658}"/>
          </ac:picMkLst>
        </pc:picChg>
        <pc:picChg chg="add mod">
          <ac:chgData name="Owais Ahmed" userId="6abc7d4556b3b071" providerId="LiveId" clId="{36542103-18F1-477E-B1A3-2758C3E1EAA4}" dt="2023-03-01T08:40:09.827" v="2395" actId="1076"/>
          <ac:picMkLst>
            <pc:docMk/>
            <pc:sldMk cId="2564172473" sldId="2468"/>
            <ac:picMk id="1046" creationId="{4D5EC02C-232A-E9E5-EC01-B58D1804CA7D}"/>
          </ac:picMkLst>
        </pc:picChg>
        <pc:picChg chg="add mod">
          <ac:chgData name="Owais Ahmed" userId="6abc7d4556b3b071" providerId="LiveId" clId="{36542103-18F1-477E-B1A3-2758C3E1EAA4}" dt="2023-03-01T08:54:52.038" v="2654" actId="1076"/>
          <ac:picMkLst>
            <pc:docMk/>
            <pc:sldMk cId="2564172473" sldId="2468"/>
            <ac:picMk id="1048" creationId="{D468CF6D-A89A-19B5-3AE9-B6948626587B}"/>
          </ac:picMkLst>
        </pc:picChg>
        <pc:picChg chg="add mod">
          <ac:chgData name="Owais Ahmed" userId="6abc7d4556b3b071" providerId="LiveId" clId="{36542103-18F1-477E-B1A3-2758C3E1EAA4}" dt="2023-03-01T08:54:52.038" v="2654" actId="1076"/>
          <ac:picMkLst>
            <pc:docMk/>
            <pc:sldMk cId="2564172473" sldId="2468"/>
            <ac:picMk id="1050" creationId="{35738118-63CC-CB61-5B20-3C94196E8DF1}"/>
          </ac:picMkLst>
        </pc:picChg>
        <pc:picChg chg="add mod">
          <ac:chgData name="Owais Ahmed" userId="6abc7d4556b3b071" providerId="LiveId" clId="{36542103-18F1-477E-B1A3-2758C3E1EAA4}" dt="2023-03-01T08:54:52.038" v="2654" actId="1076"/>
          <ac:picMkLst>
            <pc:docMk/>
            <pc:sldMk cId="2564172473" sldId="2468"/>
            <ac:picMk id="1052" creationId="{BF7E1FFF-0CFA-27D4-9300-9C801C052FAA}"/>
          </ac:picMkLst>
        </pc:picChg>
        <pc:picChg chg="add mod">
          <ac:chgData name="Owais Ahmed" userId="6abc7d4556b3b071" providerId="LiveId" clId="{36542103-18F1-477E-B1A3-2758C3E1EAA4}" dt="2023-03-01T08:54:52.038" v="2654" actId="1076"/>
          <ac:picMkLst>
            <pc:docMk/>
            <pc:sldMk cId="2564172473" sldId="2468"/>
            <ac:picMk id="1054" creationId="{7FCC54F9-0056-984F-40DE-18E6FCB11BEC}"/>
          </ac:picMkLst>
        </pc:picChg>
        <pc:picChg chg="add mod">
          <ac:chgData name="Owais Ahmed" userId="6abc7d4556b3b071" providerId="LiveId" clId="{36542103-18F1-477E-B1A3-2758C3E1EAA4}" dt="2023-03-01T08:54:52.038" v="2654" actId="1076"/>
          <ac:picMkLst>
            <pc:docMk/>
            <pc:sldMk cId="2564172473" sldId="2468"/>
            <ac:picMk id="1056" creationId="{ED1C7EDF-74CC-FC33-285C-59A51EC93A90}"/>
          </ac:picMkLst>
        </pc:picChg>
        <pc:picChg chg="add del">
          <ac:chgData name="Owais Ahmed" userId="6abc7d4556b3b071" providerId="LiveId" clId="{36542103-18F1-477E-B1A3-2758C3E1EAA4}" dt="2023-03-01T08:51:51.165" v="2629" actId="478"/>
          <ac:picMkLst>
            <pc:docMk/>
            <pc:sldMk cId="2564172473" sldId="2468"/>
            <ac:picMk id="1058" creationId="{1F35332A-00C8-AF0E-F1B6-69B5DE71861E}"/>
          </ac:picMkLst>
        </pc:picChg>
        <pc:picChg chg="add mod">
          <ac:chgData name="Owais Ahmed" userId="6abc7d4556b3b071" providerId="LiveId" clId="{36542103-18F1-477E-B1A3-2758C3E1EAA4}" dt="2023-03-01T08:54:52.038" v="2654" actId="1076"/>
          <ac:picMkLst>
            <pc:docMk/>
            <pc:sldMk cId="2564172473" sldId="2468"/>
            <ac:picMk id="1060" creationId="{1CCE3F63-D372-42A0-B788-182E353BE074}"/>
          </ac:picMkLst>
        </pc:picChg>
        <pc:picChg chg="add del">
          <ac:chgData name="Owais Ahmed" userId="6abc7d4556b3b071" providerId="LiveId" clId="{36542103-18F1-477E-B1A3-2758C3E1EAA4}" dt="2023-03-01T08:52:59.251" v="2638"/>
          <ac:picMkLst>
            <pc:docMk/>
            <pc:sldMk cId="2564172473" sldId="2468"/>
            <ac:picMk id="1062" creationId="{4149B8C2-8A21-D6DE-97A4-30B459F15977}"/>
          </ac:picMkLst>
        </pc:picChg>
        <pc:picChg chg="add mod">
          <ac:chgData name="Owais Ahmed" userId="6abc7d4556b3b071" providerId="LiveId" clId="{36542103-18F1-477E-B1A3-2758C3E1EAA4}" dt="2023-03-01T08:54:52.038" v="2654" actId="1076"/>
          <ac:picMkLst>
            <pc:docMk/>
            <pc:sldMk cId="2564172473" sldId="2468"/>
            <ac:picMk id="1064" creationId="{0EFF1FD0-A435-B34D-C9E5-2A09341DAA14}"/>
          </ac:picMkLst>
        </pc:picChg>
        <pc:picChg chg="add mod">
          <ac:chgData name="Owais Ahmed" userId="6abc7d4556b3b071" providerId="LiveId" clId="{36542103-18F1-477E-B1A3-2758C3E1EAA4}" dt="2023-03-01T08:54:52.038" v="2654" actId="1076"/>
          <ac:picMkLst>
            <pc:docMk/>
            <pc:sldMk cId="2564172473" sldId="2468"/>
            <ac:picMk id="1066" creationId="{9F58BC05-1927-7EA6-94BF-C04942B2E1B3}"/>
          </ac:picMkLst>
        </pc:picChg>
        <pc:picChg chg="add del mod">
          <ac:chgData name="Owais Ahmed" userId="6abc7d4556b3b071" providerId="LiveId" clId="{36542103-18F1-477E-B1A3-2758C3E1EAA4}" dt="2023-03-01T08:54:33.706" v="2650" actId="478"/>
          <ac:picMkLst>
            <pc:docMk/>
            <pc:sldMk cId="2564172473" sldId="2468"/>
            <ac:picMk id="1068" creationId="{885917AC-0558-2F54-1E23-5FD0C2D83E0E}"/>
          </ac:picMkLst>
        </pc:picChg>
      </pc:sldChg>
      <pc:sldChg chg="addSp delSp modSp add mod modClrScheme modAnim chgLayout">
        <pc:chgData name="Owais Ahmed" userId="6abc7d4556b3b071" providerId="LiveId" clId="{36542103-18F1-477E-B1A3-2758C3E1EAA4}" dt="2023-03-01T09:06:11.459" v="3411" actId="20577"/>
        <pc:sldMkLst>
          <pc:docMk/>
          <pc:sldMk cId="1870517188" sldId="2469"/>
        </pc:sldMkLst>
        <pc:spChg chg="add del mod">
          <ac:chgData name="Owais Ahmed" userId="6abc7d4556b3b071" providerId="LiveId" clId="{36542103-18F1-477E-B1A3-2758C3E1EAA4}" dt="2023-03-01T09:00:26.499" v="2771" actId="478"/>
          <ac:spMkLst>
            <pc:docMk/>
            <pc:sldMk cId="1870517188" sldId="2469"/>
            <ac:spMk id="2" creationId="{CFF223DC-3CA3-FFF1-5576-45716986B769}"/>
          </ac:spMkLst>
        </pc:spChg>
        <pc:spChg chg="add del mod ord">
          <ac:chgData name="Owais Ahmed" userId="6abc7d4556b3b071" providerId="LiveId" clId="{36542103-18F1-477E-B1A3-2758C3E1EAA4}" dt="2023-03-01T08:56:32.354" v="2729" actId="700"/>
          <ac:spMkLst>
            <pc:docMk/>
            <pc:sldMk cId="1870517188" sldId="2469"/>
            <ac:spMk id="3" creationId="{CABAE5EC-F67A-5744-393C-1F289C372DD4}"/>
          </ac:spMkLst>
        </pc:spChg>
        <pc:spChg chg="add del mod ord">
          <ac:chgData name="Owais Ahmed" userId="6abc7d4556b3b071" providerId="LiveId" clId="{36542103-18F1-477E-B1A3-2758C3E1EAA4}" dt="2023-03-01T08:56:32.354" v="2729" actId="700"/>
          <ac:spMkLst>
            <pc:docMk/>
            <pc:sldMk cId="1870517188" sldId="2469"/>
            <ac:spMk id="4" creationId="{C5E72A6B-1CB4-081E-4D8D-6B4B558B9790}"/>
          </ac:spMkLst>
        </pc:spChg>
        <pc:spChg chg="mod ord">
          <ac:chgData name="Owais Ahmed" userId="6abc7d4556b3b071" providerId="LiveId" clId="{36542103-18F1-477E-B1A3-2758C3E1EAA4}" dt="2023-03-01T09:05:56.936" v="3399" actId="403"/>
          <ac:spMkLst>
            <pc:docMk/>
            <pc:sldMk cId="1870517188" sldId="2469"/>
            <ac:spMk id="5" creationId="{D6B5DCB6-4358-037D-2AAC-2F1B1119C128}"/>
          </ac:spMkLst>
        </pc:spChg>
        <pc:spChg chg="add del mod ord">
          <ac:chgData name="Owais Ahmed" userId="6abc7d4556b3b071" providerId="LiveId" clId="{36542103-18F1-477E-B1A3-2758C3E1EAA4}" dt="2023-03-01T09:00:22.937" v="2766" actId="700"/>
          <ac:spMkLst>
            <pc:docMk/>
            <pc:sldMk cId="1870517188" sldId="2469"/>
            <ac:spMk id="6" creationId="{EE38476D-0BB4-3A9F-DC79-D3570EFF0273}"/>
          </ac:spMkLst>
        </pc:spChg>
        <pc:spChg chg="add del mod ord">
          <ac:chgData name="Owais Ahmed" userId="6abc7d4556b3b071" providerId="LiveId" clId="{36542103-18F1-477E-B1A3-2758C3E1EAA4}" dt="2023-03-01T09:00:22.937" v="2766" actId="700"/>
          <ac:spMkLst>
            <pc:docMk/>
            <pc:sldMk cId="1870517188" sldId="2469"/>
            <ac:spMk id="7" creationId="{7C450C07-660A-B2BE-8115-42CC21C5CC73}"/>
          </ac:spMkLst>
        </pc:spChg>
        <pc:spChg chg="mod">
          <ac:chgData name="Owais Ahmed" userId="6abc7d4556b3b071" providerId="LiveId" clId="{36542103-18F1-477E-B1A3-2758C3E1EAA4}" dt="2023-03-01T08:56:51.712" v="2733" actId="14100"/>
          <ac:spMkLst>
            <pc:docMk/>
            <pc:sldMk cId="1870517188" sldId="2469"/>
            <ac:spMk id="8" creationId="{FF8DF268-CC40-9C40-2D1C-E83401534CE9}"/>
          </ac:spMkLst>
        </pc:spChg>
        <pc:spChg chg="mod">
          <ac:chgData name="Owais Ahmed" userId="6abc7d4556b3b071" providerId="LiveId" clId="{36542103-18F1-477E-B1A3-2758C3E1EAA4}" dt="2023-03-01T09:06:11.459" v="3411" actId="20577"/>
          <ac:spMkLst>
            <pc:docMk/>
            <pc:sldMk cId="1870517188" sldId="2469"/>
            <ac:spMk id="9" creationId="{27EE95FA-7E6C-9450-66FD-4F118356AE19}"/>
          </ac:spMkLst>
        </pc:spChg>
        <pc:spChg chg="add del">
          <ac:chgData name="Owais Ahmed" userId="6abc7d4556b3b071" providerId="LiveId" clId="{36542103-18F1-477E-B1A3-2758C3E1EAA4}" dt="2023-03-01T09:00:21.672" v="2759" actId="478"/>
          <ac:spMkLst>
            <pc:docMk/>
            <pc:sldMk cId="1870517188" sldId="2469"/>
            <ac:spMk id="11" creationId="{7B1ABC8C-8F12-48B3-9A07-8DF4518AA283}"/>
          </ac:spMkLst>
        </pc:spChg>
        <pc:spChg chg="add del mod ord">
          <ac:chgData name="Owais Ahmed" userId="6abc7d4556b3b071" providerId="LiveId" clId="{36542103-18F1-477E-B1A3-2758C3E1EAA4}" dt="2023-03-01T09:00:22.937" v="2766" actId="700"/>
          <ac:spMkLst>
            <pc:docMk/>
            <pc:sldMk cId="1870517188" sldId="2469"/>
            <ac:spMk id="12" creationId="{63842672-E58E-4703-D71C-40B913AB2591}"/>
          </ac:spMkLst>
        </pc:spChg>
        <pc:spChg chg="add del mod ord">
          <ac:chgData name="Owais Ahmed" userId="6abc7d4556b3b071" providerId="LiveId" clId="{36542103-18F1-477E-B1A3-2758C3E1EAA4}" dt="2023-03-01T09:00:22.937" v="2766" actId="700"/>
          <ac:spMkLst>
            <pc:docMk/>
            <pc:sldMk cId="1870517188" sldId="2469"/>
            <ac:spMk id="13" creationId="{B380B516-64A4-B580-705A-1823F0486898}"/>
          </ac:spMkLst>
        </pc:spChg>
        <pc:spChg chg="add del mod ord">
          <ac:chgData name="Owais Ahmed" userId="6abc7d4556b3b071" providerId="LiveId" clId="{36542103-18F1-477E-B1A3-2758C3E1EAA4}" dt="2023-03-01T09:00:22.937" v="2766" actId="700"/>
          <ac:spMkLst>
            <pc:docMk/>
            <pc:sldMk cId="1870517188" sldId="2469"/>
            <ac:spMk id="14" creationId="{6831A05B-F344-060C-9501-A13DBCD9D296}"/>
          </ac:spMkLst>
        </pc:spChg>
        <pc:spChg chg="add del mod ord">
          <ac:chgData name="Owais Ahmed" userId="6abc7d4556b3b071" providerId="LiveId" clId="{36542103-18F1-477E-B1A3-2758C3E1EAA4}" dt="2023-03-01T09:00:22.937" v="2766" actId="700"/>
          <ac:spMkLst>
            <pc:docMk/>
            <pc:sldMk cId="1870517188" sldId="2469"/>
            <ac:spMk id="15" creationId="{022E519C-6F64-34FA-749B-258C28A2A145}"/>
          </ac:spMkLst>
        </pc:spChg>
        <pc:spChg chg="add del mod ord">
          <ac:chgData name="Owais Ahmed" userId="6abc7d4556b3b071" providerId="LiveId" clId="{36542103-18F1-477E-B1A3-2758C3E1EAA4}" dt="2023-03-01T09:00:22.937" v="2766" actId="700"/>
          <ac:spMkLst>
            <pc:docMk/>
            <pc:sldMk cId="1870517188" sldId="2469"/>
            <ac:spMk id="16" creationId="{4FCE375B-3296-F6D2-7C33-C17B227667B4}"/>
          </ac:spMkLst>
        </pc:spChg>
        <pc:spChg chg="add del mod">
          <ac:chgData name="Owais Ahmed" userId="6abc7d4556b3b071" providerId="LiveId" clId="{36542103-18F1-477E-B1A3-2758C3E1EAA4}" dt="2023-03-01T08:59:34.203" v="2749" actId="931"/>
          <ac:spMkLst>
            <pc:docMk/>
            <pc:sldMk cId="1870517188" sldId="2469"/>
            <ac:spMk id="19" creationId="{6ACB0E0D-1937-1BB7-4F07-CDF3D84F6802}"/>
          </ac:spMkLst>
        </pc:spChg>
        <pc:spChg chg="add del mod">
          <ac:chgData name="Owais Ahmed" userId="6abc7d4556b3b071" providerId="LiveId" clId="{36542103-18F1-477E-B1A3-2758C3E1EAA4}" dt="2023-03-01T08:59:33.840" v="2747" actId="931"/>
          <ac:spMkLst>
            <pc:docMk/>
            <pc:sldMk cId="1870517188" sldId="2469"/>
            <ac:spMk id="22" creationId="{F6EEB7DC-73FF-8889-788D-D5B9A985ACB1}"/>
          </ac:spMkLst>
        </pc:spChg>
        <pc:picChg chg="add del mod">
          <ac:chgData name="Owais Ahmed" userId="6abc7d4556b3b071" providerId="LiveId" clId="{36542103-18F1-477E-B1A3-2758C3E1EAA4}" dt="2023-03-01T08:59:34.203" v="2749" actId="931"/>
          <ac:picMkLst>
            <pc:docMk/>
            <pc:sldMk cId="1870517188" sldId="2469"/>
            <ac:picMk id="18" creationId="{65109187-29E0-0B88-4E4C-FA6D382572FE}"/>
          </ac:picMkLst>
        </pc:picChg>
        <pc:picChg chg="add del mod">
          <ac:chgData name="Owais Ahmed" userId="6abc7d4556b3b071" providerId="LiveId" clId="{36542103-18F1-477E-B1A3-2758C3E1EAA4}" dt="2023-03-01T08:59:33.840" v="2747" actId="931"/>
          <ac:picMkLst>
            <pc:docMk/>
            <pc:sldMk cId="1870517188" sldId="2469"/>
            <ac:picMk id="21" creationId="{9538D330-65EF-5591-62B2-C76901DED2B0}"/>
          </ac:picMkLst>
        </pc:picChg>
        <pc:picChg chg="add del">
          <ac:chgData name="Owais Ahmed" userId="6abc7d4556b3b071" providerId="LiveId" clId="{36542103-18F1-477E-B1A3-2758C3E1EAA4}" dt="2023-03-01T09:00:26.285" v="2770" actId="478"/>
          <ac:picMkLst>
            <pc:docMk/>
            <pc:sldMk cId="1870517188" sldId="2469"/>
            <ac:picMk id="1026" creationId="{B52B6349-72B8-80CF-DA1C-C5486174747D}"/>
          </ac:picMkLst>
        </pc:picChg>
        <pc:picChg chg="add del">
          <ac:chgData name="Owais Ahmed" userId="6abc7d4556b3b071" providerId="LiveId" clId="{36542103-18F1-477E-B1A3-2758C3E1EAA4}" dt="2023-03-01T09:00:26.285" v="2770" actId="478"/>
          <ac:picMkLst>
            <pc:docMk/>
            <pc:sldMk cId="1870517188" sldId="2469"/>
            <ac:picMk id="1030" creationId="{937909F9-9B17-7819-16D9-0A5467D24F10}"/>
          </ac:picMkLst>
        </pc:picChg>
        <pc:picChg chg="add del">
          <ac:chgData name="Owais Ahmed" userId="6abc7d4556b3b071" providerId="LiveId" clId="{36542103-18F1-477E-B1A3-2758C3E1EAA4}" dt="2023-03-01T09:00:26.285" v="2770" actId="478"/>
          <ac:picMkLst>
            <pc:docMk/>
            <pc:sldMk cId="1870517188" sldId="2469"/>
            <ac:picMk id="1032" creationId="{7CBE8AC6-1EBF-7FB2-D6EB-F9BB600F73C3}"/>
          </ac:picMkLst>
        </pc:picChg>
        <pc:picChg chg="add del">
          <ac:chgData name="Owais Ahmed" userId="6abc7d4556b3b071" providerId="LiveId" clId="{36542103-18F1-477E-B1A3-2758C3E1EAA4}" dt="2023-03-01T09:00:26.285" v="2770" actId="478"/>
          <ac:picMkLst>
            <pc:docMk/>
            <pc:sldMk cId="1870517188" sldId="2469"/>
            <ac:picMk id="1034" creationId="{C1426860-0002-4F9C-A184-C2CEC2C2EE80}"/>
          </ac:picMkLst>
        </pc:picChg>
        <pc:picChg chg="add del">
          <ac:chgData name="Owais Ahmed" userId="6abc7d4556b3b071" providerId="LiveId" clId="{36542103-18F1-477E-B1A3-2758C3E1EAA4}" dt="2023-03-01T09:00:26.285" v="2770" actId="478"/>
          <ac:picMkLst>
            <pc:docMk/>
            <pc:sldMk cId="1870517188" sldId="2469"/>
            <ac:picMk id="1036" creationId="{75D01A3D-4670-7C8F-147C-FB516418D76A}"/>
          </ac:picMkLst>
        </pc:picChg>
        <pc:picChg chg="add del">
          <ac:chgData name="Owais Ahmed" userId="6abc7d4556b3b071" providerId="LiveId" clId="{36542103-18F1-477E-B1A3-2758C3E1EAA4}" dt="2023-03-01T09:00:26.285" v="2770" actId="478"/>
          <ac:picMkLst>
            <pc:docMk/>
            <pc:sldMk cId="1870517188" sldId="2469"/>
            <ac:picMk id="1038" creationId="{C88242AB-2EAA-BA69-5988-EDB7E50964EB}"/>
          </ac:picMkLst>
        </pc:picChg>
        <pc:picChg chg="add del">
          <ac:chgData name="Owais Ahmed" userId="6abc7d4556b3b071" providerId="LiveId" clId="{36542103-18F1-477E-B1A3-2758C3E1EAA4}" dt="2023-03-01T09:00:26.285" v="2770" actId="478"/>
          <ac:picMkLst>
            <pc:docMk/>
            <pc:sldMk cId="1870517188" sldId="2469"/>
            <ac:picMk id="1040" creationId="{5A8D6D8F-C097-A63B-FC87-5AAA61887AD8}"/>
          </ac:picMkLst>
        </pc:picChg>
        <pc:picChg chg="add del">
          <ac:chgData name="Owais Ahmed" userId="6abc7d4556b3b071" providerId="LiveId" clId="{36542103-18F1-477E-B1A3-2758C3E1EAA4}" dt="2023-03-01T09:00:26.285" v="2770" actId="478"/>
          <ac:picMkLst>
            <pc:docMk/>
            <pc:sldMk cId="1870517188" sldId="2469"/>
            <ac:picMk id="1042" creationId="{46AA148E-1148-E8E6-4A54-C7C189AFCED4}"/>
          </ac:picMkLst>
        </pc:picChg>
        <pc:picChg chg="add del">
          <ac:chgData name="Owais Ahmed" userId="6abc7d4556b3b071" providerId="LiveId" clId="{36542103-18F1-477E-B1A3-2758C3E1EAA4}" dt="2023-03-01T09:00:26.285" v="2770" actId="478"/>
          <ac:picMkLst>
            <pc:docMk/>
            <pc:sldMk cId="1870517188" sldId="2469"/>
            <ac:picMk id="1044" creationId="{1095811A-A7C8-B8F6-7CF5-11472B45F658}"/>
          </ac:picMkLst>
        </pc:picChg>
        <pc:picChg chg="add del">
          <ac:chgData name="Owais Ahmed" userId="6abc7d4556b3b071" providerId="LiveId" clId="{36542103-18F1-477E-B1A3-2758C3E1EAA4}" dt="2023-03-01T09:00:26.285" v="2770" actId="478"/>
          <ac:picMkLst>
            <pc:docMk/>
            <pc:sldMk cId="1870517188" sldId="2469"/>
            <ac:picMk id="1046" creationId="{4D5EC02C-232A-E9E5-EC01-B58D1804CA7D}"/>
          </ac:picMkLst>
        </pc:picChg>
        <pc:picChg chg="add del">
          <ac:chgData name="Owais Ahmed" userId="6abc7d4556b3b071" providerId="LiveId" clId="{36542103-18F1-477E-B1A3-2758C3E1EAA4}" dt="2023-03-01T09:00:26.285" v="2770" actId="478"/>
          <ac:picMkLst>
            <pc:docMk/>
            <pc:sldMk cId="1870517188" sldId="2469"/>
            <ac:picMk id="1048" creationId="{D468CF6D-A89A-19B5-3AE9-B6948626587B}"/>
          </ac:picMkLst>
        </pc:picChg>
        <pc:picChg chg="add del">
          <ac:chgData name="Owais Ahmed" userId="6abc7d4556b3b071" providerId="LiveId" clId="{36542103-18F1-477E-B1A3-2758C3E1EAA4}" dt="2023-03-01T09:00:26.285" v="2770" actId="478"/>
          <ac:picMkLst>
            <pc:docMk/>
            <pc:sldMk cId="1870517188" sldId="2469"/>
            <ac:picMk id="1050" creationId="{35738118-63CC-CB61-5B20-3C94196E8DF1}"/>
          </ac:picMkLst>
        </pc:picChg>
        <pc:picChg chg="add del">
          <ac:chgData name="Owais Ahmed" userId="6abc7d4556b3b071" providerId="LiveId" clId="{36542103-18F1-477E-B1A3-2758C3E1EAA4}" dt="2023-03-01T09:00:26.285" v="2770" actId="478"/>
          <ac:picMkLst>
            <pc:docMk/>
            <pc:sldMk cId="1870517188" sldId="2469"/>
            <ac:picMk id="1052" creationId="{BF7E1FFF-0CFA-27D4-9300-9C801C052FAA}"/>
          </ac:picMkLst>
        </pc:picChg>
        <pc:picChg chg="add del">
          <ac:chgData name="Owais Ahmed" userId="6abc7d4556b3b071" providerId="LiveId" clId="{36542103-18F1-477E-B1A3-2758C3E1EAA4}" dt="2023-03-01T09:00:26.285" v="2770" actId="478"/>
          <ac:picMkLst>
            <pc:docMk/>
            <pc:sldMk cId="1870517188" sldId="2469"/>
            <ac:picMk id="1054" creationId="{7FCC54F9-0056-984F-40DE-18E6FCB11BEC}"/>
          </ac:picMkLst>
        </pc:picChg>
        <pc:picChg chg="add del">
          <ac:chgData name="Owais Ahmed" userId="6abc7d4556b3b071" providerId="LiveId" clId="{36542103-18F1-477E-B1A3-2758C3E1EAA4}" dt="2023-03-01T09:00:26.285" v="2770" actId="478"/>
          <ac:picMkLst>
            <pc:docMk/>
            <pc:sldMk cId="1870517188" sldId="2469"/>
            <ac:picMk id="1056" creationId="{ED1C7EDF-74CC-FC33-285C-59A51EC93A90}"/>
          </ac:picMkLst>
        </pc:picChg>
        <pc:picChg chg="add del">
          <ac:chgData name="Owais Ahmed" userId="6abc7d4556b3b071" providerId="LiveId" clId="{36542103-18F1-477E-B1A3-2758C3E1EAA4}" dt="2023-03-01T09:00:26.285" v="2770" actId="478"/>
          <ac:picMkLst>
            <pc:docMk/>
            <pc:sldMk cId="1870517188" sldId="2469"/>
            <ac:picMk id="1060" creationId="{1CCE3F63-D372-42A0-B788-182E353BE074}"/>
          </ac:picMkLst>
        </pc:picChg>
        <pc:picChg chg="add del">
          <ac:chgData name="Owais Ahmed" userId="6abc7d4556b3b071" providerId="LiveId" clId="{36542103-18F1-477E-B1A3-2758C3E1EAA4}" dt="2023-03-01T09:00:26.285" v="2770" actId="478"/>
          <ac:picMkLst>
            <pc:docMk/>
            <pc:sldMk cId="1870517188" sldId="2469"/>
            <ac:picMk id="1064" creationId="{0EFF1FD0-A435-B34D-C9E5-2A09341DAA14}"/>
          </ac:picMkLst>
        </pc:picChg>
        <pc:picChg chg="add del">
          <ac:chgData name="Owais Ahmed" userId="6abc7d4556b3b071" providerId="LiveId" clId="{36542103-18F1-477E-B1A3-2758C3E1EAA4}" dt="2023-03-01T09:00:26.285" v="2770" actId="478"/>
          <ac:picMkLst>
            <pc:docMk/>
            <pc:sldMk cId="1870517188" sldId="2469"/>
            <ac:picMk id="1066" creationId="{9F58BC05-1927-7EA6-94BF-C04942B2E1B3}"/>
          </ac:picMkLst>
        </pc:picChg>
        <pc:picChg chg="add del mod">
          <ac:chgData name="Owais Ahmed" userId="6abc7d4556b3b071" providerId="LiveId" clId="{36542103-18F1-477E-B1A3-2758C3E1EAA4}" dt="2023-03-01T08:59:54.463" v="2753"/>
          <ac:picMkLst>
            <pc:docMk/>
            <pc:sldMk cId="1870517188" sldId="2469"/>
            <ac:picMk id="2050" creationId="{4AC6709D-0F5B-C721-8AFC-E0D67534FCA7}"/>
          </ac:picMkLst>
        </pc:picChg>
        <pc:picChg chg="add del mod">
          <ac:chgData name="Owais Ahmed" userId="6abc7d4556b3b071" providerId="LiveId" clId="{36542103-18F1-477E-B1A3-2758C3E1EAA4}" dt="2023-03-01T09:00:08.733" v="2755"/>
          <ac:picMkLst>
            <pc:docMk/>
            <pc:sldMk cId="1870517188" sldId="2469"/>
            <ac:picMk id="2052" creationId="{75ADEFA1-127A-A8D5-EDD2-560B13BFAF5E}"/>
          </ac:picMkLst>
        </pc:picChg>
        <pc:picChg chg="add del mod">
          <ac:chgData name="Owais Ahmed" userId="6abc7d4556b3b071" providerId="LiveId" clId="{36542103-18F1-477E-B1A3-2758C3E1EAA4}" dt="2023-03-01T09:00:18.137" v="2757"/>
          <ac:picMkLst>
            <pc:docMk/>
            <pc:sldMk cId="1870517188" sldId="2469"/>
            <ac:picMk id="2054" creationId="{85063C02-B830-F61C-A629-E105AA3CA561}"/>
          </ac:picMkLst>
        </pc:picChg>
      </pc:sldChg>
      <pc:sldChg chg="modSp add modAnim">
        <pc:chgData name="Owais Ahmed" userId="6abc7d4556b3b071" providerId="LiveId" clId="{36542103-18F1-477E-B1A3-2758C3E1EAA4}" dt="2023-03-01T09:06:39.417" v="3415"/>
        <pc:sldMkLst>
          <pc:docMk/>
          <pc:sldMk cId="773770613" sldId="2470"/>
        </pc:sldMkLst>
        <pc:spChg chg="mod">
          <ac:chgData name="Owais Ahmed" userId="6abc7d4556b3b071" providerId="LiveId" clId="{36542103-18F1-477E-B1A3-2758C3E1EAA4}" dt="2023-03-01T09:06:39.417" v="3415"/>
          <ac:spMkLst>
            <pc:docMk/>
            <pc:sldMk cId="773770613" sldId="2470"/>
            <ac:spMk id="5" creationId="{D6B5DCB6-4358-037D-2AAC-2F1B1119C128}"/>
          </ac:spMkLst>
        </pc:spChg>
      </pc:sldChg>
      <pc:sldChg chg="modSp add mod modAnim">
        <pc:chgData name="Owais Ahmed" userId="6abc7d4556b3b071" providerId="LiveId" clId="{36542103-18F1-477E-B1A3-2758C3E1EAA4}" dt="2023-03-01T09:11:37.101" v="3780" actId="20577"/>
        <pc:sldMkLst>
          <pc:docMk/>
          <pc:sldMk cId="246082422" sldId="2471"/>
        </pc:sldMkLst>
        <pc:spChg chg="mod">
          <ac:chgData name="Owais Ahmed" userId="6abc7d4556b3b071" providerId="LiveId" clId="{36542103-18F1-477E-B1A3-2758C3E1EAA4}" dt="2023-03-01T09:11:36.476" v="3779" actId="20577"/>
          <ac:spMkLst>
            <pc:docMk/>
            <pc:sldMk cId="246082422" sldId="2471"/>
            <ac:spMk id="5" creationId="{D6B5DCB6-4358-037D-2AAC-2F1B1119C128}"/>
          </ac:spMkLst>
        </pc:spChg>
        <pc:spChg chg="mod">
          <ac:chgData name="Owais Ahmed" userId="6abc7d4556b3b071" providerId="LiveId" clId="{36542103-18F1-477E-B1A3-2758C3E1EAA4}" dt="2023-03-01T09:08:09.846" v="3439" actId="20577"/>
          <ac:spMkLst>
            <pc:docMk/>
            <pc:sldMk cId="246082422" sldId="2471"/>
            <ac:spMk id="9" creationId="{27EE95FA-7E6C-9450-66FD-4F118356AE19}"/>
          </ac:spMkLst>
        </pc:spChg>
      </pc:sldChg>
      <pc:sldChg chg="modSp add mod modAnim">
        <pc:chgData name="Owais Ahmed" userId="6abc7d4556b3b071" providerId="LiveId" clId="{36542103-18F1-477E-B1A3-2758C3E1EAA4}" dt="2023-03-01T09:12:54.212" v="3802" actId="20577"/>
        <pc:sldMkLst>
          <pc:docMk/>
          <pc:sldMk cId="104746486" sldId="2472"/>
        </pc:sldMkLst>
        <pc:spChg chg="mod">
          <ac:chgData name="Owais Ahmed" userId="6abc7d4556b3b071" providerId="LiveId" clId="{36542103-18F1-477E-B1A3-2758C3E1EAA4}" dt="2023-03-01T09:12:54.212" v="3802" actId="20577"/>
          <ac:spMkLst>
            <pc:docMk/>
            <pc:sldMk cId="104746486" sldId="2472"/>
            <ac:spMk id="5" creationId="{D6B5DCB6-4358-037D-2AAC-2F1B1119C128}"/>
          </ac:spMkLst>
        </pc:spChg>
        <pc:spChg chg="mod">
          <ac:chgData name="Owais Ahmed" userId="6abc7d4556b3b071" providerId="LiveId" clId="{36542103-18F1-477E-B1A3-2758C3E1EAA4}" dt="2023-03-01T09:12:06.290" v="3789" actId="20577"/>
          <ac:spMkLst>
            <pc:docMk/>
            <pc:sldMk cId="104746486" sldId="2472"/>
            <ac:spMk id="9" creationId="{27EE95FA-7E6C-9450-66FD-4F118356AE19}"/>
          </ac:spMkLst>
        </pc:spChg>
      </pc:sldChg>
    </pc:docChg>
  </pc:docChgLst>
  <pc:docChgLst>
    <pc:chgData name="Owais Ahmed" userId="6abc7d4556b3b071" providerId="LiveId" clId="{B625B757-8EA5-47D7-8626-DA1020D487D0}"/>
    <pc:docChg chg="undo redo custSel addSld delSld modSld sldOrd addSection delSection modSection">
      <pc:chgData name="Owais Ahmed" userId="6abc7d4556b3b071" providerId="LiveId" clId="{B625B757-8EA5-47D7-8626-DA1020D487D0}" dt="2023-02-28T06:44:59.946" v="2629" actId="20577"/>
      <pc:docMkLst>
        <pc:docMk/>
      </pc:docMkLst>
      <pc:sldChg chg="del">
        <pc:chgData name="Owais Ahmed" userId="6abc7d4556b3b071" providerId="LiveId" clId="{B625B757-8EA5-47D7-8626-DA1020D487D0}" dt="2023-02-28T06:04:27.712" v="384" actId="47"/>
        <pc:sldMkLst>
          <pc:docMk/>
          <pc:sldMk cId="1459829511" sldId="278"/>
        </pc:sldMkLst>
      </pc:sldChg>
      <pc:sldChg chg="modSp">
        <pc:chgData name="Owais Ahmed" userId="6abc7d4556b3b071" providerId="LiveId" clId="{B625B757-8EA5-47D7-8626-DA1020D487D0}" dt="2023-02-28T05:39:27.204" v="51" actId="20577"/>
        <pc:sldMkLst>
          <pc:docMk/>
          <pc:sldMk cId="1287457047" sldId="522"/>
        </pc:sldMkLst>
        <pc:spChg chg="mod">
          <ac:chgData name="Owais Ahmed" userId="6abc7d4556b3b071" providerId="LiveId" clId="{B625B757-8EA5-47D7-8626-DA1020D487D0}" dt="2023-02-28T05:39:24.499" v="50" actId="20577"/>
          <ac:spMkLst>
            <pc:docMk/>
            <pc:sldMk cId="1287457047" sldId="522"/>
            <ac:spMk id="210" creationId="{00000000-0000-0000-0000-000000000000}"/>
          </ac:spMkLst>
        </pc:spChg>
        <pc:spChg chg="mod">
          <ac:chgData name="Owais Ahmed" userId="6abc7d4556b3b071" providerId="LiveId" clId="{B625B757-8EA5-47D7-8626-DA1020D487D0}" dt="2023-02-28T05:39:27.204" v="51" actId="20577"/>
          <ac:spMkLst>
            <pc:docMk/>
            <pc:sldMk cId="1287457047" sldId="522"/>
            <ac:spMk id="211" creationId="{00000000-0000-0000-0000-000000000000}"/>
          </ac:spMkLst>
        </pc:spChg>
      </pc:sldChg>
      <pc:sldChg chg="modSp add del mod ord">
        <pc:chgData name="Owais Ahmed" userId="6abc7d4556b3b071" providerId="LiveId" clId="{B625B757-8EA5-47D7-8626-DA1020D487D0}" dt="2023-02-28T06:04:32.575" v="388"/>
        <pc:sldMkLst>
          <pc:docMk/>
          <pc:sldMk cId="927727573" sldId="2436"/>
        </pc:sldMkLst>
        <pc:spChg chg="mod">
          <ac:chgData name="Owais Ahmed" userId="6abc7d4556b3b071" providerId="LiveId" clId="{B625B757-8EA5-47D7-8626-DA1020D487D0}" dt="2023-02-28T06:04:21.019" v="383" actId="20577"/>
          <ac:spMkLst>
            <pc:docMk/>
            <pc:sldMk cId="927727573" sldId="2436"/>
            <ac:spMk id="9" creationId="{9E2524A0-105C-4170-BB48-CD0756FB3DFE}"/>
          </ac:spMkLst>
        </pc:spChg>
        <pc:spChg chg="mod">
          <ac:chgData name="Owais Ahmed" userId="6abc7d4556b3b071" providerId="LiveId" clId="{B625B757-8EA5-47D7-8626-DA1020D487D0}" dt="2023-02-28T06:04:03.887" v="377" actId="27636"/>
          <ac:spMkLst>
            <pc:docMk/>
            <pc:sldMk cId="927727573" sldId="2436"/>
            <ac:spMk id="10" creationId="{6E57A531-5B0F-485D-A015-BC78AD089BA6}"/>
          </ac:spMkLst>
        </pc:spChg>
      </pc:sldChg>
      <pc:sldChg chg="modSp mod">
        <pc:chgData name="Owais Ahmed" userId="6abc7d4556b3b071" providerId="LiveId" clId="{B625B757-8EA5-47D7-8626-DA1020D487D0}" dt="2023-02-28T05:39:19.635" v="49" actId="20577"/>
        <pc:sldMkLst>
          <pc:docMk/>
          <pc:sldMk cId="3927832306" sldId="2448"/>
        </pc:sldMkLst>
        <pc:spChg chg="mod">
          <ac:chgData name="Owais Ahmed" userId="6abc7d4556b3b071" providerId="LiveId" clId="{B625B757-8EA5-47D7-8626-DA1020D487D0}" dt="2023-02-28T05:39:19.635" v="49" actId="20577"/>
          <ac:spMkLst>
            <pc:docMk/>
            <pc:sldMk cId="3927832306" sldId="2448"/>
            <ac:spMk id="3" creationId="{C0AE828D-1E63-455F-949D-0C5454A7FE88}"/>
          </ac:spMkLst>
        </pc:spChg>
        <pc:spChg chg="mod">
          <ac:chgData name="Owais Ahmed" userId="6abc7d4556b3b071" providerId="LiveId" clId="{B625B757-8EA5-47D7-8626-DA1020D487D0}" dt="2023-02-28T05:39:07.271" v="28" actId="20577"/>
          <ac:spMkLst>
            <pc:docMk/>
            <pc:sldMk cId="3927832306" sldId="2448"/>
            <ac:spMk id="9" creationId="{79DC1498-E692-42BA-B69F-6D37E6CFACA0}"/>
          </ac:spMkLst>
        </pc:spChg>
      </pc:sldChg>
      <pc:sldChg chg="modSp mod">
        <pc:chgData name="Owais Ahmed" userId="6abc7d4556b3b071" providerId="LiveId" clId="{B625B757-8EA5-47D7-8626-DA1020D487D0}" dt="2023-02-28T06:35:33.047" v="1909"/>
        <pc:sldMkLst>
          <pc:docMk/>
          <pc:sldMk cId="1649098948" sldId="2462"/>
        </pc:sldMkLst>
        <pc:spChg chg="mod">
          <ac:chgData name="Owais Ahmed" userId="6abc7d4556b3b071" providerId="LiveId" clId="{B625B757-8EA5-47D7-8626-DA1020D487D0}" dt="2023-02-28T06:35:33.047" v="1909"/>
          <ac:spMkLst>
            <pc:docMk/>
            <pc:sldMk cId="1649098948" sldId="2462"/>
            <ac:spMk id="6" creationId="{F3C89A40-EEAA-43AB-9A3A-B2CFDE450F1B}"/>
          </ac:spMkLst>
        </pc:spChg>
      </pc:sldChg>
      <pc:sldChg chg="modSp mod modAnim modNotesTx">
        <pc:chgData name="Owais Ahmed" userId="6abc7d4556b3b071" providerId="LiveId" clId="{B625B757-8EA5-47D7-8626-DA1020D487D0}" dt="2023-02-28T06:09:15.858" v="668"/>
        <pc:sldMkLst>
          <pc:docMk/>
          <pc:sldMk cId="641030253" sldId="2479"/>
        </pc:sldMkLst>
        <pc:spChg chg="mod">
          <ac:chgData name="Owais Ahmed" userId="6abc7d4556b3b071" providerId="LiveId" clId="{B625B757-8EA5-47D7-8626-DA1020D487D0}" dt="2023-02-28T06:08:38.926" v="645" actId="20577"/>
          <ac:spMkLst>
            <pc:docMk/>
            <pc:sldMk cId="641030253" sldId="2479"/>
            <ac:spMk id="3" creationId="{4A1C0383-58FE-E486-295E-B33B8683B938}"/>
          </ac:spMkLst>
        </pc:spChg>
        <pc:spChg chg="mod">
          <ac:chgData name="Owais Ahmed" userId="6abc7d4556b3b071" providerId="LiveId" clId="{B625B757-8EA5-47D7-8626-DA1020D487D0}" dt="2023-02-28T06:04:54.278" v="401" actId="20577"/>
          <ac:spMkLst>
            <pc:docMk/>
            <pc:sldMk cId="641030253" sldId="2479"/>
            <ac:spMk id="215" creationId="{00000000-0000-0000-0000-000000000000}"/>
          </ac:spMkLst>
        </pc:spChg>
      </pc:sldChg>
      <pc:sldChg chg="del">
        <pc:chgData name="Owais Ahmed" userId="6abc7d4556b3b071" providerId="LiveId" clId="{B625B757-8EA5-47D7-8626-DA1020D487D0}" dt="2023-02-28T06:32:48.590" v="1580" actId="47"/>
        <pc:sldMkLst>
          <pc:docMk/>
          <pc:sldMk cId="1476319960" sldId="2480"/>
        </pc:sldMkLst>
      </pc:sldChg>
      <pc:sldChg chg="del">
        <pc:chgData name="Owais Ahmed" userId="6abc7d4556b3b071" providerId="LiveId" clId="{B625B757-8EA5-47D7-8626-DA1020D487D0}" dt="2023-02-28T06:32:49.489" v="1581" actId="47"/>
        <pc:sldMkLst>
          <pc:docMk/>
          <pc:sldMk cId="3336402349" sldId="2481"/>
        </pc:sldMkLst>
      </pc:sldChg>
      <pc:sldChg chg="del">
        <pc:chgData name="Owais Ahmed" userId="6abc7d4556b3b071" providerId="LiveId" clId="{B625B757-8EA5-47D7-8626-DA1020D487D0}" dt="2023-02-28T06:32:50.572" v="1582" actId="47"/>
        <pc:sldMkLst>
          <pc:docMk/>
          <pc:sldMk cId="1810203590" sldId="2482"/>
        </pc:sldMkLst>
      </pc:sldChg>
      <pc:sldChg chg="del">
        <pc:chgData name="Owais Ahmed" userId="6abc7d4556b3b071" providerId="LiveId" clId="{B625B757-8EA5-47D7-8626-DA1020D487D0}" dt="2023-02-28T06:32:52.990" v="1583" actId="47"/>
        <pc:sldMkLst>
          <pc:docMk/>
          <pc:sldMk cId="1304413050" sldId="2483"/>
        </pc:sldMkLst>
      </pc:sldChg>
      <pc:sldChg chg="modSp mod modAnim modNotesTx">
        <pc:chgData name="Owais Ahmed" userId="6abc7d4556b3b071" providerId="LiveId" clId="{B625B757-8EA5-47D7-8626-DA1020D487D0}" dt="2023-02-28T06:40:56.305" v="2388" actId="20577"/>
        <pc:sldMkLst>
          <pc:docMk/>
          <pc:sldMk cId="2426892836" sldId="2485"/>
        </pc:sldMkLst>
        <pc:spChg chg="mod">
          <ac:chgData name="Owais Ahmed" userId="6abc7d4556b3b071" providerId="LiveId" clId="{B625B757-8EA5-47D7-8626-DA1020D487D0}" dt="2023-02-28T06:35:09.643" v="1907" actId="27636"/>
          <ac:spMkLst>
            <pc:docMk/>
            <pc:sldMk cId="2426892836" sldId="2485"/>
            <ac:spMk id="3" creationId="{4A1C0383-58FE-E486-295E-B33B8683B938}"/>
          </ac:spMkLst>
        </pc:spChg>
        <pc:spChg chg="mod">
          <ac:chgData name="Owais Ahmed" userId="6abc7d4556b3b071" providerId="LiveId" clId="{B625B757-8EA5-47D7-8626-DA1020D487D0}" dt="2023-02-28T06:39:26.178" v="2299" actId="20577"/>
          <ac:spMkLst>
            <pc:docMk/>
            <pc:sldMk cId="2426892836" sldId="2485"/>
            <ac:spMk id="215" creationId="{00000000-0000-0000-0000-000000000000}"/>
          </ac:spMkLst>
        </pc:spChg>
      </pc:sldChg>
      <pc:sldChg chg="addSp delSp modSp add mod modClrScheme modAnim chgLayout modNotesTx">
        <pc:chgData name="Owais Ahmed" userId="6abc7d4556b3b071" providerId="LiveId" clId="{B625B757-8EA5-47D7-8626-DA1020D487D0}" dt="2023-02-28T06:14:22.100" v="962" actId="20577"/>
        <pc:sldMkLst>
          <pc:docMk/>
          <pc:sldMk cId="3132224988" sldId="2486"/>
        </pc:sldMkLst>
        <pc:spChg chg="mod ord">
          <ac:chgData name="Owais Ahmed" userId="6abc7d4556b3b071" providerId="LiveId" clId="{B625B757-8EA5-47D7-8626-DA1020D487D0}" dt="2023-02-28T06:12:02.897" v="865" actId="700"/>
          <ac:spMkLst>
            <pc:docMk/>
            <pc:sldMk cId="3132224988" sldId="2486"/>
            <ac:spMk id="2" creationId="{00000000-0000-0000-0000-000000000000}"/>
          </ac:spMkLst>
        </pc:spChg>
        <pc:spChg chg="mod">
          <ac:chgData name="Owais Ahmed" userId="6abc7d4556b3b071" providerId="LiveId" clId="{B625B757-8EA5-47D7-8626-DA1020D487D0}" dt="2023-02-28T06:13:50.755" v="956" actId="14100"/>
          <ac:spMkLst>
            <pc:docMk/>
            <pc:sldMk cId="3132224988" sldId="2486"/>
            <ac:spMk id="3" creationId="{4A1C0383-58FE-E486-295E-B33B8683B938}"/>
          </ac:spMkLst>
        </pc:spChg>
        <pc:spChg chg="add del mod ord">
          <ac:chgData name="Owais Ahmed" userId="6abc7d4556b3b071" providerId="LiveId" clId="{B625B757-8EA5-47D7-8626-DA1020D487D0}" dt="2023-02-28T06:12:02.897" v="865" actId="700"/>
          <ac:spMkLst>
            <pc:docMk/>
            <pc:sldMk cId="3132224988" sldId="2486"/>
            <ac:spMk id="4" creationId="{859AAD20-7314-E559-7D8A-0DC34160522F}"/>
          </ac:spMkLst>
        </pc:spChg>
        <pc:spChg chg="add del mod ord">
          <ac:chgData name="Owais Ahmed" userId="6abc7d4556b3b071" providerId="LiveId" clId="{B625B757-8EA5-47D7-8626-DA1020D487D0}" dt="2023-02-28T06:12:02.897" v="865" actId="700"/>
          <ac:spMkLst>
            <pc:docMk/>
            <pc:sldMk cId="3132224988" sldId="2486"/>
            <ac:spMk id="5" creationId="{8A5BE477-AA8E-D072-D852-46674083989F}"/>
          </ac:spMkLst>
        </pc:spChg>
        <pc:spChg chg="add del mod ord">
          <ac:chgData name="Owais Ahmed" userId="6abc7d4556b3b071" providerId="LiveId" clId="{B625B757-8EA5-47D7-8626-DA1020D487D0}" dt="2023-02-28T06:12:02.897" v="865" actId="700"/>
          <ac:spMkLst>
            <pc:docMk/>
            <pc:sldMk cId="3132224988" sldId="2486"/>
            <ac:spMk id="6" creationId="{035E1E46-D674-BB9A-8DF9-0424EF92AF7D}"/>
          </ac:spMkLst>
        </pc:spChg>
        <pc:spChg chg="add del mod ord">
          <ac:chgData name="Owais Ahmed" userId="6abc7d4556b3b071" providerId="LiveId" clId="{B625B757-8EA5-47D7-8626-DA1020D487D0}" dt="2023-02-28T06:12:02.897" v="865" actId="700"/>
          <ac:spMkLst>
            <pc:docMk/>
            <pc:sldMk cId="3132224988" sldId="2486"/>
            <ac:spMk id="7" creationId="{C2F19D94-40EB-8143-72C2-8C85F8BEEAE5}"/>
          </ac:spMkLst>
        </pc:spChg>
        <pc:spChg chg="add del mod ord">
          <ac:chgData name="Owais Ahmed" userId="6abc7d4556b3b071" providerId="LiveId" clId="{B625B757-8EA5-47D7-8626-DA1020D487D0}" dt="2023-02-28T06:12:02.897" v="865" actId="700"/>
          <ac:spMkLst>
            <pc:docMk/>
            <pc:sldMk cId="3132224988" sldId="2486"/>
            <ac:spMk id="8" creationId="{3D11E90D-CD49-EC3B-6B2E-8C0EA25556E2}"/>
          </ac:spMkLst>
        </pc:spChg>
        <pc:spChg chg="add del mod ord">
          <ac:chgData name="Owais Ahmed" userId="6abc7d4556b3b071" providerId="LiveId" clId="{B625B757-8EA5-47D7-8626-DA1020D487D0}" dt="2023-02-28T06:12:02.897" v="865" actId="700"/>
          <ac:spMkLst>
            <pc:docMk/>
            <pc:sldMk cId="3132224988" sldId="2486"/>
            <ac:spMk id="9" creationId="{CB758099-0357-038B-3804-2B9CC6C5EBD3}"/>
          </ac:spMkLst>
        </pc:spChg>
        <pc:spChg chg="mod">
          <ac:chgData name="Owais Ahmed" userId="6abc7d4556b3b071" providerId="LiveId" clId="{B625B757-8EA5-47D7-8626-DA1020D487D0}" dt="2023-02-28T06:08:54.639" v="667" actId="20577"/>
          <ac:spMkLst>
            <pc:docMk/>
            <pc:sldMk cId="3132224988" sldId="2486"/>
            <ac:spMk id="215" creationId="{00000000-0000-0000-0000-000000000000}"/>
          </ac:spMkLst>
        </pc:spChg>
      </pc:sldChg>
      <pc:sldChg chg="addSp delSp modSp add mod modAnim modNotesTx">
        <pc:chgData name="Owais Ahmed" userId="6abc7d4556b3b071" providerId="LiveId" clId="{B625B757-8EA5-47D7-8626-DA1020D487D0}" dt="2023-02-28T06:36:21.024" v="2026" actId="20577"/>
        <pc:sldMkLst>
          <pc:docMk/>
          <pc:sldMk cId="2805003587" sldId="2487"/>
        </pc:sldMkLst>
        <pc:spChg chg="mod">
          <ac:chgData name="Owais Ahmed" userId="6abc7d4556b3b071" providerId="LiveId" clId="{B625B757-8EA5-47D7-8626-DA1020D487D0}" dt="2023-02-28T06:20:30.704" v="1209" actId="20577"/>
          <ac:spMkLst>
            <pc:docMk/>
            <pc:sldMk cId="2805003587" sldId="2487"/>
            <ac:spMk id="3" creationId="{4A1C0383-58FE-E486-295E-B33B8683B938}"/>
          </ac:spMkLst>
        </pc:spChg>
        <pc:spChg chg="add mod">
          <ac:chgData name="Owais Ahmed" userId="6abc7d4556b3b071" providerId="LiveId" clId="{B625B757-8EA5-47D7-8626-DA1020D487D0}" dt="2023-02-28T06:31:10.700" v="1459" actId="5793"/>
          <ac:spMkLst>
            <pc:docMk/>
            <pc:sldMk cId="2805003587" sldId="2487"/>
            <ac:spMk id="4" creationId="{6BAD1345-C97E-6E2D-586E-9183375409AA}"/>
          </ac:spMkLst>
        </pc:spChg>
        <pc:spChg chg="add mod">
          <ac:chgData name="Owais Ahmed" userId="6abc7d4556b3b071" providerId="LiveId" clId="{B625B757-8EA5-47D7-8626-DA1020D487D0}" dt="2023-02-28T06:25:38.358" v="1241" actId="207"/>
          <ac:spMkLst>
            <pc:docMk/>
            <pc:sldMk cId="2805003587" sldId="2487"/>
            <ac:spMk id="7" creationId="{DDF95A81-328D-B22D-EF9C-0D6CA6F15F2A}"/>
          </ac:spMkLst>
        </pc:spChg>
        <pc:spChg chg="add mod">
          <ac:chgData name="Owais Ahmed" userId="6abc7d4556b3b071" providerId="LiveId" clId="{B625B757-8EA5-47D7-8626-DA1020D487D0}" dt="2023-02-28T06:31:58.545" v="1479" actId="20577"/>
          <ac:spMkLst>
            <pc:docMk/>
            <pc:sldMk cId="2805003587" sldId="2487"/>
            <ac:spMk id="8" creationId="{3FF9B1FB-1044-C275-C723-970AE674B69E}"/>
          </ac:spMkLst>
        </pc:spChg>
        <pc:spChg chg="mod">
          <ac:chgData name="Owais Ahmed" userId="6abc7d4556b3b071" providerId="LiveId" clId="{B625B757-8EA5-47D7-8626-DA1020D487D0}" dt="2023-02-28T06:14:50.738" v="984" actId="20577"/>
          <ac:spMkLst>
            <pc:docMk/>
            <pc:sldMk cId="2805003587" sldId="2487"/>
            <ac:spMk id="215" creationId="{00000000-0000-0000-0000-000000000000}"/>
          </ac:spMkLst>
        </pc:spChg>
        <pc:picChg chg="add del">
          <ac:chgData name="Owais Ahmed" userId="6abc7d4556b3b071" providerId="LiveId" clId="{B625B757-8EA5-47D7-8626-DA1020D487D0}" dt="2023-02-28T06:24:04.666" v="1215"/>
          <ac:picMkLst>
            <pc:docMk/>
            <pc:sldMk cId="2805003587" sldId="2487"/>
            <ac:picMk id="1026" creationId="{DEF79F96-A87A-18B9-64F0-926009C470C0}"/>
          </ac:picMkLst>
        </pc:picChg>
        <pc:inkChg chg="add del">
          <ac:chgData name="Owais Ahmed" userId="6abc7d4556b3b071" providerId="LiveId" clId="{B625B757-8EA5-47D7-8626-DA1020D487D0}" dt="2023-02-28T06:22:55.231" v="1213" actId="9405"/>
          <ac:inkMkLst>
            <pc:docMk/>
            <pc:sldMk cId="2805003587" sldId="2487"/>
            <ac:inkMk id="5" creationId="{FE5E47C1-73F8-2AB0-9A6E-2ED6C4D27FD4}"/>
          </ac:inkMkLst>
        </pc:inkChg>
        <pc:inkChg chg="add del">
          <ac:chgData name="Owais Ahmed" userId="6abc7d4556b3b071" providerId="LiveId" clId="{B625B757-8EA5-47D7-8626-DA1020D487D0}" dt="2023-02-28T06:22:54.933" v="1212" actId="9405"/>
          <ac:inkMkLst>
            <pc:docMk/>
            <pc:sldMk cId="2805003587" sldId="2487"/>
            <ac:inkMk id="6" creationId="{DBB01586-36AC-0D2F-2518-46E376963A01}"/>
          </ac:inkMkLst>
        </pc:inkChg>
      </pc:sldChg>
      <pc:sldChg chg="add del">
        <pc:chgData name="Owais Ahmed" userId="6abc7d4556b3b071" providerId="LiveId" clId="{B625B757-8EA5-47D7-8626-DA1020D487D0}" dt="2023-02-28T06:36:36.836" v="2027" actId="47"/>
        <pc:sldMkLst>
          <pc:docMk/>
          <pc:sldMk cId="50712674" sldId="2488"/>
        </pc:sldMkLst>
      </pc:sldChg>
      <pc:sldChg chg="modSp add modAnim">
        <pc:chgData name="Owais Ahmed" userId="6abc7d4556b3b071" providerId="LiveId" clId="{B625B757-8EA5-47D7-8626-DA1020D487D0}" dt="2023-02-28T06:38:59.463" v="2284" actId="20577"/>
        <pc:sldMkLst>
          <pc:docMk/>
          <pc:sldMk cId="918376006" sldId="2488"/>
        </pc:sldMkLst>
        <pc:spChg chg="mod">
          <ac:chgData name="Owais Ahmed" userId="6abc7d4556b3b071" providerId="LiveId" clId="{B625B757-8EA5-47D7-8626-DA1020D487D0}" dt="2023-02-28T06:38:59.463" v="2284" actId="20577"/>
          <ac:spMkLst>
            <pc:docMk/>
            <pc:sldMk cId="918376006" sldId="2488"/>
            <ac:spMk id="3" creationId="{4A1C0383-58FE-E486-295E-B33B8683B938}"/>
          </ac:spMkLst>
        </pc:spChg>
        <pc:spChg chg="mod">
          <ac:chgData name="Owais Ahmed" userId="6abc7d4556b3b071" providerId="LiveId" clId="{B625B757-8EA5-47D7-8626-DA1020D487D0}" dt="2023-02-28T06:36:59.830" v="2067" actId="20577"/>
          <ac:spMkLst>
            <pc:docMk/>
            <pc:sldMk cId="918376006" sldId="2488"/>
            <ac:spMk id="215" creationId="{00000000-0000-0000-0000-000000000000}"/>
          </ac:spMkLst>
        </pc:spChg>
      </pc:sldChg>
      <pc:sldChg chg="modSp add mod ord modAnim modNotesTx">
        <pc:chgData name="Owais Ahmed" userId="6abc7d4556b3b071" providerId="LiveId" clId="{B625B757-8EA5-47D7-8626-DA1020D487D0}" dt="2023-02-28T06:44:30.393" v="2606" actId="20577"/>
        <pc:sldMkLst>
          <pc:docMk/>
          <pc:sldMk cId="3454217637" sldId="2489"/>
        </pc:sldMkLst>
        <pc:spChg chg="mod">
          <ac:chgData name="Owais Ahmed" userId="6abc7d4556b3b071" providerId="LiveId" clId="{B625B757-8EA5-47D7-8626-DA1020D487D0}" dt="2023-02-28T06:44:18.315" v="2605" actId="20577"/>
          <ac:spMkLst>
            <pc:docMk/>
            <pc:sldMk cId="3454217637" sldId="2489"/>
            <ac:spMk id="3" creationId="{4A1C0383-58FE-E486-295E-B33B8683B938}"/>
          </ac:spMkLst>
        </pc:spChg>
        <pc:spChg chg="mod">
          <ac:chgData name="Owais Ahmed" userId="6abc7d4556b3b071" providerId="LiveId" clId="{B625B757-8EA5-47D7-8626-DA1020D487D0}" dt="2023-02-28T06:41:26.557" v="2410" actId="20577"/>
          <ac:spMkLst>
            <pc:docMk/>
            <pc:sldMk cId="3454217637" sldId="2489"/>
            <ac:spMk id="215" creationId="{00000000-0000-0000-0000-000000000000}"/>
          </ac:spMkLst>
        </pc:spChg>
      </pc:sldChg>
      <pc:sldChg chg="modSp add mod">
        <pc:chgData name="Owais Ahmed" userId="6abc7d4556b3b071" providerId="LiveId" clId="{B625B757-8EA5-47D7-8626-DA1020D487D0}" dt="2023-02-28T06:44:59.946" v="2629" actId="20577"/>
        <pc:sldMkLst>
          <pc:docMk/>
          <pc:sldMk cId="3828703945" sldId="2490"/>
        </pc:sldMkLst>
        <pc:spChg chg="mod">
          <ac:chgData name="Owais Ahmed" userId="6abc7d4556b3b071" providerId="LiveId" clId="{B625B757-8EA5-47D7-8626-DA1020D487D0}" dt="2023-02-28T06:44:59.946" v="2629" actId="20577"/>
          <ac:spMkLst>
            <pc:docMk/>
            <pc:sldMk cId="3828703945" sldId="2490"/>
            <ac:spMk id="215" creationId="{00000000-0000-0000-0000-000000000000}"/>
          </ac:spMkLst>
        </pc:spChg>
      </pc:sldChg>
      <pc:sldMasterChg chg="delSldLayout">
        <pc:chgData name="Owais Ahmed" userId="6abc7d4556b3b071" providerId="LiveId" clId="{B625B757-8EA5-47D7-8626-DA1020D487D0}" dt="2023-02-28T06:04:27.712" v="384" actId="47"/>
        <pc:sldMasterMkLst>
          <pc:docMk/>
          <pc:sldMasterMk cId="692820" sldId="2147483648"/>
        </pc:sldMasterMkLst>
        <pc:sldLayoutChg chg="del">
          <pc:chgData name="Owais Ahmed" userId="6abc7d4556b3b071" providerId="LiveId" clId="{B625B757-8EA5-47D7-8626-DA1020D487D0}" dt="2023-02-28T06:04:27.712" v="384" actId="47"/>
          <pc:sldLayoutMkLst>
            <pc:docMk/>
            <pc:sldMasterMk cId="692820" sldId="2147483648"/>
            <pc:sldLayoutMk cId="1939976995" sldId="2147483682"/>
          </pc:sldLayoutMkLst>
        </pc:sldLayoutChg>
      </pc:sldMasterChg>
    </pc:docChg>
  </pc:docChgLst>
  <pc:docChgLst>
    <pc:chgData name="Owais Ahmed" userId="6abc7d4556b3b071" providerId="LiveId" clId="{57AE1D6D-A5CE-4F6A-9493-265C0424249A}"/>
    <pc:docChg chg="undo custSel addSld delSld modSld sldOrd">
      <pc:chgData name="Owais Ahmed" userId="6abc7d4556b3b071" providerId="LiveId" clId="{57AE1D6D-A5CE-4F6A-9493-265C0424249A}" dt="2023-03-06T10:20:29.035" v="8275" actId="20577"/>
      <pc:docMkLst>
        <pc:docMk/>
      </pc:docMkLst>
      <pc:sldChg chg="del">
        <pc:chgData name="Owais Ahmed" userId="6abc7d4556b3b071" providerId="LiveId" clId="{57AE1D6D-A5CE-4F6A-9493-265C0424249A}" dt="2023-03-06T05:11:24.272" v="23" actId="47"/>
        <pc:sldMkLst>
          <pc:docMk/>
          <pc:sldMk cId="4226644250" sldId="256"/>
        </pc:sldMkLst>
      </pc:sldChg>
      <pc:sldChg chg="modSp mod">
        <pc:chgData name="Owais Ahmed" userId="6abc7d4556b3b071" providerId="LiveId" clId="{57AE1D6D-A5CE-4F6A-9493-265C0424249A}" dt="2023-03-06T10:09:34.467" v="7171" actId="14100"/>
        <pc:sldMkLst>
          <pc:docMk/>
          <pc:sldMk cId="1649098948" sldId="2462"/>
        </pc:sldMkLst>
        <pc:spChg chg="mod">
          <ac:chgData name="Owais Ahmed" userId="6abc7d4556b3b071" providerId="LiveId" clId="{57AE1D6D-A5CE-4F6A-9493-265C0424249A}" dt="2023-03-06T10:09:34.467" v="7171" actId="14100"/>
          <ac:spMkLst>
            <pc:docMk/>
            <pc:sldMk cId="1649098948" sldId="2462"/>
            <ac:spMk id="6" creationId="{F3C89A40-EEAA-43AB-9A3A-B2CFDE450F1B}"/>
          </ac:spMkLst>
        </pc:spChg>
      </pc:sldChg>
      <pc:sldChg chg="del">
        <pc:chgData name="Owais Ahmed" userId="6abc7d4556b3b071" providerId="LiveId" clId="{57AE1D6D-A5CE-4F6A-9493-265C0424249A}" dt="2023-03-06T05:11:24.562" v="24" actId="47"/>
        <pc:sldMkLst>
          <pc:docMk/>
          <pc:sldMk cId="3603977170" sldId="2463"/>
        </pc:sldMkLst>
      </pc:sldChg>
      <pc:sldChg chg="del">
        <pc:chgData name="Owais Ahmed" userId="6abc7d4556b3b071" providerId="LiveId" clId="{57AE1D6D-A5CE-4F6A-9493-265C0424249A}" dt="2023-03-06T05:11:28.254" v="26" actId="47"/>
        <pc:sldMkLst>
          <pc:docMk/>
          <pc:sldMk cId="2797597492" sldId="2465"/>
        </pc:sldMkLst>
      </pc:sldChg>
      <pc:sldChg chg="del">
        <pc:chgData name="Owais Ahmed" userId="6abc7d4556b3b071" providerId="LiveId" clId="{57AE1D6D-A5CE-4F6A-9493-265C0424249A}" dt="2023-03-06T05:11:30.359" v="27" actId="47"/>
        <pc:sldMkLst>
          <pc:docMk/>
          <pc:sldMk cId="1288171314" sldId="2466"/>
        </pc:sldMkLst>
      </pc:sldChg>
      <pc:sldChg chg="modSp mod modAnim">
        <pc:chgData name="Owais Ahmed" userId="6abc7d4556b3b071" providerId="LiveId" clId="{57AE1D6D-A5CE-4F6A-9493-265C0424249A}" dt="2023-03-06T05:19:20.537" v="161" actId="404"/>
        <pc:sldMkLst>
          <pc:docMk/>
          <pc:sldMk cId="2835548672" sldId="2467"/>
        </pc:sldMkLst>
        <pc:spChg chg="mod">
          <ac:chgData name="Owais Ahmed" userId="6abc7d4556b3b071" providerId="LiveId" clId="{57AE1D6D-A5CE-4F6A-9493-265C0424249A}" dt="2023-03-06T05:19:20.537" v="161" actId="404"/>
          <ac:spMkLst>
            <pc:docMk/>
            <pc:sldMk cId="2835548672" sldId="2467"/>
            <ac:spMk id="5" creationId="{D6B5DCB6-4358-037D-2AAC-2F1B1119C128}"/>
          </ac:spMkLst>
        </pc:spChg>
        <pc:spChg chg="mod">
          <ac:chgData name="Owais Ahmed" userId="6abc7d4556b3b071" providerId="LiveId" clId="{57AE1D6D-A5CE-4F6A-9493-265C0424249A}" dt="2023-03-06T05:15:03.624" v="62" actId="20577"/>
          <ac:spMkLst>
            <pc:docMk/>
            <pc:sldMk cId="2835548672" sldId="2467"/>
            <ac:spMk id="9" creationId="{27EE95FA-7E6C-9450-66FD-4F118356AE19}"/>
          </ac:spMkLst>
        </pc:spChg>
      </pc:sldChg>
      <pc:sldChg chg="addSp delSp modSp mod ord addAnim delAnim modAnim">
        <pc:chgData name="Owais Ahmed" userId="6abc7d4556b3b071" providerId="LiveId" clId="{57AE1D6D-A5CE-4F6A-9493-265C0424249A}" dt="2023-03-06T06:05:48.465" v="2208" actId="20577"/>
        <pc:sldMkLst>
          <pc:docMk/>
          <pc:sldMk cId="2564172473" sldId="2468"/>
        </pc:sldMkLst>
        <pc:spChg chg="add del mod">
          <ac:chgData name="Owais Ahmed" userId="6abc7d4556b3b071" providerId="LiveId" clId="{57AE1D6D-A5CE-4F6A-9493-265C0424249A}" dt="2023-03-06T05:49:20.706" v="1553" actId="478"/>
          <ac:spMkLst>
            <pc:docMk/>
            <pc:sldMk cId="2564172473" sldId="2468"/>
            <ac:spMk id="2" creationId="{5BD75907-4EF7-3426-B22D-F53125E3D807}"/>
          </ac:spMkLst>
        </pc:spChg>
        <pc:spChg chg="mod">
          <ac:chgData name="Owais Ahmed" userId="6abc7d4556b3b071" providerId="LiveId" clId="{57AE1D6D-A5CE-4F6A-9493-265C0424249A}" dt="2023-03-06T05:52:36.035" v="1736" actId="20577"/>
          <ac:spMkLst>
            <pc:docMk/>
            <pc:sldMk cId="2564172473" sldId="2468"/>
            <ac:spMk id="5" creationId="{D6B5DCB6-4358-037D-2AAC-2F1B1119C128}"/>
          </ac:spMkLst>
        </pc:spChg>
        <pc:spChg chg="mod">
          <ac:chgData name="Owais Ahmed" userId="6abc7d4556b3b071" providerId="LiveId" clId="{57AE1D6D-A5CE-4F6A-9493-265C0424249A}" dt="2023-03-06T05:49:00.023" v="1547" actId="20577"/>
          <ac:spMkLst>
            <pc:docMk/>
            <pc:sldMk cId="2564172473" sldId="2468"/>
            <ac:spMk id="9" creationId="{27EE95FA-7E6C-9450-66FD-4F118356AE19}"/>
          </ac:spMkLst>
        </pc:spChg>
        <pc:graphicFrameChg chg="add mod modGraphic">
          <ac:chgData name="Owais Ahmed" userId="6abc7d4556b3b071" providerId="LiveId" clId="{57AE1D6D-A5CE-4F6A-9493-265C0424249A}" dt="2023-03-06T06:05:48.465" v="2208" actId="20577"/>
          <ac:graphicFrameMkLst>
            <pc:docMk/>
            <pc:sldMk cId="2564172473" sldId="2468"/>
            <ac:graphicFrameMk id="3" creationId="{9AEEB574-55E6-EBD0-248C-E37F602D2887}"/>
          </ac:graphicFrameMkLst>
        </pc:graphicFrameChg>
        <pc:picChg chg="del">
          <ac:chgData name="Owais Ahmed" userId="6abc7d4556b3b071" providerId="LiveId" clId="{57AE1D6D-A5CE-4F6A-9493-265C0424249A}" dt="2023-03-06T05:14:20.863" v="48" actId="478"/>
          <ac:picMkLst>
            <pc:docMk/>
            <pc:sldMk cId="2564172473" sldId="2468"/>
            <ac:picMk id="1026" creationId="{B52B6349-72B8-80CF-DA1C-C5486174747D}"/>
          </ac:picMkLst>
        </pc:picChg>
        <pc:picChg chg="del">
          <ac:chgData name="Owais Ahmed" userId="6abc7d4556b3b071" providerId="LiveId" clId="{57AE1D6D-A5CE-4F6A-9493-265C0424249A}" dt="2023-03-06T05:14:20.460" v="47" actId="478"/>
          <ac:picMkLst>
            <pc:docMk/>
            <pc:sldMk cId="2564172473" sldId="2468"/>
            <ac:picMk id="1030" creationId="{937909F9-9B17-7819-16D9-0A5467D24F10}"/>
          </ac:picMkLst>
        </pc:picChg>
        <pc:picChg chg="del">
          <ac:chgData name="Owais Ahmed" userId="6abc7d4556b3b071" providerId="LiveId" clId="{57AE1D6D-A5CE-4F6A-9493-265C0424249A}" dt="2023-03-06T05:14:20.010" v="46" actId="478"/>
          <ac:picMkLst>
            <pc:docMk/>
            <pc:sldMk cId="2564172473" sldId="2468"/>
            <ac:picMk id="1032" creationId="{7CBE8AC6-1EBF-7FB2-D6EB-F9BB600F73C3}"/>
          </ac:picMkLst>
        </pc:picChg>
        <pc:picChg chg="del">
          <ac:chgData name="Owais Ahmed" userId="6abc7d4556b3b071" providerId="LiveId" clId="{57AE1D6D-A5CE-4F6A-9493-265C0424249A}" dt="2023-03-06T05:14:19.618" v="45" actId="478"/>
          <ac:picMkLst>
            <pc:docMk/>
            <pc:sldMk cId="2564172473" sldId="2468"/>
            <ac:picMk id="1034" creationId="{C1426860-0002-4F9C-A184-C2CEC2C2EE80}"/>
          </ac:picMkLst>
        </pc:picChg>
        <pc:picChg chg="del">
          <ac:chgData name="Owais Ahmed" userId="6abc7d4556b3b071" providerId="LiveId" clId="{57AE1D6D-A5CE-4F6A-9493-265C0424249A}" dt="2023-03-06T05:14:19.238" v="44" actId="478"/>
          <ac:picMkLst>
            <pc:docMk/>
            <pc:sldMk cId="2564172473" sldId="2468"/>
            <ac:picMk id="1036" creationId="{75D01A3D-4670-7C8F-147C-FB516418D76A}"/>
          </ac:picMkLst>
        </pc:picChg>
        <pc:picChg chg="del">
          <ac:chgData name="Owais Ahmed" userId="6abc7d4556b3b071" providerId="LiveId" clId="{57AE1D6D-A5CE-4F6A-9493-265C0424249A}" dt="2023-03-06T05:14:18.483" v="43" actId="478"/>
          <ac:picMkLst>
            <pc:docMk/>
            <pc:sldMk cId="2564172473" sldId="2468"/>
            <ac:picMk id="1038" creationId="{C88242AB-2EAA-BA69-5988-EDB7E50964EB}"/>
          </ac:picMkLst>
        </pc:picChg>
        <pc:picChg chg="del">
          <ac:chgData name="Owais Ahmed" userId="6abc7d4556b3b071" providerId="LiveId" clId="{57AE1D6D-A5CE-4F6A-9493-265C0424249A}" dt="2023-03-06T05:14:18.073" v="42" actId="478"/>
          <ac:picMkLst>
            <pc:docMk/>
            <pc:sldMk cId="2564172473" sldId="2468"/>
            <ac:picMk id="1040" creationId="{5A8D6D8F-C097-A63B-FC87-5AAA61887AD8}"/>
          </ac:picMkLst>
        </pc:picChg>
        <pc:picChg chg="del">
          <ac:chgData name="Owais Ahmed" userId="6abc7d4556b3b071" providerId="LiveId" clId="{57AE1D6D-A5CE-4F6A-9493-265C0424249A}" dt="2023-03-06T05:14:17.668" v="41" actId="478"/>
          <ac:picMkLst>
            <pc:docMk/>
            <pc:sldMk cId="2564172473" sldId="2468"/>
            <ac:picMk id="1042" creationId="{46AA148E-1148-E8E6-4A54-C7C189AFCED4}"/>
          </ac:picMkLst>
        </pc:picChg>
        <pc:picChg chg="del">
          <ac:chgData name="Owais Ahmed" userId="6abc7d4556b3b071" providerId="LiveId" clId="{57AE1D6D-A5CE-4F6A-9493-265C0424249A}" dt="2023-03-06T05:14:17.236" v="40" actId="478"/>
          <ac:picMkLst>
            <pc:docMk/>
            <pc:sldMk cId="2564172473" sldId="2468"/>
            <ac:picMk id="1044" creationId="{1095811A-A7C8-B8F6-7CF5-11472B45F658}"/>
          </ac:picMkLst>
        </pc:picChg>
        <pc:picChg chg="del">
          <ac:chgData name="Owais Ahmed" userId="6abc7d4556b3b071" providerId="LiveId" clId="{57AE1D6D-A5CE-4F6A-9493-265C0424249A}" dt="2023-03-06T05:14:16.789" v="39" actId="478"/>
          <ac:picMkLst>
            <pc:docMk/>
            <pc:sldMk cId="2564172473" sldId="2468"/>
            <ac:picMk id="1046" creationId="{4D5EC02C-232A-E9E5-EC01-B58D1804CA7D}"/>
          </ac:picMkLst>
        </pc:picChg>
        <pc:picChg chg="del">
          <ac:chgData name="Owais Ahmed" userId="6abc7d4556b3b071" providerId="LiveId" clId="{57AE1D6D-A5CE-4F6A-9493-265C0424249A}" dt="2023-03-06T05:14:15.207" v="35" actId="478"/>
          <ac:picMkLst>
            <pc:docMk/>
            <pc:sldMk cId="2564172473" sldId="2468"/>
            <ac:picMk id="1048" creationId="{D468CF6D-A89A-19B5-3AE9-B6948626587B}"/>
          </ac:picMkLst>
        </pc:picChg>
        <pc:picChg chg="del">
          <ac:chgData name="Owais Ahmed" userId="6abc7d4556b3b071" providerId="LiveId" clId="{57AE1D6D-A5CE-4F6A-9493-265C0424249A}" dt="2023-03-06T05:14:15.590" v="36" actId="478"/>
          <ac:picMkLst>
            <pc:docMk/>
            <pc:sldMk cId="2564172473" sldId="2468"/>
            <ac:picMk id="1050" creationId="{35738118-63CC-CB61-5B20-3C94196E8DF1}"/>
          </ac:picMkLst>
        </pc:picChg>
        <pc:picChg chg="del">
          <ac:chgData name="Owais Ahmed" userId="6abc7d4556b3b071" providerId="LiveId" clId="{57AE1D6D-A5CE-4F6A-9493-265C0424249A}" dt="2023-03-06T05:14:15.961" v="37" actId="478"/>
          <ac:picMkLst>
            <pc:docMk/>
            <pc:sldMk cId="2564172473" sldId="2468"/>
            <ac:picMk id="1052" creationId="{BF7E1FFF-0CFA-27D4-9300-9C801C052FAA}"/>
          </ac:picMkLst>
        </pc:picChg>
        <pc:picChg chg="del">
          <ac:chgData name="Owais Ahmed" userId="6abc7d4556b3b071" providerId="LiveId" clId="{57AE1D6D-A5CE-4F6A-9493-265C0424249A}" dt="2023-03-06T05:14:16.379" v="38" actId="478"/>
          <ac:picMkLst>
            <pc:docMk/>
            <pc:sldMk cId="2564172473" sldId="2468"/>
            <ac:picMk id="1054" creationId="{7FCC54F9-0056-984F-40DE-18E6FCB11BEC}"/>
          </ac:picMkLst>
        </pc:picChg>
        <pc:picChg chg="del">
          <ac:chgData name="Owais Ahmed" userId="6abc7d4556b3b071" providerId="LiveId" clId="{57AE1D6D-A5CE-4F6A-9493-265C0424249A}" dt="2023-03-06T05:14:14.757" v="34" actId="478"/>
          <ac:picMkLst>
            <pc:docMk/>
            <pc:sldMk cId="2564172473" sldId="2468"/>
            <ac:picMk id="1056" creationId="{ED1C7EDF-74CC-FC33-285C-59A51EC93A90}"/>
          </ac:picMkLst>
        </pc:picChg>
        <pc:picChg chg="del">
          <ac:chgData name="Owais Ahmed" userId="6abc7d4556b3b071" providerId="LiveId" clId="{57AE1D6D-A5CE-4F6A-9493-265C0424249A}" dt="2023-03-06T05:14:14.326" v="33" actId="478"/>
          <ac:picMkLst>
            <pc:docMk/>
            <pc:sldMk cId="2564172473" sldId="2468"/>
            <ac:picMk id="1060" creationId="{1CCE3F63-D372-42A0-B788-182E353BE074}"/>
          </ac:picMkLst>
        </pc:picChg>
        <pc:picChg chg="del">
          <ac:chgData name="Owais Ahmed" userId="6abc7d4556b3b071" providerId="LiveId" clId="{57AE1D6D-A5CE-4F6A-9493-265C0424249A}" dt="2023-03-06T05:14:13.837" v="32" actId="478"/>
          <ac:picMkLst>
            <pc:docMk/>
            <pc:sldMk cId="2564172473" sldId="2468"/>
            <ac:picMk id="1064" creationId="{0EFF1FD0-A435-B34D-C9E5-2A09341DAA14}"/>
          </ac:picMkLst>
        </pc:picChg>
        <pc:picChg chg="del">
          <ac:chgData name="Owais Ahmed" userId="6abc7d4556b3b071" providerId="LiveId" clId="{57AE1D6D-A5CE-4F6A-9493-265C0424249A}" dt="2023-03-06T05:14:13.341" v="31" actId="478"/>
          <ac:picMkLst>
            <pc:docMk/>
            <pc:sldMk cId="2564172473" sldId="2468"/>
            <ac:picMk id="1066" creationId="{9F58BC05-1927-7EA6-94BF-C04942B2E1B3}"/>
          </ac:picMkLst>
        </pc:picChg>
      </pc:sldChg>
      <pc:sldChg chg="add del">
        <pc:chgData name="Owais Ahmed" userId="6abc7d4556b3b071" providerId="LiveId" clId="{57AE1D6D-A5CE-4F6A-9493-265C0424249A}" dt="2023-03-06T05:16:40.316" v="75" actId="2890"/>
        <pc:sldMkLst>
          <pc:docMk/>
          <pc:sldMk cId="167876563" sldId="2469"/>
        </pc:sldMkLst>
      </pc:sldChg>
      <pc:sldChg chg="del">
        <pc:chgData name="Owais Ahmed" userId="6abc7d4556b3b071" providerId="LiveId" clId="{57AE1D6D-A5CE-4F6A-9493-265C0424249A}" dt="2023-03-06T05:14:08.406" v="28" actId="47"/>
        <pc:sldMkLst>
          <pc:docMk/>
          <pc:sldMk cId="1870517188" sldId="2469"/>
        </pc:sldMkLst>
      </pc:sldChg>
      <pc:sldChg chg="add del">
        <pc:chgData name="Owais Ahmed" userId="6abc7d4556b3b071" providerId="LiveId" clId="{57AE1D6D-A5CE-4F6A-9493-265C0424249A}" dt="2023-03-06T05:16:43.431" v="77" actId="2890"/>
        <pc:sldMkLst>
          <pc:docMk/>
          <pc:sldMk cId="2100283133" sldId="2469"/>
        </pc:sldMkLst>
      </pc:sldChg>
      <pc:sldChg chg="del">
        <pc:chgData name="Owais Ahmed" userId="6abc7d4556b3b071" providerId="LiveId" clId="{57AE1D6D-A5CE-4F6A-9493-265C0424249A}" dt="2023-03-06T05:11:24.867" v="25" actId="47"/>
        <pc:sldMkLst>
          <pc:docMk/>
          <pc:sldMk cId="773770613" sldId="2470"/>
        </pc:sldMkLst>
      </pc:sldChg>
      <pc:sldChg chg="del">
        <pc:chgData name="Owais Ahmed" userId="6abc7d4556b3b071" providerId="LiveId" clId="{57AE1D6D-A5CE-4F6A-9493-265C0424249A}" dt="2023-03-06T05:14:09.321" v="30" actId="47"/>
        <pc:sldMkLst>
          <pc:docMk/>
          <pc:sldMk cId="246082422" sldId="2471"/>
        </pc:sldMkLst>
      </pc:sldChg>
      <pc:sldChg chg="del">
        <pc:chgData name="Owais Ahmed" userId="6abc7d4556b3b071" providerId="LiveId" clId="{57AE1D6D-A5CE-4F6A-9493-265C0424249A}" dt="2023-03-06T05:14:08.637" v="29" actId="47"/>
        <pc:sldMkLst>
          <pc:docMk/>
          <pc:sldMk cId="104746486" sldId="2472"/>
        </pc:sldMkLst>
      </pc:sldChg>
      <pc:sldChg chg="modSp add mod modAnim modNotesTx">
        <pc:chgData name="Owais Ahmed" userId="6abc7d4556b3b071" providerId="LiveId" clId="{57AE1D6D-A5CE-4F6A-9493-265C0424249A}" dt="2023-03-06T08:56:55.536" v="5481" actId="20577"/>
        <pc:sldMkLst>
          <pc:docMk/>
          <pc:sldMk cId="1810203590" sldId="2482"/>
        </pc:sldMkLst>
        <pc:spChg chg="mod">
          <ac:chgData name="Owais Ahmed" userId="6abc7d4556b3b071" providerId="LiveId" clId="{57AE1D6D-A5CE-4F6A-9493-265C0424249A}" dt="2023-03-06T08:56:37.220" v="5440" actId="20577"/>
          <ac:spMkLst>
            <pc:docMk/>
            <pc:sldMk cId="1810203590" sldId="2482"/>
            <ac:spMk id="3" creationId="{4A1C0383-58FE-E486-295E-B33B8683B938}"/>
          </ac:spMkLst>
        </pc:spChg>
        <pc:spChg chg="mod">
          <ac:chgData name="Owais Ahmed" userId="6abc7d4556b3b071" providerId="LiveId" clId="{57AE1D6D-A5CE-4F6A-9493-265C0424249A}" dt="2023-03-06T08:53:32.212" v="5205" actId="20577"/>
          <ac:spMkLst>
            <pc:docMk/>
            <pc:sldMk cId="1810203590" sldId="2482"/>
            <ac:spMk id="215" creationId="{00000000-0000-0000-0000-000000000000}"/>
          </ac:spMkLst>
        </pc:spChg>
      </pc:sldChg>
      <pc:sldChg chg="modSp add mod ord modAnim modNotesTx">
        <pc:chgData name="Owais Ahmed" userId="6abc7d4556b3b071" providerId="LiveId" clId="{57AE1D6D-A5CE-4F6A-9493-265C0424249A}" dt="2023-03-06T05:18:42.810" v="157" actId="20577"/>
        <pc:sldMkLst>
          <pc:docMk/>
          <pc:sldMk cId="2426892836" sldId="2485"/>
        </pc:sldMkLst>
        <pc:spChg chg="mod">
          <ac:chgData name="Owais Ahmed" userId="6abc7d4556b3b071" providerId="LiveId" clId="{57AE1D6D-A5CE-4F6A-9493-265C0424249A}" dt="2023-03-06T05:18:33.993" v="154" actId="27636"/>
          <ac:spMkLst>
            <pc:docMk/>
            <pc:sldMk cId="2426892836" sldId="2485"/>
            <ac:spMk id="3" creationId="{4A1C0383-58FE-E486-295E-B33B8683B938}"/>
          </ac:spMkLst>
        </pc:spChg>
        <pc:spChg chg="mod">
          <ac:chgData name="Owais Ahmed" userId="6abc7d4556b3b071" providerId="LiveId" clId="{57AE1D6D-A5CE-4F6A-9493-265C0424249A}" dt="2023-03-06T05:17:35.540" v="94" actId="20577"/>
          <ac:spMkLst>
            <pc:docMk/>
            <pc:sldMk cId="2426892836" sldId="2485"/>
            <ac:spMk id="215" creationId="{00000000-0000-0000-0000-000000000000}"/>
          </ac:spMkLst>
        </pc:spChg>
      </pc:sldChg>
      <pc:sldChg chg="modSp add mod modAnim modNotesTx">
        <pc:chgData name="Owais Ahmed" userId="6abc7d4556b3b071" providerId="LiveId" clId="{57AE1D6D-A5CE-4F6A-9493-265C0424249A}" dt="2023-03-06T05:24:40.967" v="296" actId="255"/>
        <pc:sldMkLst>
          <pc:docMk/>
          <pc:sldMk cId="2392008630" sldId="2486"/>
        </pc:sldMkLst>
        <pc:spChg chg="mod">
          <ac:chgData name="Owais Ahmed" userId="6abc7d4556b3b071" providerId="LiveId" clId="{57AE1D6D-A5CE-4F6A-9493-265C0424249A}" dt="2023-03-06T05:24:40.967" v="296" actId="255"/>
          <ac:spMkLst>
            <pc:docMk/>
            <pc:sldMk cId="2392008630" sldId="2486"/>
            <ac:spMk id="3" creationId="{4A1C0383-58FE-E486-295E-B33B8683B938}"/>
          </ac:spMkLst>
        </pc:spChg>
        <pc:spChg chg="mod">
          <ac:chgData name="Owais Ahmed" userId="6abc7d4556b3b071" providerId="LiveId" clId="{57AE1D6D-A5CE-4F6A-9493-265C0424249A}" dt="2023-03-06T05:22:31.640" v="175" actId="20577"/>
          <ac:spMkLst>
            <pc:docMk/>
            <pc:sldMk cId="2392008630" sldId="2486"/>
            <ac:spMk id="215" creationId="{00000000-0000-0000-0000-000000000000}"/>
          </ac:spMkLst>
        </pc:spChg>
      </pc:sldChg>
      <pc:sldChg chg="modSp add mod modNotesTx">
        <pc:chgData name="Owais Ahmed" userId="6abc7d4556b3b071" providerId="LiveId" clId="{57AE1D6D-A5CE-4F6A-9493-265C0424249A}" dt="2023-03-06T05:47:29.351" v="1507" actId="27636"/>
        <pc:sldMkLst>
          <pc:docMk/>
          <pc:sldMk cId="2180074341" sldId="2487"/>
        </pc:sldMkLst>
        <pc:spChg chg="mod">
          <ac:chgData name="Owais Ahmed" userId="6abc7d4556b3b071" providerId="LiveId" clId="{57AE1D6D-A5CE-4F6A-9493-265C0424249A}" dt="2023-03-06T05:47:29.351" v="1507" actId="27636"/>
          <ac:spMkLst>
            <pc:docMk/>
            <pc:sldMk cId="2180074341" sldId="2487"/>
            <ac:spMk id="3" creationId="{4A1C0383-58FE-E486-295E-B33B8683B938}"/>
          </ac:spMkLst>
        </pc:spChg>
        <pc:spChg chg="mod">
          <ac:chgData name="Owais Ahmed" userId="6abc7d4556b3b071" providerId="LiveId" clId="{57AE1D6D-A5CE-4F6A-9493-265C0424249A}" dt="2023-03-06T05:25:03.688" v="297" actId="20577"/>
          <ac:spMkLst>
            <pc:docMk/>
            <pc:sldMk cId="2180074341" sldId="2487"/>
            <ac:spMk id="215" creationId="{00000000-0000-0000-0000-000000000000}"/>
          </ac:spMkLst>
        </pc:spChg>
      </pc:sldChg>
      <pc:sldChg chg="modSp add del mod">
        <pc:chgData name="Owais Ahmed" userId="6abc7d4556b3b071" providerId="LiveId" clId="{57AE1D6D-A5CE-4F6A-9493-265C0424249A}" dt="2023-03-06T05:48:49.281" v="1514" actId="47"/>
        <pc:sldMkLst>
          <pc:docMk/>
          <pc:sldMk cId="4084489540" sldId="2488"/>
        </pc:sldMkLst>
        <pc:spChg chg="mod">
          <ac:chgData name="Owais Ahmed" userId="6abc7d4556b3b071" providerId="LiveId" clId="{57AE1D6D-A5CE-4F6A-9493-265C0424249A}" dt="2023-03-06T05:47:42.452" v="1510" actId="27636"/>
          <ac:spMkLst>
            <pc:docMk/>
            <pc:sldMk cId="4084489540" sldId="2488"/>
            <ac:spMk id="3" creationId="{4A1C0383-58FE-E486-295E-B33B8683B938}"/>
          </ac:spMkLst>
        </pc:spChg>
      </pc:sldChg>
      <pc:sldChg chg="add del">
        <pc:chgData name="Owais Ahmed" userId="6abc7d4556b3b071" providerId="LiveId" clId="{57AE1D6D-A5CE-4F6A-9493-265C0424249A}" dt="2023-03-06T10:07:18.740" v="7130" actId="47"/>
        <pc:sldMkLst>
          <pc:docMk/>
          <pc:sldMk cId="1422298590" sldId="2489"/>
        </pc:sldMkLst>
      </pc:sldChg>
      <pc:sldChg chg="delSp modSp add mod ord delAnim modAnim">
        <pc:chgData name="Owais Ahmed" userId="6abc7d4556b3b071" providerId="LiveId" clId="{57AE1D6D-A5CE-4F6A-9493-265C0424249A}" dt="2023-03-06T10:17:43.074" v="8063" actId="255"/>
        <pc:sldMkLst>
          <pc:docMk/>
          <pc:sldMk cId="692629543" sldId="2490"/>
        </pc:sldMkLst>
        <pc:spChg chg="mod">
          <ac:chgData name="Owais Ahmed" userId="6abc7d4556b3b071" providerId="LiveId" clId="{57AE1D6D-A5CE-4F6A-9493-265C0424249A}" dt="2023-03-06T10:17:43.074" v="8063" actId="255"/>
          <ac:spMkLst>
            <pc:docMk/>
            <pc:sldMk cId="692629543" sldId="2490"/>
            <ac:spMk id="5" creationId="{D6B5DCB6-4358-037D-2AAC-2F1B1119C128}"/>
          </ac:spMkLst>
        </pc:spChg>
        <pc:spChg chg="mod">
          <ac:chgData name="Owais Ahmed" userId="6abc7d4556b3b071" providerId="LiveId" clId="{57AE1D6D-A5CE-4F6A-9493-265C0424249A}" dt="2023-03-06T10:09:10.100" v="7149" actId="20577"/>
          <ac:spMkLst>
            <pc:docMk/>
            <pc:sldMk cId="692629543" sldId="2490"/>
            <ac:spMk id="9" creationId="{27EE95FA-7E6C-9450-66FD-4F118356AE19}"/>
          </ac:spMkLst>
        </pc:spChg>
        <pc:graphicFrameChg chg="del modGraphic">
          <ac:chgData name="Owais Ahmed" userId="6abc7d4556b3b071" providerId="LiveId" clId="{57AE1D6D-A5CE-4F6A-9493-265C0424249A}" dt="2023-03-06T06:06:18.246" v="2219" actId="478"/>
          <ac:graphicFrameMkLst>
            <pc:docMk/>
            <pc:sldMk cId="692629543" sldId="2490"/>
            <ac:graphicFrameMk id="3" creationId="{9AEEB574-55E6-EBD0-248C-E37F602D2887}"/>
          </ac:graphicFrameMkLst>
        </pc:graphicFrameChg>
      </pc:sldChg>
      <pc:sldChg chg="delSp modSp add mod delAnim modAnim modNotesTx">
        <pc:chgData name="Owais Ahmed" userId="6abc7d4556b3b071" providerId="LiveId" clId="{57AE1D6D-A5CE-4F6A-9493-265C0424249A}" dt="2023-03-06T06:30:30.857" v="4789" actId="20577"/>
        <pc:sldMkLst>
          <pc:docMk/>
          <pc:sldMk cId="1357650666" sldId="2491"/>
        </pc:sldMkLst>
        <pc:spChg chg="mod">
          <ac:chgData name="Owais Ahmed" userId="6abc7d4556b3b071" providerId="LiveId" clId="{57AE1D6D-A5CE-4F6A-9493-265C0424249A}" dt="2023-03-06T06:30:30.857" v="4789" actId="20577"/>
          <ac:spMkLst>
            <pc:docMk/>
            <pc:sldMk cId="1357650666" sldId="2491"/>
            <ac:spMk id="5" creationId="{D6B5DCB6-4358-037D-2AAC-2F1B1119C128}"/>
          </ac:spMkLst>
        </pc:spChg>
        <pc:spChg chg="mod">
          <ac:chgData name="Owais Ahmed" userId="6abc7d4556b3b071" providerId="LiveId" clId="{57AE1D6D-A5CE-4F6A-9493-265C0424249A}" dt="2023-03-06T06:25:05.433" v="3968" actId="20577"/>
          <ac:spMkLst>
            <pc:docMk/>
            <pc:sldMk cId="1357650666" sldId="2491"/>
            <ac:spMk id="9" creationId="{27EE95FA-7E6C-9450-66FD-4F118356AE19}"/>
          </ac:spMkLst>
        </pc:spChg>
        <pc:graphicFrameChg chg="del">
          <ac:chgData name="Owais Ahmed" userId="6abc7d4556b3b071" providerId="LiveId" clId="{57AE1D6D-A5CE-4F6A-9493-265C0424249A}" dt="2023-03-06T06:25:08.310" v="3969" actId="478"/>
          <ac:graphicFrameMkLst>
            <pc:docMk/>
            <pc:sldMk cId="1357650666" sldId="2491"/>
            <ac:graphicFrameMk id="3" creationId="{9AEEB574-55E6-EBD0-248C-E37F602D2887}"/>
          </ac:graphicFrameMkLst>
        </pc:graphicFrameChg>
      </pc:sldChg>
      <pc:sldChg chg="modSp add mod modAnim modNotesTx">
        <pc:chgData name="Owais Ahmed" userId="6abc7d4556b3b071" providerId="LiveId" clId="{57AE1D6D-A5CE-4F6A-9493-265C0424249A}" dt="2023-03-06T09:06:05.726" v="6075" actId="20577"/>
        <pc:sldMkLst>
          <pc:docMk/>
          <pc:sldMk cId="332028716" sldId="2492"/>
        </pc:sldMkLst>
        <pc:spChg chg="mod">
          <ac:chgData name="Owais Ahmed" userId="6abc7d4556b3b071" providerId="LiveId" clId="{57AE1D6D-A5CE-4F6A-9493-265C0424249A}" dt="2023-03-06T09:06:05.726" v="6075" actId="20577"/>
          <ac:spMkLst>
            <pc:docMk/>
            <pc:sldMk cId="332028716" sldId="2492"/>
            <ac:spMk id="3" creationId="{4A1C0383-58FE-E486-295E-B33B8683B938}"/>
          </ac:spMkLst>
        </pc:spChg>
        <pc:spChg chg="mod">
          <ac:chgData name="Owais Ahmed" userId="6abc7d4556b3b071" providerId="LiveId" clId="{57AE1D6D-A5CE-4F6A-9493-265C0424249A}" dt="2023-03-06T08:58:45.579" v="5486" actId="20577"/>
          <ac:spMkLst>
            <pc:docMk/>
            <pc:sldMk cId="332028716" sldId="2492"/>
            <ac:spMk id="215" creationId="{00000000-0000-0000-0000-000000000000}"/>
          </ac:spMkLst>
        </pc:spChg>
      </pc:sldChg>
      <pc:sldChg chg="modSp add mod modAnim modNotesTx">
        <pc:chgData name="Owais Ahmed" userId="6abc7d4556b3b071" providerId="LiveId" clId="{57AE1D6D-A5CE-4F6A-9493-265C0424249A}" dt="2023-03-06T09:11:33.018" v="6243" actId="20577"/>
        <pc:sldMkLst>
          <pc:docMk/>
          <pc:sldMk cId="2744016673" sldId="2493"/>
        </pc:sldMkLst>
        <pc:spChg chg="mod">
          <ac:chgData name="Owais Ahmed" userId="6abc7d4556b3b071" providerId="LiveId" clId="{57AE1D6D-A5CE-4F6A-9493-265C0424249A}" dt="2023-03-06T09:11:33.018" v="6243" actId="20577"/>
          <ac:spMkLst>
            <pc:docMk/>
            <pc:sldMk cId="2744016673" sldId="2493"/>
            <ac:spMk id="3" creationId="{4A1C0383-58FE-E486-295E-B33B8683B938}"/>
          </ac:spMkLst>
        </pc:spChg>
        <pc:spChg chg="mod">
          <ac:chgData name="Owais Ahmed" userId="6abc7d4556b3b071" providerId="LiveId" clId="{57AE1D6D-A5CE-4F6A-9493-265C0424249A}" dt="2023-03-06T09:06:39.200" v="6094" actId="20577"/>
          <ac:spMkLst>
            <pc:docMk/>
            <pc:sldMk cId="2744016673" sldId="2493"/>
            <ac:spMk id="215" creationId="{00000000-0000-0000-0000-000000000000}"/>
          </ac:spMkLst>
        </pc:spChg>
      </pc:sldChg>
      <pc:sldChg chg="modSp add mod modAnim">
        <pc:chgData name="Owais Ahmed" userId="6abc7d4556b3b071" providerId="LiveId" clId="{57AE1D6D-A5CE-4F6A-9493-265C0424249A}" dt="2023-03-06T09:18:13.627" v="6598" actId="14100"/>
        <pc:sldMkLst>
          <pc:docMk/>
          <pc:sldMk cId="910229267" sldId="2494"/>
        </pc:sldMkLst>
        <pc:spChg chg="mod">
          <ac:chgData name="Owais Ahmed" userId="6abc7d4556b3b071" providerId="LiveId" clId="{57AE1D6D-A5CE-4F6A-9493-265C0424249A}" dt="2023-03-06T09:18:13.627" v="6598" actId="14100"/>
          <ac:spMkLst>
            <pc:docMk/>
            <pc:sldMk cId="910229267" sldId="2494"/>
            <ac:spMk id="3" creationId="{4A1C0383-58FE-E486-295E-B33B8683B938}"/>
          </ac:spMkLst>
        </pc:spChg>
        <pc:spChg chg="mod">
          <ac:chgData name="Owais Ahmed" userId="6abc7d4556b3b071" providerId="LiveId" clId="{57AE1D6D-A5CE-4F6A-9493-265C0424249A}" dt="2023-03-06T09:12:15.928" v="6269" actId="20577"/>
          <ac:spMkLst>
            <pc:docMk/>
            <pc:sldMk cId="910229267" sldId="2494"/>
            <ac:spMk id="215" creationId="{00000000-0000-0000-0000-000000000000}"/>
          </ac:spMkLst>
        </pc:spChg>
      </pc:sldChg>
      <pc:sldChg chg="modSp add del mod modAnim">
        <pc:chgData name="Owais Ahmed" userId="6abc7d4556b3b071" providerId="LiveId" clId="{57AE1D6D-A5CE-4F6A-9493-265C0424249A}" dt="2023-03-06T09:21:54.547" v="6672" actId="47"/>
        <pc:sldMkLst>
          <pc:docMk/>
          <pc:sldMk cId="313325256" sldId="2495"/>
        </pc:sldMkLst>
        <pc:spChg chg="mod">
          <ac:chgData name="Owais Ahmed" userId="6abc7d4556b3b071" providerId="LiveId" clId="{57AE1D6D-A5CE-4F6A-9493-265C0424249A}" dt="2023-03-06T09:20:06.384" v="6666" actId="20577"/>
          <ac:spMkLst>
            <pc:docMk/>
            <pc:sldMk cId="313325256" sldId="2495"/>
            <ac:spMk id="3" creationId="{4A1C0383-58FE-E486-295E-B33B8683B938}"/>
          </ac:spMkLst>
        </pc:spChg>
      </pc:sldChg>
      <pc:sldChg chg="modSp add">
        <pc:chgData name="Owais Ahmed" userId="6abc7d4556b3b071" providerId="LiveId" clId="{57AE1D6D-A5CE-4F6A-9493-265C0424249A}" dt="2023-03-06T09:21:45.405" v="6670" actId="403"/>
        <pc:sldMkLst>
          <pc:docMk/>
          <pc:sldMk cId="4183735996" sldId="2496"/>
        </pc:sldMkLst>
        <pc:spChg chg="mod">
          <ac:chgData name="Owais Ahmed" userId="6abc7d4556b3b071" providerId="LiveId" clId="{57AE1D6D-A5CE-4F6A-9493-265C0424249A}" dt="2023-03-06T09:21:45.405" v="6670" actId="403"/>
          <ac:spMkLst>
            <pc:docMk/>
            <pc:sldMk cId="4183735996" sldId="2496"/>
            <ac:spMk id="3" creationId="{4A1C0383-58FE-E486-295E-B33B8683B938}"/>
          </ac:spMkLst>
        </pc:spChg>
      </pc:sldChg>
      <pc:sldChg chg="modSp add mod modAnim">
        <pc:chgData name="Owais Ahmed" userId="6abc7d4556b3b071" providerId="LiveId" clId="{57AE1D6D-A5CE-4F6A-9493-265C0424249A}" dt="2023-03-06T09:24:13.222" v="6842" actId="404"/>
        <pc:sldMkLst>
          <pc:docMk/>
          <pc:sldMk cId="2021183974" sldId="2497"/>
        </pc:sldMkLst>
        <pc:spChg chg="mod">
          <ac:chgData name="Owais Ahmed" userId="6abc7d4556b3b071" providerId="LiveId" clId="{57AE1D6D-A5CE-4F6A-9493-265C0424249A}" dt="2023-03-06T09:24:13.222" v="6842" actId="404"/>
          <ac:spMkLst>
            <pc:docMk/>
            <pc:sldMk cId="2021183974" sldId="2497"/>
            <ac:spMk id="3" creationId="{4A1C0383-58FE-E486-295E-B33B8683B938}"/>
          </ac:spMkLst>
        </pc:spChg>
      </pc:sldChg>
      <pc:sldChg chg="modSp add del mod ord modAnim">
        <pc:chgData name="Owais Ahmed" userId="6abc7d4556b3b071" providerId="LiveId" clId="{57AE1D6D-A5CE-4F6A-9493-265C0424249A}" dt="2023-03-06T10:06:18.106" v="7129" actId="47"/>
        <pc:sldMkLst>
          <pc:docMk/>
          <pc:sldMk cId="277066834" sldId="2498"/>
        </pc:sldMkLst>
        <pc:spChg chg="mod">
          <ac:chgData name="Owais Ahmed" userId="6abc7d4556b3b071" providerId="LiveId" clId="{57AE1D6D-A5CE-4F6A-9493-265C0424249A}" dt="2023-03-06T09:45:27.069" v="7049" actId="403"/>
          <ac:spMkLst>
            <pc:docMk/>
            <pc:sldMk cId="277066834" sldId="2498"/>
            <ac:spMk id="3" creationId="{4A1C0383-58FE-E486-295E-B33B8683B938}"/>
          </ac:spMkLst>
        </pc:spChg>
        <pc:spChg chg="mod">
          <ac:chgData name="Owais Ahmed" userId="6abc7d4556b3b071" providerId="LiveId" clId="{57AE1D6D-A5CE-4F6A-9493-265C0424249A}" dt="2023-03-06T09:45:15.162" v="7031" actId="20577"/>
          <ac:spMkLst>
            <pc:docMk/>
            <pc:sldMk cId="277066834" sldId="2498"/>
            <ac:spMk id="215" creationId="{00000000-0000-0000-0000-000000000000}"/>
          </ac:spMkLst>
        </pc:spChg>
      </pc:sldChg>
      <pc:sldChg chg="modSp add del modAnim">
        <pc:chgData name="Owais Ahmed" userId="6abc7d4556b3b071" providerId="LiveId" clId="{57AE1D6D-A5CE-4F6A-9493-265C0424249A}" dt="2023-03-06T09:41:36.429" v="6846" actId="2890"/>
        <pc:sldMkLst>
          <pc:docMk/>
          <pc:sldMk cId="1082873489" sldId="2498"/>
        </pc:sldMkLst>
        <pc:spChg chg="mod">
          <ac:chgData name="Owais Ahmed" userId="6abc7d4556b3b071" providerId="LiveId" clId="{57AE1D6D-A5CE-4F6A-9493-265C0424249A}" dt="2023-03-06T09:41:31.568" v="6844" actId="20577"/>
          <ac:spMkLst>
            <pc:docMk/>
            <pc:sldMk cId="1082873489" sldId="2498"/>
            <ac:spMk id="5" creationId="{D6B5DCB6-4358-037D-2AAC-2F1B1119C128}"/>
          </ac:spMkLst>
        </pc:spChg>
      </pc:sldChg>
      <pc:sldChg chg="addSp delSp modSp add mod modAnim">
        <pc:chgData name="Owais Ahmed" userId="6abc7d4556b3b071" providerId="LiveId" clId="{57AE1D6D-A5CE-4F6A-9493-265C0424249A}" dt="2023-03-06T10:04:15.262" v="7128"/>
        <pc:sldMkLst>
          <pc:docMk/>
          <pc:sldMk cId="2461819977" sldId="2499"/>
        </pc:sldMkLst>
        <pc:spChg chg="del">
          <ac:chgData name="Owais Ahmed" userId="6abc7d4556b3b071" providerId="LiveId" clId="{57AE1D6D-A5CE-4F6A-9493-265C0424249A}" dt="2023-03-06T09:48:21.879" v="7057"/>
          <ac:spMkLst>
            <pc:docMk/>
            <pc:sldMk cId="2461819977" sldId="2499"/>
            <ac:spMk id="2" creationId="{5BD75907-4EF7-3426-B22D-F53125E3D807}"/>
          </ac:spMkLst>
        </pc:spChg>
        <pc:spChg chg="mod">
          <ac:chgData name="Owais Ahmed" userId="6abc7d4556b3b071" providerId="LiveId" clId="{57AE1D6D-A5CE-4F6A-9493-265C0424249A}" dt="2023-03-06T09:46:21.347" v="7056" actId="403"/>
          <ac:spMkLst>
            <pc:docMk/>
            <pc:sldMk cId="2461819977" sldId="2499"/>
            <ac:spMk id="5" creationId="{D6B5DCB6-4358-037D-2AAC-2F1B1119C128}"/>
          </ac:spMkLst>
        </pc:spChg>
        <pc:spChg chg="mod">
          <ac:chgData name="Owais Ahmed" userId="6abc7d4556b3b071" providerId="LiveId" clId="{57AE1D6D-A5CE-4F6A-9493-265C0424249A}" dt="2023-03-06T09:46:11.927" v="7051"/>
          <ac:spMkLst>
            <pc:docMk/>
            <pc:sldMk cId="2461819977" sldId="2499"/>
            <ac:spMk id="9" creationId="{27EE95FA-7E6C-9450-66FD-4F118356AE19}"/>
          </ac:spMkLst>
        </pc:spChg>
        <pc:picChg chg="add mod">
          <ac:chgData name="Owais Ahmed" userId="6abc7d4556b3b071" providerId="LiveId" clId="{57AE1D6D-A5CE-4F6A-9493-265C0424249A}" dt="2023-03-06T10:02:30.925" v="7123" actId="732"/>
          <ac:picMkLst>
            <pc:docMk/>
            <pc:sldMk cId="2461819977" sldId="2499"/>
            <ac:picMk id="3" creationId="{C7D15564-73D0-93EB-9ECE-ABE1AF60AC39}"/>
          </ac:picMkLst>
        </pc:picChg>
        <pc:picChg chg="add mod">
          <ac:chgData name="Owais Ahmed" userId="6abc7d4556b3b071" providerId="LiveId" clId="{57AE1D6D-A5CE-4F6A-9493-265C0424249A}" dt="2023-03-06T09:48:21.879" v="7057"/>
          <ac:picMkLst>
            <pc:docMk/>
            <pc:sldMk cId="2461819977" sldId="2499"/>
            <ac:picMk id="1026" creationId="{4E9BC237-8DFF-7D68-3479-17D18AE1EDB9}"/>
          </ac:picMkLst>
        </pc:picChg>
        <pc:picChg chg="add mod">
          <ac:chgData name="Owais Ahmed" userId="6abc7d4556b3b071" providerId="LiveId" clId="{57AE1D6D-A5CE-4F6A-9493-265C0424249A}" dt="2023-03-06T09:53:05.214" v="7064" actId="1076"/>
          <ac:picMkLst>
            <pc:docMk/>
            <pc:sldMk cId="2461819977" sldId="2499"/>
            <ac:picMk id="1028" creationId="{1D0FCAD3-8A03-E23C-1D6C-B9F4A1A4C503}"/>
          </ac:picMkLst>
        </pc:picChg>
        <pc:picChg chg="add mod">
          <ac:chgData name="Owais Ahmed" userId="6abc7d4556b3b071" providerId="LiveId" clId="{57AE1D6D-A5CE-4F6A-9493-265C0424249A}" dt="2023-03-06T10:01:24.971" v="7101" actId="1076"/>
          <ac:picMkLst>
            <pc:docMk/>
            <pc:sldMk cId="2461819977" sldId="2499"/>
            <ac:picMk id="1030" creationId="{7295A43C-8BB3-BF50-274C-F773C06F244B}"/>
          </ac:picMkLst>
        </pc:picChg>
        <pc:picChg chg="add mod">
          <ac:chgData name="Owais Ahmed" userId="6abc7d4556b3b071" providerId="LiveId" clId="{57AE1D6D-A5CE-4F6A-9493-265C0424249A}" dt="2023-03-06T10:01:48.755" v="7119" actId="1076"/>
          <ac:picMkLst>
            <pc:docMk/>
            <pc:sldMk cId="2461819977" sldId="2499"/>
            <ac:picMk id="1032" creationId="{58D7C36B-5032-1278-7DB4-7235C150FE0D}"/>
          </ac:picMkLst>
        </pc:picChg>
        <pc:picChg chg="add del mod">
          <ac:chgData name="Owais Ahmed" userId="6abc7d4556b3b071" providerId="LiveId" clId="{57AE1D6D-A5CE-4F6A-9493-265C0424249A}" dt="2023-03-06T10:01:43.013" v="7118" actId="21"/>
          <ac:picMkLst>
            <pc:docMk/>
            <pc:sldMk cId="2461819977" sldId="2499"/>
            <ac:picMk id="1034" creationId="{912C4941-AF8D-8DEE-C8C1-F331B840ED1E}"/>
          </ac:picMkLst>
        </pc:picChg>
        <pc:picChg chg="add mod">
          <ac:chgData name="Owais Ahmed" userId="6abc7d4556b3b071" providerId="LiveId" clId="{57AE1D6D-A5CE-4F6A-9493-265C0424249A}" dt="2023-03-06T10:04:09.787" v="7126" actId="1076"/>
          <ac:picMkLst>
            <pc:docMk/>
            <pc:sldMk cId="2461819977" sldId="2499"/>
            <ac:picMk id="1036" creationId="{0AC7BD4F-2C68-F990-BF52-0723B70406CA}"/>
          </ac:picMkLst>
        </pc:picChg>
      </pc:sldChg>
      <pc:sldChg chg="modSp add mod modAnim">
        <pc:chgData name="Owais Ahmed" userId="6abc7d4556b3b071" providerId="LiveId" clId="{57AE1D6D-A5CE-4F6A-9493-265C0424249A}" dt="2023-03-06T10:20:29.035" v="8275" actId="20577"/>
        <pc:sldMkLst>
          <pc:docMk/>
          <pc:sldMk cId="1735756904" sldId="2500"/>
        </pc:sldMkLst>
        <pc:spChg chg="mod">
          <ac:chgData name="Owais Ahmed" userId="6abc7d4556b3b071" providerId="LiveId" clId="{57AE1D6D-A5CE-4F6A-9493-265C0424249A}" dt="2023-03-06T10:20:29.035" v="8275" actId="20577"/>
          <ac:spMkLst>
            <pc:docMk/>
            <pc:sldMk cId="1735756904" sldId="2500"/>
            <ac:spMk id="5" creationId="{D6B5DCB6-4358-037D-2AAC-2F1B1119C128}"/>
          </ac:spMkLst>
        </pc:spChg>
        <pc:spChg chg="mod">
          <ac:chgData name="Owais Ahmed" userId="6abc7d4556b3b071" providerId="LiveId" clId="{57AE1D6D-A5CE-4F6A-9493-265C0424249A}" dt="2023-03-06T10:09:20.169" v="7161" actId="20577"/>
          <ac:spMkLst>
            <pc:docMk/>
            <pc:sldMk cId="1735756904" sldId="2500"/>
            <ac:spMk id="9" creationId="{27EE95FA-7E6C-9450-66FD-4F118356AE1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3/6/2023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3/6/2023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3</a:t>
            </a:fld>
            <a:endParaRPr lang="en-US" dirty="0"/>
          </a:p>
        </p:txBody>
      </p:sp>
    </p:spTree>
    <p:extLst>
      <p:ext uri="{BB962C8B-B14F-4D97-AF65-F5344CB8AC3E}">
        <p14:creationId xmlns:p14="http://schemas.microsoft.com/office/powerpoint/2010/main" val="3774384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4</a:t>
            </a:fld>
            <a:endParaRPr lang="en-US" dirty="0"/>
          </a:p>
        </p:txBody>
      </p:sp>
    </p:spTree>
    <p:extLst>
      <p:ext uri="{BB962C8B-B14F-4D97-AF65-F5344CB8AC3E}">
        <p14:creationId xmlns:p14="http://schemas.microsoft.com/office/powerpoint/2010/main" val="764401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effectLst/>
                <a:latin typeface="Calibri" panose="020F0502020204030204" pitchFamily="34" charset="0"/>
              </a:rPr>
              <a:t>Browser engines: Google/Edge=Blink; Apple=</a:t>
            </a:r>
            <a:r>
              <a:rPr lang="en-US" sz="1200" dirty="0" err="1">
                <a:effectLst/>
                <a:latin typeface="Calibri" panose="020F0502020204030204" pitchFamily="34" charset="0"/>
              </a:rPr>
              <a:t>WebKit</a:t>
            </a:r>
            <a:r>
              <a:rPr lang="en-US" sz="1200" dirty="0">
                <a:effectLst/>
                <a:latin typeface="Calibri" panose="020F0502020204030204" pitchFamily="34" charset="0"/>
              </a:rPr>
              <a:t>; Mozilla=Gecko</a:t>
            </a:r>
          </a:p>
          <a:p>
            <a:pPr marL="228600" indent="-228600" rtl="0">
              <a:buAutoNum type="arabicPeriod"/>
            </a:pPr>
            <a:r>
              <a:rPr lang="en-US" dirty="0"/>
              <a:t>Scripting engine: </a:t>
            </a:r>
            <a:r>
              <a:rPr lang="en-US" sz="1200" dirty="0">
                <a:effectLst/>
                <a:latin typeface="Calibri" panose="020F0502020204030204" pitchFamily="34" charset="0"/>
              </a:rPr>
              <a:t>Google=V8; Mozilla=</a:t>
            </a:r>
            <a:r>
              <a:rPr lang="en-US" sz="1200" dirty="0" err="1">
                <a:effectLst/>
                <a:latin typeface="Calibri" panose="020F0502020204030204" pitchFamily="34" charset="0"/>
              </a:rPr>
              <a:t>SpiderMonkey</a:t>
            </a:r>
            <a:r>
              <a:rPr lang="en-US" sz="1200" dirty="0">
                <a:effectLst/>
                <a:latin typeface="Calibri" panose="020F0502020204030204" pitchFamily="34" charset="0"/>
              </a:rPr>
              <a:t>; Safari=</a:t>
            </a:r>
            <a:r>
              <a:rPr lang="en-US" sz="1200" dirty="0" err="1">
                <a:effectLst/>
                <a:latin typeface="Calibri" panose="020F0502020204030204" pitchFamily="34" charset="0"/>
              </a:rPr>
              <a:t>JavascriptCore</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1832191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The idea of hypertext originated from news editors. The editors used to put tags wherever corrections were needed in a report or article.</a:t>
            </a:r>
          </a:p>
          <a:p>
            <a:pPr marL="228600" indent="-228600">
              <a:buAutoNum type="arabicPeriod"/>
            </a:pPr>
            <a:r>
              <a:rPr lang="en-US" sz="1200" dirty="0"/>
              <a:t>HTTP is just another protocol like FTP. It’s faster due to parallel channels, uses different ports, is stateless, and doesn’t require authentication.</a:t>
            </a:r>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2081705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Secure Socket Layer is a protocol which uses a certificates to encrypt data between server and client. Transport Layer Security is also similar. TLS is recent, simple, fast, more secure than SSL. It uses Hashed message authentication instead of encrypted code.</a:t>
            </a:r>
          </a:p>
          <a:p>
            <a:pPr marL="228600" indent="-228600">
              <a:buAutoNum type="arabicPeriod"/>
            </a:pPr>
            <a:r>
              <a:rPr lang="en-US" b="0" i="0" dirty="0">
                <a:solidFill>
                  <a:srgbClr val="48565E"/>
                </a:solidFill>
                <a:effectLst/>
                <a:latin typeface="roboto" panose="02000000000000000000" pitchFamily="2" charset="0"/>
              </a:rPr>
              <a:t>Anyone can create a certificate, but browsers only trust certificates that come from an organization on their list of trusted CA.</a:t>
            </a:r>
            <a:endParaRPr lang="en-US" sz="1200" dirty="0"/>
          </a:p>
          <a:p>
            <a:pPr marL="228600" indent="-228600">
              <a:buAutoNum type="arabicPeriod"/>
            </a:pPr>
            <a:endParaRPr lang="en-US" sz="120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2283844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8</a:t>
            </a:fld>
            <a:endParaRPr lang="en-US" dirty="0"/>
          </a:p>
        </p:txBody>
      </p:sp>
    </p:spTree>
    <p:extLst>
      <p:ext uri="{BB962C8B-B14F-4D97-AF65-F5344CB8AC3E}">
        <p14:creationId xmlns:p14="http://schemas.microsoft.com/office/powerpoint/2010/main" val="31385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 is a bundle of both the data as well as the symmetric key in encrypted form.</a:t>
            </a:r>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9</a:t>
            </a:fld>
            <a:endParaRPr lang="en-US" dirty="0"/>
          </a:p>
        </p:txBody>
      </p:sp>
    </p:spTree>
    <p:extLst>
      <p:ext uri="{BB962C8B-B14F-4D97-AF65-F5344CB8AC3E}">
        <p14:creationId xmlns:p14="http://schemas.microsoft.com/office/powerpoint/2010/main" val="1592009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800" dirty="0">
                <a:effectLst/>
                <a:latin typeface="Calibri" panose="020F0502020204030204" pitchFamily="34" charset="0"/>
              </a:rPr>
              <a:t>Not all in the list are programming languages</a:t>
            </a:r>
          </a:p>
          <a:p>
            <a:pPr marL="228600" indent="-228600">
              <a:buAutoNum type="arabicPeriod"/>
            </a:pPr>
            <a:r>
              <a:rPr lang="en-US" sz="1800" dirty="0">
                <a:effectLst/>
                <a:latin typeface="Calibri" panose="020F0502020204030204" pitchFamily="34" charset="0"/>
              </a:rPr>
              <a:t>We’re stuck with XML as legacy language</a:t>
            </a:r>
          </a:p>
          <a:p>
            <a:pPr marL="228600" indent="-228600">
              <a:buAutoNum type="arabicPeriod"/>
            </a:pPr>
            <a:r>
              <a:rPr lang="en-US" sz="1800" dirty="0">
                <a:effectLst/>
                <a:latin typeface="Calibri" panose="020F0502020204030204" pitchFamily="34" charset="0"/>
              </a:rPr>
              <a:t>JSON is the 2</a:t>
            </a:r>
            <a:r>
              <a:rPr lang="en-US" sz="1800" baseline="30000" dirty="0">
                <a:effectLst/>
                <a:latin typeface="Calibri" panose="020F0502020204030204" pitchFamily="34" charset="0"/>
              </a:rPr>
              <a:t>nd</a:t>
            </a:r>
            <a:r>
              <a:rPr lang="en-US" sz="1800" dirty="0">
                <a:effectLst/>
                <a:latin typeface="Calibri" panose="020F0502020204030204" pitchFamily="34" charset="0"/>
              </a:rPr>
              <a:t> most compact, behind only YML</a:t>
            </a:r>
          </a:p>
          <a:p>
            <a:pPr marL="228600" indent="-228600">
              <a:buAutoNum type="arabicPeriod"/>
            </a:pPr>
            <a:r>
              <a:rPr lang="en-US" sz="1800" dirty="0">
                <a:effectLst/>
                <a:latin typeface="Calibri" panose="020F0502020204030204" pitchFamily="34" charset="0"/>
              </a:rPr>
              <a:t>JS is the future</a:t>
            </a:r>
          </a:p>
          <a:p>
            <a:pPr marL="228600" indent="-228600">
              <a:buAutoNum type="arabicPeriod"/>
            </a:pPr>
            <a:r>
              <a:rPr lang="en-US" sz="1800" dirty="0">
                <a:effectLst/>
                <a:latin typeface="Calibri" panose="020F0502020204030204" pitchFamily="34" charset="0"/>
              </a:rPr>
              <a:t>CSS is not a language, it’s more like a specification represented in JSON-like syntax</a:t>
            </a:r>
          </a:p>
          <a:p>
            <a:pPr marL="228600" indent="-228600">
              <a:buAutoNum type="arabicPeriod"/>
            </a:pPr>
            <a:r>
              <a:rPr lang="en-US" sz="1800" dirty="0">
                <a:effectLst/>
                <a:latin typeface="Calibri" panose="020F0502020204030204" pitchFamily="34" charset="0"/>
              </a:rPr>
              <a:t>VBScript: still breathing, thanks to MS-Office. It does deserve some credit for being the first one to execute on both server and client-side</a:t>
            </a:r>
          </a:p>
          <a:p>
            <a:pPr marL="228600" indent="-228600">
              <a:buAutoNum type="arabicPeriod"/>
            </a:pPr>
            <a:r>
              <a:rPr lang="en-US" dirty="0"/>
              <a:t>JSP is passe</a:t>
            </a:r>
          </a:p>
          <a:p>
            <a:pPr marL="228600" indent="-228600">
              <a:buAutoNum type="arabicPeriod"/>
            </a:pPr>
            <a:r>
              <a:rPr lang="en-US" dirty="0"/>
              <a:t>ASP.NET is Microsoft world</a:t>
            </a:r>
          </a:p>
          <a:p>
            <a:pPr marL="228600" indent="-228600">
              <a:buAutoNum type="arabicPeriod"/>
            </a:pPr>
            <a:r>
              <a:rPr lang="en-US" dirty="0"/>
              <a:t>PHP should be avoided </a:t>
            </a:r>
            <a:r>
              <a:rPr lang="en-US" dirty="0" err="1"/>
              <a:t>whever</a:t>
            </a:r>
            <a:r>
              <a:rPr lang="en-US" dirty="0"/>
              <a:t> possible due to its bad programming practices</a:t>
            </a:r>
          </a:p>
          <a:p>
            <a:pPr marL="228600" indent="-228600">
              <a:buAutoNum type="arabicPeriod"/>
            </a:pPr>
            <a:r>
              <a:rPr lang="en-US" dirty="0"/>
              <a:t>Ruby is dynamic, simple, object-oriented, general purpose language. Rails is the framework for web</a:t>
            </a:r>
          </a:p>
          <a:p>
            <a:pPr marL="228600" indent="-228600">
              <a:buAutoNum type="arabicPeriod"/>
            </a:pPr>
            <a:r>
              <a:rPr lang="en-US" dirty="0"/>
              <a:t>Node.JS is full-stack </a:t>
            </a:r>
            <a:r>
              <a:rPr lang="en-US" dirty="0" err="1"/>
              <a:t>Javascript</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1837169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HTML was created by Timothy Lee.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1831137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6788233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3151291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765206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2227323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16</a:t>
            </a:fld>
            <a:endParaRPr lang="en-US" dirty="0"/>
          </a:p>
        </p:txBody>
      </p:sp>
    </p:spTree>
    <p:extLst>
      <p:ext uri="{BB962C8B-B14F-4D97-AF65-F5344CB8AC3E}">
        <p14:creationId xmlns:p14="http://schemas.microsoft.com/office/powerpoint/2010/main" val="2846404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17</a:t>
            </a:fld>
            <a:endParaRPr lang="en-US" dirty="0"/>
          </a:p>
        </p:txBody>
      </p:sp>
    </p:spTree>
    <p:extLst>
      <p:ext uri="{BB962C8B-B14F-4D97-AF65-F5344CB8AC3E}">
        <p14:creationId xmlns:p14="http://schemas.microsoft.com/office/powerpoint/2010/main" val="1019305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D7CFE-323D-F6B5-AFCF-14EA5F2F0945}"/>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81D9E795-7F81-21E8-A19B-B3538BC599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F789B049-BD2D-2332-0DE1-946B29807E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6BFBAF59-A04C-9AC7-C0B0-CF8B1F98EF45}"/>
              </a:ext>
            </a:extLst>
          </p:cNvPr>
          <p:cNvSpPr>
            <a:spLocks noGrp="1"/>
          </p:cNvSpPr>
          <p:nvPr>
            <p:ph type="dt" sz="half" idx="10"/>
          </p:nvPr>
        </p:nvSpPr>
        <p:spPr/>
        <p:txBody>
          <a:bodyPr/>
          <a:lstStyle/>
          <a:p>
            <a:fld id="{BB4C60CE-EA75-4883-A795-1AD34334FFB0}" type="datetimeFigureOut">
              <a:rPr lang="en-PK" smtClean="0"/>
              <a:t>06/03/2023</a:t>
            </a:fld>
            <a:endParaRPr lang="en-PK"/>
          </a:p>
        </p:txBody>
      </p:sp>
      <p:sp>
        <p:nvSpPr>
          <p:cNvPr id="6" name="Footer Placeholder 5">
            <a:extLst>
              <a:ext uri="{FF2B5EF4-FFF2-40B4-BE49-F238E27FC236}">
                <a16:creationId xmlns:a16="http://schemas.microsoft.com/office/drawing/2014/main" id="{486E5675-C061-41B3-2132-54BAE856CAE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216584B7-71E7-99FE-92EF-4B2A9ECF7F38}"/>
              </a:ext>
            </a:extLst>
          </p:cNvPr>
          <p:cNvSpPr>
            <a:spLocks noGrp="1"/>
          </p:cNvSpPr>
          <p:nvPr>
            <p:ph type="sldNum" sz="quarter" idx="12"/>
          </p:nvPr>
        </p:nvSpPr>
        <p:spPr/>
        <p:txBody>
          <a:bodyPr/>
          <a:lstStyle/>
          <a:p>
            <a:fld id="{4D60F85B-41B8-426E-9A25-E81C46481104}" type="slidenum">
              <a:rPr lang="en-PK" smtClean="0"/>
              <a:t>‹#›</a:t>
            </a:fld>
            <a:endParaRPr lang="en-PK"/>
          </a:p>
        </p:txBody>
      </p:sp>
    </p:spTree>
    <p:extLst>
      <p:ext uri="{BB962C8B-B14F-4D97-AF65-F5344CB8AC3E}">
        <p14:creationId xmlns:p14="http://schemas.microsoft.com/office/powerpoint/2010/main" val="105451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510565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2" r:id="rId12"/>
    <p:sldLayoutId id="2147483683" r:id="rId13"/>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gif"/><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07/relationships/hdphoto" Target="../media/hdphoto1.wdp"/><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Web APPLICATION Development (111834)</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2078874"/>
            <a:ext cx="4114800" cy="4220325"/>
          </a:xfrm>
        </p:spPr>
        <p:txBody>
          <a:bodyPr/>
          <a:lstStyle/>
          <a:p>
            <a:r>
              <a:rPr lang="en-US" sz="1800" b="0" i="0" u="none" strike="noStrike" baseline="0" dirty="0">
                <a:solidFill>
                  <a:srgbClr val="404040"/>
                </a:solidFill>
                <a:latin typeface="Trebuchet MS" panose="020B0603020202020204" pitchFamily="34" charset="0"/>
              </a:rPr>
              <a:t>Server (recap)</a:t>
            </a:r>
          </a:p>
          <a:p>
            <a:r>
              <a:rPr lang="en-US" sz="1800" b="0" i="0" u="none" strike="noStrike" baseline="0" dirty="0">
                <a:solidFill>
                  <a:srgbClr val="404040"/>
                </a:solidFill>
                <a:latin typeface="Trebuchet MS" panose="020B0603020202020204" pitchFamily="34" charset="0"/>
              </a:rPr>
              <a:t>Web Server </a:t>
            </a:r>
          </a:p>
          <a:p>
            <a:r>
              <a:rPr lang="en-US" sz="1800" b="0" i="0" u="none" strike="noStrike" baseline="0" dirty="0">
                <a:solidFill>
                  <a:srgbClr val="404040"/>
                </a:solidFill>
                <a:latin typeface="Trebuchet MS" panose="020B0603020202020204" pitchFamily="34" charset="0"/>
              </a:rPr>
              <a:t>Web Browser </a:t>
            </a:r>
          </a:p>
          <a:p>
            <a:r>
              <a:rPr lang="en-US" sz="1800" b="0" i="0" u="none" strike="noStrike" baseline="0" dirty="0">
                <a:solidFill>
                  <a:srgbClr val="404040"/>
                </a:solidFill>
                <a:latin typeface="Trebuchet MS" panose="020B0603020202020204" pitchFamily="34" charset="0"/>
              </a:rPr>
              <a:t>HTTP/HTML </a:t>
            </a:r>
          </a:p>
          <a:p>
            <a:r>
              <a:rPr lang="en-US" sz="1800" b="0" i="0" u="none" strike="noStrike" baseline="0" dirty="0">
                <a:solidFill>
                  <a:srgbClr val="404040"/>
                </a:solidFill>
                <a:latin typeface="Trebuchet MS" panose="020B0603020202020204" pitchFamily="34" charset="0"/>
              </a:rPr>
              <a:t>CSS </a:t>
            </a:r>
          </a:p>
          <a:p>
            <a:r>
              <a:rPr lang="en-US" sz="1800" b="0" i="0" u="none" strike="noStrike" baseline="0" dirty="0">
                <a:solidFill>
                  <a:srgbClr val="404040"/>
                </a:solidFill>
                <a:latin typeface="Trebuchet MS" panose="020B0603020202020204" pitchFamily="34" charset="0"/>
              </a:rPr>
              <a:t>JavaScript </a:t>
            </a:r>
          </a:p>
          <a:p>
            <a:r>
              <a:rPr lang="en-US" sz="1800" b="0" i="0" u="none" strike="noStrike" baseline="0" dirty="0">
                <a:solidFill>
                  <a:srgbClr val="404040"/>
                </a:solidFill>
                <a:latin typeface="Trebuchet MS" panose="020B0603020202020204" pitchFamily="34" charset="0"/>
              </a:rPr>
              <a:t>Request and Response</a:t>
            </a:r>
          </a:p>
          <a:p>
            <a:r>
              <a:rPr lang="en-US" dirty="0">
                <a:solidFill>
                  <a:srgbClr val="404040"/>
                </a:solidFill>
                <a:latin typeface="Trebuchet MS" panose="020B0603020202020204" pitchFamily="34" charset="0"/>
              </a:rPr>
              <a:t>Activity</a:t>
            </a:r>
            <a:endParaRPr lang="en-PK" sz="1800" b="0" i="0" u="none" strike="noStrike" baseline="0" dirty="0">
              <a:solidFill>
                <a:srgbClr val="404040"/>
              </a:solidFill>
              <a:latin typeface="Trebuchet MS" panose="020B0603020202020204" pitchFamily="34" charset="0"/>
            </a:endParaRP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5875616" cy="4964007"/>
          </a:xfrm>
        </p:spPr>
        <p:txBody>
          <a:bodyPr/>
          <a:lstStyle/>
          <a:p>
            <a:pPr>
              <a:lnSpc>
                <a:spcPct val="120000"/>
              </a:lnSpc>
              <a:buFont typeface="Wingdings" panose="05000000000000000000" pitchFamily="2" charset="2"/>
              <a:buChar char="§"/>
            </a:pPr>
            <a:r>
              <a:rPr lang="en-US" sz="3600" dirty="0"/>
              <a:t>DNS Servers</a:t>
            </a:r>
          </a:p>
          <a:p>
            <a:pPr>
              <a:lnSpc>
                <a:spcPct val="120000"/>
              </a:lnSpc>
              <a:buFont typeface="Wingdings" panose="05000000000000000000" pitchFamily="2" charset="2"/>
              <a:buChar char="§"/>
            </a:pPr>
            <a:r>
              <a:rPr lang="en-US" sz="3600" dirty="0"/>
              <a:t>VPN and Tunneling</a:t>
            </a:r>
          </a:p>
          <a:p>
            <a:pPr>
              <a:lnSpc>
                <a:spcPct val="120000"/>
              </a:lnSpc>
              <a:buFont typeface="Wingdings" panose="05000000000000000000" pitchFamily="2" charset="2"/>
              <a:buChar char="§"/>
            </a:pPr>
            <a:r>
              <a:rPr lang="en-US" sz="3600" dirty="0"/>
              <a:t>Firewall/Firewall OS</a:t>
            </a:r>
          </a:p>
          <a:p>
            <a:pPr>
              <a:lnSpc>
                <a:spcPct val="120000"/>
              </a:lnSpc>
              <a:buFont typeface="Wingdings" panose="05000000000000000000" pitchFamily="2" charset="2"/>
              <a:buChar char="§"/>
            </a:pPr>
            <a:r>
              <a:rPr lang="en-US" sz="3600" dirty="0"/>
              <a:t>Proxy Server</a:t>
            </a:r>
          </a:p>
          <a:p>
            <a:pPr>
              <a:lnSpc>
                <a:spcPct val="120000"/>
              </a:lnSpc>
              <a:buFont typeface="Wingdings" panose="05000000000000000000" pitchFamily="2" charset="2"/>
              <a:buChar char="§"/>
            </a:pPr>
            <a:r>
              <a:rPr lang="en-US" sz="3600" dirty="0"/>
              <a:t>Virtualization</a:t>
            </a:r>
          </a:p>
          <a:p>
            <a:pPr>
              <a:lnSpc>
                <a:spcPct val="120000"/>
              </a:lnSpc>
              <a:buFont typeface="Wingdings" panose="05000000000000000000" pitchFamily="2" charset="2"/>
              <a:buChar char="§"/>
            </a:pPr>
            <a:r>
              <a:rPr lang="en-US" sz="3600" dirty="0"/>
              <a:t>Containerization</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Server (recap)</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1026" name="Picture 2" descr="networking - What addresses does authoritative DNS server keep? - Super ...">
            <a:extLst>
              <a:ext uri="{FF2B5EF4-FFF2-40B4-BE49-F238E27FC236}">
                <a16:creationId xmlns:a16="http://schemas.microsoft.com/office/drawing/2014/main" id="{4E9BC237-8DFF-7D68-3479-17D18AE1EDB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317555" y="1511300"/>
            <a:ext cx="5584627" cy="496411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quis custodiet ipsos custodes: 01/10/15 - 01/11/15">
            <a:extLst>
              <a:ext uri="{FF2B5EF4-FFF2-40B4-BE49-F238E27FC236}">
                <a16:creationId xmlns:a16="http://schemas.microsoft.com/office/drawing/2014/main" id="{1D0FCAD3-8A03-E23C-1D6C-B9F4A1A4C5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8262" y="2712243"/>
            <a:ext cx="5705475" cy="25622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inux firewalls: What you need to know about iptables and firewalld ...">
            <a:extLst>
              <a:ext uri="{FF2B5EF4-FFF2-40B4-BE49-F238E27FC236}">
                <a16:creationId xmlns:a16="http://schemas.microsoft.com/office/drawing/2014/main" id="{7295A43C-8BB3-BF50-274C-F773C06F24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4329" y="2553355"/>
            <a:ext cx="6339408" cy="2880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100% Free best 80 Proxy Server List with latest updates">
            <a:extLst>
              <a:ext uri="{FF2B5EF4-FFF2-40B4-BE49-F238E27FC236}">
                <a16:creationId xmlns:a16="http://schemas.microsoft.com/office/drawing/2014/main" id="{58D7C36B-5032-1278-7DB4-7235C150FE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3737" y="2634456"/>
            <a:ext cx="6120000" cy="251385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0" descr="VDI Virtual Desktop Infrastructure A Robust Environment - ARKIT">
            <a:extLst>
              <a:ext uri="{FF2B5EF4-FFF2-40B4-BE49-F238E27FC236}">
                <a16:creationId xmlns:a16="http://schemas.microsoft.com/office/drawing/2014/main" id="{C7D15564-73D0-93EB-9ECE-ABE1AF60AC3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74446" y="2491445"/>
            <a:ext cx="6192162" cy="2880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Continuous integration with Docker Deployments: the players">
            <a:extLst>
              <a:ext uri="{FF2B5EF4-FFF2-40B4-BE49-F238E27FC236}">
                <a16:creationId xmlns:a16="http://schemas.microsoft.com/office/drawing/2014/main" id="{0AC7BD4F-2C68-F990-BF52-0723B70406C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2182" y="1486555"/>
            <a:ext cx="5400000" cy="4870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181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subTnLst>
                                    <p:set>
                                      <p:cBhvr override="childStyle">
                                        <p:cTn dur="1" fill="hold" display="0" masterRel="nextClick" afterEffect="1"/>
                                        <p:tgtEl>
                                          <p:spTgt spid="1026"/>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8"/>
                                        </p:tgtEl>
                                        <p:attrNameLst>
                                          <p:attrName>style.visibility</p:attrName>
                                        </p:attrNameLst>
                                      </p:cBhvr>
                                      <p:to>
                                        <p:strVal val="visible"/>
                                      </p:to>
                                    </p:set>
                                  </p:childTnLst>
                                  <p:subTnLst>
                                    <p:set>
                                      <p:cBhvr override="childStyle">
                                        <p:cTn dur="1" fill="hold" display="0" masterRel="nextClick" afterEffect="1"/>
                                        <p:tgtEl>
                                          <p:spTgt spid="1028"/>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30"/>
                                        </p:tgtEl>
                                        <p:attrNameLst>
                                          <p:attrName>style.visibility</p:attrName>
                                        </p:attrNameLst>
                                      </p:cBhvr>
                                      <p:to>
                                        <p:strVal val="visible"/>
                                      </p:to>
                                    </p:set>
                                  </p:childTnLst>
                                  <p:subTnLst>
                                    <p:set>
                                      <p:cBhvr override="childStyle">
                                        <p:cTn dur="1" fill="hold" display="0" masterRel="nextClick" afterEffect="1"/>
                                        <p:tgtEl>
                                          <p:spTgt spid="1030"/>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32"/>
                                        </p:tgtEl>
                                        <p:attrNameLst>
                                          <p:attrName>style.visibility</p:attrName>
                                        </p:attrNameLst>
                                      </p:cBhvr>
                                      <p:to>
                                        <p:strVal val="visible"/>
                                      </p:to>
                                    </p:set>
                                  </p:childTnLst>
                                  <p:subTnLst>
                                    <p:set>
                                      <p:cBhvr override="childStyle">
                                        <p:cTn dur="1" fill="hold" display="0" masterRel="nextClick" afterEffect="1"/>
                                        <p:tgtEl>
                                          <p:spTgt spid="1032"/>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lnSpc>
                <a:spcPct val="100000"/>
              </a:lnSpc>
              <a:buFont typeface="Wingdings" panose="05000000000000000000" pitchFamily="2" charset="2"/>
              <a:buChar char="§"/>
            </a:pPr>
            <a:r>
              <a:rPr lang="en-US" sz="2400" dirty="0"/>
              <a:t>A Software (yes) that provides content against a client request.</a:t>
            </a:r>
          </a:p>
          <a:p>
            <a:pPr>
              <a:lnSpc>
                <a:spcPct val="100000"/>
              </a:lnSpc>
              <a:buFont typeface="Wingdings" panose="05000000000000000000" pitchFamily="2" charset="2"/>
              <a:buChar char="§"/>
            </a:pPr>
            <a:r>
              <a:rPr lang="en-US" sz="2400" dirty="0"/>
              <a:t>It is identified by a globally unique IP Address, often masked by a domain name.</a:t>
            </a:r>
          </a:p>
          <a:p>
            <a:pPr>
              <a:lnSpc>
                <a:spcPct val="100000"/>
              </a:lnSpc>
              <a:buFont typeface="Wingdings" panose="05000000000000000000" pitchFamily="2" charset="2"/>
              <a:buChar char="§"/>
            </a:pPr>
            <a:r>
              <a:rPr lang="en-US" sz="2400" dirty="0"/>
              <a:t>The communication happens over HTTP on designated ports.</a:t>
            </a:r>
          </a:p>
          <a:p>
            <a:pPr>
              <a:lnSpc>
                <a:spcPct val="100000"/>
              </a:lnSpc>
              <a:buFont typeface="Wingdings" panose="05000000000000000000" pitchFamily="2" charset="2"/>
              <a:buChar char="§"/>
            </a:pPr>
            <a:r>
              <a:rPr lang="en-US" sz="2400" dirty="0"/>
              <a:t>The content is provided in HTML.</a:t>
            </a:r>
          </a:p>
          <a:p>
            <a:pPr>
              <a:lnSpc>
                <a:spcPct val="100000"/>
              </a:lnSpc>
              <a:buFont typeface="Wingdings" panose="05000000000000000000" pitchFamily="2" charset="2"/>
              <a:buChar char="§"/>
            </a:pPr>
            <a:r>
              <a:rPr lang="en-US" sz="2400" dirty="0"/>
              <a:t>A Web Server hosts one or more web applications.</a:t>
            </a:r>
          </a:p>
          <a:p>
            <a:pPr>
              <a:lnSpc>
                <a:spcPct val="100000"/>
              </a:lnSpc>
              <a:buFont typeface="Wingdings" panose="05000000000000000000" pitchFamily="2" charset="2"/>
              <a:buChar char="§"/>
            </a:pPr>
            <a:r>
              <a:rPr lang="en-US" sz="2400" dirty="0"/>
              <a:t>Apache Tomcat, NGINX, IIS.</a:t>
            </a:r>
          </a:p>
          <a:p>
            <a:pPr>
              <a:lnSpc>
                <a:spcPct val="100000"/>
              </a:lnSpc>
              <a:buFont typeface="Wingdings" panose="05000000000000000000" pitchFamily="2" charset="2"/>
              <a:buChar char="§"/>
            </a:pPr>
            <a:r>
              <a:rPr lang="en-US" sz="2400" dirty="0"/>
              <a:t>Creates Sessions (literally, nothing more than a temporary passcode).</a:t>
            </a:r>
          </a:p>
          <a:p>
            <a:pPr>
              <a:lnSpc>
                <a:spcPct val="100000"/>
              </a:lnSpc>
              <a:buFont typeface="Wingdings" panose="05000000000000000000" pitchFamily="2" charset="2"/>
              <a:buChar char="§"/>
            </a:pPr>
            <a:r>
              <a:rPr lang="en-US" sz="2400" dirty="0"/>
              <a:t>Receives a “request” object and returns a “response” object.</a:t>
            </a:r>
          </a:p>
          <a:p>
            <a:pPr>
              <a:lnSpc>
                <a:spcPct val="100000"/>
              </a:lnSpc>
              <a:buFont typeface="Wingdings" panose="05000000000000000000" pitchFamily="2" charset="2"/>
              <a:buChar char="§"/>
            </a:pPr>
            <a:r>
              <a:rPr lang="en-US" sz="2400" dirty="0"/>
              <a:t>Tip: It is a bad -- yet very common -- idea to use in-memory cache to keep session information. Why?</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Web Server</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283554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Web Browser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 software installed on client’s computer. It’s OS-specific</a:t>
            </a:r>
          </a:p>
          <a:p>
            <a:pPr>
              <a:lnSpc>
                <a:spcPct val="120000"/>
              </a:lnSpc>
              <a:buFont typeface="Wingdings" panose="05000000000000000000" pitchFamily="2" charset="2"/>
              <a:buChar char="§"/>
            </a:pPr>
            <a:r>
              <a:rPr lang="en-US" sz="3200" dirty="0"/>
              <a:t>Makes requests to web servers via a </a:t>
            </a:r>
            <a:r>
              <a:rPr lang="en-US" sz="3200" u="sng" dirty="0"/>
              <a:t>URL</a:t>
            </a:r>
            <a:r>
              <a:rPr lang="en-US" sz="3200" dirty="0"/>
              <a:t> and </a:t>
            </a:r>
            <a:r>
              <a:rPr lang="en-US" sz="3200" u="sng" dirty="0"/>
              <a:t>renders</a:t>
            </a:r>
            <a:r>
              <a:rPr lang="en-US" sz="3200" dirty="0"/>
              <a:t> the received response to display on its interface.</a:t>
            </a:r>
          </a:p>
          <a:p>
            <a:pPr>
              <a:lnSpc>
                <a:spcPct val="120000"/>
              </a:lnSpc>
              <a:buFont typeface="Wingdings" panose="05000000000000000000" pitchFamily="2" charset="2"/>
              <a:buChar char="§"/>
            </a:pPr>
            <a:r>
              <a:rPr lang="en-US" sz="3200" dirty="0"/>
              <a:t>Engine: the heart of a web browser, responsible for </a:t>
            </a:r>
            <a:r>
              <a:rPr lang="en-US" sz="3200" u="sng" dirty="0"/>
              <a:t>encoding</a:t>
            </a:r>
            <a:r>
              <a:rPr lang="en-US" sz="3200" dirty="0"/>
              <a:t> user's input into HTTP request, and </a:t>
            </a:r>
            <a:r>
              <a:rPr lang="en-US" sz="3200" u="sng" dirty="0"/>
              <a:t>rendering</a:t>
            </a:r>
            <a:r>
              <a:rPr lang="en-US" sz="3200" dirty="0"/>
              <a:t> the response. It also creates layout and manages security.</a:t>
            </a:r>
          </a:p>
          <a:p>
            <a:pPr>
              <a:lnSpc>
                <a:spcPct val="120000"/>
              </a:lnSpc>
              <a:buFont typeface="Wingdings" panose="05000000000000000000" pitchFamily="2" charset="2"/>
              <a:buChar char="§"/>
            </a:pPr>
            <a:r>
              <a:rPr lang="en-US" sz="3200" dirty="0"/>
              <a:t>Scripting Engine: executes client-side scripts on HTML pages via called DOM’s.</a:t>
            </a:r>
          </a:p>
          <a:p>
            <a:pPr>
              <a:lnSpc>
                <a:spcPct val="120000"/>
              </a:lnSpc>
              <a:buFont typeface="Wingdings" panose="05000000000000000000" pitchFamily="2" charset="2"/>
              <a:buChar char="§"/>
            </a:pPr>
            <a:r>
              <a:rPr lang="en-US" sz="3200" dirty="0"/>
              <a:t>Cookies: the cache memory to store client’s data temporarily.</a:t>
            </a:r>
          </a:p>
          <a:p>
            <a:pPr>
              <a:lnSpc>
                <a:spcPct val="120000"/>
              </a:lnSpc>
              <a:buFont typeface="Wingdings" panose="05000000000000000000" pitchFamily="2" charset="2"/>
              <a:buChar char="§"/>
            </a:pPr>
            <a:r>
              <a:rPr lang="en-US" sz="3200" dirty="0"/>
              <a:t>Cookie safety. A big challenge.</a:t>
            </a:r>
            <a:endParaRPr lang="en-US" sz="3400" dirty="0"/>
          </a:p>
        </p:txBody>
      </p:sp>
    </p:spTree>
    <p:extLst>
      <p:ext uri="{BB962C8B-B14F-4D97-AF65-F5344CB8AC3E}">
        <p14:creationId xmlns:p14="http://schemas.microsoft.com/office/powerpoint/2010/main" val="242689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HTTP/HTML</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Origins of Hyper-text</a:t>
            </a:r>
          </a:p>
          <a:p>
            <a:pPr>
              <a:lnSpc>
                <a:spcPct val="120000"/>
              </a:lnSpc>
              <a:buFont typeface="Wingdings" panose="05000000000000000000" pitchFamily="2" charset="2"/>
              <a:buChar char="§"/>
            </a:pPr>
            <a:r>
              <a:rPr lang="en-US" sz="3200" dirty="0"/>
              <a:t>HTML5. A giant leap.</a:t>
            </a:r>
          </a:p>
          <a:p>
            <a:pPr lvl="1">
              <a:lnSpc>
                <a:spcPct val="120000"/>
              </a:lnSpc>
              <a:buFont typeface="Wingdings" panose="05000000000000000000" pitchFamily="2" charset="2"/>
              <a:buChar char="§"/>
            </a:pPr>
            <a:r>
              <a:rPr lang="en-US" sz="3000" dirty="0"/>
              <a:t>Reducing overlap between mark-up, styling and scripting</a:t>
            </a:r>
          </a:p>
          <a:p>
            <a:pPr lvl="1">
              <a:lnSpc>
                <a:spcPct val="120000"/>
              </a:lnSpc>
              <a:buFont typeface="Wingdings" panose="05000000000000000000" pitchFamily="2" charset="2"/>
              <a:buChar char="§"/>
            </a:pPr>
            <a:r>
              <a:rPr lang="en-US" sz="3000" dirty="0"/>
              <a:t>Meaningful tags</a:t>
            </a:r>
          </a:p>
          <a:p>
            <a:pPr lvl="1">
              <a:lnSpc>
                <a:spcPct val="120000"/>
              </a:lnSpc>
              <a:buFont typeface="Wingdings" panose="05000000000000000000" pitchFamily="2" charset="2"/>
              <a:buChar char="§"/>
            </a:pPr>
            <a:r>
              <a:rPr lang="en-US" sz="3000" dirty="0"/>
              <a:t>Responsiveness</a:t>
            </a:r>
          </a:p>
          <a:p>
            <a:pPr lvl="1">
              <a:lnSpc>
                <a:spcPct val="120000"/>
              </a:lnSpc>
              <a:buFont typeface="Wingdings" panose="05000000000000000000" pitchFamily="2" charset="2"/>
              <a:buChar char="§"/>
            </a:pPr>
            <a:r>
              <a:rPr lang="en-US" sz="3000" dirty="0"/>
              <a:t>Support for media plug-ins</a:t>
            </a:r>
          </a:p>
          <a:p>
            <a:pPr>
              <a:lnSpc>
                <a:spcPct val="120000"/>
              </a:lnSpc>
              <a:buFont typeface="Wingdings" panose="05000000000000000000" pitchFamily="2" charset="2"/>
              <a:buChar char="§"/>
            </a:pPr>
            <a:r>
              <a:rPr lang="en-US" sz="3200" dirty="0"/>
              <a:t>HTTP. Just another protocol?</a:t>
            </a:r>
          </a:p>
          <a:p>
            <a:pPr>
              <a:lnSpc>
                <a:spcPct val="120000"/>
              </a:lnSpc>
              <a:buFont typeface="Wingdings" panose="05000000000000000000" pitchFamily="2" charset="2"/>
              <a:buChar char="§"/>
            </a:pPr>
            <a:r>
              <a:rPr lang="en-US" sz="3200" dirty="0"/>
              <a:t>What’s with the ‘S’ in HTTPS?</a:t>
            </a:r>
          </a:p>
        </p:txBody>
      </p:sp>
    </p:spTree>
    <p:extLst>
      <p:ext uri="{BB962C8B-B14F-4D97-AF65-F5344CB8AC3E}">
        <p14:creationId xmlns:p14="http://schemas.microsoft.com/office/powerpoint/2010/main" val="2392008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HTTPS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400" dirty="0"/>
              <a:t>Need for encryption</a:t>
            </a:r>
          </a:p>
          <a:p>
            <a:pPr>
              <a:lnSpc>
                <a:spcPct val="120000"/>
              </a:lnSpc>
              <a:buFont typeface="Wingdings" panose="05000000000000000000" pitchFamily="2" charset="2"/>
              <a:buChar char="§"/>
            </a:pPr>
            <a:r>
              <a:rPr lang="en-US" sz="2400" dirty="0"/>
              <a:t>SSL/TLS security protocols</a:t>
            </a:r>
          </a:p>
          <a:p>
            <a:pPr>
              <a:lnSpc>
                <a:spcPct val="120000"/>
              </a:lnSpc>
              <a:buFont typeface="Wingdings" panose="05000000000000000000" pitchFamily="2" charset="2"/>
              <a:buChar char="§"/>
            </a:pPr>
            <a:r>
              <a:rPr lang="en-US" sz="2400" dirty="0"/>
              <a:t>What is SSL certificate?</a:t>
            </a:r>
          </a:p>
          <a:p>
            <a:pPr lvl="1">
              <a:lnSpc>
                <a:spcPct val="120000"/>
              </a:lnSpc>
              <a:buFont typeface="Wingdings" panose="05000000000000000000" pitchFamily="2" charset="2"/>
              <a:buChar char="§"/>
            </a:pPr>
            <a:r>
              <a:rPr lang="en-US" sz="2400" dirty="0"/>
              <a:t>They have a pair of two keys: public and private key, used to create an encrypted connection.</a:t>
            </a:r>
          </a:p>
          <a:p>
            <a:pPr lvl="1">
              <a:lnSpc>
                <a:spcPct val="120000"/>
              </a:lnSpc>
              <a:buFont typeface="Wingdings" panose="05000000000000000000" pitchFamily="2" charset="2"/>
              <a:buChar char="§"/>
            </a:pPr>
            <a:r>
              <a:rPr lang="en-US" sz="2400" dirty="0"/>
              <a:t>A Certificate Signing Request is created on the Server, i.e., creating a private and a public key.</a:t>
            </a:r>
          </a:p>
          <a:p>
            <a:pPr lvl="1">
              <a:lnSpc>
                <a:spcPct val="120000"/>
              </a:lnSpc>
              <a:buFont typeface="Wingdings" panose="05000000000000000000" pitchFamily="2" charset="2"/>
              <a:buChar char="§"/>
            </a:pPr>
            <a:r>
              <a:rPr lang="en-US" sz="2400" dirty="0"/>
              <a:t>The public key is sent to SSL certificate issuer authority (CA), which uses the public key to create a data structure, which will also be matched by your private key.</a:t>
            </a:r>
          </a:p>
          <a:p>
            <a:pPr lvl="1">
              <a:lnSpc>
                <a:spcPct val="120000"/>
              </a:lnSpc>
              <a:buFont typeface="Wingdings" panose="05000000000000000000" pitchFamily="2" charset="2"/>
              <a:buChar char="§"/>
            </a:pPr>
            <a:r>
              <a:rPr lang="en-US" sz="2400" dirty="0"/>
              <a:t>CA then sends you a certificate file, which is installed on your Server. The web server then points to this certificate for all of its web applications.</a:t>
            </a:r>
          </a:p>
          <a:p>
            <a:pPr>
              <a:lnSpc>
                <a:spcPct val="120000"/>
              </a:lnSpc>
              <a:buFont typeface="Wingdings" panose="05000000000000000000" pitchFamily="2" charset="2"/>
              <a:buChar char="§"/>
            </a:pPr>
            <a:r>
              <a:rPr lang="en-US" sz="2400" dirty="0"/>
              <a:t>For reference, read the article: https://www.digicert.com/what-is-an-ssl-certificate</a:t>
            </a:r>
          </a:p>
        </p:txBody>
      </p:sp>
    </p:spTree>
    <p:extLst>
      <p:ext uri="{BB962C8B-B14F-4D97-AF65-F5344CB8AC3E}">
        <p14:creationId xmlns:p14="http://schemas.microsoft.com/office/powerpoint/2010/main" val="2180074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5875616" cy="4964007"/>
          </a:xfrm>
        </p:spPr>
        <p:txBody>
          <a:bodyPr/>
          <a:lstStyle/>
          <a:p>
            <a:pPr>
              <a:lnSpc>
                <a:spcPct val="100000"/>
              </a:lnSpc>
              <a:buFont typeface="Wingdings" panose="05000000000000000000" pitchFamily="2" charset="2"/>
              <a:buChar char="§"/>
            </a:pPr>
            <a:r>
              <a:rPr lang="en-US" sz="2800" dirty="0"/>
              <a:t>An encryption key is used by both sender and receiver to encrypt and decrypt data</a:t>
            </a:r>
          </a:p>
          <a:p>
            <a:pPr>
              <a:lnSpc>
                <a:spcPct val="100000"/>
              </a:lnSpc>
              <a:buFont typeface="Wingdings" panose="05000000000000000000" pitchFamily="2" charset="2"/>
              <a:buChar char="§"/>
            </a:pPr>
            <a:r>
              <a:rPr lang="en-US" sz="2800" dirty="0"/>
              <a:t>Key distribution problem: since both sender and receiver require encryption key to decrypt data, they have to share the key itself first. This key can be intercepted by an attacker</a:t>
            </a:r>
          </a:p>
          <a:p>
            <a:pPr>
              <a:lnSpc>
                <a:spcPct val="100000"/>
              </a:lnSpc>
              <a:buFont typeface="Wingdings" panose="05000000000000000000" pitchFamily="2" charset="2"/>
              <a:buChar char="§"/>
            </a:pPr>
            <a:r>
              <a:rPr lang="en-US" sz="2800" dirty="0"/>
              <a:t>The symmetric encryption solves this problem by.</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HTTPS – Symmetric Encryption</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graphicFrame>
            <p:nvGraphicFramePr>
              <p:cNvPr id="3" name="Content Placeholder 7">
                <a:extLst>
                  <a:ext uri="{FF2B5EF4-FFF2-40B4-BE49-F238E27FC236}">
                    <a16:creationId xmlns:a16="http://schemas.microsoft.com/office/drawing/2014/main" id="{9AEEB574-55E6-EBD0-248C-E37F602D2887}"/>
                  </a:ext>
                </a:extLst>
              </p:cNvPr>
              <p:cNvGraphicFramePr>
                <a:graphicFrameLocks/>
              </p:cNvGraphicFramePr>
              <p:nvPr>
                <p:extLst>
                  <p:ext uri="{D42A27DB-BD31-4B8C-83A1-F6EECF244321}">
                    <p14:modId xmlns:p14="http://schemas.microsoft.com/office/powerpoint/2010/main" val="2249802035"/>
                  </p:ext>
                </p:extLst>
              </p:nvPr>
            </p:nvGraphicFramePr>
            <p:xfrm>
              <a:off x="6523036" y="1383135"/>
              <a:ext cx="5667376" cy="5134536"/>
            </p:xfrm>
            <a:graphic>
              <a:graphicData uri="http://schemas.openxmlformats.org/drawingml/2006/table">
                <a:tbl>
                  <a:tblPr firstRow="1" bandRow="1">
                    <a:tableStyleId>{5C22544A-7EE6-4342-B048-85BDC9FD1C3A}</a:tableStyleId>
                  </a:tblPr>
                  <a:tblGrid>
                    <a:gridCol w="2833688">
                      <a:extLst>
                        <a:ext uri="{9D8B030D-6E8A-4147-A177-3AD203B41FA5}">
                          <a16:colId xmlns:a16="http://schemas.microsoft.com/office/drawing/2014/main" val="20000"/>
                        </a:ext>
                      </a:extLst>
                    </a:gridCol>
                    <a:gridCol w="2833688">
                      <a:extLst>
                        <a:ext uri="{9D8B030D-6E8A-4147-A177-3AD203B41FA5}">
                          <a16:colId xmlns:a16="http://schemas.microsoft.com/office/drawing/2014/main" val="20001"/>
                        </a:ext>
                      </a:extLst>
                    </a:gridCol>
                  </a:tblGrid>
                  <a:tr h="329692">
                    <a:tc>
                      <a:txBody>
                        <a:bodyPr/>
                        <a:lstStyle/>
                        <a:p>
                          <a:pPr algn="ctr"/>
                          <a:r>
                            <a:rPr lang="en-US" sz="1600" dirty="0"/>
                            <a:t>SENDER</a:t>
                          </a:r>
                        </a:p>
                      </a:txBody>
                      <a:tcPr/>
                    </a:tc>
                    <a:tc>
                      <a:txBody>
                        <a:bodyPr/>
                        <a:lstStyle/>
                        <a:p>
                          <a:pPr algn="ctr"/>
                          <a:r>
                            <a:rPr lang="en-US" sz="1600" dirty="0"/>
                            <a:t>RECEIVER</a:t>
                          </a:r>
                        </a:p>
                      </a:txBody>
                      <a:tcPr/>
                    </a:tc>
                    <a:extLst>
                      <a:ext uri="{0D108BD9-81ED-4DB2-BD59-A6C34878D82A}">
                        <a16:rowId xmlns:a16="http://schemas.microsoft.com/office/drawing/2014/main" val="10000"/>
                      </a:ext>
                    </a:extLst>
                  </a:tr>
                  <a:tr h="779139">
                    <a:tc>
                      <a:txBody>
                        <a:bodyPr/>
                        <a:lstStyle/>
                        <a:p>
                          <a:r>
                            <a:rPr lang="en-US" sz="1600" dirty="0"/>
                            <a:t>Tells receiver which Encryption</a:t>
                          </a:r>
                          <a:r>
                            <a:rPr lang="en-US" sz="1600" baseline="0" dirty="0"/>
                            <a:t> algorithm to use</a:t>
                          </a:r>
                        </a:p>
                      </a:txBody>
                      <a:tcPr/>
                    </a:tc>
                    <a:tc>
                      <a:txBody>
                        <a:bodyPr/>
                        <a:lstStyle/>
                        <a:p>
                          <a:r>
                            <a:rPr lang="en-US" sz="1600" dirty="0"/>
                            <a:t>Agrees on using the proposed Encryption algorithm</a:t>
                          </a:r>
                        </a:p>
                      </a:txBody>
                      <a:tcPr/>
                    </a:tc>
                    <a:extLst>
                      <a:ext uri="{0D108BD9-81ED-4DB2-BD59-A6C34878D82A}">
                        <a16:rowId xmlns:a16="http://schemas.microsoft.com/office/drawing/2014/main" val="10001"/>
                      </a:ext>
                    </a:extLst>
                  </a:tr>
                  <a:tr h="809243">
                    <a:tc>
                      <a:txBody>
                        <a:bodyPr/>
                        <a:lstStyle/>
                        <a:p>
                          <a:r>
                            <a:rPr lang="en-US" sz="1600" dirty="0"/>
                            <a:t>Chooses a</a:t>
                          </a:r>
                          <a:r>
                            <a:rPr lang="en-US" sz="1600" baseline="0" dirty="0"/>
                            <a:t> random value </a:t>
                          </a:r>
                          <a14:m>
                            <m:oMath xmlns:m="http://schemas.openxmlformats.org/officeDocument/2006/math">
                              <m:r>
                                <a:rPr lang="en-US" sz="1600" i="1" baseline="0" dirty="0" smtClean="0">
                                  <a:latin typeface="Cambria Math" panose="02040503050406030204" pitchFamily="18" charset="0"/>
                                </a:rPr>
                                <m:t>𝑋</m:t>
                              </m:r>
                              <m:r>
                                <a:rPr lang="en-US" sz="1600" i="1" baseline="0" dirty="0" smtClean="0">
                                  <a:latin typeface="Cambria Math" panose="02040503050406030204" pitchFamily="18" charset="0"/>
                                </a:rPr>
                                <m:t>=2</m:t>
                              </m:r>
                            </m:oMath>
                          </a14:m>
                          <a:endParaRPr lang="en-US" sz="1600" b="0" baseline="0" dirty="0"/>
                        </a:p>
                        <a:p>
                          <a:r>
                            <a:rPr lang="en-US" sz="1600" dirty="0"/>
                            <a:t>Sends a value </a:t>
                          </a:r>
                          <a14:m>
                            <m:oMath xmlns:m="http://schemas.openxmlformats.org/officeDocument/2006/math">
                              <m:r>
                                <a:rPr lang="en-US" sz="1600" i="1" dirty="0" smtClean="0">
                                  <a:latin typeface="Cambria Math" panose="02040503050406030204" pitchFamily="18" charset="0"/>
                                </a:rPr>
                                <m:t>𝑛</m:t>
                              </m:r>
                              <m:r>
                                <a:rPr lang="en-US" sz="1600" b="0" i="1" dirty="0" smtClean="0">
                                  <a:latin typeface="Cambria Math" panose="02040503050406030204" pitchFamily="18" charset="0"/>
                                </a:rPr>
                                <m:t>=7</m:t>
                              </m:r>
                            </m:oMath>
                          </a14:m>
                          <a:r>
                            <a:rPr lang="en-US" sz="16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Sends a value </a:t>
                          </a:r>
                          <a14:m>
                            <m:oMath xmlns:m="http://schemas.openxmlformats.org/officeDocument/2006/math">
                              <m:r>
                                <a:rPr lang="en-US" sz="1600" b="0" i="1" dirty="0" smtClean="0">
                                  <a:latin typeface="Cambria Math" panose="02040503050406030204" pitchFamily="18" charset="0"/>
                                </a:rPr>
                                <m:t>𝑚</m:t>
                              </m:r>
                              <m:r>
                                <a:rPr lang="en-US" sz="1600" b="0" i="1" dirty="0" smtClean="0">
                                  <a:latin typeface="Cambria Math" panose="02040503050406030204" pitchFamily="18" charset="0"/>
                                </a:rPr>
                                <m:t>=11</m:t>
                              </m:r>
                            </m:oMath>
                          </a14:m>
                          <a:endParaRPr lang="en-US" sz="1600" dirty="0"/>
                        </a:p>
                      </a:txBody>
                      <a:tcPr/>
                    </a:tc>
                    <a:tc>
                      <a:txBody>
                        <a:bodyPr/>
                        <a:lstStyle/>
                        <a:p>
                          <a:r>
                            <a:rPr lang="en-US" sz="1600" dirty="0"/>
                            <a:t>Also chooses a</a:t>
                          </a:r>
                          <a:r>
                            <a:rPr lang="en-US" sz="1600" baseline="0" dirty="0"/>
                            <a:t> random value </a:t>
                          </a:r>
                          <a14:m>
                            <m:oMath xmlns:m="http://schemas.openxmlformats.org/officeDocument/2006/math">
                              <m:r>
                                <a:rPr lang="en-US" sz="1600" i="1" baseline="0" dirty="0" smtClean="0">
                                  <a:latin typeface="Cambria Math" panose="02040503050406030204" pitchFamily="18" charset="0"/>
                                </a:rPr>
                                <m:t>𝑌</m:t>
                              </m:r>
                              <m:r>
                                <a:rPr lang="en-US" sz="1600" i="1" baseline="0" dirty="0" smtClean="0">
                                  <a:latin typeface="Cambria Math" panose="02040503050406030204" pitchFamily="18" charset="0"/>
                                </a:rPr>
                                <m:t>=4</m:t>
                              </m:r>
                            </m:oMath>
                          </a14:m>
                          <a:endParaRPr lang="en-US" sz="1600" dirty="0"/>
                        </a:p>
                        <a:p>
                          <a:r>
                            <a:rPr lang="en-US" sz="1600" dirty="0"/>
                            <a:t>Receives </a:t>
                          </a:r>
                          <a14:m>
                            <m:oMath xmlns:m="http://schemas.openxmlformats.org/officeDocument/2006/math">
                              <m:r>
                                <a:rPr lang="en-US" sz="1600" i="1" dirty="0" smtClean="0">
                                  <a:latin typeface="Cambria Math" panose="02040503050406030204" pitchFamily="18" charset="0"/>
                                </a:rPr>
                                <m:t>𝑛</m:t>
                              </m:r>
                            </m:oMath>
                          </a14:m>
                          <a:r>
                            <a:rPr lang="en-US" sz="1600" dirty="0"/>
                            <a:t> and </a:t>
                          </a:r>
                          <a14:m>
                            <m:oMath xmlns:m="http://schemas.openxmlformats.org/officeDocument/2006/math">
                              <m:r>
                                <a:rPr lang="en-US" sz="1600" i="1" dirty="0" smtClean="0">
                                  <a:latin typeface="Cambria Math" panose="02040503050406030204" pitchFamily="18" charset="0"/>
                                </a:rPr>
                                <m:t>𝑚</m:t>
                              </m:r>
                            </m:oMath>
                          </a14:m>
                          <a:endParaRPr lang="en-US" sz="1600" dirty="0"/>
                        </a:p>
                      </a:txBody>
                      <a:tcPr/>
                    </a:tc>
                    <a:extLst>
                      <a:ext uri="{0D108BD9-81ED-4DB2-BD59-A6C34878D82A}">
                        <a16:rowId xmlns:a16="http://schemas.microsoft.com/office/drawing/2014/main" val="10002"/>
                      </a:ext>
                    </a:extLst>
                  </a:tr>
                  <a:tr h="569467">
                    <a:tc>
                      <a:txBody>
                        <a:bodyPr/>
                        <a:lstStyle/>
                        <a:p>
                          <a14:m>
                            <m:oMath xmlns:m="http://schemas.openxmlformats.org/officeDocument/2006/math">
                              <m:r>
                                <a:rPr lang="en-US" sz="1600" i="1" dirty="0" smtClean="0">
                                  <a:latin typeface="Cambria Math" panose="02040503050406030204" pitchFamily="18" charset="0"/>
                                </a:rPr>
                                <m:t>𝑋</m:t>
                              </m:r>
                            </m:oMath>
                          </a14:m>
                          <a:r>
                            <a:rPr lang="en-US" sz="1600" dirty="0"/>
                            <a:t> is put into an algorithm:</a:t>
                          </a:r>
                        </a:p>
                        <a:p>
                          <a:pPr algn="ctr"/>
                          <a14:m>
                            <m:oMathPara xmlns:m="http://schemas.openxmlformats.org/officeDocument/2006/math">
                              <m:oMathParaPr>
                                <m:jc m:val="center"/>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𝑛</m:t>
                                    </m:r>
                                  </m:e>
                                  <m:sup>
                                    <m:r>
                                      <a:rPr lang="en-US" sz="1600" b="0" i="1" smtClean="0">
                                        <a:latin typeface="Cambria Math" panose="02040503050406030204" pitchFamily="18" charset="0"/>
                                      </a:rPr>
                                      <m:t>𝑋</m:t>
                                    </m:r>
                                  </m:sup>
                                </m:sSup>
                                <m:r>
                                  <a:rPr lang="en-US" sz="1600" b="0" i="1" smtClean="0">
                                    <a:latin typeface="Cambria Math" panose="02040503050406030204" pitchFamily="18" charset="0"/>
                                  </a:rPr>
                                  <m:t>(</m:t>
                                </m:r>
                                <m:r>
                                  <a:rPr lang="en-US" sz="1600" b="0" i="1" smtClean="0">
                                    <a:latin typeface="Cambria Math" panose="02040503050406030204" pitchFamily="18" charset="0"/>
                                  </a:rPr>
                                  <m:t>𝑀𝑂𝐷</m:t>
                                </m:r>
                                <m:r>
                                  <a:rPr lang="en-US" sz="1600" b="0" i="1" smtClean="0">
                                    <a:latin typeface="Cambria Math" panose="02040503050406030204" pitchFamily="18" charset="0"/>
                                  </a:rPr>
                                  <m:t> </m:t>
                                </m:r>
                                <m:r>
                                  <a:rPr lang="en-US" sz="1600" b="0" i="1" smtClean="0">
                                    <a:latin typeface="Cambria Math" panose="02040503050406030204" pitchFamily="18" charset="0"/>
                                  </a:rPr>
                                  <m:t>𝑚</m:t>
                                </m:r>
                                <m:r>
                                  <a:rPr lang="en-US" sz="1600" b="0" i="1" smtClean="0">
                                    <a:latin typeface="Cambria Math" panose="02040503050406030204" pitchFamily="18" charset="0"/>
                                  </a:rPr>
                                  <m:t>)</m:t>
                                </m:r>
                              </m:oMath>
                            </m:oMathPara>
                          </a14:m>
                          <a:endParaRPr lang="en-US" sz="1600" dirty="0"/>
                        </a:p>
                        <a:p>
                          <a:pPr algn="ctr"/>
                          <a14:m>
                            <m:oMathPara xmlns:m="http://schemas.openxmlformats.org/officeDocument/2006/math">
                              <m:oMathParaPr>
                                <m:jc m:val="center"/>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7</m:t>
                                    </m:r>
                                  </m:e>
                                  <m:sup>
                                    <m:r>
                                      <a:rPr lang="en-US" sz="1600" b="0" i="1" smtClean="0">
                                        <a:latin typeface="Cambria Math" panose="02040503050406030204" pitchFamily="18" charset="0"/>
                                      </a:rPr>
                                      <m:t>2</m:t>
                                    </m:r>
                                  </m:sup>
                                </m:s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𝑀𝑂𝐷</m:t>
                                    </m:r>
                                    <m:r>
                                      <a:rPr lang="en-US" sz="1600" b="0" i="1" smtClean="0">
                                        <a:latin typeface="Cambria Math" panose="02040503050406030204" pitchFamily="18" charset="0"/>
                                      </a:rPr>
                                      <m:t> 11</m:t>
                                    </m:r>
                                  </m:e>
                                </m:d>
                                <m:r>
                                  <a:rPr lang="en-US" sz="1600" b="0" i="1" smtClean="0">
                                    <a:latin typeface="Cambria Math" panose="02040503050406030204" pitchFamily="18" charset="0"/>
                                  </a:rPr>
                                  <m:t>=49 </m:t>
                                </m:r>
                                <m:r>
                                  <a:rPr lang="en-US" sz="1600" b="0" i="1" smtClean="0">
                                    <a:latin typeface="Cambria Math" panose="02040503050406030204" pitchFamily="18" charset="0"/>
                                  </a:rPr>
                                  <m:t>𝑀𝑂𝐷</m:t>
                                </m:r>
                                <m:r>
                                  <a:rPr lang="en-US" sz="1600" b="0" i="1" smtClean="0">
                                    <a:latin typeface="Cambria Math" panose="02040503050406030204" pitchFamily="18" charset="0"/>
                                  </a:rPr>
                                  <m:t> 11</m:t>
                                </m:r>
                              </m:oMath>
                            </m:oMathPara>
                          </a14:m>
                          <a:endParaRPr lang="en-US" sz="1600" dirty="0"/>
                        </a:p>
                        <a:p>
                          <a:endParaRPr lang="en-US" sz="1600" dirty="0"/>
                        </a:p>
                      </a:txBody>
                      <a:tcPr/>
                    </a:tc>
                    <a:tc>
                      <a:txBody>
                        <a:bodyPr/>
                        <a:lstStyle/>
                        <a:p>
                          <a14:m>
                            <m:oMath xmlns:m="http://schemas.openxmlformats.org/officeDocument/2006/math">
                              <m:r>
                                <a:rPr lang="en-US" sz="1600" b="0" i="1" dirty="0" smtClean="0">
                                  <a:latin typeface="Cambria Math" panose="02040503050406030204" pitchFamily="18" charset="0"/>
                                </a:rPr>
                                <m:t>𝑌</m:t>
                              </m:r>
                            </m:oMath>
                          </a14:m>
                          <a:r>
                            <a:rPr lang="en-US" sz="1600" dirty="0"/>
                            <a:t> is put into an algorithm:</a:t>
                          </a:r>
                        </a:p>
                        <a:p>
                          <a:pPr algn="l"/>
                          <a14:m>
                            <m:oMathPara xmlns:m="http://schemas.openxmlformats.org/officeDocument/2006/math">
                              <m:oMathParaPr>
                                <m:jc m:val="center"/>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𝑛</m:t>
                                    </m:r>
                                  </m:e>
                                  <m:sup>
                                    <m:r>
                                      <a:rPr lang="en-US" sz="1600" b="0" i="1" smtClean="0">
                                        <a:latin typeface="Cambria Math" panose="02040503050406030204" pitchFamily="18" charset="0"/>
                                      </a:rPr>
                                      <m:t>𝑌</m:t>
                                    </m:r>
                                  </m:sup>
                                </m:sSup>
                                <m:r>
                                  <a:rPr lang="en-US" sz="1600" b="0" i="1" smtClean="0">
                                    <a:latin typeface="Cambria Math" panose="02040503050406030204" pitchFamily="18" charset="0"/>
                                  </a:rPr>
                                  <m:t>(</m:t>
                                </m:r>
                                <m:r>
                                  <a:rPr lang="en-US" sz="1600" b="0" i="1" smtClean="0">
                                    <a:latin typeface="Cambria Math" panose="02040503050406030204" pitchFamily="18" charset="0"/>
                                  </a:rPr>
                                  <m:t>𝑀𝑂𝐷</m:t>
                                </m:r>
                                <m:r>
                                  <a:rPr lang="en-US" sz="1600" b="0" i="1" smtClean="0">
                                    <a:latin typeface="Cambria Math" panose="02040503050406030204" pitchFamily="18" charset="0"/>
                                  </a:rPr>
                                  <m:t> </m:t>
                                </m:r>
                                <m:r>
                                  <a:rPr lang="en-US" sz="1600" b="0" i="1" smtClean="0">
                                    <a:latin typeface="Cambria Math" panose="02040503050406030204" pitchFamily="18" charset="0"/>
                                  </a:rPr>
                                  <m:t>𝑚</m:t>
                                </m:r>
                                <m:r>
                                  <a:rPr lang="en-US" sz="1600" b="0" i="1" smtClean="0">
                                    <a:latin typeface="Cambria Math" panose="02040503050406030204" pitchFamily="18" charset="0"/>
                                  </a:rPr>
                                  <m:t>)</m:t>
                                </m:r>
                              </m:oMath>
                            </m:oMathPara>
                          </a14:m>
                          <a:endParaRPr lang="en-US" sz="1600" dirty="0"/>
                        </a:p>
                        <a:p>
                          <a:pPr/>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7</m:t>
                                    </m:r>
                                  </m:e>
                                  <m:sup>
                                    <m:r>
                                      <a:rPr lang="en-US" sz="1600" b="0" i="1" smtClean="0">
                                        <a:latin typeface="Cambria Math" panose="02040503050406030204" pitchFamily="18" charset="0"/>
                                      </a:rPr>
                                      <m:t>4</m:t>
                                    </m:r>
                                  </m:sup>
                                </m:s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𝑀𝑂𝐷</m:t>
                                    </m:r>
                                    <m:r>
                                      <a:rPr lang="en-US" sz="1600" b="0" i="1" smtClean="0">
                                        <a:latin typeface="Cambria Math" panose="02040503050406030204" pitchFamily="18" charset="0"/>
                                      </a:rPr>
                                      <m:t> 11</m:t>
                                    </m:r>
                                  </m:e>
                                </m:d>
                                <m:r>
                                  <a:rPr lang="en-US" sz="1600" b="0" i="1" smtClean="0">
                                    <a:latin typeface="Cambria Math" panose="02040503050406030204" pitchFamily="18" charset="0"/>
                                  </a:rPr>
                                  <m:t>=2401 </m:t>
                                </m:r>
                                <m:r>
                                  <a:rPr lang="en-US" sz="1600" b="0" i="1" smtClean="0">
                                    <a:latin typeface="Cambria Math" panose="02040503050406030204" pitchFamily="18" charset="0"/>
                                  </a:rPr>
                                  <m:t>𝑀𝑂𝐷</m:t>
                                </m:r>
                                <m:r>
                                  <a:rPr lang="en-US" sz="1600" b="0" i="1" smtClean="0">
                                    <a:latin typeface="Cambria Math" panose="02040503050406030204" pitchFamily="18" charset="0"/>
                                  </a:rPr>
                                  <m:t> 11</m:t>
                                </m:r>
                              </m:oMath>
                            </m:oMathPara>
                          </a14:m>
                          <a:endParaRPr lang="en-US" sz="1600" dirty="0"/>
                        </a:p>
                      </a:txBody>
                      <a:tcPr/>
                    </a:tc>
                    <a:extLst>
                      <a:ext uri="{0D108BD9-81ED-4DB2-BD59-A6C34878D82A}">
                        <a16:rowId xmlns:a16="http://schemas.microsoft.com/office/drawing/2014/main" val="10003"/>
                      </a:ext>
                    </a:extLst>
                  </a:tr>
                  <a:tr h="329692">
                    <a:tc>
                      <a:txBody>
                        <a:bodyPr/>
                        <a:lstStyle/>
                        <a:p>
                          <a:r>
                            <a:rPr lang="en-US" sz="1600" dirty="0"/>
                            <a:t>Calculates </a:t>
                          </a:r>
                          <a14:m>
                            <m:oMath xmlns:m="http://schemas.openxmlformats.org/officeDocument/2006/math">
                              <m:r>
                                <a:rPr lang="en-US" sz="1600" b="0" i="1" smtClean="0">
                                  <a:latin typeface="Cambria Math" panose="02040503050406030204" pitchFamily="18" charset="0"/>
                                </a:rPr>
                                <m:t>4 </m:t>
                              </m:r>
                              <m:r>
                                <a:rPr lang="en-US" sz="1600" b="0" i="1" smtClean="0">
                                  <a:latin typeface="Cambria Math" panose="02040503050406030204" pitchFamily="18" charset="0"/>
                                </a:rPr>
                                <m:t>𝑟𝑒𝑚𝑎𝑖𝑛𝑑𝑒𝑟</m:t>
                              </m:r>
                              <m:r>
                                <a:rPr lang="en-US" sz="1600" b="0" i="1" smtClean="0">
                                  <a:latin typeface="Cambria Math" panose="02040503050406030204" pitchFamily="18" charset="0"/>
                                </a:rPr>
                                <m:t> 5</m:t>
                              </m:r>
                            </m:oMath>
                          </a14:m>
                          <a:endParaRPr lang="en-US" sz="1600" dirty="0"/>
                        </a:p>
                      </a:txBody>
                      <a:tcPr/>
                    </a:tc>
                    <a:tc>
                      <a:txBody>
                        <a:bodyPr/>
                        <a:lstStyle/>
                        <a:p>
                          <a:r>
                            <a:rPr lang="en-US" sz="1600" dirty="0"/>
                            <a:t>Calculates </a:t>
                          </a:r>
                          <a14:m>
                            <m:oMath xmlns:m="http://schemas.openxmlformats.org/officeDocument/2006/math">
                              <m:r>
                                <a:rPr lang="en-US" sz="1600" b="0" i="1" smtClean="0">
                                  <a:latin typeface="Cambria Math" panose="02040503050406030204" pitchFamily="18" charset="0"/>
                                </a:rPr>
                                <m:t>218 </m:t>
                              </m:r>
                              <m:r>
                                <a:rPr lang="en-US" sz="1600" b="0" i="1" smtClean="0">
                                  <a:latin typeface="Cambria Math" panose="02040503050406030204" pitchFamily="18" charset="0"/>
                                </a:rPr>
                                <m:t>𝑟𝑒𝑚𝑎𝑖𝑛𝑑𝑒𝑟</m:t>
                              </m:r>
                              <m:r>
                                <a:rPr lang="en-US" sz="1600" b="0" i="1" smtClean="0">
                                  <a:latin typeface="Cambria Math" panose="02040503050406030204" pitchFamily="18" charset="0"/>
                                </a:rPr>
                                <m:t> 3</m:t>
                              </m:r>
                            </m:oMath>
                          </a14:m>
                          <a:endParaRPr lang="en-US" sz="1600" dirty="0"/>
                        </a:p>
                      </a:txBody>
                      <a:tcPr/>
                    </a:tc>
                    <a:extLst>
                      <a:ext uri="{0D108BD9-81ED-4DB2-BD59-A6C34878D82A}">
                        <a16:rowId xmlns:a16="http://schemas.microsoft.com/office/drawing/2014/main" val="10004"/>
                      </a:ext>
                    </a:extLst>
                  </a:tr>
                  <a:tr h="545397">
                    <a:tc>
                      <a:txBody>
                        <a:bodyPr/>
                        <a:lstStyle/>
                        <a:p>
                          <a:r>
                            <a:rPr lang="en-US" sz="1600" dirty="0"/>
                            <a:t>Sends 5 to Receiver</a:t>
                          </a:r>
                        </a:p>
                      </a:txBody>
                      <a:tcPr/>
                    </a:tc>
                    <a:tc>
                      <a:txBody>
                        <a:bodyPr/>
                        <a:lstStyle/>
                        <a:p>
                          <a:r>
                            <a:rPr lang="en-US" sz="1600" dirty="0"/>
                            <a:t>Sends 3 to Sender</a:t>
                          </a:r>
                        </a:p>
                      </a:txBody>
                      <a:tcPr/>
                    </a:tc>
                    <a:extLst>
                      <a:ext uri="{0D108BD9-81ED-4DB2-BD59-A6C34878D82A}">
                        <a16:rowId xmlns:a16="http://schemas.microsoft.com/office/drawing/2014/main" val="10005"/>
                      </a:ext>
                    </a:extLst>
                  </a:tr>
                  <a:tr h="329692">
                    <a:tc>
                      <a:txBody>
                        <a:bodyPr/>
                        <a:lstStyle/>
                        <a:p>
                          <a:r>
                            <a:rPr lang="en-US" sz="1600" dirty="0"/>
                            <a:t>New value of </a:t>
                          </a:r>
                          <a14:m>
                            <m:oMath xmlns:m="http://schemas.openxmlformats.org/officeDocument/2006/math">
                              <m:r>
                                <a:rPr lang="en-US" sz="1600" i="1" dirty="0" smtClean="0">
                                  <a:latin typeface="Cambria Math" panose="02040503050406030204" pitchFamily="18" charset="0"/>
                                </a:rPr>
                                <m:t>𝑛</m:t>
                              </m:r>
                              <m:r>
                                <a:rPr lang="en-US" sz="1600" i="1" dirty="0" smtClean="0">
                                  <a:latin typeface="Cambria Math" panose="02040503050406030204" pitchFamily="18" charset="0"/>
                                </a:rPr>
                                <m:t>=3</m:t>
                              </m:r>
                            </m:oMath>
                          </a14:m>
                          <a:endParaRPr lang="en-US" sz="1600" dirty="0"/>
                        </a:p>
                      </a:txBody>
                      <a:tcPr/>
                    </a:tc>
                    <a:tc>
                      <a:txBody>
                        <a:bodyPr/>
                        <a:lstStyle/>
                        <a:p>
                          <a:r>
                            <a:rPr lang="en-US" sz="1600" dirty="0"/>
                            <a:t>New value of </a:t>
                          </a:r>
                          <a14:m>
                            <m:oMath xmlns:m="http://schemas.openxmlformats.org/officeDocument/2006/math">
                              <m:r>
                                <a:rPr lang="en-US" sz="1600" i="1" dirty="0" smtClean="0">
                                  <a:latin typeface="Cambria Math" panose="02040503050406030204" pitchFamily="18" charset="0"/>
                                </a:rPr>
                                <m:t>𝑛</m:t>
                              </m:r>
                              <m:r>
                                <a:rPr lang="en-US" sz="1600" i="1" dirty="0" smtClean="0">
                                  <a:latin typeface="Cambria Math" panose="02040503050406030204" pitchFamily="18" charset="0"/>
                                </a:rPr>
                                <m:t>=5</m:t>
                              </m:r>
                            </m:oMath>
                          </a14:m>
                          <a:endParaRPr lang="en-US" sz="1600" dirty="0"/>
                        </a:p>
                      </a:txBody>
                      <a:tcPr/>
                    </a:tc>
                    <a:extLst>
                      <a:ext uri="{0D108BD9-81ED-4DB2-BD59-A6C34878D82A}">
                        <a16:rowId xmlns:a16="http://schemas.microsoft.com/office/drawing/2014/main" val="10006"/>
                      </a:ext>
                    </a:extLst>
                  </a:tr>
                  <a:tr h="329692">
                    <a:tc>
                      <a:txBody>
                        <a:bodyPr/>
                        <a:lstStyle/>
                        <a:p>
                          <a:pPr/>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3</m:t>
                                    </m:r>
                                  </m:e>
                                  <m:sup>
                                    <m:r>
                                      <a:rPr lang="en-US" sz="1600" b="0" i="1" smtClean="0">
                                        <a:latin typeface="Cambria Math" panose="02040503050406030204" pitchFamily="18" charset="0"/>
                                      </a:rPr>
                                      <m:t>2</m:t>
                                    </m:r>
                                  </m:sup>
                                </m:s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𝑀𝑂𝐷</m:t>
                                    </m:r>
                                    <m:r>
                                      <a:rPr lang="en-US" sz="1600" b="0" i="1" smtClean="0">
                                        <a:latin typeface="Cambria Math" panose="02040503050406030204" pitchFamily="18" charset="0"/>
                                      </a:rPr>
                                      <m:t> 11</m:t>
                                    </m:r>
                                  </m:e>
                                </m:d>
                                <m:r>
                                  <a:rPr lang="en-US" sz="1600" b="0" i="1" smtClean="0">
                                    <a:latin typeface="Cambria Math" panose="02040503050406030204" pitchFamily="18" charset="0"/>
                                  </a:rPr>
                                  <m:t>=9 </m:t>
                                </m:r>
                                <m:r>
                                  <a:rPr lang="en-US" sz="1600" b="0" i="1" smtClean="0">
                                    <a:latin typeface="Cambria Math" panose="02040503050406030204" pitchFamily="18" charset="0"/>
                                  </a:rPr>
                                  <m:t>𝑀𝑂𝐷</m:t>
                                </m:r>
                                <m:r>
                                  <a:rPr lang="en-US" sz="1600" b="0" i="1" smtClean="0">
                                    <a:latin typeface="Cambria Math" panose="02040503050406030204" pitchFamily="18" charset="0"/>
                                  </a:rPr>
                                  <m:t> 11</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5</m:t>
                                    </m:r>
                                  </m:e>
                                  <m:sup>
                                    <m:r>
                                      <a:rPr lang="en-US" sz="1600" b="0" i="1" smtClean="0">
                                        <a:latin typeface="Cambria Math" panose="02040503050406030204" pitchFamily="18" charset="0"/>
                                      </a:rPr>
                                      <m:t>4</m:t>
                                    </m:r>
                                  </m:sup>
                                </m:s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𝑀𝑂𝐷</m:t>
                                    </m:r>
                                    <m:r>
                                      <a:rPr lang="en-US" sz="1600" b="0" i="1" smtClean="0">
                                        <a:latin typeface="Cambria Math" panose="02040503050406030204" pitchFamily="18" charset="0"/>
                                      </a:rPr>
                                      <m:t> 11</m:t>
                                    </m:r>
                                  </m:e>
                                </m:d>
                                <m:r>
                                  <a:rPr lang="en-US" sz="1600" b="0" i="1" smtClean="0">
                                    <a:latin typeface="Cambria Math" panose="02040503050406030204" pitchFamily="18" charset="0"/>
                                  </a:rPr>
                                  <m:t>=625 </m:t>
                                </m:r>
                                <m:r>
                                  <a:rPr lang="en-US" sz="1600" b="0" i="1" smtClean="0">
                                    <a:latin typeface="Cambria Math" panose="02040503050406030204" pitchFamily="18" charset="0"/>
                                  </a:rPr>
                                  <m:t>𝑀𝑂𝐷</m:t>
                                </m:r>
                                <m:r>
                                  <a:rPr lang="en-US" sz="1600" b="0" i="1" smtClean="0">
                                    <a:latin typeface="Cambria Math" panose="02040503050406030204" pitchFamily="18" charset="0"/>
                                  </a:rPr>
                                  <m:t> 11</m:t>
                                </m:r>
                              </m:oMath>
                            </m:oMathPara>
                          </a14:m>
                          <a:endParaRPr lang="en-US" sz="1600" dirty="0"/>
                        </a:p>
                      </a:txBody>
                      <a:tcPr/>
                    </a:tc>
                    <a:extLst>
                      <a:ext uri="{0D108BD9-81ED-4DB2-BD59-A6C34878D82A}">
                        <a16:rowId xmlns:a16="http://schemas.microsoft.com/office/drawing/2014/main" val="10007"/>
                      </a:ext>
                    </a:extLst>
                  </a:tr>
                  <a:tr h="545397">
                    <a:tc>
                      <a:txBody>
                        <a:bodyPr/>
                        <a:lstStyle/>
                        <a:p>
                          <a:r>
                            <a:rPr lang="en-US" sz="1600" dirty="0"/>
                            <a:t>Calculates </a:t>
                          </a:r>
                          <a14:m>
                            <m:oMath xmlns:m="http://schemas.openxmlformats.org/officeDocument/2006/math">
                              <m:r>
                                <a:rPr lang="en-US" sz="1600" b="0" i="1" smtClean="0">
                                  <a:latin typeface="Cambria Math" panose="02040503050406030204" pitchFamily="18" charset="0"/>
                                </a:rPr>
                                <m:t>0 </m:t>
                              </m:r>
                              <m:r>
                                <a:rPr lang="en-US" sz="1600" b="0" i="1" smtClean="0">
                                  <a:latin typeface="Cambria Math" panose="02040503050406030204" pitchFamily="18" charset="0"/>
                                </a:rPr>
                                <m:t>𝑟𝑒𝑚𝑎𝑖𝑛𝑑𝑒𝑟</m:t>
                              </m:r>
                              <m:r>
                                <a:rPr lang="en-US" sz="1600" b="0" i="1" smtClean="0">
                                  <a:latin typeface="Cambria Math" panose="02040503050406030204" pitchFamily="18" charset="0"/>
                                </a:rPr>
                                <m:t> 9</m:t>
                              </m:r>
                            </m:oMath>
                          </a14:m>
                          <a:endParaRPr lang="en-US" sz="1600" b="0" dirty="0"/>
                        </a:p>
                        <a:p>
                          <a:r>
                            <a:rPr lang="en-US" sz="1600" dirty="0"/>
                            <a:t>9 is the encryption key</a:t>
                          </a:r>
                        </a:p>
                      </a:txBody>
                      <a:tcPr/>
                    </a:tc>
                    <a:tc>
                      <a:txBody>
                        <a:bodyPr/>
                        <a:lstStyle/>
                        <a:p>
                          <a:r>
                            <a:rPr lang="en-US" sz="1600" dirty="0"/>
                            <a:t>Calculates </a:t>
                          </a:r>
                          <a14:m>
                            <m:oMath xmlns:m="http://schemas.openxmlformats.org/officeDocument/2006/math">
                              <m:r>
                                <a:rPr lang="en-US" sz="1600" b="0" i="1" smtClean="0">
                                  <a:latin typeface="Cambria Math" panose="02040503050406030204" pitchFamily="18" charset="0"/>
                                </a:rPr>
                                <m:t>56 </m:t>
                              </m:r>
                              <m:r>
                                <a:rPr lang="en-US" sz="1600" b="0" i="1" smtClean="0">
                                  <a:latin typeface="Cambria Math" panose="02040503050406030204" pitchFamily="18" charset="0"/>
                                </a:rPr>
                                <m:t>𝑟𝑒𝑚𝑎𝑖𝑛𝑑𝑒𝑟</m:t>
                              </m:r>
                              <m:r>
                                <a:rPr lang="en-US" sz="1600" b="0" i="1" smtClean="0">
                                  <a:latin typeface="Cambria Math" panose="02040503050406030204" pitchFamily="18" charset="0"/>
                                </a:rPr>
                                <m:t> 9</m:t>
                              </m:r>
                            </m:oMath>
                          </a14:m>
                          <a:endParaRPr lang="en-US" sz="1600" b="0" dirty="0"/>
                        </a:p>
                        <a:p>
                          <a:r>
                            <a:rPr lang="en-US" sz="1600" dirty="0"/>
                            <a:t>9 is the encryption key</a:t>
                          </a:r>
                        </a:p>
                      </a:txBody>
                      <a:tcPr/>
                    </a:tc>
                    <a:extLst>
                      <a:ext uri="{0D108BD9-81ED-4DB2-BD59-A6C34878D82A}">
                        <a16:rowId xmlns:a16="http://schemas.microsoft.com/office/drawing/2014/main" val="10009"/>
                      </a:ext>
                    </a:extLst>
                  </a:tr>
                </a:tbl>
              </a:graphicData>
            </a:graphic>
          </p:graphicFrame>
        </mc:Choice>
        <mc:Fallback xmlns="">
          <p:graphicFrame>
            <p:nvGraphicFramePr>
              <p:cNvPr id="3" name="Content Placeholder 7">
                <a:extLst>
                  <a:ext uri="{FF2B5EF4-FFF2-40B4-BE49-F238E27FC236}">
                    <a16:creationId xmlns:a16="http://schemas.microsoft.com/office/drawing/2014/main" id="{9AEEB574-55E6-EBD0-248C-E37F602D2887}"/>
                  </a:ext>
                </a:extLst>
              </p:cNvPr>
              <p:cNvGraphicFramePr>
                <a:graphicFrameLocks/>
              </p:cNvGraphicFramePr>
              <p:nvPr>
                <p:extLst>
                  <p:ext uri="{D42A27DB-BD31-4B8C-83A1-F6EECF244321}">
                    <p14:modId xmlns:p14="http://schemas.microsoft.com/office/powerpoint/2010/main" val="2249802035"/>
                  </p:ext>
                </p:extLst>
              </p:nvPr>
            </p:nvGraphicFramePr>
            <p:xfrm>
              <a:off x="6523036" y="1383135"/>
              <a:ext cx="5667376" cy="5134536"/>
            </p:xfrm>
            <a:graphic>
              <a:graphicData uri="http://schemas.openxmlformats.org/drawingml/2006/table">
                <a:tbl>
                  <a:tblPr firstRow="1" bandRow="1">
                    <a:tableStyleId>{5C22544A-7EE6-4342-B048-85BDC9FD1C3A}</a:tableStyleId>
                  </a:tblPr>
                  <a:tblGrid>
                    <a:gridCol w="2833688">
                      <a:extLst>
                        <a:ext uri="{9D8B030D-6E8A-4147-A177-3AD203B41FA5}">
                          <a16:colId xmlns:a16="http://schemas.microsoft.com/office/drawing/2014/main" val="20000"/>
                        </a:ext>
                      </a:extLst>
                    </a:gridCol>
                    <a:gridCol w="2833688">
                      <a:extLst>
                        <a:ext uri="{9D8B030D-6E8A-4147-A177-3AD203B41FA5}">
                          <a16:colId xmlns:a16="http://schemas.microsoft.com/office/drawing/2014/main" val="20001"/>
                        </a:ext>
                      </a:extLst>
                    </a:gridCol>
                  </a:tblGrid>
                  <a:tr h="335280">
                    <a:tc>
                      <a:txBody>
                        <a:bodyPr/>
                        <a:lstStyle/>
                        <a:p>
                          <a:pPr algn="ctr"/>
                          <a:r>
                            <a:rPr lang="en-US" sz="1600" dirty="0"/>
                            <a:t>SENDER</a:t>
                          </a:r>
                        </a:p>
                      </a:txBody>
                      <a:tcPr/>
                    </a:tc>
                    <a:tc>
                      <a:txBody>
                        <a:bodyPr/>
                        <a:lstStyle/>
                        <a:p>
                          <a:pPr algn="ctr"/>
                          <a:r>
                            <a:rPr lang="en-US" sz="1600" dirty="0"/>
                            <a:t>RECEIVER</a:t>
                          </a:r>
                        </a:p>
                      </a:txBody>
                      <a:tcPr/>
                    </a:tc>
                    <a:extLst>
                      <a:ext uri="{0D108BD9-81ED-4DB2-BD59-A6C34878D82A}">
                        <a16:rowId xmlns:a16="http://schemas.microsoft.com/office/drawing/2014/main" val="10000"/>
                      </a:ext>
                    </a:extLst>
                  </a:tr>
                  <a:tr h="779139">
                    <a:tc>
                      <a:txBody>
                        <a:bodyPr/>
                        <a:lstStyle/>
                        <a:p>
                          <a:r>
                            <a:rPr lang="en-US" sz="1600" dirty="0"/>
                            <a:t>Tells receiver which Encryption</a:t>
                          </a:r>
                          <a:r>
                            <a:rPr lang="en-US" sz="1600" baseline="0" dirty="0"/>
                            <a:t> algorithm to use</a:t>
                          </a:r>
                        </a:p>
                      </a:txBody>
                      <a:tcPr/>
                    </a:tc>
                    <a:tc>
                      <a:txBody>
                        <a:bodyPr/>
                        <a:lstStyle/>
                        <a:p>
                          <a:r>
                            <a:rPr lang="en-US" sz="1600" dirty="0"/>
                            <a:t>Agrees on using the proposed Encryption algorithm</a:t>
                          </a:r>
                        </a:p>
                      </a:txBody>
                      <a:tcPr/>
                    </a:tc>
                    <a:extLst>
                      <a:ext uri="{0D108BD9-81ED-4DB2-BD59-A6C34878D82A}">
                        <a16:rowId xmlns:a16="http://schemas.microsoft.com/office/drawing/2014/main" val="10001"/>
                      </a:ext>
                    </a:extLst>
                  </a:tr>
                  <a:tr h="822960">
                    <a:tc>
                      <a:txBody>
                        <a:bodyPr/>
                        <a:lstStyle/>
                        <a:p>
                          <a:endParaRPr lang="en-PK"/>
                        </a:p>
                      </a:txBody>
                      <a:tcPr>
                        <a:blipFill>
                          <a:blip r:embed="rId3"/>
                          <a:stretch>
                            <a:fillRect l="-215" t="-137037" r="-100860" b="-398519"/>
                          </a:stretch>
                        </a:blipFill>
                      </a:tcPr>
                    </a:tc>
                    <a:tc>
                      <a:txBody>
                        <a:bodyPr/>
                        <a:lstStyle/>
                        <a:p>
                          <a:endParaRPr lang="en-PK"/>
                        </a:p>
                      </a:txBody>
                      <a:tcPr>
                        <a:blipFill>
                          <a:blip r:embed="rId3"/>
                          <a:stretch>
                            <a:fillRect l="-100215" t="-137037" r="-860" b="-398519"/>
                          </a:stretch>
                        </a:blipFill>
                      </a:tcPr>
                    </a:tc>
                    <a:extLst>
                      <a:ext uri="{0D108BD9-81ED-4DB2-BD59-A6C34878D82A}">
                        <a16:rowId xmlns:a16="http://schemas.microsoft.com/office/drawing/2014/main" val="10002"/>
                      </a:ext>
                    </a:extLst>
                  </a:tr>
                  <a:tr h="1066800">
                    <a:tc>
                      <a:txBody>
                        <a:bodyPr/>
                        <a:lstStyle/>
                        <a:p>
                          <a:endParaRPr lang="en-PK"/>
                        </a:p>
                      </a:txBody>
                      <a:tcPr>
                        <a:blipFill>
                          <a:blip r:embed="rId3"/>
                          <a:stretch>
                            <a:fillRect l="-215" t="-181818" r="-100860" b="-205682"/>
                          </a:stretch>
                        </a:blipFill>
                      </a:tcPr>
                    </a:tc>
                    <a:tc>
                      <a:txBody>
                        <a:bodyPr/>
                        <a:lstStyle/>
                        <a:p>
                          <a:endParaRPr lang="en-PK"/>
                        </a:p>
                      </a:txBody>
                      <a:tcPr>
                        <a:blipFill>
                          <a:blip r:embed="rId3"/>
                          <a:stretch>
                            <a:fillRect l="-100215" t="-181818" r="-860" b="-205682"/>
                          </a:stretch>
                        </a:blipFill>
                      </a:tcPr>
                    </a:tc>
                    <a:extLst>
                      <a:ext uri="{0D108BD9-81ED-4DB2-BD59-A6C34878D82A}">
                        <a16:rowId xmlns:a16="http://schemas.microsoft.com/office/drawing/2014/main" val="10003"/>
                      </a:ext>
                    </a:extLst>
                  </a:tr>
                  <a:tr h="335280">
                    <a:tc>
                      <a:txBody>
                        <a:bodyPr/>
                        <a:lstStyle/>
                        <a:p>
                          <a:endParaRPr lang="en-PK"/>
                        </a:p>
                      </a:txBody>
                      <a:tcPr>
                        <a:blipFill>
                          <a:blip r:embed="rId3"/>
                          <a:stretch>
                            <a:fillRect l="-215" t="-901818" r="-100860" b="-558182"/>
                          </a:stretch>
                        </a:blipFill>
                      </a:tcPr>
                    </a:tc>
                    <a:tc>
                      <a:txBody>
                        <a:bodyPr/>
                        <a:lstStyle/>
                        <a:p>
                          <a:endParaRPr lang="en-PK"/>
                        </a:p>
                      </a:txBody>
                      <a:tcPr>
                        <a:blipFill>
                          <a:blip r:embed="rId3"/>
                          <a:stretch>
                            <a:fillRect l="-100215" t="-901818" r="-860" b="-558182"/>
                          </a:stretch>
                        </a:blipFill>
                      </a:tcPr>
                    </a:tc>
                    <a:extLst>
                      <a:ext uri="{0D108BD9-81ED-4DB2-BD59-A6C34878D82A}">
                        <a16:rowId xmlns:a16="http://schemas.microsoft.com/office/drawing/2014/main" val="10004"/>
                      </a:ext>
                    </a:extLst>
                  </a:tr>
                  <a:tr h="545397">
                    <a:tc>
                      <a:txBody>
                        <a:bodyPr/>
                        <a:lstStyle/>
                        <a:p>
                          <a:r>
                            <a:rPr lang="en-US" sz="1600" dirty="0"/>
                            <a:t>Sends 5 to Receiver</a:t>
                          </a:r>
                        </a:p>
                      </a:txBody>
                      <a:tcPr/>
                    </a:tc>
                    <a:tc>
                      <a:txBody>
                        <a:bodyPr/>
                        <a:lstStyle/>
                        <a:p>
                          <a:r>
                            <a:rPr lang="en-US" sz="1600" dirty="0"/>
                            <a:t>Sends 3 to Sender</a:t>
                          </a:r>
                        </a:p>
                      </a:txBody>
                      <a:tcPr/>
                    </a:tc>
                    <a:extLst>
                      <a:ext uri="{0D108BD9-81ED-4DB2-BD59-A6C34878D82A}">
                        <a16:rowId xmlns:a16="http://schemas.microsoft.com/office/drawing/2014/main" val="10005"/>
                      </a:ext>
                    </a:extLst>
                  </a:tr>
                  <a:tr h="335280">
                    <a:tc>
                      <a:txBody>
                        <a:bodyPr/>
                        <a:lstStyle/>
                        <a:p>
                          <a:endParaRPr lang="en-PK"/>
                        </a:p>
                      </a:txBody>
                      <a:tcPr>
                        <a:blipFill>
                          <a:blip r:embed="rId3"/>
                          <a:stretch>
                            <a:fillRect l="-215" t="-1165455" r="-100860" b="-294545"/>
                          </a:stretch>
                        </a:blipFill>
                      </a:tcPr>
                    </a:tc>
                    <a:tc>
                      <a:txBody>
                        <a:bodyPr/>
                        <a:lstStyle/>
                        <a:p>
                          <a:endParaRPr lang="en-PK"/>
                        </a:p>
                      </a:txBody>
                      <a:tcPr>
                        <a:blipFill>
                          <a:blip r:embed="rId3"/>
                          <a:stretch>
                            <a:fillRect l="-100215" t="-1165455" r="-860" b="-294545"/>
                          </a:stretch>
                        </a:blipFill>
                      </a:tcPr>
                    </a:tc>
                    <a:extLst>
                      <a:ext uri="{0D108BD9-81ED-4DB2-BD59-A6C34878D82A}">
                        <a16:rowId xmlns:a16="http://schemas.microsoft.com/office/drawing/2014/main" val="10006"/>
                      </a:ext>
                    </a:extLst>
                  </a:tr>
                  <a:tr h="335280">
                    <a:tc>
                      <a:txBody>
                        <a:bodyPr/>
                        <a:lstStyle/>
                        <a:p>
                          <a:endParaRPr lang="en-PK"/>
                        </a:p>
                      </a:txBody>
                      <a:tcPr>
                        <a:blipFill>
                          <a:blip r:embed="rId3"/>
                          <a:stretch>
                            <a:fillRect l="-215" t="-1265455" r="-100860" b="-194545"/>
                          </a:stretch>
                        </a:blipFill>
                      </a:tcPr>
                    </a:tc>
                    <a:tc>
                      <a:txBody>
                        <a:bodyPr/>
                        <a:lstStyle/>
                        <a:p>
                          <a:endParaRPr lang="en-PK"/>
                        </a:p>
                      </a:txBody>
                      <a:tcPr>
                        <a:blipFill>
                          <a:blip r:embed="rId3"/>
                          <a:stretch>
                            <a:fillRect l="-100215" t="-1265455" r="-860" b="-194545"/>
                          </a:stretch>
                        </a:blipFill>
                      </a:tcPr>
                    </a:tc>
                    <a:extLst>
                      <a:ext uri="{0D108BD9-81ED-4DB2-BD59-A6C34878D82A}">
                        <a16:rowId xmlns:a16="http://schemas.microsoft.com/office/drawing/2014/main" val="10007"/>
                      </a:ext>
                    </a:extLst>
                  </a:tr>
                  <a:tr h="579120">
                    <a:tc>
                      <a:txBody>
                        <a:bodyPr/>
                        <a:lstStyle/>
                        <a:p>
                          <a:endParaRPr lang="en-PK"/>
                        </a:p>
                      </a:txBody>
                      <a:tcPr>
                        <a:blipFill>
                          <a:blip r:embed="rId3"/>
                          <a:stretch>
                            <a:fillRect l="-215" t="-790526" r="-100860" b="-12632"/>
                          </a:stretch>
                        </a:blipFill>
                      </a:tcPr>
                    </a:tc>
                    <a:tc>
                      <a:txBody>
                        <a:bodyPr/>
                        <a:lstStyle/>
                        <a:p>
                          <a:endParaRPr lang="en-PK"/>
                        </a:p>
                      </a:txBody>
                      <a:tcPr>
                        <a:blipFill>
                          <a:blip r:embed="rId3"/>
                          <a:stretch>
                            <a:fillRect l="-100215" t="-790526" r="-860" b="-12632"/>
                          </a:stretch>
                        </a:blipFill>
                      </a:tcPr>
                    </a:tc>
                    <a:extLst>
                      <a:ext uri="{0D108BD9-81ED-4DB2-BD59-A6C34878D82A}">
                        <a16:rowId xmlns:a16="http://schemas.microsoft.com/office/drawing/2014/main" val="10009"/>
                      </a:ext>
                    </a:extLst>
                  </a:tr>
                </a:tbl>
              </a:graphicData>
            </a:graphic>
          </p:graphicFrame>
        </mc:Fallback>
      </mc:AlternateContent>
    </p:spTree>
    <p:extLst>
      <p:ext uri="{BB962C8B-B14F-4D97-AF65-F5344CB8AC3E}">
        <p14:creationId xmlns:p14="http://schemas.microsoft.com/office/powerpoint/2010/main" val="256417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lnSpc>
                <a:spcPct val="100000"/>
              </a:lnSpc>
              <a:buFont typeface="Wingdings" panose="05000000000000000000" pitchFamily="2" charset="2"/>
              <a:buChar char="§"/>
            </a:pPr>
            <a:r>
              <a:rPr lang="en-US" sz="2800" dirty="0"/>
              <a:t>Also known as public-key encryption.</a:t>
            </a:r>
          </a:p>
          <a:p>
            <a:pPr>
              <a:lnSpc>
                <a:spcPct val="100000"/>
              </a:lnSpc>
              <a:buFont typeface="Wingdings" panose="05000000000000000000" pitchFamily="2" charset="2"/>
              <a:buChar char="§"/>
            </a:pPr>
            <a:r>
              <a:rPr lang="en-US" sz="2800" dirty="0"/>
              <a:t>A public key is generated, which is available to everyone.</a:t>
            </a:r>
          </a:p>
          <a:p>
            <a:pPr>
              <a:lnSpc>
                <a:spcPct val="100000"/>
              </a:lnSpc>
              <a:buFont typeface="Wingdings" panose="05000000000000000000" pitchFamily="2" charset="2"/>
              <a:buChar char="§"/>
            </a:pPr>
            <a:r>
              <a:rPr lang="en-US" sz="2800" dirty="0"/>
              <a:t>A private key is generated, kept private.</a:t>
            </a:r>
          </a:p>
          <a:p>
            <a:pPr lvl="1">
              <a:lnSpc>
                <a:spcPct val="100000"/>
              </a:lnSpc>
              <a:buFont typeface="Wingdings" panose="05000000000000000000" pitchFamily="2" charset="2"/>
              <a:buChar char="§"/>
            </a:pPr>
            <a:r>
              <a:rPr lang="en-US" sz="2600" dirty="0"/>
              <a:t>Sender applies symmetric key to encrypt the message</a:t>
            </a:r>
          </a:p>
          <a:p>
            <a:pPr lvl="1">
              <a:lnSpc>
                <a:spcPct val="100000"/>
              </a:lnSpc>
              <a:buFont typeface="Wingdings" panose="05000000000000000000" pitchFamily="2" charset="2"/>
              <a:buChar char="§"/>
            </a:pPr>
            <a:r>
              <a:rPr lang="en-US" sz="2600" dirty="0"/>
              <a:t>Symmetric key is encrypted using public key know to both Sender and Receiver</a:t>
            </a:r>
          </a:p>
          <a:p>
            <a:pPr lvl="1">
              <a:lnSpc>
                <a:spcPct val="100000"/>
              </a:lnSpc>
              <a:buFont typeface="Wingdings" panose="05000000000000000000" pitchFamily="2" charset="2"/>
              <a:buChar char="§"/>
            </a:pPr>
            <a:r>
              <a:rPr lang="en-US" sz="2600" dirty="0"/>
              <a:t>Sender sends the encrypted </a:t>
            </a:r>
            <a:r>
              <a:rPr lang="en-US" sz="2600" i="1" u="sng" dirty="0"/>
              <a:t>packet</a:t>
            </a:r>
            <a:r>
              <a:rPr lang="en-US" sz="2600" dirty="0"/>
              <a:t> over internet</a:t>
            </a:r>
          </a:p>
          <a:p>
            <a:pPr lvl="1">
              <a:lnSpc>
                <a:spcPct val="100000"/>
              </a:lnSpc>
              <a:buFont typeface="Wingdings" panose="05000000000000000000" pitchFamily="2" charset="2"/>
              <a:buChar char="§"/>
            </a:pPr>
            <a:r>
              <a:rPr lang="en-US" sz="2600" dirty="0"/>
              <a:t>Receiver decrypts the packet using its own private key</a:t>
            </a:r>
          </a:p>
          <a:p>
            <a:pPr lvl="1">
              <a:lnSpc>
                <a:spcPct val="100000"/>
              </a:lnSpc>
              <a:buFont typeface="Wingdings" panose="05000000000000000000" pitchFamily="2" charset="2"/>
              <a:buChar char="§"/>
            </a:pPr>
            <a:r>
              <a:rPr lang="en-US" sz="2600" dirty="0"/>
              <a:t>The first part of the packet is the symmetric key</a:t>
            </a:r>
          </a:p>
          <a:p>
            <a:pPr lvl="1">
              <a:lnSpc>
                <a:spcPct val="100000"/>
              </a:lnSpc>
              <a:buFont typeface="Wingdings" panose="05000000000000000000" pitchFamily="2" charset="2"/>
              <a:buChar char="§"/>
            </a:pPr>
            <a:r>
              <a:rPr lang="en-US" sz="2600" dirty="0"/>
              <a:t>The symmetric key is used to decrypt the rest of </a:t>
            </a:r>
            <a:r>
              <a:rPr lang="en-US" sz="2600"/>
              <a:t>the packet</a:t>
            </a:r>
            <a:endParaRPr lang="en-US" sz="2600" dirty="0"/>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HTTPS – Asymmetric Encryption</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135765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Languages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32587"/>
            <a:ext cx="11286066" cy="4887878"/>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dirty="0" err="1"/>
              <a:t>e</a:t>
            </a:r>
            <a:r>
              <a:rPr lang="en-US" sz="3600" b="1" dirty="0" err="1"/>
              <a:t>X</a:t>
            </a:r>
            <a:r>
              <a:rPr lang="en-US" sz="3600" dirty="0" err="1"/>
              <a:t>tensible</a:t>
            </a:r>
            <a:r>
              <a:rPr lang="en-US" sz="3600" dirty="0"/>
              <a:t> </a:t>
            </a:r>
            <a:r>
              <a:rPr lang="en-US" sz="3600" b="1" dirty="0"/>
              <a:t>M</a:t>
            </a:r>
            <a:r>
              <a:rPr lang="en-US" sz="3600" dirty="0"/>
              <a:t>ark-up </a:t>
            </a:r>
            <a:r>
              <a:rPr lang="en-US" sz="3600" b="1" dirty="0"/>
              <a:t>L</a:t>
            </a:r>
            <a:r>
              <a:rPr lang="en-US" sz="3600" dirty="0"/>
              <a:t>anguage</a:t>
            </a:r>
            <a:endParaRPr lang="en-US" sz="3800" dirty="0"/>
          </a:p>
          <a:p>
            <a:pPr>
              <a:lnSpc>
                <a:spcPct val="120000"/>
              </a:lnSpc>
              <a:buFont typeface="Wingdings" panose="05000000000000000000" pitchFamily="2" charset="2"/>
              <a:buChar char="§"/>
            </a:pPr>
            <a:r>
              <a:rPr lang="en-US" sz="3600" b="1" dirty="0"/>
              <a:t>J</a:t>
            </a:r>
            <a:r>
              <a:rPr lang="en-US" sz="3600" dirty="0"/>
              <a:t>ava</a:t>
            </a:r>
            <a:r>
              <a:rPr lang="en-US" sz="3600" b="1" dirty="0"/>
              <a:t>S</a:t>
            </a:r>
            <a:r>
              <a:rPr lang="en-US" sz="3600" dirty="0"/>
              <a:t>cript </a:t>
            </a:r>
            <a:r>
              <a:rPr lang="en-US" sz="3600" b="1" dirty="0"/>
              <a:t>O</a:t>
            </a:r>
            <a:r>
              <a:rPr lang="en-US" sz="3600" dirty="0"/>
              <a:t>bject </a:t>
            </a:r>
            <a:r>
              <a:rPr lang="en-US" sz="3600" b="1" dirty="0"/>
              <a:t>N</a:t>
            </a:r>
            <a:r>
              <a:rPr lang="en-US" sz="3600" dirty="0"/>
              <a:t>otation</a:t>
            </a:r>
          </a:p>
          <a:p>
            <a:pPr>
              <a:lnSpc>
                <a:spcPct val="120000"/>
              </a:lnSpc>
              <a:buFont typeface="Wingdings" panose="05000000000000000000" pitchFamily="2" charset="2"/>
              <a:buChar char="§"/>
            </a:pPr>
            <a:r>
              <a:rPr lang="en-US" sz="3600" b="1" dirty="0"/>
              <a:t>J</a:t>
            </a:r>
            <a:r>
              <a:rPr lang="en-US" sz="3600" dirty="0"/>
              <a:t>ava</a:t>
            </a:r>
            <a:r>
              <a:rPr lang="en-US" sz="3600" b="1" dirty="0"/>
              <a:t>S</a:t>
            </a:r>
            <a:r>
              <a:rPr lang="en-US" sz="3600" dirty="0"/>
              <a:t>cript</a:t>
            </a:r>
          </a:p>
          <a:p>
            <a:pPr>
              <a:lnSpc>
                <a:spcPct val="120000"/>
              </a:lnSpc>
              <a:buFont typeface="Wingdings" panose="05000000000000000000" pitchFamily="2" charset="2"/>
              <a:buChar char="§"/>
            </a:pPr>
            <a:r>
              <a:rPr lang="en-US" sz="3600" b="1" dirty="0"/>
              <a:t>C</a:t>
            </a:r>
            <a:r>
              <a:rPr lang="en-US" sz="3600" dirty="0"/>
              <a:t>ascading </a:t>
            </a:r>
            <a:r>
              <a:rPr lang="en-US" sz="3600" b="1" dirty="0"/>
              <a:t>S</a:t>
            </a:r>
            <a:r>
              <a:rPr lang="en-US" sz="3600" dirty="0"/>
              <a:t>tyle </a:t>
            </a:r>
            <a:r>
              <a:rPr lang="en-US" sz="3600" b="1" dirty="0"/>
              <a:t>S</a:t>
            </a:r>
            <a:r>
              <a:rPr lang="en-US" sz="3600" dirty="0"/>
              <a:t>heet</a:t>
            </a:r>
          </a:p>
          <a:p>
            <a:pPr>
              <a:lnSpc>
                <a:spcPct val="120000"/>
              </a:lnSpc>
              <a:buFont typeface="Wingdings" panose="05000000000000000000" pitchFamily="2" charset="2"/>
              <a:buChar char="§"/>
            </a:pPr>
            <a:r>
              <a:rPr lang="en-US" sz="3600" b="1" dirty="0"/>
              <a:t>V</a:t>
            </a:r>
            <a:r>
              <a:rPr lang="en-US" sz="3600" dirty="0"/>
              <a:t>isual </a:t>
            </a:r>
            <a:r>
              <a:rPr lang="en-US" sz="3600" b="1" dirty="0"/>
              <a:t>B</a:t>
            </a:r>
            <a:r>
              <a:rPr lang="en-US" sz="3600" dirty="0"/>
              <a:t>asic Script</a:t>
            </a:r>
          </a:p>
          <a:p>
            <a:pPr>
              <a:lnSpc>
                <a:spcPct val="120000"/>
              </a:lnSpc>
              <a:buFont typeface="Wingdings" panose="05000000000000000000" pitchFamily="2" charset="2"/>
              <a:buChar char="§"/>
            </a:pPr>
            <a:r>
              <a:rPr lang="en-US" sz="3600" dirty="0"/>
              <a:t>Server-side languages:</a:t>
            </a:r>
          </a:p>
          <a:p>
            <a:pPr lvl="1">
              <a:lnSpc>
                <a:spcPct val="120000"/>
              </a:lnSpc>
              <a:buFont typeface="Wingdings" panose="05000000000000000000" pitchFamily="2" charset="2"/>
              <a:buChar char="§"/>
            </a:pPr>
            <a:r>
              <a:rPr lang="en-US" sz="3400" b="1" dirty="0"/>
              <a:t>J</a:t>
            </a:r>
            <a:r>
              <a:rPr lang="en-US" sz="3400" dirty="0"/>
              <a:t>ava </a:t>
            </a:r>
            <a:r>
              <a:rPr lang="en-US" sz="3400" b="1" dirty="0"/>
              <a:t>S</a:t>
            </a:r>
            <a:r>
              <a:rPr lang="en-US" sz="3400" dirty="0"/>
              <a:t>erver </a:t>
            </a:r>
            <a:r>
              <a:rPr lang="en-US" sz="3400" b="1" dirty="0"/>
              <a:t>P</a:t>
            </a:r>
            <a:r>
              <a:rPr lang="en-US" sz="3400" dirty="0"/>
              <a:t>ages</a:t>
            </a:r>
          </a:p>
          <a:p>
            <a:pPr lvl="1">
              <a:lnSpc>
                <a:spcPct val="120000"/>
              </a:lnSpc>
              <a:buFont typeface="Wingdings" panose="05000000000000000000" pitchFamily="2" charset="2"/>
              <a:buChar char="§"/>
            </a:pPr>
            <a:r>
              <a:rPr lang="en-US" sz="3400" b="1" dirty="0"/>
              <a:t>A</a:t>
            </a:r>
            <a:r>
              <a:rPr lang="en-US" sz="3400" dirty="0"/>
              <a:t>ctive </a:t>
            </a:r>
            <a:r>
              <a:rPr lang="en-US" sz="3400" b="1" dirty="0"/>
              <a:t>S</a:t>
            </a:r>
            <a:r>
              <a:rPr lang="en-US" sz="3400" dirty="0"/>
              <a:t>erver </a:t>
            </a:r>
            <a:r>
              <a:rPr lang="en-US" sz="3400" b="1" dirty="0"/>
              <a:t>P</a:t>
            </a:r>
            <a:r>
              <a:rPr lang="en-US" sz="3400" dirty="0"/>
              <a:t>ages . </a:t>
            </a:r>
            <a:r>
              <a:rPr lang="en-US" sz="3400" b="1" dirty="0"/>
              <a:t>N</a:t>
            </a:r>
            <a:r>
              <a:rPr lang="en-US" sz="3400" dirty="0"/>
              <a:t>etwork </a:t>
            </a:r>
            <a:r>
              <a:rPr lang="en-US" sz="3400" b="1" dirty="0"/>
              <a:t>E</a:t>
            </a:r>
            <a:r>
              <a:rPr lang="en-US" sz="3400" dirty="0"/>
              <a:t>nabled </a:t>
            </a:r>
            <a:r>
              <a:rPr lang="en-US" sz="3400" b="1" dirty="0"/>
              <a:t>T</a:t>
            </a:r>
            <a:r>
              <a:rPr lang="en-US" sz="3400" dirty="0"/>
              <a:t>echnologies</a:t>
            </a:r>
          </a:p>
          <a:p>
            <a:pPr lvl="1">
              <a:lnSpc>
                <a:spcPct val="120000"/>
              </a:lnSpc>
              <a:buFont typeface="Wingdings" panose="05000000000000000000" pitchFamily="2" charset="2"/>
              <a:buChar char="§"/>
            </a:pPr>
            <a:r>
              <a:rPr lang="en-US" sz="3400" b="1" dirty="0"/>
              <a:t>P</a:t>
            </a:r>
            <a:r>
              <a:rPr lang="en-US" sz="3400" dirty="0"/>
              <a:t>ersonal </a:t>
            </a:r>
            <a:r>
              <a:rPr lang="en-US" sz="3400" b="1" dirty="0"/>
              <a:t>H</a:t>
            </a:r>
            <a:r>
              <a:rPr lang="en-US" sz="3400" dirty="0"/>
              <a:t>ome </a:t>
            </a:r>
            <a:r>
              <a:rPr lang="en-US" sz="3400" b="1" dirty="0"/>
              <a:t>P</a:t>
            </a:r>
            <a:r>
              <a:rPr lang="en-US" sz="3400" dirty="0"/>
              <a:t>age</a:t>
            </a:r>
          </a:p>
          <a:p>
            <a:pPr lvl="1">
              <a:lnSpc>
                <a:spcPct val="120000"/>
              </a:lnSpc>
              <a:buFont typeface="Wingdings" panose="05000000000000000000" pitchFamily="2" charset="2"/>
              <a:buChar char="§"/>
            </a:pPr>
            <a:r>
              <a:rPr lang="en-US" sz="3400" dirty="0"/>
              <a:t>Ruby on Rails</a:t>
            </a:r>
          </a:p>
          <a:p>
            <a:pPr lvl="1">
              <a:lnSpc>
                <a:spcPct val="120000"/>
              </a:lnSpc>
              <a:buFont typeface="Wingdings" panose="05000000000000000000" pitchFamily="2" charset="2"/>
              <a:buChar char="§"/>
            </a:pPr>
            <a:r>
              <a:rPr lang="en-US" sz="3400" dirty="0"/>
              <a:t>And of course, Node. </a:t>
            </a:r>
            <a:r>
              <a:rPr lang="en-US" sz="3400" b="1" dirty="0"/>
              <a:t>J</a:t>
            </a:r>
            <a:r>
              <a:rPr lang="en-US" sz="3400" dirty="0"/>
              <a:t>ava</a:t>
            </a:r>
            <a:r>
              <a:rPr lang="en-US" sz="3400" b="1" dirty="0"/>
              <a:t>S</a:t>
            </a:r>
            <a:r>
              <a:rPr lang="en-US" sz="3400" dirty="0"/>
              <a:t>cript</a:t>
            </a:r>
          </a:p>
        </p:txBody>
      </p:sp>
    </p:spTree>
    <p:extLst>
      <p:ext uri="{BB962C8B-B14F-4D97-AF65-F5344CB8AC3E}">
        <p14:creationId xmlns:p14="http://schemas.microsoft.com/office/powerpoint/2010/main" val="181020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HTML</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32587"/>
            <a:ext cx="1128606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b="1" dirty="0" err="1"/>
              <a:t>H</a:t>
            </a:r>
            <a:r>
              <a:rPr lang="en-US" sz="3600" dirty="0" err="1"/>
              <a:t>yper</a:t>
            </a:r>
            <a:r>
              <a:rPr lang="en-US" sz="3600" b="1" dirty="0" err="1"/>
              <a:t>T</a:t>
            </a:r>
            <a:r>
              <a:rPr lang="en-US" sz="3600" dirty="0" err="1"/>
              <a:t>ext</a:t>
            </a:r>
            <a:r>
              <a:rPr lang="en-US" sz="3600" dirty="0"/>
              <a:t> </a:t>
            </a:r>
            <a:r>
              <a:rPr lang="en-US" sz="3600" b="1" dirty="0"/>
              <a:t>M</a:t>
            </a:r>
            <a:r>
              <a:rPr lang="en-US" sz="3600" dirty="0"/>
              <a:t>arkup </a:t>
            </a:r>
            <a:r>
              <a:rPr lang="en-US" sz="3600" b="1" dirty="0"/>
              <a:t>L</a:t>
            </a:r>
            <a:r>
              <a:rPr lang="en-US" sz="3600" dirty="0"/>
              <a:t>anguage</a:t>
            </a:r>
          </a:p>
          <a:p>
            <a:pPr>
              <a:lnSpc>
                <a:spcPct val="120000"/>
              </a:lnSpc>
              <a:buFont typeface="Wingdings" panose="05000000000000000000" pitchFamily="2" charset="2"/>
              <a:buChar char="§"/>
            </a:pPr>
            <a:r>
              <a:rPr lang="en-US" sz="3600" dirty="0"/>
              <a:t>Written in XML, identified by &lt;!DOCTYPE html&gt;</a:t>
            </a:r>
          </a:p>
          <a:p>
            <a:pPr>
              <a:lnSpc>
                <a:spcPct val="120000"/>
              </a:lnSpc>
              <a:buFont typeface="Wingdings" panose="05000000000000000000" pitchFamily="2" charset="2"/>
              <a:buChar char="§"/>
            </a:pPr>
            <a:r>
              <a:rPr lang="en-US" sz="3800" dirty="0"/>
              <a:t>Tags:</a:t>
            </a:r>
          </a:p>
          <a:p>
            <a:pPr lvl="1">
              <a:lnSpc>
                <a:spcPct val="120000"/>
              </a:lnSpc>
              <a:buFont typeface="Wingdings" panose="05000000000000000000" pitchFamily="2" charset="2"/>
              <a:buChar char="§"/>
            </a:pPr>
            <a:r>
              <a:rPr lang="en-US" sz="3600" dirty="0"/>
              <a:t>Html: Required to define document boundaries</a:t>
            </a:r>
          </a:p>
          <a:p>
            <a:pPr lvl="1">
              <a:lnSpc>
                <a:spcPct val="120000"/>
              </a:lnSpc>
              <a:buFont typeface="Wingdings" panose="05000000000000000000" pitchFamily="2" charset="2"/>
              <a:buChar char="§"/>
            </a:pPr>
            <a:r>
              <a:rPr lang="en-US" sz="3600" dirty="0"/>
              <a:t>Head: Not shown on page. Used to define metadata</a:t>
            </a:r>
          </a:p>
          <a:p>
            <a:pPr lvl="1">
              <a:lnSpc>
                <a:spcPct val="120000"/>
              </a:lnSpc>
              <a:buFont typeface="Wingdings" panose="05000000000000000000" pitchFamily="2" charset="2"/>
              <a:buChar char="§"/>
            </a:pPr>
            <a:r>
              <a:rPr lang="en-US" sz="3600" dirty="0"/>
              <a:t>Body: Everything to be displayed</a:t>
            </a:r>
          </a:p>
          <a:p>
            <a:pPr lvl="1">
              <a:lnSpc>
                <a:spcPct val="120000"/>
              </a:lnSpc>
              <a:buFont typeface="Wingdings" panose="05000000000000000000" pitchFamily="2" charset="2"/>
              <a:buChar char="§"/>
            </a:pPr>
            <a:r>
              <a:rPr lang="en-US" sz="3600" dirty="0"/>
              <a:t>Script: </a:t>
            </a:r>
            <a:r>
              <a:rPr lang="en-US" sz="3600" dirty="0" err="1"/>
              <a:t>Javascript</a:t>
            </a:r>
            <a:r>
              <a:rPr lang="en-US" sz="3600" dirty="0"/>
              <a:t>, jQuery, VBScript, …</a:t>
            </a:r>
          </a:p>
          <a:p>
            <a:pPr>
              <a:lnSpc>
                <a:spcPct val="120000"/>
              </a:lnSpc>
              <a:buFont typeface="Wingdings" panose="05000000000000000000" pitchFamily="2" charset="2"/>
              <a:buChar char="§"/>
            </a:pPr>
            <a:r>
              <a:rPr lang="en-US" sz="3800" dirty="0"/>
              <a:t>Can contain content, style and script in single file. Not advised though</a:t>
            </a:r>
          </a:p>
          <a:p>
            <a:pPr>
              <a:lnSpc>
                <a:spcPct val="120000"/>
              </a:lnSpc>
              <a:buFont typeface="Wingdings" panose="05000000000000000000" pitchFamily="2" charset="2"/>
              <a:buChar char="§"/>
            </a:pPr>
            <a:r>
              <a:rPr lang="en-US" sz="3800" dirty="0"/>
              <a:t>Supported by all personal and commercial platforms today</a:t>
            </a:r>
          </a:p>
        </p:txBody>
      </p:sp>
    </p:spTree>
    <p:extLst>
      <p:ext uri="{BB962C8B-B14F-4D97-AF65-F5344CB8AC3E}">
        <p14:creationId xmlns:p14="http://schemas.microsoft.com/office/powerpoint/2010/main" val="332028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JavaScript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32587"/>
            <a:ext cx="1128606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600" dirty="0"/>
              <a:t>A high-level scripting language, grown into a programming language</a:t>
            </a:r>
          </a:p>
          <a:p>
            <a:pPr>
              <a:lnSpc>
                <a:spcPct val="120000"/>
              </a:lnSpc>
              <a:buFont typeface="Wingdings" panose="05000000000000000000" pitchFamily="2" charset="2"/>
              <a:buChar char="§"/>
            </a:pPr>
            <a:r>
              <a:rPr lang="en-US" sz="3600" dirty="0"/>
              <a:t>JS-ES6 additions to compete with server languages. E.g.:</a:t>
            </a:r>
          </a:p>
          <a:p>
            <a:pPr lvl="1">
              <a:lnSpc>
                <a:spcPct val="120000"/>
              </a:lnSpc>
              <a:buFont typeface="Wingdings" panose="05000000000000000000" pitchFamily="2" charset="2"/>
              <a:buChar char="§"/>
            </a:pPr>
            <a:r>
              <a:rPr lang="en-US" sz="3400" dirty="0"/>
              <a:t>Inclusion of classes, const, arrow functions, default parameters</a:t>
            </a:r>
          </a:p>
          <a:p>
            <a:pPr lvl="1">
              <a:lnSpc>
                <a:spcPct val="120000"/>
              </a:lnSpc>
              <a:buFont typeface="Wingdings" panose="05000000000000000000" pitchFamily="2" charset="2"/>
              <a:buChar char="§"/>
            </a:pPr>
            <a:r>
              <a:rPr lang="en-US" sz="3400" dirty="0"/>
              <a:t>Importing and exporting resources</a:t>
            </a:r>
          </a:p>
          <a:p>
            <a:pPr lvl="1">
              <a:lnSpc>
                <a:spcPct val="120000"/>
              </a:lnSpc>
              <a:buFont typeface="Wingdings" panose="05000000000000000000" pitchFamily="2" charset="2"/>
              <a:buChar char="§"/>
            </a:pPr>
            <a:r>
              <a:rPr lang="en-US" sz="3400" dirty="0"/>
              <a:t>Promises for Asynchronous calls</a:t>
            </a:r>
          </a:p>
          <a:p>
            <a:pPr lvl="1">
              <a:lnSpc>
                <a:spcPct val="120000"/>
              </a:lnSpc>
              <a:buFont typeface="Wingdings" panose="05000000000000000000" pitchFamily="2" charset="2"/>
              <a:buChar char="§"/>
            </a:pPr>
            <a:r>
              <a:rPr lang="en-US" sz="3400" dirty="0"/>
              <a:t>Read more here: http://www.w3schools.com/Js/js_es6.asp</a:t>
            </a:r>
          </a:p>
          <a:p>
            <a:pPr>
              <a:lnSpc>
                <a:spcPct val="120000"/>
              </a:lnSpc>
              <a:buFont typeface="Wingdings" panose="05000000000000000000" pitchFamily="2" charset="2"/>
              <a:buChar char="§"/>
            </a:pPr>
            <a:r>
              <a:rPr lang="en-US" sz="3600" dirty="0"/>
              <a:t>jQuery: easy to learn library, which simplifies JavaScript. It’s highly advisable to switch to jQuery as soon as you learn JavaScript.</a:t>
            </a:r>
          </a:p>
        </p:txBody>
      </p:sp>
    </p:spTree>
    <p:extLst>
      <p:ext uri="{BB962C8B-B14F-4D97-AF65-F5344CB8AC3E}">
        <p14:creationId xmlns:p14="http://schemas.microsoft.com/office/powerpoint/2010/main" val="274401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Request and Response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47800"/>
            <a:ext cx="11743016" cy="5105400"/>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400" dirty="0"/>
              <a:t>HTTP Request is generated by client</a:t>
            </a:r>
          </a:p>
          <a:p>
            <a:pPr>
              <a:lnSpc>
                <a:spcPct val="120000"/>
              </a:lnSpc>
              <a:buFont typeface="Wingdings" panose="05000000000000000000" pitchFamily="2" charset="2"/>
              <a:buChar char="§"/>
            </a:pPr>
            <a:r>
              <a:rPr lang="en-US" sz="2400" dirty="0"/>
              <a:t>Web Server: decrypts the package, checks for the URL and routes to the respective web application (this is simplification of an otherwise complex operation)</a:t>
            </a:r>
          </a:p>
          <a:p>
            <a:pPr>
              <a:lnSpc>
                <a:spcPct val="120000"/>
              </a:lnSpc>
              <a:buFont typeface="Wingdings" panose="05000000000000000000" pitchFamily="2" charset="2"/>
              <a:buChar char="§"/>
            </a:pPr>
            <a:r>
              <a:rPr lang="en-US" sz="2400" dirty="0"/>
              <a:t>API (Controller, Service, Data Access layers):</a:t>
            </a:r>
          </a:p>
          <a:p>
            <a:pPr lvl="1">
              <a:lnSpc>
                <a:spcPct val="120000"/>
              </a:lnSpc>
              <a:buFont typeface="Wingdings" panose="05000000000000000000" pitchFamily="2" charset="2"/>
              <a:buChar char="§"/>
            </a:pPr>
            <a:r>
              <a:rPr lang="en-US" sz="2400" dirty="0"/>
              <a:t>Receives and authenticates client’s request, transforms data into back-end compatible objects.</a:t>
            </a:r>
          </a:p>
          <a:p>
            <a:pPr lvl="1">
              <a:lnSpc>
                <a:spcPct val="120000"/>
              </a:lnSpc>
              <a:buFont typeface="Wingdings" panose="05000000000000000000" pitchFamily="2" charset="2"/>
              <a:buChar char="§"/>
            </a:pPr>
            <a:r>
              <a:rPr lang="en-US" sz="2400" dirty="0"/>
              <a:t>Applies domain-specific business logic. Provides CRUD operations</a:t>
            </a:r>
          </a:p>
          <a:p>
            <a:pPr lvl="1">
              <a:lnSpc>
                <a:spcPct val="120000"/>
              </a:lnSpc>
              <a:buFont typeface="Wingdings" panose="05000000000000000000" pitchFamily="2" charset="2"/>
              <a:buChar char="§"/>
            </a:pPr>
            <a:r>
              <a:rPr lang="en-US" sz="2400" dirty="0"/>
              <a:t>Provides ORM and applies data logic like authorization, level of access, integrity checks</a:t>
            </a:r>
          </a:p>
          <a:p>
            <a:pPr>
              <a:lnSpc>
                <a:spcPct val="120000"/>
              </a:lnSpc>
              <a:buFont typeface="Wingdings" panose="05000000000000000000" pitchFamily="2" charset="2"/>
              <a:buChar char="§"/>
            </a:pPr>
            <a:r>
              <a:rPr lang="en-US" sz="2400" dirty="0"/>
              <a:t>Web Application generates HTTP Response object and returns to client</a:t>
            </a:r>
          </a:p>
          <a:p>
            <a:pPr>
              <a:lnSpc>
                <a:spcPct val="120000"/>
              </a:lnSpc>
              <a:buFont typeface="Wingdings" panose="05000000000000000000" pitchFamily="2" charset="2"/>
              <a:buChar char="§"/>
            </a:pPr>
            <a:r>
              <a:rPr lang="en-US" sz="2400" dirty="0"/>
              <a:t>Web Browser downloads the Response and renders on its interface</a:t>
            </a:r>
          </a:p>
        </p:txBody>
      </p:sp>
    </p:spTree>
    <p:extLst>
      <p:ext uri="{BB962C8B-B14F-4D97-AF65-F5344CB8AC3E}">
        <p14:creationId xmlns:p14="http://schemas.microsoft.com/office/powerpoint/2010/main" val="91022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Request and Response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5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5100" dirty="0"/>
              <a:t>Example: a student wants to enroll in a course. He logs into the university’s LMS and choses a course</a:t>
            </a:r>
          </a:p>
          <a:p>
            <a:pPr marL="0" indent="0">
              <a:lnSpc>
                <a:spcPct val="120000"/>
              </a:lnSpc>
              <a:buNone/>
            </a:pPr>
            <a:r>
              <a:rPr lang="en-US" sz="4000" dirty="0"/>
              <a:t>The Web Server receives the following packet:</a:t>
            </a:r>
          </a:p>
          <a:p>
            <a:pPr marL="0" indent="0">
              <a:lnSpc>
                <a:spcPct val="120000"/>
              </a:lnSpc>
              <a:buNone/>
            </a:pPr>
            <a:r>
              <a:rPr lang="en-US" sz="4000" b="1" dirty="0"/>
              <a:t>Header: </a:t>
            </a:r>
            <a:r>
              <a:rPr lang="en-US" sz="3600" dirty="0">
                <a:latin typeface="Cascadia Code Light" panose="020B0609020000020004" pitchFamily="49" charset="0"/>
                <a:cs typeface="Cascadia Code Light" panose="020B0609020000020004" pitchFamily="49" charset="0"/>
              </a:rPr>
              <a:t>POST /addcourse.html HTTP/1.1</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User-Agent: Mozilla/4.0 (compatible; MSIE5.01; Windows NT)</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Host: https://lms.kiet.edu.pk/</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Accept-Language: </a:t>
            </a:r>
            <a:r>
              <a:rPr lang="en-US" sz="3600" dirty="0" err="1">
                <a:latin typeface="Cascadia Code Light" panose="020B0609020000020004" pitchFamily="49" charset="0"/>
                <a:cs typeface="Cascadia Code Light" panose="020B0609020000020004" pitchFamily="49" charset="0"/>
              </a:rPr>
              <a:t>en</a:t>
            </a:r>
            <a:r>
              <a:rPr lang="en-US" sz="3600" dirty="0">
                <a:latin typeface="Cascadia Code Light" panose="020B0609020000020004" pitchFamily="49" charset="0"/>
                <a:cs typeface="Cascadia Code Light" panose="020B0609020000020004" pitchFamily="49" charset="0"/>
              </a:rPr>
              <a:t>-us</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Accept-Encoding: </a:t>
            </a:r>
            <a:r>
              <a:rPr lang="en-US" sz="3600" dirty="0" err="1">
                <a:latin typeface="Cascadia Code Light" panose="020B0609020000020004" pitchFamily="49" charset="0"/>
                <a:cs typeface="Cascadia Code Light" panose="020B0609020000020004" pitchFamily="49" charset="0"/>
              </a:rPr>
              <a:t>gzip</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Content-Type: application/x-www-form-</a:t>
            </a:r>
            <a:r>
              <a:rPr lang="en-US" sz="3600" dirty="0" err="1">
                <a:latin typeface="Cascadia Code Light" panose="020B0609020000020004" pitchFamily="49" charset="0"/>
                <a:cs typeface="Cascadia Code Light" panose="020B0609020000020004" pitchFamily="49" charset="0"/>
              </a:rPr>
              <a:t>urlencoded</a:t>
            </a:r>
            <a:br>
              <a:rPr lang="en-US" sz="3600" dirty="0">
                <a:latin typeface="Cascadia Code Light" panose="020B0609020000020004" pitchFamily="49" charset="0"/>
                <a:cs typeface="Cascadia Code Light" panose="020B0609020000020004" pitchFamily="49" charset="0"/>
              </a:rPr>
            </a:br>
            <a:r>
              <a:rPr lang="en-US" sz="3600" dirty="0">
                <a:latin typeface="Cascadia Code Light" panose="020B0609020000020004" pitchFamily="49" charset="0"/>
                <a:cs typeface="Cascadia Code Light" panose="020B0609020000020004" pitchFamily="49" charset="0"/>
              </a:rPr>
              <a:t>Connection: Keep-Alive</a:t>
            </a:r>
          </a:p>
          <a:p>
            <a:pPr marL="0" indent="0">
              <a:lnSpc>
                <a:spcPct val="120000"/>
              </a:lnSpc>
              <a:buNone/>
            </a:pPr>
            <a:r>
              <a:rPr lang="en-US" sz="4000" b="1" dirty="0"/>
              <a:t>Body:</a:t>
            </a:r>
          </a:p>
          <a:p>
            <a:pPr marL="0" indent="0">
              <a:lnSpc>
                <a:spcPct val="120000"/>
              </a:lnSpc>
              <a:buNone/>
            </a:pPr>
            <a:r>
              <a:rPr lang="en-US" sz="3600" dirty="0" err="1">
                <a:latin typeface="Cascadia Code Light" panose="020B0609020000020004" pitchFamily="49" charset="0"/>
                <a:cs typeface="Cascadia Code Light" panose="020B0609020000020004" pitchFamily="49" charset="0"/>
              </a:rPr>
              <a:t>studentId</a:t>
            </a:r>
            <a:r>
              <a:rPr lang="en-US" sz="3600" dirty="0">
                <a:latin typeface="Cascadia Code Light" panose="020B0609020000020004" pitchFamily="49" charset="0"/>
                <a:cs typeface="Cascadia Code Light" panose="020B0609020000020004" pitchFamily="49" charset="0"/>
              </a:rPr>
              <a:t>=CS-0433&amp;courseId=CS224&amp;username=imranali0433&amp;password=</a:t>
            </a:r>
            <a:r>
              <a:rPr lang="en-US" sz="3600" dirty="0" err="1">
                <a:latin typeface="Cascadia Code Light" panose="020B0609020000020004" pitchFamily="49" charset="0"/>
                <a:cs typeface="Cascadia Code Light" panose="020B0609020000020004" pitchFamily="49" charset="0"/>
              </a:rPr>
              <a:t>Khuljasimsim</a:t>
            </a:r>
            <a:endParaRPr lang="en-US" sz="3400" dirty="0"/>
          </a:p>
        </p:txBody>
      </p:sp>
    </p:spTree>
    <p:extLst>
      <p:ext uri="{BB962C8B-B14F-4D97-AF65-F5344CB8AC3E}">
        <p14:creationId xmlns:p14="http://schemas.microsoft.com/office/powerpoint/2010/main" val="418373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Request and Response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4000" dirty="0"/>
              <a:t>After the Web App has processed the Request, the following HTTP Response object is returned to client by Web Server:</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HTTP/1.1 200 OK</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Date: Sun, 05 Mar 2023 10:15:00 UTC+5</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Server: Apache/2.2.14 (Win64)</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Last-Modified: Sun, 05 Mar 2023 10:15:00 UTC+5</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Content-Length: &lt;packet length</a:t>
            </a:r>
            <a:r>
              <a:rPr lang="en-US" sz="3600" b="1" dirty="0">
                <a:latin typeface="Cascadia Code Light" panose="020B0609020000020004" pitchFamily="49" charset="0"/>
                <a:cs typeface="Cascadia Code Light" panose="020B0609020000020004" pitchFamily="49" charset="0"/>
              </a:rPr>
              <a:t>&gt;</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Content-Type: text/html</a:t>
            </a:r>
          </a:p>
          <a:p>
            <a:pPr marL="0" indent="0">
              <a:lnSpc>
                <a:spcPct val="120000"/>
              </a:lnSpc>
              <a:buNone/>
            </a:pPr>
            <a:r>
              <a:rPr lang="en-US" sz="3600" dirty="0">
                <a:latin typeface="Cascadia Code Light" panose="020B0609020000020004" pitchFamily="49" charset="0"/>
                <a:cs typeface="Cascadia Code Light" panose="020B0609020000020004" pitchFamily="49" charset="0"/>
              </a:rPr>
              <a:t>Connection: Closed</a:t>
            </a:r>
          </a:p>
          <a:p>
            <a:pPr marL="0" indent="0">
              <a:lnSpc>
                <a:spcPct val="120000"/>
              </a:lnSpc>
              <a:buNone/>
            </a:pPr>
            <a:endParaRPr lang="en-US" sz="3400" dirty="0"/>
          </a:p>
        </p:txBody>
      </p:sp>
    </p:spTree>
    <p:extLst>
      <p:ext uri="{BB962C8B-B14F-4D97-AF65-F5344CB8AC3E}">
        <p14:creationId xmlns:p14="http://schemas.microsoft.com/office/powerpoint/2010/main" val="2021183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lnSpc>
                <a:spcPct val="100000"/>
              </a:lnSpc>
              <a:buFont typeface="Wingdings" panose="05000000000000000000" pitchFamily="2" charset="2"/>
              <a:buChar char="§"/>
            </a:pPr>
            <a:r>
              <a:rPr lang="en-US" sz="2600" dirty="0"/>
              <a:t>Form a group of 3 people.</a:t>
            </a:r>
          </a:p>
          <a:p>
            <a:pPr>
              <a:lnSpc>
                <a:spcPct val="100000"/>
              </a:lnSpc>
              <a:buFont typeface="Wingdings" panose="05000000000000000000" pitchFamily="2" charset="2"/>
              <a:buChar char="§"/>
            </a:pPr>
            <a:r>
              <a:rPr lang="en-US" sz="2600" dirty="0"/>
              <a:t>Names with Enrolment numbers must be submitted with the activity log.</a:t>
            </a:r>
          </a:p>
          <a:p>
            <a:pPr>
              <a:lnSpc>
                <a:spcPct val="100000"/>
              </a:lnSpc>
              <a:buFont typeface="Wingdings" panose="05000000000000000000" pitchFamily="2" charset="2"/>
              <a:buChar char="§"/>
            </a:pPr>
            <a:r>
              <a:rPr lang="en-US" sz="2600" dirty="0"/>
              <a:t>Member A will be SENDER; Member B will be RECEIVER; Member C will be INTERCEPTOR.</a:t>
            </a:r>
          </a:p>
          <a:p>
            <a:pPr>
              <a:lnSpc>
                <a:spcPct val="100000"/>
              </a:lnSpc>
              <a:buFont typeface="Wingdings" panose="05000000000000000000" pitchFamily="2" charset="2"/>
              <a:buChar char="§"/>
            </a:pPr>
            <a:r>
              <a:rPr lang="en-US" sz="2600" dirty="0"/>
              <a:t>SENDER will secretly choose a word to send to RECEIVER. RECEIVER will have to decrypt the word.</a:t>
            </a:r>
          </a:p>
          <a:p>
            <a:pPr>
              <a:lnSpc>
                <a:spcPct val="100000"/>
              </a:lnSpc>
              <a:buFont typeface="Wingdings" panose="05000000000000000000" pitchFamily="2" charset="2"/>
              <a:buChar char="§"/>
            </a:pPr>
            <a:r>
              <a:rPr lang="en-US" sz="2600" dirty="0"/>
              <a:t>The distribution of marks will be as follows:</a:t>
            </a:r>
          </a:p>
          <a:p>
            <a:pPr lvl="1">
              <a:lnSpc>
                <a:spcPct val="100000"/>
              </a:lnSpc>
              <a:buFont typeface="Wingdings" panose="05000000000000000000" pitchFamily="2" charset="2"/>
              <a:buChar char="§"/>
            </a:pPr>
            <a:r>
              <a:rPr lang="en-US" sz="2600" dirty="0"/>
              <a:t>Successful key distribution</a:t>
            </a:r>
          </a:p>
          <a:p>
            <a:pPr lvl="1">
              <a:lnSpc>
                <a:spcPct val="100000"/>
              </a:lnSpc>
              <a:buFont typeface="Wingdings" panose="05000000000000000000" pitchFamily="2" charset="2"/>
              <a:buChar char="§"/>
            </a:pPr>
            <a:r>
              <a:rPr lang="en-US" sz="2600" dirty="0"/>
              <a:t>Successful data encryption and decryption</a:t>
            </a:r>
          </a:p>
          <a:p>
            <a:pPr lvl="1">
              <a:lnSpc>
                <a:spcPct val="100000"/>
              </a:lnSpc>
              <a:buFont typeface="Wingdings" panose="05000000000000000000" pitchFamily="2" charset="2"/>
              <a:buChar char="§"/>
            </a:pPr>
            <a:r>
              <a:rPr lang="en-US" sz="2600" dirty="0"/>
              <a:t>Interceptor failing to identify the word</a:t>
            </a:r>
          </a:p>
        </p:txBody>
      </p:sp>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Activity - Rules</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69262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D6B5DCB6-4358-037D-2AAC-2F1B1119C128}"/>
                  </a:ext>
                </a:extLst>
              </p:cNvPr>
              <p:cNvSpPr>
                <a:spLocks noGrp="1"/>
              </p:cNvSpPr>
              <p:nvPr>
                <p:ph sz="half" idx="1"/>
              </p:nvPr>
            </p:nvSpPr>
            <p:spPr>
              <a:xfrm>
                <a:off x="220384" y="1511408"/>
                <a:ext cx="11743016" cy="4964007"/>
              </a:xfrm>
            </p:spPr>
            <p:txBody>
              <a:bodyPr/>
              <a:lstStyle/>
              <a:p>
                <a:pPr>
                  <a:lnSpc>
                    <a:spcPct val="100000"/>
                  </a:lnSpc>
                  <a:buFont typeface="Wingdings" panose="05000000000000000000" pitchFamily="2" charset="2"/>
                  <a:buChar char="§"/>
                </a:pPr>
                <a:r>
                  <a:rPr lang="en-US" sz="2800" b="1" dirty="0"/>
                  <a:t>Objective: encrypt and safely deliver the message without being hacked.</a:t>
                </a:r>
              </a:p>
              <a:p>
                <a:pPr>
                  <a:lnSpc>
                    <a:spcPct val="100000"/>
                  </a:lnSpc>
                  <a:buFont typeface="Wingdings" panose="05000000000000000000" pitchFamily="2" charset="2"/>
                  <a:buChar char="§"/>
                </a:pPr>
                <a:r>
                  <a:rPr lang="en-US" sz="2800" dirty="0"/>
                  <a:t>The encryption algorithm itself is simple:</a:t>
                </a:r>
              </a:p>
              <a:p>
                <a:pPr lvl="1">
                  <a:lnSpc>
                    <a:spcPct val="100000"/>
                  </a:lnSpc>
                  <a:buFont typeface="Wingdings" panose="05000000000000000000" pitchFamily="2" charset="2"/>
                  <a:buChar char="§"/>
                </a:pPr>
                <a:r>
                  <a:rPr lang="en-US" sz="2600" dirty="0"/>
                  <a:t>For each ODD letter in the word, the value of encryption key will be added to its ASCII code.</a:t>
                </a:r>
              </a:p>
              <a:p>
                <a:pPr lvl="1">
                  <a:lnSpc>
                    <a:spcPct val="100000"/>
                  </a:lnSpc>
                  <a:buFont typeface="Wingdings" panose="05000000000000000000" pitchFamily="2" charset="2"/>
                  <a:buChar char="§"/>
                </a:pPr>
                <a:r>
                  <a:rPr lang="en-US" sz="2600" dirty="0"/>
                  <a:t>For each EVEN letter in the word, the value of encryption key will be subtracted from its ASCII code.</a:t>
                </a:r>
              </a:p>
              <a:p>
                <a:pPr lvl="1">
                  <a:lnSpc>
                    <a:spcPct val="100000"/>
                  </a:lnSpc>
                  <a:buFont typeface="Wingdings" panose="05000000000000000000" pitchFamily="2" charset="2"/>
                  <a:buChar char="§"/>
                </a:pPr>
                <a:r>
                  <a:rPr lang="en-US" sz="2600" dirty="0"/>
                  <a:t>The word must only contain alphabets. The ASCII codes will be cycled from 65 to 91. Meaning after 91 comes 65 again.</a:t>
                </a:r>
              </a:p>
              <a:p>
                <a:pPr>
                  <a:lnSpc>
                    <a:spcPct val="100000"/>
                  </a:lnSpc>
                  <a:buFont typeface="Wingdings" panose="05000000000000000000" pitchFamily="2" charset="2"/>
                  <a:buChar char="§"/>
                </a:pPr>
                <a:r>
                  <a:rPr lang="en-US" sz="2800" dirty="0"/>
                  <a:t>The second last digit of SENDER’s enrolment no. is </a:t>
                </a:r>
                <a14:m>
                  <m:oMath xmlns:m="http://schemas.openxmlformats.org/officeDocument/2006/math">
                    <m:r>
                      <a:rPr lang="en-US" sz="2800" i="1" dirty="0" smtClean="0">
                        <a:latin typeface="Cambria Math" panose="02040503050406030204" pitchFamily="18" charset="0"/>
                      </a:rPr>
                      <m:t>𝑛</m:t>
                    </m:r>
                  </m:oMath>
                </a14:m>
                <a:r>
                  <a:rPr lang="en-US" sz="2800" dirty="0"/>
                  <a:t> and the last digit is </a:t>
                </a:r>
                <a14:m>
                  <m:oMath xmlns:m="http://schemas.openxmlformats.org/officeDocument/2006/math">
                    <m:r>
                      <a:rPr lang="en-US" sz="2800" i="1" dirty="0" smtClean="0">
                        <a:latin typeface="Cambria Math" panose="02040503050406030204" pitchFamily="18" charset="0"/>
                      </a:rPr>
                      <m:t>𝑚</m:t>
                    </m:r>
                  </m:oMath>
                </a14:m>
                <a:r>
                  <a:rPr lang="en-US" sz="2800" dirty="0"/>
                  <a:t>.</a:t>
                </a:r>
              </a:p>
            </p:txBody>
          </p:sp>
        </mc:Choice>
        <mc:Fallback>
          <p:sp>
            <p:nvSpPr>
              <p:cNvPr id="5" name="Content Placeholder 4">
                <a:extLst>
                  <a:ext uri="{FF2B5EF4-FFF2-40B4-BE49-F238E27FC236}">
                    <a16:creationId xmlns:a16="http://schemas.microsoft.com/office/drawing/2014/main" id="{D6B5DCB6-4358-037D-2AAC-2F1B1119C128}"/>
                  </a:ext>
                </a:extLst>
              </p:cNvPr>
              <p:cNvSpPr>
                <a:spLocks noGrp="1" noRot="1" noChangeAspect="1" noMove="1" noResize="1" noEditPoints="1" noAdjustHandles="1" noChangeArrowheads="1" noChangeShapeType="1" noTextEdit="1"/>
              </p:cNvSpPr>
              <p:nvPr>
                <p:ph sz="half" idx="1"/>
              </p:nvPr>
            </p:nvSpPr>
            <p:spPr>
              <a:xfrm>
                <a:off x="220384" y="1511408"/>
                <a:ext cx="11743016" cy="4964007"/>
              </a:xfrm>
              <a:blipFill>
                <a:blip r:embed="rId3"/>
                <a:stretch>
                  <a:fillRect l="-882" t="-1229" r="-363"/>
                </a:stretch>
              </a:blipFill>
            </p:spPr>
            <p:txBody>
              <a:bodyPr/>
              <a:lstStyle/>
              <a:p>
                <a:r>
                  <a:rPr lang="en-PK">
                    <a:noFill/>
                  </a:rPr>
                  <a:t> </a:t>
                </a:r>
              </a:p>
            </p:txBody>
          </p:sp>
        </mc:Fallback>
      </mc:AlternateContent>
      <p:sp>
        <p:nvSpPr>
          <p:cNvPr id="8" name="Rectangle 7">
            <a:extLst>
              <a:ext uri="{FF2B5EF4-FFF2-40B4-BE49-F238E27FC236}">
                <a16:creationId xmlns:a16="http://schemas.microsoft.com/office/drawing/2014/main" id="{FF8DF268-CC40-9C40-2D1C-E83401534CE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9" name="TextBox 8">
            <a:extLst>
              <a:ext uri="{FF2B5EF4-FFF2-40B4-BE49-F238E27FC236}">
                <a16:creationId xmlns:a16="http://schemas.microsoft.com/office/drawing/2014/main" id="{27EE95FA-7E6C-9450-66FD-4F118356AE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Activity - Scenario</a:t>
            </a:r>
          </a:p>
        </p:txBody>
      </p:sp>
      <p:sp>
        <p:nvSpPr>
          <p:cNvPr id="10" name="Rectangle 9">
            <a:extLst>
              <a:ext uri="{FF2B5EF4-FFF2-40B4-BE49-F238E27FC236}">
                <a16:creationId xmlns:a16="http://schemas.microsoft.com/office/drawing/2014/main" id="{0B48ACBE-0268-334C-943C-9619AC1598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11" name="Rectangle 10">
            <a:extLst>
              <a:ext uri="{FF2B5EF4-FFF2-40B4-BE49-F238E27FC236}">
                <a16:creationId xmlns:a16="http://schemas.microsoft.com/office/drawing/2014/main" id="{7B1ABC8C-8F12-48B3-9A07-8DF4518AA2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1735756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1940</TotalTime>
  <Words>1741</Words>
  <Application>Microsoft Office PowerPoint</Application>
  <PresentationFormat>Widescreen</PresentationFormat>
  <Paragraphs>213</Paragraphs>
  <Slides>18</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Calibri Light</vt:lpstr>
      <vt:lpstr>Cambria Math</vt:lpstr>
      <vt:lpstr>Cascadia Code Light</vt:lpstr>
      <vt:lpstr>roboto</vt:lpstr>
      <vt:lpstr>Trebuchet MS</vt:lpstr>
      <vt:lpstr>Wingdings</vt:lpstr>
      <vt:lpstr>Office Theme</vt:lpstr>
      <vt:lpstr>Web APPLICATION Development (111834)</vt:lpstr>
      <vt:lpstr>Agenda</vt:lpstr>
      <vt:lpstr>PowerPoint Presentation</vt:lpstr>
      <vt:lpstr>PowerPoint Presentation</vt:lpstr>
      <vt:lpstr>Sample 2</vt:lpstr>
      <vt:lpstr>Sample 2</vt:lpstr>
      <vt:lpstr>Sample 2</vt:lpstr>
      <vt:lpstr>PowerPoint Presentation</vt:lpstr>
      <vt:lpstr>PowerPoint Presentation</vt:lpstr>
      <vt:lpstr>Sample 2</vt:lpstr>
      <vt:lpstr>Sample 2</vt:lpstr>
      <vt:lpstr>Sample 2</vt:lpstr>
      <vt:lpstr>Sample 2</vt:lpstr>
      <vt:lpstr>Sample 2</vt:lpstr>
      <vt:lpstr>Sample 2</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165</cp:revision>
  <dcterms:created xsi:type="dcterms:W3CDTF">2022-11-22T20:08:03Z</dcterms:created>
  <dcterms:modified xsi:type="dcterms:W3CDTF">2023-03-06T10:20:32Z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