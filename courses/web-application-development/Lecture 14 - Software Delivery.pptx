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9"/>
  </p:notesMasterIdLst>
  <p:handoutMasterIdLst>
    <p:handoutMasterId r:id="rId30"/>
  </p:handoutMasterIdLst>
  <p:sldIdLst>
    <p:sldId id="2448" r:id="rId5"/>
    <p:sldId id="2462" r:id="rId6"/>
    <p:sldId id="2515" r:id="rId7"/>
    <p:sldId id="2521" r:id="rId8"/>
    <p:sldId id="2522" r:id="rId9"/>
    <p:sldId id="2523" r:id="rId10"/>
    <p:sldId id="2524" r:id="rId11"/>
    <p:sldId id="2525" r:id="rId12"/>
    <p:sldId id="2526" r:id="rId13"/>
    <p:sldId id="2527" r:id="rId14"/>
    <p:sldId id="2520" r:id="rId15"/>
    <p:sldId id="2528" r:id="rId16"/>
    <p:sldId id="2530" r:id="rId17"/>
    <p:sldId id="2529" r:id="rId18"/>
    <p:sldId id="2531" r:id="rId19"/>
    <p:sldId id="2533" r:id="rId20"/>
    <p:sldId id="2535" r:id="rId21"/>
    <p:sldId id="2537" r:id="rId22"/>
    <p:sldId id="2538" r:id="rId23"/>
    <p:sldId id="2539" r:id="rId24"/>
    <p:sldId id="2540" r:id="rId25"/>
    <p:sldId id="2541" r:id="rId26"/>
    <p:sldId id="2518" r:id="rId27"/>
    <p:sldId id="2436"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BABB05F-6717-40A7-973E-244C3D11866A}">
          <p14:sldIdLst>
            <p14:sldId id="2448"/>
            <p14:sldId id="2462"/>
            <p14:sldId id="2515"/>
            <p14:sldId id="2521"/>
            <p14:sldId id="2522"/>
            <p14:sldId id="2523"/>
            <p14:sldId id="2524"/>
            <p14:sldId id="2525"/>
            <p14:sldId id="2526"/>
            <p14:sldId id="2527"/>
            <p14:sldId id="2520"/>
            <p14:sldId id="2528"/>
            <p14:sldId id="2530"/>
            <p14:sldId id="2529"/>
            <p14:sldId id="2531"/>
            <p14:sldId id="2533"/>
            <p14:sldId id="2535"/>
            <p14:sldId id="2537"/>
            <p14:sldId id="2538"/>
            <p14:sldId id="2539"/>
            <p14:sldId id="2540"/>
            <p14:sldId id="2541"/>
            <p14:sldId id="2518"/>
            <p14:sldId id="2436"/>
          </p14:sldIdLst>
        </p14:section>
      </p14:sectionLst>
    </p:ext>
    <p:ext uri="{EFAFB233-063F-42B5-8137-9DF3F51BA10A}">
      <p15:sldGuideLst xmlns:p15="http://schemas.microsoft.com/office/powerpoint/2012/main">
        <p15:guide id="1" orient="horz" pos="1992" userDrawn="1">
          <p15:clr>
            <a:srgbClr val="A4A3A4"/>
          </p15:clr>
        </p15:guide>
        <p15:guide id="2" pos="3840" userDrawn="1">
          <p15:clr>
            <a:srgbClr val="A4A3A4"/>
          </p15:clr>
        </p15:guide>
        <p15:guide id="3" orient="horz" pos="141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01023B"/>
    <a:srgbClr val="898989"/>
    <a:srgbClr val="2F3342"/>
    <a:srgbClr val="A53F52"/>
    <a:srgbClr val="2C2153"/>
    <a:srgbClr val="E9975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42BB85-7404-46E0-9F4D-32A77FA23FBB}" v="13" dt="2023-06-08T08:22:43.281"/>
    <p1510:client id="{A55743FE-88C7-4A6A-9A5C-7D7AB39D62B0}" v="1888" dt="2023-06-08T07:26:35.966"/>
    <p1510:client id="{BB3CD2EA-10E7-4B7D-89DE-89241959B4B3}" v="7652" dt="2023-06-07T22:20:20.39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414" autoAdjust="0"/>
    <p:restoredTop sz="90957" autoAdjust="0"/>
  </p:normalViewPr>
  <p:slideViewPr>
    <p:cSldViewPr snapToGrid="0">
      <p:cViewPr varScale="1">
        <p:scale>
          <a:sx n="75" d="100"/>
          <a:sy n="75" d="100"/>
        </p:scale>
        <p:origin x="125" y="53"/>
      </p:cViewPr>
      <p:guideLst>
        <p:guide orient="horz" pos="1992"/>
        <p:guide pos="3840"/>
        <p:guide orient="horz" pos="1416"/>
      </p:guideLst>
    </p:cSldViewPr>
  </p:slideViewPr>
  <p:outlineViewPr>
    <p:cViewPr>
      <p:scale>
        <a:sx n="33" d="100"/>
        <a:sy n="33" d="100"/>
      </p:scale>
      <p:origin x="0" y="-5189"/>
    </p:cViewPr>
  </p:outlineViewPr>
  <p:notesTextViewPr>
    <p:cViewPr>
      <p:scale>
        <a:sx n="3" d="2"/>
        <a:sy n="3" d="2"/>
      </p:scale>
      <p:origin x="0" y="0"/>
    </p:cViewPr>
  </p:notesTextViewPr>
  <p:sorterViewPr>
    <p:cViewPr>
      <p:scale>
        <a:sx n="130" d="100"/>
        <a:sy n="130" d="100"/>
      </p:scale>
      <p:origin x="0" y="-8722"/>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 Id="rId35" Type="http://schemas.microsoft.com/office/2016/11/relationships/changesInfo" Target="changesInfos/changesInfo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wais Ahmed" userId="6abc7d4556b3b071" providerId="LiveId" clId="{BB3CD2EA-10E7-4B7D-89DE-89241959B4B3}"/>
    <pc:docChg chg="undo redo custSel addSld delSld modSld sldOrd delSection modSection">
      <pc:chgData name="Owais Ahmed" userId="6abc7d4556b3b071" providerId="LiveId" clId="{BB3CD2EA-10E7-4B7D-89DE-89241959B4B3}" dt="2023-06-07T22:20:20.394" v="8377" actId="20577"/>
      <pc:docMkLst>
        <pc:docMk/>
      </pc:docMkLst>
      <pc:sldChg chg="ord">
        <pc:chgData name="Owais Ahmed" userId="6abc7d4556b3b071" providerId="LiveId" clId="{BB3CD2EA-10E7-4B7D-89DE-89241959B4B3}" dt="2023-06-07T18:20:05.859" v="9"/>
        <pc:sldMkLst>
          <pc:docMk/>
          <pc:sldMk cId="927727573" sldId="2436"/>
        </pc:sldMkLst>
      </pc:sldChg>
      <pc:sldChg chg="modSp mod">
        <pc:chgData name="Owais Ahmed" userId="6abc7d4556b3b071" providerId="LiveId" clId="{BB3CD2EA-10E7-4B7D-89DE-89241959B4B3}" dt="2023-06-07T20:39:34.608" v="3214" actId="20577"/>
        <pc:sldMkLst>
          <pc:docMk/>
          <pc:sldMk cId="1649098948" sldId="2462"/>
        </pc:sldMkLst>
        <pc:spChg chg="mod">
          <ac:chgData name="Owais Ahmed" userId="6abc7d4556b3b071" providerId="LiveId" clId="{BB3CD2EA-10E7-4B7D-89DE-89241959B4B3}" dt="2023-06-07T20:39:34.608" v="3214" actId="20577"/>
          <ac:spMkLst>
            <pc:docMk/>
            <pc:sldMk cId="1649098948" sldId="2462"/>
            <ac:spMk id="6" creationId="{F3C89A40-EEAA-43AB-9A3A-B2CFDE450F1B}"/>
          </ac:spMkLst>
        </pc:spChg>
      </pc:sldChg>
      <pc:sldChg chg="ord modNotesTx">
        <pc:chgData name="Owais Ahmed" userId="6abc7d4556b3b071" providerId="LiveId" clId="{BB3CD2EA-10E7-4B7D-89DE-89241959B4B3}" dt="2023-06-07T19:16:58.304" v="1489" actId="404"/>
        <pc:sldMkLst>
          <pc:docMk/>
          <pc:sldMk cId="4001030377" sldId="2515"/>
        </pc:sldMkLst>
      </pc:sldChg>
      <pc:sldChg chg="modSp mod ord modAnim modNotesTx">
        <pc:chgData name="Owais Ahmed" userId="6abc7d4556b3b071" providerId="LiveId" clId="{BB3CD2EA-10E7-4B7D-89DE-89241959B4B3}" dt="2023-06-07T20:32:52.725" v="3079" actId="20577"/>
        <pc:sldMkLst>
          <pc:docMk/>
          <pc:sldMk cId="3984703614" sldId="2516"/>
        </pc:sldMkLst>
        <pc:spChg chg="mod">
          <ac:chgData name="Owais Ahmed" userId="6abc7d4556b3b071" providerId="LiveId" clId="{BB3CD2EA-10E7-4B7D-89DE-89241959B4B3}" dt="2023-06-07T20:32:52.725" v="3079" actId="20577"/>
          <ac:spMkLst>
            <pc:docMk/>
            <pc:sldMk cId="3984703614" sldId="2516"/>
            <ac:spMk id="3" creationId="{4A1C0383-58FE-E486-295E-B33B8683B938}"/>
          </ac:spMkLst>
        </pc:spChg>
      </pc:sldChg>
      <pc:sldChg chg="del ord modNotesTx">
        <pc:chgData name="Owais Ahmed" userId="6abc7d4556b3b071" providerId="LiveId" clId="{BB3CD2EA-10E7-4B7D-89DE-89241959B4B3}" dt="2023-06-07T18:58:06.850" v="413" actId="47"/>
        <pc:sldMkLst>
          <pc:docMk/>
          <pc:sldMk cId="2168097399" sldId="2517"/>
        </pc:sldMkLst>
      </pc:sldChg>
      <pc:sldChg chg="modSp mod ord modAnim modNotesTx">
        <pc:chgData name="Owais Ahmed" userId="6abc7d4556b3b071" providerId="LiveId" clId="{BB3CD2EA-10E7-4B7D-89DE-89241959B4B3}" dt="2023-06-07T20:34:16.652" v="3143" actId="20577"/>
        <pc:sldMkLst>
          <pc:docMk/>
          <pc:sldMk cId="1485904615" sldId="2518"/>
        </pc:sldMkLst>
        <pc:spChg chg="mod">
          <ac:chgData name="Owais Ahmed" userId="6abc7d4556b3b071" providerId="LiveId" clId="{BB3CD2EA-10E7-4B7D-89DE-89241959B4B3}" dt="2023-06-07T20:05:49.003" v="2663" actId="20577"/>
          <ac:spMkLst>
            <pc:docMk/>
            <pc:sldMk cId="1485904615" sldId="2518"/>
            <ac:spMk id="3" creationId="{4A1C0383-58FE-E486-295E-B33B8683B938}"/>
          </ac:spMkLst>
        </pc:spChg>
        <pc:spChg chg="mod">
          <ac:chgData name="Owais Ahmed" userId="6abc7d4556b3b071" providerId="LiveId" clId="{BB3CD2EA-10E7-4B7D-89DE-89241959B4B3}" dt="2023-06-07T20:34:16.652" v="3143" actId="20577"/>
          <ac:spMkLst>
            <pc:docMk/>
            <pc:sldMk cId="1485904615" sldId="2518"/>
            <ac:spMk id="215" creationId="{00000000-0000-0000-0000-000000000000}"/>
          </ac:spMkLst>
        </pc:spChg>
      </pc:sldChg>
      <pc:sldChg chg="modSp add mod ord addAnim delAnim modAnim modNotesTx">
        <pc:chgData name="Owais Ahmed" userId="6abc7d4556b3b071" providerId="LiveId" clId="{BB3CD2EA-10E7-4B7D-89DE-89241959B4B3}" dt="2023-06-07T20:40:03.646" v="3265" actId="20577"/>
        <pc:sldMkLst>
          <pc:docMk/>
          <pc:sldMk cId="2052478925" sldId="2519"/>
        </pc:sldMkLst>
        <pc:spChg chg="mod">
          <ac:chgData name="Owais Ahmed" userId="6abc7d4556b3b071" providerId="LiveId" clId="{BB3CD2EA-10E7-4B7D-89DE-89241959B4B3}" dt="2023-06-07T20:40:03.646" v="3265" actId="20577"/>
          <ac:spMkLst>
            <pc:docMk/>
            <pc:sldMk cId="2052478925" sldId="2519"/>
            <ac:spMk id="3" creationId="{4A1C0383-58FE-E486-295E-B33B8683B938}"/>
          </ac:spMkLst>
        </pc:spChg>
        <pc:spChg chg="mod">
          <ac:chgData name="Owais Ahmed" userId="6abc7d4556b3b071" providerId="LiveId" clId="{BB3CD2EA-10E7-4B7D-89DE-89241959B4B3}" dt="2023-06-07T19:03:29.029" v="966"/>
          <ac:spMkLst>
            <pc:docMk/>
            <pc:sldMk cId="2052478925" sldId="2519"/>
            <ac:spMk id="215" creationId="{00000000-0000-0000-0000-000000000000}"/>
          </ac:spMkLst>
        </pc:spChg>
      </pc:sldChg>
      <pc:sldChg chg="modSp add mod modAnim">
        <pc:chgData name="Owais Ahmed" userId="6abc7d4556b3b071" providerId="LiveId" clId="{BB3CD2EA-10E7-4B7D-89DE-89241959B4B3}" dt="2023-06-07T21:49:30.358" v="6845" actId="27636"/>
        <pc:sldMkLst>
          <pc:docMk/>
          <pc:sldMk cId="1911734787" sldId="2520"/>
        </pc:sldMkLst>
        <pc:spChg chg="mod">
          <ac:chgData name="Owais Ahmed" userId="6abc7d4556b3b071" providerId="LiveId" clId="{BB3CD2EA-10E7-4B7D-89DE-89241959B4B3}" dt="2023-06-07T21:49:30.358" v="6845" actId="27636"/>
          <ac:spMkLst>
            <pc:docMk/>
            <pc:sldMk cId="1911734787" sldId="2520"/>
            <ac:spMk id="3" creationId="{4A1C0383-58FE-E486-295E-B33B8683B938}"/>
          </ac:spMkLst>
        </pc:spChg>
      </pc:sldChg>
      <pc:sldChg chg="modSp add mod modAnim">
        <pc:chgData name="Owais Ahmed" userId="6abc7d4556b3b071" providerId="LiveId" clId="{BB3CD2EA-10E7-4B7D-89DE-89241959B4B3}" dt="2023-06-07T20:46:29.796" v="3976" actId="20577"/>
        <pc:sldMkLst>
          <pc:docMk/>
          <pc:sldMk cId="1498609015" sldId="2521"/>
        </pc:sldMkLst>
        <pc:spChg chg="mod">
          <ac:chgData name="Owais Ahmed" userId="6abc7d4556b3b071" providerId="LiveId" clId="{BB3CD2EA-10E7-4B7D-89DE-89241959B4B3}" dt="2023-06-07T20:46:29.796" v="3976" actId="20577"/>
          <ac:spMkLst>
            <pc:docMk/>
            <pc:sldMk cId="1498609015" sldId="2521"/>
            <ac:spMk id="3" creationId="{4A1C0383-58FE-E486-295E-B33B8683B938}"/>
          </ac:spMkLst>
        </pc:spChg>
        <pc:spChg chg="mod">
          <ac:chgData name="Owais Ahmed" userId="6abc7d4556b3b071" providerId="LiveId" clId="{BB3CD2EA-10E7-4B7D-89DE-89241959B4B3}" dt="2023-06-07T20:40:19.316" v="3293" actId="20577"/>
          <ac:spMkLst>
            <pc:docMk/>
            <pc:sldMk cId="1498609015" sldId="2521"/>
            <ac:spMk id="215" creationId="{00000000-0000-0000-0000-000000000000}"/>
          </ac:spMkLst>
        </pc:spChg>
      </pc:sldChg>
      <pc:sldChg chg="addSp delSp modSp add mod delAnim">
        <pc:chgData name="Owais Ahmed" userId="6abc7d4556b3b071" providerId="LiveId" clId="{BB3CD2EA-10E7-4B7D-89DE-89241959B4B3}" dt="2023-06-07T20:46:00.471" v="3891" actId="1076"/>
        <pc:sldMkLst>
          <pc:docMk/>
          <pc:sldMk cId="3076318124" sldId="2522"/>
        </pc:sldMkLst>
        <pc:spChg chg="del">
          <ac:chgData name="Owais Ahmed" userId="6abc7d4556b3b071" providerId="LiveId" clId="{BB3CD2EA-10E7-4B7D-89DE-89241959B4B3}" dt="2023-06-07T20:45:01.158" v="3883" actId="478"/>
          <ac:spMkLst>
            <pc:docMk/>
            <pc:sldMk cId="3076318124" sldId="2522"/>
            <ac:spMk id="3" creationId="{4A1C0383-58FE-E486-295E-B33B8683B938}"/>
          </ac:spMkLst>
        </pc:spChg>
        <pc:picChg chg="add del">
          <ac:chgData name="Owais Ahmed" userId="6abc7d4556b3b071" providerId="LiveId" clId="{BB3CD2EA-10E7-4B7D-89DE-89241959B4B3}" dt="2023-06-07T20:44:48.268" v="3881" actId="22"/>
          <ac:picMkLst>
            <pc:docMk/>
            <pc:sldMk cId="3076318124" sldId="2522"/>
            <ac:picMk id="5" creationId="{E3D601AA-07AA-A017-4A92-2C924EBA6769}"/>
          </ac:picMkLst>
        </pc:picChg>
        <pc:picChg chg="add mod">
          <ac:chgData name="Owais Ahmed" userId="6abc7d4556b3b071" providerId="LiveId" clId="{BB3CD2EA-10E7-4B7D-89DE-89241959B4B3}" dt="2023-06-07T20:45:58.440" v="3890" actId="1076"/>
          <ac:picMkLst>
            <pc:docMk/>
            <pc:sldMk cId="3076318124" sldId="2522"/>
            <ac:picMk id="7" creationId="{A7C1C6D2-3B4F-7E4B-DC63-192AECB18C90}"/>
          </ac:picMkLst>
        </pc:picChg>
        <pc:picChg chg="add mod modCrop">
          <ac:chgData name="Owais Ahmed" userId="6abc7d4556b3b071" providerId="LiveId" clId="{BB3CD2EA-10E7-4B7D-89DE-89241959B4B3}" dt="2023-06-07T20:46:00.471" v="3891" actId="1076"/>
          <ac:picMkLst>
            <pc:docMk/>
            <pc:sldMk cId="3076318124" sldId="2522"/>
            <ac:picMk id="9" creationId="{215CC8C9-3808-7AE7-CB8D-87559740D362}"/>
          </ac:picMkLst>
        </pc:picChg>
      </pc:sldChg>
      <pc:sldChg chg="addSp delSp modSp add mod ord modAnim">
        <pc:chgData name="Owais Ahmed" userId="6abc7d4556b3b071" providerId="LiveId" clId="{BB3CD2EA-10E7-4B7D-89DE-89241959B4B3}" dt="2023-06-07T20:52:33.133" v="4577" actId="20577"/>
        <pc:sldMkLst>
          <pc:docMk/>
          <pc:sldMk cId="3806833476" sldId="2523"/>
        </pc:sldMkLst>
        <pc:spChg chg="mod">
          <ac:chgData name="Owais Ahmed" userId="6abc7d4556b3b071" providerId="LiveId" clId="{BB3CD2EA-10E7-4B7D-89DE-89241959B4B3}" dt="2023-06-07T20:52:33.133" v="4577" actId="20577"/>
          <ac:spMkLst>
            <pc:docMk/>
            <pc:sldMk cId="3806833476" sldId="2523"/>
            <ac:spMk id="3" creationId="{4A1C0383-58FE-E486-295E-B33B8683B938}"/>
          </ac:spMkLst>
        </pc:spChg>
        <pc:picChg chg="add del">
          <ac:chgData name="Owais Ahmed" userId="6abc7d4556b3b071" providerId="LiveId" clId="{BB3CD2EA-10E7-4B7D-89DE-89241959B4B3}" dt="2023-06-07T20:48:10.958" v="4154" actId="478"/>
          <ac:picMkLst>
            <pc:docMk/>
            <pc:sldMk cId="3806833476" sldId="2523"/>
            <ac:picMk id="5" creationId="{4204D357-F2E7-CA5E-F17D-F1BF5E708759}"/>
          </ac:picMkLst>
        </pc:picChg>
        <pc:picChg chg="add mod ord">
          <ac:chgData name="Owais Ahmed" userId="6abc7d4556b3b071" providerId="LiveId" clId="{BB3CD2EA-10E7-4B7D-89DE-89241959B4B3}" dt="2023-06-07T20:51:14.909" v="4447" actId="166"/>
          <ac:picMkLst>
            <pc:docMk/>
            <pc:sldMk cId="3806833476" sldId="2523"/>
            <ac:picMk id="7" creationId="{00DFA45E-E503-4641-EF7B-8B8105D87175}"/>
          </ac:picMkLst>
        </pc:picChg>
        <pc:picChg chg="add mod">
          <ac:chgData name="Owais Ahmed" userId="6abc7d4556b3b071" providerId="LiveId" clId="{BB3CD2EA-10E7-4B7D-89DE-89241959B4B3}" dt="2023-06-07T20:51:19.390" v="4448" actId="1076"/>
          <ac:picMkLst>
            <pc:docMk/>
            <pc:sldMk cId="3806833476" sldId="2523"/>
            <ac:picMk id="9" creationId="{DD43AD68-5C53-50D8-BF9C-26CA2951431D}"/>
          </ac:picMkLst>
        </pc:picChg>
      </pc:sldChg>
      <pc:sldChg chg="delSp modSp add mod delAnim modAnim">
        <pc:chgData name="Owais Ahmed" userId="6abc7d4556b3b071" providerId="LiveId" clId="{BB3CD2EA-10E7-4B7D-89DE-89241959B4B3}" dt="2023-06-07T20:59:35.040" v="5048" actId="20577"/>
        <pc:sldMkLst>
          <pc:docMk/>
          <pc:sldMk cId="2703326997" sldId="2524"/>
        </pc:sldMkLst>
        <pc:spChg chg="mod">
          <ac:chgData name="Owais Ahmed" userId="6abc7d4556b3b071" providerId="LiveId" clId="{BB3CD2EA-10E7-4B7D-89DE-89241959B4B3}" dt="2023-06-07T20:59:35.040" v="5048" actId="20577"/>
          <ac:spMkLst>
            <pc:docMk/>
            <pc:sldMk cId="2703326997" sldId="2524"/>
            <ac:spMk id="3" creationId="{4A1C0383-58FE-E486-295E-B33B8683B938}"/>
          </ac:spMkLst>
        </pc:spChg>
        <pc:picChg chg="del">
          <ac:chgData name="Owais Ahmed" userId="6abc7d4556b3b071" providerId="LiveId" clId="{BB3CD2EA-10E7-4B7D-89DE-89241959B4B3}" dt="2023-06-07T20:52:39.278" v="4579" actId="478"/>
          <ac:picMkLst>
            <pc:docMk/>
            <pc:sldMk cId="2703326997" sldId="2524"/>
            <ac:picMk id="7" creationId="{00DFA45E-E503-4641-EF7B-8B8105D87175}"/>
          </ac:picMkLst>
        </pc:picChg>
        <pc:picChg chg="del">
          <ac:chgData name="Owais Ahmed" userId="6abc7d4556b3b071" providerId="LiveId" clId="{BB3CD2EA-10E7-4B7D-89DE-89241959B4B3}" dt="2023-06-07T20:52:40.594" v="4580" actId="478"/>
          <ac:picMkLst>
            <pc:docMk/>
            <pc:sldMk cId="2703326997" sldId="2524"/>
            <ac:picMk id="9" creationId="{DD43AD68-5C53-50D8-BF9C-26CA2951431D}"/>
          </ac:picMkLst>
        </pc:picChg>
      </pc:sldChg>
      <pc:sldChg chg="modSp add mod addAnim delAnim modAnim">
        <pc:chgData name="Owais Ahmed" userId="6abc7d4556b3b071" providerId="LiveId" clId="{BB3CD2EA-10E7-4B7D-89DE-89241959B4B3}" dt="2023-06-07T21:13:21.469" v="5518" actId="27636"/>
        <pc:sldMkLst>
          <pc:docMk/>
          <pc:sldMk cId="478407460" sldId="2525"/>
        </pc:sldMkLst>
        <pc:spChg chg="mod">
          <ac:chgData name="Owais Ahmed" userId="6abc7d4556b3b071" providerId="LiveId" clId="{BB3CD2EA-10E7-4B7D-89DE-89241959B4B3}" dt="2023-06-07T21:13:21.469" v="5518" actId="27636"/>
          <ac:spMkLst>
            <pc:docMk/>
            <pc:sldMk cId="478407460" sldId="2525"/>
            <ac:spMk id="3" creationId="{4A1C0383-58FE-E486-295E-B33B8683B938}"/>
          </ac:spMkLst>
        </pc:spChg>
      </pc:sldChg>
      <pc:sldChg chg="modSp add mod modAnim">
        <pc:chgData name="Owais Ahmed" userId="6abc7d4556b3b071" providerId="LiveId" clId="{BB3CD2EA-10E7-4B7D-89DE-89241959B4B3}" dt="2023-06-07T22:16:49.982" v="8240" actId="27636"/>
        <pc:sldMkLst>
          <pc:docMk/>
          <pc:sldMk cId="470220948" sldId="2526"/>
        </pc:sldMkLst>
        <pc:spChg chg="mod">
          <ac:chgData name="Owais Ahmed" userId="6abc7d4556b3b071" providerId="LiveId" clId="{BB3CD2EA-10E7-4B7D-89DE-89241959B4B3}" dt="2023-06-07T22:16:49.982" v="8240" actId="27636"/>
          <ac:spMkLst>
            <pc:docMk/>
            <pc:sldMk cId="470220948" sldId="2526"/>
            <ac:spMk id="3" creationId="{4A1C0383-58FE-E486-295E-B33B8683B938}"/>
          </ac:spMkLst>
        </pc:spChg>
      </pc:sldChg>
      <pc:sldChg chg="modSp add mod modAnim">
        <pc:chgData name="Owais Ahmed" userId="6abc7d4556b3b071" providerId="LiveId" clId="{BB3CD2EA-10E7-4B7D-89DE-89241959B4B3}" dt="2023-06-07T22:16:23.804" v="8210" actId="27636"/>
        <pc:sldMkLst>
          <pc:docMk/>
          <pc:sldMk cId="2308561236" sldId="2527"/>
        </pc:sldMkLst>
        <pc:spChg chg="mod">
          <ac:chgData name="Owais Ahmed" userId="6abc7d4556b3b071" providerId="LiveId" clId="{BB3CD2EA-10E7-4B7D-89DE-89241959B4B3}" dt="2023-06-07T22:16:23.804" v="8210" actId="27636"/>
          <ac:spMkLst>
            <pc:docMk/>
            <pc:sldMk cId="2308561236" sldId="2527"/>
            <ac:spMk id="3" creationId="{4A1C0383-58FE-E486-295E-B33B8683B938}"/>
          </ac:spMkLst>
        </pc:spChg>
      </pc:sldChg>
      <pc:sldChg chg="modSp add mod modAnim">
        <pc:chgData name="Owais Ahmed" userId="6abc7d4556b3b071" providerId="LiveId" clId="{BB3CD2EA-10E7-4B7D-89DE-89241959B4B3}" dt="2023-06-07T21:39:01.742" v="6566" actId="27636"/>
        <pc:sldMkLst>
          <pc:docMk/>
          <pc:sldMk cId="475937064" sldId="2528"/>
        </pc:sldMkLst>
        <pc:spChg chg="mod">
          <ac:chgData name="Owais Ahmed" userId="6abc7d4556b3b071" providerId="LiveId" clId="{BB3CD2EA-10E7-4B7D-89DE-89241959B4B3}" dt="2023-06-07T21:39:01.742" v="6566" actId="27636"/>
          <ac:spMkLst>
            <pc:docMk/>
            <pc:sldMk cId="475937064" sldId="2528"/>
            <ac:spMk id="3" creationId="{4A1C0383-58FE-E486-295E-B33B8683B938}"/>
          </ac:spMkLst>
        </pc:spChg>
      </pc:sldChg>
      <pc:sldChg chg="modSp add mod modAnim">
        <pc:chgData name="Owais Ahmed" userId="6abc7d4556b3b071" providerId="LiveId" clId="{BB3CD2EA-10E7-4B7D-89DE-89241959B4B3}" dt="2023-06-07T21:57:48.932" v="7225" actId="20577"/>
        <pc:sldMkLst>
          <pc:docMk/>
          <pc:sldMk cId="1195808722" sldId="2529"/>
        </pc:sldMkLst>
        <pc:spChg chg="mod">
          <ac:chgData name="Owais Ahmed" userId="6abc7d4556b3b071" providerId="LiveId" clId="{BB3CD2EA-10E7-4B7D-89DE-89241959B4B3}" dt="2023-06-07T21:57:48.932" v="7225" actId="20577"/>
          <ac:spMkLst>
            <pc:docMk/>
            <pc:sldMk cId="1195808722" sldId="2529"/>
            <ac:spMk id="3" creationId="{4A1C0383-58FE-E486-295E-B33B8683B938}"/>
          </ac:spMkLst>
        </pc:spChg>
      </pc:sldChg>
      <pc:sldChg chg="modSp add mod modAnim">
        <pc:chgData name="Owais Ahmed" userId="6abc7d4556b3b071" providerId="LiveId" clId="{BB3CD2EA-10E7-4B7D-89DE-89241959B4B3}" dt="2023-06-07T21:46:51.695" v="6843" actId="20577"/>
        <pc:sldMkLst>
          <pc:docMk/>
          <pc:sldMk cId="1612843597" sldId="2530"/>
        </pc:sldMkLst>
        <pc:spChg chg="mod">
          <ac:chgData name="Owais Ahmed" userId="6abc7d4556b3b071" providerId="LiveId" clId="{BB3CD2EA-10E7-4B7D-89DE-89241959B4B3}" dt="2023-06-07T21:46:51.695" v="6843" actId="20577"/>
          <ac:spMkLst>
            <pc:docMk/>
            <pc:sldMk cId="1612843597" sldId="2530"/>
            <ac:spMk id="3" creationId="{4A1C0383-58FE-E486-295E-B33B8683B938}"/>
          </ac:spMkLst>
        </pc:spChg>
      </pc:sldChg>
      <pc:sldChg chg="addSp modSp add mod modAnim">
        <pc:chgData name="Owais Ahmed" userId="6abc7d4556b3b071" providerId="LiveId" clId="{BB3CD2EA-10E7-4B7D-89DE-89241959B4B3}" dt="2023-06-07T22:05:28.419" v="7971"/>
        <pc:sldMkLst>
          <pc:docMk/>
          <pc:sldMk cId="467265299" sldId="2531"/>
        </pc:sldMkLst>
        <pc:spChg chg="mod">
          <ac:chgData name="Owais Ahmed" userId="6abc7d4556b3b071" providerId="LiveId" clId="{BB3CD2EA-10E7-4B7D-89DE-89241959B4B3}" dt="2023-06-07T22:05:22.018" v="7970" actId="20577"/>
          <ac:spMkLst>
            <pc:docMk/>
            <pc:sldMk cId="467265299" sldId="2531"/>
            <ac:spMk id="3" creationId="{4A1C0383-58FE-E486-295E-B33B8683B938}"/>
          </ac:spMkLst>
        </pc:spChg>
        <pc:picChg chg="add mod">
          <ac:chgData name="Owais Ahmed" userId="6abc7d4556b3b071" providerId="LiveId" clId="{BB3CD2EA-10E7-4B7D-89DE-89241959B4B3}" dt="2023-06-07T22:04:02.032" v="7923" actId="1076"/>
          <ac:picMkLst>
            <pc:docMk/>
            <pc:sldMk cId="467265299" sldId="2531"/>
            <ac:picMk id="1026" creationId="{56C7A1FB-815C-424B-909D-602C0F45533C}"/>
          </ac:picMkLst>
        </pc:picChg>
      </pc:sldChg>
      <pc:sldChg chg="modSp add mod ord modAnim">
        <pc:chgData name="Owais Ahmed" userId="6abc7d4556b3b071" providerId="LiveId" clId="{BB3CD2EA-10E7-4B7D-89DE-89241959B4B3}" dt="2023-06-07T22:20:20.394" v="8377" actId="20577"/>
        <pc:sldMkLst>
          <pc:docMk/>
          <pc:sldMk cId="1133534393" sldId="2532"/>
        </pc:sldMkLst>
        <pc:spChg chg="mod">
          <ac:chgData name="Owais Ahmed" userId="6abc7d4556b3b071" providerId="LiveId" clId="{BB3CD2EA-10E7-4B7D-89DE-89241959B4B3}" dt="2023-06-07T22:20:20.394" v="8377" actId="20577"/>
          <ac:spMkLst>
            <pc:docMk/>
            <pc:sldMk cId="1133534393" sldId="2532"/>
            <ac:spMk id="3" creationId="{4A1C0383-58FE-E486-295E-B33B8683B938}"/>
          </ac:spMkLst>
        </pc:spChg>
      </pc:sldChg>
    </pc:docChg>
  </pc:docChgLst>
  <pc:docChgLst>
    <pc:chgData name="Owais Ahmed" userId="6abc7d4556b3b071" providerId="LiveId" clId="{F2F5802D-354D-407D-8D81-A3C636993E9B}"/>
    <pc:docChg chg="undo redo custSel addSld modSld">
      <pc:chgData name="Owais Ahmed" userId="6abc7d4556b3b071" providerId="LiveId" clId="{F2F5802D-354D-407D-8D81-A3C636993E9B}" dt="2023-05-25T09:32:15.877" v="3973" actId="27636"/>
      <pc:docMkLst>
        <pc:docMk/>
      </pc:docMkLst>
      <pc:sldChg chg="modSp mod">
        <pc:chgData name="Owais Ahmed" userId="6abc7d4556b3b071" providerId="LiveId" clId="{F2F5802D-354D-407D-8D81-A3C636993E9B}" dt="2023-05-25T07:17:40.690" v="2369" actId="20577"/>
        <pc:sldMkLst>
          <pc:docMk/>
          <pc:sldMk cId="1649098948" sldId="2462"/>
        </pc:sldMkLst>
        <pc:spChg chg="mod">
          <ac:chgData name="Owais Ahmed" userId="6abc7d4556b3b071" providerId="LiveId" clId="{F2F5802D-354D-407D-8D81-A3C636993E9B}" dt="2023-05-25T07:17:40.690" v="2369" actId="20577"/>
          <ac:spMkLst>
            <pc:docMk/>
            <pc:sldMk cId="1649098948" sldId="2462"/>
            <ac:spMk id="6" creationId="{F3C89A40-EEAA-43AB-9A3A-B2CFDE450F1B}"/>
          </ac:spMkLst>
        </pc:spChg>
      </pc:sldChg>
      <pc:sldChg chg="modSp add mod modAnim">
        <pc:chgData name="Owais Ahmed" userId="6abc7d4556b3b071" providerId="LiveId" clId="{F2F5802D-354D-407D-8D81-A3C636993E9B}" dt="2023-05-25T09:32:15.877" v="3973" actId="27636"/>
        <pc:sldMkLst>
          <pc:docMk/>
          <pc:sldMk cId="2508916948" sldId="2508"/>
        </pc:sldMkLst>
        <pc:spChg chg="mod">
          <ac:chgData name="Owais Ahmed" userId="6abc7d4556b3b071" providerId="LiveId" clId="{F2F5802D-354D-407D-8D81-A3C636993E9B}" dt="2023-05-25T09:32:15.877" v="3973" actId="27636"/>
          <ac:spMkLst>
            <pc:docMk/>
            <pc:sldMk cId="2508916948" sldId="2508"/>
            <ac:spMk id="3" creationId="{4A1C0383-58FE-E486-295E-B33B8683B938}"/>
          </ac:spMkLst>
        </pc:spChg>
      </pc:sldChg>
      <pc:sldChg chg="modAnim">
        <pc:chgData name="Owais Ahmed" userId="6abc7d4556b3b071" providerId="LiveId" clId="{F2F5802D-354D-407D-8D81-A3C636993E9B}" dt="2023-05-25T07:08:41.865" v="2174"/>
        <pc:sldMkLst>
          <pc:docMk/>
          <pc:sldMk cId="1296916818" sldId="2519"/>
        </pc:sldMkLst>
      </pc:sldChg>
      <pc:sldChg chg="modAnim">
        <pc:chgData name="Owais Ahmed" userId="6abc7d4556b3b071" providerId="LiveId" clId="{F2F5802D-354D-407D-8D81-A3C636993E9B}" dt="2023-05-25T07:08:50.635" v="2175"/>
        <pc:sldMkLst>
          <pc:docMk/>
          <pc:sldMk cId="1014548738" sldId="2520"/>
        </pc:sldMkLst>
      </pc:sldChg>
      <pc:sldChg chg="modSp modAnim">
        <pc:chgData name="Owais Ahmed" userId="6abc7d4556b3b071" providerId="LiveId" clId="{F2F5802D-354D-407D-8D81-A3C636993E9B}" dt="2023-05-25T07:09:21.099" v="2177"/>
        <pc:sldMkLst>
          <pc:docMk/>
          <pc:sldMk cId="81605483" sldId="2523"/>
        </pc:sldMkLst>
        <pc:spChg chg="mod">
          <ac:chgData name="Owais Ahmed" userId="6abc7d4556b3b071" providerId="LiveId" clId="{F2F5802D-354D-407D-8D81-A3C636993E9B}" dt="2023-05-22T06:14:30.508" v="356" actId="20577"/>
          <ac:spMkLst>
            <pc:docMk/>
            <pc:sldMk cId="81605483" sldId="2523"/>
            <ac:spMk id="3" creationId="{4A1C0383-58FE-E486-295E-B33B8683B938}"/>
          </ac:spMkLst>
        </pc:spChg>
      </pc:sldChg>
      <pc:sldChg chg="addSp modSp add mod modAnim">
        <pc:chgData name="Owais Ahmed" userId="6abc7d4556b3b071" providerId="LiveId" clId="{F2F5802D-354D-407D-8D81-A3C636993E9B}" dt="2023-05-22T06:32:41.632" v="777" actId="20577"/>
        <pc:sldMkLst>
          <pc:docMk/>
          <pc:sldMk cId="601257443" sldId="2524"/>
        </pc:sldMkLst>
        <pc:spChg chg="mod">
          <ac:chgData name="Owais Ahmed" userId="6abc7d4556b3b071" providerId="LiveId" clId="{F2F5802D-354D-407D-8D81-A3C636993E9B}" dt="2023-05-22T06:32:41.632" v="777" actId="20577"/>
          <ac:spMkLst>
            <pc:docMk/>
            <pc:sldMk cId="601257443" sldId="2524"/>
            <ac:spMk id="3" creationId="{4A1C0383-58FE-E486-295E-B33B8683B938}"/>
          </ac:spMkLst>
        </pc:spChg>
        <pc:spChg chg="add mod">
          <ac:chgData name="Owais Ahmed" userId="6abc7d4556b3b071" providerId="LiveId" clId="{F2F5802D-354D-407D-8D81-A3C636993E9B}" dt="2023-05-22T06:29:29.990" v="569" actId="21"/>
          <ac:spMkLst>
            <pc:docMk/>
            <pc:sldMk cId="601257443" sldId="2524"/>
            <ac:spMk id="5" creationId="{9FA844E9-FC49-56DE-9B36-E953401DB884}"/>
          </ac:spMkLst>
        </pc:spChg>
      </pc:sldChg>
      <pc:sldChg chg="modSp modAnim">
        <pc:chgData name="Owais Ahmed" userId="6abc7d4556b3b071" providerId="LiveId" clId="{F2F5802D-354D-407D-8D81-A3C636993E9B}" dt="2023-05-25T08:37:45.733" v="3059"/>
        <pc:sldMkLst>
          <pc:docMk/>
          <pc:sldMk cId="875869451" sldId="2526"/>
        </pc:sldMkLst>
        <pc:spChg chg="mod">
          <ac:chgData name="Owais Ahmed" userId="6abc7d4556b3b071" providerId="LiveId" clId="{F2F5802D-354D-407D-8D81-A3C636993E9B}" dt="2023-05-25T08:37:45.733" v="3059"/>
          <ac:spMkLst>
            <pc:docMk/>
            <pc:sldMk cId="875869451" sldId="2526"/>
            <ac:spMk id="3" creationId="{4A1C0383-58FE-E486-295E-B33B8683B938}"/>
          </ac:spMkLst>
        </pc:spChg>
      </pc:sldChg>
      <pc:sldChg chg="modAnim">
        <pc:chgData name="Owais Ahmed" userId="6abc7d4556b3b071" providerId="LiveId" clId="{F2F5802D-354D-407D-8D81-A3C636993E9B}" dt="2023-05-25T07:09:30.657" v="2178"/>
        <pc:sldMkLst>
          <pc:docMk/>
          <pc:sldMk cId="4066448691" sldId="2527"/>
        </pc:sldMkLst>
      </pc:sldChg>
      <pc:sldChg chg="modSp mod modAnim">
        <pc:chgData name="Owais Ahmed" userId="6abc7d4556b3b071" providerId="LiveId" clId="{F2F5802D-354D-407D-8D81-A3C636993E9B}" dt="2023-05-25T08:37:38.200" v="3058" actId="27636"/>
        <pc:sldMkLst>
          <pc:docMk/>
          <pc:sldMk cId="2793464527" sldId="2528"/>
        </pc:sldMkLst>
        <pc:spChg chg="mod">
          <ac:chgData name="Owais Ahmed" userId="6abc7d4556b3b071" providerId="LiveId" clId="{F2F5802D-354D-407D-8D81-A3C636993E9B}" dt="2023-05-25T08:37:38.200" v="3058" actId="27636"/>
          <ac:spMkLst>
            <pc:docMk/>
            <pc:sldMk cId="2793464527" sldId="2528"/>
            <ac:spMk id="3" creationId="{4A1C0383-58FE-E486-295E-B33B8683B938}"/>
          </ac:spMkLst>
        </pc:spChg>
      </pc:sldChg>
      <pc:sldChg chg="modAnim">
        <pc:chgData name="Owais Ahmed" userId="6abc7d4556b3b071" providerId="LiveId" clId="{F2F5802D-354D-407D-8D81-A3C636993E9B}" dt="2023-05-25T07:09:37.119" v="2179"/>
        <pc:sldMkLst>
          <pc:docMk/>
          <pc:sldMk cId="1629157134" sldId="2529"/>
        </pc:sldMkLst>
      </pc:sldChg>
      <pc:sldChg chg="modAnim">
        <pc:chgData name="Owais Ahmed" userId="6abc7d4556b3b071" providerId="LiveId" clId="{F2F5802D-354D-407D-8D81-A3C636993E9B}" dt="2023-05-25T07:09:39.447" v="2180"/>
        <pc:sldMkLst>
          <pc:docMk/>
          <pc:sldMk cId="3744298312" sldId="2530"/>
        </pc:sldMkLst>
      </pc:sldChg>
      <pc:sldChg chg="modAnim">
        <pc:chgData name="Owais Ahmed" userId="6abc7d4556b3b071" providerId="LiveId" clId="{F2F5802D-354D-407D-8D81-A3C636993E9B}" dt="2023-05-25T07:09:42.805" v="2181"/>
        <pc:sldMkLst>
          <pc:docMk/>
          <pc:sldMk cId="1019156805" sldId="2531"/>
        </pc:sldMkLst>
      </pc:sldChg>
      <pc:sldChg chg="modAnim">
        <pc:chgData name="Owais Ahmed" userId="6abc7d4556b3b071" providerId="LiveId" clId="{F2F5802D-354D-407D-8D81-A3C636993E9B}" dt="2023-05-25T07:09:47.159" v="2182"/>
        <pc:sldMkLst>
          <pc:docMk/>
          <pc:sldMk cId="1746260340" sldId="2532"/>
        </pc:sldMkLst>
      </pc:sldChg>
      <pc:sldChg chg="modSp mod modAnim">
        <pc:chgData name="Owais Ahmed" userId="6abc7d4556b3b071" providerId="LiveId" clId="{F2F5802D-354D-407D-8D81-A3C636993E9B}" dt="2023-05-25T09:09:16.597" v="3474" actId="20577"/>
        <pc:sldMkLst>
          <pc:docMk/>
          <pc:sldMk cId="1841206640" sldId="2534"/>
        </pc:sldMkLst>
        <pc:spChg chg="mod">
          <ac:chgData name="Owais Ahmed" userId="6abc7d4556b3b071" providerId="LiveId" clId="{F2F5802D-354D-407D-8D81-A3C636993E9B}" dt="2023-05-25T09:09:16.597" v="3474" actId="20577"/>
          <ac:spMkLst>
            <pc:docMk/>
            <pc:sldMk cId="1841206640" sldId="2534"/>
            <ac:spMk id="3" creationId="{4A1C0383-58FE-E486-295E-B33B8683B938}"/>
          </ac:spMkLst>
        </pc:spChg>
      </pc:sldChg>
      <pc:sldChg chg="modSp">
        <pc:chgData name="Owais Ahmed" userId="6abc7d4556b3b071" providerId="LiveId" clId="{F2F5802D-354D-407D-8D81-A3C636993E9B}" dt="2023-05-25T09:06:40.678" v="3089" actId="20577"/>
        <pc:sldMkLst>
          <pc:docMk/>
          <pc:sldMk cId="3044777693" sldId="2536"/>
        </pc:sldMkLst>
        <pc:spChg chg="mod">
          <ac:chgData name="Owais Ahmed" userId="6abc7d4556b3b071" providerId="LiveId" clId="{F2F5802D-354D-407D-8D81-A3C636993E9B}" dt="2023-05-25T09:06:40.678" v="3089" actId="20577"/>
          <ac:spMkLst>
            <pc:docMk/>
            <pc:sldMk cId="3044777693" sldId="2536"/>
            <ac:spMk id="3" creationId="{4A1C0383-58FE-E486-295E-B33B8683B938}"/>
          </ac:spMkLst>
        </pc:spChg>
      </pc:sldChg>
      <pc:sldChg chg="modSp mod modAnim">
        <pc:chgData name="Owais Ahmed" userId="6abc7d4556b3b071" providerId="LiveId" clId="{F2F5802D-354D-407D-8D81-A3C636993E9B}" dt="2023-05-25T06:32:28.055" v="1398" actId="20577"/>
        <pc:sldMkLst>
          <pc:docMk/>
          <pc:sldMk cId="962106567" sldId="2537"/>
        </pc:sldMkLst>
        <pc:spChg chg="mod">
          <ac:chgData name="Owais Ahmed" userId="6abc7d4556b3b071" providerId="LiveId" clId="{F2F5802D-354D-407D-8D81-A3C636993E9B}" dt="2023-05-25T06:32:28.055" v="1398" actId="20577"/>
          <ac:spMkLst>
            <pc:docMk/>
            <pc:sldMk cId="962106567" sldId="2537"/>
            <ac:spMk id="3" creationId="{4A1C0383-58FE-E486-295E-B33B8683B938}"/>
          </ac:spMkLst>
        </pc:spChg>
      </pc:sldChg>
      <pc:sldChg chg="addSp modSp add mod modAnim">
        <pc:chgData name="Owais Ahmed" userId="6abc7d4556b3b071" providerId="LiveId" clId="{F2F5802D-354D-407D-8D81-A3C636993E9B}" dt="2023-05-25T07:12:56.270" v="2351"/>
        <pc:sldMkLst>
          <pc:docMk/>
          <pc:sldMk cId="818698008" sldId="2538"/>
        </pc:sldMkLst>
        <pc:spChg chg="mod">
          <ac:chgData name="Owais Ahmed" userId="6abc7d4556b3b071" providerId="LiveId" clId="{F2F5802D-354D-407D-8D81-A3C636993E9B}" dt="2023-05-25T07:12:51.649" v="2350" actId="27636"/>
          <ac:spMkLst>
            <pc:docMk/>
            <pc:sldMk cId="818698008" sldId="2538"/>
            <ac:spMk id="3" creationId="{4A1C0383-58FE-E486-295E-B33B8683B938}"/>
          </ac:spMkLst>
        </pc:spChg>
        <pc:spChg chg="add mod">
          <ac:chgData name="Owais Ahmed" userId="6abc7d4556b3b071" providerId="LiveId" clId="{F2F5802D-354D-407D-8D81-A3C636993E9B}" dt="2023-05-25T07:12:48.308" v="2348" actId="1076"/>
          <ac:spMkLst>
            <pc:docMk/>
            <pc:sldMk cId="818698008" sldId="2538"/>
            <ac:spMk id="5" creationId="{AF0E53FD-D06B-900F-EE80-3951D3129C9F}"/>
          </ac:spMkLst>
        </pc:spChg>
        <pc:spChg chg="mod">
          <ac:chgData name="Owais Ahmed" userId="6abc7d4556b3b071" providerId="LiveId" clId="{F2F5802D-354D-407D-8D81-A3C636993E9B}" dt="2023-05-25T06:32:43.772" v="1419" actId="20577"/>
          <ac:spMkLst>
            <pc:docMk/>
            <pc:sldMk cId="818698008" sldId="2538"/>
            <ac:spMk id="215" creationId="{00000000-0000-0000-0000-000000000000}"/>
          </ac:spMkLst>
        </pc:spChg>
      </pc:sldChg>
      <pc:sldChg chg="modSp add mod modAnim">
        <pc:chgData name="Owais Ahmed" userId="6abc7d4556b3b071" providerId="LiveId" clId="{F2F5802D-354D-407D-8D81-A3C636993E9B}" dt="2023-05-25T09:05:41.537" v="3084" actId="113"/>
        <pc:sldMkLst>
          <pc:docMk/>
          <pc:sldMk cId="2712496299" sldId="2539"/>
        </pc:sldMkLst>
        <pc:spChg chg="mod">
          <ac:chgData name="Owais Ahmed" userId="6abc7d4556b3b071" providerId="LiveId" clId="{F2F5802D-354D-407D-8D81-A3C636993E9B}" dt="2023-05-25T09:05:41.537" v="3084" actId="113"/>
          <ac:spMkLst>
            <pc:docMk/>
            <pc:sldMk cId="2712496299" sldId="2539"/>
            <ac:spMk id="3" creationId="{4A1C0383-58FE-E486-295E-B33B8683B938}"/>
          </ac:spMkLst>
        </pc:spChg>
        <pc:spChg chg="mod">
          <ac:chgData name="Owais Ahmed" userId="6abc7d4556b3b071" providerId="LiveId" clId="{F2F5802D-354D-407D-8D81-A3C636993E9B}" dt="2023-05-25T07:21:28.892" v="2728" actId="20577"/>
          <ac:spMkLst>
            <pc:docMk/>
            <pc:sldMk cId="2712496299" sldId="2539"/>
            <ac:spMk id="215" creationId="{00000000-0000-0000-0000-000000000000}"/>
          </ac:spMkLst>
        </pc:spChg>
      </pc:sldChg>
      <pc:sldChg chg="addSp delSp modSp add mod modAnim">
        <pc:chgData name="Owais Ahmed" userId="6abc7d4556b3b071" providerId="LiveId" clId="{F2F5802D-354D-407D-8D81-A3C636993E9B}" dt="2023-05-25T07:26:20.508" v="2786" actId="20577"/>
        <pc:sldMkLst>
          <pc:docMk/>
          <pc:sldMk cId="1660717226" sldId="2540"/>
        </pc:sldMkLst>
        <pc:spChg chg="mod">
          <ac:chgData name="Owais Ahmed" userId="6abc7d4556b3b071" providerId="LiveId" clId="{F2F5802D-354D-407D-8D81-A3C636993E9B}" dt="2023-05-25T07:20:04.909" v="2687" actId="20577"/>
          <ac:spMkLst>
            <pc:docMk/>
            <pc:sldMk cId="1660717226" sldId="2540"/>
            <ac:spMk id="3" creationId="{4A1C0383-58FE-E486-295E-B33B8683B938}"/>
          </ac:spMkLst>
        </pc:spChg>
        <pc:spChg chg="mod">
          <ac:chgData name="Owais Ahmed" userId="6abc7d4556b3b071" providerId="LiveId" clId="{F2F5802D-354D-407D-8D81-A3C636993E9B}" dt="2023-05-25T07:20:59.707" v="2711"/>
          <ac:spMkLst>
            <pc:docMk/>
            <pc:sldMk cId="1660717226" sldId="2540"/>
            <ac:spMk id="5" creationId="{AF0E53FD-D06B-900F-EE80-3951D3129C9F}"/>
          </ac:spMkLst>
        </pc:spChg>
        <pc:spChg chg="add del mod">
          <ac:chgData name="Owais Ahmed" userId="6abc7d4556b3b071" providerId="LiveId" clId="{F2F5802D-354D-407D-8D81-A3C636993E9B}" dt="2023-05-25T07:18:45.571" v="2502" actId="478"/>
          <ac:spMkLst>
            <pc:docMk/>
            <pc:sldMk cId="1660717226" sldId="2540"/>
            <ac:spMk id="6" creationId="{A12BB30C-02CA-79C4-86ED-EB93F07CBC59}"/>
          </ac:spMkLst>
        </pc:spChg>
        <pc:spChg chg="add del">
          <ac:chgData name="Owais Ahmed" userId="6abc7d4556b3b071" providerId="LiveId" clId="{F2F5802D-354D-407D-8D81-A3C636993E9B}" dt="2023-05-25T07:21:00.881" v="2712" actId="22"/>
          <ac:spMkLst>
            <pc:docMk/>
            <pc:sldMk cId="1660717226" sldId="2540"/>
            <ac:spMk id="8" creationId="{010214A6-6E21-2474-5131-630026FD85C3}"/>
          </ac:spMkLst>
        </pc:spChg>
        <pc:spChg chg="mod">
          <ac:chgData name="Owais Ahmed" userId="6abc7d4556b3b071" providerId="LiveId" clId="{F2F5802D-354D-407D-8D81-A3C636993E9B}" dt="2023-05-25T07:26:20.508" v="2786" actId="20577"/>
          <ac:spMkLst>
            <pc:docMk/>
            <pc:sldMk cId="1660717226" sldId="2540"/>
            <ac:spMk id="215" creationId="{00000000-0000-0000-0000-000000000000}"/>
          </ac:spMkLst>
        </pc:spChg>
      </pc:sldChg>
      <pc:sldChg chg="add">
        <pc:chgData name="Owais Ahmed" userId="6abc7d4556b3b071" providerId="LiveId" clId="{F2F5802D-354D-407D-8D81-A3C636993E9B}" dt="2023-05-25T07:20:11.163" v="2688" actId="2890"/>
        <pc:sldMkLst>
          <pc:docMk/>
          <pc:sldMk cId="747134569" sldId="2541"/>
        </pc:sldMkLst>
      </pc:sldChg>
      <pc:sldChg chg="addSp delSp modSp add mod modAnim">
        <pc:chgData name="Owais Ahmed" userId="6abc7d4556b3b071" providerId="LiveId" clId="{F2F5802D-354D-407D-8D81-A3C636993E9B}" dt="2023-05-25T07:27:54.469" v="3053" actId="20577"/>
        <pc:sldMkLst>
          <pc:docMk/>
          <pc:sldMk cId="2657552081" sldId="2542"/>
        </pc:sldMkLst>
        <pc:spChg chg="mod">
          <ac:chgData name="Owais Ahmed" userId="6abc7d4556b3b071" providerId="LiveId" clId="{F2F5802D-354D-407D-8D81-A3C636993E9B}" dt="2023-05-25T07:27:54.469" v="3053" actId="20577"/>
          <ac:spMkLst>
            <pc:docMk/>
            <pc:sldMk cId="2657552081" sldId="2542"/>
            <ac:spMk id="3" creationId="{4A1C0383-58FE-E486-295E-B33B8683B938}"/>
          </ac:spMkLst>
        </pc:spChg>
        <pc:spChg chg="mod">
          <ac:chgData name="Owais Ahmed" userId="6abc7d4556b3b071" providerId="LiveId" clId="{F2F5802D-354D-407D-8D81-A3C636993E9B}" dt="2023-05-25T07:27:20.529" v="2910" actId="1076"/>
          <ac:spMkLst>
            <pc:docMk/>
            <pc:sldMk cId="2657552081" sldId="2542"/>
            <ac:spMk id="5" creationId="{AF0E53FD-D06B-900F-EE80-3951D3129C9F}"/>
          </ac:spMkLst>
        </pc:spChg>
        <pc:spChg chg="add del mod">
          <ac:chgData name="Owais Ahmed" userId="6abc7d4556b3b071" providerId="LiveId" clId="{F2F5802D-354D-407D-8D81-A3C636993E9B}" dt="2023-05-25T07:27:16.354" v="2909" actId="478"/>
          <ac:spMkLst>
            <pc:docMk/>
            <pc:sldMk cId="2657552081" sldId="2542"/>
            <ac:spMk id="6" creationId="{C093E565-106C-7086-3378-A1BC4772F49A}"/>
          </ac:spMkLst>
        </pc:spChg>
        <pc:spChg chg="mod">
          <ac:chgData name="Owais Ahmed" userId="6abc7d4556b3b071" providerId="LiveId" clId="{F2F5802D-354D-407D-8D81-A3C636993E9B}" dt="2023-05-25T07:26:28.245" v="2802" actId="20577"/>
          <ac:spMkLst>
            <pc:docMk/>
            <pc:sldMk cId="2657552081" sldId="2542"/>
            <ac:spMk id="215" creationId="{00000000-0000-0000-0000-000000000000}"/>
          </ac:spMkLst>
        </pc:spChg>
      </pc:sldChg>
      <pc:sldChg chg="delSp modSp add mod delAnim modAnim">
        <pc:chgData name="Owais Ahmed" userId="6abc7d4556b3b071" providerId="LiveId" clId="{F2F5802D-354D-407D-8D81-A3C636993E9B}" dt="2023-05-25T09:14:12.838" v="3808" actId="20577"/>
        <pc:sldMkLst>
          <pc:docMk/>
          <pc:sldMk cId="864876933" sldId="2543"/>
        </pc:sldMkLst>
        <pc:spChg chg="mod">
          <ac:chgData name="Owais Ahmed" userId="6abc7d4556b3b071" providerId="LiveId" clId="{F2F5802D-354D-407D-8D81-A3C636993E9B}" dt="2023-05-25T09:14:12.838" v="3808" actId="20577"/>
          <ac:spMkLst>
            <pc:docMk/>
            <pc:sldMk cId="864876933" sldId="2543"/>
            <ac:spMk id="3" creationId="{4A1C0383-58FE-E486-295E-B33B8683B938}"/>
          </ac:spMkLst>
        </pc:spChg>
        <pc:spChg chg="del">
          <ac:chgData name="Owais Ahmed" userId="6abc7d4556b3b071" providerId="LiveId" clId="{F2F5802D-354D-407D-8D81-A3C636993E9B}" dt="2023-05-25T09:10:00.716" v="3478" actId="478"/>
          <ac:spMkLst>
            <pc:docMk/>
            <pc:sldMk cId="864876933" sldId="2543"/>
            <ac:spMk id="5" creationId="{AF0E53FD-D06B-900F-EE80-3951D3129C9F}"/>
          </ac:spMkLst>
        </pc:spChg>
      </pc:sldChg>
    </pc:docChg>
  </pc:docChgLst>
  <pc:docChgLst>
    <pc:chgData name="Owais Ahmed" userId="6abc7d4556b3b071" providerId="LiveId" clId="{DC2C46C7-22A2-4A3D-883F-7F049058F57D}"/>
    <pc:docChg chg="undo redo custSel addSld delSld modSld sldOrd">
      <pc:chgData name="Owais Ahmed" userId="6abc7d4556b3b071" providerId="LiveId" clId="{DC2C46C7-22A2-4A3D-883F-7F049058F57D}" dt="2023-05-25T16:46:17.745" v="11075"/>
      <pc:docMkLst>
        <pc:docMk/>
      </pc:docMkLst>
      <pc:sldChg chg="modSp mod">
        <pc:chgData name="Owais Ahmed" userId="6abc7d4556b3b071" providerId="LiveId" clId="{DC2C46C7-22A2-4A3D-883F-7F049058F57D}" dt="2023-05-24T17:08:26.839" v="9219" actId="20577"/>
        <pc:sldMkLst>
          <pc:docMk/>
          <pc:sldMk cId="1649098948" sldId="2462"/>
        </pc:sldMkLst>
        <pc:spChg chg="mod">
          <ac:chgData name="Owais Ahmed" userId="6abc7d4556b3b071" providerId="LiveId" clId="{DC2C46C7-22A2-4A3D-883F-7F049058F57D}" dt="2023-05-24T17:08:26.839" v="9219" actId="20577"/>
          <ac:spMkLst>
            <pc:docMk/>
            <pc:sldMk cId="1649098948" sldId="2462"/>
            <ac:spMk id="6" creationId="{F3C89A40-EEAA-43AB-9A3A-B2CFDE450F1B}"/>
          </ac:spMkLst>
        </pc:spChg>
      </pc:sldChg>
      <pc:sldChg chg="modSp mod modAnim">
        <pc:chgData name="Owais Ahmed" userId="6abc7d4556b3b071" providerId="LiveId" clId="{DC2C46C7-22A2-4A3D-883F-7F049058F57D}" dt="2023-05-20T19:10:39.335" v="1249" actId="20577"/>
        <pc:sldMkLst>
          <pc:docMk/>
          <pc:sldMk cId="4001030377" sldId="2515"/>
        </pc:sldMkLst>
        <pc:spChg chg="mod">
          <ac:chgData name="Owais Ahmed" userId="6abc7d4556b3b071" providerId="LiveId" clId="{DC2C46C7-22A2-4A3D-883F-7F049058F57D}" dt="2023-05-20T19:10:39.335" v="1249" actId="20577"/>
          <ac:spMkLst>
            <pc:docMk/>
            <pc:sldMk cId="4001030377" sldId="2515"/>
            <ac:spMk id="3" creationId="{4A1C0383-58FE-E486-295E-B33B8683B938}"/>
          </ac:spMkLst>
        </pc:spChg>
        <pc:spChg chg="mod">
          <ac:chgData name="Owais Ahmed" userId="6abc7d4556b3b071" providerId="LiveId" clId="{DC2C46C7-22A2-4A3D-883F-7F049058F57D}" dt="2023-05-20T19:03:04.761" v="122" actId="20577"/>
          <ac:spMkLst>
            <pc:docMk/>
            <pc:sldMk cId="4001030377" sldId="2515"/>
            <ac:spMk id="215" creationId="{00000000-0000-0000-0000-000000000000}"/>
          </ac:spMkLst>
        </pc:spChg>
      </pc:sldChg>
      <pc:sldChg chg="modSp add mod modAnim">
        <pc:chgData name="Owais Ahmed" userId="6abc7d4556b3b071" providerId="LiveId" clId="{DC2C46C7-22A2-4A3D-883F-7F049058F57D}" dt="2023-05-20T19:10:23.998" v="1239" actId="20577"/>
        <pc:sldMkLst>
          <pc:docMk/>
          <pc:sldMk cId="1506516009" sldId="2516"/>
        </pc:sldMkLst>
        <pc:spChg chg="mod">
          <ac:chgData name="Owais Ahmed" userId="6abc7d4556b3b071" providerId="LiveId" clId="{DC2C46C7-22A2-4A3D-883F-7F049058F57D}" dt="2023-05-20T19:10:23.998" v="1239" actId="20577"/>
          <ac:spMkLst>
            <pc:docMk/>
            <pc:sldMk cId="1506516009" sldId="2516"/>
            <ac:spMk id="3" creationId="{4A1C0383-58FE-E486-295E-B33B8683B938}"/>
          </ac:spMkLst>
        </pc:spChg>
        <pc:spChg chg="mod">
          <ac:chgData name="Owais Ahmed" userId="6abc7d4556b3b071" providerId="LiveId" clId="{DC2C46C7-22A2-4A3D-883F-7F049058F57D}" dt="2023-05-20T19:06:53.558" v="780" actId="20577"/>
          <ac:spMkLst>
            <pc:docMk/>
            <pc:sldMk cId="1506516009" sldId="2516"/>
            <ac:spMk id="215" creationId="{00000000-0000-0000-0000-000000000000}"/>
          </ac:spMkLst>
        </pc:spChg>
      </pc:sldChg>
      <pc:sldChg chg="modSp add mod modAnim">
        <pc:chgData name="Owais Ahmed" userId="6abc7d4556b3b071" providerId="LiveId" clId="{DC2C46C7-22A2-4A3D-883F-7F049058F57D}" dt="2023-05-20T19:38:07.749" v="4010" actId="20577"/>
        <pc:sldMkLst>
          <pc:docMk/>
          <pc:sldMk cId="3601543426" sldId="2517"/>
        </pc:sldMkLst>
        <pc:spChg chg="mod">
          <ac:chgData name="Owais Ahmed" userId="6abc7d4556b3b071" providerId="LiveId" clId="{DC2C46C7-22A2-4A3D-883F-7F049058F57D}" dt="2023-05-20T19:38:07.749" v="4010" actId="20577"/>
          <ac:spMkLst>
            <pc:docMk/>
            <pc:sldMk cId="3601543426" sldId="2517"/>
            <ac:spMk id="3" creationId="{4A1C0383-58FE-E486-295E-B33B8683B938}"/>
          </ac:spMkLst>
        </pc:spChg>
        <pc:spChg chg="mod">
          <ac:chgData name="Owais Ahmed" userId="6abc7d4556b3b071" providerId="LiveId" clId="{DC2C46C7-22A2-4A3D-883F-7F049058F57D}" dt="2023-05-20T19:27:36.346" v="3149" actId="6549"/>
          <ac:spMkLst>
            <pc:docMk/>
            <pc:sldMk cId="3601543426" sldId="2517"/>
            <ac:spMk id="215" creationId="{00000000-0000-0000-0000-000000000000}"/>
          </ac:spMkLst>
        </pc:spChg>
      </pc:sldChg>
      <pc:sldChg chg="modSp add mod modAnim">
        <pc:chgData name="Owais Ahmed" userId="6abc7d4556b3b071" providerId="LiveId" clId="{DC2C46C7-22A2-4A3D-883F-7F049058F57D}" dt="2023-05-20T19:38:26.935" v="4012" actId="20577"/>
        <pc:sldMkLst>
          <pc:docMk/>
          <pc:sldMk cId="2871443556" sldId="2518"/>
        </pc:sldMkLst>
        <pc:spChg chg="mod">
          <ac:chgData name="Owais Ahmed" userId="6abc7d4556b3b071" providerId="LiveId" clId="{DC2C46C7-22A2-4A3D-883F-7F049058F57D}" dt="2023-05-20T19:38:26.935" v="4012" actId="20577"/>
          <ac:spMkLst>
            <pc:docMk/>
            <pc:sldMk cId="2871443556" sldId="2518"/>
            <ac:spMk id="3" creationId="{4A1C0383-58FE-E486-295E-B33B8683B938}"/>
          </ac:spMkLst>
        </pc:spChg>
        <pc:spChg chg="mod">
          <ac:chgData name="Owais Ahmed" userId="6abc7d4556b3b071" providerId="LiveId" clId="{DC2C46C7-22A2-4A3D-883F-7F049058F57D}" dt="2023-05-20T19:30:29.044" v="3479" actId="20577"/>
          <ac:spMkLst>
            <pc:docMk/>
            <pc:sldMk cId="2871443556" sldId="2518"/>
            <ac:spMk id="215" creationId="{00000000-0000-0000-0000-000000000000}"/>
          </ac:spMkLst>
        </pc:spChg>
      </pc:sldChg>
      <pc:sldChg chg="modSp add mod modAnim">
        <pc:chgData name="Owais Ahmed" userId="6abc7d4556b3b071" providerId="LiveId" clId="{DC2C46C7-22A2-4A3D-883F-7F049058F57D}" dt="2023-05-20T19:42:41.448" v="4448" actId="20577"/>
        <pc:sldMkLst>
          <pc:docMk/>
          <pc:sldMk cId="1296916818" sldId="2519"/>
        </pc:sldMkLst>
        <pc:spChg chg="mod">
          <ac:chgData name="Owais Ahmed" userId="6abc7d4556b3b071" providerId="LiveId" clId="{DC2C46C7-22A2-4A3D-883F-7F049058F57D}" dt="2023-05-20T19:42:41.448" v="4448" actId="20577"/>
          <ac:spMkLst>
            <pc:docMk/>
            <pc:sldMk cId="1296916818" sldId="2519"/>
            <ac:spMk id="3" creationId="{4A1C0383-58FE-E486-295E-B33B8683B938}"/>
          </ac:spMkLst>
        </pc:spChg>
      </pc:sldChg>
      <pc:sldChg chg="modSp add mod modAnim">
        <pc:chgData name="Owais Ahmed" userId="6abc7d4556b3b071" providerId="LiveId" clId="{DC2C46C7-22A2-4A3D-883F-7F049058F57D}" dt="2023-05-20T20:13:48.997" v="5782" actId="33524"/>
        <pc:sldMkLst>
          <pc:docMk/>
          <pc:sldMk cId="1014548738" sldId="2520"/>
        </pc:sldMkLst>
        <pc:spChg chg="mod">
          <ac:chgData name="Owais Ahmed" userId="6abc7d4556b3b071" providerId="LiveId" clId="{DC2C46C7-22A2-4A3D-883F-7F049058F57D}" dt="2023-05-20T20:13:48.997" v="5782" actId="33524"/>
          <ac:spMkLst>
            <pc:docMk/>
            <pc:sldMk cId="1014548738" sldId="2520"/>
            <ac:spMk id="3" creationId="{4A1C0383-58FE-E486-295E-B33B8683B938}"/>
          </ac:spMkLst>
        </pc:spChg>
        <pc:spChg chg="mod">
          <ac:chgData name="Owais Ahmed" userId="6abc7d4556b3b071" providerId="LiveId" clId="{DC2C46C7-22A2-4A3D-883F-7F049058F57D}" dt="2023-05-20T19:53:01.605" v="5101"/>
          <ac:spMkLst>
            <pc:docMk/>
            <pc:sldMk cId="1014548738" sldId="2520"/>
            <ac:spMk id="215" creationId="{00000000-0000-0000-0000-000000000000}"/>
          </ac:spMkLst>
        </pc:spChg>
      </pc:sldChg>
      <pc:sldChg chg="addSp delSp modSp add mod delAnim modAnim">
        <pc:chgData name="Owais Ahmed" userId="6abc7d4556b3b071" providerId="LiveId" clId="{DC2C46C7-22A2-4A3D-883F-7F049058F57D}" dt="2023-05-20T20:19:04.569" v="5937" actId="1076"/>
        <pc:sldMkLst>
          <pc:docMk/>
          <pc:sldMk cId="2203886764" sldId="2521"/>
        </pc:sldMkLst>
        <pc:spChg chg="del mod">
          <ac:chgData name="Owais Ahmed" userId="6abc7d4556b3b071" providerId="LiveId" clId="{DC2C46C7-22A2-4A3D-883F-7F049058F57D}" dt="2023-05-20T20:15:13.842" v="5786" actId="478"/>
          <ac:spMkLst>
            <pc:docMk/>
            <pc:sldMk cId="2203886764" sldId="2521"/>
            <ac:spMk id="3" creationId="{4A1C0383-58FE-E486-295E-B33B8683B938}"/>
          </ac:spMkLst>
        </pc:spChg>
        <pc:spChg chg="mod">
          <ac:chgData name="Owais Ahmed" userId="6abc7d4556b3b071" providerId="LiveId" clId="{DC2C46C7-22A2-4A3D-883F-7F049058F57D}" dt="2023-05-20T19:57:48.465" v="5556" actId="20577"/>
          <ac:spMkLst>
            <pc:docMk/>
            <pc:sldMk cId="2203886764" sldId="2521"/>
            <ac:spMk id="215" creationId="{00000000-0000-0000-0000-000000000000}"/>
          </ac:spMkLst>
        </pc:spChg>
        <pc:graphicFrameChg chg="add del mod modGraphic">
          <ac:chgData name="Owais Ahmed" userId="6abc7d4556b3b071" providerId="LiveId" clId="{DC2C46C7-22A2-4A3D-883F-7F049058F57D}" dt="2023-05-20T20:14:00.592" v="5783" actId="478"/>
          <ac:graphicFrameMkLst>
            <pc:docMk/>
            <pc:sldMk cId="2203886764" sldId="2521"/>
            <ac:graphicFrameMk id="4" creationId="{212CDD64-700A-8493-850D-74C4ECB1D9A5}"/>
          </ac:graphicFrameMkLst>
        </pc:graphicFrameChg>
        <pc:graphicFrameChg chg="add mod ord modGraphic">
          <ac:chgData name="Owais Ahmed" userId="6abc7d4556b3b071" providerId="LiveId" clId="{DC2C46C7-22A2-4A3D-883F-7F049058F57D}" dt="2023-05-20T20:19:04.569" v="5937" actId="1076"/>
          <ac:graphicFrameMkLst>
            <pc:docMk/>
            <pc:sldMk cId="2203886764" sldId="2521"/>
            <ac:graphicFrameMk id="5" creationId="{10D08672-FFE7-A6C7-D504-A88D452BD615}"/>
          </ac:graphicFrameMkLst>
        </pc:graphicFrameChg>
      </pc:sldChg>
      <pc:sldChg chg="modSp add mod ord modAnim">
        <pc:chgData name="Owais Ahmed" userId="6abc7d4556b3b071" providerId="LiveId" clId="{DC2C46C7-22A2-4A3D-883F-7F049058F57D}" dt="2023-05-20T21:00:56.584" v="6192" actId="20577"/>
        <pc:sldMkLst>
          <pc:docMk/>
          <pc:sldMk cId="2803296191" sldId="2522"/>
        </pc:sldMkLst>
        <pc:spChg chg="mod">
          <ac:chgData name="Owais Ahmed" userId="6abc7d4556b3b071" providerId="LiveId" clId="{DC2C46C7-22A2-4A3D-883F-7F049058F57D}" dt="2023-05-20T21:00:56.584" v="6192" actId="20577"/>
          <ac:spMkLst>
            <pc:docMk/>
            <pc:sldMk cId="2803296191" sldId="2522"/>
            <ac:spMk id="3" creationId="{4A1C0383-58FE-E486-295E-B33B8683B938}"/>
          </ac:spMkLst>
        </pc:spChg>
      </pc:sldChg>
      <pc:sldChg chg="modSp add mod ord modAnim">
        <pc:chgData name="Owais Ahmed" userId="6abc7d4556b3b071" providerId="LiveId" clId="{DC2C46C7-22A2-4A3D-883F-7F049058F57D}" dt="2023-05-25T16:46:17.745" v="11075"/>
        <pc:sldMkLst>
          <pc:docMk/>
          <pc:sldMk cId="81605483" sldId="2523"/>
        </pc:sldMkLst>
        <pc:spChg chg="mod">
          <ac:chgData name="Owais Ahmed" userId="6abc7d4556b3b071" providerId="LiveId" clId="{DC2C46C7-22A2-4A3D-883F-7F049058F57D}" dt="2023-05-21T07:23:17.275" v="6197" actId="20577"/>
          <ac:spMkLst>
            <pc:docMk/>
            <pc:sldMk cId="81605483" sldId="2523"/>
            <ac:spMk id="3" creationId="{4A1C0383-58FE-E486-295E-B33B8683B938}"/>
          </ac:spMkLst>
        </pc:spChg>
        <pc:spChg chg="mod">
          <ac:chgData name="Owais Ahmed" userId="6abc7d4556b3b071" providerId="LiveId" clId="{DC2C46C7-22A2-4A3D-883F-7F049058F57D}" dt="2023-05-21T07:23:13.383" v="6194"/>
          <ac:spMkLst>
            <pc:docMk/>
            <pc:sldMk cId="81605483" sldId="2523"/>
            <ac:spMk id="215" creationId="{00000000-0000-0000-0000-000000000000}"/>
          </ac:spMkLst>
        </pc:spChg>
      </pc:sldChg>
      <pc:sldChg chg="addSp delSp modSp mod modAnim modNotesTx">
        <pc:chgData name="Owais Ahmed" userId="6abc7d4556b3b071" providerId="LiveId" clId="{DC2C46C7-22A2-4A3D-883F-7F049058F57D}" dt="2023-05-24T16:36:30.133" v="7039" actId="20577"/>
        <pc:sldMkLst>
          <pc:docMk/>
          <pc:sldMk cId="601257443" sldId="2524"/>
        </pc:sldMkLst>
        <pc:spChg chg="mod">
          <ac:chgData name="Owais Ahmed" userId="6abc7d4556b3b071" providerId="LiveId" clId="{DC2C46C7-22A2-4A3D-883F-7F049058F57D}" dt="2023-05-24T16:29:32.390" v="6407" actId="20577"/>
          <ac:spMkLst>
            <pc:docMk/>
            <pc:sldMk cId="601257443" sldId="2524"/>
            <ac:spMk id="3" creationId="{4A1C0383-58FE-E486-295E-B33B8683B938}"/>
          </ac:spMkLst>
        </pc:spChg>
        <pc:spChg chg="del mod">
          <ac:chgData name="Owais Ahmed" userId="6abc7d4556b3b071" providerId="LiveId" clId="{DC2C46C7-22A2-4A3D-883F-7F049058F57D}" dt="2023-05-24T16:29:09.792" v="6404" actId="478"/>
          <ac:spMkLst>
            <pc:docMk/>
            <pc:sldMk cId="601257443" sldId="2524"/>
            <ac:spMk id="5" creationId="{9FA844E9-FC49-56DE-9B36-E953401DB884}"/>
          </ac:spMkLst>
        </pc:spChg>
        <pc:spChg chg="add mod">
          <ac:chgData name="Owais Ahmed" userId="6abc7d4556b3b071" providerId="LiveId" clId="{DC2C46C7-22A2-4A3D-883F-7F049058F57D}" dt="2023-05-24T16:35:52.133" v="6860" actId="20577"/>
          <ac:spMkLst>
            <pc:docMk/>
            <pc:sldMk cId="601257443" sldId="2524"/>
            <ac:spMk id="6" creationId="{7F1216D1-AF96-87A8-9DF8-873D5E92B973}"/>
          </ac:spMkLst>
        </pc:spChg>
      </pc:sldChg>
      <pc:sldChg chg="modSp add del mod modAnim">
        <pc:chgData name="Owais Ahmed" userId="6abc7d4556b3b071" providerId="LiveId" clId="{DC2C46C7-22A2-4A3D-883F-7F049058F57D}" dt="2023-05-24T16:26:08.217" v="6383" actId="2696"/>
        <pc:sldMkLst>
          <pc:docMk/>
          <pc:sldMk cId="1844657545" sldId="2525"/>
        </pc:sldMkLst>
        <pc:spChg chg="mod">
          <ac:chgData name="Owais Ahmed" userId="6abc7d4556b3b071" providerId="LiveId" clId="{DC2C46C7-22A2-4A3D-883F-7F049058F57D}" dt="2023-05-24T16:06:06.436" v="6307" actId="20577"/>
          <ac:spMkLst>
            <pc:docMk/>
            <pc:sldMk cId="1844657545" sldId="2525"/>
            <ac:spMk id="3" creationId="{4A1C0383-58FE-E486-295E-B33B8683B938}"/>
          </ac:spMkLst>
        </pc:spChg>
      </pc:sldChg>
      <pc:sldChg chg="new del">
        <pc:chgData name="Owais Ahmed" userId="6abc7d4556b3b071" providerId="LiveId" clId="{DC2C46C7-22A2-4A3D-883F-7F049058F57D}" dt="2023-05-24T16:05:18.175" v="6273" actId="680"/>
        <pc:sldMkLst>
          <pc:docMk/>
          <pc:sldMk cId="444764039" sldId="2526"/>
        </pc:sldMkLst>
      </pc:sldChg>
      <pc:sldChg chg="modSp add mod modAnim">
        <pc:chgData name="Owais Ahmed" userId="6abc7d4556b3b071" providerId="LiveId" clId="{DC2C46C7-22A2-4A3D-883F-7F049058F57D}" dt="2023-05-24T17:51:09.560" v="9629" actId="20577"/>
        <pc:sldMkLst>
          <pc:docMk/>
          <pc:sldMk cId="875869451" sldId="2526"/>
        </pc:sldMkLst>
        <pc:spChg chg="mod">
          <ac:chgData name="Owais Ahmed" userId="6abc7d4556b3b071" providerId="LiveId" clId="{DC2C46C7-22A2-4A3D-883F-7F049058F57D}" dt="2023-05-24T17:51:09.560" v="9629" actId="20577"/>
          <ac:spMkLst>
            <pc:docMk/>
            <pc:sldMk cId="875869451" sldId="2526"/>
            <ac:spMk id="3" creationId="{4A1C0383-58FE-E486-295E-B33B8683B938}"/>
          </ac:spMkLst>
        </pc:spChg>
      </pc:sldChg>
      <pc:sldChg chg="new del">
        <pc:chgData name="Owais Ahmed" userId="6abc7d4556b3b071" providerId="LiveId" clId="{DC2C46C7-22A2-4A3D-883F-7F049058F57D}" dt="2023-05-24T16:05:15.438" v="6271" actId="680"/>
        <pc:sldMkLst>
          <pc:docMk/>
          <pc:sldMk cId="2330573932" sldId="2526"/>
        </pc:sldMkLst>
      </pc:sldChg>
      <pc:sldChg chg="modSp add del ord modAnim">
        <pc:chgData name="Owais Ahmed" userId="6abc7d4556b3b071" providerId="LiveId" clId="{DC2C46C7-22A2-4A3D-883F-7F049058F57D}" dt="2023-05-24T16:05:01.209" v="6269" actId="47"/>
        <pc:sldMkLst>
          <pc:docMk/>
          <pc:sldMk cId="3354252069" sldId="2526"/>
        </pc:sldMkLst>
        <pc:spChg chg="mod">
          <ac:chgData name="Owais Ahmed" userId="6abc7d4556b3b071" providerId="LiveId" clId="{DC2C46C7-22A2-4A3D-883F-7F049058F57D}" dt="2023-05-24T16:04:54.578" v="6268" actId="20577"/>
          <ac:spMkLst>
            <pc:docMk/>
            <pc:sldMk cId="3354252069" sldId="2526"/>
            <ac:spMk id="3" creationId="{4A1C0383-58FE-E486-295E-B33B8683B938}"/>
          </ac:spMkLst>
        </pc:spChg>
      </pc:sldChg>
      <pc:sldChg chg="addSp delSp modSp add mod ord addAnim delAnim modAnim modNotesTx">
        <pc:chgData name="Owais Ahmed" userId="6abc7d4556b3b071" providerId="LiveId" clId="{DC2C46C7-22A2-4A3D-883F-7F049058F57D}" dt="2023-05-24T16:39:16.156" v="7224" actId="404"/>
        <pc:sldMkLst>
          <pc:docMk/>
          <pc:sldMk cId="4066448691" sldId="2527"/>
        </pc:sldMkLst>
        <pc:spChg chg="add del">
          <ac:chgData name="Owais Ahmed" userId="6abc7d4556b3b071" providerId="LiveId" clId="{DC2C46C7-22A2-4A3D-883F-7F049058F57D}" dt="2023-05-24T16:34:23.348" v="6858" actId="478"/>
          <ac:spMkLst>
            <pc:docMk/>
            <pc:sldMk cId="4066448691" sldId="2527"/>
            <ac:spMk id="3" creationId="{4A1C0383-58FE-E486-295E-B33B8683B938}"/>
          </ac:spMkLst>
        </pc:spChg>
        <pc:spChg chg="add mod">
          <ac:chgData name="Owais Ahmed" userId="6abc7d4556b3b071" providerId="LiveId" clId="{DC2C46C7-22A2-4A3D-883F-7F049058F57D}" dt="2023-05-24T16:39:16.156" v="7224" actId="404"/>
          <ac:spMkLst>
            <pc:docMk/>
            <pc:sldMk cId="4066448691" sldId="2527"/>
            <ac:spMk id="5" creationId="{CE8F3F05-E07D-C27A-CA80-3EC783A1F7CF}"/>
          </ac:spMkLst>
        </pc:spChg>
        <pc:spChg chg="del">
          <ac:chgData name="Owais Ahmed" userId="6abc7d4556b3b071" providerId="LiveId" clId="{DC2C46C7-22A2-4A3D-883F-7F049058F57D}" dt="2023-05-24T16:34:30.060" v="6859" actId="478"/>
          <ac:spMkLst>
            <pc:docMk/>
            <pc:sldMk cId="4066448691" sldId="2527"/>
            <ac:spMk id="6" creationId="{7F1216D1-AF96-87A8-9DF8-873D5E92B973}"/>
          </ac:spMkLst>
        </pc:spChg>
        <pc:spChg chg="add del mod">
          <ac:chgData name="Owais Ahmed" userId="6abc7d4556b3b071" providerId="LiveId" clId="{DC2C46C7-22A2-4A3D-883F-7F049058F57D}" dt="2023-05-24T16:39:15.214" v="7222"/>
          <ac:spMkLst>
            <pc:docMk/>
            <pc:sldMk cId="4066448691" sldId="2527"/>
            <ac:spMk id="7" creationId="{E7534808-DC0C-4012-CD9A-83122C72DAA8}"/>
          </ac:spMkLst>
        </pc:spChg>
        <pc:spChg chg="mod">
          <ac:chgData name="Owais Ahmed" userId="6abc7d4556b3b071" providerId="LiveId" clId="{DC2C46C7-22A2-4A3D-883F-7F049058F57D}" dt="2023-05-24T16:34:06.521" v="6855" actId="20577"/>
          <ac:spMkLst>
            <pc:docMk/>
            <pc:sldMk cId="4066448691" sldId="2527"/>
            <ac:spMk id="215" creationId="{00000000-0000-0000-0000-000000000000}"/>
          </ac:spMkLst>
        </pc:spChg>
      </pc:sldChg>
      <pc:sldChg chg="modSp add mod ord modAnim">
        <pc:chgData name="Owais Ahmed" userId="6abc7d4556b3b071" providerId="LiveId" clId="{DC2C46C7-22A2-4A3D-883F-7F049058F57D}" dt="2023-05-24T17:51:20.976" v="9633" actId="20577"/>
        <pc:sldMkLst>
          <pc:docMk/>
          <pc:sldMk cId="2793464527" sldId="2528"/>
        </pc:sldMkLst>
        <pc:spChg chg="mod">
          <ac:chgData name="Owais Ahmed" userId="6abc7d4556b3b071" providerId="LiveId" clId="{DC2C46C7-22A2-4A3D-883F-7F049058F57D}" dt="2023-05-24T17:51:20.976" v="9633" actId="20577"/>
          <ac:spMkLst>
            <pc:docMk/>
            <pc:sldMk cId="2793464527" sldId="2528"/>
            <ac:spMk id="3" creationId="{4A1C0383-58FE-E486-295E-B33B8683B938}"/>
          </ac:spMkLst>
        </pc:spChg>
        <pc:spChg chg="mod">
          <ac:chgData name="Owais Ahmed" userId="6abc7d4556b3b071" providerId="LiveId" clId="{DC2C46C7-22A2-4A3D-883F-7F049058F57D}" dt="2023-05-24T16:39:31.387" v="7229" actId="20577"/>
          <ac:spMkLst>
            <pc:docMk/>
            <pc:sldMk cId="2793464527" sldId="2528"/>
            <ac:spMk id="215" creationId="{00000000-0000-0000-0000-000000000000}"/>
          </ac:spMkLst>
        </pc:spChg>
      </pc:sldChg>
      <pc:sldChg chg="modSp add mod ord modNotesTx">
        <pc:chgData name="Owais Ahmed" userId="6abc7d4556b3b071" providerId="LiveId" clId="{DC2C46C7-22A2-4A3D-883F-7F049058F57D}" dt="2023-05-24T17:56:19.205" v="9900" actId="20577"/>
        <pc:sldMkLst>
          <pc:docMk/>
          <pc:sldMk cId="1629157134" sldId="2529"/>
        </pc:sldMkLst>
        <pc:spChg chg="mod">
          <ac:chgData name="Owais Ahmed" userId="6abc7d4556b3b071" providerId="LiveId" clId="{DC2C46C7-22A2-4A3D-883F-7F049058F57D}" dt="2023-05-24T17:55:26.863" v="9866" actId="9"/>
          <ac:spMkLst>
            <pc:docMk/>
            <pc:sldMk cId="1629157134" sldId="2529"/>
            <ac:spMk id="5" creationId="{CE8F3F05-E07D-C27A-CA80-3EC783A1F7CF}"/>
          </ac:spMkLst>
        </pc:spChg>
        <pc:spChg chg="mod">
          <ac:chgData name="Owais Ahmed" userId="6abc7d4556b3b071" providerId="LiveId" clId="{DC2C46C7-22A2-4A3D-883F-7F049058F57D}" dt="2023-05-24T16:55:53.178" v="7549" actId="20577"/>
          <ac:spMkLst>
            <pc:docMk/>
            <pc:sldMk cId="1629157134" sldId="2529"/>
            <ac:spMk id="215" creationId="{00000000-0000-0000-0000-000000000000}"/>
          </ac:spMkLst>
        </pc:spChg>
      </pc:sldChg>
      <pc:sldChg chg="del">
        <pc:chgData name="Owais Ahmed" userId="6abc7d4556b3b071" providerId="LiveId" clId="{DC2C46C7-22A2-4A3D-883F-7F049058F57D}" dt="2023-05-20T19:01:44.080" v="58" actId="47"/>
        <pc:sldMkLst>
          <pc:docMk/>
          <pc:sldMk cId="2129901203" sldId="2530"/>
        </pc:sldMkLst>
      </pc:sldChg>
      <pc:sldChg chg="modSp add mod">
        <pc:chgData name="Owais Ahmed" userId="6abc7d4556b3b071" providerId="LiveId" clId="{DC2C46C7-22A2-4A3D-883F-7F049058F57D}" dt="2023-05-24T17:53:57.125" v="9861" actId="6549"/>
        <pc:sldMkLst>
          <pc:docMk/>
          <pc:sldMk cId="3744298312" sldId="2530"/>
        </pc:sldMkLst>
        <pc:spChg chg="mod">
          <ac:chgData name="Owais Ahmed" userId="6abc7d4556b3b071" providerId="LiveId" clId="{DC2C46C7-22A2-4A3D-883F-7F049058F57D}" dt="2023-05-24T17:53:57.125" v="9861" actId="6549"/>
          <ac:spMkLst>
            <pc:docMk/>
            <pc:sldMk cId="3744298312" sldId="2530"/>
            <ac:spMk id="5" creationId="{CE8F3F05-E07D-C27A-CA80-3EC783A1F7CF}"/>
          </ac:spMkLst>
        </pc:spChg>
        <pc:spChg chg="mod">
          <ac:chgData name="Owais Ahmed" userId="6abc7d4556b3b071" providerId="LiveId" clId="{DC2C46C7-22A2-4A3D-883F-7F049058F57D}" dt="2023-05-24T16:58:50.896" v="7765" actId="20577"/>
          <ac:spMkLst>
            <pc:docMk/>
            <pc:sldMk cId="3744298312" sldId="2530"/>
            <ac:spMk id="215" creationId="{00000000-0000-0000-0000-000000000000}"/>
          </ac:spMkLst>
        </pc:spChg>
      </pc:sldChg>
      <pc:sldChg chg="modSp add mod modNotesTx">
        <pc:chgData name="Owais Ahmed" userId="6abc7d4556b3b071" providerId="LiveId" clId="{DC2C46C7-22A2-4A3D-883F-7F049058F57D}" dt="2023-05-24T17:54:40.086" v="9863" actId="20577"/>
        <pc:sldMkLst>
          <pc:docMk/>
          <pc:sldMk cId="1019156805" sldId="2531"/>
        </pc:sldMkLst>
        <pc:spChg chg="mod">
          <ac:chgData name="Owais Ahmed" userId="6abc7d4556b3b071" providerId="LiveId" clId="{DC2C46C7-22A2-4A3D-883F-7F049058F57D}" dt="2023-05-24T17:54:00.381" v="9862" actId="6549"/>
          <ac:spMkLst>
            <pc:docMk/>
            <pc:sldMk cId="1019156805" sldId="2531"/>
            <ac:spMk id="5" creationId="{CE8F3F05-E07D-C27A-CA80-3EC783A1F7CF}"/>
          </ac:spMkLst>
        </pc:spChg>
        <pc:spChg chg="mod">
          <ac:chgData name="Owais Ahmed" userId="6abc7d4556b3b071" providerId="LiveId" clId="{DC2C46C7-22A2-4A3D-883F-7F049058F57D}" dt="2023-05-24T16:59:16.203" v="7773" actId="20577"/>
          <ac:spMkLst>
            <pc:docMk/>
            <pc:sldMk cId="1019156805" sldId="2531"/>
            <ac:spMk id="215" creationId="{00000000-0000-0000-0000-000000000000}"/>
          </ac:spMkLst>
        </pc:spChg>
      </pc:sldChg>
      <pc:sldChg chg="del">
        <pc:chgData name="Owais Ahmed" userId="6abc7d4556b3b071" providerId="LiveId" clId="{DC2C46C7-22A2-4A3D-883F-7F049058F57D}" dt="2023-05-20T19:01:43.941" v="57" actId="47"/>
        <pc:sldMkLst>
          <pc:docMk/>
          <pc:sldMk cId="3132135952" sldId="2531"/>
        </pc:sldMkLst>
      </pc:sldChg>
      <pc:sldChg chg="addSp modSp add mod modAnim">
        <pc:chgData name="Owais Ahmed" userId="6abc7d4556b3b071" providerId="LiveId" clId="{DC2C46C7-22A2-4A3D-883F-7F049058F57D}" dt="2023-05-24T17:53:25.273" v="9856" actId="20577"/>
        <pc:sldMkLst>
          <pc:docMk/>
          <pc:sldMk cId="1746260340" sldId="2532"/>
        </pc:sldMkLst>
        <pc:spChg chg="mod">
          <ac:chgData name="Owais Ahmed" userId="6abc7d4556b3b071" providerId="LiveId" clId="{DC2C46C7-22A2-4A3D-883F-7F049058F57D}" dt="2023-05-24T17:53:25.273" v="9856" actId="20577"/>
          <ac:spMkLst>
            <pc:docMk/>
            <pc:sldMk cId="1746260340" sldId="2532"/>
            <ac:spMk id="3" creationId="{4A1C0383-58FE-E486-295E-B33B8683B938}"/>
          </ac:spMkLst>
        </pc:spChg>
        <pc:spChg chg="add mod">
          <ac:chgData name="Owais Ahmed" userId="6abc7d4556b3b071" providerId="LiveId" clId="{DC2C46C7-22A2-4A3D-883F-7F049058F57D}" dt="2023-05-24T17:53:04.159" v="9758" actId="403"/>
          <ac:spMkLst>
            <pc:docMk/>
            <pc:sldMk cId="1746260340" sldId="2532"/>
            <ac:spMk id="5" creationId="{611A9468-5EF1-CE3C-6B89-706C0101C17B}"/>
          </ac:spMkLst>
        </pc:spChg>
        <pc:spChg chg="mod">
          <ac:chgData name="Owais Ahmed" userId="6abc7d4556b3b071" providerId="LiveId" clId="{DC2C46C7-22A2-4A3D-883F-7F049058F57D}" dt="2023-05-24T17:51:55.351" v="9635"/>
          <ac:spMkLst>
            <pc:docMk/>
            <pc:sldMk cId="1746260340" sldId="2532"/>
            <ac:spMk id="215" creationId="{00000000-0000-0000-0000-000000000000}"/>
          </ac:spMkLst>
        </pc:spChg>
      </pc:sldChg>
      <pc:sldChg chg="modSp add del mod ord">
        <pc:chgData name="Owais Ahmed" userId="6abc7d4556b3b071" providerId="LiveId" clId="{DC2C46C7-22A2-4A3D-883F-7F049058F57D}" dt="2023-05-24T16:59:59.561" v="7798" actId="47"/>
        <pc:sldMkLst>
          <pc:docMk/>
          <pc:sldMk cId="2253517571" sldId="2532"/>
        </pc:sldMkLst>
        <pc:spChg chg="mod">
          <ac:chgData name="Owais Ahmed" userId="6abc7d4556b3b071" providerId="LiveId" clId="{DC2C46C7-22A2-4A3D-883F-7F049058F57D}" dt="2023-05-24T16:59:49.883" v="7796" actId="20577"/>
          <ac:spMkLst>
            <pc:docMk/>
            <pc:sldMk cId="2253517571" sldId="2532"/>
            <ac:spMk id="215" creationId="{00000000-0000-0000-0000-000000000000}"/>
          </ac:spMkLst>
        </pc:spChg>
      </pc:sldChg>
      <pc:sldChg chg="del">
        <pc:chgData name="Owais Ahmed" userId="6abc7d4556b3b071" providerId="LiveId" clId="{DC2C46C7-22A2-4A3D-883F-7F049058F57D}" dt="2023-05-20T19:01:44.241" v="59" actId="47"/>
        <pc:sldMkLst>
          <pc:docMk/>
          <pc:sldMk cId="3060833738" sldId="2532"/>
        </pc:sldMkLst>
      </pc:sldChg>
      <pc:sldChg chg="modSp add mod modAnim">
        <pc:chgData name="Owais Ahmed" userId="6abc7d4556b3b071" providerId="LiveId" clId="{DC2C46C7-22A2-4A3D-883F-7F049058F57D}" dt="2023-05-24T17:10:28.082" v="9469" actId="20577"/>
        <pc:sldMkLst>
          <pc:docMk/>
          <pc:sldMk cId="1928162152" sldId="2533"/>
        </pc:sldMkLst>
        <pc:spChg chg="mod">
          <ac:chgData name="Owais Ahmed" userId="6abc7d4556b3b071" providerId="LiveId" clId="{DC2C46C7-22A2-4A3D-883F-7F049058F57D}" dt="2023-05-24T17:10:28.082" v="9469" actId="20577"/>
          <ac:spMkLst>
            <pc:docMk/>
            <pc:sldMk cId="1928162152" sldId="2533"/>
            <ac:spMk id="3" creationId="{4A1C0383-58FE-E486-295E-B33B8683B938}"/>
          </ac:spMkLst>
        </pc:spChg>
        <pc:spChg chg="mod">
          <ac:chgData name="Owais Ahmed" userId="6abc7d4556b3b071" providerId="LiveId" clId="{DC2C46C7-22A2-4A3D-883F-7F049058F57D}" dt="2023-05-24T17:08:33.650" v="9223" actId="20577"/>
          <ac:spMkLst>
            <pc:docMk/>
            <pc:sldMk cId="1928162152" sldId="2533"/>
            <ac:spMk id="215" creationId="{00000000-0000-0000-0000-000000000000}"/>
          </ac:spMkLst>
        </pc:spChg>
      </pc:sldChg>
      <pc:sldChg chg="del">
        <pc:chgData name="Owais Ahmed" userId="6abc7d4556b3b071" providerId="LiveId" clId="{DC2C46C7-22A2-4A3D-883F-7F049058F57D}" dt="2023-05-20T19:01:44.570" v="61" actId="47"/>
        <pc:sldMkLst>
          <pc:docMk/>
          <pc:sldMk cId="2353601686" sldId="2533"/>
        </pc:sldMkLst>
      </pc:sldChg>
      <pc:sldChg chg="modSp add del modAnim">
        <pc:chgData name="Owais Ahmed" userId="6abc7d4556b3b071" providerId="LiveId" clId="{DC2C46C7-22A2-4A3D-883F-7F049058F57D}" dt="2023-05-24T17:00:04.094" v="7800" actId="47"/>
        <pc:sldMkLst>
          <pc:docMk/>
          <pc:sldMk cId="3717021017" sldId="2533"/>
        </pc:sldMkLst>
        <pc:spChg chg="mod">
          <ac:chgData name="Owais Ahmed" userId="6abc7d4556b3b071" providerId="LiveId" clId="{DC2C46C7-22A2-4A3D-883F-7F049058F57D}" dt="2023-05-24T17:00:01.826" v="7799" actId="20577"/>
          <ac:spMkLst>
            <pc:docMk/>
            <pc:sldMk cId="3717021017" sldId="2533"/>
            <ac:spMk id="3" creationId="{4A1C0383-58FE-E486-295E-B33B8683B938}"/>
          </ac:spMkLst>
        </pc:spChg>
      </pc:sldChg>
      <pc:sldChg chg="modSp add mod modAnim">
        <pc:chgData name="Owais Ahmed" userId="6abc7d4556b3b071" providerId="LiveId" clId="{DC2C46C7-22A2-4A3D-883F-7F049058F57D}" dt="2023-05-24T17:59:11.584" v="10312" actId="27636"/>
        <pc:sldMkLst>
          <pc:docMk/>
          <pc:sldMk cId="1841206640" sldId="2534"/>
        </pc:sldMkLst>
        <pc:spChg chg="mod">
          <ac:chgData name="Owais Ahmed" userId="6abc7d4556b3b071" providerId="LiveId" clId="{DC2C46C7-22A2-4A3D-883F-7F049058F57D}" dt="2023-05-24T17:59:11.584" v="10312" actId="27636"/>
          <ac:spMkLst>
            <pc:docMk/>
            <pc:sldMk cId="1841206640" sldId="2534"/>
            <ac:spMk id="3" creationId="{4A1C0383-58FE-E486-295E-B33B8683B938}"/>
          </ac:spMkLst>
        </pc:spChg>
      </pc:sldChg>
      <pc:sldChg chg="del">
        <pc:chgData name="Owais Ahmed" userId="6abc7d4556b3b071" providerId="LiveId" clId="{DC2C46C7-22A2-4A3D-883F-7F049058F57D}" dt="2023-05-20T19:01:44.761" v="62" actId="47"/>
        <pc:sldMkLst>
          <pc:docMk/>
          <pc:sldMk cId="3932395040" sldId="2534"/>
        </pc:sldMkLst>
      </pc:sldChg>
      <pc:sldChg chg="add">
        <pc:chgData name="Owais Ahmed" userId="6abc7d4556b3b071" providerId="LiveId" clId="{DC2C46C7-22A2-4A3D-883F-7F049058F57D}" dt="2023-05-24T17:51:46.901" v="9634" actId="2890"/>
        <pc:sldMkLst>
          <pc:docMk/>
          <pc:sldMk cId="1110748888" sldId="2535"/>
        </pc:sldMkLst>
      </pc:sldChg>
      <pc:sldChg chg="del">
        <pc:chgData name="Owais Ahmed" userId="6abc7d4556b3b071" providerId="LiveId" clId="{DC2C46C7-22A2-4A3D-883F-7F049058F57D}" dt="2023-05-20T19:01:44.925" v="63" actId="47"/>
        <pc:sldMkLst>
          <pc:docMk/>
          <pc:sldMk cId="1150363664" sldId="2536"/>
        </pc:sldMkLst>
      </pc:sldChg>
      <pc:sldChg chg="addSp delSp modSp add mod modAnim">
        <pc:chgData name="Owais Ahmed" userId="6abc7d4556b3b071" providerId="LiveId" clId="{DC2C46C7-22A2-4A3D-883F-7F049058F57D}" dt="2023-05-24T18:03:53.189" v="10733" actId="20577"/>
        <pc:sldMkLst>
          <pc:docMk/>
          <pc:sldMk cId="3044777693" sldId="2536"/>
        </pc:sldMkLst>
        <pc:spChg chg="mod">
          <ac:chgData name="Owais Ahmed" userId="6abc7d4556b3b071" providerId="LiveId" clId="{DC2C46C7-22A2-4A3D-883F-7F049058F57D}" dt="2023-05-24T18:03:53.189" v="10733" actId="20577"/>
          <ac:spMkLst>
            <pc:docMk/>
            <pc:sldMk cId="3044777693" sldId="2536"/>
            <ac:spMk id="3" creationId="{4A1C0383-58FE-E486-295E-B33B8683B938}"/>
          </ac:spMkLst>
        </pc:spChg>
        <pc:spChg chg="add del mod">
          <ac:chgData name="Owais Ahmed" userId="6abc7d4556b3b071" providerId="LiveId" clId="{DC2C46C7-22A2-4A3D-883F-7F049058F57D}" dt="2023-05-24T18:01:29.918" v="10465" actId="478"/>
          <ac:spMkLst>
            <pc:docMk/>
            <pc:sldMk cId="3044777693" sldId="2536"/>
            <ac:spMk id="5" creationId="{FDD7A6B9-C9F0-9FA7-160B-905E929F22EA}"/>
          </ac:spMkLst>
        </pc:spChg>
      </pc:sldChg>
      <pc:sldChg chg="modSp add mod modAnim">
        <pc:chgData name="Owais Ahmed" userId="6abc7d4556b3b071" providerId="LiveId" clId="{DC2C46C7-22A2-4A3D-883F-7F049058F57D}" dt="2023-05-24T18:05:41.191" v="11065" actId="20577"/>
        <pc:sldMkLst>
          <pc:docMk/>
          <pc:sldMk cId="962106567" sldId="2537"/>
        </pc:sldMkLst>
        <pc:spChg chg="mod">
          <ac:chgData name="Owais Ahmed" userId="6abc7d4556b3b071" providerId="LiveId" clId="{DC2C46C7-22A2-4A3D-883F-7F049058F57D}" dt="2023-05-24T18:05:41.191" v="11065" actId="20577"/>
          <ac:spMkLst>
            <pc:docMk/>
            <pc:sldMk cId="962106567" sldId="2537"/>
            <ac:spMk id="3" creationId="{4A1C0383-58FE-E486-295E-B33B8683B938}"/>
          </ac:spMkLst>
        </pc:spChg>
        <pc:spChg chg="mod">
          <ac:chgData name="Owais Ahmed" userId="6abc7d4556b3b071" providerId="LiveId" clId="{DC2C46C7-22A2-4A3D-883F-7F049058F57D}" dt="2023-05-24T18:04:23.458" v="10766" actId="20577"/>
          <ac:spMkLst>
            <pc:docMk/>
            <pc:sldMk cId="962106567" sldId="2537"/>
            <ac:spMk id="215" creationId="{00000000-0000-0000-0000-000000000000}"/>
          </ac:spMkLst>
        </pc:spChg>
      </pc:sldChg>
      <pc:sldChg chg="del">
        <pc:chgData name="Owais Ahmed" userId="6abc7d4556b3b071" providerId="LiveId" clId="{DC2C46C7-22A2-4A3D-883F-7F049058F57D}" dt="2023-05-20T19:01:44.416" v="60" actId="47"/>
        <pc:sldMkLst>
          <pc:docMk/>
          <pc:sldMk cId="1449794329" sldId="2537"/>
        </pc:sldMkLst>
      </pc:sldChg>
      <pc:sldChg chg="del">
        <pc:chgData name="Owais Ahmed" userId="6abc7d4556b3b071" providerId="LiveId" clId="{DC2C46C7-22A2-4A3D-883F-7F049058F57D}" dt="2023-05-20T19:01:45.572" v="64" actId="47"/>
        <pc:sldMkLst>
          <pc:docMk/>
          <pc:sldMk cId="2503695629" sldId="2538"/>
        </pc:sldMkLst>
      </pc:sldChg>
    </pc:docChg>
  </pc:docChgLst>
  <pc:docChgLst>
    <pc:chgData name="Owais Ahmed" userId="6abc7d4556b3b071" providerId="LiveId" clId="{F3750F2E-066A-4969-BB22-AA4B2440C81E}"/>
    <pc:docChg chg="undo redo custSel addSld delSld modSld sldOrd">
      <pc:chgData name="Owais Ahmed" userId="6abc7d4556b3b071" providerId="LiveId" clId="{F3750F2E-066A-4969-BB22-AA4B2440C81E}" dt="2023-06-01T07:15:02.348" v="17084" actId="20577"/>
      <pc:docMkLst>
        <pc:docMk/>
      </pc:docMkLst>
      <pc:sldChg chg="modSp mod">
        <pc:chgData name="Owais Ahmed" userId="6abc7d4556b3b071" providerId="LiveId" clId="{F3750F2E-066A-4969-BB22-AA4B2440C81E}" dt="2023-06-01T04:53:42.325" v="9018" actId="14100"/>
        <pc:sldMkLst>
          <pc:docMk/>
          <pc:sldMk cId="1649098948" sldId="2462"/>
        </pc:sldMkLst>
        <pc:spChg chg="mod">
          <ac:chgData name="Owais Ahmed" userId="6abc7d4556b3b071" providerId="LiveId" clId="{F3750F2E-066A-4969-BB22-AA4B2440C81E}" dt="2023-06-01T04:53:42.325" v="9018" actId="14100"/>
          <ac:spMkLst>
            <pc:docMk/>
            <pc:sldMk cId="1649098948" sldId="2462"/>
            <ac:spMk id="2" creationId="{BE3A87B3-0A27-4EE9-979E-B69581E476F0}"/>
          </ac:spMkLst>
        </pc:spChg>
        <pc:spChg chg="mod">
          <ac:chgData name="Owais Ahmed" userId="6abc7d4556b3b071" providerId="LiveId" clId="{F3750F2E-066A-4969-BB22-AA4B2440C81E}" dt="2023-06-01T04:53:40.406" v="9017" actId="14100"/>
          <ac:spMkLst>
            <pc:docMk/>
            <pc:sldMk cId="1649098948" sldId="2462"/>
            <ac:spMk id="6" creationId="{F3C89A40-EEAA-43AB-9A3A-B2CFDE450F1B}"/>
          </ac:spMkLst>
        </pc:spChg>
      </pc:sldChg>
      <pc:sldChg chg="del">
        <pc:chgData name="Owais Ahmed" userId="6abc7d4556b3b071" providerId="LiveId" clId="{F3750F2E-066A-4969-BB22-AA4B2440C81E}" dt="2023-06-01T03:31:23.338" v="157" actId="47"/>
        <pc:sldMkLst>
          <pc:docMk/>
          <pc:sldMk cId="2508916948" sldId="2508"/>
        </pc:sldMkLst>
      </pc:sldChg>
      <pc:sldChg chg="modSp mod modAnim modNotesTx">
        <pc:chgData name="Owais Ahmed" userId="6abc7d4556b3b071" providerId="LiveId" clId="{F3750F2E-066A-4969-BB22-AA4B2440C81E}" dt="2023-06-01T03:37:22.567" v="1048" actId="20577"/>
        <pc:sldMkLst>
          <pc:docMk/>
          <pc:sldMk cId="4001030377" sldId="2515"/>
        </pc:sldMkLst>
        <pc:spChg chg="mod">
          <ac:chgData name="Owais Ahmed" userId="6abc7d4556b3b071" providerId="LiveId" clId="{F3750F2E-066A-4969-BB22-AA4B2440C81E}" dt="2023-06-01T03:37:22.567" v="1048" actId="20577"/>
          <ac:spMkLst>
            <pc:docMk/>
            <pc:sldMk cId="4001030377" sldId="2515"/>
            <ac:spMk id="3" creationId="{4A1C0383-58FE-E486-295E-B33B8683B938}"/>
          </ac:spMkLst>
        </pc:spChg>
        <pc:spChg chg="mod">
          <ac:chgData name="Owais Ahmed" userId="6abc7d4556b3b071" providerId="LiveId" clId="{F3750F2E-066A-4969-BB22-AA4B2440C81E}" dt="2023-06-01T03:31:38.221" v="174" actId="20577"/>
          <ac:spMkLst>
            <pc:docMk/>
            <pc:sldMk cId="4001030377" sldId="2515"/>
            <ac:spMk id="215" creationId="{00000000-0000-0000-0000-000000000000}"/>
          </ac:spMkLst>
        </pc:spChg>
      </pc:sldChg>
      <pc:sldChg chg="modSp add mod modAnim modNotesTx">
        <pc:chgData name="Owais Ahmed" userId="6abc7d4556b3b071" providerId="LiveId" clId="{F3750F2E-066A-4969-BB22-AA4B2440C81E}" dt="2023-06-01T04:38:57.862" v="7996" actId="20577"/>
        <pc:sldMkLst>
          <pc:docMk/>
          <pc:sldMk cId="420060563" sldId="2516"/>
        </pc:sldMkLst>
        <pc:spChg chg="mod">
          <ac:chgData name="Owais Ahmed" userId="6abc7d4556b3b071" providerId="LiveId" clId="{F3750F2E-066A-4969-BB22-AA4B2440C81E}" dt="2023-06-01T04:38:57.862" v="7996" actId="20577"/>
          <ac:spMkLst>
            <pc:docMk/>
            <pc:sldMk cId="420060563" sldId="2516"/>
            <ac:spMk id="3" creationId="{4A1C0383-58FE-E486-295E-B33B8683B938}"/>
          </ac:spMkLst>
        </pc:spChg>
        <pc:spChg chg="mod">
          <ac:chgData name="Owais Ahmed" userId="6abc7d4556b3b071" providerId="LiveId" clId="{F3750F2E-066A-4969-BB22-AA4B2440C81E}" dt="2023-06-01T04:37:27.746" v="7769" actId="20577"/>
          <ac:spMkLst>
            <pc:docMk/>
            <pc:sldMk cId="420060563" sldId="2516"/>
            <ac:spMk id="215" creationId="{00000000-0000-0000-0000-000000000000}"/>
          </ac:spMkLst>
        </pc:spChg>
      </pc:sldChg>
      <pc:sldChg chg="modSp add del mod">
        <pc:chgData name="Owais Ahmed" userId="6abc7d4556b3b071" providerId="LiveId" clId="{F3750F2E-066A-4969-BB22-AA4B2440C81E}" dt="2023-06-01T03:37:39.259" v="1062" actId="2890"/>
        <pc:sldMkLst>
          <pc:docMk/>
          <pc:sldMk cId="612935694" sldId="2516"/>
        </pc:sldMkLst>
        <pc:spChg chg="mod">
          <ac:chgData name="Owais Ahmed" userId="6abc7d4556b3b071" providerId="LiveId" clId="{F3750F2E-066A-4969-BB22-AA4B2440C81E}" dt="2023-06-01T03:37:38.532" v="1061" actId="20577"/>
          <ac:spMkLst>
            <pc:docMk/>
            <pc:sldMk cId="612935694" sldId="2516"/>
            <ac:spMk id="215" creationId="{00000000-0000-0000-0000-000000000000}"/>
          </ac:spMkLst>
        </pc:spChg>
      </pc:sldChg>
      <pc:sldChg chg="del">
        <pc:chgData name="Owais Ahmed" userId="6abc7d4556b3b071" providerId="LiveId" clId="{F3750F2E-066A-4969-BB22-AA4B2440C81E}" dt="2023-06-01T03:31:18.572" v="130" actId="47"/>
        <pc:sldMkLst>
          <pc:docMk/>
          <pc:sldMk cId="1506516009" sldId="2516"/>
        </pc:sldMkLst>
      </pc:sldChg>
      <pc:sldChg chg="modSp add del mod modAnim modNotesTx">
        <pc:chgData name="Owais Ahmed" userId="6abc7d4556b3b071" providerId="LiveId" clId="{F3750F2E-066A-4969-BB22-AA4B2440C81E}" dt="2023-06-01T04:01:05.330" v="3499" actId="47"/>
        <pc:sldMkLst>
          <pc:docMk/>
          <pc:sldMk cId="2127351537" sldId="2517"/>
        </pc:sldMkLst>
        <pc:spChg chg="mod">
          <ac:chgData name="Owais Ahmed" userId="6abc7d4556b3b071" providerId="LiveId" clId="{F3750F2E-066A-4969-BB22-AA4B2440C81E}" dt="2023-06-01T04:01:01.254" v="3498" actId="27636"/>
          <ac:spMkLst>
            <pc:docMk/>
            <pc:sldMk cId="2127351537" sldId="2517"/>
            <ac:spMk id="3" creationId="{4A1C0383-58FE-E486-295E-B33B8683B938}"/>
          </ac:spMkLst>
        </pc:spChg>
      </pc:sldChg>
      <pc:sldChg chg="del">
        <pc:chgData name="Owais Ahmed" userId="6abc7d4556b3b071" providerId="LiveId" clId="{F3750F2E-066A-4969-BB22-AA4B2440C81E}" dt="2023-06-01T03:31:19.059" v="131" actId="47"/>
        <pc:sldMkLst>
          <pc:docMk/>
          <pc:sldMk cId="3601543426" sldId="2517"/>
        </pc:sldMkLst>
      </pc:sldChg>
      <pc:sldChg chg="addSp delSp modSp add del mod delAnim modAnim modNotesTx">
        <pc:chgData name="Owais Ahmed" userId="6abc7d4556b3b071" providerId="LiveId" clId="{F3750F2E-066A-4969-BB22-AA4B2440C81E}" dt="2023-06-01T04:37:54.165" v="7795" actId="20577"/>
        <pc:sldMkLst>
          <pc:docMk/>
          <pc:sldMk cId="394054088" sldId="2518"/>
        </pc:sldMkLst>
        <pc:spChg chg="del mod">
          <ac:chgData name="Owais Ahmed" userId="6abc7d4556b3b071" providerId="LiveId" clId="{F3750F2E-066A-4969-BB22-AA4B2440C81E}" dt="2023-06-01T03:50:31.058" v="2828" actId="478"/>
          <ac:spMkLst>
            <pc:docMk/>
            <pc:sldMk cId="394054088" sldId="2518"/>
            <ac:spMk id="3" creationId="{4A1C0383-58FE-E486-295E-B33B8683B938}"/>
          </ac:spMkLst>
        </pc:spChg>
        <pc:spChg chg="add mod">
          <ac:chgData name="Owais Ahmed" userId="6abc7d4556b3b071" providerId="LiveId" clId="{F3750F2E-066A-4969-BB22-AA4B2440C81E}" dt="2023-06-01T04:31:11.019" v="6827" actId="114"/>
          <ac:spMkLst>
            <pc:docMk/>
            <pc:sldMk cId="394054088" sldId="2518"/>
            <ac:spMk id="4" creationId="{39262F6D-1BAF-B835-1D02-26E1824314EE}"/>
          </ac:spMkLst>
        </pc:spChg>
        <pc:spChg chg="mod">
          <ac:chgData name="Owais Ahmed" userId="6abc7d4556b3b071" providerId="LiveId" clId="{F3750F2E-066A-4969-BB22-AA4B2440C81E}" dt="2023-06-01T04:37:54.165" v="7795" actId="20577"/>
          <ac:spMkLst>
            <pc:docMk/>
            <pc:sldMk cId="394054088" sldId="2518"/>
            <ac:spMk id="215" creationId="{00000000-0000-0000-0000-000000000000}"/>
          </ac:spMkLst>
        </pc:spChg>
      </pc:sldChg>
      <pc:sldChg chg="del">
        <pc:chgData name="Owais Ahmed" userId="6abc7d4556b3b071" providerId="LiveId" clId="{F3750F2E-066A-4969-BB22-AA4B2440C81E}" dt="2023-06-01T03:31:19.090" v="132" actId="47"/>
        <pc:sldMkLst>
          <pc:docMk/>
          <pc:sldMk cId="2871443556" sldId="2518"/>
        </pc:sldMkLst>
      </pc:sldChg>
      <pc:sldChg chg="del">
        <pc:chgData name="Owais Ahmed" userId="6abc7d4556b3b071" providerId="LiveId" clId="{F3750F2E-066A-4969-BB22-AA4B2440C81E}" dt="2023-06-01T03:31:19.119" v="133" actId="47"/>
        <pc:sldMkLst>
          <pc:docMk/>
          <pc:sldMk cId="1296916818" sldId="2519"/>
        </pc:sldMkLst>
      </pc:sldChg>
      <pc:sldChg chg="addSp delSp modSp add mod modAnim modNotesTx">
        <pc:chgData name="Owais Ahmed" userId="6abc7d4556b3b071" providerId="LiveId" clId="{F3750F2E-066A-4969-BB22-AA4B2440C81E}" dt="2023-06-01T04:37:46.765" v="7787" actId="20577"/>
        <pc:sldMkLst>
          <pc:docMk/>
          <pc:sldMk cId="1999492525" sldId="2519"/>
        </pc:sldMkLst>
        <pc:spChg chg="mod">
          <ac:chgData name="Owais Ahmed" userId="6abc7d4556b3b071" providerId="LiveId" clId="{F3750F2E-066A-4969-BB22-AA4B2440C81E}" dt="2023-06-01T03:57:23.152" v="3374" actId="114"/>
          <ac:spMkLst>
            <pc:docMk/>
            <pc:sldMk cId="1999492525" sldId="2519"/>
            <ac:spMk id="3" creationId="{4A1C0383-58FE-E486-295E-B33B8683B938}"/>
          </ac:spMkLst>
        </pc:spChg>
        <pc:spChg chg="add del">
          <ac:chgData name="Owais Ahmed" userId="6abc7d4556b3b071" providerId="LiveId" clId="{F3750F2E-066A-4969-BB22-AA4B2440C81E}" dt="2023-06-01T03:53:46.460" v="3003"/>
          <ac:spMkLst>
            <pc:docMk/>
            <pc:sldMk cId="1999492525" sldId="2519"/>
            <ac:spMk id="4" creationId="{FF7EF112-950A-C874-81CE-95569B741A64}"/>
          </ac:spMkLst>
        </pc:spChg>
        <pc:spChg chg="add del">
          <ac:chgData name="Owais Ahmed" userId="6abc7d4556b3b071" providerId="LiveId" clId="{F3750F2E-066A-4969-BB22-AA4B2440C81E}" dt="2023-06-01T03:55:37.838" v="3156"/>
          <ac:spMkLst>
            <pc:docMk/>
            <pc:sldMk cId="1999492525" sldId="2519"/>
            <ac:spMk id="5" creationId="{6C50EB5B-5438-2A91-944C-1F5CDD1E5D03}"/>
          </ac:spMkLst>
        </pc:spChg>
        <pc:spChg chg="mod">
          <ac:chgData name="Owais Ahmed" userId="6abc7d4556b3b071" providerId="LiveId" clId="{F3750F2E-066A-4969-BB22-AA4B2440C81E}" dt="2023-06-01T04:37:46.765" v="7787" actId="20577"/>
          <ac:spMkLst>
            <pc:docMk/>
            <pc:sldMk cId="1999492525" sldId="2519"/>
            <ac:spMk id="215" creationId="{00000000-0000-0000-0000-000000000000}"/>
          </ac:spMkLst>
        </pc:spChg>
      </pc:sldChg>
      <pc:sldChg chg="del">
        <pc:chgData name="Owais Ahmed" userId="6abc7d4556b3b071" providerId="LiveId" clId="{F3750F2E-066A-4969-BB22-AA4B2440C81E}" dt="2023-06-01T03:31:19.162" v="134" actId="47"/>
        <pc:sldMkLst>
          <pc:docMk/>
          <pc:sldMk cId="1014548738" sldId="2520"/>
        </pc:sldMkLst>
      </pc:sldChg>
      <pc:sldChg chg="addSp delSp modSp add mod setBg modAnim">
        <pc:chgData name="Owais Ahmed" userId="6abc7d4556b3b071" providerId="LiveId" clId="{F3750F2E-066A-4969-BB22-AA4B2440C81E}" dt="2023-06-01T06:58:06.923" v="14929"/>
        <pc:sldMkLst>
          <pc:docMk/>
          <pc:sldMk cId="2250370139" sldId="2520"/>
        </pc:sldMkLst>
        <pc:spChg chg="mod">
          <ac:chgData name="Owais Ahmed" userId="6abc7d4556b3b071" providerId="LiveId" clId="{F3750F2E-066A-4969-BB22-AA4B2440C81E}" dt="2023-06-01T06:58:06.923" v="14929"/>
          <ac:spMkLst>
            <pc:docMk/>
            <pc:sldMk cId="2250370139" sldId="2520"/>
            <ac:spMk id="3" creationId="{4A1C0383-58FE-E486-295E-B33B8683B938}"/>
          </ac:spMkLst>
        </pc:spChg>
        <pc:spChg chg="add del">
          <ac:chgData name="Owais Ahmed" userId="6abc7d4556b3b071" providerId="LiveId" clId="{F3750F2E-066A-4969-BB22-AA4B2440C81E}" dt="2023-06-01T03:57:39.061" v="3377"/>
          <ac:spMkLst>
            <pc:docMk/>
            <pc:sldMk cId="2250370139" sldId="2520"/>
            <ac:spMk id="4" creationId="{3C609D3A-E35E-8EF9-D6FC-BF63977FFF9E}"/>
          </ac:spMkLst>
        </pc:spChg>
        <pc:spChg chg="add del">
          <ac:chgData name="Owais Ahmed" userId="6abc7d4556b3b071" providerId="LiveId" clId="{F3750F2E-066A-4969-BB22-AA4B2440C81E}" dt="2023-06-01T03:57:41.512" v="3379"/>
          <ac:spMkLst>
            <pc:docMk/>
            <pc:sldMk cId="2250370139" sldId="2520"/>
            <ac:spMk id="5" creationId="{EC9A4F4D-533F-5259-F286-CC07D274EAB7}"/>
          </ac:spMkLst>
        </pc:spChg>
        <pc:spChg chg="mod">
          <ac:chgData name="Owais Ahmed" userId="6abc7d4556b3b071" providerId="LiveId" clId="{F3750F2E-066A-4969-BB22-AA4B2440C81E}" dt="2023-06-01T04:37:50.428" v="7791" actId="20577"/>
          <ac:spMkLst>
            <pc:docMk/>
            <pc:sldMk cId="2250370139" sldId="2520"/>
            <ac:spMk id="215" creationId="{00000000-0000-0000-0000-000000000000}"/>
          </ac:spMkLst>
        </pc:spChg>
      </pc:sldChg>
      <pc:sldChg chg="modSp add mod modAnim">
        <pc:chgData name="Owais Ahmed" userId="6abc7d4556b3b071" providerId="LiveId" clId="{F3750F2E-066A-4969-BB22-AA4B2440C81E}" dt="2023-06-01T04:37:39.346" v="7780" actId="20577"/>
        <pc:sldMkLst>
          <pc:docMk/>
          <pc:sldMk cId="2132847474" sldId="2521"/>
        </pc:sldMkLst>
        <pc:spChg chg="mod">
          <ac:chgData name="Owais Ahmed" userId="6abc7d4556b3b071" providerId="LiveId" clId="{F3750F2E-066A-4969-BB22-AA4B2440C81E}" dt="2023-06-01T04:23:18.745" v="6383" actId="20577"/>
          <ac:spMkLst>
            <pc:docMk/>
            <pc:sldMk cId="2132847474" sldId="2521"/>
            <ac:spMk id="3" creationId="{4A1C0383-58FE-E486-295E-B33B8683B938}"/>
          </ac:spMkLst>
        </pc:spChg>
        <pc:spChg chg="mod">
          <ac:chgData name="Owais Ahmed" userId="6abc7d4556b3b071" providerId="LiveId" clId="{F3750F2E-066A-4969-BB22-AA4B2440C81E}" dt="2023-06-01T04:37:39.346" v="7780" actId="20577"/>
          <ac:spMkLst>
            <pc:docMk/>
            <pc:sldMk cId="2132847474" sldId="2521"/>
            <ac:spMk id="215" creationId="{00000000-0000-0000-0000-000000000000}"/>
          </ac:spMkLst>
        </pc:spChg>
      </pc:sldChg>
      <pc:sldChg chg="del">
        <pc:chgData name="Owais Ahmed" userId="6abc7d4556b3b071" providerId="LiveId" clId="{F3750F2E-066A-4969-BB22-AA4B2440C81E}" dt="2023-06-01T03:31:19.184" v="135" actId="47"/>
        <pc:sldMkLst>
          <pc:docMk/>
          <pc:sldMk cId="2203886764" sldId="2521"/>
        </pc:sldMkLst>
      </pc:sldChg>
      <pc:sldChg chg="modSp add mod modAnim modNotesTx">
        <pc:chgData name="Owais Ahmed" userId="6abc7d4556b3b071" providerId="LiveId" clId="{F3750F2E-066A-4969-BB22-AA4B2440C81E}" dt="2023-06-01T04:37:31.589" v="7773" actId="20577"/>
        <pc:sldMkLst>
          <pc:docMk/>
          <pc:sldMk cId="2205227670" sldId="2522"/>
        </pc:sldMkLst>
        <pc:spChg chg="mod">
          <ac:chgData name="Owais Ahmed" userId="6abc7d4556b3b071" providerId="LiveId" clId="{F3750F2E-066A-4969-BB22-AA4B2440C81E}" dt="2023-06-01T04:13:18.537" v="4931" actId="20577"/>
          <ac:spMkLst>
            <pc:docMk/>
            <pc:sldMk cId="2205227670" sldId="2522"/>
            <ac:spMk id="3" creationId="{4A1C0383-58FE-E486-295E-B33B8683B938}"/>
          </ac:spMkLst>
        </pc:spChg>
        <pc:spChg chg="mod">
          <ac:chgData name="Owais Ahmed" userId="6abc7d4556b3b071" providerId="LiveId" clId="{F3750F2E-066A-4969-BB22-AA4B2440C81E}" dt="2023-06-01T04:37:31.589" v="7773" actId="20577"/>
          <ac:spMkLst>
            <pc:docMk/>
            <pc:sldMk cId="2205227670" sldId="2522"/>
            <ac:spMk id="215" creationId="{00000000-0000-0000-0000-000000000000}"/>
          </ac:spMkLst>
        </pc:spChg>
      </pc:sldChg>
      <pc:sldChg chg="del">
        <pc:chgData name="Owais Ahmed" userId="6abc7d4556b3b071" providerId="LiveId" clId="{F3750F2E-066A-4969-BB22-AA4B2440C81E}" dt="2023-06-01T03:31:19.229" v="136" actId="47"/>
        <pc:sldMkLst>
          <pc:docMk/>
          <pc:sldMk cId="2803296191" sldId="2522"/>
        </pc:sldMkLst>
      </pc:sldChg>
      <pc:sldChg chg="del">
        <pc:chgData name="Owais Ahmed" userId="6abc7d4556b3b071" providerId="LiveId" clId="{F3750F2E-066A-4969-BB22-AA4B2440C81E}" dt="2023-06-01T03:31:20.551" v="149" actId="47"/>
        <pc:sldMkLst>
          <pc:docMk/>
          <pc:sldMk cId="81605483" sldId="2523"/>
        </pc:sldMkLst>
      </pc:sldChg>
      <pc:sldChg chg="addSp delSp modSp add mod modAnim modNotesTx">
        <pc:chgData name="Owais Ahmed" userId="6abc7d4556b3b071" providerId="LiveId" clId="{F3750F2E-066A-4969-BB22-AA4B2440C81E}" dt="2023-06-01T06:57:22.971" v="14927" actId="20577"/>
        <pc:sldMkLst>
          <pc:docMk/>
          <pc:sldMk cId="195327952" sldId="2523"/>
        </pc:sldMkLst>
        <pc:spChg chg="mod">
          <ac:chgData name="Owais Ahmed" userId="6abc7d4556b3b071" providerId="LiveId" clId="{F3750F2E-066A-4969-BB22-AA4B2440C81E}" dt="2023-06-01T06:05:49.659" v="14502" actId="27636"/>
          <ac:spMkLst>
            <pc:docMk/>
            <pc:sldMk cId="195327952" sldId="2523"/>
            <ac:spMk id="3" creationId="{4A1C0383-58FE-E486-295E-B33B8683B938}"/>
          </ac:spMkLst>
        </pc:spChg>
        <pc:spChg chg="mod">
          <ac:chgData name="Owais Ahmed" userId="6abc7d4556b3b071" providerId="LiveId" clId="{F3750F2E-066A-4969-BB22-AA4B2440C81E}" dt="2023-06-01T04:37:35.382" v="7776" actId="20577"/>
          <ac:spMkLst>
            <pc:docMk/>
            <pc:sldMk cId="195327952" sldId="2523"/>
            <ac:spMk id="215" creationId="{00000000-0000-0000-0000-000000000000}"/>
          </ac:spMkLst>
        </pc:spChg>
        <pc:picChg chg="add del">
          <ac:chgData name="Owais Ahmed" userId="6abc7d4556b3b071" providerId="LiveId" clId="{F3750F2E-066A-4969-BB22-AA4B2440C81E}" dt="2023-06-01T06:05:16.708" v="14484" actId="22"/>
          <ac:picMkLst>
            <pc:docMk/>
            <pc:sldMk cId="195327952" sldId="2523"/>
            <ac:picMk id="5" creationId="{989546CD-3749-02A0-AEE5-77396EACB09A}"/>
          </ac:picMkLst>
        </pc:picChg>
        <pc:picChg chg="add mod">
          <ac:chgData name="Owais Ahmed" userId="6abc7d4556b3b071" providerId="LiveId" clId="{F3750F2E-066A-4969-BB22-AA4B2440C81E}" dt="2023-06-01T06:05:40.865" v="14496" actId="1076"/>
          <ac:picMkLst>
            <pc:docMk/>
            <pc:sldMk cId="195327952" sldId="2523"/>
            <ac:picMk id="7" creationId="{0D17D74C-A1E3-F2EB-7301-28691B52A592}"/>
          </ac:picMkLst>
        </pc:picChg>
      </pc:sldChg>
      <pc:sldChg chg="del">
        <pc:chgData name="Owais Ahmed" userId="6abc7d4556b3b071" providerId="LiveId" clId="{F3750F2E-066A-4969-BB22-AA4B2440C81E}" dt="2023-06-01T03:31:19.255" v="137" actId="47"/>
        <pc:sldMkLst>
          <pc:docMk/>
          <pc:sldMk cId="601257443" sldId="2524"/>
        </pc:sldMkLst>
      </pc:sldChg>
      <pc:sldChg chg="modSp add mod modAnim modNotesTx">
        <pc:chgData name="Owais Ahmed" userId="6abc7d4556b3b071" providerId="LiveId" clId="{F3750F2E-066A-4969-BB22-AA4B2440C81E}" dt="2023-06-01T06:56:33.851" v="14849" actId="20577"/>
        <pc:sldMkLst>
          <pc:docMk/>
          <pc:sldMk cId="2476493420" sldId="2524"/>
        </pc:sldMkLst>
        <pc:spChg chg="mod">
          <ac:chgData name="Owais Ahmed" userId="6abc7d4556b3b071" providerId="LiveId" clId="{F3750F2E-066A-4969-BB22-AA4B2440C81E}" dt="2023-06-01T06:56:33.851" v="14849" actId="20577"/>
          <ac:spMkLst>
            <pc:docMk/>
            <pc:sldMk cId="2476493420" sldId="2524"/>
            <ac:spMk id="3" creationId="{4A1C0383-58FE-E486-295E-B33B8683B938}"/>
          </ac:spMkLst>
        </pc:spChg>
        <pc:spChg chg="mod">
          <ac:chgData name="Owais Ahmed" userId="6abc7d4556b3b071" providerId="LiveId" clId="{F3750F2E-066A-4969-BB22-AA4B2440C81E}" dt="2023-06-01T04:37:43.326" v="7783" actId="20577"/>
          <ac:spMkLst>
            <pc:docMk/>
            <pc:sldMk cId="2476493420" sldId="2524"/>
            <ac:spMk id="215" creationId="{00000000-0000-0000-0000-000000000000}"/>
          </ac:spMkLst>
        </pc:spChg>
      </pc:sldChg>
      <pc:sldChg chg="modSp add mod modAnim">
        <pc:chgData name="Owais Ahmed" userId="6abc7d4556b3b071" providerId="LiveId" clId="{F3750F2E-066A-4969-BB22-AA4B2440C81E}" dt="2023-06-01T04:37:57.325" v="7797" actId="20577"/>
        <pc:sldMkLst>
          <pc:docMk/>
          <pc:sldMk cId="3632414245" sldId="2525"/>
        </pc:sldMkLst>
        <pc:spChg chg="mod">
          <ac:chgData name="Owais Ahmed" userId="6abc7d4556b3b071" providerId="LiveId" clId="{F3750F2E-066A-4969-BB22-AA4B2440C81E}" dt="2023-06-01T04:30:58.127" v="6809" actId="27636"/>
          <ac:spMkLst>
            <pc:docMk/>
            <pc:sldMk cId="3632414245" sldId="2525"/>
            <ac:spMk id="4" creationId="{39262F6D-1BAF-B835-1D02-26E1824314EE}"/>
          </ac:spMkLst>
        </pc:spChg>
        <pc:spChg chg="mod">
          <ac:chgData name="Owais Ahmed" userId="6abc7d4556b3b071" providerId="LiveId" clId="{F3750F2E-066A-4969-BB22-AA4B2440C81E}" dt="2023-06-01T04:37:57.325" v="7797" actId="20577"/>
          <ac:spMkLst>
            <pc:docMk/>
            <pc:sldMk cId="3632414245" sldId="2525"/>
            <ac:spMk id="215" creationId="{00000000-0000-0000-0000-000000000000}"/>
          </ac:spMkLst>
        </pc:spChg>
      </pc:sldChg>
      <pc:sldChg chg="del">
        <pc:chgData name="Owais Ahmed" userId="6abc7d4556b3b071" providerId="LiveId" clId="{F3750F2E-066A-4969-BB22-AA4B2440C81E}" dt="2023-06-01T03:31:19.294" v="138" actId="47"/>
        <pc:sldMkLst>
          <pc:docMk/>
          <pc:sldMk cId="875869451" sldId="2526"/>
        </pc:sldMkLst>
      </pc:sldChg>
      <pc:sldChg chg="modSp add mod ord modAnim">
        <pc:chgData name="Owais Ahmed" userId="6abc7d4556b3b071" providerId="LiveId" clId="{F3750F2E-066A-4969-BB22-AA4B2440C81E}" dt="2023-06-01T04:37:59.956" v="7798" actId="20577"/>
        <pc:sldMkLst>
          <pc:docMk/>
          <pc:sldMk cId="2306874849" sldId="2526"/>
        </pc:sldMkLst>
        <pc:spChg chg="mod">
          <ac:chgData name="Owais Ahmed" userId="6abc7d4556b3b071" providerId="LiveId" clId="{F3750F2E-066A-4969-BB22-AA4B2440C81E}" dt="2023-06-01T04:37:00.262" v="7765" actId="20577"/>
          <ac:spMkLst>
            <pc:docMk/>
            <pc:sldMk cId="2306874849" sldId="2526"/>
            <ac:spMk id="4" creationId="{39262F6D-1BAF-B835-1D02-26E1824314EE}"/>
          </ac:spMkLst>
        </pc:spChg>
        <pc:spChg chg="mod">
          <ac:chgData name="Owais Ahmed" userId="6abc7d4556b3b071" providerId="LiveId" clId="{F3750F2E-066A-4969-BB22-AA4B2440C81E}" dt="2023-06-01T04:37:59.956" v="7798" actId="20577"/>
          <ac:spMkLst>
            <pc:docMk/>
            <pc:sldMk cId="2306874849" sldId="2526"/>
            <ac:spMk id="215" creationId="{00000000-0000-0000-0000-000000000000}"/>
          </ac:spMkLst>
        </pc:spChg>
      </pc:sldChg>
      <pc:sldChg chg="modSp add del mod">
        <pc:chgData name="Owais Ahmed" userId="6abc7d4556b3b071" providerId="LiveId" clId="{F3750F2E-066A-4969-BB22-AA4B2440C81E}" dt="2023-06-01T06:06:24.493" v="14503" actId="47"/>
        <pc:sldMkLst>
          <pc:docMk/>
          <pc:sldMk cId="2008551533" sldId="2527"/>
        </pc:sldMkLst>
        <pc:spChg chg="mod">
          <ac:chgData name="Owais Ahmed" userId="6abc7d4556b3b071" providerId="LiveId" clId="{F3750F2E-066A-4969-BB22-AA4B2440C81E}" dt="2023-06-01T04:38:03.940" v="7799" actId="20577"/>
          <ac:spMkLst>
            <pc:docMk/>
            <pc:sldMk cId="2008551533" sldId="2527"/>
            <ac:spMk id="215" creationId="{00000000-0000-0000-0000-000000000000}"/>
          </ac:spMkLst>
        </pc:spChg>
      </pc:sldChg>
      <pc:sldChg chg="del">
        <pc:chgData name="Owais Ahmed" userId="6abc7d4556b3b071" providerId="LiveId" clId="{F3750F2E-066A-4969-BB22-AA4B2440C81E}" dt="2023-06-01T03:31:19.323" v="139" actId="47"/>
        <pc:sldMkLst>
          <pc:docMk/>
          <pc:sldMk cId="4066448691" sldId="2527"/>
        </pc:sldMkLst>
      </pc:sldChg>
      <pc:sldChg chg="modSp add mod modAnim">
        <pc:chgData name="Owais Ahmed" userId="6abc7d4556b3b071" providerId="LiveId" clId="{F3750F2E-066A-4969-BB22-AA4B2440C81E}" dt="2023-06-01T06:06:51.743" v="14525" actId="20577"/>
        <pc:sldMkLst>
          <pc:docMk/>
          <pc:sldMk cId="2132479376" sldId="2528"/>
        </pc:sldMkLst>
        <pc:spChg chg="mod">
          <ac:chgData name="Owais Ahmed" userId="6abc7d4556b3b071" providerId="LiveId" clId="{F3750F2E-066A-4969-BB22-AA4B2440C81E}" dt="2023-06-01T06:06:51.743" v="14525" actId="20577"/>
          <ac:spMkLst>
            <pc:docMk/>
            <pc:sldMk cId="2132479376" sldId="2528"/>
            <ac:spMk id="4" creationId="{39262F6D-1BAF-B835-1D02-26E1824314EE}"/>
          </ac:spMkLst>
        </pc:spChg>
        <pc:spChg chg="mod">
          <ac:chgData name="Owais Ahmed" userId="6abc7d4556b3b071" providerId="LiveId" clId="{F3750F2E-066A-4969-BB22-AA4B2440C81E}" dt="2023-06-01T04:40:13.591" v="8167" actId="20577"/>
          <ac:spMkLst>
            <pc:docMk/>
            <pc:sldMk cId="2132479376" sldId="2528"/>
            <ac:spMk id="215" creationId="{00000000-0000-0000-0000-000000000000}"/>
          </ac:spMkLst>
        </pc:spChg>
      </pc:sldChg>
      <pc:sldChg chg="del">
        <pc:chgData name="Owais Ahmed" userId="6abc7d4556b3b071" providerId="LiveId" clId="{F3750F2E-066A-4969-BB22-AA4B2440C81E}" dt="2023-06-01T03:31:19.354" v="140" actId="47"/>
        <pc:sldMkLst>
          <pc:docMk/>
          <pc:sldMk cId="2793464527" sldId="2528"/>
        </pc:sldMkLst>
      </pc:sldChg>
      <pc:sldChg chg="del">
        <pc:chgData name="Owais Ahmed" userId="6abc7d4556b3b071" providerId="LiveId" clId="{F3750F2E-066A-4969-BB22-AA4B2440C81E}" dt="2023-06-01T03:31:19.400" v="141" actId="47"/>
        <pc:sldMkLst>
          <pc:docMk/>
          <pc:sldMk cId="1629157134" sldId="2529"/>
        </pc:sldMkLst>
      </pc:sldChg>
      <pc:sldChg chg="modSp add del mod modAnim">
        <pc:chgData name="Owais Ahmed" userId="6abc7d4556b3b071" providerId="LiveId" clId="{F3750F2E-066A-4969-BB22-AA4B2440C81E}" dt="2023-06-01T05:08:42.805" v="10455" actId="47"/>
        <pc:sldMkLst>
          <pc:docMk/>
          <pc:sldMk cId="4041133048" sldId="2529"/>
        </pc:sldMkLst>
        <pc:spChg chg="mod">
          <ac:chgData name="Owais Ahmed" userId="6abc7d4556b3b071" providerId="LiveId" clId="{F3750F2E-066A-4969-BB22-AA4B2440C81E}" dt="2023-06-01T05:08:32.842" v="10454" actId="20577"/>
          <ac:spMkLst>
            <pc:docMk/>
            <pc:sldMk cId="4041133048" sldId="2529"/>
            <ac:spMk id="4" creationId="{39262F6D-1BAF-B835-1D02-26E1824314EE}"/>
          </ac:spMkLst>
        </pc:spChg>
        <pc:spChg chg="mod">
          <ac:chgData name="Owais Ahmed" userId="6abc7d4556b3b071" providerId="LiveId" clId="{F3750F2E-066A-4969-BB22-AA4B2440C81E}" dt="2023-06-01T04:53:50.742" v="9025" actId="20577"/>
          <ac:spMkLst>
            <pc:docMk/>
            <pc:sldMk cId="4041133048" sldId="2529"/>
            <ac:spMk id="215" creationId="{00000000-0000-0000-0000-000000000000}"/>
          </ac:spMkLst>
        </pc:spChg>
      </pc:sldChg>
      <pc:sldChg chg="addSp delSp modSp add mod modAnim modNotesTx">
        <pc:chgData name="Owais Ahmed" userId="6abc7d4556b3b071" providerId="LiveId" clId="{F3750F2E-066A-4969-BB22-AA4B2440C81E}" dt="2023-06-01T05:02:42.196" v="9977" actId="20577"/>
        <pc:sldMkLst>
          <pc:docMk/>
          <pc:sldMk cId="302847877" sldId="2530"/>
        </pc:sldMkLst>
        <pc:spChg chg="mod">
          <ac:chgData name="Owais Ahmed" userId="6abc7d4556b3b071" providerId="LiveId" clId="{F3750F2E-066A-4969-BB22-AA4B2440C81E}" dt="2023-06-01T05:02:26.257" v="9919" actId="20577"/>
          <ac:spMkLst>
            <pc:docMk/>
            <pc:sldMk cId="302847877" sldId="2530"/>
            <ac:spMk id="4" creationId="{39262F6D-1BAF-B835-1D02-26E1824314EE}"/>
          </ac:spMkLst>
        </pc:spChg>
        <pc:spChg chg="mod">
          <ac:chgData name="Owais Ahmed" userId="6abc7d4556b3b071" providerId="LiveId" clId="{F3750F2E-066A-4969-BB22-AA4B2440C81E}" dt="2023-06-01T04:59:38.780" v="9365" actId="20577"/>
          <ac:spMkLst>
            <pc:docMk/>
            <pc:sldMk cId="302847877" sldId="2530"/>
            <ac:spMk id="215" creationId="{00000000-0000-0000-0000-000000000000}"/>
          </ac:spMkLst>
        </pc:spChg>
        <pc:picChg chg="add del">
          <ac:chgData name="Owais Ahmed" userId="6abc7d4556b3b071" providerId="LiveId" clId="{F3750F2E-066A-4969-BB22-AA4B2440C81E}" dt="2023-06-01T04:59:12.736" v="9330" actId="22"/>
          <ac:picMkLst>
            <pc:docMk/>
            <pc:sldMk cId="302847877" sldId="2530"/>
            <ac:picMk id="5" creationId="{87D8304A-8494-DE4C-A04D-F17C5577F482}"/>
          </ac:picMkLst>
        </pc:picChg>
        <pc:picChg chg="add del">
          <ac:chgData name="Owais Ahmed" userId="6abc7d4556b3b071" providerId="LiveId" clId="{F3750F2E-066A-4969-BB22-AA4B2440C81E}" dt="2023-06-01T04:59:15.920" v="9332" actId="22"/>
          <ac:picMkLst>
            <pc:docMk/>
            <pc:sldMk cId="302847877" sldId="2530"/>
            <ac:picMk id="7" creationId="{9150D488-148E-2C22-C344-09D5F20D2B19}"/>
          </ac:picMkLst>
        </pc:picChg>
        <pc:picChg chg="add mod">
          <ac:chgData name="Owais Ahmed" userId="6abc7d4556b3b071" providerId="LiveId" clId="{F3750F2E-066A-4969-BB22-AA4B2440C81E}" dt="2023-06-01T04:59:22.063" v="9334" actId="1076"/>
          <ac:picMkLst>
            <pc:docMk/>
            <pc:sldMk cId="302847877" sldId="2530"/>
            <ac:picMk id="9" creationId="{2FC1C3C0-1CE8-E575-BF76-0E9D5D577B5B}"/>
          </ac:picMkLst>
        </pc:picChg>
      </pc:sldChg>
      <pc:sldChg chg="new del">
        <pc:chgData name="Owais Ahmed" userId="6abc7d4556b3b071" providerId="LiveId" clId="{F3750F2E-066A-4969-BB22-AA4B2440C81E}" dt="2023-06-01T04:58:59.191" v="9324" actId="680"/>
        <pc:sldMkLst>
          <pc:docMk/>
          <pc:sldMk cId="2787762162" sldId="2530"/>
        </pc:sldMkLst>
      </pc:sldChg>
      <pc:sldChg chg="del">
        <pc:chgData name="Owais Ahmed" userId="6abc7d4556b3b071" providerId="LiveId" clId="{F3750F2E-066A-4969-BB22-AA4B2440C81E}" dt="2023-06-01T03:31:19.422" v="142" actId="47"/>
        <pc:sldMkLst>
          <pc:docMk/>
          <pc:sldMk cId="3744298312" sldId="2530"/>
        </pc:sldMkLst>
      </pc:sldChg>
      <pc:sldChg chg="del">
        <pc:chgData name="Owais Ahmed" userId="6abc7d4556b3b071" providerId="LiveId" clId="{F3750F2E-066A-4969-BB22-AA4B2440C81E}" dt="2023-06-01T03:31:19.441" v="143" actId="47"/>
        <pc:sldMkLst>
          <pc:docMk/>
          <pc:sldMk cId="1019156805" sldId="2531"/>
        </pc:sldMkLst>
      </pc:sldChg>
      <pc:sldChg chg="modSp add mod modAnim">
        <pc:chgData name="Owais Ahmed" userId="6abc7d4556b3b071" providerId="LiveId" clId="{F3750F2E-066A-4969-BB22-AA4B2440C81E}" dt="2023-06-01T05:37:38.476" v="13113" actId="27636"/>
        <pc:sldMkLst>
          <pc:docMk/>
          <pc:sldMk cId="3317015397" sldId="2531"/>
        </pc:sldMkLst>
        <pc:spChg chg="mod">
          <ac:chgData name="Owais Ahmed" userId="6abc7d4556b3b071" providerId="LiveId" clId="{F3750F2E-066A-4969-BB22-AA4B2440C81E}" dt="2023-06-01T05:37:38.476" v="13113" actId="27636"/>
          <ac:spMkLst>
            <pc:docMk/>
            <pc:sldMk cId="3317015397" sldId="2531"/>
            <ac:spMk id="4" creationId="{39262F6D-1BAF-B835-1D02-26E1824314EE}"/>
          </ac:spMkLst>
        </pc:spChg>
      </pc:sldChg>
      <pc:sldChg chg="modSp add mod modAnim">
        <pc:chgData name="Owais Ahmed" userId="6abc7d4556b3b071" providerId="LiveId" clId="{F3750F2E-066A-4969-BB22-AA4B2440C81E}" dt="2023-06-01T05:33:31.326" v="12750" actId="20577"/>
        <pc:sldMkLst>
          <pc:docMk/>
          <pc:sldMk cId="1218442297" sldId="2532"/>
        </pc:sldMkLst>
        <pc:spChg chg="mod">
          <ac:chgData name="Owais Ahmed" userId="6abc7d4556b3b071" providerId="LiveId" clId="{F3750F2E-066A-4969-BB22-AA4B2440C81E}" dt="2023-06-01T05:33:31.326" v="12750" actId="20577"/>
          <ac:spMkLst>
            <pc:docMk/>
            <pc:sldMk cId="1218442297" sldId="2532"/>
            <ac:spMk id="4" creationId="{39262F6D-1BAF-B835-1D02-26E1824314EE}"/>
          </ac:spMkLst>
        </pc:spChg>
        <pc:spChg chg="mod">
          <ac:chgData name="Owais Ahmed" userId="6abc7d4556b3b071" providerId="LiveId" clId="{F3750F2E-066A-4969-BB22-AA4B2440C81E}" dt="2023-06-01T05:03:29.059" v="10002" actId="20577"/>
          <ac:spMkLst>
            <pc:docMk/>
            <pc:sldMk cId="1218442297" sldId="2532"/>
            <ac:spMk id="215" creationId="{00000000-0000-0000-0000-000000000000}"/>
          </ac:spMkLst>
        </pc:spChg>
      </pc:sldChg>
      <pc:sldChg chg="del">
        <pc:chgData name="Owais Ahmed" userId="6abc7d4556b3b071" providerId="LiveId" clId="{F3750F2E-066A-4969-BB22-AA4B2440C81E}" dt="2023-06-01T03:31:19.474" v="144" actId="47"/>
        <pc:sldMkLst>
          <pc:docMk/>
          <pc:sldMk cId="1746260340" sldId="2532"/>
        </pc:sldMkLst>
      </pc:sldChg>
      <pc:sldChg chg="del">
        <pc:chgData name="Owais Ahmed" userId="6abc7d4556b3b071" providerId="LiveId" clId="{F3750F2E-066A-4969-BB22-AA4B2440C81E}" dt="2023-06-01T03:31:19.744" v="146" actId="47"/>
        <pc:sldMkLst>
          <pc:docMk/>
          <pc:sldMk cId="1928162152" sldId="2533"/>
        </pc:sldMkLst>
      </pc:sldChg>
      <pc:sldChg chg="modSp add mod modAnim">
        <pc:chgData name="Owais Ahmed" userId="6abc7d4556b3b071" providerId="LiveId" clId="{F3750F2E-066A-4969-BB22-AA4B2440C81E}" dt="2023-06-01T05:17:44.096" v="10844" actId="20577"/>
        <pc:sldMkLst>
          <pc:docMk/>
          <pc:sldMk cId="3849023359" sldId="2533"/>
        </pc:sldMkLst>
        <pc:spChg chg="mod">
          <ac:chgData name="Owais Ahmed" userId="6abc7d4556b3b071" providerId="LiveId" clId="{F3750F2E-066A-4969-BB22-AA4B2440C81E}" dt="2023-06-01T05:17:44.096" v="10844" actId="20577"/>
          <ac:spMkLst>
            <pc:docMk/>
            <pc:sldMk cId="3849023359" sldId="2533"/>
            <ac:spMk id="4" creationId="{39262F6D-1BAF-B835-1D02-26E1824314EE}"/>
          </ac:spMkLst>
        </pc:spChg>
        <pc:spChg chg="mod">
          <ac:chgData name="Owais Ahmed" userId="6abc7d4556b3b071" providerId="LiveId" clId="{F3750F2E-066A-4969-BB22-AA4B2440C81E}" dt="2023-06-01T05:09:17.064" v="10473" actId="20577"/>
          <ac:spMkLst>
            <pc:docMk/>
            <pc:sldMk cId="3849023359" sldId="2533"/>
            <ac:spMk id="215" creationId="{00000000-0000-0000-0000-000000000000}"/>
          </ac:spMkLst>
        </pc:spChg>
      </pc:sldChg>
      <pc:sldChg chg="del">
        <pc:chgData name="Owais Ahmed" userId="6abc7d4556b3b071" providerId="LiveId" clId="{F3750F2E-066A-4969-BB22-AA4B2440C81E}" dt="2023-06-01T03:31:20.084" v="147" actId="47"/>
        <pc:sldMkLst>
          <pc:docMk/>
          <pc:sldMk cId="1841206640" sldId="2534"/>
        </pc:sldMkLst>
      </pc:sldChg>
      <pc:sldChg chg="modSp add mod modAnim">
        <pc:chgData name="Owais Ahmed" userId="6abc7d4556b3b071" providerId="LiveId" clId="{F3750F2E-066A-4969-BB22-AA4B2440C81E}" dt="2023-06-01T05:23:00.958" v="11459" actId="20577"/>
        <pc:sldMkLst>
          <pc:docMk/>
          <pc:sldMk cId="3908721446" sldId="2534"/>
        </pc:sldMkLst>
        <pc:spChg chg="mod">
          <ac:chgData name="Owais Ahmed" userId="6abc7d4556b3b071" providerId="LiveId" clId="{F3750F2E-066A-4969-BB22-AA4B2440C81E}" dt="2023-06-01T05:23:00.958" v="11459" actId="20577"/>
          <ac:spMkLst>
            <pc:docMk/>
            <pc:sldMk cId="3908721446" sldId="2534"/>
            <ac:spMk id="4" creationId="{39262F6D-1BAF-B835-1D02-26E1824314EE}"/>
          </ac:spMkLst>
        </pc:spChg>
      </pc:sldChg>
      <pc:sldChg chg="modSp add mod modAnim modNotesTx">
        <pc:chgData name="Owais Ahmed" userId="6abc7d4556b3b071" providerId="LiveId" clId="{F3750F2E-066A-4969-BB22-AA4B2440C81E}" dt="2023-06-01T05:41:47.334" v="13628" actId="20577"/>
        <pc:sldMkLst>
          <pc:docMk/>
          <pc:sldMk cId="80640812" sldId="2535"/>
        </pc:sldMkLst>
        <pc:spChg chg="mod">
          <ac:chgData name="Owais Ahmed" userId="6abc7d4556b3b071" providerId="LiveId" clId="{F3750F2E-066A-4969-BB22-AA4B2440C81E}" dt="2023-06-01T05:41:47.334" v="13628" actId="20577"/>
          <ac:spMkLst>
            <pc:docMk/>
            <pc:sldMk cId="80640812" sldId="2535"/>
            <ac:spMk id="4" creationId="{39262F6D-1BAF-B835-1D02-26E1824314EE}"/>
          </ac:spMkLst>
        </pc:spChg>
      </pc:sldChg>
      <pc:sldChg chg="del">
        <pc:chgData name="Owais Ahmed" userId="6abc7d4556b3b071" providerId="LiveId" clId="{F3750F2E-066A-4969-BB22-AA4B2440C81E}" dt="2023-06-01T03:31:19.494" v="145" actId="47"/>
        <pc:sldMkLst>
          <pc:docMk/>
          <pc:sldMk cId="1110748888" sldId="2535"/>
        </pc:sldMkLst>
      </pc:sldChg>
      <pc:sldChg chg="add del">
        <pc:chgData name="Owais Ahmed" userId="6abc7d4556b3b071" providerId="LiveId" clId="{F3750F2E-066A-4969-BB22-AA4B2440C81E}" dt="2023-06-01T05:42:31.322" v="13630" actId="2890"/>
        <pc:sldMkLst>
          <pc:docMk/>
          <pc:sldMk cId="2191877352" sldId="2536"/>
        </pc:sldMkLst>
      </pc:sldChg>
      <pc:sldChg chg="del">
        <pc:chgData name="Owais Ahmed" userId="6abc7d4556b3b071" providerId="LiveId" clId="{F3750F2E-066A-4969-BB22-AA4B2440C81E}" dt="2023-06-01T03:31:20.385" v="148" actId="47"/>
        <pc:sldMkLst>
          <pc:docMk/>
          <pc:sldMk cId="3044777693" sldId="2536"/>
        </pc:sldMkLst>
      </pc:sldChg>
      <pc:sldChg chg="modSp add mod ord modAnim">
        <pc:chgData name="Owais Ahmed" userId="6abc7d4556b3b071" providerId="LiveId" clId="{F3750F2E-066A-4969-BB22-AA4B2440C81E}" dt="2023-06-01T05:46:26.821" v="14038" actId="20577"/>
        <pc:sldMkLst>
          <pc:docMk/>
          <pc:sldMk cId="3882252491" sldId="2536"/>
        </pc:sldMkLst>
        <pc:spChg chg="mod">
          <ac:chgData name="Owais Ahmed" userId="6abc7d4556b3b071" providerId="LiveId" clId="{F3750F2E-066A-4969-BB22-AA4B2440C81E}" dt="2023-06-01T05:46:26.821" v="14038" actId="20577"/>
          <ac:spMkLst>
            <pc:docMk/>
            <pc:sldMk cId="3882252491" sldId="2536"/>
            <ac:spMk id="4" creationId="{39262F6D-1BAF-B835-1D02-26E1824314EE}"/>
          </ac:spMkLst>
        </pc:spChg>
        <pc:spChg chg="mod">
          <ac:chgData name="Owais Ahmed" userId="6abc7d4556b3b071" providerId="LiveId" clId="{F3750F2E-066A-4969-BB22-AA4B2440C81E}" dt="2023-06-01T05:43:36.879" v="13753" actId="20577"/>
          <ac:spMkLst>
            <pc:docMk/>
            <pc:sldMk cId="3882252491" sldId="2536"/>
            <ac:spMk id="215" creationId="{00000000-0000-0000-0000-000000000000}"/>
          </ac:spMkLst>
        </pc:spChg>
      </pc:sldChg>
      <pc:sldChg chg="addSp modSp add mod modAnim modNotesTx">
        <pc:chgData name="Owais Ahmed" userId="6abc7d4556b3b071" providerId="LiveId" clId="{F3750F2E-066A-4969-BB22-AA4B2440C81E}" dt="2023-06-01T06:07:20.673" v="14528"/>
        <pc:sldMkLst>
          <pc:docMk/>
          <pc:sldMk cId="758741776" sldId="2537"/>
        </pc:sldMkLst>
        <pc:spChg chg="mod">
          <ac:chgData name="Owais Ahmed" userId="6abc7d4556b3b071" providerId="LiveId" clId="{F3750F2E-066A-4969-BB22-AA4B2440C81E}" dt="2023-06-01T05:59:44.827" v="14482" actId="20577"/>
          <ac:spMkLst>
            <pc:docMk/>
            <pc:sldMk cId="758741776" sldId="2537"/>
            <ac:spMk id="3" creationId="{4A1C0383-58FE-E486-295E-B33B8683B938}"/>
          </ac:spMkLst>
        </pc:spChg>
        <pc:picChg chg="add mod">
          <ac:chgData name="Owais Ahmed" userId="6abc7d4556b3b071" providerId="LiveId" clId="{F3750F2E-066A-4969-BB22-AA4B2440C81E}" dt="2023-06-01T05:49:15.374" v="14047" actId="14100"/>
          <ac:picMkLst>
            <pc:docMk/>
            <pc:sldMk cId="758741776" sldId="2537"/>
            <ac:picMk id="3074" creationId="{4CF866DF-3062-EC7E-C6A4-37288E9994B9}"/>
          </ac:picMkLst>
        </pc:picChg>
      </pc:sldChg>
      <pc:sldChg chg="del">
        <pc:chgData name="Owais Ahmed" userId="6abc7d4556b3b071" providerId="LiveId" clId="{F3750F2E-066A-4969-BB22-AA4B2440C81E}" dt="2023-06-01T03:31:20.807" v="150" actId="47"/>
        <pc:sldMkLst>
          <pc:docMk/>
          <pc:sldMk cId="962106567" sldId="2537"/>
        </pc:sldMkLst>
      </pc:sldChg>
      <pc:sldChg chg="del">
        <pc:chgData name="Owais Ahmed" userId="6abc7d4556b3b071" providerId="LiveId" clId="{F3750F2E-066A-4969-BB22-AA4B2440C81E}" dt="2023-06-01T03:31:20.968" v="151" actId="47"/>
        <pc:sldMkLst>
          <pc:docMk/>
          <pc:sldMk cId="818698008" sldId="2538"/>
        </pc:sldMkLst>
      </pc:sldChg>
      <pc:sldChg chg="add del">
        <pc:chgData name="Owais Ahmed" userId="6abc7d4556b3b071" providerId="LiveId" clId="{F3750F2E-066A-4969-BB22-AA4B2440C81E}" dt="2023-06-01T06:57:01.397" v="14851" actId="2890"/>
        <pc:sldMkLst>
          <pc:docMk/>
          <pc:sldMk cId="2592816849" sldId="2538"/>
        </pc:sldMkLst>
      </pc:sldChg>
      <pc:sldChg chg="modSp add mod ord modAnim">
        <pc:chgData name="Owais Ahmed" userId="6abc7d4556b3b071" providerId="LiveId" clId="{F3750F2E-066A-4969-BB22-AA4B2440C81E}" dt="2023-06-01T07:06:49.224" v="16006" actId="20577"/>
        <pc:sldMkLst>
          <pc:docMk/>
          <pc:sldMk cId="2949597636" sldId="2538"/>
        </pc:sldMkLst>
        <pc:spChg chg="mod">
          <ac:chgData name="Owais Ahmed" userId="6abc7d4556b3b071" providerId="LiveId" clId="{F3750F2E-066A-4969-BB22-AA4B2440C81E}" dt="2023-06-01T07:06:49.224" v="16006" actId="20577"/>
          <ac:spMkLst>
            <pc:docMk/>
            <pc:sldMk cId="2949597636" sldId="2538"/>
            <ac:spMk id="4" creationId="{39262F6D-1BAF-B835-1D02-26E1824314EE}"/>
          </ac:spMkLst>
        </pc:spChg>
        <pc:spChg chg="mod">
          <ac:chgData name="Owais Ahmed" userId="6abc7d4556b3b071" providerId="LiveId" clId="{F3750F2E-066A-4969-BB22-AA4B2440C81E}" dt="2023-06-01T06:58:50.002" v="14938" actId="20577"/>
          <ac:spMkLst>
            <pc:docMk/>
            <pc:sldMk cId="2949597636" sldId="2538"/>
            <ac:spMk id="215" creationId="{00000000-0000-0000-0000-000000000000}"/>
          </ac:spMkLst>
        </pc:spChg>
      </pc:sldChg>
      <pc:sldChg chg="modSp add mod modAnim modNotesTx">
        <pc:chgData name="Owais Ahmed" userId="6abc7d4556b3b071" providerId="LiveId" clId="{F3750F2E-066A-4969-BB22-AA4B2440C81E}" dt="2023-06-01T07:09:36.945" v="16349" actId="20577"/>
        <pc:sldMkLst>
          <pc:docMk/>
          <pc:sldMk cId="860287846" sldId="2539"/>
        </pc:sldMkLst>
        <pc:spChg chg="mod">
          <ac:chgData name="Owais Ahmed" userId="6abc7d4556b3b071" providerId="LiveId" clId="{F3750F2E-066A-4969-BB22-AA4B2440C81E}" dt="2023-06-01T07:09:36.945" v="16349" actId="20577"/>
          <ac:spMkLst>
            <pc:docMk/>
            <pc:sldMk cId="860287846" sldId="2539"/>
            <ac:spMk id="4" creationId="{39262F6D-1BAF-B835-1D02-26E1824314EE}"/>
          </ac:spMkLst>
        </pc:spChg>
      </pc:sldChg>
      <pc:sldChg chg="del">
        <pc:chgData name="Owais Ahmed" userId="6abc7d4556b3b071" providerId="LiveId" clId="{F3750F2E-066A-4969-BB22-AA4B2440C81E}" dt="2023-06-01T03:31:21.698" v="155" actId="47"/>
        <pc:sldMkLst>
          <pc:docMk/>
          <pc:sldMk cId="2712496299" sldId="2539"/>
        </pc:sldMkLst>
      </pc:sldChg>
      <pc:sldChg chg="del">
        <pc:chgData name="Owais Ahmed" userId="6abc7d4556b3b071" providerId="LiveId" clId="{F3750F2E-066A-4969-BB22-AA4B2440C81E}" dt="2023-06-01T03:31:21.172" v="152" actId="47"/>
        <pc:sldMkLst>
          <pc:docMk/>
          <pc:sldMk cId="1660717226" sldId="2540"/>
        </pc:sldMkLst>
      </pc:sldChg>
      <pc:sldChg chg="modSp add mod modAnim">
        <pc:chgData name="Owais Ahmed" userId="6abc7d4556b3b071" providerId="LiveId" clId="{F3750F2E-066A-4969-BB22-AA4B2440C81E}" dt="2023-06-01T07:15:02.348" v="17084" actId="20577"/>
        <pc:sldMkLst>
          <pc:docMk/>
          <pc:sldMk cId="2510303600" sldId="2540"/>
        </pc:sldMkLst>
        <pc:spChg chg="mod">
          <ac:chgData name="Owais Ahmed" userId="6abc7d4556b3b071" providerId="LiveId" clId="{F3750F2E-066A-4969-BB22-AA4B2440C81E}" dt="2023-06-01T07:15:02.348" v="17084" actId="20577"/>
          <ac:spMkLst>
            <pc:docMk/>
            <pc:sldMk cId="2510303600" sldId="2540"/>
            <ac:spMk id="4" creationId="{39262F6D-1BAF-B835-1D02-26E1824314EE}"/>
          </ac:spMkLst>
        </pc:spChg>
      </pc:sldChg>
      <pc:sldChg chg="del">
        <pc:chgData name="Owais Ahmed" userId="6abc7d4556b3b071" providerId="LiveId" clId="{F3750F2E-066A-4969-BB22-AA4B2440C81E}" dt="2023-06-01T03:31:22.784" v="156" actId="47"/>
        <pc:sldMkLst>
          <pc:docMk/>
          <pc:sldMk cId="747134569" sldId="2541"/>
        </pc:sldMkLst>
      </pc:sldChg>
      <pc:sldChg chg="del">
        <pc:chgData name="Owais Ahmed" userId="6abc7d4556b3b071" providerId="LiveId" clId="{F3750F2E-066A-4969-BB22-AA4B2440C81E}" dt="2023-06-01T03:31:21.352" v="153" actId="47"/>
        <pc:sldMkLst>
          <pc:docMk/>
          <pc:sldMk cId="2657552081" sldId="2542"/>
        </pc:sldMkLst>
      </pc:sldChg>
      <pc:sldChg chg="del">
        <pc:chgData name="Owais Ahmed" userId="6abc7d4556b3b071" providerId="LiveId" clId="{F3750F2E-066A-4969-BB22-AA4B2440C81E}" dt="2023-06-01T03:31:21.536" v="154" actId="47"/>
        <pc:sldMkLst>
          <pc:docMk/>
          <pc:sldMk cId="864876933" sldId="2543"/>
        </pc:sldMkLst>
      </pc:sldChg>
    </pc:docChg>
  </pc:docChgLst>
  <pc:docChgLst>
    <pc:chgData name="Owais Ahmed" userId="6abc7d4556b3b071" providerId="LiveId" clId="{0142BB85-7404-46E0-9F4D-32A77FA23FBB}"/>
    <pc:docChg chg="delSld modSld sldOrd modSection">
      <pc:chgData name="Owais Ahmed" userId="6abc7d4556b3b071" providerId="LiveId" clId="{0142BB85-7404-46E0-9F4D-32A77FA23FBB}" dt="2023-06-08T08:22:43.281" v="22"/>
      <pc:docMkLst>
        <pc:docMk/>
      </pc:docMkLst>
      <pc:sldChg chg="del ord">
        <pc:chgData name="Owais Ahmed" userId="6abc7d4556b3b071" providerId="LiveId" clId="{0142BB85-7404-46E0-9F4D-32A77FA23FBB}" dt="2023-06-08T08:11:30.443" v="18" actId="47"/>
        <pc:sldMkLst>
          <pc:docMk/>
          <pc:sldMk cId="3984703614" sldId="2516"/>
        </pc:sldMkLst>
      </pc:sldChg>
      <pc:sldChg chg="del ord modAnim">
        <pc:chgData name="Owais Ahmed" userId="6abc7d4556b3b071" providerId="LiveId" clId="{0142BB85-7404-46E0-9F4D-32A77FA23FBB}" dt="2023-06-08T07:59:31.294" v="13" actId="47"/>
        <pc:sldMkLst>
          <pc:docMk/>
          <pc:sldMk cId="2052478925" sldId="2519"/>
        </pc:sldMkLst>
      </pc:sldChg>
      <pc:sldChg chg="modAnim">
        <pc:chgData name="Owais Ahmed" userId="6abc7d4556b3b071" providerId="LiveId" clId="{0142BB85-7404-46E0-9F4D-32A77FA23FBB}" dt="2023-06-08T08:22:33.819" v="19"/>
        <pc:sldMkLst>
          <pc:docMk/>
          <pc:sldMk cId="1911734787" sldId="2520"/>
        </pc:sldMkLst>
      </pc:sldChg>
      <pc:sldChg chg="ord">
        <pc:chgData name="Owais Ahmed" userId="6abc7d4556b3b071" providerId="LiveId" clId="{0142BB85-7404-46E0-9F4D-32A77FA23FBB}" dt="2023-06-08T07:59:19.604" v="12"/>
        <pc:sldMkLst>
          <pc:docMk/>
          <pc:sldMk cId="1498609015" sldId="2521"/>
        </pc:sldMkLst>
      </pc:sldChg>
      <pc:sldChg chg="modAnim">
        <pc:chgData name="Owais Ahmed" userId="6abc7d4556b3b071" providerId="LiveId" clId="{0142BB85-7404-46E0-9F4D-32A77FA23FBB}" dt="2023-06-08T07:54:33.817" v="7"/>
        <pc:sldMkLst>
          <pc:docMk/>
          <pc:sldMk cId="478407460" sldId="2525"/>
        </pc:sldMkLst>
      </pc:sldChg>
      <pc:sldChg chg="modAnim">
        <pc:chgData name="Owais Ahmed" userId="6abc7d4556b3b071" providerId="LiveId" clId="{0142BB85-7404-46E0-9F4D-32A77FA23FBB}" dt="2023-06-08T07:54:49.129" v="10"/>
        <pc:sldMkLst>
          <pc:docMk/>
          <pc:sldMk cId="470220948" sldId="2526"/>
        </pc:sldMkLst>
      </pc:sldChg>
      <pc:sldChg chg="modAnim">
        <pc:chgData name="Owais Ahmed" userId="6abc7d4556b3b071" providerId="LiveId" clId="{0142BB85-7404-46E0-9F4D-32A77FA23FBB}" dt="2023-06-08T08:22:43.281" v="22"/>
        <pc:sldMkLst>
          <pc:docMk/>
          <pc:sldMk cId="475937064" sldId="2528"/>
        </pc:sldMkLst>
      </pc:sldChg>
    </pc:docChg>
  </pc:docChgLst>
  <pc:docChgLst>
    <pc:chgData name="Owais Ahmed" userId="6abc7d4556b3b071" providerId="LiveId" clId="{A55743FE-88C7-4A6A-9A5C-7D7AB39D62B0}"/>
    <pc:docChg chg="undo redo custSel addSld delSld modSld sldOrd addSection modSection">
      <pc:chgData name="Owais Ahmed" userId="6abc7d4556b3b071" providerId="LiveId" clId="{A55743FE-88C7-4A6A-9A5C-7D7AB39D62B0}" dt="2023-06-08T07:26:35.966" v="3995" actId="20577"/>
      <pc:docMkLst>
        <pc:docMk/>
      </pc:docMkLst>
      <pc:sldChg chg="modSp mod">
        <pc:chgData name="Owais Ahmed" userId="6abc7d4556b3b071" providerId="LiveId" clId="{A55743FE-88C7-4A6A-9A5C-7D7AB39D62B0}" dt="2023-06-08T06:03:08.886" v="2149" actId="20577"/>
        <pc:sldMkLst>
          <pc:docMk/>
          <pc:sldMk cId="1649098948" sldId="2462"/>
        </pc:sldMkLst>
        <pc:spChg chg="mod">
          <ac:chgData name="Owais Ahmed" userId="6abc7d4556b3b071" providerId="LiveId" clId="{A55743FE-88C7-4A6A-9A5C-7D7AB39D62B0}" dt="2023-06-08T06:03:08.886" v="2149" actId="20577"/>
          <ac:spMkLst>
            <pc:docMk/>
            <pc:sldMk cId="1649098948" sldId="2462"/>
            <ac:spMk id="6" creationId="{F3C89A40-EEAA-43AB-9A3A-B2CFDE450F1B}"/>
          </ac:spMkLst>
        </pc:spChg>
      </pc:sldChg>
      <pc:sldChg chg="modSp mod modAnim">
        <pc:chgData name="Owais Ahmed" userId="6abc7d4556b3b071" providerId="LiveId" clId="{A55743FE-88C7-4A6A-9A5C-7D7AB39D62B0}" dt="2023-06-01T07:27:49.179" v="970" actId="20577"/>
        <pc:sldMkLst>
          <pc:docMk/>
          <pc:sldMk cId="4001030377" sldId="2515"/>
        </pc:sldMkLst>
        <pc:spChg chg="mod">
          <ac:chgData name="Owais Ahmed" userId="6abc7d4556b3b071" providerId="LiveId" clId="{A55743FE-88C7-4A6A-9A5C-7D7AB39D62B0}" dt="2023-06-01T07:27:49.179" v="970" actId="20577"/>
          <ac:spMkLst>
            <pc:docMk/>
            <pc:sldMk cId="4001030377" sldId="2515"/>
            <ac:spMk id="3" creationId="{4A1C0383-58FE-E486-295E-B33B8683B938}"/>
          </ac:spMkLst>
        </pc:spChg>
        <pc:spChg chg="mod">
          <ac:chgData name="Owais Ahmed" userId="6abc7d4556b3b071" providerId="LiveId" clId="{A55743FE-88C7-4A6A-9A5C-7D7AB39D62B0}" dt="2023-06-01T07:24:08.572" v="263" actId="20577"/>
          <ac:spMkLst>
            <pc:docMk/>
            <pc:sldMk cId="4001030377" sldId="2515"/>
            <ac:spMk id="215" creationId="{00000000-0000-0000-0000-000000000000}"/>
          </ac:spMkLst>
        </pc:spChg>
      </pc:sldChg>
      <pc:sldChg chg="del">
        <pc:chgData name="Owais Ahmed" userId="6abc7d4556b3b071" providerId="LiveId" clId="{A55743FE-88C7-4A6A-9A5C-7D7AB39D62B0}" dt="2023-06-01T07:23:41.395" v="236" actId="47"/>
        <pc:sldMkLst>
          <pc:docMk/>
          <pc:sldMk cId="420060563" sldId="2516"/>
        </pc:sldMkLst>
      </pc:sldChg>
      <pc:sldChg chg="modSp add mod modAnim">
        <pc:chgData name="Owais Ahmed" userId="6abc7d4556b3b071" providerId="LiveId" clId="{A55743FE-88C7-4A6A-9A5C-7D7AB39D62B0}" dt="2023-06-01T07:32:25.163" v="1649" actId="20577"/>
        <pc:sldMkLst>
          <pc:docMk/>
          <pc:sldMk cId="3984703614" sldId="2516"/>
        </pc:sldMkLst>
        <pc:spChg chg="mod">
          <ac:chgData name="Owais Ahmed" userId="6abc7d4556b3b071" providerId="LiveId" clId="{A55743FE-88C7-4A6A-9A5C-7D7AB39D62B0}" dt="2023-06-01T07:32:25.163" v="1649" actId="20577"/>
          <ac:spMkLst>
            <pc:docMk/>
            <pc:sldMk cId="3984703614" sldId="2516"/>
            <ac:spMk id="3" creationId="{4A1C0383-58FE-E486-295E-B33B8683B938}"/>
          </ac:spMkLst>
        </pc:spChg>
        <pc:spChg chg="mod">
          <ac:chgData name="Owais Ahmed" userId="6abc7d4556b3b071" providerId="LiveId" clId="{A55743FE-88C7-4A6A-9A5C-7D7AB39D62B0}" dt="2023-06-01T07:28:00.339" v="990" actId="20577"/>
          <ac:spMkLst>
            <pc:docMk/>
            <pc:sldMk cId="3984703614" sldId="2516"/>
            <ac:spMk id="215" creationId="{00000000-0000-0000-0000-000000000000}"/>
          </ac:spMkLst>
        </pc:spChg>
      </pc:sldChg>
      <pc:sldChg chg="add">
        <pc:chgData name="Owais Ahmed" userId="6abc7d4556b3b071" providerId="LiveId" clId="{A55743FE-88C7-4A6A-9A5C-7D7AB39D62B0}" dt="2023-06-01T09:20:28.911" v="1650" actId="2890"/>
        <pc:sldMkLst>
          <pc:docMk/>
          <pc:sldMk cId="2168097399" sldId="2517"/>
        </pc:sldMkLst>
      </pc:sldChg>
      <pc:sldChg chg="del">
        <pc:chgData name="Owais Ahmed" userId="6abc7d4556b3b071" providerId="LiveId" clId="{A55743FE-88C7-4A6A-9A5C-7D7AB39D62B0}" dt="2023-06-01T07:23:41.395" v="236" actId="47"/>
        <pc:sldMkLst>
          <pc:docMk/>
          <pc:sldMk cId="394054088" sldId="2518"/>
        </pc:sldMkLst>
      </pc:sldChg>
      <pc:sldChg chg="modSp add mod modAnim">
        <pc:chgData name="Owais Ahmed" userId="6abc7d4556b3b071" providerId="LiveId" clId="{A55743FE-88C7-4A6A-9A5C-7D7AB39D62B0}" dt="2023-06-01T09:25:08.030" v="1980" actId="20577"/>
        <pc:sldMkLst>
          <pc:docMk/>
          <pc:sldMk cId="1485904615" sldId="2518"/>
        </pc:sldMkLst>
        <pc:spChg chg="mod">
          <ac:chgData name="Owais Ahmed" userId="6abc7d4556b3b071" providerId="LiveId" clId="{A55743FE-88C7-4A6A-9A5C-7D7AB39D62B0}" dt="2023-06-01T09:25:08.030" v="1980" actId="20577"/>
          <ac:spMkLst>
            <pc:docMk/>
            <pc:sldMk cId="1485904615" sldId="2518"/>
            <ac:spMk id="3" creationId="{4A1C0383-58FE-E486-295E-B33B8683B938}"/>
          </ac:spMkLst>
        </pc:spChg>
      </pc:sldChg>
      <pc:sldChg chg="del">
        <pc:chgData name="Owais Ahmed" userId="6abc7d4556b3b071" providerId="LiveId" clId="{A55743FE-88C7-4A6A-9A5C-7D7AB39D62B0}" dt="2023-06-01T07:23:41.395" v="236" actId="47"/>
        <pc:sldMkLst>
          <pc:docMk/>
          <pc:sldMk cId="1999492525" sldId="2519"/>
        </pc:sldMkLst>
      </pc:sldChg>
      <pc:sldChg chg="del">
        <pc:chgData name="Owais Ahmed" userId="6abc7d4556b3b071" providerId="LiveId" clId="{A55743FE-88C7-4A6A-9A5C-7D7AB39D62B0}" dt="2023-06-01T07:23:41.395" v="236" actId="47"/>
        <pc:sldMkLst>
          <pc:docMk/>
          <pc:sldMk cId="2250370139" sldId="2520"/>
        </pc:sldMkLst>
      </pc:sldChg>
      <pc:sldChg chg="del">
        <pc:chgData name="Owais Ahmed" userId="6abc7d4556b3b071" providerId="LiveId" clId="{A55743FE-88C7-4A6A-9A5C-7D7AB39D62B0}" dt="2023-06-01T07:23:41.395" v="236" actId="47"/>
        <pc:sldMkLst>
          <pc:docMk/>
          <pc:sldMk cId="2132847474" sldId="2521"/>
        </pc:sldMkLst>
      </pc:sldChg>
      <pc:sldChg chg="del">
        <pc:chgData name="Owais Ahmed" userId="6abc7d4556b3b071" providerId="LiveId" clId="{A55743FE-88C7-4A6A-9A5C-7D7AB39D62B0}" dt="2023-06-01T07:23:41.395" v="236" actId="47"/>
        <pc:sldMkLst>
          <pc:docMk/>
          <pc:sldMk cId="2205227670" sldId="2522"/>
        </pc:sldMkLst>
      </pc:sldChg>
      <pc:sldChg chg="del">
        <pc:chgData name="Owais Ahmed" userId="6abc7d4556b3b071" providerId="LiveId" clId="{A55743FE-88C7-4A6A-9A5C-7D7AB39D62B0}" dt="2023-06-01T07:23:41.395" v="236" actId="47"/>
        <pc:sldMkLst>
          <pc:docMk/>
          <pc:sldMk cId="195327952" sldId="2523"/>
        </pc:sldMkLst>
      </pc:sldChg>
      <pc:sldChg chg="del">
        <pc:chgData name="Owais Ahmed" userId="6abc7d4556b3b071" providerId="LiveId" clId="{A55743FE-88C7-4A6A-9A5C-7D7AB39D62B0}" dt="2023-06-01T07:23:41.395" v="236" actId="47"/>
        <pc:sldMkLst>
          <pc:docMk/>
          <pc:sldMk cId="2476493420" sldId="2524"/>
        </pc:sldMkLst>
      </pc:sldChg>
      <pc:sldChg chg="del">
        <pc:chgData name="Owais Ahmed" userId="6abc7d4556b3b071" providerId="LiveId" clId="{A55743FE-88C7-4A6A-9A5C-7D7AB39D62B0}" dt="2023-06-01T07:23:41.395" v="236" actId="47"/>
        <pc:sldMkLst>
          <pc:docMk/>
          <pc:sldMk cId="3632414245" sldId="2525"/>
        </pc:sldMkLst>
      </pc:sldChg>
      <pc:sldChg chg="del">
        <pc:chgData name="Owais Ahmed" userId="6abc7d4556b3b071" providerId="LiveId" clId="{A55743FE-88C7-4A6A-9A5C-7D7AB39D62B0}" dt="2023-06-01T07:23:41.395" v="236" actId="47"/>
        <pc:sldMkLst>
          <pc:docMk/>
          <pc:sldMk cId="2306874849" sldId="2526"/>
        </pc:sldMkLst>
      </pc:sldChg>
      <pc:sldChg chg="del">
        <pc:chgData name="Owais Ahmed" userId="6abc7d4556b3b071" providerId="LiveId" clId="{A55743FE-88C7-4A6A-9A5C-7D7AB39D62B0}" dt="2023-06-01T07:23:41.395" v="236" actId="47"/>
        <pc:sldMkLst>
          <pc:docMk/>
          <pc:sldMk cId="2132479376" sldId="2528"/>
        </pc:sldMkLst>
      </pc:sldChg>
      <pc:sldChg chg="del">
        <pc:chgData name="Owais Ahmed" userId="6abc7d4556b3b071" providerId="LiveId" clId="{A55743FE-88C7-4A6A-9A5C-7D7AB39D62B0}" dt="2023-06-01T07:23:41.395" v="236" actId="47"/>
        <pc:sldMkLst>
          <pc:docMk/>
          <pc:sldMk cId="302847877" sldId="2530"/>
        </pc:sldMkLst>
      </pc:sldChg>
      <pc:sldChg chg="modSp mod">
        <pc:chgData name="Owais Ahmed" userId="6abc7d4556b3b071" providerId="LiveId" clId="{A55743FE-88C7-4A6A-9A5C-7D7AB39D62B0}" dt="2023-06-08T06:02:50.812" v="2121" actId="20577"/>
        <pc:sldMkLst>
          <pc:docMk/>
          <pc:sldMk cId="467265299" sldId="2531"/>
        </pc:sldMkLst>
        <pc:spChg chg="mod">
          <ac:chgData name="Owais Ahmed" userId="6abc7d4556b3b071" providerId="LiveId" clId="{A55743FE-88C7-4A6A-9A5C-7D7AB39D62B0}" dt="2023-06-08T06:02:50.812" v="2121" actId="20577"/>
          <ac:spMkLst>
            <pc:docMk/>
            <pc:sldMk cId="467265299" sldId="2531"/>
            <ac:spMk id="215" creationId="{00000000-0000-0000-0000-000000000000}"/>
          </ac:spMkLst>
        </pc:spChg>
      </pc:sldChg>
      <pc:sldChg chg="del">
        <pc:chgData name="Owais Ahmed" userId="6abc7d4556b3b071" providerId="LiveId" clId="{A55743FE-88C7-4A6A-9A5C-7D7AB39D62B0}" dt="2023-06-01T07:23:41.395" v="236" actId="47"/>
        <pc:sldMkLst>
          <pc:docMk/>
          <pc:sldMk cId="3317015397" sldId="2531"/>
        </pc:sldMkLst>
      </pc:sldChg>
      <pc:sldChg chg="modSp add del mod ord modAnim">
        <pc:chgData name="Owais Ahmed" userId="6abc7d4556b3b071" providerId="LiveId" clId="{A55743FE-88C7-4A6A-9A5C-7D7AB39D62B0}" dt="2023-06-08T06:03:32.787" v="2169" actId="47"/>
        <pc:sldMkLst>
          <pc:docMk/>
          <pc:sldMk cId="1133534393" sldId="2532"/>
        </pc:sldMkLst>
        <pc:spChg chg="mod">
          <ac:chgData name="Owais Ahmed" userId="6abc7d4556b3b071" providerId="LiveId" clId="{A55743FE-88C7-4A6A-9A5C-7D7AB39D62B0}" dt="2023-06-08T05:10:27.559" v="2099" actId="20577"/>
          <ac:spMkLst>
            <pc:docMk/>
            <pc:sldMk cId="1133534393" sldId="2532"/>
            <ac:spMk id="3" creationId="{4A1C0383-58FE-E486-295E-B33B8683B938}"/>
          </ac:spMkLst>
        </pc:spChg>
        <pc:spChg chg="mod">
          <ac:chgData name="Owais Ahmed" userId="6abc7d4556b3b071" providerId="LiveId" clId="{A55743FE-88C7-4A6A-9A5C-7D7AB39D62B0}" dt="2023-06-08T06:02:55.716" v="2122"/>
          <ac:spMkLst>
            <pc:docMk/>
            <pc:sldMk cId="1133534393" sldId="2532"/>
            <ac:spMk id="215" creationId="{00000000-0000-0000-0000-000000000000}"/>
          </ac:spMkLst>
        </pc:spChg>
      </pc:sldChg>
      <pc:sldChg chg="del">
        <pc:chgData name="Owais Ahmed" userId="6abc7d4556b3b071" providerId="LiveId" clId="{A55743FE-88C7-4A6A-9A5C-7D7AB39D62B0}" dt="2023-06-01T07:23:41.395" v="236" actId="47"/>
        <pc:sldMkLst>
          <pc:docMk/>
          <pc:sldMk cId="1218442297" sldId="2532"/>
        </pc:sldMkLst>
      </pc:sldChg>
      <pc:sldChg chg="modSp add mod modAnim">
        <pc:chgData name="Owais Ahmed" userId="6abc7d4556b3b071" providerId="LiveId" clId="{A55743FE-88C7-4A6A-9A5C-7D7AB39D62B0}" dt="2023-06-08T07:08:07.132" v="3042" actId="403"/>
        <pc:sldMkLst>
          <pc:docMk/>
          <pc:sldMk cId="945321477" sldId="2533"/>
        </pc:sldMkLst>
        <pc:spChg chg="mod">
          <ac:chgData name="Owais Ahmed" userId="6abc7d4556b3b071" providerId="LiveId" clId="{A55743FE-88C7-4A6A-9A5C-7D7AB39D62B0}" dt="2023-06-08T07:08:07.132" v="3042" actId="403"/>
          <ac:spMkLst>
            <pc:docMk/>
            <pc:sldMk cId="945321477" sldId="2533"/>
            <ac:spMk id="3" creationId="{4A1C0383-58FE-E486-295E-B33B8683B938}"/>
          </ac:spMkLst>
        </pc:spChg>
        <pc:spChg chg="mod">
          <ac:chgData name="Owais Ahmed" userId="6abc7d4556b3b071" providerId="LiveId" clId="{A55743FE-88C7-4A6A-9A5C-7D7AB39D62B0}" dt="2023-06-08T06:03:18.052" v="2164" actId="20577"/>
          <ac:spMkLst>
            <pc:docMk/>
            <pc:sldMk cId="945321477" sldId="2533"/>
            <ac:spMk id="215" creationId="{00000000-0000-0000-0000-000000000000}"/>
          </ac:spMkLst>
        </pc:spChg>
      </pc:sldChg>
      <pc:sldChg chg="del">
        <pc:chgData name="Owais Ahmed" userId="6abc7d4556b3b071" providerId="LiveId" clId="{A55743FE-88C7-4A6A-9A5C-7D7AB39D62B0}" dt="2023-06-01T07:23:41.395" v="236" actId="47"/>
        <pc:sldMkLst>
          <pc:docMk/>
          <pc:sldMk cId="3849023359" sldId="2533"/>
        </pc:sldMkLst>
      </pc:sldChg>
      <pc:sldChg chg="del">
        <pc:chgData name="Owais Ahmed" userId="6abc7d4556b3b071" providerId="LiveId" clId="{A55743FE-88C7-4A6A-9A5C-7D7AB39D62B0}" dt="2023-06-01T07:23:41.395" v="236" actId="47"/>
        <pc:sldMkLst>
          <pc:docMk/>
          <pc:sldMk cId="3908721446" sldId="2534"/>
        </pc:sldMkLst>
      </pc:sldChg>
      <pc:sldChg chg="modSp add del mod modAnim modNotesTx">
        <pc:chgData name="Owais Ahmed" userId="6abc7d4556b3b071" providerId="LiveId" clId="{A55743FE-88C7-4A6A-9A5C-7D7AB39D62B0}" dt="2023-06-08T07:14:29.656" v="3353" actId="47"/>
        <pc:sldMkLst>
          <pc:docMk/>
          <pc:sldMk cId="4290162660" sldId="2534"/>
        </pc:sldMkLst>
        <pc:spChg chg="mod">
          <ac:chgData name="Owais Ahmed" userId="6abc7d4556b3b071" providerId="LiveId" clId="{A55743FE-88C7-4A6A-9A5C-7D7AB39D62B0}" dt="2023-06-08T07:01:11.840" v="2611" actId="114"/>
          <ac:spMkLst>
            <pc:docMk/>
            <pc:sldMk cId="4290162660" sldId="2534"/>
            <ac:spMk id="3" creationId="{4A1C0383-58FE-E486-295E-B33B8683B938}"/>
          </ac:spMkLst>
        </pc:spChg>
        <pc:spChg chg="mod">
          <ac:chgData name="Owais Ahmed" userId="6abc7d4556b3b071" providerId="LiveId" clId="{A55743FE-88C7-4A6A-9A5C-7D7AB39D62B0}" dt="2023-06-08T07:00:00.195" v="2397" actId="20577"/>
          <ac:spMkLst>
            <pc:docMk/>
            <pc:sldMk cId="4290162660" sldId="2534"/>
            <ac:spMk id="215" creationId="{00000000-0000-0000-0000-000000000000}"/>
          </ac:spMkLst>
        </pc:spChg>
      </pc:sldChg>
      <pc:sldChg chg="del">
        <pc:chgData name="Owais Ahmed" userId="6abc7d4556b3b071" providerId="LiveId" clId="{A55743FE-88C7-4A6A-9A5C-7D7AB39D62B0}" dt="2023-06-01T07:23:41.395" v="236" actId="47"/>
        <pc:sldMkLst>
          <pc:docMk/>
          <pc:sldMk cId="80640812" sldId="2535"/>
        </pc:sldMkLst>
      </pc:sldChg>
      <pc:sldChg chg="modSp add mod modAnim">
        <pc:chgData name="Owais Ahmed" userId="6abc7d4556b3b071" providerId="LiveId" clId="{A55743FE-88C7-4A6A-9A5C-7D7AB39D62B0}" dt="2023-06-08T07:06:25.199" v="2953" actId="27636"/>
        <pc:sldMkLst>
          <pc:docMk/>
          <pc:sldMk cId="1915231049" sldId="2535"/>
        </pc:sldMkLst>
        <pc:spChg chg="mod">
          <ac:chgData name="Owais Ahmed" userId="6abc7d4556b3b071" providerId="LiveId" clId="{A55743FE-88C7-4A6A-9A5C-7D7AB39D62B0}" dt="2023-06-08T07:06:25.199" v="2953" actId="27636"/>
          <ac:spMkLst>
            <pc:docMk/>
            <pc:sldMk cId="1915231049" sldId="2535"/>
            <ac:spMk id="3" creationId="{4A1C0383-58FE-E486-295E-B33B8683B938}"/>
          </ac:spMkLst>
        </pc:spChg>
      </pc:sldChg>
      <pc:sldChg chg="add del">
        <pc:chgData name="Owais Ahmed" userId="6abc7d4556b3b071" providerId="LiveId" clId="{A55743FE-88C7-4A6A-9A5C-7D7AB39D62B0}" dt="2023-06-08T07:14:29.641" v="3352" actId="47"/>
        <pc:sldMkLst>
          <pc:docMk/>
          <pc:sldMk cId="1544191255" sldId="2536"/>
        </pc:sldMkLst>
      </pc:sldChg>
      <pc:sldChg chg="del">
        <pc:chgData name="Owais Ahmed" userId="6abc7d4556b3b071" providerId="LiveId" clId="{A55743FE-88C7-4A6A-9A5C-7D7AB39D62B0}" dt="2023-06-01T07:23:44.038" v="237" actId="47"/>
        <pc:sldMkLst>
          <pc:docMk/>
          <pc:sldMk cId="3882252491" sldId="2536"/>
        </pc:sldMkLst>
      </pc:sldChg>
      <pc:sldChg chg="del">
        <pc:chgData name="Owais Ahmed" userId="6abc7d4556b3b071" providerId="LiveId" clId="{A55743FE-88C7-4A6A-9A5C-7D7AB39D62B0}" dt="2023-06-01T07:23:41.395" v="236" actId="47"/>
        <pc:sldMkLst>
          <pc:docMk/>
          <pc:sldMk cId="758741776" sldId="2537"/>
        </pc:sldMkLst>
      </pc:sldChg>
      <pc:sldChg chg="modSp add mod ord modAnim">
        <pc:chgData name="Owais Ahmed" userId="6abc7d4556b3b071" providerId="LiveId" clId="{A55743FE-88C7-4A6A-9A5C-7D7AB39D62B0}" dt="2023-06-08T07:14:20.965" v="3351" actId="20577"/>
        <pc:sldMkLst>
          <pc:docMk/>
          <pc:sldMk cId="3674044196" sldId="2537"/>
        </pc:sldMkLst>
        <pc:spChg chg="mod">
          <ac:chgData name="Owais Ahmed" userId="6abc7d4556b3b071" providerId="LiveId" clId="{A55743FE-88C7-4A6A-9A5C-7D7AB39D62B0}" dt="2023-06-08T07:14:20.965" v="3351" actId="20577"/>
          <ac:spMkLst>
            <pc:docMk/>
            <pc:sldMk cId="3674044196" sldId="2537"/>
            <ac:spMk id="3" creationId="{4A1C0383-58FE-E486-295E-B33B8683B938}"/>
          </ac:spMkLst>
        </pc:spChg>
      </pc:sldChg>
      <pc:sldChg chg="del">
        <pc:chgData name="Owais Ahmed" userId="6abc7d4556b3b071" providerId="LiveId" clId="{A55743FE-88C7-4A6A-9A5C-7D7AB39D62B0}" dt="2023-06-01T07:23:41.395" v="236" actId="47"/>
        <pc:sldMkLst>
          <pc:docMk/>
          <pc:sldMk cId="2949597636" sldId="2538"/>
        </pc:sldMkLst>
      </pc:sldChg>
      <pc:sldChg chg="modSp add mod ord modAnim">
        <pc:chgData name="Owais Ahmed" userId="6abc7d4556b3b071" providerId="LiveId" clId="{A55743FE-88C7-4A6A-9A5C-7D7AB39D62B0}" dt="2023-06-08T07:13:38.147" v="3206" actId="113"/>
        <pc:sldMkLst>
          <pc:docMk/>
          <pc:sldMk cId="4229958127" sldId="2538"/>
        </pc:sldMkLst>
        <pc:spChg chg="mod">
          <ac:chgData name="Owais Ahmed" userId="6abc7d4556b3b071" providerId="LiveId" clId="{A55743FE-88C7-4A6A-9A5C-7D7AB39D62B0}" dt="2023-06-08T07:13:38.147" v="3206" actId="113"/>
          <ac:spMkLst>
            <pc:docMk/>
            <pc:sldMk cId="4229958127" sldId="2538"/>
            <ac:spMk id="3" creationId="{4A1C0383-58FE-E486-295E-B33B8683B938}"/>
          </ac:spMkLst>
        </pc:spChg>
      </pc:sldChg>
      <pc:sldChg chg="del">
        <pc:chgData name="Owais Ahmed" userId="6abc7d4556b3b071" providerId="LiveId" clId="{A55743FE-88C7-4A6A-9A5C-7D7AB39D62B0}" dt="2023-06-01T07:23:41.395" v="236" actId="47"/>
        <pc:sldMkLst>
          <pc:docMk/>
          <pc:sldMk cId="860287846" sldId="2539"/>
        </pc:sldMkLst>
      </pc:sldChg>
      <pc:sldChg chg="modSp add ord modAnim">
        <pc:chgData name="Owais Ahmed" userId="6abc7d4556b3b071" providerId="LiveId" clId="{A55743FE-88C7-4A6A-9A5C-7D7AB39D62B0}" dt="2023-06-08T07:21:30.026" v="3650" actId="20577"/>
        <pc:sldMkLst>
          <pc:docMk/>
          <pc:sldMk cId="3372533770" sldId="2539"/>
        </pc:sldMkLst>
        <pc:spChg chg="mod">
          <ac:chgData name="Owais Ahmed" userId="6abc7d4556b3b071" providerId="LiveId" clId="{A55743FE-88C7-4A6A-9A5C-7D7AB39D62B0}" dt="2023-06-08T07:21:30.026" v="3650" actId="20577"/>
          <ac:spMkLst>
            <pc:docMk/>
            <pc:sldMk cId="3372533770" sldId="2539"/>
            <ac:spMk id="3" creationId="{4A1C0383-58FE-E486-295E-B33B8683B938}"/>
          </ac:spMkLst>
        </pc:spChg>
      </pc:sldChg>
      <pc:sldChg chg="del">
        <pc:chgData name="Owais Ahmed" userId="6abc7d4556b3b071" providerId="LiveId" clId="{A55743FE-88C7-4A6A-9A5C-7D7AB39D62B0}" dt="2023-06-01T07:23:41.395" v="236" actId="47"/>
        <pc:sldMkLst>
          <pc:docMk/>
          <pc:sldMk cId="2510303600" sldId="2540"/>
        </pc:sldMkLst>
      </pc:sldChg>
      <pc:sldChg chg="modSp add mod ord modAnim">
        <pc:chgData name="Owais Ahmed" userId="6abc7d4556b3b071" providerId="LiveId" clId="{A55743FE-88C7-4A6A-9A5C-7D7AB39D62B0}" dt="2023-06-08T07:26:35.966" v="3995" actId="20577"/>
        <pc:sldMkLst>
          <pc:docMk/>
          <pc:sldMk cId="2537490134" sldId="2540"/>
        </pc:sldMkLst>
        <pc:spChg chg="mod">
          <ac:chgData name="Owais Ahmed" userId="6abc7d4556b3b071" providerId="LiveId" clId="{A55743FE-88C7-4A6A-9A5C-7D7AB39D62B0}" dt="2023-06-08T07:26:35.966" v="3995" actId="20577"/>
          <ac:spMkLst>
            <pc:docMk/>
            <pc:sldMk cId="2537490134" sldId="2540"/>
            <ac:spMk id="3" creationId="{4A1C0383-58FE-E486-295E-B33B8683B938}"/>
          </ac:spMkLst>
        </pc:spChg>
      </pc:sldChg>
      <pc:sldChg chg="modSp add mod ord modAnim">
        <pc:chgData name="Owais Ahmed" userId="6abc7d4556b3b071" providerId="LiveId" clId="{A55743FE-88C7-4A6A-9A5C-7D7AB39D62B0}" dt="2023-06-08T07:24:37.092" v="3993" actId="20577"/>
        <pc:sldMkLst>
          <pc:docMk/>
          <pc:sldMk cId="2305562190" sldId="2541"/>
        </pc:sldMkLst>
        <pc:spChg chg="mod">
          <ac:chgData name="Owais Ahmed" userId="6abc7d4556b3b071" providerId="LiveId" clId="{A55743FE-88C7-4A6A-9A5C-7D7AB39D62B0}" dt="2023-06-08T07:24:37.092" v="3993" actId="20577"/>
          <ac:spMkLst>
            <pc:docMk/>
            <pc:sldMk cId="2305562190" sldId="2541"/>
            <ac:spMk id="3" creationId="{4A1C0383-58FE-E486-295E-B33B8683B938}"/>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F97DFCF-F890-A143-9133-C8B65C9B01E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FE2C281-2434-D94F-B4BD-BA3CD4DB8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66D5B4E-BF3E-3B45-A4BA-D6C3B92870D7}" type="datetimeFigureOut">
              <a:rPr lang="en-US" smtClean="0"/>
              <a:t>6/8/2023</a:t>
            </a:fld>
            <a:endParaRPr lang="en-US" dirty="0"/>
          </a:p>
        </p:txBody>
      </p:sp>
      <p:sp>
        <p:nvSpPr>
          <p:cNvPr id="4" name="Footer Placeholder 3">
            <a:extLst>
              <a:ext uri="{FF2B5EF4-FFF2-40B4-BE49-F238E27FC236}">
                <a16:creationId xmlns:a16="http://schemas.microsoft.com/office/drawing/2014/main" id="{5C17CBFA-633D-5540-AFAA-BE1F495EC62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6B5631-D714-AD41-853B-A883ADC344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65AE8BC-2AB3-9E4C-9797-2A6F8A74C74E}" type="slidenum">
              <a:rPr lang="en-US" smtClean="0"/>
              <a:t>‹#›</a:t>
            </a:fld>
            <a:endParaRPr lang="en-US" dirty="0"/>
          </a:p>
        </p:txBody>
      </p:sp>
    </p:spTree>
    <p:extLst>
      <p:ext uri="{BB962C8B-B14F-4D97-AF65-F5344CB8AC3E}">
        <p14:creationId xmlns:p14="http://schemas.microsoft.com/office/powerpoint/2010/main" val="42739870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A8621B-8C8E-49BA-8772-41D0FE75A082}" type="datetimeFigureOut">
              <a:rPr lang="en-US" smtClean="0"/>
              <a:t>6/8/2023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8B34ED-4CDD-41C9-90F7-D768D5559A6F}" type="slidenum">
              <a:rPr lang="en-US" smtClean="0"/>
              <a:t>‹#›</a:t>
            </a:fld>
            <a:endParaRPr lang="en-US" dirty="0"/>
          </a:p>
        </p:txBody>
      </p:sp>
    </p:spTree>
    <p:extLst>
      <p:ext uri="{BB962C8B-B14F-4D97-AF65-F5344CB8AC3E}">
        <p14:creationId xmlns:p14="http://schemas.microsoft.com/office/powerpoint/2010/main" val="4225970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b="0" i="0" dirty="0">
              <a:solidFill>
                <a:srgbClr val="273239"/>
              </a:solidFill>
              <a:effectLst/>
              <a:latin typeface="+mn-lt"/>
            </a:endParaRPr>
          </a:p>
        </p:txBody>
      </p:sp>
      <p:sp>
        <p:nvSpPr>
          <p:cNvPr id="4" name="Slide Number Placeholder 3"/>
          <p:cNvSpPr>
            <a:spLocks noGrp="1"/>
          </p:cNvSpPr>
          <p:nvPr>
            <p:ph type="sldNum" sz="quarter" idx="10"/>
          </p:nvPr>
        </p:nvSpPr>
        <p:spPr/>
        <p:txBody>
          <a:bodyPr/>
          <a:lstStyle/>
          <a:p>
            <a:fld id="{B0FCC8D5-6D68-A443-97C0-91AE5977134B}" type="slidenum">
              <a:rPr lang="en-US" smtClean="0"/>
              <a:pPr/>
              <a:t>3</a:t>
            </a:fld>
            <a:endParaRPr lang="en-US" dirty="0"/>
          </a:p>
        </p:txBody>
      </p:sp>
    </p:spTree>
    <p:extLst>
      <p:ext uri="{BB962C8B-B14F-4D97-AF65-F5344CB8AC3E}">
        <p14:creationId xmlns:p14="http://schemas.microsoft.com/office/powerpoint/2010/main" val="3846228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b="0" i="0" dirty="0">
              <a:solidFill>
                <a:srgbClr val="273239"/>
              </a:solidFill>
              <a:effectLst/>
              <a:latin typeface="Consolas" panose="020B0609020204030204" pitchFamily="49" charset="0"/>
            </a:endParaRPr>
          </a:p>
        </p:txBody>
      </p:sp>
      <p:sp>
        <p:nvSpPr>
          <p:cNvPr id="4" name="Slide Number Placeholder 3"/>
          <p:cNvSpPr>
            <a:spLocks noGrp="1"/>
          </p:cNvSpPr>
          <p:nvPr>
            <p:ph type="sldNum" sz="quarter" idx="10"/>
          </p:nvPr>
        </p:nvSpPr>
        <p:spPr/>
        <p:txBody>
          <a:bodyPr/>
          <a:lstStyle/>
          <a:p>
            <a:fld id="{B0FCC8D5-6D68-A443-97C0-91AE5977134B}" type="slidenum">
              <a:rPr lang="en-US" smtClean="0"/>
              <a:pPr/>
              <a:t>4</a:t>
            </a:fld>
            <a:endParaRPr lang="en-US" dirty="0"/>
          </a:p>
        </p:txBody>
      </p:sp>
    </p:spTree>
    <p:extLst>
      <p:ext uri="{BB962C8B-B14F-4D97-AF65-F5344CB8AC3E}">
        <p14:creationId xmlns:p14="http://schemas.microsoft.com/office/powerpoint/2010/main" val="9986858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b="0" i="0" dirty="0">
              <a:solidFill>
                <a:srgbClr val="273239"/>
              </a:solidFill>
              <a:effectLst/>
              <a:latin typeface="Consolas" panose="020B0609020204030204" pitchFamily="49" charset="0"/>
            </a:endParaRPr>
          </a:p>
        </p:txBody>
      </p:sp>
      <p:sp>
        <p:nvSpPr>
          <p:cNvPr id="4" name="Slide Number Placeholder 3"/>
          <p:cNvSpPr>
            <a:spLocks noGrp="1"/>
          </p:cNvSpPr>
          <p:nvPr>
            <p:ph type="sldNum" sz="quarter" idx="10"/>
          </p:nvPr>
        </p:nvSpPr>
        <p:spPr/>
        <p:txBody>
          <a:bodyPr/>
          <a:lstStyle/>
          <a:p>
            <a:fld id="{B0FCC8D5-6D68-A443-97C0-91AE5977134B}" type="slidenum">
              <a:rPr lang="en-US" smtClean="0"/>
              <a:pPr/>
              <a:t>5</a:t>
            </a:fld>
            <a:endParaRPr lang="en-US" dirty="0"/>
          </a:p>
        </p:txBody>
      </p:sp>
    </p:spTree>
    <p:extLst>
      <p:ext uri="{BB962C8B-B14F-4D97-AF65-F5344CB8AC3E}">
        <p14:creationId xmlns:p14="http://schemas.microsoft.com/office/powerpoint/2010/main" val="29182233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b="0" i="0" dirty="0">
              <a:solidFill>
                <a:srgbClr val="273239"/>
              </a:solidFill>
              <a:effectLst/>
              <a:latin typeface="Consolas" panose="020B0609020204030204" pitchFamily="49" charset="0"/>
            </a:endParaRPr>
          </a:p>
        </p:txBody>
      </p:sp>
      <p:sp>
        <p:nvSpPr>
          <p:cNvPr id="4" name="Slide Number Placeholder 3"/>
          <p:cNvSpPr>
            <a:spLocks noGrp="1"/>
          </p:cNvSpPr>
          <p:nvPr>
            <p:ph type="sldNum" sz="quarter" idx="10"/>
          </p:nvPr>
        </p:nvSpPr>
        <p:spPr/>
        <p:txBody>
          <a:bodyPr/>
          <a:lstStyle/>
          <a:p>
            <a:fld id="{B0FCC8D5-6D68-A443-97C0-91AE5977134B}" type="slidenum">
              <a:rPr lang="en-US" smtClean="0"/>
              <a:pPr/>
              <a:t>6</a:t>
            </a:fld>
            <a:endParaRPr lang="en-US" dirty="0"/>
          </a:p>
        </p:txBody>
      </p:sp>
    </p:spTree>
    <p:extLst>
      <p:ext uri="{BB962C8B-B14F-4D97-AF65-F5344CB8AC3E}">
        <p14:creationId xmlns:p14="http://schemas.microsoft.com/office/powerpoint/2010/main" val="12232989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b="0" i="0" dirty="0">
              <a:solidFill>
                <a:srgbClr val="273239"/>
              </a:solidFill>
              <a:effectLst/>
              <a:latin typeface="Consolas" panose="020B0609020204030204" pitchFamily="49" charset="0"/>
            </a:endParaRPr>
          </a:p>
        </p:txBody>
      </p:sp>
      <p:sp>
        <p:nvSpPr>
          <p:cNvPr id="4" name="Slide Number Placeholder 3"/>
          <p:cNvSpPr>
            <a:spLocks noGrp="1"/>
          </p:cNvSpPr>
          <p:nvPr>
            <p:ph type="sldNum" sz="quarter" idx="10"/>
          </p:nvPr>
        </p:nvSpPr>
        <p:spPr/>
        <p:txBody>
          <a:bodyPr/>
          <a:lstStyle/>
          <a:p>
            <a:fld id="{B0FCC8D5-6D68-A443-97C0-91AE5977134B}" type="slidenum">
              <a:rPr lang="en-US" smtClean="0"/>
              <a:pPr/>
              <a:t>7</a:t>
            </a:fld>
            <a:endParaRPr lang="en-US" dirty="0"/>
          </a:p>
        </p:txBody>
      </p:sp>
    </p:spTree>
    <p:extLst>
      <p:ext uri="{BB962C8B-B14F-4D97-AF65-F5344CB8AC3E}">
        <p14:creationId xmlns:p14="http://schemas.microsoft.com/office/powerpoint/2010/main" val="32780969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b="0" i="0" dirty="0">
              <a:solidFill>
                <a:srgbClr val="273239"/>
              </a:solidFill>
              <a:effectLst/>
              <a:latin typeface="Consolas" panose="020B0609020204030204" pitchFamily="49" charset="0"/>
            </a:endParaRPr>
          </a:p>
        </p:txBody>
      </p:sp>
      <p:sp>
        <p:nvSpPr>
          <p:cNvPr id="4" name="Slide Number Placeholder 3"/>
          <p:cNvSpPr>
            <a:spLocks noGrp="1"/>
          </p:cNvSpPr>
          <p:nvPr>
            <p:ph type="sldNum" sz="quarter" idx="10"/>
          </p:nvPr>
        </p:nvSpPr>
        <p:spPr/>
        <p:txBody>
          <a:bodyPr/>
          <a:lstStyle/>
          <a:p>
            <a:fld id="{B0FCC8D5-6D68-A443-97C0-91AE5977134B}" type="slidenum">
              <a:rPr lang="en-US" smtClean="0"/>
              <a:pPr/>
              <a:t>8</a:t>
            </a:fld>
            <a:endParaRPr lang="en-US" dirty="0"/>
          </a:p>
        </p:txBody>
      </p:sp>
    </p:spTree>
    <p:extLst>
      <p:ext uri="{BB962C8B-B14F-4D97-AF65-F5344CB8AC3E}">
        <p14:creationId xmlns:p14="http://schemas.microsoft.com/office/powerpoint/2010/main" val="4353385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b="0" i="0" dirty="0">
              <a:solidFill>
                <a:srgbClr val="273239"/>
              </a:solidFill>
              <a:effectLst/>
              <a:latin typeface="Consolas" panose="020B0609020204030204" pitchFamily="49" charset="0"/>
            </a:endParaRPr>
          </a:p>
        </p:txBody>
      </p:sp>
      <p:sp>
        <p:nvSpPr>
          <p:cNvPr id="4" name="Slide Number Placeholder 3"/>
          <p:cNvSpPr>
            <a:spLocks noGrp="1"/>
          </p:cNvSpPr>
          <p:nvPr>
            <p:ph type="sldNum" sz="quarter" idx="10"/>
          </p:nvPr>
        </p:nvSpPr>
        <p:spPr/>
        <p:txBody>
          <a:bodyPr/>
          <a:lstStyle/>
          <a:p>
            <a:fld id="{B0FCC8D5-6D68-A443-97C0-91AE5977134B}" type="slidenum">
              <a:rPr lang="en-US" smtClean="0"/>
              <a:pPr/>
              <a:t>9</a:t>
            </a:fld>
            <a:endParaRPr lang="en-US" dirty="0"/>
          </a:p>
        </p:txBody>
      </p:sp>
    </p:spTree>
    <p:extLst>
      <p:ext uri="{BB962C8B-B14F-4D97-AF65-F5344CB8AC3E}">
        <p14:creationId xmlns:p14="http://schemas.microsoft.com/office/powerpoint/2010/main" val="10095330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b="0" i="0" dirty="0">
              <a:solidFill>
                <a:srgbClr val="273239"/>
              </a:solidFill>
              <a:effectLst/>
              <a:latin typeface="Consolas" panose="020B0609020204030204" pitchFamily="49" charset="0"/>
            </a:endParaRPr>
          </a:p>
        </p:txBody>
      </p:sp>
      <p:sp>
        <p:nvSpPr>
          <p:cNvPr id="4" name="Slide Number Placeholder 3"/>
          <p:cNvSpPr>
            <a:spLocks noGrp="1"/>
          </p:cNvSpPr>
          <p:nvPr>
            <p:ph type="sldNum" sz="quarter" idx="10"/>
          </p:nvPr>
        </p:nvSpPr>
        <p:spPr/>
        <p:txBody>
          <a:bodyPr/>
          <a:lstStyle/>
          <a:p>
            <a:fld id="{B0FCC8D5-6D68-A443-97C0-91AE5977134B}" type="slidenum">
              <a:rPr lang="en-US" smtClean="0"/>
              <a:pPr/>
              <a:t>10</a:t>
            </a:fld>
            <a:endParaRPr lang="en-US" dirty="0"/>
          </a:p>
        </p:txBody>
      </p:sp>
    </p:spTree>
    <p:extLst>
      <p:ext uri="{BB962C8B-B14F-4D97-AF65-F5344CB8AC3E}">
        <p14:creationId xmlns:p14="http://schemas.microsoft.com/office/powerpoint/2010/main" val="25273615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b="0" i="0" dirty="0">
              <a:solidFill>
                <a:srgbClr val="273239"/>
              </a:solidFill>
              <a:effectLst/>
              <a:latin typeface="Consolas" panose="020B0609020204030204" pitchFamily="49" charset="0"/>
            </a:endParaRPr>
          </a:p>
        </p:txBody>
      </p:sp>
      <p:sp>
        <p:nvSpPr>
          <p:cNvPr id="4" name="Slide Number Placeholder 3"/>
          <p:cNvSpPr>
            <a:spLocks noGrp="1"/>
          </p:cNvSpPr>
          <p:nvPr>
            <p:ph type="sldNum" sz="quarter" idx="10"/>
          </p:nvPr>
        </p:nvSpPr>
        <p:spPr/>
        <p:txBody>
          <a:bodyPr/>
          <a:lstStyle/>
          <a:p>
            <a:fld id="{B0FCC8D5-6D68-A443-97C0-91AE5977134B}" type="slidenum">
              <a:rPr lang="en-US" smtClean="0"/>
              <a:pPr/>
              <a:t>11</a:t>
            </a:fld>
            <a:endParaRPr lang="en-US" dirty="0"/>
          </a:p>
        </p:txBody>
      </p:sp>
    </p:spTree>
    <p:extLst>
      <p:ext uri="{BB962C8B-B14F-4D97-AF65-F5344CB8AC3E}">
        <p14:creationId xmlns:p14="http://schemas.microsoft.com/office/powerpoint/2010/main" val="9538279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b="0" i="0" dirty="0">
              <a:solidFill>
                <a:srgbClr val="273239"/>
              </a:solidFill>
              <a:effectLst/>
              <a:latin typeface="Consolas" panose="020B0609020204030204" pitchFamily="49" charset="0"/>
            </a:endParaRPr>
          </a:p>
        </p:txBody>
      </p:sp>
      <p:sp>
        <p:nvSpPr>
          <p:cNvPr id="4" name="Slide Number Placeholder 3"/>
          <p:cNvSpPr>
            <a:spLocks noGrp="1"/>
          </p:cNvSpPr>
          <p:nvPr>
            <p:ph type="sldNum" sz="quarter" idx="10"/>
          </p:nvPr>
        </p:nvSpPr>
        <p:spPr/>
        <p:txBody>
          <a:bodyPr/>
          <a:lstStyle/>
          <a:p>
            <a:fld id="{B0FCC8D5-6D68-A443-97C0-91AE5977134B}" type="slidenum">
              <a:rPr lang="en-US" smtClean="0"/>
              <a:pPr/>
              <a:t>12</a:t>
            </a:fld>
            <a:endParaRPr lang="en-US" dirty="0"/>
          </a:p>
        </p:txBody>
      </p:sp>
    </p:spTree>
    <p:extLst>
      <p:ext uri="{BB962C8B-B14F-4D97-AF65-F5344CB8AC3E}">
        <p14:creationId xmlns:p14="http://schemas.microsoft.com/office/powerpoint/2010/main" val="29439905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b="0" i="0" dirty="0">
              <a:solidFill>
                <a:srgbClr val="273239"/>
              </a:solidFill>
              <a:effectLst/>
              <a:latin typeface="Consolas" panose="020B0609020204030204" pitchFamily="49" charset="0"/>
            </a:endParaRPr>
          </a:p>
        </p:txBody>
      </p:sp>
      <p:sp>
        <p:nvSpPr>
          <p:cNvPr id="4" name="Slide Number Placeholder 3"/>
          <p:cNvSpPr>
            <a:spLocks noGrp="1"/>
          </p:cNvSpPr>
          <p:nvPr>
            <p:ph type="sldNum" sz="quarter" idx="10"/>
          </p:nvPr>
        </p:nvSpPr>
        <p:spPr/>
        <p:txBody>
          <a:bodyPr/>
          <a:lstStyle/>
          <a:p>
            <a:fld id="{B0FCC8D5-6D68-A443-97C0-91AE5977134B}" type="slidenum">
              <a:rPr lang="en-US" smtClean="0"/>
              <a:pPr/>
              <a:t>13</a:t>
            </a:fld>
            <a:endParaRPr lang="en-US" dirty="0"/>
          </a:p>
        </p:txBody>
      </p:sp>
    </p:spTree>
    <p:extLst>
      <p:ext uri="{BB962C8B-B14F-4D97-AF65-F5344CB8AC3E}">
        <p14:creationId xmlns:p14="http://schemas.microsoft.com/office/powerpoint/2010/main" val="28166748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b="0" i="0" dirty="0">
              <a:solidFill>
                <a:srgbClr val="273239"/>
              </a:solidFill>
              <a:effectLst/>
              <a:latin typeface="Consolas" panose="020B0609020204030204" pitchFamily="49" charset="0"/>
            </a:endParaRPr>
          </a:p>
        </p:txBody>
      </p:sp>
      <p:sp>
        <p:nvSpPr>
          <p:cNvPr id="4" name="Slide Number Placeholder 3"/>
          <p:cNvSpPr>
            <a:spLocks noGrp="1"/>
          </p:cNvSpPr>
          <p:nvPr>
            <p:ph type="sldNum" sz="quarter" idx="10"/>
          </p:nvPr>
        </p:nvSpPr>
        <p:spPr/>
        <p:txBody>
          <a:bodyPr/>
          <a:lstStyle/>
          <a:p>
            <a:fld id="{B0FCC8D5-6D68-A443-97C0-91AE5977134B}" type="slidenum">
              <a:rPr lang="en-US" smtClean="0"/>
              <a:pPr/>
              <a:t>14</a:t>
            </a:fld>
            <a:endParaRPr lang="en-US" dirty="0"/>
          </a:p>
        </p:txBody>
      </p:sp>
    </p:spTree>
    <p:extLst>
      <p:ext uri="{BB962C8B-B14F-4D97-AF65-F5344CB8AC3E}">
        <p14:creationId xmlns:p14="http://schemas.microsoft.com/office/powerpoint/2010/main" val="22348960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b="0" i="0" dirty="0">
              <a:solidFill>
                <a:srgbClr val="273239"/>
              </a:solidFill>
              <a:effectLst/>
              <a:latin typeface="Consolas" panose="020B0609020204030204" pitchFamily="49" charset="0"/>
            </a:endParaRPr>
          </a:p>
        </p:txBody>
      </p:sp>
      <p:sp>
        <p:nvSpPr>
          <p:cNvPr id="4" name="Slide Number Placeholder 3"/>
          <p:cNvSpPr>
            <a:spLocks noGrp="1"/>
          </p:cNvSpPr>
          <p:nvPr>
            <p:ph type="sldNum" sz="quarter" idx="10"/>
          </p:nvPr>
        </p:nvSpPr>
        <p:spPr/>
        <p:txBody>
          <a:bodyPr/>
          <a:lstStyle/>
          <a:p>
            <a:fld id="{B0FCC8D5-6D68-A443-97C0-91AE5977134B}" type="slidenum">
              <a:rPr lang="en-US" smtClean="0"/>
              <a:pPr/>
              <a:t>15</a:t>
            </a:fld>
            <a:endParaRPr lang="en-US" dirty="0"/>
          </a:p>
        </p:txBody>
      </p:sp>
    </p:spTree>
    <p:extLst>
      <p:ext uri="{BB962C8B-B14F-4D97-AF65-F5344CB8AC3E}">
        <p14:creationId xmlns:p14="http://schemas.microsoft.com/office/powerpoint/2010/main" val="39343925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b="0" i="0" dirty="0">
              <a:solidFill>
                <a:srgbClr val="273239"/>
              </a:solidFill>
              <a:effectLst/>
              <a:latin typeface="Consolas" panose="020B0609020204030204" pitchFamily="49" charset="0"/>
            </a:endParaRPr>
          </a:p>
        </p:txBody>
      </p:sp>
      <p:sp>
        <p:nvSpPr>
          <p:cNvPr id="4" name="Slide Number Placeholder 3"/>
          <p:cNvSpPr>
            <a:spLocks noGrp="1"/>
          </p:cNvSpPr>
          <p:nvPr>
            <p:ph type="sldNum" sz="quarter" idx="10"/>
          </p:nvPr>
        </p:nvSpPr>
        <p:spPr/>
        <p:txBody>
          <a:bodyPr/>
          <a:lstStyle/>
          <a:p>
            <a:fld id="{B0FCC8D5-6D68-A443-97C0-91AE5977134B}" type="slidenum">
              <a:rPr lang="en-US" smtClean="0"/>
              <a:pPr/>
              <a:t>16</a:t>
            </a:fld>
            <a:endParaRPr lang="en-US" dirty="0"/>
          </a:p>
        </p:txBody>
      </p:sp>
    </p:spTree>
    <p:extLst>
      <p:ext uri="{BB962C8B-B14F-4D97-AF65-F5344CB8AC3E}">
        <p14:creationId xmlns:p14="http://schemas.microsoft.com/office/powerpoint/2010/main" val="18120314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b="0" i="0" dirty="0">
              <a:solidFill>
                <a:srgbClr val="273239"/>
              </a:solidFill>
              <a:effectLst/>
              <a:latin typeface="Consolas" panose="020B0609020204030204" pitchFamily="49" charset="0"/>
            </a:endParaRPr>
          </a:p>
        </p:txBody>
      </p:sp>
      <p:sp>
        <p:nvSpPr>
          <p:cNvPr id="4" name="Slide Number Placeholder 3"/>
          <p:cNvSpPr>
            <a:spLocks noGrp="1"/>
          </p:cNvSpPr>
          <p:nvPr>
            <p:ph type="sldNum" sz="quarter" idx="10"/>
          </p:nvPr>
        </p:nvSpPr>
        <p:spPr/>
        <p:txBody>
          <a:bodyPr/>
          <a:lstStyle/>
          <a:p>
            <a:fld id="{B0FCC8D5-6D68-A443-97C0-91AE5977134B}" type="slidenum">
              <a:rPr lang="en-US" smtClean="0"/>
              <a:pPr/>
              <a:t>17</a:t>
            </a:fld>
            <a:endParaRPr lang="en-US" dirty="0"/>
          </a:p>
        </p:txBody>
      </p:sp>
    </p:spTree>
    <p:extLst>
      <p:ext uri="{BB962C8B-B14F-4D97-AF65-F5344CB8AC3E}">
        <p14:creationId xmlns:p14="http://schemas.microsoft.com/office/powerpoint/2010/main" val="22379231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b="0" i="0" dirty="0">
              <a:solidFill>
                <a:srgbClr val="273239"/>
              </a:solidFill>
              <a:effectLst/>
              <a:latin typeface="Consolas" panose="020B0609020204030204" pitchFamily="49" charset="0"/>
            </a:endParaRPr>
          </a:p>
        </p:txBody>
      </p:sp>
      <p:sp>
        <p:nvSpPr>
          <p:cNvPr id="4" name="Slide Number Placeholder 3"/>
          <p:cNvSpPr>
            <a:spLocks noGrp="1"/>
          </p:cNvSpPr>
          <p:nvPr>
            <p:ph type="sldNum" sz="quarter" idx="10"/>
          </p:nvPr>
        </p:nvSpPr>
        <p:spPr/>
        <p:txBody>
          <a:bodyPr/>
          <a:lstStyle/>
          <a:p>
            <a:fld id="{B0FCC8D5-6D68-A443-97C0-91AE5977134B}" type="slidenum">
              <a:rPr lang="en-US" smtClean="0"/>
              <a:pPr/>
              <a:t>18</a:t>
            </a:fld>
            <a:endParaRPr lang="en-US" dirty="0"/>
          </a:p>
        </p:txBody>
      </p:sp>
    </p:spTree>
    <p:extLst>
      <p:ext uri="{BB962C8B-B14F-4D97-AF65-F5344CB8AC3E}">
        <p14:creationId xmlns:p14="http://schemas.microsoft.com/office/powerpoint/2010/main" val="951558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b="0" i="0" dirty="0">
              <a:solidFill>
                <a:srgbClr val="273239"/>
              </a:solidFill>
              <a:effectLst/>
              <a:latin typeface="Consolas" panose="020B0609020204030204" pitchFamily="49" charset="0"/>
            </a:endParaRPr>
          </a:p>
        </p:txBody>
      </p:sp>
      <p:sp>
        <p:nvSpPr>
          <p:cNvPr id="4" name="Slide Number Placeholder 3"/>
          <p:cNvSpPr>
            <a:spLocks noGrp="1"/>
          </p:cNvSpPr>
          <p:nvPr>
            <p:ph type="sldNum" sz="quarter" idx="10"/>
          </p:nvPr>
        </p:nvSpPr>
        <p:spPr/>
        <p:txBody>
          <a:bodyPr/>
          <a:lstStyle/>
          <a:p>
            <a:fld id="{B0FCC8D5-6D68-A443-97C0-91AE5977134B}" type="slidenum">
              <a:rPr lang="en-US" smtClean="0"/>
              <a:pPr/>
              <a:t>19</a:t>
            </a:fld>
            <a:endParaRPr lang="en-US" dirty="0"/>
          </a:p>
        </p:txBody>
      </p:sp>
    </p:spTree>
    <p:extLst>
      <p:ext uri="{BB962C8B-B14F-4D97-AF65-F5344CB8AC3E}">
        <p14:creationId xmlns:p14="http://schemas.microsoft.com/office/powerpoint/2010/main" val="8766673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b="0" i="0" dirty="0">
              <a:solidFill>
                <a:srgbClr val="273239"/>
              </a:solidFill>
              <a:effectLst/>
              <a:latin typeface="Consolas" panose="020B0609020204030204" pitchFamily="49" charset="0"/>
            </a:endParaRPr>
          </a:p>
        </p:txBody>
      </p:sp>
      <p:sp>
        <p:nvSpPr>
          <p:cNvPr id="4" name="Slide Number Placeholder 3"/>
          <p:cNvSpPr>
            <a:spLocks noGrp="1"/>
          </p:cNvSpPr>
          <p:nvPr>
            <p:ph type="sldNum" sz="quarter" idx="10"/>
          </p:nvPr>
        </p:nvSpPr>
        <p:spPr/>
        <p:txBody>
          <a:bodyPr/>
          <a:lstStyle/>
          <a:p>
            <a:fld id="{B0FCC8D5-6D68-A443-97C0-91AE5977134B}" type="slidenum">
              <a:rPr lang="en-US" smtClean="0"/>
              <a:pPr/>
              <a:t>20</a:t>
            </a:fld>
            <a:endParaRPr lang="en-US" dirty="0"/>
          </a:p>
        </p:txBody>
      </p:sp>
    </p:spTree>
    <p:extLst>
      <p:ext uri="{BB962C8B-B14F-4D97-AF65-F5344CB8AC3E}">
        <p14:creationId xmlns:p14="http://schemas.microsoft.com/office/powerpoint/2010/main" val="24792711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b="0" i="0" dirty="0">
              <a:solidFill>
                <a:srgbClr val="273239"/>
              </a:solidFill>
              <a:effectLst/>
              <a:latin typeface="Consolas" panose="020B0609020204030204" pitchFamily="49" charset="0"/>
            </a:endParaRPr>
          </a:p>
        </p:txBody>
      </p:sp>
      <p:sp>
        <p:nvSpPr>
          <p:cNvPr id="4" name="Slide Number Placeholder 3"/>
          <p:cNvSpPr>
            <a:spLocks noGrp="1"/>
          </p:cNvSpPr>
          <p:nvPr>
            <p:ph type="sldNum" sz="quarter" idx="10"/>
          </p:nvPr>
        </p:nvSpPr>
        <p:spPr/>
        <p:txBody>
          <a:bodyPr/>
          <a:lstStyle/>
          <a:p>
            <a:fld id="{B0FCC8D5-6D68-A443-97C0-91AE5977134B}" type="slidenum">
              <a:rPr lang="en-US" smtClean="0"/>
              <a:pPr/>
              <a:t>21</a:t>
            </a:fld>
            <a:endParaRPr lang="en-US" dirty="0"/>
          </a:p>
        </p:txBody>
      </p:sp>
    </p:spTree>
    <p:extLst>
      <p:ext uri="{BB962C8B-B14F-4D97-AF65-F5344CB8AC3E}">
        <p14:creationId xmlns:p14="http://schemas.microsoft.com/office/powerpoint/2010/main" val="9256141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b="0" i="0" dirty="0">
              <a:solidFill>
                <a:srgbClr val="273239"/>
              </a:solidFill>
              <a:effectLst/>
              <a:latin typeface="Consolas" panose="020B0609020204030204" pitchFamily="49" charset="0"/>
            </a:endParaRPr>
          </a:p>
        </p:txBody>
      </p:sp>
      <p:sp>
        <p:nvSpPr>
          <p:cNvPr id="4" name="Slide Number Placeholder 3"/>
          <p:cNvSpPr>
            <a:spLocks noGrp="1"/>
          </p:cNvSpPr>
          <p:nvPr>
            <p:ph type="sldNum" sz="quarter" idx="10"/>
          </p:nvPr>
        </p:nvSpPr>
        <p:spPr/>
        <p:txBody>
          <a:bodyPr/>
          <a:lstStyle/>
          <a:p>
            <a:fld id="{B0FCC8D5-6D68-A443-97C0-91AE5977134B}" type="slidenum">
              <a:rPr lang="en-US" smtClean="0"/>
              <a:pPr/>
              <a:t>22</a:t>
            </a:fld>
            <a:endParaRPr lang="en-US" dirty="0"/>
          </a:p>
        </p:txBody>
      </p:sp>
    </p:spTree>
    <p:extLst>
      <p:ext uri="{BB962C8B-B14F-4D97-AF65-F5344CB8AC3E}">
        <p14:creationId xmlns:p14="http://schemas.microsoft.com/office/powerpoint/2010/main" val="172685264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sz="1000" b="0" i="0" dirty="0">
                <a:solidFill>
                  <a:srgbClr val="273239"/>
                </a:solidFill>
                <a:effectLst/>
                <a:latin typeface="Consolas" panose="020B0609020204030204" pitchFamily="49" charset="0"/>
              </a:rPr>
              <a:t>For this tutorial, we will use a simpler approach</a:t>
            </a:r>
          </a:p>
        </p:txBody>
      </p:sp>
      <p:sp>
        <p:nvSpPr>
          <p:cNvPr id="4" name="Slide Number Placeholder 3"/>
          <p:cNvSpPr>
            <a:spLocks noGrp="1"/>
          </p:cNvSpPr>
          <p:nvPr>
            <p:ph type="sldNum" sz="quarter" idx="10"/>
          </p:nvPr>
        </p:nvSpPr>
        <p:spPr/>
        <p:txBody>
          <a:bodyPr/>
          <a:lstStyle/>
          <a:p>
            <a:fld id="{B0FCC8D5-6D68-A443-97C0-91AE5977134B}" type="slidenum">
              <a:rPr lang="en-US" smtClean="0"/>
              <a:pPr/>
              <a:t>23</a:t>
            </a:fld>
            <a:endParaRPr lang="en-US" dirty="0"/>
          </a:p>
        </p:txBody>
      </p:sp>
    </p:spTree>
    <p:extLst>
      <p:ext uri="{BB962C8B-B14F-4D97-AF65-F5344CB8AC3E}">
        <p14:creationId xmlns:p14="http://schemas.microsoft.com/office/powerpoint/2010/main" val="13876136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lstStyle>
            <a:lvl1pPr marL="0" indent="0" algn="ctr">
              <a:buNone/>
              <a:defRPr/>
            </a:lvl1pPr>
          </a:lstStyle>
          <a:p>
            <a:r>
              <a:rPr lang="en-US"/>
              <a:t>Click icon to add picture</a:t>
            </a:r>
            <a:endParaRPr lang="en-US" dirty="0"/>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p:nvPr>
        </p:nvSpPr>
        <p:spPr>
          <a:xfrm>
            <a:off x="3512343" y="5922140"/>
            <a:ext cx="5167313" cy="518795"/>
          </a:xfrm>
        </p:spPr>
        <p:txBody>
          <a:bodyPr>
            <a:noAutofit/>
          </a:bodyPr>
          <a:lstStyle>
            <a:lvl1pPr marL="0" indent="0" algn="ctr">
              <a:buNone/>
              <a:defRPr sz="1800" spc="300">
                <a:solidFill>
                  <a:schemeClr val="tx1"/>
                </a:solidFill>
              </a:defRPr>
            </a:lvl1pPr>
            <a:lvl2pPr marL="457200" indent="0">
              <a:buNone/>
              <a:defRPr/>
            </a:lvl2pPr>
          </a:lstStyle>
          <a:p>
            <a:pPr lvl="0"/>
            <a:r>
              <a:rPr lang="en-US"/>
              <a:t>Click to edit Master text styles</a:t>
            </a:r>
          </a:p>
        </p:txBody>
      </p:sp>
      <p:sp>
        <p:nvSpPr>
          <p:cNvPr id="7" name="Text Placeholder 6">
            <a:extLst>
              <a:ext uri="{FF2B5EF4-FFF2-40B4-BE49-F238E27FC236}">
                <a16:creationId xmlns:a16="http://schemas.microsoft.com/office/drawing/2014/main" id="{758235C5-25B1-4243-9762-4AAD3C08E8BE}"/>
              </a:ext>
            </a:extLst>
          </p:cNvPr>
          <p:cNvSpPr>
            <a:spLocks noGrp="1"/>
          </p:cNvSpPr>
          <p:nvPr>
            <p:ph type="body" idx="1" hasCustomPrompt="1"/>
          </p:nvPr>
        </p:nvSpPr>
        <p:spPr>
          <a:xfrm>
            <a:off x="4038600" y="3608511"/>
            <a:ext cx="4114800"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marL="0" indent="0" algn="ctr">
              <a:buNone/>
              <a:defRPr sz="1800" cap="all" baseline="0"/>
            </a:lvl1pPr>
          </a:lstStyle>
          <a:p>
            <a:r>
              <a:rPr lang="en-US" spc="300" dirty="0"/>
              <a:t>ANNUAL REVIEW</a:t>
            </a:r>
          </a:p>
        </p:txBody>
      </p:sp>
      <p:sp>
        <p:nvSpPr>
          <p:cNvPr id="2" name="Title 1">
            <a:extLst>
              <a:ext uri="{FF2B5EF4-FFF2-40B4-BE49-F238E27FC236}">
                <a16:creationId xmlns:a16="http://schemas.microsoft.com/office/drawing/2014/main" id="{298B2C6E-DB6F-4476-8E95-9F6EC79392FD}"/>
              </a:ext>
            </a:extLst>
          </p:cNvPr>
          <p:cNvSpPr>
            <a:spLocks noGrp="1"/>
          </p:cNvSpPr>
          <p:nvPr>
            <p:ph type="title" hasCustomPrompt="1"/>
          </p:nvPr>
        </p:nvSpPr>
        <p:spPr>
          <a:xfrm>
            <a:off x="350836" y="2445633"/>
            <a:ext cx="11490325" cy="823913"/>
          </a:xfrm>
        </p:spPr>
        <p:txBody>
          <a:bodyPr>
            <a:noAutofit/>
          </a:bodyPr>
          <a:lstStyle>
            <a:lvl1pPr>
              <a:lnSpc>
                <a:spcPct val="150000"/>
              </a:lnSpc>
              <a:spcBef>
                <a:spcPts val="1000"/>
              </a:spcBef>
              <a:defRPr sz="4000" cap="all" spc="300" baseline="0"/>
            </a:lvl1pPr>
          </a:lstStyle>
          <a:p>
            <a:r>
              <a:rPr lang="en-US" dirty="0"/>
              <a:t>Click to edit Master TEXT styles</a:t>
            </a:r>
          </a:p>
        </p:txBody>
      </p:sp>
    </p:spTree>
    <p:extLst>
      <p:ext uri="{BB962C8B-B14F-4D97-AF65-F5344CB8AC3E}">
        <p14:creationId xmlns:p14="http://schemas.microsoft.com/office/powerpoint/2010/main" val="318230312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p:nvPr>
        </p:nvSpPr>
        <p:spPr>
          <a:xfrm>
            <a:off x="0" y="0"/>
            <a:ext cx="6096000" cy="6858000"/>
          </a:xfrm>
          <a:prstGeom prst="parallelogram">
            <a:avLst/>
          </a:prstGeom>
          <a:effectLst/>
        </p:spPr>
        <p:txBody>
          <a:bodyPr anchor="ct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7C83D428-B974-43F4-9246-0A2EECA11A5B}"/>
              </a:ext>
            </a:extLst>
          </p:cNvPr>
          <p:cNvSpPr>
            <a:spLocks noGrp="1"/>
          </p:cNvSpPr>
          <p:nvPr>
            <p:ph type="title" hasCustomPrompt="1"/>
          </p:nvPr>
        </p:nvSpPr>
        <p:spPr>
          <a:xfrm>
            <a:off x="7068819" y="642927"/>
            <a:ext cx="4846320" cy="1435947"/>
          </a:xfrm>
        </p:spPr>
        <p:txBody>
          <a:bodyPr anchor="t">
            <a:noAutofit/>
          </a:bodyPr>
          <a:lstStyle>
            <a:lvl1pPr algn="l">
              <a:lnSpc>
                <a:spcPct val="150000"/>
              </a:lnSpc>
              <a:spcBef>
                <a:spcPts val="1000"/>
              </a:spcBef>
              <a:defRPr sz="5400" baseline="0"/>
            </a:lvl1pPr>
          </a:lstStyle>
          <a:p>
            <a:r>
              <a:rPr lang="en-US" dirty="0"/>
              <a:t>Title</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dirty="0"/>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dirty="0"/>
          </a:p>
        </p:txBody>
      </p:sp>
      <p:sp>
        <p:nvSpPr>
          <p:cNvPr id="13" name="Text Placeholder 12">
            <a:extLst>
              <a:ext uri="{FF2B5EF4-FFF2-40B4-BE49-F238E27FC236}">
                <a16:creationId xmlns:a16="http://schemas.microsoft.com/office/drawing/2014/main" id="{9D00A38D-CFE8-4333-B9D2-D3E7EACA4F0E}"/>
              </a:ext>
            </a:extLst>
          </p:cNvPr>
          <p:cNvSpPr>
            <a:spLocks noGrp="1"/>
          </p:cNvSpPr>
          <p:nvPr>
            <p:ph type="body" sz="quarter" idx="15" hasCustomPrompt="1"/>
          </p:nvPr>
        </p:nvSpPr>
        <p:spPr>
          <a:xfrm>
            <a:off x="7068820" y="2078875"/>
            <a:ext cx="4114800" cy="3798888"/>
          </a:xfrm>
        </p:spPr>
        <p:txBody>
          <a:bodyPr>
            <a:noAutofit/>
          </a:bodyPr>
          <a:lstStyle>
            <a:lvl1pPr marL="0" indent="0">
              <a:buNone/>
              <a:defRPr sz="1800" spc="300"/>
            </a:lvl1pPr>
          </a:lstStyle>
          <a:p>
            <a:pPr lvl="0"/>
            <a:r>
              <a:rPr lang="en-US" dirty="0"/>
              <a:t>CLICK TO EDIT MASTER TEXT STYLES</a:t>
            </a:r>
          </a:p>
        </p:txBody>
      </p:sp>
      <p:sp>
        <p:nvSpPr>
          <p:cNvPr id="3" name="Rectangle 2">
            <a:extLst>
              <a:ext uri="{FF2B5EF4-FFF2-40B4-BE49-F238E27FC236}">
                <a16:creationId xmlns:a16="http://schemas.microsoft.com/office/drawing/2014/main" id="{1AA8588E-221D-4931-A290-C5C4184435AD}"/>
              </a:ext>
              <a:ext uri="{C183D7F6-B498-43B3-948B-1728B52AA6E4}">
                <adec:decorative xmlns:adec="http://schemas.microsoft.com/office/drawing/2017/decorative" val="1"/>
              </a:ext>
            </a:extLst>
          </p:cNvPr>
          <p:cNvSpPr/>
          <p:nvPr userDrawn="1"/>
        </p:nvSpPr>
        <p:spPr>
          <a:xfrm>
            <a:off x="7068820"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291152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E5539E44-E270-49B4-8B0A-07870325AA91}"/>
              </a:ext>
            </a:extLst>
          </p:cNvPr>
          <p:cNvSpPr>
            <a:spLocks noGrp="1"/>
          </p:cNvSpPr>
          <p:nvPr>
            <p:ph type="body" sz="quarter" idx="16" hasCustomPrompt="1"/>
          </p:nvPr>
        </p:nvSpPr>
        <p:spPr>
          <a:xfrm>
            <a:off x="6225539" y="1546138"/>
            <a:ext cx="4023360" cy="464871"/>
          </a:xfr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gn="ctr">
              <a:lnSpc>
                <a:spcPct val="100000"/>
              </a:lnSpc>
              <a:spcBef>
                <a:spcPts val="0"/>
              </a:spcBef>
              <a:buNone/>
              <a:defRPr lang="en-US" sz="1400" spc="300" baseline="0" dirty="0">
                <a:solidFill>
                  <a:schemeClr val="lt1"/>
                </a:solidFill>
              </a:defRPr>
            </a:lvl1pPr>
          </a:lstStyle>
          <a:p>
            <a:pPr marL="0" lvl="0" algn="ctr"/>
            <a:r>
              <a:rPr lang="en-US" dirty="0"/>
              <a:t>CLICK TO EDIT MASTER TEXT STYLES</a:t>
            </a:r>
          </a:p>
        </p:txBody>
      </p:sp>
      <p:sp>
        <p:nvSpPr>
          <p:cNvPr id="9" name="Picture Placeholder 8">
            <a:extLst>
              <a:ext uri="{FF2B5EF4-FFF2-40B4-BE49-F238E27FC236}">
                <a16:creationId xmlns:a16="http://schemas.microsoft.com/office/drawing/2014/main" id="{186FE9B2-6286-484B-8943-95EE0B6B0267}"/>
              </a:ext>
            </a:extLst>
          </p:cNvPr>
          <p:cNvSpPr>
            <a:spLocks noGrp="1"/>
          </p:cNvSpPr>
          <p:nvPr>
            <p:ph type="pic" sz="quarter" idx="14"/>
          </p:nvPr>
        </p:nvSpPr>
        <p:spPr>
          <a:xfrm>
            <a:off x="0" y="0"/>
            <a:ext cx="5416550" cy="6846932"/>
          </a:xfrm>
          <a:effectLst/>
        </p:spPr>
        <p:txBody>
          <a:bodyPr anchor="ctr"/>
          <a:lstStyle>
            <a:lvl1pPr marL="0" indent="0" algn="ctr">
              <a:buNone/>
              <a:defRPr/>
            </a:lvl1pPr>
          </a:lstStyle>
          <a:p>
            <a:r>
              <a:rPr lang="en-US"/>
              <a:t>Click icon to add picture</a:t>
            </a:r>
            <a:endParaRPr lang="en-US" dirty="0"/>
          </a:p>
        </p:txBody>
      </p:sp>
      <p:sp>
        <p:nvSpPr>
          <p:cNvPr id="11" name="Slide Number Placeholder 5">
            <a:extLst>
              <a:ext uri="{FF2B5EF4-FFF2-40B4-BE49-F238E27FC236}">
                <a16:creationId xmlns:a16="http://schemas.microsoft.com/office/drawing/2014/main" id="{7D4E8708-8565-4A5B-9D9E-1D4F40EAF909}"/>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16" name="Content Placeholder 8">
            <a:extLst>
              <a:ext uri="{FF2B5EF4-FFF2-40B4-BE49-F238E27FC236}">
                <a16:creationId xmlns:a16="http://schemas.microsoft.com/office/drawing/2014/main" id="{42436126-0370-4532-A8AD-D20897982AD2}"/>
              </a:ext>
            </a:extLst>
          </p:cNvPr>
          <p:cNvSpPr>
            <a:spLocks noGrp="1"/>
          </p:cNvSpPr>
          <p:nvPr>
            <p:ph idx="1" hasCustomPrompt="1"/>
          </p:nvPr>
        </p:nvSpPr>
        <p:spPr>
          <a:xfrm>
            <a:off x="6096000" y="2799617"/>
            <a:ext cx="4646246" cy="2218585"/>
          </a:xfrm>
        </p:spPr>
        <p:txBody>
          <a:bodyPr>
            <a:noAutofit/>
          </a:bodyPr>
          <a:lstStyle>
            <a:lvl1pPr>
              <a:defRPr/>
            </a:lvl1pPr>
          </a:lstStyle>
          <a:p>
            <a:pPr marL="0" indent="0">
              <a:lnSpc>
                <a:spcPct val="100000"/>
              </a:lnSpc>
              <a:buNone/>
            </a:pPr>
            <a:r>
              <a:rPr lang="en-US" sz="1600" dirty="0">
                <a:cs typeface="Biome Light" panose="020B0303030204020804" pitchFamily="34" charset="0"/>
              </a:rPr>
              <a:t>Click to edit master text style.</a:t>
            </a:r>
          </a:p>
          <a:p>
            <a:pPr marL="0" indent="0">
              <a:buNone/>
            </a:pPr>
            <a:endParaRPr lang="en-US" dirty="0"/>
          </a:p>
        </p:txBody>
      </p:sp>
      <p:sp>
        <p:nvSpPr>
          <p:cNvPr id="17" name="Slide Number Placeholder 70">
            <a:extLst>
              <a:ext uri="{FF2B5EF4-FFF2-40B4-BE49-F238E27FC236}">
                <a16:creationId xmlns:a16="http://schemas.microsoft.com/office/drawing/2014/main" id="{AEC105AD-E933-4969-B038-0ABD6F013167}"/>
              </a:ext>
            </a:extLst>
          </p:cNvPr>
          <p:cNvSpPr txBox="1">
            <a:spLocks/>
          </p:cNvSpPr>
          <p:nvPr userDrawn="1"/>
        </p:nvSpPr>
        <p:spPr>
          <a:xfrm>
            <a:off x="11549269" y="6468303"/>
            <a:ext cx="44394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C2E478F-E849-4A8C-AF1F-CBCC78A7CBFA}" type="slidenum">
              <a:rPr lang="en-US" smtClean="0"/>
              <a:pPr/>
              <a:t>‹#›</a:t>
            </a:fld>
            <a:endParaRPr lang="en-US" dirty="0"/>
          </a:p>
        </p:txBody>
      </p:sp>
      <p:sp>
        <p:nvSpPr>
          <p:cNvPr id="2" name="Title 1">
            <a:extLst>
              <a:ext uri="{FF2B5EF4-FFF2-40B4-BE49-F238E27FC236}">
                <a16:creationId xmlns:a16="http://schemas.microsoft.com/office/drawing/2014/main" id="{3CB0E4A3-5566-43FE-A59F-2C4F4FE7F32A}"/>
              </a:ext>
            </a:extLst>
          </p:cNvPr>
          <p:cNvSpPr>
            <a:spLocks noGrp="1"/>
          </p:cNvSpPr>
          <p:nvPr>
            <p:ph type="title"/>
          </p:nvPr>
        </p:nvSpPr>
        <p:spPr>
          <a:xfrm>
            <a:off x="6095999" y="612037"/>
            <a:ext cx="5897218" cy="884238"/>
          </a:xfrm>
        </p:spPr>
        <p:txBody>
          <a:bodyPr lIns="91440" rIns="91440" anchor="t">
            <a:noAutofit/>
          </a:bodyPr>
          <a:lstStyle>
            <a:lvl1pPr algn="l">
              <a:lnSpc>
                <a:spcPct val="150000"/>
              </a:lnSpc>
              <a:spcBef>
                <a:spcPts val="1000"/>
              </a:spcBef>
              <a:defRPr sz="3200">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2478327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p:nvPr>
        </p:nvSpPr>
        <p:spPr>
          <a:xfrm>
            <a:off x="0" y="0"/>
            <a:ext cx="6096000" cy="6867922"/>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4242487 w 6096000"/>
              <a:gd name="connsiteY2" fmla="*/ 6833286 h 6858000"/>
              <a:gd name="connsiteX3" fmla="*/ 0 w 6096000"/>
              <a:gd name="connsiteY3" fmla="*/ 6858000 h 6858000"/>
              <a:gd name="connsiteX4" fmla="*/ 0 w 6096000"/>
              <a:gd name="connsiteY4" fmla="*/ 0 h 6858000"/>
              <a:gd name="connsiteX0" fmla="*/ 0 w 6096000"/>
              <a:gd name="connsiteY0" fmla="*/ 0 h 6867922"/>
              <a:gd name="connsiteX1" fmla="*/ 6096000 w 6096000"/>
              <a:gd name="connsiteY1" fmla="*/ 0 h 6867922"/>
              <a:gd name="connsiteX2" fmla="*/ 4228633 w 6096000"/>
              <a:gd name="connsiteY2" fmla="*/ 6867922 h 6867922"/>
              <a:gd name="connsiteX3" fmla="*/ 0 w 6096000"/>
              <a:gd name="connsiteY3" fmla="*/ 6858000 h 6867922"/>
              <a:gd name="connsiteX4" fmla="*/ 0 w 6096000"/>
              <a:gd name="connsiteY4" fmla="*/ 0 h 68679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867922">
                <a:moveTo>
                  <a:pt x="0" y="0"/>
                </a:moveTo>
                <a:lnTo>
                  <a:pt x="6096000" y="0"/>
                </a:lnTo>
                <a:lnTo>
                  <a:pt x="4228633" y="6867922"/>
                </a:lnTo>
                <a:lnTo>
                  <a:pt x="0" y="6858000"/>
                </a:lnTo>
                <a:lnTo>
                  <a:pt x="0" y="0"/>
                </a:lnTo>
                <a:close/>
              </a:path>
            </a:pathLst>
          </a:custGeom>
          <a:effectLst/>
        </p:spPr>
        <p:txBody>
          <a:bodyPr anchor="ctr"/>
          <a:lstStyle>
            <a:lvl1pPr marL="0" indent="0"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AABA725B-4BCB-1D48-9C5D-46706B18719E}"/>
              </a:ext>
            </a:extLst>
          </p:cNvPr>
          <p:cNvSpPr>
            <a:spLocks noGrp="1"/>
          </p:cNvSpPr>
          <p:nvPr>
            <p:ph type="title" hasCustomPrompt="1"/>
          </p:nvPr>
        </p:nvSpPr>
        <p:spPr>
          <a:xfrm>
            <a:off x="6096000" y="2262871"/>
            <a:ext cx="5251450" cy="1661297"/>
          </a:xfrm>
        </p:spPr>
        <p:txBody>
          <a:bodyPr anchor="b"/>
          <a:lstStyle>
            <a:lvl1pPr algn="l">
              <a:defRPr sz="6000" spc="300"/>
            </a:lvl1pPr>
          </a:lstStyle>
          <a:p>
            <a:r>
              <a:rPr lang="en-US" dirty="0"/>
              <a:t>CLICK TO EDIT MASTER TITLE</a:t>
            </a:r>
          </a:p>
        </p:txBody>
      </p:sp>
      <p:sp>
        <p:nvSpPr>
          <p:cNvPr id="3" name="Text Placeholder 2">
            <a:extLst>
              <a:ext uri="{FF2B5EF4-FFF2-40B4-BE49-F238E27FC236}">
                <a16:creationId xmlns:a16="http://schemas.microsoft.com/office/drawing/2014/main" id="{893C356F-E483-4AFD-856C-13BB8E8A5605}"/>
              </a:ext>
            </a:extLst>
          </p:cNvPr>
          <p:cNvSpPr>
            <a:spLocks noGrp="1"/>
          </p:cNvSpPr>
          <p:nvPr>
            <p:ph type="body" idx="1" hasCustomPrompt="1"/>
          </p:nvPr>
        </p:nvSpPr>
        <p:spPr>
          <a:xfrm>
            <a:off x="6096000" y="4378134"/>
            <a:ext cx="5251450" cy="36512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chor="ctr">
            <a:noAutofit/>
          </a:bodyPr>
          <a:lstStyle>
            <a:lvl1pPr marL="0" indent="0" algn="ctr">
              <a:lnSpc>
                <a:spcPct val="100000"/>
              </a:lnSpc>
              <a:buNone/>
              <a:defRPr sz="1400" cap="all" spc="600" baseline="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dirty="0"/>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52890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074E6-E39E-4D19-B91F-8E84F37CBF3C}"/>
              </a:ext>
            </a:extLst>
          </p:cNvPr>
          <p:cNvSpPr>
            <a:spLocks noGrp="1"/>
          </p:cNvSpPr>
          <p:nvPr>
            <p:ph type="title" hasCustomPrompt="1"/>
          </p:nvPr>
        </p:nvSpPr>
        <p:spPr>
          <a:xfrm>
            <a:off x="7792279" y="365125"/>
            <a:ext cx="4018722" cy="573989"/>
          </a:xfrm>
        </p:spPr>
        <p:txBody>
          <a:bodyPr lIns="0" rIns="0">
            <a:noAutofit/>
          </a:bodyPr>
          <a:lstStyle>
            <a:lvl1pPr algn="l">
              <a:defRPr sz="3200" spc="300"/>
            </a:lvl1pPr>
          </a:lstStyle>
          <a:p>
            <a:r>
              <a:rPr lang="en-US" dirty="0"/>
              <a:t>SLIDE TITLE HERE</a:t>
            </a:r>
          </a:p>
        </p:txBody>
      </p:sp>
      <p:sp>
        <p:nvSpPr>
          <p:cNvPr id="3" name="Content Placeholder 2">
            <a:extLst>
              <a:ext uri="{FF2B5EF4-FFF2-40B4-BE49-F238E27FC236}">
                <a16:creationId xmlns:a16="http://schemas.microsoft.com/office/drawing/2014/main" id="{607D1B16-7058-45AD-9B19-E19CAF96683B}"/>
              </a:ext>
            </a:extLst>
          </p:cNvPr>
          <p:cNvSpPr>
            <a:spLocks noGrp="1"/>
          </p:cNvSpPr>
          <p:nvPr>
            <p:ph idx="1"/>
          </p:nvPr>
        </p:nvSpPr>
        <p:spPr>
          <a:xfrm>
            <a:off x="7792279" y="1263841"/>
            <a:ext cx="4018722" cy="4636392"/>
          </a:xfrm>
        </p:spPr>
        <p:txBody>
          <a:bodyPr lIns="0" rIns="0">
            <a:noAutofit/>
          </a:bodyPr>
          <a:lstStyle>
            <a:lvl1pPr>
              <a:lnSpc>
                <a:spcPct val="150000"/>
              </a:lnSpc>
              <a:spcBef>
                <a:spcPts val="500"/>
              </a:spcBef>
              <a:defRPr sz="1600"/>
            </a:lvl1pPr>
            <a:lvl2pPr>
              <a:lnSpc>
                <a:spcPct val="150000"/>
              </a:lnSpc>
              <a:spcBef>
                <a:spcPts val="500"/>
              </a:spcBef>
              <a:defRPr sz="1400"/>
            </a:lvl2pPr>
            <a:lvl3pPr>
              <a:lnSpc>
                <a:spcPct val="150000"/>
              </a:lnSpc>
              <a:spcBef>
                <a:spcPts val="500"/>
              </a:spcBef>
              <a:defRPr sz="1400"/>
            </a:lvl3pPr>
            <a:lvl4pPr>
              <a:lnSpc>
                <a:spcPct val="150000"/>
              </a:lnSpc>
              <a:spcBef>
                <a:spcPts val="500"/>
              </a:spcBef>
              <a:defRPr sz="1200"/>
            </a:lvl4pPr>
            <a:lvl5pPr>
              <a:lnSpc>
                <a:spcPct val="150000"/>
              </a:lnSpc>
              <a:spcBef>
                <a:spcPts val="500"/>
              </a:spcBef>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9" name="Slide Number Placeholder 5">
            <a:extLst>
              <a:ext uri="{FF2B5EF4-FFF2-40B4-BE49-F238E27FC236}">
                <a16:creationId xmlns:a16="http://schemas.microsoft.com/office/drawing/2014/main" id="{3DEB48E0-328C-45EE-A8BD-90E6AB26108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noAutofit/>
          </a:bodyP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5" name="Picture Placeholder 4">
            <a:extLst>
              <a:ext uri="{FF2B5EF4-FFF2-40B4-BE49-F238E27FC236}">
                <a16:creationId xmlns:a16="http://schemas.microsoft.com/office/drawing/2014/main" id="{D7CA175D-816E-4F70-96CC-8A1FD0EB16CE}"/>
              </a:ext>
            </a:extLst>
          </p:cNvPr>
          <p:cNvSpPr>
            <a:spLocks noGrp="1"/>
          </p:cNvSpPr>
          <p:nvPr>
            <p:ph type="pic" sz="quarter" idx="14"/>
          </p:nvPr>
        </p:nvSpPr>
        <p:spPr>
          <a:xfrm>
            <a:off x="736600" y="365125"/>
            <a:ext cx="2997200" cy="1781979"/>
          </a:xfrm>
        </p:spPr>
        <p:txBody>
          <a:bodyPr>
            <a:noAutofit/>
          </a:bodyPr>
          <a:lstStyle/>
          <a:p>
            <a:r>
              <a:rPr lang="en-US"/>
              <a:t>Click icon to add picture</a:t>
            </a:r>
            <a:endParaRPr lang="en-US" dirty="0"/>
          </a:p>
        </p:txBody>
      </p:sp>
      <p:sp>
        <p:nvSpPr>
          <p:cNvPr id="9" name="Picture Placeholder 4">
            <a:extLst>
              <a:ext uri="{FF2B5EF4-FFF2-40B4-BE49-F238E27FC236}">
                <a16:creationId xmlns:a16="http://schemas.microsoft.com/office/drawing/2014/main" id="{323519C8-24DE-471D-85A9-7A8AFACEC456}"/>
              </a:ext>
            </a:extLst>
          </p:cNvPr>
          <p:cNvSpPr>
            <a:spLocks noGrp="1"/>
          </p:cNvSpPr>
          <p:nvPr>
            <p:ph type="pic" sz="quarter" idx="15"/>
          </p:nvPr>
        </p:nvSpPr>
        <p:spPr>
          <a:xfrm>
            <a:off x="4051300" y="365125"/>
            <a:ext cx="2997200" cy="1781979"/>
          </a:xfrm>
        </p:spPr>
        <p:txBody>
          <a:bodyPr>
            <a:noAutofit/>
          </a:bodyPr>
          <a:lstStyle/>
          <a:p>
            <a:r>
              <a:rPr lang="en-US"/>
              <a:t>Click icon to add picture</a:t>
            </a:r>
            <a:endParaRPr lang="en-US" dirty="0"/>
          </a:p>
        </p:txBody>
      </p:sp>
      <p:sp>
        <p:nvSpPr>
          <p:cNvPr id="10" name="Picture Placeholder 4">
            <a:extLst>
              <a:ext uri="{FF2B5EF4-FFF2-40B4-BE49-F238E27FC236}">
                <a16:creationId xmlns:a16="http://schemas.microsoft.com/office/drawing/2014/main" id="{547F0F1E-7AF5-4B76-928C-7B28010C4F93}"/>
              </a:ext>
            </a:extLst>
          </p:cNvPr>
          <p:cNvSpPr>
            <a:spLocks noGrp="1"/>
          </p:cNvSpPr>
          <p:nvPr>
            <p:ph type="pic" sz="quarter" idx="16"/>
          </p:nvPr>
        </p:nvSpPr>
        <p:spPr>
          <a:xfrm>
            <a:off x="736600" y="2422525"/>
            <a:ext cx="2997200" cy="1781979"/>
          </a:xfrm>
        </p:spPr>
        <p:txBody>
          <a:bodyPr>
            <a:noAutofit/>
          </a:bodyPr>
          <a:lstStyle/>
          <a:p>
            <a:r>
              <a:rPr lang="en-US"/>
              <a:t>Click icon to add picture</a:t>
            </a:r>
            <a:endParaRPr lang="en-US" dirty="0"/>
          </a:p>
        </p:txBody>
      </p:sp>
      <p:sp>
        <p:nvSpPr>
          <p:cNvPr id="11" name="Picture Placeholder 4">
            <a:extLst>
              <a:ext uri="{FF2B5EF4-FFF2-40B4-BE49-F238E27FC236}">
                <a16:creationId xmlns:a16="http://schemas.microsoft.com/office/drawing/2014/main" id="{063D0E8E-9491-4AF0-918D-A0B782C5FD68}"/>
              </a:ext>
            </a:extLst>
          </p:cNvPr>
          <p:cNvSpPr>
            <a:spLocks noGrp="1"/>
          </p:cNvSpPr>
          <p:nvPr>
            <p:ph type="pic" sz="quarter" idx="17"/>
          </p:nvPr>
        </p:nvSpPr>
        <p:spPr>
          <a:xfrm>
            <a:off x="4051300" y="2422525"/>
            <a:ext cx="2997200" cy="1781979"/>
          </a:xfrm>
        </p:spPr>
        <p:txBody>
          <a:bodyPr>
            <a:noAutofit/>
          </a:bodyPr>
          <a:lstStyle/>
          <a:p>
            <a:r>
              <a:rPr lang="en-US"/>
              <a:t>Click icon to add picture</a:t>
            </a:r>
            <a:endParaRPr lang="en-US" dirty="0"/>
          </a:p>
        </p:txBody>
      </p:sp>
      <p:sp>
        <p:nvSpPr>
          <p:cNvPr id="12" name="Picture Placeholder 4">
            <a:extLst>
              <a:ext uri="{FF2B5EF4-FFF2-40B4-BE49-F238E27FC236}">
                <a16:creationId xmlns:a16="http://schemas.microsoft.com/office/drawing/2014/main" id="{042F54CB-9200-4D74-968A-0A3E5871D9E5}"/>
              </a:ext>
            </a:extLst>
          </p:cNvPr>
          <p:cNvSpPr>
            <a:spLocks noGrp="1"/>
          </p:cNvSpPr>
          <p:nvPr>
            <p:ph type="pic" sz="quarter" idx="18"/>
          </p:nvPr>
        </p:nvSpPr>
        <p:spPr>
          <a:xfrm>
            <a:off x="736600" y="4479925"/>
            <a:ext cx="2997200" cy="1781979"/>
          </a:xfrm>
        </p:spPr>
        <p:txBody>
          <a:bodyPr>
            <a:noAutofit/>
          </a:bodyPr>
          <a:lstStyle/>
          <a:p>
            <a:r>
              <a:rPr lang="en-US"/>
              <a:t>Click icon to add picture</a:t>
            </a:r>
            <a:endParaRPr lang="en-US" dirty="0"/>
          </a:p>
        </p:txBody>
      </p:sp>
      <p:sp>
        <p:nvSpPr>
          <p:cNvPr id="13" name="Picture Placeholder 4">
            <a:extLst>
              <a:ext uri="{FF2B5EF4-FFF2-40B4-BE49-F238E27FC236}">
                <a16:creationId xmlns:a16="http://schemas.microsoft.com/office/drawing/2014/main" id="{1D925119-27E3-496E-86BC-23416F94FB61}"/>
              </a:ext>
            </a:extLst>
          </p:cNvPr>
          <p:cNvSpPr>
            <a:spLocks noGrp="1"/>
          </p:cNvSpPr>
          <p:nvPr>
            <p:ph type="pic" sz="quarter" idx="19"/>
          </p:nvPr>
        </p:nvSpPr>
        <p:spPr>
          <a:xfrm>
            <a:off x="4051300" y="4479925"/>
            <a:ext cx="2997200" cy="1781979"/>
          </a:xfrm>
        </p:spPr>
        <p:txBody>
          <a:bodyPr>
            <a:noAutofit/>
          </a:bodyPr>
          <a:lstStyle/>
          <a:p>
            <a:r>
              <a:rPr lang="en-US"/>
              <a:t>Click icon to add picture</a:t>
            </a:r>
            <a:endParaRPr lang="en-US" dirty="0"/>
          </a:p>
        </p:txBody>
      </p:sp>
      <p:sp>
        <p:nvSpPr>
          <p:cNvPr id="4" name="Rectangle 3">
            <a:extLst>
              <a:ext uri="{FF2B5EF4-FFF2-40B4-BE49-F238E27FC236}">
                <a16:creationId xmlns:a16="http://schemas.microsoft.com/office/drawing/2014/main" id="{9DF93AF7-D4DC-42B5-8A4F-B5F3ABBB031F}"/>
              </a:ext>
              <a:ext uri="{C183D7F6-B498-43B3-948B-1728B52AA6E4}">
                <adec:decorative xmlns:adec="http://schemas.microsoft.com/office/drawing/2017/decorative" val="1"/>
              </a:ext>
            </a:extLst>
          </p:cNvPr>
          <p:cNvSpPr/>
          <p:nvPr userDrawn="1"/>
        </p:nvSpPr>
        <p:spPr>
          <a:xfrm>
            <a:off x="7781678"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17539680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rt and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45D17-D652-4766-B11C-2E8D8390D957}"/>
              </a:ext>
            </a:extLst>
          </p:cNvPr>
          <p:cNvSpPr>
            <a:spLocks noGrp="1"/>
          </p:cNvSpPr>
          <p:nvPr>
            <p:ph type="title"/>
          </p:nvPr>
        </p:nvSpPr>
        <p:spPr>
          <a:xfrm>
            <a:off x="594519" y="767791"/>
            <a:ext cx="11002962" cy="823913"/>
          </a:xfrm>
        </p:spPr>
        <p:txBody>
          <a:bodyPr>
            <a:noAutofit/>
          </a:bodyPr>
          <a:lstStyle>
            <a:lvl1pPr>
              <a:defRPr sz="4800" spc="300"/>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6BC7A58C-70BA-43E5-BD90-83ADB63B0C00}"/>
              </a:ext>
            </a:extLst>
          </p:cNvPr>
          <p:cNvSpPr>
            <a:spLocks noGrp="1"/>
          </p:cNvSpPr>
          <p:nvPr>
            <p:ph type="ftr" sz="quarter" idx="10"/>
          </p:nvPr>
        </p:nvSpPr>
        <p:spPr/>
        <p:txBody>
          <a:bodyPr/>
          <a:lstStyle/>
          <a:p>
            <a:r>
              <a:rPr lang="en-US" dirty="0"/>
              <a:t>Add a footer</a:t>
            </a:r>
          </a:p>
        </p:txBody>
      </p:sp>
      <p:sp>
        <p:nvSpPr>
          <p:cNvPr id="4" name="Slide Number Placeholder 3">
            <a:extLst>
              <a:ext uri="{FF2B5EF4-FFF2-40B4-BE49-F238E27FC236}">
                <a16:creationId xmlns:a16="http://schemas.microsoft.com/office/drawing/2014/main" id="{0F8A60B7-2499-42C6-8A74-ACDAE245746D}"/>
              </a:ext>
            </a:extLst>
          </p:cNvPr>
          <p:cNvSpPr>
            <a:spLocks noGrp="1"/>
          </p:cNvSpPr>
          <p:nvPr>
            <p:ph type="sldNum" sz="quarter" idx="11"/>
          </p:nvPr>
        </p:nvSpPr>
        <p:spPr/>
        <p:txBody>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34526340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nchor="ct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C179BAC-E989-4203-B9B4-66280365481B}"/>
              </a:ext>
            </a:extLst>
          </p:cNvPr>
          <p:cNvSpPr>
            <a:spLocks noGrp="1"/>
          </p:cNvSpPr>
          <p:nvPr>
            <p:ph type="title"/>
          </p:nvPr>
        </p:nvSpPr>
        <p:spPr>
          <a:xfrm>
            <a:off x="4038600" y="4607137"/>
            <a:ext cx="4114800" cy="421480"/>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a:defRPr sz="1400" spc="300" baseline="0">
                <a:latin typeface="+mn-lt"/>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0CCC81E-A013-4315-AD13-97BA3AA95596}"/>
              </a:ext>
            </a:extLst>
          </p:cNvPr>
          <p:cNvSpPr>
            <a:spLocks noGrp="1"/>
          </p:cNvSpPr>
          <p:nvPr>
            <p:ph type="body" sz="quarter" idx="11" hasCustomPrompt="1"/>
          </p:nvPr>
        </p:nvSpPr>
        <p:spPr>
          <a:xfrm>
            <a:off x="1478756" y="1569719"/>
            <a:ext cx="9234488" cy="2651443"/>
          </a:xfrm>
        </p:spPr>
        <p:txBody>
          <a:bodyPr>
            <a:noAutofit/>
          </a:bodyPr>
          <a:lstStyle>
            <a:lvl1pPr marL="0" indent="0" algn="ctr">
              <a:buNone/>
              <a:defRPr sz="3200"/>
            </a:lvl1pPr>
          </a:lstStyle>
          <a:p>
            <a:pPr lvl="0"/>
            <a:r>
              <a:rPr lang="en-US" dirty="0"/>
              <a:t>CLICK TO EDIT MASTER TEXT STYLES</a:t>
            </a:r>
          </a:p>
        </p:txBody>
      </p:sp>
    </p:spTree>
    <p:extLst>
      <p:ext uri="{BB962C8B-B14F-4D97-AF65-F5344CB8AC3E}">
        <p14:creationId xmlns:p14="http://schemas.microsoft.com/office/powerpoint/2010/main" val="79555376"/>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2 Column">
    <p:spTree>
      <p:nvGrpSpPr>
        <p:cNvPr id="1" name=""/>
        <p:cNvGrpSpPr/>
        <p:nvPr/>
      </p:nvGrpSpPr>
      <p:grpSpPr>
        <a:xfrm>
          <a:off x="0" y="0"/>
          <a:ext cx="0" cy="0"/>
          <a:chOff x="0" y="0"/>
          <a:chExt cx="0" cy="0"/>
        </a:xfrm>
      </p:grpSpPr>
      <p:sp>
        <p:nvSpPr>
          <p:cNvPr id="17" name="Title 2">
            <a:extLst>
              <a:ext uri="{FF2B5EF4-FFF2-40B4-BE49-F238E27FC236}">
                <a16:creationId xmlns:a16="http://schemas.microsoft.com/office/drawing/2014/main" id="{0EF11611-8537-47CC-87AC-2E25428B72BA}"/>
              </a:ext>
            </a:extLst>
          </p:cNvPr>
          <p:cNvSpPr>
            <a:spLocks noGrp="1"/>
          </p:cNvSpPr>
          <p:nvPr>
            <p:ph type="title"/>
          </p:nvPr>
        </p:nvSpPr>
        <p:spPr>
          <a:xfrm>
            <a:off x="594519" y="1"/>
            <a:ext cx="11002962" cy="1623218"/>
          </a:xfrm>
        </p:spPr>
        <p:txBody>
          <a:bodyPr anchor="ctr">
            <a:noAutofit/>
          </a:bodyPr>
          <a:lstStyle/>
          <a:p>
            <a:pPr algn="ctr"/>
            <a:r>
              <a:rPr lang="en-US" sz="4800"/>
              <a:t>Click to edit Master title style</a:t>
            </a:r>
            <a:endParaRPr lang="en-US" sz="4800" dirty="0"/>
          </a:p>
        </p:txBody>
      </p:sp>
      <p:sp>
        <p:nvSpPr>
          <p:cNvPr id="19" name="Picture Placeholder 17">
            <a:extLst>
              <a:ext uri="{FF2B5EF4-FFF2-40B4-BE49-F238E27FC236}">
                <a16:creationId xmlns:a16="http://schemas.microsoft.com/office/drawing/2014/main" id="{D1A63A52-1E65-414B-BBC3-D31F515791AC}"/>
              </a:ext>
            </a:extLst>
          </p:cNvPr>
          <p:cNvSpPr>
            <a:spLocks noGrp="1"/>
          </p:cNvSpPr>
          <p:nvPr>
            <p:ph type="pic" sz="quarter" idx="11"/>
          </p:nvPr>
        </p:nvSpPr>
        <p:spPr>
          <a:xfrm>
            <a:off x="6578601" y="1638300"/>
            <a:ext cx="5156200" cy="1892300"/>
          </a:xfrm>
        </p:spPr>
        <p:txBody>
          <a:bodyPr>
            <a:noAutofit/>
          </a:bodyPr>
          <a:lstStyle/>
          <a:p>
            <a:r>
              <a:rPr lang="en-US"/>
              <a:t>Click icon to add picture</a:t>
            </a:r>
            <a:endParaRPr lang="en-US" dirty="0"/>
          </a:p>
        </p:txBody>
      </p:sp>
      <p:sp>
        <p:nvSpPr>
          <p:cNvPr id="18" name="Picture Placeholder 17">
            <a:extLst>
              <a:ext uri="{FF2B5EF4-FFF2-40B4-BE49-F238E27FC236}">
                <a16:creationId xmlns:a16="http://schemas.microsoft.com/office/drawing/2014/main" id="{ED7E0E1A-1E64-4A9A-9C8B-69486BD1123B}"/>
              </a:ext>
            </a:extLst>
          </p:cNvPr>
          <p:cNvSpPr>
            <a:spLocks noGrp="1"/>
          </p:cNvSpPr>
          <p:nvPr>
            <p:ph type="pic" sz="quarter" idx="10"/>
          </p:nvPr>
        </p:nvSpPr>
        <p:spPr>
          <a:xfrm>
            <a:off x="469900" y="1638300"/>
            <a:ext cx="5156200" cy="1892300"/>
          </a:xfrm>
        </p:spPr>
        <p:txBody>
          <a:bodyPr>
            <a:noAutofit/>
          </a:bodyPr>
          <a:lstStyle/>
          <a:p>
            <a:r>
              <a:rPr lang="en-US"/>
              <a:t>Click icon to add picture</a:t>
            </a:r>
            <a:endParaRPr lang="en-US" dirty="0"/>
          </a:p>
        </p:txBody>
      </p:sp>
      <p:sp>
        <p:nvSpPr>
          <p:cNvPr id="10" name="Text Placeholder 3">
            <a:extLst>
              <a:ext uri="{FF2B5EF4-FFF2-40B4-BE49-F238E27FC236}">
                <a16:creationId xmlns:a16="http://schemas.microsoft.com/office/drawing/2014/main" id="{1E462965-19D7-4A65-B394-9AE76A5B4805}"/>
              </a:ext>
            </a:extLst>
          </p:cNvPr>
          <p:cNvSpPr>
            <a:spLocks noGrp="1"/>
          </p:cNvSpPr>
          <p:nvPr>
            <p:ph type="body" idx="1"/>
          </p:nvPr>
        </p:nvSpPr>
        <p:spPr>
          <a:xfrm>
            <a:off x="469107" y="3864355"/>
            <a:ext cx="5157787" cy="494506"/>
          </a:xfrm>
        </p:spPr>
        <p:txBody>
          <a:bodyPr>
            <a:noAutofit/>
          </a:bodyPr>
          <a:lstStyle>
            <a:lvl1pPr marL="0" indent="0">
              <a:buNone/>
              <a:defRPr sz="2400"/>
            </a:lvl1pPr>
          </a:lstStyle>
          <a:p>
            <a:pPr lvl="0"/>
            <a:r>
              <a:rPr lang="en-US" spc="300">
                <a:solidFill>
                  <a:schemeClr val="tx1"/>
                </a:solidFill>
              </a:rPr>
              <a:t>Click to edit Master text styles</a:t>
            </a:r>
          </a:p>
        </p:txBody>
      </p:sp>
      <p:sp>
        <p:nvSpPr>
          <p:cNvPr id="11" name="Content Placeholder 4">
            <a:extLst>
              <a:ext uri="{FF2B5EF4-FFF2-40B4-BE49-F238E27FC236}">
                <a16:creationId xmlns:a16="http://schemas.microsoft.com/office/drawing/2014/main" id="{FAEC14D1-0BEA-4D9A-9D96-A56B6A9B07AC}"/>
              </a:ext>
            </a:extLst>
          </p:cNvPr>
          <p:cNvSpPr>
            <a:spLocks noGrp="1"/>
          </p:cNvSpPr>
          <p:nvPr>
            <p:ph sz="half" idx="2"/>
          </p:nvPr>
        </p:nvSpPr>
        <p:spPr>
          <a:xfrm>
            <a:off x="469107" y="4531139"/>
            <a:ext cx="5157787" cy="2039144"/>
          </a:xfrm>
        </p:spPr>
        <p:txBody>
          <a:bodyPr>
            <a:noAutofit/>
          </a:bodyPr>
          <a:lstStyle/>
          <a:p>
            <a:pPr lvl="0">
              <a:lnSpc>
                <a:spcPct val="100000"/>
              </a:lnSpc>
              <a:buFont typeface="Wingdings" panose="05000000000000000000" pitchFamily="2" charset="2"/>
              <a:buChar char="§"/>
            </a:pPr>
            <a:r>
              <a:rPr lang="en-US" sz="1400">
                <a:solidFill>
                  <a:schemeClr val="tx1"/>
                </a:solidFill>
              </a:rPr>
              <a:t>Click to edit Master text styles</a:t>
            </a:r>
          </a:p>
        </p:txBody>
      </p:sp>
      <p:sp>
        <p:nvSpPr>
          <p:cNvPr id="12" name="Text Placeholder 5">
            <a:extLst>
              <a:ext uri="{FF2B5EF4-FFF2-40B4-BE49-F238E27FC236}">
                <a16:creationId xmlns:a16="http://schemas.microsoft.com/office/drawing/2014/main" id="{1507BB47-1AB4-42F2-99FF-453A0622B815}"/>
              </a:ext>
            </a:extLst>
          </p:cNvPr>
          <p:cNvSpPr>
            <a:spLocks noGrp="1"/>
          </p:cNvSpPr>
          <p:nvPr>
            <p:ph type="body" sz="quarter" idx="3"/>
          </p:nvPr>
        </p:nvSpPr>
        <p:spPr>
          <a:xfrm>
            <a:off x="6565107" y="3864355"/>
            <a:ext cx="5183188" cy="494506"/>
          </a:xfrm>
        </p:spPr>
        <p:txBody>
          <a:bodyPr>
            <a:noAutofit/>
          </a:bodyPr>
          <a:lstStyle>
            <a:lvl1pPr marL="0" indent="0">
              <a:buNone/>
              <a:defRPr sz="2400"/>
            </a:lvl1pPr>
          </a:lstStyle>
          <a:p>
            <a:pPr lvl="0"/>
            <a:r>
              <a:rPr lang="en-US" spc="300">
                <a:solidFill>
                  <a:schemeClr val="tx1"/>
                </a:solidFill>
              </a:rPr>
              <a:t>Click to edit Master text styles</a:t>
            </a:r>
          </a:p>
        </p:txBody>
      </p:sp>
      <p:sp>
        <p:nvSpPr>
          <p:cNvPr id="14" name="Content Placeholder 6">
            <a:extLst>
              <a:ext uri="{FF2B5EF4-FFF2-40B4-BE49-F238E27FC236}">
                <a16:creationId xmlns:a16="http://schemas.microsoft.com/office/drawing/2014/main" id="{438D6EEA-A0DB-4B5F-8F41-A9C1F2C094C0}"/>
              </a:ext>
            </a:extLst>
          </p:cNvPr>
          <p:cNvSpPr>
            <a:spLocks noGrp="1"/>
          </p:cNvSpPr>
          <p:nvPr>
            <p:ph sz="quarter" idx="4"/>
          </p:nvPr>
        </p:nvSpPr>
        <p:spPr>
          <a:xfrm>
            <a:off x="6565107" y="4531139"/>
            <a:ext cx="5183188" cy="2039144"/>
          </a:xfrm>
        </p:spPr>
        <p:txBody>
          <a:bodyPr>
            <a:noAutofit/>
          </a:bodyPr>
          <a:lstStyle/>
          <a:p>
            <a:pPr lvl="0">
              <a:lnSpc>
                <a:spcPct val="100000"/>
              </a:lnSpc>
              <a:buFont typeface="Wingdings" panose="05000000000000000000" pitchFamily="2" charset="2"/>
              <a:buChar char="§"/>
            </a:pPr>
            <a:r>
              <a:rPr lang="en-US" sz="1400">
                <a:solidFill>
                  <a:schemeClr val="tx1"/>
                </a:solidFill>
              </a:rPr>
              <a:t>Click to edit Master text styles</a:t>
            </a:r>
          </a:p>
        </p:txBody>
      </p:sp>
      <p:sp>
        <p:nvSpPr>
          <p:cNvPr id="20" name="Slide Number Placeholder 5">
            <a:extLst>
              <a:ext uri="{FF2B5EF4-FFF2-40B4-BE49-F238E27FC236}">
                <a16:creationId xmlns:a16="http://schemas.microsoft.com/office/drawing/2014/main" id="{A4909F59-7529-454A-A1EF-3CC1EADEFC1F}"/>
              </a:ext>
            </a:extLst>
          </p:cNvPr>
          <p:cNvSpPr>
            <a:spLocks noGrp="1"/>
          </p:cNvSpPr>
          <p:nvPr>
            <p:ph type="sldNum" sz="quarter" idx="12"/>
          </p:nvPr>
        </p:nvSpPr>
        <p:spPr>
          <a:xfrm>
            <a:off x="11549269" y="6468303"/>
            <a:ext cx="443948" cy="365125"/>
          </a:xfrm>
        </p:spPr>
        <p:txBody>
          <a:bodyPr>
            <a:noAutofit/>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12708345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3 Column">
    <p:spTree>
      <p:nvGrpSpPr>
        <p:cNvPr id="1" name=""/>
        <p:cNvGrpSpPr/>
        <p:nvPr/>
      </p:nvGrpSpPr>
      <p:grpSpPr>
        <a:xfrm>
          <a:off x="0" y="0"/>
          <a:ext cx="0" cy="0"/>
          <a:chOff x="0" y="0"/>
          <a:chExt cx="0" cy="0"/>
        </a:xfrm>
      </p:grpSpPr>
      <p:sp>
        <p:nvSpPr>
          <p:cNvPr id="22" name="Title 2">
            <a:extLst>
              <a:ext uri="{FF2B5EF4-FFF2-40B4-BE49-F238E27FC236}">
                <a16:creationId xmlns:a16="http://schemas.microsoft.com/office/drawing/2014/main" id="{6186F91B-547E-43BC-9BCE-04619DAAFEC2}"/>
              </a:ext>
            </a:extLst>
          </p:cNvPr>
          <p:cNvSpPr>
            <a:spLocks noGrp="1"/>
          </p:cNvSpPr>
          <p:nvPr>
            <p:ph type="title"/>
          </p:nvPr>
        </p:nvSpPr>
        <p:spPr>
          <a:xfrm>
            <a:off x="594519" y="1"/>
            <a:ext cx="11002962" cy="1623218"/>
          </a:xfrm>
        </p:spPr>
        <p:txBody>
          <a:bodyPr anchor="ctr">
            <a:noAutofit/>
          </a:bodyPr>
          <a:lstStyle/>
          <a:p>
            <a:pPr algn="ctr"/>
            <a:r>
              <a:rPr lang="en-US" sz="4800"/>
              <a:t>Click to edit Master title style</a:t>
            </a:r>
            <a:endParaRPr lang="en-US" sz="4800" dirty="0"/>
          </a:p>
        </p:txBody>
      </p:sp>
      <p:sp>
        <p:nvSpPr>
          <p:cNvPr id="28" name="Text Placeholder 27">
            <a:extLst>
              <a:ext uri="{FF2B5EF4-FFF2-40B4-BE49-F238E27FC236}">
                <a16:creationId xmlns:a16="http://schemas.microsoft.com/office/drawing/2014/main" id="{D635DFA1-45D2-4EFE-8BB2-BE966346691E}"/>
              </a:ext>
            </a:extLst>
          </p:cNvPr>
          <p:cNvSpPr>
            <a:spLocks noGrp="1"/>
          </p:cNvSpPr>
          <p:nvPr>
            <p:ph type="body" sz="quarter" idx="13" hasCustomPrompt="1"/>
          </p:nvPr>
        </p:nvSpPr>
        <p:spPr>
          <a:xfrm>
            <a:off x="960121" y="3669506"/>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Picture Placeholder 23">
            <a:extLst>
              <a:ext uri="{FF2B5EF4-FFF2-40B4-BE49-F238E27FC236}">
                <a16:creationId xmlns:a16="http://schemas.microsoft.com/office/drawing/2014/main" id="{2F2918FE-A84E-4303-AEF3-4FD66CDD733E}"/>
              </a:ext>
            </a:extLst>
          </p:cNvPr>
          <p:cNvSpPr>
            <a:spLocks noGrp="1"/>
          </p:cNvSpPr>
          <p:nvPr>
            <p:ph type="pic" sz="quarter" idx="10"/>
          </p:nvPr>
        </p:nvSpPr>
        <p:spPr>
          <a:xfrm>
            <a:off x="960438" y="1624013"/>
            <a:ext cx="3108325" cy="1892300"/>
          </a:xfrm>
        </p:spPr>
        <p:txBody>
          <a:bodyPr>
            <a:noAutofit/>
          </a:bodyPr>
          <a:lstStyle/>
          <a:p>
            <a:r>
              <a:rPr lang="en-US"/>
              <a:t>Click icon to add picture</a:t>
            </a:r>
            <a:endParaRPr lang="en-US" dirty="0"/>
          </a:p>
        </p:txBody>
      </p:sp>
      <p:sp>
        <p:nvSpPr>
          <p:cNvPr id="25" name="Picture Placeholder 23">
            <a:extLst>
              <a:ext uri="{FF2B5EF4-FFF2-40B4-BE49-F238E27FC236}">
                <a16:creationId xmlns:a16="http://schemas.microsoft.com/office/drawing/2014/main" id="{E2401025-9BC9-4BDD-97DA-CA763CF846BB}"/>
              </a:ext>
            </a:extLst>
          </p:cNvPr>
          <p:cNvSpPr>
            <a:spLocks noGrp="1"/>
          </p:cNvSpPr>
          <p:nvPr>
            <p:ph type="pic" sz="quarter" idx="11"/>
          </p:nvPr>
        </p:nvSpPr>
        <p:spPr>
          <a:xfrm>
            <a:off x="4542155" y="1623219"/>
            <a:ext cx="3108325" cy="1892300"/>
          </a:xfrm>
        </p:spPr>
        <p:txBody>
          <a:bodyPr>
            <a:noAutofit/>
          </a:bodyPr>
          <a:lstStyle/>
          <a:p>
            <a:r>
              <a:rPr lang="en-US"/>
              <a:t>Click icon to add picture</a:t>
            </a:r>
            <a:endParaRPr lang="en-US" dirty="0"/>
          </a:p>
        </p:txBody>
      </p:sp>
      <p:sp>
        <p:nvSpPr>
          <p:cNvPr id="26" name="Picture Placeholder 23">
            <a:extLst>
              <a:ext uri="{FF2B5EF4-FFF2-40B4-BE49-F238E27FC236}">
                <a16:creationId xmlns:a16="http://schemas.microsoft.com/office/drawing/2014/main" id="{B7C4AAB6-897A-4ABD-AD50-2D86B197E914}"/>
              </a:ext>
            </a:extLst>
          </p:cNvPr>
          <p:cNvSpPr>
            <a:spLocks noGrp="1"/>
          </p:cNvSpPr>
          <p:nvPr>
            <p:ph type="pic" sz="quarter" idx="12"/>
          </p:nvPr>
        </p:nvSpPr>
        <p:spPr>
          <a:xfrm>
            <a:off x="8122920" y="1623219"/>
            <a:ext cx="3108325" cy="1892300"/>
          </a:xfrm>
        </p:spPr>
        <p:txBody>
          <a:bodyPr>
            <a:noAutofit/>
          </a:bodyPr>
          <a:lstStyle/>
          <a:p>
            <a:r>
              <a:rPr lang="en-US"/>
              <a:t>Click icon to add picture</a:t>
            </a:r>
            <a:endParaRPr lang="en-US" dirty="0"/>
          </a:p>
        </p:txBody>
      </p:sp>
      <p:sp>
        <p:nvSpPr>
          <p:cNvPr id="29" name="Text Placeholder 27">
            <a:extLst>
              <a:ext uri="{FF2B5EF4-FFF2-40B4-BE49-F238E27FC236}">
                <a16:creationId xmlns:a16="http://schemas.microsoft.com/office/drawing/2014/main" id="{790D65EC-6EB4-4594-91E9-5C3DE7C3BA89}"/>
              </a:ext>
            </a:extLst>
          </p:cNvPr>
          <p:cNvSpPr>
            <a:spLocks noGrp="1"/>
          </p:cNvSpPr>
          <p:nvPr>
            <p:ph type="body" sz="quarter" idx="14" hasCustomPrompt="1"/>
          </p:nvPr>
        </p:nvSpPr>
        <p:spPr>
          <a:xfrm>
            <a:off x="4541837" y="3681412"/>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0" name="Text Placeholder 27">
            <a:extLst>
              <a:ext uri="{FF2B5EF4-FFF2-40B4-BE49-F238E27FC236}">
                <a16:creationId xmlns:a16="http://schemas.microsoft.com/office/drawing/2014/main" id="{611CF730-D055-47C2-A626-299F429D41B2}"/>
              </a:ext>
            </a:extLst>
          </p:cNvPr>
          <p:cNvSpPr>
            <a:spLocks noGrp="1"/>
          </p:cNvSpPr>
          <p:nvPr>
            <p:ph type="body" sz="quarter" idx="15" hasCustomPrompt="1"/>
          </p:nvPr>
        </p:nvSpPr>
        <p:spPr>
          <a:xfrm>
            <a:off x="8122919" y="3681412"/>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Slide Number Placeholder 5">
            <a:extLst>
              <a:ext uri="{FF2B5EF4-FFF2-40B4-BE49-F238E27FC236}">
                <a16:creationId xmlns:a16="http://schemas.microsoft.com/office/drawing/2014/main" id="{F09E06A6-BFDD-42BD-BA69-2CD3BEF0F73D}"/>
              </a:ext>
            </a:extLst>
          </p:cNvPr>
          <p:cNvSpPr>
            <a:spLocks noGrp="1"/>
          </p:cNvSpPr>
          <p:nvPr>
            <p:ph type="sldNum" sz="quarter" idx="16"/>
          </p:nvPr>
        </p:nvSpPr>
        <p:spPr>
          <a:xfrm>
            <a:off x="11549269" y="6468303"/>
            <a:ext cx="443948" cy="365125"/>
          </a:xfrm>
        </p:spPr>
        <p:txBody>
          <a:bodyPr>
            <a:noAutofit/>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41455920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86FE9B2-6286-484B-8943-95EE0B6B0267}"/>
              </a:ext>
            </a:extLst>
          </p:cNvPr>
          <p:cNvSpPr>
            <a:spLocks noGrp="1"/>
          </p:cNvSpPr>
          <p:nvPr>
            <p:ph type="pic" sz="quarter" idx="14"/>
          </p:nvPr>
        </p:nvSpPr>
        <p:spPr>
          <a:xfrm>
            <a:off x="0" y="0"/>
            <a:ext cx="5416550" cy="6858000"/>
          </a:xfrm>
          <a:effectLst/>
        </p:spPr>
        <p:txBody>
          <a:bodyPr anchor="ctr"/>
          <a:lstStyle>
            <a:lvl1pPr marL="0" indent="0" algn="ctr">
              <a:buNone/>
              <a:defRPr/>
            </a:lvl1pPr>
          </a:lstStyle>
          <a:p>
            <a:r>
              <a:rPr lang="en-US"/>
              <a:t>Click icon to add picture</a:t>
            </a:r>
            <a:endParaRPr lang="en-US" dirty="0"/>
          </a:p>
        </p:txBody>
      </p:sp>
      <p:sp>
        <p:nvSpPr>
          <p:cNvPr id="11" name="Slide Number Placeholder 5">
            <a:extLst>
              <a:ext uri="{FF2B5EF4-FFF2-40B4-BE49-F238E27FC236}">
                <a16:creationId xmlns:a16="http://schemas.microsoft.com/office/drawing/2014/main" id="{7D4E8708-8565-4A5B-9D9E-1D4F40EAF909}"/>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16" name="Content Placeholder 8">
            <a:extLst>
              <a:ext uri="{FF2B5EF4-FFF2-40B4-BE49-F238E27FC236}">
                <a16:creationId xmlns:a16="http://schemas.microsoft.com/office/drawing/2014/main" id="{42436126-0370-4532-A8AD-D20897982AD2}"/>
              </a:ext>
            </a:extLst>
          </p:cNvPr>
          <p:cNvSpPr>
            <a:spLocks noGrp="1"/>
          </p:cNvSpPr>
          <p:nvPr>
            <p:ph idx="1" hasCustomPrompt="1"/>
          </p:nvPr>
        </p:nvSpPr>
        <p:spPr>
          <a:xfrm>
            <a:off x="6096000" y="1661160"/>
            <a:ext cx="4646246" cy="2218585"/>
          </a:xfrm>
        </p:spPr>
        <p:txBody>
          <a:bodyPr>
            <a:noAutofit/>
          </a:bodyPr>
          <a:lstStyle>
            <a:lvl1pPr>
              <a:defRPr/>
            </a:lvl1pPr>
          </a:lstStyle>
          <a:p>
            <a:pPr marL="0" indent="0">
              <a:lnSpc>
                <a:spcPct val="100000"/>
              </a:lnSpc>
              <a:buNone/>
            </a:pPr>
            <a:r>
              <a:rPr lang="en-US" sz="1600" dirty="0">
                <a:cs typeface="Biome Light" panose="020B0303030204020804" pitchFamily="34" charset="0"/>
              </a:rPr>
              <a:t>Click to edit master text style.</a:t>
            </a:r>
          </a:p>
          <a:p>
            <a:pPr marL="0" indent="0">
              <a:buNone/>
            </a:pPr>
            <a:endParaRPr lang="en-US" dirty="0"/>
          </a:p>
        </p:txBody>
      </p:sp>
      <p:sp>
        <p:nvSpPr>
          <p:cNvPr id="17" name="Slide Number Placeholder 70">
            <a:extLst>
              <a:ext uri="{FF2B5EF4-FFF2-40B4-BE49-F238E27FC236}">
                <a16:creationId xmlns:a16="http://schemas.microsoft.com/office/drawing/2014/main" id="{AEC105AD-E933-4969-B038-0ABD6F013167}"/>
              </a:ext>
            </a:extLst>
          </p:cNvPr>
          <p:cNvSpPr txBox="1">
            <a:spLocks/>
          </p:cNvSpPr>
          <p:nvPr userDrawn="1"/>
        </p:nvSpPr>
        <p:spPr>
          <a:xfrm>
            <a:off x="11549269" y="6468303"/>
            <a:ext cx="44394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C2E478F-E849-4A8C-AF1F-CBCC78A7CBFA}" type="slidenum">
              <a:rPr lang="en-US" smtClean="0"/>
              <a:pPr/>
              <a:t>‹#›</a:t>
            </a:fld>
            <a:endParaRPr lang="en-US" dirty="0"/>
          </a:p>
        </p:txBody>
      </p:sp>
      <p:sp>
        <p:nvSpPr>
          <p:cNvPr id="7" name="Title 1">
            <a:extLst>
              <a:ext uri="{FF2B5EF4-FFF2-40B4-BE49-F238E27FC236}">
                <a16:creationId xmlns:a16="http://schemas.microsoft.com/office/drawing/2014/main" id="{76CDEBF2-B5C9-4887-B717-81C3D1A73CA9}"/>
              </a:ext>
            </a:extLst>
          </p:cNvPr>
          <p:cNvSpPr>
            <a:spLocks noGrp="1"/>
          </p:cNvSpPr>
          <p:nvPr>
            <p:ph type="title"/>
          </p:nvPr>
        </p:nvSpPr>
        <p:spPr>
          <a:xfrm>
            <a:off x="6095999" y="612037"/>
            <a:ext cx="5897218" cy="884238"/>
          </a:xfrm>
        </p:spPr>
        <p:txBody>
          <a:bodyPr lIns="91440" rIns="91440" anchor="t">
            <a:noAutofit/>
          </a:bodyPr>
          <a:lstStyle>
            <a:lvl1pPr algn="l">
              <a:lnSpc>
                <a:spcPct val="150000"/>
              </a:lnSpc>
              <a:spcBef>
                <a:spcPts val="1000"/>
              </a:spcBef>
              <a:defRPr sz="3200">
                <a:solidFill>
                  <a:schemeClr val="tx1"/>
                </a:solidFill>
              </a:defRPr>
            </a:lvl1pPr>
          </a:lstStyle>
          <a:p>
            <a:r>
              <a:rPr lang="en-US"/>
              <a:t>Click to edit Master title style</a:t>
            </a:r>
            <a:endParaRPr lang="en-US" dirty="0"/>
          </a:p>
        </p:txBody>
      </p:sp>
      <p:sp>
        <p:nvSpPr>
          <p:cNvPr id="2" name="Rectangle 1">
            <a:extLst>
              <a:ext uri="{FF2B5EF4-FFF2-40B4-BE49-F238E27FC236}">
                <a16:creationId xmlns:a16="http://schemas.microsoft.com/office/drawing/2014/main" id="{016A7FA3-8C13-4E5A-88C4-4357C8ACD73E}"/>
              </a:ext>
              <a:ext uri="{C183D7F6-B498-43B3-948B-1728B52AA6E4}">
                <adec:decorative xmlns:adec="http://schemas.microsoft.com/office/drawing/2017/decorative" val="1"/>
              </a:ext>
            </a:extLst>
          </p:cNvPr>
          <p:cNvSpPr/>
          <p:nvPr userDrawn="1"/>
        </p:nvSpPr>
        <p:spPr>
          <a:xfrm>
            <a:off x="6107044"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13196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losing">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lstStyle>
            <a:lvl1pPr marL="0" indent="0" algn="ctr">
              <a:buNone/>
              <a:defRPr/>
            </a:lvl1pPr>
          </a:lstStyle>
          <a:p>
            <a:r>
              <a:rPr lang="en-US"/>
              <a:t>Click icon to add picture</a:t>
            </a:r>
            <a:endParaRPr lang="en-US" dirty="0"/>
          </a:p>
        </p:txBody>
      </p:sp>
      <p:sp>
        <p:nvSpPr>
          <p:cNvPr id="6" name="Title 5">
            <a:extLst>
              <a:ext uri="{FF2B5EF4-FFF2-40B4-BE49-F238E27FC236}">
                <a16:creationId xmlns:a16="http://schemas.microsoft.com/office/drawing/2014/main" id="{D9074D0F-754F-4F2C-A410-F222D2D2346E}"/>
              </a:ext>
            </a:extLst>
          </p:cNvPr>
          <p:cNvSpPr>
            <a:spLocks noGrp="1"/>
          </p:cNvSpPr>
          <p:nvPr>
            <p:ph type="title" idx="4294967295"/>
          </p:nvPr>
        </p:nvSpPr>
        <p:spPr>
          <a:xfrm>
            <a:off x="702365" y="1660810"/>
            <a:ext cx="10787270" cy="830649"/>
          </a:xfrm>
        </p:spPr>
        <p:txBody>
          <a:bodyPr>
            <a:noAutofit/>
          </a:bodyPr>
          <a:lstStyle/>
          <a:p>
            <a:r>
              <a:rPr lang="en-US" sz="4000" spc="300"/>
              <a:t>Click to edit Master title style</a:t>
            </a:r>
            <a:endParaRPr lang="en-US" sz="4000" spc="300" dirty="0"/>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hasCustomPrompt="1"/>
          </p:nvPr>
        </p:nvSpPr>
        <p:spPr>
          <a:xfrm>
            <a:off x="3512343" y="5137992"/>
            <a:ext cx="5167313"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 MASTER TEXT STYLES</a:t>
            </a:r>
          </a:p>
        </p:txBody>
      </p:sp>
      <p:sp>
        <p:nvSpPr>
          <p:cNvPr id="31" name="Text Placeholder 13">
            <a:extLst>
              <a:ext uri="{FF2B5EF4-FFF2-40B4-BE49-F238E27FC236}">
                <a16:creationId xmlns:a16="http://schemas.microsoft.com/office/drawing/2014/main" id="{1D89734B-03E0-4ADE-8F62-C819F3E976D5}"/>
              </a:ext>
            </a:extLst>
          </p:cNvPr>
          <p:cNvSpPr>
            <a:spLocks noGrp="1"/>
          </p:cNvSpPr>
          <p:nvPr>
            <p:ph type="body" sz="quarter" idx="16" hasCustomPrompt="1"/>
          </p:nvPr>
        </p:nvSpPr>
        <p:spPr>
          <a:xfrm>
            <a:off x="588194" y="3903126"/>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2" name="Text Placeholder 13">
            <a:extLst>
              <a:ext uri="{FF2B5EF4-FFF2-40B4-BE49-F238E27FC236}">
                <a16:creationId xmlns:a16="http://schemas.microsoft.com/office/drawing/2014/main" id="{85971F4D-8B59-4B3E-9169-64E0EF1BA85F}"/>
              </a:ext>
            </a:extLst>
          </p:cNvPr>
          <p:cNvSpPr>
            <a:spLocks noGrp="1"/>
          </p:cNvSpPr>
          <p:nvPr>
            <p:ph type="body" sz="quarter" idx="17" hasCustomPrompt="1"/>
          </p:nvPr>
        </p:nvSpPr>
        <p:spPr>
          <a:xfrm>
            <a:off x="4563664" y="3893330"/>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3" name="Text Placeholder 13">
            <a:extLst>
              <a:ext uri="{FF2B5EF4-FFF2-40B4-BE49-F238E27FC236}">
                <a16:creationId xmlns:a16="http://schemas.microsoft.com/office/drawing/2014/main" id="{90B19777-E2ED-419C-B486-857117FD081B}"/>
              </a:ext>
            </a:extLst>
          </p:cNvPr>
          <p:cNvSpPr>
            <a:spLocks noGrp="1"/>
          </p:cNvSpPr>
          <p:nvPr>
            <p:ph type="body" sz="quarter" idx="18" hasCustomPrompt="1"/>
          </p:nvPr>
        </p:nvSpPr>
        <p:spPr>
          <a:xfrm>
            <a:off x="8539138" y="3903126"/>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4" name="Online Image Placeholder 33">
            <a:extLst>
              <a:ext uri="{FF2B5EF4-FFF2-40B4-BE49-F238E27FC236}">
                <a16:creationId xmlns:a16="http://schemas.microsoft.com/office/drawing/2014/main" id="{1A58EB44-F532-4998-B316-61C738C37BF5}"/>
              </a:ext>
            </a:extLst>
          </p:cNvPr>
          <p:cNvSpPr>
            <a:spLocks noGrp="1"/>
          </p:cNvSpPr>
          <p:nvPr>
            <p:ph type="clipArt" sz="quarter" idx="19" hasCustomPrompt="1"/>
          </p:nvPr>
        </p:nvSpPr>
        <p:spPr>
          <a:xfrm>
            <a:off x="1754768" y="3098985"/>
            <a:ext cx="731520" cy="731520"/>
          </a:xfrm>
        </p:spPr>
        <p:txBody>
          <a:bodyPr>
            <a:noAutofit/>
          </a:bodyPr>
          <a:lstStyle>
            <a:lvl1pPr marL="0" indent="0">
              <a:buNone/>
              <a:defRPr/>
            </a:lvl1pPr>
          </a:lstStyle>
          <a:p>
            <a:r>
              <a:rPr lang="en-US" dirty="0"/>
              <a:t>Icon</a:t>
            </a:r>
          </a:p>
        </p:txBody>
      </p:sp>
      <p:sp>
        <p:nvSpPr>
          <p:cNvPr id="35" name="Online Image Placeholder 33">
            <a:extLst>
              <a:ext uri="{FF2B5EF4-FFF2-40B4-BE49-F238E27FC236}">
                <a16:creationId xmlns:a16="http://schemas.microsoft.com/office/drawing/2014/main" id="{33763C3C-3545-40BD-9B2C-DC4C0E4CE819}"/>
              </a:ext>
            </a:extLst>
          </p:cNvPr>
          <p:cNvSpPr>
            <a:spLocks noGrp="1"/>
          </p:cNvSpPr>
          <p:nvPr>
            <p:ph type="clipArt" sz="quarter" idx="20" hasCustomPrompt="1"/>
          </p:nvPr>
        </p:nvSpPr>
        <p:spPr>
          <a:xfrm>
            <a:off x="5730240" y="3098985"/>
            <a:ext cx="731520" cy="731520"/>
          </a:xfrm>
        </p:spPr>
        <p:txBody>
          <a:bodyPr>
            <a:noAutofit/>
          </a:bodyPr>
          <a:lstStyle>
            <a:lvl1pPr marL="0" indent="0">
              <a:buNone/>
              <a:defRPr/>
            </a:lvl1pPr>
          </a:lstStyle>
          <a:p>
            <a:r>
              <a:rPr lang="en-US" dirty="0"/>
              <a:t>Icon</a:t>
            </a:r>
          </a:p>
        </p:txBody>
      </p:sp>
      <p:sp>
        <p:nvSpPr>
          <p:cNvPr id="36" name="Online Image Placeholder 33">
            <a:extLst>
              <a:ext uri="{FF2B5EF4-FFF2-40B4-BE49-F238E27FC236}">
                <a16:creationId xmlns:a16="http://schemas.microsoft.com/office/drawing/2014/main" id="{1C5D3777-17F3-4225-8C52-2EF1DB4FD54A}"/>
              </a:ext>
            </a:extLst>
          </p:cNvPr>
          <p:cNvSpPr>
            <a:spLocks noGrp="1"/>
          </p:cNvSpPr>
          <p:nvPr>
            <p:ph type="clipArt" sz="quarter" idx="21" hasCustomPrompt="1"/>
          </p:nvPr>
        </p:nvSpPr>
        <p:spPr>
          <a:xfrm>
            <a:off x="9705712" y="3098985"/>
            <a:ext cx="731520" cy="731520"/>
          </a:xfrm>
        </p:spPr>
        <p:txBody>
          <a:bodyPr>
            <a:noAutofit/>
          </a:bodyPr>
          <a:lstStyle>
            <a:lvl1pPr marL="0" indent="0">
              <a:buNone/>
              <a:defRPr/>
            </a:lvl1pPr>
          </a:lstStyle>
          <a:p>
            <a:r>
              <a:rPr lang="en-US" dirty="0"/>
              <a:t>Icon</a:t>
            </a:r>
          </a:p>
        </p:txBody>
      </p:sp>
    </p:spTree>
    <p:extLst>
      <p:ext uri="{BB962C8B-B14F-4D97-AF65-F5344CB8AC3E}">
        <p14:creationId xmlns:p14="http://schemas.microsoft.com/office/powerpoint/2010/main" val="3173740392"/>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23733359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05F96C-D634-4A69-95EC-3D002BD68752}"/>
              </a:ext>
            </a:extLst>
          </p:cNvPr>
          <p:cNvSpPr>
            <a:spLocks noGrp="1"/>
          </p:cNvSpPr>
          <p:nvPr>
            <p:ph type="title"/>
          </p:nvPr>
        </p:nvSpPr>
        <p:spPr>
          <a:xfrm>
            <a:off x="594519" y="365125"/>
            <a:ext cx="11002962" cy="82391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7757E98-D0FB-43E3-98BC-711F6A2F5372}"/>
              </a:ext>
            </a:extLst>
          </p:cNvPr>
          <p:cNvSpPr>
            <a:spLocks noGrp="1"/>
          </p:cNvSpPr>
          <p:nvPr>
            <p:ph type="body" idx="1"/>
          </p:nvPr>
        </p:nvSpPr>
        <p:spPr>
          <a:xfrm>
            <a:off x="594519" y="1365813"/>
            <a:ext cx="10989920" cy="4811150"/>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FA65B72-2E86-4BA3-94F2-3ADFA40B7A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Add a footer</a:t>
            </a:r>
          </a:p>
        </p:txBody>
      </p:sp>
      <p:sp>
        <p:nvSpPr>
          <p:cNvPr id="6" name="Slide Number Placeholder 5">
            <a:extLst>
              <a:ext uri="{FF2B5EF4-FFF2-40B4-BE49-F238E27FC236}">
                <a16:creationId xmlns:a16="http://schemas.microsoft.com/office/drawing/2014/main" id="{73C1F3FD-3DB9-46B7-85E1-E8B8878A401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Tree>
    <p:extLst>
      <p:ext uri="{BB962C8B-B14F-4D97-AF65-F5344CB8AC3E}">
        <p14:creationId xmlns:p14="http://schemas.microsoft.com/office/powerpoint/2010/main" val="692820"/>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1" r:id="rId3"/>
    <p:sldLayoutId id="2147483651" r:id="rId4"/>
    <p:sldLayoutId id="2147483660" r:id="rId5"/>
    <p:sldLayoutId id="2147483677" r:id="rId6"/>
    <p:sldLayoutId id="2147483666" r:id="rId7"/>
    <p:sldLayoutId id="2147483679" r:id="rId8"/>
    <p:sldLayoutId id="2147483653" r:id="rId9"/>
    <p:sldLayoutId id="2147483678" r:id="rId10"/>
    <p:sldLayoutId id="2147483680" r:id="rId11"/>
    <p:sldLayoutId id="2147483681" r:id="rId12"/>
  </p:sldLayoutIdLst>
  <p:hf hdr="0" ftr="0" dt="0"/>
  <p:txStyles>
    <p:titleStyle>
      <a:lvl1pPr algn="ctr" defTabSz="914400" rtl="0" eaLnBrk="1" latinLnBrk="0" hangingPunct="1">
        <a:lnSpc>
          <a:spcPct val="10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8" Type="http://schemas.openxmlformats.org/officeDocument/2006/relationships/image" Target="../media/image12.png"/><Relationship Id="rId3" Type="http://schemas.microsoft.com/office/2007/relationships/hdphoto" Target="../media/hdphoto1.wdp"/><Relationship Id="rId7" Type="http://schemas.openxmlformats.org/officeDocument/2006/relationships/image" Target="../media/image11.svg"/><Relationship Id="rId2" Type="http://schemas.openxmlformats.org/officeDocument/2006/relationships/image" Target="../media/image1.png"/><Relationship Id="rId1" Type="http://schemas.openxmlformats.org/officeDocument/2006/relationships/slideLayout" Target="../slideLayouts/slideLayout11.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 Id="rId9" Type="http://schemas.openxmlformats.org/officeDocument/2006/relationships/image" Target="../media/image13.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Placeholder 7" descr="abstract image">
            <a:extLst>
              <a:ext uri="{FF2B5EF4-FFF2-40B4-BE49-F238E27FC236}">
                <a16:creationId xmlns:a16="http://schemas.microsoft.com/office/drawing/2014/main" id="{9AB29DBC-55D3-49D9-BB44-4936739C4B57}"/>
              </a:ext>
            </a:extLst>
          </p:cNvPr>
          <p:cNvPicPr>
            <a:picLocks noGrp="1" noChangeAspect="1"/>
          </p:cNvPicPr>
          <p:nvPr>
            <p:ph type="pic" sz="quarter" idx="10"/>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a:stretch/>
        </p:blipFill>
        <p:spPr/>
      </p:pic>
      <p:sp>
        <p:nvSpPr>
          <p:cNvPr id="9" name="Title 8">
            <a:extLst>
              <a:ext uri="{FF2B5EF4-FFF2-40B4-BE49-F238E27FC236}">
                <a16:creationId xmlns:a16="http://schemas.microsoft.com/office/drawing/2014/main" id="{79DC1498-E692-42BA-B69F-6D37E6CFACA0}"/>
              </a:ext>
            </a:extLst>
          </p:cNvPr>
          <p:cNvSpPr>
            <a:spLocks noGrp="1"/>
          </p:cNvSpPr>
          <p:nvPr>
            <p:ph type="title"/>
          </p:nvPr>
        </p:nvSpPr>
        <p:spPr>
          <a:xfrm>
            <a:off x="350837" y="1477926"/>
            <a:ext cx="11525730" cy="2307265"/>
          </a:xfrm>
        </p:spPr>
        <p:txBody>
          <a:bodyPr/>
          <a:lstStyle/>
          <a:p>
            <a:r>
              <a:rPr lang="en-US" sz="5400" b="1" dirty="0"/>
              <a:t>Web APPLICATION Development (111834)</a:t>
            </a:r>
          </a:p>
        </p:txBody>
      </p:sp>
      <p:sp>
        <p:nvSpPr>
          <p:cNvPr id="3" name="Text Placeholder 2">
            <a:extLst>
              <a:ext uri="{FF2B5EF4-FFF2-40B4-BE49-F238E27FC236}">
                <a16:creationId xmlns:a16="http://schemas.microsoft.com/office/drawing/2014/main" id="{C0AE828D-1E63-455F-949D-0C5454A7FE88}"/>
              </a:ext>
            </a:extLst>
          </p:cNvPr>
          <p:cNvSpPr>
            <a:spLocks noGrp="1"/>
          </p:cNvSpPr>
          <p:nvPr>
            <p:ph type="body" sz="quarter" idx="12"/>
          </p:nvPr>
        </p:nvSpPr>
        <p:spPr>
          <a:xfrm>
            <a:off x="350837" y="5699050"/>
            <a:ext cx="11525730" cy="1073889"/>
          </a:xfrm>
        </p:spPr>
        <p:txBody>
          <a:bodyPr/>
          <a:lstStyle/>
          <a:p>
            <a:r>
              <a:rPr lang="en-US" sz="2000" dirty="0"/>
              <a:t>Dr. Owais Hussain</a:t>
            </a:r>
          </a:p>
        </p:txBody>
      </p:sp>
    </p:spTree>
    <p:extLst>
      <p:ext uri="{BB962C8B-B14F-4D97-AF65-F5344CB8AC3E}">
        <p14:creationId xmlns:p14="http://schemas.microsoft.com/office/powerpoint/2010/main" val="39278323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A87B3-0A27-4EE9-979E-B69581E476F0}"/>
              </a:ext>
            </a:extLst>
          </p:cNvPr>
          <p:cNvSpPr>
            <a:spLocks noGrp="1"/>
          </p:cNvSpPr>
          <p:nvPr>
            <p:ph type="title"/>
          </p:nvPr>
        </p:nvSpPr>
        <p:spPr>
          <a:xfrm>
            <a:off x="7068819" y="320041"/>
            <a:ext cx="4846320" cy="1257299"/>
          </a:xfrm>
        </p:spPr>
        <p:txBody>
          <a:bodyPr/>
          <a:lstStyle/>
          <a:p>
            <a:r>
              <a:rPr lang="en-US" dirty="0"/>
              <a:t>Agenda</a:t>
            </a:r>
          </a:p>
        </p:txBody>
      </p:sp>
      <p:pic>
        <p:nvPicPr>
          <p:cNvPr id="8" name="Picture Placeholder 7" descr="group of people at a conference table">
            <a:extLst>
              <a:ext uri="{FF2B5EF4-FFF2-40B4-BE49-F238E27FC236}">
                <a16:creationId xmlns:a16="http://schemas.microsoft.com/office/drawing/2014/main" id="{BB76F5AB-0940-46E1-85F9-6A870D7D04C9}"/>
              </a:ext>
            </a:extLst>
          </p:cNvPr>
          <p:cNvPicPr>
            <a:picLocks noGrp="1" noChangeAspect="1"/>
          </p:cNvPicPr>
          <p:nvPr>
            <p:ph type="pic" sz="quarter" idx="13"/>
          </p:nvPr>
        </p:nvPicPr>
        <p:blipFill rotWithShape="1">
          <a:blip r:embed="rId2">
            <a:extLst>
              <a:ext uri="{BEBA8EAE-BF5A-486C-A8C5-ECC9F3942E4B}">
                <a14:imgProps xmlns:a14="http://schemas.microsoft.com/office/drawing/2010/main">
                  <a14:imgLayer r:embed="rId3">
                    <a14:imgEffect>
                      <a14:saturation sat="0"/>
                    </a14:imgEffect>
                  </a14:imgLayer>
                </a14:imgProps>
              </a:ext>
            </a:extLst>
          </a:blip>
          <a:srcRect l="20370" r="20370"/>
          <a:stretch/>
        </p:blipFill>
        <p:spPr/>
      </p:pic>
      <p:sp>
        <p:nvSpPr>
          <p:cNvPr id="6" name="Text Placeholder 5">
            <a:extLst>
              <a:ext uri="{FF2B5EF4-FFF2-40B4-BE49-F238E27FC236}">
                <a16:creationId xmlns:a16="http://schemas.microsoft.com/office/drawing/2014/main" id="{F3C89A40-EEAA-43AB-9A3A-B2CFDE450F1B}"/>
              </a:ext>
            </a:extLst>
          </p:cNvPr>
          <p:cNvSpPr>
            <a:spLocks noGrp="1"/>
          </p:cNvSpPr>
          <p:nvPr>
            <p:ph type="body" sz="quarter" idx="15"/>
          </p:nvPr>
        </p:nvSpPr>
        <p:spPr>
          <a:xfrm>
            <a:off x="7068820" y="1577340"/>
            <a:ext cx="4114800" cy="4721859"/>
          </a:xfrm>
        </p:spPr>
        <p:txBody>
          <a:bodyPr/>
          <a:lstStyle/>
          <a:p>
            <a:r>
              <a:rPr lang="en-US" dirty="0">
                <a:solidFill>
                  <a:srgbClr val="000000"/>
                </a:solidFill>
              </a:rPr>
              <a:t>Why not use Django Server?</a:t>
            </a:r>
          </a:p>
          <a:p>
            <a:r>
              <a:rPr lang="en-US" dirty="0">
                <a:solidFill>
                  <a:srgbClr val="000000"/>
                </a:solidFill>
              </a:rPr>
              <a:t>Production Settings</a:t>
            </a:r>
          </a:p>
          <a:p>
            <a:r>
              <a:rPr lang="en-US" dirty="0">
                <a:solidFill>
                  <a:srgbClr val="000000"/>
                </a:solidFill>
              </a:rPr>
              <a:t>Deployment on AWS </a:t>
            </a:r>
            <a:r>
              <a:rPr lang="en-US" dirty="0" err="1">
                <a:solidFill>
                  <a:srgbClr val="000000"/>
                </a:solidFill>
              </a:rPr>
              <a:t>Lightsail</a:t>
            </a:r>
            <a:endParaRPr lang="en-US" dirty="0">
              <a:solidFill>
                <a:srgbClr val="000000"/>
              </a:solidFill>
            </a:endParaRPr>
          </a:p>
          <a:p>
            <a:r>
              <a:rPr lang="en-US" dirty="0">
                <a:solidFill>
                  <a:srgbClr val="000000"/>
                </a:solidFill>
              </a:rPr>
              <a:t>NGINX and </a:t>
            </a:r>
            <a:r>
              <a:rPr lang="en-US" dirty="0" err="1">
                <a:solidFill>
                  <a:srgbClr val="000000"/>
                </a:solidFill>
              </a:rPr>
              <a:t>Gunicorn</a:t>
            </a:r>
            <a:endParaRPr lang="en-US" dirty="0">
              <a:solidFill>
                <a:srgbClr val="000000"/>
              </a:solidFill>
            </a:endParaRPr>
          </a:p>
          <a:p>
            <a:r>
              <a:rPr lang="en-US" dirty="0">
                <a:solidFill>
                  <a:srgbClr val="000000"/>
                </a:solidFill>
              </a:rPr>
              <a:t>Run on Startup</a:t>
            </a:r>
          </a:p>
          <a:p>
            <a:r>
              <a:rPr lang="en-US" dirty="0">
                <a:solidFill>
                  <a:srgbClr val="000000"/>
                </a:solidFill>
              </a:rPr>
              <a:t>Deploying for Enterprise</a:t>
            </a:r>
          </a:p>
        </p:txBody>
      </p:sp>
      <p:sp>
        <p:nvSpPr>
          <p:cNvPr id="7" name="Slide Number Placeholder 6">
            <a:extLst>
              <a:ext uri="{FF2B5EF4-FFF2-40B4-BE49-F238E27FC236}">
                <a16:creationId xmlns:a16="http://schemas.microsoft.com/office/drawing/2014/main" id="{F29F8048-1E86-48F4-B246-D2F8C54B7EB1}"/>
              </a:ext>
            </a:extLst>
          </p:cNvPr>
          <p:cNvSpPr>
            <a:spLocks noGrp="1"/>
          </p:cNvSpPr>
          <p:nvPr>
            <p:ph type="sldNum" sz="quarter" idx="12"/>
          </p:nvPr>
        </p:nvSpPr>
        <p:spPr/>
        <p:txBody>
          <a:bodyPr/>
          <a:lstStyle/>
          <a:p>
            <a:fld id="{8C2E478F-E849-4A8C-AF1F-CBCC78A7CBFA}" type="slidenum">
              <a:rPr lang="en-US" smtClean="0"/>
              <a:pPr/>
              <a:t>2</a:t>
            </a:fld>
            <a:endParaRPr lang="en-US" dirty="0"/>
          </a:p>
        </p:txBody>
      </p:sp>
    </p:spTree>
    <p:extLst>
      <p:ext uri="{BB962C8B-B14F-4D97-AF65-F5344CB8AC3E}">
        <p14:creationId xmlns:p14="http://schemas.microsoft.com/office/powerpoint/2010/main" val="16490989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Why not use Django Server?</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839536" cy="4887878"/>
          </a:xfrm>
          <a:prstGeom prst="rect">
            <a:avLst/>
          </a:prstGeom>
        </p:spPr>
        <p:txBody>
          <a:bodyPr numCol="1">
            <a:normAutofit fontScale="925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000" dirty="0"/>
              <a:t>Django comes with built-in server, which launches the web app with “manage.py </a:t>
            </a:r>
            <a:r>
              <a:rPr lang="en-US" sz="3000" dirty="0" err="1"/>
              <a:t>runserver</a:t>
            </a:r>
            <a:r>
              <a:rPr lang="en-US" sz="3000" dirty="0"/>
              <a:t>” command. However, it comes with some pitfalls:</a:t>
            </a:r>
          </a:p>
          <a:p>
            <a:pPr lvl="1">
              <a:lnSpc>
                <a:spcPct val="120000"/>
              </a:lnSpc>
              <a:buFont typeface="Wingdings" panose="05000000000000000000" pitchFamily="2" charset="2"/>
              <a:buChar char="§"/>
            </a:pPr>
            <a:r>
              <a:rPr lang="en-US" sz="2800" dirty="0"/>
              <a:t>It cannot handle more than a few concurrent requests.</a:t>
            </a:r>
          </a:p>
          <a:p>
            <a:pPr lvl="1">
              <a:lnSpc>
                <a:spcPct val="120000"/>
              </a:lnSpc>
              <a:buFont typeface="Wingdings" panose="05000000000000000000" pitchFamily="2" charset="2"/>
              <a:buChar char="§"/>
            </a:pPr>
            <a:r>
              <a:rPr lang="en-US" sz="2800" dirty="0"/>
              <a:t>The security is not strong enough for production purposes.</a:t>
            </a:r>
          </a:p>
          <a:p>
            <a:pPr lvl="1">
              <a:lnSpc>
                <a:spcPct val="120000"/>
              </a:lnSpc>
              <a:buFont typeface="Wingdings" panose="05000000000000000000" pitchFamily="2" charset="2"/>
              <a:buChar char="§"/>
            </a:pPr>
            <a:r>
              <a:rPr lang="en-US" sz="2800" dirty="0"/>
              <a:t>It lacks ability to monitor the performance in detail.</a:t>
            </a:r>
          </a:p>
          <a:p>
            <a:pPr>
              <a:lnSpc>
                <a:spcPct val="120000"/>
              </a:lnSpc>
              <a:buFont typeface="Wingdings" panose="05000000000000000000" pitchFamily="2" charset="2"/>
              <a:buChar char="§"/>
            </a:pPr>
            <a:r>
              <a:rPr lang="en-US" sz="3000" dirty="0"/>
              <a:t>Although the default server launches quickly and is convenient. It must never be used except for Development and basic testing.</a:t>
            </a:r>
          </a:p>
          <a:p>
            <a:pPr>
              <a:lnSpc>
                <a:spcPct val="120000"/>
              </a:lnSpc>
              <a:buFont typeface="Wingdings" panose="05000000000000000000" pitchFamily="2" charset="2"/>
              <a:buChar char="§"/>
            </a:pPr>
            <a:r>
              <a:rPr lang="en-US" sz="3000" dirty="0"/>
              <a:t>Django apps (or any other web app) should be deployed on web servers like Apache, NGINX, IIS, or Tomcat</a:t>
            </a:r>
          </a:p>
        </p:txBody>
      </p:sp>
    </p:spTree>
    <p:extLst>
      <p:ext uri="{BB962C8B-B14F-4D97-AF65-F5344CB8AC3E}">
        <p14:creationId xmlns:p14="http://schemas.microsoft.com/office/powerpoint/2010/main" val="4001030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Deployment on AWS </a:t>
            </a:r>
            <a:r>
              <a:rPr lang="en-US" sz="3200" dirty="0" err="1">
                <a:solidFill>
                  <a:srgbClr val="FFFFFF"/>
                </a:solidFill>
                <a:latin typeface="Arial"/>
                <a:cs typeface="Arial"/>
              </a:rPr>
              <a:t>Lightsail</a:t>
            </a:r>
            <a:endParaRPr lang="en-US" sz="3200" dirty="0">
              <a:solidFill>
                <a:srgbClr val="FFFFFF"/>
              </a:solidFill>
              <a:latin typeface="Arial"/>
              <a:cs typeface="Arial"/>
            </a:endParaRP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839536" cy="4887878"/>
          </a:xfrm>
          <a:prstGeom prst="rect">
            <a:avLst/>
          </a:prstGeom>
        </p:spPr>
        <p:txBody>
          <a:bodyPr numCol="1">
            <a:normAutofit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000" dirty="0"/>
              <a:t>A typical web app is deployed on a Linux distribution like Ubuntu, CentOS, or SUSE Linux. We will use Amazon AWS’s </a:t>
            </a:r>
            <a:r>
              <a:rPr lang="en-US" sz="3000" dirty="0" err="1"/>
              <a:t>Lightsail</a:t>
            </a:r>
            <a:r>
              <a:rPr lang="en-US" sz="3000" dirty="0"/>
              <a:t> service as an example of cloud server deployment.</a:t>
            </a:r>
          </a:p>
          <a:p>
            <a:pPr>
              <a:lnSpc>
                <a:spcPct val="120000"/>
              </a:lnSpc>
              <a:buFont typeface="Wingdings" panose="05000000000000000000" pitchFamily="2" charset="2"/>
              <a:buChar char="§"/>
            </a:pPr>
            <a:r>
              <a:rPr lang="en-US" sz="3000" dirty="0"/>
              <a:t>You can alternatively create a virtual machine on Windows Hypervisor, VirtualBox, or any other tool for a local deployment as well.</a:t>
            </a:r>
          </a:p>
          <a:p>
            <a:pPr>
              <a:lnSpc>
                <a:spcPct val="120000"/>
              </a:lnSpc>
              <a:buFont typeface="Wingdings" panose="05000000000000000000" pitchFamily="2" charset="2"/>
              <a:buChar char="§"/>
            </a:pPr>
            <a:r>
              <a:rPr lang="en-US" sz="3000" dirty="0"/>
              <a:t>Log into AWS account and go to </a:t>
            </a:r>
            <a:r>
              <a:rPr lang="en-US" sz="3000" dirty="0" err="1"/>
              <a:t>Lightsail</a:t>
            </a:r>
            <a:r>
              <a:rPr lang="en-US" sz="3000" dirty="0"/>
              <a:t>.</a:t>
            </a:r>
          </a:p>
          <a:p>
            <a:pPr>
              <a:lnSpc>
                <a:spcPct val="120000"/>
              </a:lnSpc>
              <a:buFont typeface="Wingdings" panose="05000000000000000000" pitchFamily="2" charset="2"/>
              <a:buChar char="§"/>
            </a:pPr>
            <a:r>
              <a:rPr lang="en-US" sz="3000" dirty="0"/>
              <a:t>Create a new instance and pick Ubuntu Linux (OS only) as instance image.</a:t>
            </a:r>
          </a:p>
          <a:p>
            <a:pPr>
              <a:lnSpc>
                <a:spcPct val="120000"/>
              </a:lnSpc>
              <a:buFont typeface="Wingdings" panose="05000000000000000000" pitchFamily="2" charset="2"/>
              <a:buChar char="§"/>
            </a:pPr>
            <a:r>
              <a:rPr lang="en-US" sz="3000" dirty="0"/>
              <a:t>Choose an instance payment plan, preferably the one with a free trial.</a:t>
            </a:r>
          </a:p>
        </p:txBody>
      </p:sp>
    </p:spTree>
    <p:extLst>
      <p:ext uri="{BB962C8B-B14F-4D97-AF65-F5344CB8AC3E}">
        <p14:creationId xmlns:p14="http://schemas.microsoft.com/office/powerpoint/2010/main" val="1498609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Deployment on AWS </a:t>
            </a:r>
            <a:r>
              <a:rPr lang="en-US" sz="3200" dirty="0" err="1">
                <a:solidFill>
                  <a:srgbClr val="FFFFFF"/>
                </a:solidFill>
                <a:latin typeface="Arial"/>
                <a:cs typeface="Arial"/>
              </a:rPr>
              <a:t>Lightsail</a:t>
            </a:r>
            <a:endParaRPr lang="en-US" sz="3200" dirty="0">
              <a:solidFill>
                <a:srgbClr val="FFFFFF"/>
              </a:solidFill>
              <a:latin typeface="Arial"/>
              <a:cs typeface="Arial"/>
            </a:endParaRP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pic>
        <p:nvPicPr>
          <p:cNvPr id="7" name="Picture 6">
            <a:extLst>
              <a:ext uri="{FF2B5EF4-FFF2-40B4-BE49-F238E27FC236}">
                <a16:creationId xmlns:a16="http://schemas.microsoft.com/office/drawing/2014/main" id="{A7C1C6D2-3B4F-7E4B-DC63-192AECB18C90}"/>
              </a:ext>
            </a:extLst>
          </p:cNvPr>
          <p:cNvPicPr>
            <a:picLocks noChangeAspect="1"/>
          </p:cNvPicPr>
          <p:nvPr/>
        </p:nvPicPr>
        <p:blipFill>
          <a:blip r:embed="rId3"/>
          <a:stretch>
            <a:fillRect/>
          </a:stretch>
        </p:blipFill>
        <p:spPr>
          <a:xfrm>
            <a:off x="74608" y="1770511"/>
            <a:ext cx="7036036" cy="4625742"/>
          </a:xfrm>
          <a:prstGeom prst="rect">
            <a:avLst/>
          </a:prstGeom>
        </p:spPr>
      </p:pic>
      <p:pic>
        <p:nvPicPr>
          <p:cNvPr id="9" name="Picture 8">
            <a:extLst>
              <a:ext uri="{FF2B5EF4-FFF2-40B4-BE49-F238E27FC236}">
                <a16:creationId xmlns:a16="http://schemas.microsoft.com/office/drawing/2014/main" id="{215CC8C9-3808-7AE7-CB8D-87559740D362}"/>
              </a:ext>
            </a:extLst>
          </p:cNvPr>
          <p:cNvPicPr>
            <a:picLocks noChangeAspect="1"/>
          </p:cNvPicPr>
          <p:nvPr/>
        </p:nvPicPr>
        <p:blipFill rotWithShape="1">
          <a:blip r:embed="rId4"/>
          <a:srcRect r="35475"/>
          <a:stretch/>
        </p:blipFill>
        <p:spPr>
          <a:xfrm>
            <a:off x="7110644" y="1770511"/>
            <a:ext cx="4558320" cy="4625741"/>
          </a:xfrm>
          <a:prstGeom prst="rect">
            <a:avLst/>
          </a:prstGeom>
        </p:spPr>
      </p:pic>
    </p:spTree>
    <p:extLst>
      <p:ext uri="{BB962C8B-B14F-4D97-AF65-F5344CB8AC3E}">
        <p14:creationId xmlns:p14="http://schemas.microsoft.com/office/powerpoint/2010/main" val="30763181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Deployment on AWS </a:t>
            </a:r>
            <a:r>
              <a:rPr lang="en-US" sz="3200" dirty="0" err="1">
                <a:solidFill>
                  <a:srgbClr val="FFFFFF"/>
                </a:solidFill>
                <a:latin typeface="Arial"/>
                <a:cs typeface="Arial"/>
              </a:rPr>
              <a:t>Lightsail</a:t>
            </a:r>
            <a:endParaRPr lang="en-US" sz="3200" dirty="0">
              <a:solidFill>
                <a:srgbClr val="FFFFFF"/>
              </a:solidFill>
              <a:latin typeface="Arial"/>
              <a:cs typeface="Arial"/>
            </a:endParaRP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5875616" cy="4887878"/>
          </a:xfrm>
          <a:prstGeom prst="rect">
            <a:avLst/>
          </a:prstGeom>
        </p:spPr>
        <p:txBody>
          <a:bodyPr numCol="1">
            <a:normAutofit fontScale="9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000" dirty="0"/>
              <a:t>Name your instance “</a:t>
            </a:r>
            <a:r>
              <a:rPr lang="en-US" sz="3000" dirty="0" err="1"/>
              <a:t>dareecha</a:t>
            </a:r>
            <a:r>
              <a:rPr lang="en-US" sz="3000" dirty="0"/>
              <a:t>” and press “Create Instance”.</a:t>
            </a:r>
          </a:p>
          <a:p>
            <a:pPr>
              <a:lnSpc>
                <a:spcPct val="120000"/>
              </a:lnSpc>
              <a:buFont typeface="Wingdings" panose="05000000000000000000" pitchFamily="2" charset="2"/>
              <a:buChar char="§"/>
            </a:pPr>
            <a:r>
              <a:rPr lang="en-US" sz="3000" dirty="0"/>
              <a:t>You should see a new </a:t>
            </a:r>
            <a:r>
              <a:rPr lang="en-US" sz="3000" dirty="0" err="1"/>
              <a:t>lightsail</a:t>
            </a:r>
            <a:r>
              <a:rPr lang="en-US" sz="3000" dirty="0"/>
              <a:t> instance in your dashboard.</a:t>
            </a:r>
          </a:p>
          <a:p>
            <a:pPr>
              <a:lnSpc>
                <a:spcPct val="120000"/>
              </a:lnSpc>
              <a:buFont typeface="Wingdings" panose="05000000000000000000" pitchFamily="2" charset="2"/>
              <a:buChar char="§"/>
            </a:pPr>
            <a:r>
              <a:rPr lang="en-US" sz="3000" dirty="0"/>
              <a:t>Click on this instance to connect with its CLI.</a:t>
            </a:r>
          </a:p>
          <a:p>
            <a:pPr>
              <a:lnSpc>
                <a:spcPct val="120000"/>
              </a:lnSpc>
              <a:buFont typeface="Wingdings" panose="05000000000000000000" pitchFamily="2" charset="2"/>
              <a:buChar char="§"/>
            </a:pPr>
            <a:r>
              <a:rPr lang="en-US" sz="3000" dirty="0"/>
              <a:t>The recommended way to connect with this instance is through SSH client. But for quick setup, we will use the web version.</a:t>
            </a:r>
          </a:p>
        </p:txBody>
      </p:sp>
      <p:pic>
        <p:nvPicPr>
          <p:cNvPr id="9" name="Picture 8">
            <a:extLst>
              <a:ext uri="{FF2B5EF4-FFF2-40B4-BE49-F238E27FC236}">
                <a16:creationId xmlns:a16="http://schemas.microsoft.com/office/drawing/2014/main" id="{DD43AD68-5C53-50D8-BF9C-26CA2951431D}"/>
              </a:ext>
            </a:extLst>
          </p:cNvPr>
          <p:cNvPicPr>
            <a:picLocks noChangeAspect="1"/>
          </p:cNvPicPr>
          <p:nvPr/>
        </p:nvPicPr>
        <p:blipFill>
          <a:blip r:embed="rId3"/>
          <a:stretch>
            <a:fillRect/>
          </a:stretch>
        </p:blipFill>
        <p:spPr>
          <a:xfrm>
            <a:off x="6657793" y="1532587"/>
            <a:ext cx="5544665" cy="4887878"/>
          </a:xfrm>
          <a:prstGeom prst="rect">
            <a:avLst/>
          </a:prstGeom>
        </p:spPr>
      </p:pic>
      <p:pic>
        <p:nvPicPr>
          <p:cNvPr id="7" name="Picture 6">
            <a:extLst>
              <a:ext uri="{FF2B5EF4-FFF2-40B4-BE49-F238E27FC236}">
                <a16:creationId xmlns:a16="http://schemas.microsoft.com/office/drawing/2014/main" id="{00DFA45E-E503-4641-EF7B-8B8105D87175}"/>
              </a:ext>
            </a:extLst>
          </p:cNvPr>
          <p:cNvPicPr>
            <a:picLocks noChangeAspect="1"/>
          </p:cNvPicPr>
          <p:nvPr/>
        </p:nvPicPr>
        <p:blipFill>
          <a:blip r:embed="rId4"/>
          <a:stretch>
            <a:fillRect/>
          </a:stretch>
        </p:blipFill>
        <p:spPr>
          <a:xfrm>
            <a:off x="6888636" y="1454087"/>
            <a:ext cx="5082980" cy="2522439"/>
          </a:xfrm>
          <a:prstGeom prst="rect">
            <a:avLst/>
          </a:prstGeom>
        </p:spPr>
      </p:pic>
    </p:spTree>
    <p:extLst>
      <p:ext uri="{BB962C8B-B14F-4D97-AF65-F5344CB8AC3E}">
        <p14:creationId xmlns:p14="http://schemas.microsoft.com/office/powerpoint/2010/main" val="3806833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Deployment on AWS </a:t>
            </a:r>
            <a:r>
              <a:rPr lang="en-US" sz="3200" dirty="0" err="1">
                <a:solidFill>
                  <a:srgbClr val="FFFFFF"/>
                </a:solidFill>
                <a:latin typeface="Arial"/>
                <a:cs typeface="Arial"/>
              </a:rPr>
              <a:t>Lightsail</a:t>
            </a:r>
            <a:endParaRPr lang="en-US" sz="3200" dirty="0">
              <a:solidFill>
                <a:srgbClr val="FFFFFF"/>
              </a:solidFill>
              <a:latin typeface="Arial"/>
              <a:cs typeface="Arial"/>
            </a:endParaRP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numCol="1">
            <a:normAutofit fontScale="925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000" dirty="0"/>
              <a:t>Click “Connect using SSH” button.</a:t>
            </a:r>
          </a:p>
          <a:p>
            <a:pPr>
              <a:lnSpc>
                <a:spcPct val="120000"/>
              </a:lnSpc>
              <a:buFont typeface="Wingdings" panose="05000000000000000000" pitchFamily="2" charset="2"/>
              <a:buChar char="§"/>
            </a:pPr>
            <a:r>
              <a:rPr lang="en-US" sz="3000" dirty="0"/>
              <a:t>Note that AWS has assigned a public IP to you. This is where you will be able to access the app.</a:t>
            </a:r>
          </a:p>
          <a:p>
            <a:pPr>
              <a:lnSpc>
                <a:spcPct val="120000"/>
              </a:lnSpc>
              <a:buFont typeface="Wingdings" panose="05000000000000000000" pitchFamily="2" charset="2"/>
              <a:buChar char="§"/>
            </a:pPr>
            <a:r>
              <a:rPr lang="en-US" sz="3000" dirty="0"/>
              <a:t>As the Command Terminal windows appears, the first thing to do is to update &amp; upgrade the OS:</a:t>
            </a:r>
          </a:p>
          <a:p>
            <a:pPr marL="0" indent="0">
              <a:lnSpc>
                <a:spcPct val="120000"/>
              </a:lnSpc>
              <a:buNone/>
            </a:pPr>
            <a:r>
              <a:rPr lang="en-US" sz="2400" dirty="0" err="1">
                <a:latin typeface="Cascadia Code" panose="020B0609020000020004" pitchFamily="49" charset="0"/>
                <a:ea typeface="Cascadia Code" panose="020B0609020000020004" pitchFamily="49" charset="0"/>
                <a:cs typeface="Cascadia Code" panose="020B0609020000020004" pitchFamily="49" charset="0"/>
              </a:rPr>
              <a:t>sudo</a:t>
            </a:r>
            <a:r>
              <a:rPr lang="en-US" sz="2400" dirty="0">
                <a:latin typeface="Cascadia Code" panose="020B0609020000020004" pitchFamily="49" charset="0"/>
                <a:ea typeface="Cascadia Code" panose="020B0609020000020004" pitchFamily="49" charset="0"/>
                <a:cs typeface="Cascadia Code" panose="020B0609020000020004" pitchFamily="49" charset="0"/>
              </a:rPr>
              <a:t> apt update</a:t>
            </a:r>
            <a:br>
              <a:rPr lang="en-US" sz="2400" dirty="0">
                <a:latin typeface="Cascadia Code" panose="020B0609020000020004" pitchFamily="49" charset="0"/>
                <a:ea typeface="Cascadia Code" panose="020B0609020000020004" pitchFamily="49" charset="0"/>
                <a:cs typeface="Cascadia Code" panose="020B0609020000020004" pitchFamily="49" charset="0"/>
              </a:rPr>
            </a:br>
            <a:r>
              <a:rPr lang="en-US" sz="2400" dirty="0" err="1">
                <a:latin typeface="Cascadia Code" panose="020B0609020000020004" pitchFamily="49" charset="0"/>
                <a:ea typeface="Cascadia Code" panose="020B0609020000020004" pitchFamily="49" charset="0"/>
                <a:cs typeface="Cascadia Code" panose="020B0609020000020004" pitchFamily="49" charset="0"/>
              </a:rPr>
              <a:t>sudo</a:t>
            </a:r>
            <a:r>
              <a:rPr lang="en-US" sz="2400" dirty="0">
                <a:latin typeface="Cascadia Code" panose="020B0609020000020004" pitchFamily="49" charset="0"/>
                <a:ea typeface="Cascadia Code" panose="020B0609020000020004" pitchFamily="49" charset="0"/>
                <a:cs typeface="Cascadia Code" panose="020B0609020000020004" pitchFamily="49" charset="0"/>
              </a:rPr>
              <a:t> apt upgrade</a:t>
            </a:r>
          </a:p>
          <a:p>
            <a:pPr>
              <a:lnSpc>
                <a:spcPct val="120000"/>
              </a:lnSpc>
              <a:buFont typeface="Wingdings" panose="05000000000000000000" pitchFamily="2" charset="2"/>
              <a:buChar char="§"/>
            </a:pPr>
            <a:r>
              <a:rPr lang="en-US" sz="3000" dirty="0"/>
              <a:t>Clone the </a:t>
            </a:r>
            <a:r>
              <a:rPr lang="en-US" sz="3000" dirty="0" err="1"/>
              <a:t>baham</a:t>
            </a:r>
            <a:r>
              <a:rPr lang="en-US" sz="3000" dirty="0"/>
              <a:t>-web repository’s production branch to /home/ubuntu:</a:t>
            </a:r>
          </a:p>
          <a:p>
            <a:pPr marL="0" indent="0">
              <a:lnSpc>
                <a:spcPct val="120000"/>
              </a:lnSpc>
              <a:buNone/>
            </a:pPr>
            <a:r>
              <a:rPr lang="en-US" sz="2200" dirty="0">
                <a:latin typeface="Cascadia Code" panose="020B0609020000020004" pitchFamily="49" charset="0"/>
                <a:ea typeface="Cascadia Code" panose="020B0609020000020004" pitchFamily="49" charset="0"/>
                <a:cs typeface="Cascadia Code" panose="020B0609020000020004" pitchFamily="49" charset="0"/>
              </a:rPr>
              <a:t>git clone –b production https://github.com/esquaredsystems/baham-web.git</a:t>
            </a:r>
            <a:endParaRPr lang="en-US" sz="3000" dirty="0">
              <a:latin typeface="Cascadia Code" panose="020B0609020000020004" pitchFamily="49" charset="0"/>
              <a:ea typeface="Cascadia Code" panose="020B0609020000020004" pitchFamily="49" charset="0"/>
              <a:cs typeface="Cascadia Code" panose="020B0609020000020004" pitchFamily="49" charset="0"/>
            </a:endParaRPr>
          </a:p>
        </p:txBody>
      </p:sp>
    </p:spTree>
    <p:extLst>
      <p:ext uri="{BB962C8B-B14F-4D97-AF65-F5344CB8AC3E}">
        <p14:creationId xmlns:p14="http://schemas.microsoft.com/office/powerpoint/2010/main" val="2703326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Deployment on AWS </a:t>
            </a:r>
            <a:r>
              <a:rPr lang="en-US" sz="3200" dirty="0" err="1">
                <a:solidFill>
                  <a:srgbClr val="FFFFFF"/>
                </a:solidFill>
                <a:latin typeface="Arial"/>
                <a:cs typeface="Arial"/>
              </a:rPr>
              <a:t>Lightsail</a:t>
            </a:r>
            <a:endParaRPr lang="en-US" sz="3200" dirty="0">
              <a:solidFill>
                <a:srgbClr val="FFFFFF"/>
              </a:solidFill>
              <a:latin typeface="Arial"/>
              <a:cs typeface="Arial"/>
            </a:endParaRP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numCol="1">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000" dirty="0"/>
              <a:t>Install the pre-requisites:</a:t>
            </a:r>
          </a:p>
          <a:p>
            <a:pPr marL="0" indent="0">
              <a:lnSpc>
                <a:spcPct val="120000"/>
              </a:lnSpc>
              <a:buNone/>
            </a:pPr>
            <a:r>
              <a:rPr lang="en-US" sz="3000" dirty="0" err="1"/>
              <a:t>sudo</a:t>
            </a:r>
            <a:r>
              <a:rPr lang="en-US" sz="3000" dirty="0"/>
              <a:t> apt install nginx </a:t>
            </a:r>
            <a:r>
              <a:rPr lang="en-US" sz="3000" dirty="0" err="1"/>
              <a:t>gunicorn</a:t>
            </a:r>
            <a:endParaRPr lang="en-US" sz="3000" dirty="0"/>
          </a:p>
          <a:p>
            <a:pPr marL="0" indent="0">
              <a:lnSpc>
                <a:spcPct val="120000"/>
              </a:lnSpc>
              <a:buNone/>
            </a:pPr>
            <a:r>
              <a:rPr lang="en-US" sz="3000" dirty="0" err="1"/>
              <a:t>sudo</a:t>
            </a:r>
            <a:r>
              <a:rPr lang="en-US" sz="3000" dirty="0"/>
              <a:t> apt install python3 python3-pip build-essential python3-dev</a:t>
            </a:r>
          </a:p>
          <a:p>
            <a:pPr marL="0" indent="0">
              <a:lnSpc>
                <a:spcPct val="120000"/>
              </a:lnSpc>
              <a:buNone/>
            </a:pPr>
            <a:r>
              <a:rPr lang="en-US" sz="3000" dirty="0" err="1"/>
              <a:t>sudo</a:t>
            </a:r>
            <a:r>
              <a:rPr lang="en-US" sz="3000" dirty="0"/>
              <a:t> reboot</a:t>
            </a:r>
          </a:p>
          <a:p>
            <a:pPr>
              <a:lnSpc>
                <a:spcPct val="120000"/>
              </a:lnSpc>
              <a:buFont typeface="Wingdings" panose="05000000000000000000" pitchFamily="2" charset="2"/>
              <a:buChar char="§"/>
            </a:pPr>
            <a:r>
              <a:rPr lang="en-US" sz="3000" dirty="0"/>
              <a:t>Copy the cloned project to /opt/ as it’s a recommended practice</a:t>
            </a:r>
          </a:p>
          <a:p>
            <a:pPr marL="0" indent="0">
              <a:lnSpc>
                <a:spcPct val="120000"/>
              </a:lnSpc>
              <a:buNone/>
            </a:pPr>
            <a:r>
              <a:rPr lang="en-US" sz="3000" dirty="0" err="1"/>
              <a:t>sudo</a:t>
            </a:r>
            <a:r>
              <a:rPr lang="en-US" sz="3000" dirty="0"/>
              <a:t> cp –R /home/ubuntu/</a:t>
            </a:r>
            <a:r>
              <a:rPr lang="en-US" sz="3000" dirty="0" err="1"/>
              <a:t>baham</a:t>
            </a:r>
            <a:r>
              <a:rPr lang="en-US" sz="3000" dirty="0"/>
              <a:t>-web /opt/</a:t>
            </a:r>
          </a:p>
          <a:p>
            <a:pPr marL="0" indent="0">
              <a:lnSpc>
                <a:spcPct val="120000"/>
              </a:lnSpc>
              <a:buNone/>
            </a:pPr>
            <a:r>
              <a:rPr lang="en-US" sz="3000" dirty="0"/>
              <a:t>cd /opt/</a:t>
            </a:r>
            <a:r>
              <a:rPr lang="en-US" sz="3000" dirty="0" err="1"/>
              <a:t>baham</a:t>
            </a:r>
            <a:r>
              <a:rPr lang="en-US" sz="3000" dirty="0"/>
              <a:t>-web/</a:t>
            </a:r>
          </a:p>
          <a:p>
            <a:pPr>
              <a:lnSpc>
                <a:spcPct val="120000"/>
              </a:lnSpc>
              <a:buFont typeface="Wingdings" panose="05000000000000000000" pitchFamily="2" charset="2"/>
              <a:buChar char="§"/>
            </a:pPr>
            <a:endParaRPr lang="en-US" sz="3000" dirty="0">
              <a:latin typeface="Cascadia Code" panose="020B0609020000020004" pitchFamily="49" charset="0"/>
              <a:ea typeface="Cascadia Code" panose="020B0609020000020004" pitchFamily="49" charset="0"/>
              <a:cs typeface="Cascadia Code" panose="020B0609020000020004" pitchFamily="49" charset="0"/>
            </a:endParaRPr>
          </a:p>
        </p:txBody>
      </p:sp>
    </p:spTree>
    <p:extLst>
      <p:ext uri="{BB962C8B-B14F-4D97-AF65-F5344CB8AC3E}">
        <p14:creationId xmlns:p14="http://schemas.microsoft.com/office/powerpoint/2010/main" val="478407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Deployment on AWS </a:t>
            </a:r>
            <a:r>
              <a:rPr lang="en-US" sz="3200" dirty="0" err="1">
                <a:solidFill>
                  <a:srgbClr val="FFFFFF"/>
                </a:solidFill>
                <a:latin typeface="Arial"/>
                <a:cs typeface="Arial"/>
              </a:rPr>
              <a:t>Lightsail</a:t>
            </a:r>
            <a:endParaRPr lang="en-US" sz="3200" dirty="0">
              <a:solidFill>
                <a:srgbClr val="FFFFFF"/>
              </a:solidFill>
              <a:latin typeface="Arial"/>
              <a:cs typeface="Arial"/>
            </a:endParaRP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numCol="1">
            <a:normAutofit fontScale="9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000" dirty="0"/>
              <a:t>In production environment, ALWAYS create a virtual environment. This can be done in /home/ubuntu as it does not have to require root.</a:t>
            </a:r>
          </a:p>
          <a:p>
            <a:pPr marL="0" indent="0">
              <a:lnSpc>
                <a:spcPct val="120000"/>
              </a:lnSpc>
              <a:buNone/>
            </a:pPr>
            <a:r>
              <a:rPr lang="en-US" sz="2400" dirty="0">
                <a:latin typeface="Cascadia Code" panose="020B0609020000020004" pitchFamily="49" charset="0"/>
                <a:ea typeface="Cascadia Code" panose="020B0609020000020004" pitchFamily="49" charset="0"/>
                <a:cs typeface="Cascadia Code" panose="020B0609020000020004" pitchFamily="49" charset="0"/>
              </a:rPr>
              <a:t>cd /home/ubuntu/</a:t>
            </a:r>
          </a:p>
          <a:p>
            <a:pPr marL="0" indent="0">
              <a:lnSpc>
                <a:spcPct val="120000"/>
              </a:lnSpc>
              <a:buNone/>
            </a:pPr>
            <a:r>
              <a:rPr lang="en-US" sz="2400" dirty="0">
                <a:latin typeface="Cascadia Code" panose="020B0609020000020004" pitchFamily="49" charset="0"/>
                <a:ea typeface="Cascadia Code" panose="020B0609020000020004" pitchFamily="49" charset="0"/>
                <a:cs typeface="Cascadia Code" panose="020B0609020000020004" pitchFamily="49" charset="0"/>
              </a:rPr>
              <a:t>python3 -m </a:t>
            </a:r>
            <a:r>
              <a:rPr lang="en-US" sz="2400" dirty="0" err="1">
                <a:latin typeface="Cascadia Code" panose="020B0609020000020004" pitchFamily="49" charset="0"/>
                <a:ea typeface="Cascadia Code" panose="020B0609020000020004" pitchFamily="49" charset="0"/>
                <a:cs typeface="Cascadia Code" panose="020B0609020000020004" pitchFamily="49" charset="0"/>
              </a:rPr>
              <a:t>venv</a:t>
            </a:r>
            <a:r>
              <a:rPr lang="en-US" sz="2400" dirty="0">
                <a:latin typeface="Cascadia Code" panose="020B0609020000020004" pitchFamily="49" charset="0"/>
                <a:ea typeface="Cascadia Code" panose="020B0609020000020004" pitchFamily="49" charset="0"/>
                <a:cs typeface="Cascadia Code" panose="020B0609020000020004" pitchFamily="49" charset="0"/>
              </a:rPr>
              <a:t> </a:t>
            </a:r>
            <a:r>
              <a:rPr lang="en-US" sz="2400" dirty="0" err="1">
                <a:latin typeface="Cascadia Code" panose="020B0609020000020004" pitchFamily="49" charset="0"/>
                <a:ea typeface="Cascadia Code" panose="020B0609020000020004" pitchFamily="49" charset="0"/>
                <a:cs typeface="Cascadia Code" panose="020B0609020000020004" pitchFamily="49" charset="0"/>
              </a:rPr>
              <a:t>venv</a:t>
            </a:r>
            <a:endParaRPr lang="en-US" sz="2400" dirty="0">
              <a:latin typeface="Cascadia Code" panose="020B0609020000020004" pitchFamily="49" charset="0"/>
              <a:ea typeface="Cascadia Code" panose="020B0609020000020004" pitchFamily="49" charset="0"/>
              <a:cs typeface="Cascadia Code" panose="020B0609020000020004" pitchFamily="49" charset="0"/>
            </a:endParaRPr>
          </a:p>
          <a:p>
            <a:pPr marL="0" indent="0">
              <a:lnSpc>
                <a:spcPct val="120000"/>
              </a:lnSpc>
              <a:buNone/>
            </a:pPr>
            <a:r>
              <a:rPr lang="en-US" sz="2400" dirty="0">
                <a:latin typeface="Cascadia Code" panose="020B0609020000020004" pitchFamily="49" charset="0"/>
                <a:ea typeface="Cascadia Code" panose="020B0609020000020004" pitchFamily="49" charset="0"/>
                <a:cs typeface="Cascadia Code" panose="020B0609020000020004" pitchFamily="49" charset="0"/>
              </a:rPr>
              <a:t>source </a:t>
            </a:r>
            <a:r>
              <a:rPr lang="en-US" sz="2400" dirty="0" err="1">
                <a:latin typeface="Cascadia Code" panose="020B0609020000020004" pitchFamily="49" charset="0"/>
                <a:ea typeface="Cascadia Code" panose="020B0609020000020004" pitchFamily="49" charset="0"/>
                <a:cs typeface="Cascadia Code" panose="020B0609020000020004" pitchFamily="49" charset="0"/>
              </a:rPr>
              <a:t>venv</a:t>
            </a:r>
            <a:r>
              <a:rPr lang="en-US" sz="2400" dirty="0">
                <a:latin typeface="Cascadia Code" panose="020B0609020000020004" pitchFamily="49" charset="0"/>
                <a:ea typeface="Cascadia Code" panose="020B0609020000020004" pitchFamily="49" charset="0"/>
                <a:cs typeface="Cascadia Code" panose="020B0609020000020004" pitchFamily="49" charset="0"/>
              </a:rPr>
              <a:t>/bin/activate</a:t>
            </a:r>
          </a:p>
          <a:p>
            <a:pPr>
              <a:lnSpc>
                <a:spcPct val="120000"/>
              </a:lnSpc>
              <a:buFont typeface="Wingdings" panose="05000000000000000000" pitchFamily="2" charset="2"/>
              <a:buChar char="§"/>
            </a:pPr>
            <a:r>
              <a:rPr lang="en-US" sz="3000" dirty="0"/>
              <a:t>Install the project dependencies:</a:t>
            </a:r>
          </a:p>
          <a:p>
            <a:pPr marL="0" indent="0">
              <a:lnSpc>
                <a:spcPct val="120000"/>
              </a:lnSpc>
              <a:buNone/>
            </a:pPr>
            <a:r>
              <a:rPr lang="en-US" sz="2400" dirty="0">
                <a:latin typeface="Cascadia Code" panose="020B0609020000020004" pitchFamily="49" charset="0"/>
                <a:ea typeface="Cascadia Code" panose="020B0609020000020004" pitchFamily="49" charset="0"/>
                <a:cs typeface="Cascadia Code" panose="020B0609020000020004" pitchFamily="49" charset="0"/>
              </a:rPr>
              <a:t>pip3 install -r requirements.txt</a:t>
            </a:r>
          </a:p>
          <a:p>
            <a:pPr>
              <a:lnSpc>
                <a:spcPct val="120000"/>
              </a:lnSpc>
              <a:buFont typeface="Wingdings" panose="05000000000000000000" pitchFamily="2" charset="2"/>
              <a:buChar char="§"/>
            </a:pPr>
            <a:r>
              <a:rPr lang="en-US" sz="3000" dirty="0"/>
              <a:t>Sometimes, one or more packages fail to install. Try to troubleshoot or install the dependencies one by one:</a:t>
            </a:r>
          </a:p>
          <a:p>
            <a:pPr marL="0" indent="0">
              <a:lnSpc>
                <a:spcPct val="120000"/>
              </a:lnSpc>
              <a:buNone/>
            </a:pPr>
            <a:r>
              <a:rPr lang="en-US" sz="2400" dirty="0">
                <a:latin typeface="Cascadia Code" panose="020B0609020000020004" pitchFamily="49" charset="0"/>
                <a:ea typeface="Cascadia Code" panose="020B0609020000020004" pitchFamily="49" charset="0"/>
                <a:cs typeface="Cascadia Code" panose="020B0609020000020004" pitchFamily="49" charset="0"/>
              </a:rPr>
              <a:t>pip3 install </a:t>
            </a:r>
            <a:r>
              <a:rPr lang="en-US" sz="2400" dirty="0" err="1">
                <a:latin typeface="Cascadia Code" panose="020B0609020000020004" pitchFamily="49" charset="0"/>
                <a:ea typeface="Cascadia Code" panose="020B0609020000020004" pitchFamily="49" charset="0"/>
                <a:cs typeface="Cascadia Code" panose="020B0609020000020004" pitchFamily="49" charset="0"/>
              </a:rPr>
              <a:t>django</a:t>
            </a:r>
            <a:r>
              <a:rPr lang="en-US" sz="2400" dirty="0">
                <a:latin typeface="Cascadia Code" panose="020B0609020000020004" pitchFamily="49" charset="0"/>
                <a:ea typeface="Cascadia Code" panose="020B0609020000020004" pitchFamily="49" charset="0"/>
                <a:cs typeface="Cascadia Code" panose="020B0609020000020004" pitchFamily="49" charset="0"/>
              </a:rPr>
              <a:t> Pillow</a:t>
            </a:r>
            <a:endParaRPr lang="en-US" sz="3000" dirty="0">
              <a:latin typeface="Cascadia Code" panose="020B0609020000020004" pitchFamily="49" charset="0"/>
              <a:ea typeface="Cascadia Code" panose="020B0609020000020004" pitchFamily="49" charset="0"/>
              <a:cs typeface="Cascadia Code" panose="020B0609020000020004" pitchFamily="49" charset="0"/>
            </a:endParaRPr>
          </a:p>
        </p:txBody>
      </p:sp>
    </p:spTree>
    <p:extLst>
      <p:ext uri="{BB962C8B-B14F-4D97-AF65-F5344CB8AC3E}">
        <p14:creationId xmlns:p14="http://schemas.microsoft.com/office/powerpoint/2010/main" val="470220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Deployment on AWS </a:t>
            </a:r>
            <a:r>
              <a:rPr lang="en-US" sz="3200" dirty="0" err="1">
                <a:solidFill>
                  <a:srgbClr val="FFFFFF"/>
                </a:solidFill>
                <a:latin typeface="Arial"/>
                <a:cs typeface="Arial"/>
              </a:rPr>
              <a:t>Lightsail</a:t>
            </a:r>
            <a:endParaRPr lang="en-US" sz="3200" dirty="0">
              <a:solidFill>
                <a:srgbClr val="FFFFFF"/>
              </a:solidFill>
              <a:latin typeface="Arial"/>
              <a:cs typeface="Arial"/>
            </a:endParaRP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numCol="1">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000" dirty="0"/>
              <a:t>The default </a:t>
            </a:r>
            <a:r>
              <a:rPr lang="en-US" sz="3000" dirty="0" err="1"/>
              <a:t>SQLiteDB</a:t>
            </a:r>
            <a:r>
              <a:rPr lang="en-US" sz="3000" dirty="0"/>
              <a:t> is suitable only for development and testing, for production, we will be using MySQL Server</a:t>
            </a:r>
          </a:p>
          <a:p>
            <a:pPr marL="0" indent="0">
              <a:lnSpc>
                <a:spcPct val="120000"/>
              </a:lnSpc>
              <a:buNone/>
            </a:pPr>
            <a:r>
              <a:rPr lang="en-US" sz="2400" dirty="0" err="1">
                <a:latin typeface="Cascadia Code" panose="020B0609020000020004" pitchFamily="49" charset="0"/>
                <a:ea typeface="Cascadia Code" panose="020B0609020000020004" pitchFamily="49" charset="0"/>
                <a:cs typeface="Cascadia Code" panose="020B0609020000020004" pitchFamily="49" charset="0"/>
              </a:rPr>
              <a:t>sudo</a:t>
            </a:r>
            <a:r>
              <a:rPr lang="en-US" sz="2400" dirty="0">
                <a:latin typeface="Cascadia Code" panose="020B0609020000020004" pitchFamily="49" charset="0"/>
                <a:ea typeface="Cascadia Code" panose="020B0609020000020004" pitchFamily="49" charset="0"/>
                <a:cs typeface="Cascadia Code" panose="020B0609020000020004" pitchFamily="49" charset="0"/>
              </a:rPr>
              <a:t> apt install </a:t>
            </a:r>
            <a:r>
              <a:rPr lang="en-US" sz="2400" dirty="0" err="1">
                <a:latin typeface="Cascadia Code" panose="020B0609020000020004" pitchFamily="49" charset="0"/>
                <a:ea typeface="Cascadia Code" panose="020B0609020000020004" pitchFamily="49" charset="0"/>
                <a:cs typeface="Cascadia Code" panose="020B0609020000020004" pitchFamily="49" charset="0"/>
              </a:rPr>
              <a:t>mysql</a:t>
            </a:r>
            <a:r>
              <a:rPr lang="en-US" sz="2400" dirty="0">
                <a:latin typeface="Cascadia Code" panose="020B0609020000020004" pitchFamily="49" charset="0"/>
                <a:ea typeface="Cascadia Code" panose="020B0609020000020004" pitchFamily="49" charset="0"/>
                <a:cs typeface="Cascadia Code" panose="020B0609020000020004" pitchFamily="49" charset="0"/>
              </a:rPr>
              <a:t>-server </a:t>
            </a:r>
            <a:r>
              <a:rPr lang="en-US" sz="2400" dirty="0" err="1">
                <a:latin typeface="Cascadia Code" panose="020B0609020000020004" pitchFamily="49" charset="0"/>
                <a:ea typeface="Cascadia Code" panose="020B0609020000020004" pitchFamily="49" charset="0"/>
                <a:cs typeface="Cascadia Code" panose="020B0609020000020004" pitchFamily="49" charset="0"/>
              </a:rPr>
              <a:t>libmysqlclient</a:t>
            </a:r>
            <a:r>
              <a:rPr lang="en-US" sz="2400" dirty="0">
                <a:latin typeface="Cascadia Code" panose="020B0609020000020004" pitchFamily="49" charset="0"/>
                <a:ea typeface="Cascadia Code" panose="020B0609020000020004" pitchFamily="49" charset="0"/>
                <a:cs typeface="Cascadia Code" panose="020B0609020000020004" pitchFamily="49" charset="0"/>
              </a:rPr>
              <a:t>-dev python3-mysqldb</a:t>
            </a:r>
          </a:p>
          <a:p>
            <a:pPr>
              <a:lnSpc>
                <a:spcPct val="120000"/>
              </a:lnSpc>
              <a:buFont typeface="Wingdings" panose="05000000000000000000" pitchFamily="2" charset="2"/>
              <a:buChar char="§"/>
            </a:pPr>
            <a:r>
              <a:rPr lang="en-US" sz="3000" dirty="0"/>
              <a:t>Configure MySQL instance, set the root user password and create empty DB:</a:t>
            </a:r>
          </a:p>
          <a:p>
            <a:pPr marL="0" indent="0">
              <a:lnSpc>
                <a:spcPct val="120000"/>
              </a:lnSpc>
              <a:buNone/>
            </a:pPr>
            <a:r>
              <a:rPr lang="en-US" sz="3000" dirty="0" err="1"/>
              <a:t>sudo</a:t>
            </a:r>
            <a:r>
              <a:rPr lang="en-US" sz="3000" dirty="0"/>
              <a:t> </a:t>
            </a:r>
            <a:r>
              <a:rPr lang="en-US" sz="3000" dirty="0" err="1"/>
              <a:t>mysql</a:t>
            </a:r>
            <a:br>
              <a:rPr lang="en-US" sz="3000" dirty="0"/>
            </a:br>
            <a:r>
              <a:rPr lang="en-US" sz="3000" dirty="0" err="1"/>
              <a:t>mysql</a:t>
            </a:r>
            <a:r>
              <a:rPr lang="en-US" sz="3000" dirty="0"/>
              <a:t>&gt;ALTER USER '</a:t>
            </a:r>
            <a:r>
              <a:rPr lang="en-US" sz="3000" dirty="0" err="1"/>
              <a:t>root'@'localhost</a:t>
            </a:r>
            <a:r>
              <a:rPr lang="en-US" sz="3000" dirty="0"/>
              <a:t>' IDENTIFIED WITH </a:t>
            </a:r>
            <a:r>
              <a:rPr lang="en-US" sz="3000" dirty="0" err="1"/>
              <a:t>mysql_native_password</a:t>
            </a:r>
            <a:r>
              <a:rPr lang="en-US" sz="3000" dirty="0"/>
              <a:t> BY ‘</a:t>
            </a:r>
            <a:r>
              <a:rPr lang="en-US" sz="3000" dirty="0" err="1"/>
              <a:t>MyPassword</a:t>
            </a:r>
            <a:r>
              <a:rPr lang="en-US" sz="3000" dirty="0"/>
              <a:t>’;</a:t>
            </a:r>
          </a:p>
          <a:p>
            <a:pPr marL="0" indent="0">
              <a:lnSpc>
                <a:spcPct val="120000"/>
              </a:lnSpc>
              <a:buNone/>
            </a:pPr>
            <a:r>
              <a:rPr lang="en-US" sz="3000" dirty="0"/>
              <a:t>create database </a:t>
            </a:r>
            <a:r>
              <a:rPr lang="en-US" sz="3000" dirty="0" err="1"/>
              <a:t>baham</a:t>
            </a:r>
            <a:r>
              <a:rPr lang="en-US" sz="3000" dirty="0"/>
              <a:t>;</a:t>
            </a:r>
          </a:p>
          <a:p>
            <a:pPr>
              <a:lnSpc>
                <a:spcPct val="120000"/>
              </a:lnSpc>
              <a:buFont typeface="Wingdings" panose="05000000000000000000" pitchFamily="2" charset="2"/>
              <a:buChar char="§"/>
            </a:pPr>
            <a:r>
              <a:rPr lang="en-US" sz="3000" dirty="0"/>
              <a:t>We will now make all changes required to be made for the production settings.</a:t>
            </a:r>
          </a:p>
          <a:p>
            <a:pPr>
              <a:lnSpc>
                <a:spcPct val="120000"/>
              </a:lnSpc>
              <a:buFont typeface="Wingdings" panose="05000000000000000000" pitchFamily="2" charset="2"/>
              <a:buChar char="§"/>
            </a:pPr>
            <a:r>
              <a:rPr lang="en-US" sz="3000" dirty="0"/>
              <a:t>Run the following to check if the settings are ready for production:</a:t>
            </a:r>
          </a:p>
          <a:p>
            <a:pPr marL="0" indent="0">
              <a:lnSpc>
                <a:spcPct val="120000"/>
              </a:lnSpc>
              <a:buNone/>
            </a:pPr>
            <a:r>
              <a:rPr lang="en-US" sz="3000" dirty="0"/>
              <a:t>python3 manage.py check --deploy --settings=</a:t>
            </a:r>
            <a:r>
              <a:rPr lang="en-US" sz="3000" dirty="0" err="1"/>
              <a:t>dareecha.settings</a:t>
            </a:r>
            <a:endParaRPr lang="en-US" sz="3000" dirty="0"/>
          </a:p>
        </p:txBody>
      </p:sp>
    </p:spTree>
    <p:extLst>
      <p:ext uri="{BB962C8B-B14F-4D97-AF65-F5344CB8AC3E}">
        <p14:creationId xmlns:p14="http://schemas.microsoft.com/office/powerpoint/2010/main" val="2308561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Production Settings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839536" cy="4887878"/>
          </a:xfrm>
          <a:prstGeom prst="rect">
            <a:avLst/>
          </a:prstGeom>
        </p:spPr>
        <p:txBody>
          <a:bodyPr numCol="1">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000" dirty="0"/>
              <a:t>Some of the warnings you’ll see can be fixed quite simply:</a:t>
            </a:r>
          </a:p>
          <a:p>
            <a:pPr>
              <a:lnSpc>
                <a:spcPct val="120000"/>
              </a:lnSpc>
              <a:buFont typeface="Wingdings" panose="05000000000000000000" pitchFamily="2" charset="2"/>
              <a:buChar char="§"/>
            </a:pPr>
            <a:r>
              <a:rPr lang="en-US" sz="3000" dirty="0"/>
              <a:t>Open the settings.py file via nano editor:</a:t>
            </a:r>
          </a:p>
          <a:p>
            <a:pPr marL="0" indent="0">
              <a:lnSpc>
                <a:spcPct val="120000"/>
              </a:lnSpc>
              <a:buNone/>
            </a:pPr>
            <a:r>
              <a:rPr lang="en-US" sz="3000" dirty="0" err="1"/>
              <a:t>sudo</a:t>
            </a:r>
            <a:r>
              <a:rPr lang="en-US" sz="3000" dirty="0"/>
              <a:t> nano dareecha/settings.py</a:t>
            </a:r>
          </a:p>
          <a:p>
            <a:pPr>
              <a:lnSpc>
                <a:spcPct val="120000"/>
              </a:lnSpc>
              <a:buFont typeface="Wingdings" panose="05000000000000000000" pitchFamily="2" charset="2"/>
              <a:buChar char="§"/>
            </a:pPr>
            <a:r>
              <a:rPr lang="en-US" sz="3000" dirty="0"/>
              <a:t>Make all the required changes in this file, including those to fix the warnings.</a:t>
            </a:r>
          </a:p>
        </p:txBody>
      </p:sp>
    </p:spTree>
    <p:extLst>
      <p:ext uri="{BB962C8B-B14F-4D97-AF65-F5344CB8AC3E}">
        <p14:creationId xmlns:p14="http://schemas.microsoft.com/office/powerpoint/2010/main" val="1911734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Production Settings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839536" cy="4887878"/>
          </a:xfrm>
          <a:prstGeom prst="rect">
            <a:avLst/>
          </a:prstGeom>
        </p:spPr>
        <p:txBody>
          <a:bodyPr numCol="1">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000" dirty="0"/>
              <a:t>Set DEBUG=False</a:t>
            </a:r>
          </a:p>
          <a:p>
            <a:pPr>
              <a:lnSpc>
                <a:spcPct val="120000"/>
              </a:lnSpc>
              <a:buFont typeface="Wingdings" panose="05000000000000000000" pitchFamily="2" charset="2"/>
              <a:buChar char="§"/>
            </a:pPr>
            <a:r>
              <a:rPr lang="en-US" sz="3000" dirty="0"/>
              <a:t>Set ALLOWED_HOSTS to ‘*’ (or provide IP address range)</a:t>
            </a:r>
          </a:p>
          <a:p>
            <a:pPr>
              <a:lnSpc>
                <a:spcPct val="120000"/>
              </a:lnSpc>
              <a:buFont typeface="Wingdings" panose="05000000000000000000" pitchFamily="2" charset="2"/>
              <a:buChar char="§"/>
            </a:pPr>
            <a:r>
              <a:rPr lang="en-US" sz="3000" dirty="0"/>
              <a:t>SECRET_KEY must be regenerated. The same key which is on your </a:t>
            </a:r>
            <a:r>
              <a:rPr lang="en-US" sz="3000" dirty="0" err="1"/>
              <a:t>Github</a:t>
            </a:r>
            <a:r>
              <a:rPr lang="en-US" sz="3000" dirty="0"/>
              <a:t> account or developers’ computer must never be used. Tip! Use https://randomkeygen.com</a:t>
            </a:r>
          </a:p>
          <a:p>
            <a:pPr>
              <a:lnSpc>
                <a:spcPct val="120000"/>
              </a:lnSpc>
              <a:buFont typeface="Wingdings" panose="05000000000000000000" pitchFamily="2" charset="2"/>
              <a:buChar char="§"/>
            </a:pPr>
            <a:r>
              <a:rPr lang="en-US" sz="3000" dirty="0"/>
              <a:t>The default database in DATABASES should be configured to the production DBMS.</a:t>
            </a:r>
          </a:p>
          <a:p>
            <a:pPr>
              <a:lnSpc>
                <a:spcPct val="120000"/>
              </a:lnSpc>
              <a:buFont typeface="Wingdings" panose="05000000000000000000" pitchFamily="2" charset="2"/>
              <a:buChar char="§"/>
            </a:pPr>
            <a:r>
              <a:rPr lang="en-US" sz="3000" dirty="0"/>
              <a:t>TIME_ZONE must match with the Server’s time zone.</a:t>
            </a:r>
          </a:p>
          <a:p>
            <a:pPr>
              <a:lnSpc>
                <a:spcPct val="120000"/>
              </a:lnSpc>
              <a:buFont typeface="Wingdings" panose="05000000000000000000" pitchFamily="2" charset="2"/>
              <a:buChar char="§"/>
            </a:pPr>
            <a:r>
              <a:rPr lang="en-US" sz="3000" dirty="0"/>
              <a:t>STATIC_URL and other path settings should be according to the server’s file system.</a:t>
            </a:r>
          </a:p>
          <a:p>
            <a:pPr>
              <a:lnSpc>
                <a:spcPct val="120000"/>
              </a:lnSpc>
              <a:buFont typeface="Wingdings" panose="05000000000000000000" pitchFamily="2" charset="2"/>
              <a:buChar char="§"/>
            </a:pPr>
            <a:r>
              <a:rPr lang="en-US" sz="3000" dirty="0"/>
              <a:t>Set CSRF_COOKIE_SECURE = True</a:t>
            </a:r>
          </a:p>
          <a:p>
            <a:pPr>
              <a:lnSpc>
                <a:spcPct val="120000"/>
              </a:lnSpc>
              <a:buFont typeface="Wingdings" panose="05000000000000000000" pitchFamily="2" charset="2"/>
              <a:buChar char="§"/>
            </a:pPr>
            <a:r>
              <a:rPr lang="en-US" sz="3000" dirty="0"/>
              <a:t>Set SESSION_COOKIE_SECURE = True</a:t>
            </a:r>
          </a:p>
          <a:p>
            <a:pPr>
              <a:lnSpc>
                <a:spcPct val="120000"/>
              </a:lnSpc>
              <a:buFont typeface="Wingdings" panose="05000000000000000000" pitchFamily="2" charset="2"/>
              <a:buChar char="§"/>
            </a:pPr>
            <a:r>
              <a:rPr lang="en-US" sz="3000" dirty="0"/>
              <a:t>Set SECURE_SSL_REDIRECT = True</a:t>
            </a:r>
          </a:p>
        </p:txBody>
      </p:sp>
    </p:spTree>
    <p:extLst>
      <p:ext uri="{BB962C8B-B14F-4D97-AF65-F5344CB8AC3E}">
        <p14:creationId xmlns:p14="http://schemas.microsoft.com/office/powerpoint/2010/main" val="475937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Production Settings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839536" cy="4887878"/>
          </a:xfrm>
          <a:prstGeom prst="rect">
            <a:avLst/>
          </a:prstGeom>
        </p:spPr>
        <p:txBody>
          <a:bodyPr numCol="1">
            <a:normAutofit fontScale="70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000" dirty="0"/>
              <a:t>Change the default Database settings to MySQL Server connection:</a:t>
            </a:r>
          </a:p>
          <a:p>
            <a:pPr marL="0" indent="0">
              <a:lnSpc>
                <a:spcPct val="120000"/>
              </a:lnSpc>
              <a:buNone/>
            </a:pPr>
            <a:r>
              <a:rPr lang="en-US" sz="3000" dirty="0"/>
              <a:t>DATABASES = {</a:t>
            </a:r>
          </a:p>
          <a:p>
            <a:pPr marL="0" indent="0">
              <a:lnSpc>
                <a:spcPct val="120000"/>
              </a:lnSpc>
              <a:buNone/>
            </a:pPr>
            <a:r>
              <a:rPr lang="en-US" sz="3000" dirty="0"/>
              <a:t>	'default': {</a:t>
            </a:r>
          </a:p>
          <a:p>
            <a:pPr marL="0" indent="0">
              <a:lnSpc>
                <a:spcPct val="120000"/>
              </a:lnSpc>
              <a:buNone/>
            </a:pPr>
            <a:r>
              <a:rPr lang="en-US" sz="3000" dirty="0"/>
              <a:t>		'ENGINE': '</a:t>
            </a:r>
            <a:r>
              <a:rPr lang="en-US" sz="3000" dirty="0" err="1"/>
              <a:t>django.db.backends.mysql</a:t>
            </a:r>
            <a:r>
              <a:rPr lang="en-US" sz="3000" dirty="0"/>
              <a:t>',</a:t>
            </a:r>
          </a:p>
          <a:p>
            <a:pPr marL="0" indent="0">
              <a:lnSpc>
                <a:spcPct val="120000"/>
              </a:lnSpc>
              <a:buNone/>
            </a:pPr>
            <a:r>
              <a:rPr lang="en-US" sz="3000" dirty="0"/>
              <a:t>		'NAME': '</a:t>
            </a:r>
            <a:r>
              <a:rPr lang="en-US" sz="3000" dirty="0" err="1"/>
              <a:t>baham</a:t>
            </a:r>
            <a:r>
              <a:rPr lang="en-US" sz="3000" dirty="0"/>
              <a:t>’,</a:t>
            </a:r>
          </a:p>
          <a:p>
            <a:pPr marL="0" indent="0">
              <a:lnSpc>
                <a:spcPct val="120000"/>
              </a:lnSpc>
              <a:buNone/>
            </a:pPr>
            <a:r>
              <a:rPr lang="en-US" sz="3000" dirty="0"/>
              <a:t>		'USER': 'root’,</a:t>
            </a:r>
          </a:p>
          <a:p>
            <a:pPr marL="0" indent="0">
              <a:lnSpc>
                <a:spcPct val="120000"/>
              </a:lnSpc>
              <a:buNone/>
            </a:pPr>
            <a:r>
              <a:rPr lang="en-US" sz="3000" dirty="0"/>
              <a:t>		'PASSWORD': '</a:t>
            </a:r>
            <a:r>
              <a:rPr lang="en-US" sz="3000" dirty="0" err="1"/>
              <a:t>MyPassword</a:t>
            </a:r>
            <a:r>
              <a:rPr lang="en-US" sz="3000" dirty="0"/>
              <a:t>',</a:t>
            </a:r>
          </a:p>
          <a:p>
            <a:pPr marL="0" indent="0">
              <a:lnSpc>
                <a:spcPct val="120000"/>
              </a:lnSpc>
              <a:buNone/>
            </a:pPr>
            <a:r>
              <a:rPr lang="en-US" sz="3000" dirty="0"/>
              <a:t>		'HOST': 'localhost’,</a:t>
            </a:r>
          </a:p>
          <a:p>
            <a:pPr marL="0" indent="0">
              <a:lnSpc>
                <a:spcPct val="120000"/>
              </a:lnSpc>
              <a:buNone/>
            </a:pPr>
            <a:r>
              <a:rPr lang="en-US" sz="3000" dirty="0"/>
              <a:t>		'PORT': '3306',</a:t>
            </a:r>
          </a:p>
          <a:p>
            <a:pPr marL="0" indent="0">
              <a:lnSpc>
                <a:spcPct val="120000"/>
              </a:lnSpc>
              <a:buNone/>
            </a:pPr>
            <a:r>
              <a:rPr lang="en-US" sz="3000" dirty="0"/>
              <a:t>	}</a:t>
            </a:r>
          </a:p>
          <a:p>
            <a:pPr marL="0" indent="0">
              <a:lnSpc>
                <a:spcPct val="120000"/>
              </a:lnSpc>
              <a:buNone/>
            </a:pPr>
            <a:r>
              <a:rPr lang="en-US" sz="3000" dirty="0"/>
              <a:t>}</a:t>
            </a:r>
          </a:p>
          <a:p>
            <a:pPr>
              <a:lnSpc>
                <a:spcPct val="120000"/>
              </a:lnSpc>
              <a:buFont typeface="Wingdings" panose="05000000000000000000" pitchFamily="2" charset="2"/>
              <a:buChar char="§"/>
            </a:pPr>
            <a:endParaRPr lang="en-US" sz="3000" dirty="0"/>
          </a:p>
        </p:txBody>
      </p:sp>
    </p:spTree>
    <p:extLst>
      <p:ext uri="{BB962C8B-B14F-4D97-AF65-F5344CB8AC3E}">
        <p14:creationId xmlns:p14="http://schemas.microsoft.com/office/powerpoint/2010/main" val="1612843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Production Settings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839536" cy="4887878"/>
          </a:xfrm>
          <a:prstGeom prst="rect">
            <a:avLst/>
          </a:prstGeom>
        </p:spPr>
        <p:txBody>
          <a:bodyPr numCol="1">
            <a:normAutofit fontScale="8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000" dirty="0"/>
              <a:t>Save the file (Ctrl + O) and exit.</a:t>
            </a:r>
          </a:p>
          <a:p>
            <a:pPr>
              <a:lnSpc>
                <a:spcPct val="120000"/>
              </a:lnSpc>
              <a:buFont typeface="Wingdings" panose="05000000000000000000" pitchFamily="2" charset="2"/>
              <a:buChar char="§"/>
            </a:pPr>
            <a:r>
              <a:rPr lang="en-US" sz="3000" dirty="0"/>
              <a:t>It is important to make a copy of this file so that in future builds it does not get overridden.</a:t>
            </a:r>
          </a:p>
          <a:p>
            <a:pPr marL="0" indent="0">
              <a:lnSpc>
                <a:spcPct val="120000"/>
              </a:lnSpc>
              <a:buNone/>
            </a:pPr>
            <a:r>
              <a:rPr lang="en-US" sz="3000" dirty="0" err="1"/>
              <a:t>sudo</a:t>
            </a:r>
            <a:r>
              <a:rPr lang="en-US" sz="3000" dirty="0"/>
              <a:t> cp dareecha/settings.py /home/ubuntu/</a:t>
            </a:r>
          </a:p>
          <a:p>
            <a:pPr>
              <a:lnSpc>
                <a:spcPct val="120000"/>
              </a:lnSpc>
              <a:buFont typeface="Wingdings" panose="05000000000000000000" pitchFamily="2" charset="2"/>
              <a:buChar char="§"/>
            </a:pPr>
            <a:r>
              <a:rPr lang="en-US" sz="3000" dirty="0"/>
              <a:t>Now run migrations to create schema for the MySQL sever DB</a:t>
            </a:r>
          </a:p>
          <a:p>
            <a:pPr marL="0" indent="0">
              <a:lnSpc>
                <a:spcPct val="120000"/>
              </a:lnSpc>
              <a:buNone/>
            </a:pPr>
            <a:r>
              <a:rPr lang="en-US" sz="3000" dirty="0"/>
              <a:t>python3 manage.py migrate</a:t>
            </a:r>
          </a:p>
          <a:p>
            <a:pPr>
              <a:lnSpc>
                <a:spcPct val="120000"/>
              </a:lnSpc>
              <a:buFont typeface="Wingdings" panose="05000000000000000000" pitchFamily="2" charset="2"/>
              <a:buChar char="§"/>
            </a:pPr>
            <a:r>
              <a:rPr lang="en-US" sz="3000" dirty="0"/>
              <a:t>Since we moved to MySQL server, there might be some bugs during migrations. You can migrate to specific version or remove migrations files and run </a:t>
            </a:r>
            <a:r>
              <a:rPr lang="en-US" sz="3000" dirty="0" err="1"/>
              <a:t>makemigrations</a:t>
            </a:r>
            <a:r>
              <a:rPr lang="en-US" sz="3000" dirty="0"/>
              <a:t> again to make it work.</a:t>
            </a:r>
          </a:p>
          <a:p>
            <a:pPr>
              <a:lnSpc>
                <a:spcPct val="120000"/>
              </a:lnSpc>
              <a:buFont typeface="Wingdings" panose="05000000000000000000" pitchFamily="2" charset="2"/>
              <a:buChar char="§"/>
            </a:pPr>
            <a:r>
              <a:rPr lang="en-US" sz="3000" dirty="0"/>
              <a:t>Create superuser: python3 manage.py </a:t>
            </a:r>
            <a:r>
              <a:rPr lang="en-US" sz="3000" dirty="0" err="1"/>
              <a:t>createsuperuser</a:t>
            </a:r>
            <a:endParaRPr lang="en-US" sz="3000" dirty="0"/>
          </a:p>
        </p:txBody>
      </p:sp>
    </p:spTree>
    <p:extLst>
      <p:ext uri="{BB962C8B-B14F-4D97-AF65-F5344CB8AC3E}">
        <p14:creationId xmlns:p14="http://schemas.microsoft.com/office/powerpoint/2010/main" val="1195808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NGINX and </a:t>
            </a:r>
            <a:r>
              <a:rPr lang="en-US" sz="3200" dirty="0" err="1">
                <a:solidFill>
                  <a:srgbClr val="FFFFFF"/>
                </a:solidFill>
                <a:latin typeface="Arial"/>
                <a:cs typeface="Arial"/>
              </a:rPr>
              <a:t>Gunicorn</a:t>
            </a:r>
            <a:endParaRPr lang="en-US" sz="3200" dirty="0">
              <a:solidFill>
                <a:srgbClr val="FFFFFF"/>
              </a:solidFill>
              <a:latin typeface="Arial"/>
              <a:cs typeface="Arial"/>
            </a:endParaRP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839536" cy="2371541"/>
          </a:xfrm>
          <a:prstGeom prst="rect">
            <a:avLst/>
          </a:prstGeom>
        </p:spPr>
        <p:txBody>
          <a:bodyPr numCol="1">
            <a:normAutofit fontScale="8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000" dirty="0"/>
              <a:t>You are now ready to run on NGINX Server with </a:t>
            </a:r>
            <a:r>
              <a:rPr lang="en-US" sz="3000" dirty="0" err="1"/>
              <a:t>Gunicorn</a:t>
            </a:r>
            <a:r>
              <a:rPr lang="en-US" sz="3000" dirty="0"/>
              <a:t>.</a:t>
            </a:r>
          </a:p>
          <a:p>
            <a:pPr>
              <a:lnSpc>
                <a:spcPct val="120000"/>
              </a:lnSpc>
              <a:buFont typeface="Wingdings" panose="05000000000000000000" pitchFamily="2" charset="2"/>
              <a:buChar char="§"/>
            </a:pPr>
            <a:r>
              <a:rPr lang="en-US" sz="3000" dirty="0"/>
              <a:t>NGINX is a Proxy Server, which serves like a waiter in a restaurant.</a:t>
            </a:r>
          </a:p>
          <a:p>
            <a:pPr>
              <a:lnSpc>
                <a:spcPct val="120000"/>
              </a:lnSpc>
              <a:buFont typeface="Wingdings" panose="05000000000000000000" pitchFamily="2" charset="2"/>
              <a:buChar char="§"/>
            </a:pPr>
            <a:r>
              <a:rPr lang="en-US" sz="3000" dirty="0" err="1"/>
              <a:t>Gunicorn</a:t>
            </a:r>
            <a:r>
              <a:rPr lang="en-US" sz="3000" dirty="0"/>
              <a:t> is a python WSGI server, just like </a:t>
            </a:r>
            <a:r>
              <a:rPr lang="en-US" sz="3000" dirty="0" err="1"/>
              <a:t>runserver</a:t>
            </a:r>
            <a:r>
              <a:rPr lang="en-US" sz="3000" dirty="0"/>
              <a:t>. It processes the HTTP requests and returns response, like the Chef in a restaurant. This way, the HTTP client has no information of what’s running behind the scenes.</a:t>
            </a:r>
          </a:p>
        </p:txBody>
      </p:sp>
      <p:pic>
        <p:nvPicPr>
          <p:cNvPr id="1026" name="Picture 2" descr="Villoro - nginx gunicorn">
            <a:extLst>
              <a:ext uri="{FF2B5EF4-FFF2-40B4-BE49-F238E27FC236}">
                <a16:creationId xmlns:a16="http://schemas.microsoft.com/office/drawing/2014/main" id="{56C7A1FB-815C-424B-909D-602C0F4553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5995" y="3904128"/>
            <a:ext cx="9560560" cy="26490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7265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Run on Startup</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839536" cy="4887878"/>
          </a:xfrm>
          <a:prstGeom prst="rect">
            <a:avLst/>
          </a:prstGeom>
        </p:spPr>
        <p:txBody>
          <a:bodyPr numCol="1">
            <a:normAutofit fontScale="925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000" dirty="0"/>
              <a:t>Finally, run the server with </a:t>
            </a:r>
            <a:r>
              <a:rPr lang="en-US" sz="3000" dirty="0" err="1"/>
              <a:t>Gunicorn</a:t>
            </a:r>
            <a:r>
              <a:rPr lang="en-US" sz="3000" dirty="0"/>
              <a:t> from /opt/</a:t>
            </a:r>
            <a:r>
              <a:rPr lang="en-US" sz="3000" dirty="0" err="1"/>
              <a:t>baham</a:t>
            </a:r>
            <a:r>
              <a:rPr lang="en-US" sz="3000" dirty="0"/>
              <a:t>-web:</a:t>
            </a:r>
          </a:p>
          <a:p>
            <a:pPr marL="0" indent="0">
              <a:lnSpc>
                <a:spcPct val="120000"/>
              </a:lnSpc>
              <a:buNone/>
            </a:pPr>
            <a:r>
              <a:rPr lang="en-US" sz="2600" dirty="0" err="1">
                <a:latin typeface="Cascadia Code" panose="020B0609020000020004" pitchFamily="49" charset="0"/>
                <a:ea typeface="Cascadia Code" panose="020B0609020000020004" pitchFamily="49" charset="0"/>
                <a:cs typeface="Cascadia Code" panose="020B0609020000020004" pitchFamily="49" charset="0"/>
              </a:rPr>
              <a:t>gunicorn</a:t>
            </a:r>
            <a:r>
              <a:rPr lang="en-US" sz="2600" dirty="0">
                <a:latin typeface="Cascadia Code" panose="020B0609020000020004" pitchFamily="49" charset="0"/>
                <a:ea typeface="Cascadia Code" panose="020B0609020000020004" pitchFamily="49" charset="0"/>
                <a:cs typeface="Cascadia Code" panose="020B0609020000020004" pitchFamily="49" charset="0"/>
              </a:rPr>
              <a:t> --bind 0.0.0.0:8000 </a:t>
            </a:r>
            <a:r>
              <a:rPr lang="en-US" sz="2600" dirty="0" err="1">
                <a:latin typeface="Cascadia Code" panose="020B0609020000020004" pitchFamily="49" charset="0"/>
                <a:ea typeface="Cascadia Code" panose="020B0609020000020004" pitchFamily="49" charset="0"/>
                <a:cs typeface="Cascadia Code" panose="020B0609020000020004" pitchFamily="49" charset="0"/>
              </a:rPr>
              <a:t>dareecha.wsgi</a:t>
            </a:r>
            <a:endParaRPr lang="en-US" sz="2600" dirty="0">
              <a:latin typeface="Cascadia Code" panose="020B0609020000020004" pitchFamily="49" charset="0"/>
              <a:ea typeface="Cascadia Code" panose="020B0609020000020004" pitchFamily="49" charset="0"/>
              <a:cs typeface="Cascadia Code" panose="020B0609020000020004" pitchFamily="49" charset="0"/>
            </a:endParaRPr>
          </a:p>
          <a:p>
            <a:pPr>
              <a:lnSpc>
                <a:spcPct val="120000"/>
              </a:lnSpc>
              <a:buFont typeface="Wingdings" panose="05000000000000000000" pitchFamily="2" charset="2"/>
              <a:buChar char="§"/>
            </a:pPr>
            <a:r>
              <a:rPr lang="en-US" sz="3000" dirty="0"/>
              <a:t>In the browser, you should now be able to see the app on your designated IP address. However, this command will only run until your SSH session is alive. If the connection breaks, or the server reboots, the web app will no longer be active.</a:t>
            </a:r>
          </a:p>
          <a:p>
            <a:pPr>
              <a:lnSpc>
                <a:spcPct val="120000"/>
              </a:lnSpc>
              <a:buFont typeface="Wingdings" panose="05000000000000000000" pitchFamily="2" charset="2"/>
              <a:buChar char="§"/>
            </a:pPr>
            <a:r>
              <a:rPr lang="en-US" sz="3000" dirty="0"/>
              <a:t>To make your deployment persistent, you’ll need to modify </a:t>
            </a:r>
            <a:r>
              <a:rPr lang="en-US" sz="3000" dirty="0" err="1"/>
              <a:t>Gunicorn’s</a:t>
            </a:r>
            <a:r>
              <a:rPr lang="en-US" sz="3000" dirty="0"/>
              <a:t> socket configuration. Create a new file with nano to edit:</a:t>
            </a:r>
          </a:p>
          <a:p>
            <a:pPr marL="0" indent="0">
              <a:lnSpc>
                <a:spcPct val="120000"/>
              </a:lnSpc>
              <a:buNone/>
            </a:pPr>
            <a:r>
              <a:rPr lang="en-US" sz="2600" dirty="0" err="1">
                <a:latin typeface="Cascadia Code" panose="020B0609020000020004" pitchFamily="49" charset="0"/>
                <a:ea typeface="Cascadia Code" panose="020B0609020000020004" pitchFamily="49" charset="0"/>
                <a:cs typeface="Cascadia Code" panose="020B0609020000020004" pitchFamily="49" charset="0"/>
              </a:rPr>
              <a:t>sudo</a:t>
            </a:r>
            <a:r>
              <a:rPr lang="en-US" sz="2600" dirty="0">
                <a:latin typeface="Cascadia Code" panose="020B0609020000020004" pitchFamily="49" charset="0"/>
                <a:ea typeface="Cascadia Code" panose="020B0609020000020004" pitchFamily="49" charset="0"/>
                <a:cs typeface="Cascadia Code" panose="020B0609020000020004" pitchFamily="49" charset="0"/>
              </a:rPr>
              <a:t> nano /</a:t>
            </a:r>
            <a:r>
              <a:rPr lang="en-US" sz="2600" dirty="0" err="1">
                <a:latin typeface="Cascadia Code" panose="020B0609020000020004" pitchFamily="49" charset="0"/>
                <a:ea typeface="Cascadia Code" panose="020B0609020000020004" pitchFamily="49" charset="0"/>
                <a:cs typeface="Cascadia Code" panose="020B0609020000020004" pitchFamily="49" charset="0"/>
              </a:rPr>
              <a:t>etc</a:t>
            </a:r>
            <a:r>
              <a:rPr lang="en-US" sz="2600" dirty="0">
                <a:latin typeface="Cascadia Code" panose="020B0609020000020004" pitchFamily="49" charset="0"/>
                <a:ea typeface="Cascadia Code" panose="020B0609020000020004" pitchFamily="49" charset="0"/>
                <a:cs typeface="Cascadia Code" panose="020B0609020000020004" pitchFamily="49" charset="0"/>
              </a:rPr>
              <a:t>/</a:t>
            </a:r>
            <a:r>
              <a:rPr lang="en-US" sz="2600" dirty="0" err="1">
                <a:latin typeface="Cascadia Code" panose="020B0609020000020004" pitchFamily="49" charset="0"/>
                <a:ea typeface="Cascadia Code" panose="020B0609020000020004" pitchFamily="49" charset="0"/>
                <a:cs typeface="Cascadia Code" panose="020B0609020000020004" pitchFamily="49" charset="0"/>
              </a:rPr>
              <a:t>systemd</a:t>
            </a:r>
            <a:r>
              <a:rPr lang="en-US" sz="2600" dirty="0">
                <a:latin typeface="Cascadia Code" panose="020B0609020000020004" pitchFamily="49" charset="0"/>
                <a:ea typeface="Cascadia Code" panose="020B0609020000020004" pitchFamily="49" charset="0"/>
                <a:cs typeface="Cascadia Code" panose="020B0609020000020004" pitchFamily="49" charset="0"/>
              </a:rPr>
              <a:t>/system/</a:t>
            </a:r>
            <a:r>
              <a:rPr lang="en-US" sz="2600" dirty="0" err="1">
                <a:latin typeface="Cascadia Code" panose="020B0609020000020004" pitchFamily="49" charset="0"/>
                <a:ea typeface="Cascadia Code" panose="020B0609020000020004" pitchFamily="49" charset="0"/>
                <a:cs typeface="Cascadia Code" panose="020B0609020000020004" pitchFamily="49" charset="0"/>
              </a:rPr>
              <a:t>gunicorn.socket</a:t>
            </a:r>
            <a:endParaRPr lang="en-US" sz="2600" dirty="0">
              <a:latin typeface="Cascadia Code" panose="020B0609020000020004" pitchFamily="49" charset="0"/>
              <a:ea typeface="Cascadia Code" panose="020B0609020000020004" pitchFamily="49" charset="0"/>
              <a:cs typeface="Cascadia Code" panose="020B0609020000020004" pitchFamily="49" charset="0"/>
            </a:endParaRPr>
          </a:p>
        </p:txBody>
      </p:sp>
    </p:spTree>
    <p:extLst>
      <p:ext uri="{BB962C8B-B14F-4D97-AF65-F5344CB8AC3E}">
        <p14:creationId xmlns:p14="http://schemas.microsoft.com/office/powerpoint/2010/main" val="945321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Run on Startup</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839536" cy="4887878"/>
          </a:xfrm>
          <a:prstGeom prst="rect">
            <a:avLst/>
          </a:prstGeom>
        </p:spPr>
        <p:txBody>
          <a:bodyPr numCol="1">
            <a:normAutofit fontScale="925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r>
              <a:rPr lang="en-US" sz="3000" dirty="0"/>
              <a:t>[Unit]</a:t>
            </a:r>
          </a:p>
          <a:p>
            <a:pPr marL="0" indent="0">
              <a:lnSpc>
                <a:spcPct val="120000"/>
              </a:lnSpc>
              <a:buNone/>
            </a:pPr>
            <a:r>
              <a:rPr lang="en-US" sz="3000" dirty="0"/>
              <a:t>Description=</a:t>
            </a:r>
            <a:r>
              <a:rPr lang="en-US" sz="3000" dirty="0" err="1"/>
              <a:t>gunicorn</a:t>
            </a:r>
            <a:r>
              <a:rPr lang="en-US" sz="3000" dirty="0"/>
              <a:t> socket</a:t>
            </a:r>
          </a:p>
          <a:p>
            <a:pPr marL="0" indent="0">
              <a:lnSpc>
                <a:spcPct val="120000"/>
              </a:lnSpc>
              <a:buNone/>
            </a:pPr>
            <a:endParaRPr lang="en-US" sz="3000" dirty="0"/>
          </a:p>
          <a:p>
            <a:pPr marL="0" indent="0">
              <a:lnSpc>
                <a:spcPct val="120000"/>
              </a:lnSpc>
              <a:buNone/>
            </a:pPr>
            <a:r>
              <a:rPr lang="en-US" sz="3000" dirty="0"/>
              <a:t>[Socket]</a:t>
            </a:r>
          </a:p>
          <a:p>
            <a:pPr marL="0" indent="0">
              <a:lnSpc>
                <a:spcPct val="120000"/>
              </a:lnSpc>
              <a:buNone/>
            </a:pPr>
            <a:r>
              <a:rPr lang="en-US" sz="3000" dirty="0" err="1"/>
              <a:t>ListenStream</a:t>
            </a:r>
            <a:r>
              <a:rPr lang="en-US" sz="3000" dirty="0"/>
              <a:t>=/run/</a:t>
            </a:r>
            <a:r>
              <a:rPr lang="en-US" sz="3000" dirty="0" err="1"/>
              <a:t>gunicorn.sock</a:t>
            </a:r>
            <a:endParaRPr lang="en-US" sz="3000" dirty="0"/>
          </a:p>
          <a:p>
            <a:pPr marL="0" indent="0">
              <a:lnSpc>
                <a:spcPct val="120000"/>
              </a:lnSpc>
              <a:buNone/>
            </a:pPr>
            <a:endParaRPr lang="en-US" sz="3000" dirty="0"/>
          </a:p>
          <a:p>
            <a:pPr marL="0" indent="0">
              <a:lnSpc>
                <a:spcPct val="120000"/>
              </a:lnSpc>
              <a:buNone/>
            </a:pPr>
            <a:r>
              <a:rPr lang="en-US" sz="3000" dirty="0"/>
              <a:t>[Install]</a:t>
            </a:r>
          </a:p>
          <a:p>
            <a:pPr marL="0" indent="0">
              <a:lnSpc>
                <a:spcPct val="120000"/>
              </a:lnSpc>
              <a:buNone/>
            </a:pPr>
            <a:r>
              <a:rPr lang="en-US" sz="3000" dirty="0" err="1"/>
              <a:t>WantedBy</a:t>
            </a:r>
            <a:r>
              <a:rPr lang="en-US" sz="3000" dirty="0"/>
              <a:t>=</a:t>
            </a:r>
            <a:r>
              <a:rPr lang="en-US" sz="3000" dirty="0" err="1"/>
              <a:t>sockets.target</a:t>
            </a:r>
            <a:endParaRPr lang="en-US" sz="3000" dirty="0"/>
          </a:p>
        </p:txBody>
      </p:sp>
    </p:spTree>
    <p:extLst>
      <p:ext uri="{BB962C8B-B14F-4D97-AF65-F5344CB8AC3E}">
        <p14:creationId xmlns:p14="http://schemas.microsoft.com/office/powerpoint/2010/main" val="1915231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Run on Startup</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839536" cy="4887878"/>
          </a:xfrm>
          <a:prstGeom prst="rect">
            <a:avLst/>
          </a:prstGeom>
        </p:spPr>
        <p:txBody>
          <a:bodyPr numCol="1">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000" dirty="0"/>
              <a:t>Also create a </a:t>
            </a:r>
            <a:r>
              <a:rPr lang="en-US" sz="3000" dirty="0" err="1"/>
              <a:t>gunicorn</a:t>
            </a:r>
            <a:r>
              <a:rPr lang="en-US" sz="3000" dirty="0"/>
              <a:t> server file which will point to your deployment files:</a:t>
            </a:r>
          </a:p>
          <a:p>
            <a:pPr marL="0" indent="0">
              <a:lnSpc>
                <a:spcPct val="120000"/>
              </a:lnSpc>
              <a:buNone/>
            </a:pPr>
            <a:r>
              <a:rPr lang="en-US" sz="2400" dirty="0" err="1">
                <a:latin typeface="Cascadia Code" panose="020B0609020000020004" pitchFamily="49" charset="0"/>
                <a:ea typeface="Cascadia Code" panose="020B0609020000020004" pitchFamily="49" charset="0"/>
                <a:cs typeface="Cascadia Code" panose="020B0609020000020004" pitchFamily="49" charset="0"/>
              </a:rPr>
              <a:t>sudo</a:t>
            </a:r>
            <a:r>
              <a:rPr lang="en-US" sz="2400" dirty="0">
                <a:latin typeface="Cascadia Code" panose="020B0609020000020004" pitchFamily="49" charset="0"/>
                <a:ea typeface="Cascadia Code" panose="020B0609020000020004" pitchFamily="49" charset="0"/>
                <a:cs typeface="Cascadia Code" panose="020B0609020000020004" pitchFamily="49" charset="0"/>
              </a:rPr>
              <a:t> nano /</a:t>
            </a:r>
            <a:r>
              <a:rPr lang="en-US" sz="2400" dirty="0" err="1">
                <a:latin typeface="Cascadia Code" panose="020B0609020000020004" pitchFamily="49" charset="0"/>
                <a:ea typeface="Cascadia Code" panose="020B0609020000020004" pitchFamily="49" charset="0"/>
                <a:cs typeface="Cascadia Code" panose="020B0609020000020004" pitchFamily="49" charset="0"/>
              </a:rPr>
              <a:t>etc</a:t>
            </a:r>
            <a:r>
              <a:rPr lang="en-US" sz="2400" dirty="0">
                <a:latin typeface="Cascadia Code" panose="020B0609020000020004" pitchFamily="49" charset="0"/>
                <a:ea typeface="Cascadia Code" panose="020B0609020000020004" pitchFamily="49" charset="0"/>
                <a:cs typeface="Cascadia Code" panose="020B0609020000020004" pitchFamily="49" charset="0"/>
              </a:rPr>
              <a:t>/</a:t>
            </a:r>
            <a:r>
              <a:rPr lang="en-US" sz="2400" dirty="0" err="1">
                <a:latin typeface="Cascadia Code" panose="020B0609020000020004" pitchFamily="49" charset="0"/>
                <a:ea typeface="Cascadia Code" panose="020B0609020000020004" pitchFamily="49" charset="0"/>
                <a:cs typeface="Cascadia Code" panose="020B0609020000020004" pitchFamily="49" charset="0"/>
              </a:rPr>
              <a:t>systemd</a:t>
            </a:r>
            <a:r>
              <a:rPr lang="en-US" sz="2400" dirty="0">
                <a:latin typeface="Cascadia Code" panose="020B0609020000020004" pitchFamily="49" charset="0"/>
                <a:ea typeface="Cascadia Code" panose="020B0609020000020004" pitchFamily="49" charset="0"/>
                <a:cs typeface="Cascadia Code" panose="020B0609020000020004" pitchFamily="49" charset="0"/>
              </a:rPr>
              <a:t>/system/</a:t>
            </a:r>
            <a:r>
              <a:rPr lang="en-US" sz="2400" dirty="0" err="1">
                <a:latin typeface="Cascadia Code" panose="020B0609020000020004" pitchFamily="49" charset="0"/>
                <a:ea typeface="Cascadia Code" panose="020B0609020000020004" pitchFamily="49" charset="0"/>
                <a:cs typeface="Cascadia Code" panose="020B0609020000020004" pitchFamily="49" charset="0"/>
              </a:rPr>
              <a:t>gunicorn.service</a:t>
            </a:r>
            <a:endParaRPr lang="en-US" sz="2400" dirty="0"/>
          </a:p>
          <a:p>
            <a:pPr>
              <a:lnSpc>
                <a:spcPct val="120000"/>
              </a:lnSpc>
              <a:buFont typeface="Wingdings" panose="05000000000000000000" pitchFamily="2" charset="2"/>
              <a:buChar char="§"/>
            </a:pPr>
            <a:r>
              <a:rPr lang="en-US" sz="2800" dirty="0"/>
              <a:t>The configurations on next page should have exact paths for your virtual environment and </a:t>
            </a:r>
            <a:r>
              <a:rPr lang="en-US" sz="2800" dirty="0" err="1"/>
              <a:t>baham</a:t>
            </a:r>
            <a:r>
              <a:rPr lang="en-US" sz="2800" dirty="0"/>
              <a:t>-web directory.</a:t>
            </a:r>
          </a:p>
          <a:p>
            <a:pPr>
              <a:lnSpc>
                <a:spcPct val="120000"/>
              </a:lnSpc>
              <a:buFont typeface="Wingdings" panose="05000000000000000000" pitchFamily="2" charset="2"/>
              <a:buChar char="§"/>
            </a:pPr>
            <a:endParaRPr lang="en-US" sz="2600" dirty="0">
              <a:latin typeface="Cascadia Code" panose="020B0609020000020004" pitchFamily="49" charset="0"/>
              <a:ea typeface="Cascadia Code" panose="020B0609020000020004" pitchFamily="49" charset="0"/>
              <a:cs typeface="Cascadia Code" panose="020B0609020000020004" pitchFamily="49" charset="0"/>
            </a:endParaRPr>
          </a:p>
        </p:txBody>
      </p:sp>
    </p:spTree>
    <p:extLst>
      <p:ext uri="{BB962C8B-B14F-4D97-AF65-F5344CB8AC3E}">
        <p14:creationId xmlns:p14="http://schemas.microsoft.com/office/powerpoint/2010/main" val="3674044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Run on Startup</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839536" cy="4887878"/>
          </a:xfrm>
          <a:prstGeom prst="rect">
            <a:avLst/>
          </a:prstGeom>
        </p:spPr>
        <p:txBody>
          <a:bodyPr numCol="1">
            <a:normAutofit fontScale="6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r>
              <a:rPr lang="en-US" sz="3000" b="1" dirty="0"/>
              <a:t>[Unit]</a:t>
            </a:r>
          </a:p>
          <a:p>
            <a:pPr marL="0" indent="0">
              <a:lnSpc>
                <a:spcPct val="120000"/>
              </a:lnSpc>
              <a:buNone/>
            </a:pPr>
            <a:r>
              <a:rPr lang="en-US" sz="3000" dirty="0"/>
              <a:t>Description=</a:t>
            </a:r>
            <a:r>
              <a:rPr lang="en-US" sz="3000" dirty="0" err="1"/>
              <a:t>gunicorn</a:t>
            </a:r>
            <a:r>
              <a:rPr lang="en-US" sz="3000" dirty="0"/>
              <a:t> daemon</a:t>
            </a:r>
          </a:p>
          <a:p>
            <a:pPr marL="0" indent="0">
              <a:lnSpc>
                <a:spcPct val="120000"/>
              </a:lnSpc>
              <a:buNone/>
            </a:pPr>
            <a:r>
              <a:rPr lang="en-US" sz="3000" dirty="0"/>
              <a:t>Requires=</a:t>
            </a:r>
            <a:r>
              <a:rPr lang="en-US" sz="3000" dirty="0" err="1"/>
              <a:t>gunicorn.socket</a:t>
            </a:r>
            <a:endParaRPr lang="en-US" sz="3000" dirty="0"/>
          </a:p>
          <a:p>
            <a:pPr marL="0" indent="0">
              <a:lnSpc>
                <a:spcPct val="120000"/>
              </a:lnSpc>
              <a:buNone/>
            </a:pPr>
            <a:r>
              <a:rPr lang="en-US" sz="3000" dirty="0"/>
              <a:t>After=</a:t>
            </a:r>
            <a:r>
              <a:rPr lang="en-US" sz="3000" dirty="0" err="1"/>
              <a:t>network.target</a:t>
            </a:r>
            <a:endParaRPr lang="en-US" sz="3000" dirty="0"/>
          </a:p>
          <a:p>
            <a:pPr marL="0" indent="0">
              <a:lnSpc>
                <a:spcPct val="120000"/>
              </a:lnSpc>
              <a:buNone/>
            </a:pPr>
            <a:r>
              <a:rPr lang="en-US" sz="3000" b="1" dirty="0"/>
              <a:t>[Service]</a:t>
            </a:r>
          </a:p>
          <a:p>
            <a:pPr marL="0" indent="0">
              <a:lnSpc>
                <a:spcPct val="120000"/>
              </a:lnSpc>
              <a:buNone/>
            </a:pPr>
            <a:r>
              <a:rPr lang="en-US" sz="3000" dirty="0"/>
              <a:t>User=ubuntu</a:t>
            </a:r>
          </a:p>
          <a:p>
            <a:pPr marL="0" indent="0">
              <a:lnSpc>
                <a:spcPct val="120000"/>
              </a:lnSpc>
              <a:buNone/>
            </a:pPr>
            <a:r>
              <a:rPr lang="en-US" sz="3000" dirty="0"/>
              <a:t>Group=www-data</a:t>
            </a:r>
          </a:p>
          <a:p>
            <a:pPr marL="0" indent="0">
              <a:lnSpc>
                <a:spcPct val="120000"/>
              </a:lnSpc>
              <a:buNone/>
            </a:pPr>
            <a:r>
              <a:rPr lang="en-US" sz="3000" dirty="0" err="1"/>
              <a:t>WorkingDirectory</a:t>
            </a:r>
            <a:r>
              <a:rPr lang="en-US" sz="3000" dirty="0"/>
              <a:t>=/opt/</a:t>
            </a:r>
            <a:r>
              <a:rPr lang="en-US" sz="3000" dirty="0" err="1"/>
              <a:t>baham</a:t>
            </a:r>
            <a:r>
              <a:rPr lang="en-US" sz="3000" dirty="0"/>
              <a:t>-web</a:t>
            </a:r>
          </a:p>
          <a:p>
            <a:pPr marL="0" indent="0">
              <a:lnSpc>
                <a:spcPct val="120000"/>
              </a:lnSpc>
              <a:buNone/>
            </a:pPr>
            <a:r>
              <a:rPr lang="en-US" sz="3000" dirty="0" err="1"/>
              <a:t>ExecStart</a:t>
            </a:r>
            <a:r>
              <a:rPr lang="en-US" sz="3000" dirty="0"/>
              <a:t>=/home/ubuntu/</a:t>
            </a:r>
            <a:r>
              <a:rPr lang="en-US" sz="3000" dirty="0" err="1"/>
              <a:t>venv</a:t>
            </a:r>
            <a:r>
              <a:rPr lang="en-US" sz="3000" dirty="0"/>
              <a:t>/bin/</a:t>
            </a:r>
            <a:r>
              <a:rPr lang="en-US" sz="3000" dirty="0" err="1"/>
              <a:t>gunicorn</a:t>
            </a:r>
            <a:r>
              <a:rPr lang="en-US" sz="3000" dirty="0"/>
              <a:t> --access-logfile --workers 3 --bind </a:t>
            </a:r>
            <a:r>
              <a:rPr lang="en-US" sz="3000" dirty="0" err="1"/>
              <a:t>unix</a:t>
            </a:r>
            <a:r>
              <a:rPr lang="en-US" sz="3000" dirty="0"/>
              <a:t>:/run/</a:t>
            </a:r>
            <a:r>
              <a:rPr lang="en-US" sz="3000" dirty="0" err="1"/>
              <a:t>gunicorn.sock</a:t>
            </a:r>
            <a:r>
              <a:rPr lang="en-US" sz="3000" dirty="0"/>
              <a:t> </a:t>
            </a:r>
            <a:r>
              <a:rPr lang="en-US" sz="3000" dirty="0" err="1"/>
              <a:t>dareecha.wsgi:application</a:t>
            </a:r>
            <a:endParaRPr lang="en-US" sz="3000" dirty="0"/>
          </a:p>
          <a:p>
            <a:pPr marL="0" indent="0">
              <a:lnSpc>
                <a:spcPct val="120000"/>
              </a:lnSpc>
              <a:buNone/>
            </a:pPr>
            <a:r>
              <a:rPr lang="en-US" sz="3000" b="1" dirty="0"/>
              <a:t>[Install]</a:t>
            </a:r>
          </a:p>
          <a:p>
            <a:pPr marL="0" indent="0">
              <a:lnSpc>
                <a:spcPct val="120000"/>
              </a:lnSpc>
              <a:buNone/>
            </a:pPr>
            <a:r>
              <a:rPr lang="en-US" sz="3000" dirty="0" err="1"/>
              <a:t>WantedBy</a:t>
            </a:r>
            <a:r>
              <a:rPr lang="en-US" sz="3000" dirty="0"/>
              <a:t>=multi-</a:t>
            </a:r>
            <a:r>
              <a:rPr lang="en-US" sz="3000" dirty="0" err="1"/>
              <a:t>user.target</a:t>
            </a:r>
            <a:endParaRPr lang="en-US" sz="3000" dirty="0"/>
          </a:p>
        </p:txBody>
      </p:sp>
    </p:spTree>
    <p:extLst>
      <p:ext uri="{BB962C8B-B14F-4D97-AF65-F5344CB8AC3E}">
        <p14:creationId xmlns:p14="http://schemas.microsoft.com/office/powerpoint/2010/main" val="4229958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Run on Startup</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839536" cy="4887878"/>
          </a:xfrm>
          <a:prstGeom prst="rect">
            <a:avLst/>
          </a:prstGeom>
        </p:spPr>
        <p:txBody>
          <a:bodyPr numCol="1">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000" dirty="0"/>
              <a:t>Start and enable the </a:t>
            </a:r>
            <a:r>
              <a:rPr lang="en-US" sz="3000" dirty="0" err="1"/>
              <a:t>Gunicorn</a:t>
            </a:r>
            <a:r>
              <a:rPr lang="en-US" sz="3000" dirty="0"/>
              <a:t> socket to run on startup</a:t>
            </a:r>
          </a:p>
          <a:p>
            <a:pPr marL="0" indent="0">
              <a:lnSpc>
                <a:spcPct val="120000"/>
              </a:lnSpc>
              <a:buNone/>
            </a:pPr>
            <a:r>
              <a:rPr lang="en-US" sz="2400" dirty="0" err="1">
                <a:latin typeface="Cascadia Code" panose="020B0609020000020004" pitchFamily="49" charset="0"/>
                <a:ea typeface="Cascadia Code" panose="020B0609020000020004" pitchFamily="49" charset="0"/>
                <a:cs typeface="Cascadia Code" panose="020B0609020000020004" pitchFamily="49" charset="0"/>
              </a:rPr>
              <a:t>sudo</a:t>
            </a:r>
            <a:r>
              <a:rPr lang="en-US" sz="2400" dirty="0">
                <a:latin typeface="Cascadia Code" panose="020B0609020000020004" pitchFamily="49" charset="0"/>
                <a:ea typeface="Cascadia Code" panose="020B0609020000020004" pitchFamily="49" charset="0"/>
                <a:cs typeface="Cascadia Code" panose="020B0609020000020004" pitchFamily="49" charset="0"/>
              </a:rPr>
              <a:t> </a:t>
            </a:r>
            <a:r>
              <a:rPr lang="en-US" sz="2400" dirty="0" err="1">
                <a:latin typeface="Cascadia Code" panose="020B0609020000020004" pitchFamily="49" charset="0"/>
                <a:ea typeface="Cascadia Code" panose="020B0609020000020004" pitchFamily="49" charset="0"/>
                <a:cs typeface="Cascadia Code" panose="020B0609020000020004" pitchFamily="49" charset="0"/>
              </a:rPr>
              <a:t>systemctl</a:t>
            </a:r>
            <a:r>
              <a:rPr lang="en-US" sz="2400" dirty="0">
                <a:latin typeface="Cascadia Code" panose="020B0609020000020004" pitchFamily="49" charset="0"/>
                <a:ea typeface="Cascadia Code" panose="020B0609020000020004" pitchFamily="49" charset="0"/>
                <a:cs typeface="Cascadia Code" panose="020B0609020000020004" pitchFamily="49" charset="0"/>
              </a:rPr>
              <a:t> start </a:t>
            </a:r>
            <a:r>
              <a:rPr lang="en-US" sz="2400" dirty="0" err="1">
                <a:latin typeface="Cascadia Code" panose="020B0609020000020004" pitchFamily="49" charset="0"/>
                <a:ea typeface="Cascadia Code" panose="020B0609020000020004" pitchFamily="49" charset="0"/>
                <a:cs typeface="Cascadia Code" panose="020B0609020000020004" pitchFamily="49" charset="0"/>
              </a:rPr>
              <a:t>gunicorn.socket</a:t>
            </a:r>
            <a:endParaRPr lang="en-US" sz="2400" dirty="0">
              <a:latin typeface="Cascadia Code" panose="020B0609020000020004" pitchFamily="49" charset="0"/>
              <a:ea typeface="Cascadia Code" panose="020B0609020000020004" pitchFamily="49" charset="0"/>
              <a:cs typeface="Cascadia Code" panose="020B0609020000020004" pitchFamily="49" charset="0"/>
            </a:endParaRPr>
          </a:p>
          <a:p>
            <a:pPr marL="0" indent="0">
              <a:lnSpc>
                <a:spcPct val="120000"/>
              </a:lnSpc>
              <a:buNone/>
            </a:pPr>
            <a:r>
              <a:rPr lang="en-US" sz="2400" dirty="0" err="1">
                <a:latin typeface="Cascadia Code" panose="020B0609020000020004" pitchFamily="49" charset="0"/>
                <a:ea typeface="Cascadia Code" panose="020B0609020000020004" pitchFamily="49" charset="0"/>
                <a:cs typeface="Cascadia Code" panose="020B0609020000020004" pitchFamily="49" charset="0"/>
              </a:rPr>
              <a:t>sudo</a:t>
            </a:r>
            <a:r>
              <a:rPr lang="en-US" sz="2400" dirty="0">
                <a:latin typeface="Cascadia Code" panose="020B0609020000020004" pitchFamily="49" charset="0"/>
                <a:ea typeface="Cascadia Code" panose="020B0609020000020004" pitchFamily="49" charset="0"/>
                <a:cs typeface="Cascadia Code" panose="020B0609020000020004" pitchFamily="49" charset="0"/>
              </a:rPr>
              <a:t> </a:t>
            </a:r>
            <a:r>
              <a:rPr lang="en-US" sz="2400" dirty="0" err="1">
                <a:latin typeface="Cascadia Code" panose="020B0609020000020004" pitchFamily="49" charset="0"/>
                <a:ea typeface="Cascadia Code" panose="020B0609020000020004" pitchFamily="49" charset="0"/>
                <a:cs typeface="Cascadia Code" panose="020B0609020000020004" pitchFamily="49" charset="0"/>
              </a:rPr>
              <a:t>systemctl</a:t>
            </a:r>
            <a:r>
              <a:rPr lang="en-US" sz="2400" dirty="0">
                <a:latin typeface="Cascadia Code" panose="020B0609020000020004" pitchFamily="49" charset="0"/>
                <a:ea typeface="Cascadia Code" panose="020B0609020000020004" pitchFamily="49" charset="0"/>
                <a:cs typeface="Cascadia Code" panose="020B0609020000020004" pitchFamily="49" charset="0"/>
              </a:rPr>
              <a:t> enable </a:t>
            </a:r>
            <a:r>
              <a:rPr lang="en-US" sz="2400" dirty="0" err="1">
                <a:latin typeface="Cascadia Code" panose="020B0609020000020004" pitchFamily="49" charset="0"/>
                <a:ea typeface="Cascadia Code" panose="020B0609020000020004" pitchFamily="49" charset="0"/>
                <a:cs typeface="Cascadia Code" panose="020B0609020000020004" pitchFamily="49" charset="0"/>
              </a:rPr>
              <a:t>gunicorn.socket</a:t>
            </a:r>
            <a:endParaRPr lang="en-US" sz="2400" dirty="0"/>
          </a:p>
          <a:p>
            <a:pPr>
              <a:lnSpc>
                <a:spcPct val="120000"/>
              </a:lnSpc>
              <a:buFont typeface="Wingdings" panose="05000000000000000000" pitchFamily="2" charset="2"/>
              <a:buChar char="§"/>
            </a:pPr>
            <a:r>
              <a:rPr lang="en-US" sz="2800" dirty="0"/>
              <a:t>Next, enable NGINX reverse proxy for </a:t>
            </a:r>
            <a:r>
              <a:rPr lang="en-US" sz="2800" dirty="0" err="1"/>
              <a:t>baham</a:t>
            </a:r>
            <a:r>
              <a:rPr lang="en-US" sz="2800" dirty="0"/>
              <a:t>-web app.</a:t>
            </a:r>
          </a:p>
          <a:p>
            <a:pPr marL="0" indent="0">
              <a:lnSpc>
                <a:spcPct val="120000"/>
              </a:lnSpc>
              <a:buNone/>
            </a:pPr>
            <a:r>
              <a:rPr lang="en-US" sz="2800" dirty="0" err="1"/>
              <a:t>sudo</a:t>
            </a:r>
            <a:r>
              <a:rPr lang="en-US" sz="2800" dirty="0"/>
              <a:t> nano /</a:t>
            </a:r>
            <a:r>
              <a:rPr lang="en-US" sz="2800" dirty="0" err="1"/>
              <a:t>etc</a:t>
            </a:r>
            <a:r>
              <a:rPr lang="en-US" sz="2800" dirty="0"/>
              <a:t>/nginx/sites-available/</a:t>
            </a:r>
            <a:r>
              <a:rPr lang="en-US" sz="2800" dirty="0" err="1"/>
              <a:t>baham</a:t>
            </a:r>
            <a:r>
              <a:rPr lang="en-US" sz="2800" dirty="0"/>
              <a:t>-web</a:t>
            </a:r>
          </a:p>
          <a:p>
            <a:pPr>
              <a:lnSpc>
                <a:spcPct val="120000"/>
              </a:lnSpc>
              <a:buFont typeface="Wingdings" panose="05000000000000000000" pitchFamily="2" charset="2"/>
              <a:buChar char="§"/>
            </a:pPr>
            <a:r>
              <a:rPr lang="en-US" sz="3000" dirty="0"/>
              <a:t>This file will provide server settings specific to </a:t>
            </a:r>
            <a:r>
              <a:rPr lang="en-US" sz="3000" dirty="0" err="1"/>
              <a:t>baham</a:t>
            </a:r>
            <a:r>
              <a:rPr lang="en-US" sz="3000" dirty="0"/>
              <a:t>-web. Paste the contents on next page to this file and save.</a:t>
            </a:r>
            <a:endParaRPr lang="en-US" sz="3000" dirty="0">
              <a:latin typeface="Cascadia Code" panose="020B0609020000020004" pitchFamily="49" charset="0"/>
              <a:ea typeface="Cascadia Code" panose="020B0609020000020004" pitchFamily="49" charset="0"/>
              <a:cs typeface="Cascadia Code" panose="020B0609020000020004" pitchFamily="49" charset="0"/>
            </a:endParaRPr>
          </a:p>
        </p:txBody>
      </p:sp>
    </p:spTree>
    <p:extLst>
      <p:ext uri="{BB962C8B-B14F-4D97-AF65-F5344CB8AC3E}">
        <p14:creationId xmlns:p14="http://schemas.microsoft.com/office/powerpoint/2010/main" val="3372533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Run on Startup</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839536" cy="4887878"/>
          </a:xfrm>
          <a:prstGeom prst="rect">
            <a:avLst/>
          </a:prstGeom>
        </p:spPr>
        <p:txBody>
          <a:bodyPr numCol="1">
            <a:no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800" dirty="0"/>
              <a:t>server {</a:t>
            </a:r>
          </a:p>
          <a:p>
            <a:pPr marL="0" indent="0">
              <a:lnSpc>
                <a:spcPct val="100000"/>
              </a:lnSpc>
              <a:buNone/>
            </a:pPr>
            <a:r>
              <a:rPr lang="en-US" sz="1800" dirty="0"/>
              <a:t>	listen 80;</a:t>
            </a:r>
          </a:p>
          <a:p>
            <a:pPr marL="0" indent="0">
              <a:lnSpc>
                <a:spcPct val="100000"/>
              </a:lnSpc>
              <a:buNone/>
            </a:pPr>
            <a:r>
              <a:rPr lang="en-US" sz="1800" dirty="0"/>
              <a:t>	</a:t>
            </a:r>
            <a:r>
              <a:rPr lang="en-US" sz="1800" dirty="0" err="1"/>
              <a:t>server_name</a:t>
            </a:r>
            <a:r>
              <a:rPr lang="en-US" sz="1800" dirty="0"/>
              <a:t> 127.0.0.1;</a:t>
            </a:r>
          </a:p>
          <a:p>
            <a:pPr marL="0" indent="0">
              <a:lnSpc>
                <a:spcPct val="100000"/>
              </a:lnSpc>
              <a:buNone/>
            </a:pPr>
            <a:r>
              <a:rPr lang="en-US" sz="1800" dirty="0"/>
              <a:t>	location = /favicon.ico { </a:t>
            </a:r>
            <a:r>
              <a:rPr lang="en-US" sz="1800" dirty="0" err="1"/>
              <a:t>access_log</a:t>
            </a:r>
            <a:r>
              <a:rPr lang="en-US" sz="1800" dirty="0"/>
              <a:t> off; </a:t>
            </a:r>
            <a:r>
              <a:rPr lang="en-US" sz="1800" dirty="0" err="1"/>
              <a:t>log_not_found</a:t>
            </a:r>
            <a:r>
              <a:rPr lang="en-US" sz="1800" dirty="0"/>
              <a:t> off; }</a:t>
            </a:r>
          </a:p>
          <a:p>
            <a:pPr marL="0" indent="0">
              <a:lnSpc>
                <a:spcPct val="100000"/>
              </a:lnSpc>
              <a:buNone/>
            </a:pPr>
            <a:r>
              <a:rPr lang="en-US" sz="1800" dirty="0"/>
              <a:t>	location /static/ {</a:t>
            </a:r>
          </a:p>
          <a:p>
            <a:pPr marL="0" indent="0">
              <a:lnSpc>
                <a:spcPct val="100000"/>
              </a:lnSpc>
              <a:buNone/>
            </a:pPr>
            <a:r>
              <a:rPr lang="en-US" sz="1800" dirty="0"/>
              <a:t>		root /opt/</a:t>
            </a:r>
            <a:r>
              <a:rPr lang="en-US" sz="1800" dirty="0" err="1"/>
              <a:t>baham</a:t>
            </a:r>
            <a:r>
              <a:rPr lang="en-US" sz="1800"/>
              <a:t>-web;</a:t>
            </a:r>
            <a:endParaRPr lang="en-US" sz="1800" dirty="0"/>
          </a:p>
          <a:p>
            <a:pPr marL="0" indent="0">
              <a:lnSpc>
                <a:spcPct val="100000"/>
              </a:lnSpc>
              <a:buNone/>
            </a:pPr>
            <a:r>
              <a:rPr lang="en-US" sz="1800" dirty="0"/>
              <a:t>	}</a:t>
            </a:r>
          </a:p>
          <a:p>
            <a:pPr marL="0" indent="0">
              <a:lnSpc>
                <a:spcPct val="100000"/>
              </a:lnSpc>
              <a:buNone/>
            </a:pPr>
            <a:r>
              <a:rPr lang="en-US" sz="1800" dirty="0"/>
              <a:t>	location / {</a:t>
            </a:r>
          </a:p>
          <a:p>
            <a:pPr marL="0" indent="0">
              <a:lnSpc>
                <a:spcPct val="100000"/>
              </a:lnSpc>
              <a:buNone/>
            </a:pPr>
            <a:r>
              <a:rPr lang="en-US" sz="1800" dirty="0"/>
              <a:t>		include </a:t>
            </a:r>
            <a:r>
              <a:rPr lang="en-US" sz="1800" dirty="0" err="1"/>
              <a:t>proxy_params</a:t>
            </a:r>
            <a:r>
              <a:rPr lang="en-US" sz="1800" dirty="0"/>
              <a:t>;</a:t>
            </a:r>
          </a:p>
          <a:p>
            <a:pPr marL="0" indent="0">
              <a:lnSpc>
                <a:spcPct val="100000"/>
              </a:lnSpc>
              <a:buNone/>
            </a:pPr>
            <a:r>
              <a:rPr lang="en-US" sz="1800" dirty="0"/>
              <a:t>		</a:t>
            </a:r>
            <a:r>
              <a:rPr lang="en-US" sz="1800" dirty="0" err="1"/>
              <a:t>proxy_pass</a:t>
            </a:r>
            <a:r>
              <a:rPr lang="en-US" sz="1800" dirty="0"/>
              <a:t> http://unix:/run/gunicorn.sock;</a:t>
            </a:r>
          </a:p>
          <a:p>
            <a:pPr marL="0" indent="0">
              <a:lnSpc>
                <a:spcPct val="100000"/>
              </a:lnSpc>
              <a:buNone/>
            </a:pPr>
            <a:r>
              <a:rPr lang="en-US" sz="1800" dirty="0"/>
              <a:t>	}</a:t>
            </a:r>
          </a:p>
          <a:p>
            <a:pPr marL="0" indent="0">
              <a:lnSpc>
                <a:spcPct val="100000"/>
              </a:lnSpc>
              <a:buNone/>
            </a:pPr>
            <a:r>
              <a:rPr lang="en-US" sz="1800" dirty="0"/>
              <a:t>}</a:t>
            </a:r>
          </a:p>
        </p:txBody>
      </p:sp>
    </p:spTree>
    <p:extLst>
      <p:ext uri="{BB962C8B-B14F-4D97-AF65-F5344CB8AC3E}">
        <p14:creationId xmlns:p14="http://schemas.microsoft.com/office/powerpoint/2010/main" val="2537490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Run on Startup</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839536" cy="4887878"/>
          </a:xfrm>
          <a:prstGeom prst="rect">
            <a:avLst/>
          </a:prstGeom>
        </p:spPr>
        <p:txBody>
          <a:bodyPr numCol="1">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000" dirty="0"/>
              <a:t>Activate the newly created configuration and restart NGINX to apply changes.</a:t>
            </a:r>
          </a:p>
          <a:p>
            <a:pPr marL="0" indent="0">
              <a:lnSpc>
                <a:spcPct val="120000"/>
              </a:lnSpc>
              <a:buNone/>
            </a:pPr>
            <a:r>
              <a:rPr lang="en-US" sz="2400" dirty="0" err="1">
                <a:latin typeface="Cascadia Code" panose="020B0609020000020004" pitchFamily="49" charset="0"/>
                <a:ea typeface="Cascadia Code" panose="020B0609020000020004" pitchFamily="49" charset="0"/>
                <a:cs typeface="Cascadia Code" panose="020B0609020000020004" pitchFamily="49" charset="0"/>
              </a:rPr>
              <a:t>sudo</a:t>
            </a:r>
            <a:r>
              <a:rPr lang="en-US" sz="2400" dirty="0">
                <a:latin typeface="Cascadia Code" panose="020B0609020000020004" pitchFamily="49" charset="0"/>
                <a:ea typeface="Cascadia Code" panose="020B0609020000020004" pitchFamily="49" charset="0"/>
                <a:cs typeface="Cascadia Code" panose="020B0609020000020004" pitchFamily="49" charset="0"/>
              </a:rPr>
              <a:t> ln -s /</a:t>
            </a:r>
            <a:r>
              <a:rPr lang="en-US" sz="2400" dirty="0" err="1">
                <a:latin typeface="Cascadia Code" panose="020B0609020000020004" pitchFamily="49" charset="0"/>
                <a:ea typeface="Cascadia Code" panose="020B0609020000020004" pitchFamily="49" charset="0"/>
                <a:cs typeface="Cascadia Code" panose="020B0609020000020004" pitchFamily="49" charset="0"/>
              </a:rPr>
              <a:t>etc</a:t>
            </a:r>
            <a:r>
              <a:rPr lang="en-US" sz="2400" dirty="0">
                <a:latin typeface="Cascadia Code" panose="020B0609020000020004" pitchFamily="49" charset="0"/>
                <a:ea typeface="Cascadia Code" panose="020B0609020000020004" pitchFamily="49" charset="0"/>
                <a:cs typeface="Cascadia Code" panose="020B0609020000020004" pitchFamily="49" charset="0"/>
              </a:rPr>
              <a:t>/nginx/sites-available/</a:t>
            </a:r>
            <a:r>
              <a:rPr lang="en-US" sz="2400" dirty="0" err="1">
                <a:latin typeface="Cascadia Code" panose="020B0609020000020004" pitchFamily="49" charset="0"/>
                <a:ea typeface="Cascadia Code" panose="020B0609020000020004" pitchFamily="49" charset="0"/>
                <a:cs typeface="Cascadia Code" panose="020B0609020000020004" pitchFamily="49" charset="0"/>
              </a:rPr>
              <a:t>baham</a:t>
            </a:r>
            <a:r>
              <a:rPr lang="en-US" sz="2400" dirty="0">
                <a:latin typeface="Cascadia Code" panose="020B0609020000020004" pitchFamily="49" charset="0"/>
                <a:ea typeface="Cascadia Code" panose="020B0609020000020004" pitchFamily="49" charset="0"/>
                <a:cs typeface="Cascadia Code" panose="020B0609020000020004" pitchFamily="49" charset="0"/>
              </a:rPr>
              <a:t>-web /</a:t>
            </a:r>
            <a:r>
              <a:rPr lang="en-US" sz="2400" dirty="0" err="1">
                <a:latin typeface="Cascadia Code" panose="020B0609020000020004" pitchFamily="49" charset="0"/>
                <a:ea typeface="Cascadia Code" panose="020B0609020000020004" pitchFamily="49" charset="0"/>
                <a:cs typeface="Cascadia Code" panose="020B0609020000020004" pitchFamily="49" charset="0"/>
              </a:rPr>
              <a:t>etc</a:t>
            </a:r>
            <a:r>
              <a:rPr lang="en-US" sz="2400" dirty="0">
                <a:latin typeface="Cascadia Code" panose="020B0609020000020004" pitchFamily="49" charset="0"/>
                <a:ea typeface="Cascadia Code" panose="020B0609020000020004" pitchFamily="49" charset="0"/>
                <a:cs typeface="Cascadia Code" panose="020B0609020000020004" pitchFamily="49" charset="0"/>
              </a:rPr>
              <a:t>/nginx/sites-enabled/</a:t>
            </a:r>
          </a:p>
          <a:p>
            <a:pPr marL="0" indent="0">
              <a:lnSpc>
                <a:spcPct val="120000"/>
              </a:lnSpc>
              <a:buNone/>
            </a:pPr>
            <a:r>
              <a:rPr lang="en-US" sz="2400" dirty="0" err="1">
                <a:latin typeface="Cascadia Code" panose="020B0609020000020004" pitchFamily="49" charset="0"/>
                <a:ea typeface="Cascadia Code" panose="020B0609020000020004" pitchFamily="49" charset="0"/>
                <a:cs typeface="Cascadia Code" panose="020B0609020000020004" pitchFamily="49" charset="0"/>
              </a:rPr>
              <a:t>sudo</a:t>
            </a:r>
            <a:r>
              <a:rPr lang="en-US" sz="2400" dirty="0">
                <a:latin typeface="Cascadia Code" panose="020B0609020000020004" pitchFamily="49" charset="0"/>
                <a:ea typeface="Cascadia Code" panose="020B0609020000020004" pitchFamily="49" charset="0"/>
                <a:cs typeface="Cascadia Code" panose="020B0609020000020004" pitchFamily="49" charset="0"/>
              </a:rPr>
              <a:t> </a:t>
            </a:r>
            <a:r>
              <a:rPr lang="en-US" sz="2400" dirty="0" err="1">
                <a:latin typeface="Cascadia Code" panose="020B0609020000020004" pitchFamily="49" charset="0"/>
                <a:ea typeface="Cascadia Code" panose="020B0609020000020004" pitchFamily="49" charset="0"/>
                <a:cs typeface="Cascadia Code" panose="020B0609020000020004" pitchFamily="49" charset="0"/>
              </a:rPr>
              <a:t>systemctl</a:t>
            </a:r>
            <a:r>
              <a:rPr lang="en-US" sz="2400" dirty="0">
                <a:latin typeface="Cascadia Code" panose="020B0609020000020004" pitchFamily="49" charset="0"/>
                <a:ea typeface="Cascadia Code" panose="020B0609020000020004" pitchFamily="49" charset="0"/>
                <a:cs typeface="Cascadia Code" panose="020B0609020000020004" pitchFamily="49" charset="0"/>
              </a:rPr>
              <a:t> restart nginx</a:t>
            </a:r>
            <a:endParaRPr lang="en-US" sz="2400" dirty="0"/>
          </a:p>
          <a:p>
            <a:pPr>
              <a:lnSpc>
                <a:spcPct val="120000"/>
              </a:lnSpc>
              <a:buFont typeface="Wingdings" panose="05000000000000000000" pitchFamily="2" charset="2"/>
              <a:buChar char="§"/>
            </a:pPr>
            <a:r>
              <a:rPr lang="en-US" sz="2800" dirty="0"/>
              <a:t>In a nutshell, we created socket and service configurations for the </a:t>
            </a:r>
            <a:r>
              <a:rPr lang="en-US" sz="2800" dirty="0" err="1"/>
              <a:t>baham</a:t>
            </a:r>
            <a:r>
              <a:rPr lang="en-US" sz="2800" dirty="0"/>
              <a:t>-web and told NGINX that this is a new web app which must be enabled on service startup.</a:t>
            </a:r>
          </a:p>
        </p:txBody>
      </p:sp>
    </p:spTree>
    <p:extLst>
      <p:ext uri="{BB962C8B-B14F-4D97-AF65-F5344CB8AC3E}">
        <p14:creationId xmlns:p14="http://schemas.microsoft.com/office/powerpoint/2010/main" val="2305562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Deploying for Enterprise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839536" cy="5020613"/>
          </a:xfrm>
          <a:prstGeom prst="rect">
            <a:avLst/>
          </a:prstGeom>
        </p:spPr>
        <p:txBody>
          <a:bodyPr numCol="1">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000" dirty="0"/>
              <a:t>Using </a:t>
            </a:r>
            <a:r>
              <a:rPr lang="en-US" sz="3000" dirty="0" err="1"/>
              <a:t>cookiecutter</a:t>
            </a:r>
            <a:r>
              <a:rPr lang="en-US" sz="3000" dirty="0"/>
              <a:t> (python package) is a good way to setup the app for production:</a:t>
            </a:r>
            <a:br>
              <a:rPr lang="en-US" sz="3000" dirty="0"/>
            </a:br>
            <a:r>
              <a:rPr lang="en-US" sz="2600" b="1" dirty="0" err="1">
                <a:latin typeface="Cascadia Code" panose="020B0609020000020004" pitchFamily="49" charset="0"/>
                <a:ea typeface="Cascadia Code" panose="020B0609020000020004" pitchFamily="49" charset="0"/>
                <a:cs typeface="Cascadia Code" panose="020B0609020000020004" pitchFamily="49" charset="0"/>
              </a:rPr>
              <a:t>cookiecutter</a:t>
            </a:r>
            <a:r>
              <a:rPr lang="en-US" sz="2600" b="1" dirty="0">
                <a:latin typeface="Cascadia Code" panose="020B0609020000020004" pitchFamily="49" charset="0"/>
                <a:ea typeface="Cascadia Code" panose="020B0609020000020004" pitchFamily="49" charset="0"/>
                <a:cs typeface="Cascadia Code" panose="020B0609020000020004" pitchFamily="49" charset="0"/>
              </a:rPr>
              <a:t> https://github.com/pydanny/cookiecutter-djangopackage.git</a:t>
            </a:r>
            <a:endParaRPr lang="en-US" sz="5100" dirty="0">
              <a:latin typeface="Cascadia Code" panose="020B0609020000020004" pitchFamily="49" charset="0"/>
              <a:ea typeface="Cascadia Code" panose="020B0609020000020004" pitchFamily="49" charset="0"/>
              <a:cs typeface="Cascadia Code" panose="020B0609020000020004" pitchFamily="49" charset="0"/>
            </a:endParaRPr>
          </a:p>
          <a:p>
            <a:pPr>
              <a:lnSpc>
                <a:spcPct val="120000"/>
              </a:lnSpc>
              <a:buFont typeface="Wingdings" panose="05000000000000000000" pitchFamily="2" charset="2"/>
              <a:buChar char="§"/>
            </a:pPr>
            <a:r>
              <a:rPr lang="en-US" sz="3000" dirty="0"/>
              <a:t>This will create a new project which will be highly suitable to be deployed in production. You will notice new files which did not come when you created the Django project, for example:</a:t>
            </a:r>
          </a:p>
          <a:p>
            <a:pPr>
              <a:lnSpc>
                <a:spcPct val="120000"/>
              </a:lnSpc>
              <a:buFont typeface="Wingdings" panose="05000000000000000000" pitchFamily="2" charset="2"/>
              <a:buChar char="§"/>
            </a:pPr>
            <a:r>
              <a:rPr lang="en-US" sz="3000" dirty="0"/>
              <a:t>.</a:t>
            </a:r>
            <a:r>
              <a:rPr lang="en-US" sz="3000" dirty="0" err="1"/>
              <a:t>travis.yml</a:t>
            </a:r>
            <a:r>
              <a:rPr lang="en-US" sz="3000" dirty="0"/>
              <a:t> is build configuration file for Travis, a Continuous Integration utility</a:t>
            </a:r>
          </a:p>
          <a:p>
            <a:pPr>
              <a:lnSpc>
                <a:spcPct val="120000"/>
              </a:lnSpc>
              <a:buFont typeface="Wingdings" panose="05000000000000000000" pitchFamily="2" charset="2"/>
              <a:buChar char="§"/>
            </a:pPr>
            <a:r>
              <a:rPr lang="en-US" sz="3000" dirty="0"/>
              <a:t>AUTHORS, CONTRIBUTING, HISTORY, LICENSE, README are </a:t>
            </a:r>
            <a:r>
              <a:rPr lang="en-US" sz="3000" b="1" dirty="0" err="1"/>
              <a:t>reStructured</a:t>
            </a:r>
            <a:r>
              <a:rPr lang="en-US" sz="3000" dirty="0"/>
              <a:t> text format files to provide various project-related descriptions.</a:t>
            </a:r>
          </a:p>
          <a:p>
            <a:pPr>
              <a:lnSpc>
                <a:spcPct val="120000"/>
              </a:lnSpc>
              <a:buFont typeface="Wingdings" panose="05000000000000000000" pitchFamily="2" charset="2"/>
              <a:buChar char="§"/>
            </a:pPr>
            <a:r>
              <a:rPr lang="en-US" sz="3000" dirty="0"/>
              <a:t>requirements_xyz.txt files list all dependencies which can be installed via a single command.</a:t>
            </a:r>
          </a:p>
          <a:p>
            <a:pPr>
              <a:lnSpc>
                <a:spcPct val="120000"/>
              </a:lnSpc>
              <a:buFont typeface="Wingdings" panose="05000000000000000000" pitchFamily="2" charset="2"/>
              <a:buChar char="§"/>
            </a:pPr>
            <a:r>
              <a:rPr lang="en-US" sz="3000" b="1" dirty="0"/>
              <a:t>setup.py</a:t>
            </a:r>
            <a:r>
              <a:rPr lang="en-US" sz="3000" dirty="0"/>
              <a:t> file is used to publish the app; </a:t>
            </a:r>
            <a:r>
              <a:rPr lang="en-US" sz="3000" b="1" dirty="0"/>
              <a:t>tasks.py</a:t>
            </a:r>
            <a:r>
              <a:rPr lang="en-US" sz="3000" dirty="0"/>
              <a:t> provides functions to clean, lint, rebuild, test, generate docs and release the app; </a:t>
            </a:r>
            <a:r>
              <a:rPr lang="en-US" sz="3000" b="1" dirty="0"/>
              <a:t>tox.ini</a:t>
            </a:r>
            <a:r>
              <a:rPr lang="en-US" sz="3000" dirty="0"/>
              <a:t> is a config file for a test command line tool that is used to automate testing in Python.</a:t>
            </a:r>
          </a:p>
          <a:p>
            <a:pPr>
              <a:lnSpc>
                <a:spcPct val="120000"/>
              </a:lnSpc>
              <a:buFont typeface="Wingdings" panose="05000000000000000000" pitchFamily="2" charset="2"/>
              <a:buChar char="§"/>
            </a:pPr>
            <a:r>
              <a:rPr lang="en-US" sz="3000" dirty="0"/>
              <a:t>Follow the official documentation: </a:t>
            </a:r>
            <a:r>
              <a:rPr lang="en-US" sz="3000" b="1" dirty="0"/>
              <a:t>https://cookiecutter.readthedocs.io/en/stable</a:t>
            </a:r>
          </a:p>
        </p:txBody>
      </p:sp>
    </p:spTree>
    <p:extLst>
      <p:ext uri="{BB962C8B-B14F-4D97-AF65-F5344CB8AC3E}">
        <p14:creationId xmlns:p14="http://schemas.microsoft.com/office/powerpoint/2010/main" val="1485904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 name="Picture Placeholder 7" descr="abstract image">
            <a:extLst>
              <a:ext uri="{FF2B5EF4-FFF2-40B4-BE49-F238E27FC236}">
                <a16:creationId xmlns:a16="http://schemas.microsoft.com/office/drawing/2014/main" id="{D5C5EA1B-F06D-4AD1-B526-89C2DF772232}"/>
              </a:ext>
            </a:extLst>
          </p:cNvPr>
          <p:cNvPicPr>
            <a:picLocks noChangeAspect="1"/>
          </p:cNvPicPr>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l="22717" r="45642"/>
          <a:stretch/>
        </p:blipFill>
        <p:spPr>
          <a:xfrm rot="16200000">
            <a:off x="2667001" y="-2666999"/>
            <a:ext cx="6858000" cy="12192000"/>
          </a:xfrm>
          <a:prstGeom prst="rect">
            <a:avLst/>
          </a:prstGeom>
          <a:noFill/>
        </p:spPr>
      </p:pic>
      <p:sp>
        <p:nvSpPr>
          <p:cNvPr id="6" name="Title 5">
            <a:extLst>
              <a:ext uri="{FF2B5EF4-FFF2-40B4-BE49-F238E27FC236}">
                <a16:creationId xmlns:a16="http://schemas.microsoft.com/office/drawing/2014/main" id="{4F7706BE-EF2E-459C-8778-01DDD354C634}"/>
              </a:ext>
            </a:extLst>
          </p:cNvPr>
          <p:cNvSpPr>
            <a:spLocks noGrp="1"/>
          </p:cNvSpPr>
          <p:nvPr>
            <p:ph type="title" idx="4294967295"/>
          </p:nvPr>
        </p:nvSpPr>
        <p:spPr>
          <a:xfrm>
            <a:off x="702365" y="1660810"/>
            <a:ext cx="10787270" cy="830649"/>
          </a:xfrm>
        </p:spPr>
        <p:txBody>
          <a:bodyPr>
            <a:normAutofit/>
          </a:bodyPr>
          <a:lstStyle/>
          <a:p>
            <a:r>
              <a:rPr lang="en-US" sz="4000" spc="300" dirty="0"/>
              <a:t>THANK YOU</a:t>
            </a:r>
          </a:p>
        </p:txBody>
      </p:sp>
      <p:pic>
        <p:nvPicPr>
          <p:cNvPr id="24" name="Online Image Placeholder 23" descr="User">
            <a:extLst>
              <a:ext uri="{FF2B5EF4-FFF2-40B4-BE49-F238E27FC236}">
                <a16:creationId xmlns:a16="http://schemas.microsoft.com/office/drawing/2014/main" id="{E896B487-8C07-495F-95BF-B8F4960E1E8D}"/>
              </a:ext>
            </a:extLst>
          </p:cNvPr>
          <p:cNvPicPr>
            <a:picLocks noGrp="1" noChangeAspect="1"/>
          </p:cNvPicPr>
          <p:nvPr>
            <p:ph type="clipArt" sz="quarter" idx="19"/>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p:pic>
      <p:pic>
        <p:nvPicPr>
          <p:cNvPr id="12" name="Online Image Placeholder 11" descr="Smart Phone">
            <a:extLst>
              <a:ext uri="{FF2B5EF4-FFF2-40B4-BE49-F238E27FC236}">
                <a16:creationId xmlns:a16="http://schemas.microsoft.com/office/drawing/2014/main" id="{4E709B75-16EA-4581-AED9-567DEF45A6B2}"/>
              </a:ext>
            </a:extLst>
          </p:cNvPr>
          <p:cNvPicPr>
            <a:picLocks noGrp="1" noChangeAspect="1"/>
          </p:cNvPicPr>
          <p:nvPr>
            <p:ph type="clipArt" sz="quarter" idx="20"/>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730873" y="3118670"/>
            <a:ext cx="730250" cy="730250"/>
          </a:xfrm>
        </p:spPr>
      </p:pic>
      <p:pic>
        <p:nvPicPr>
          <p:cNvPr id="28" name="Online Image Placeholder 27" descr="Envelope">
            <a:extLst>
              <a:ext uri="{FF2B5EF4-FFF2-40B4-BE49-F238E27FC236}">
                <a16:creationId xmlns:a16="http://schemas.microsoft.com/office/drawing/2014/main" id="{D4D09222-33EB-4F99-9A89-51E2E1E97584}"/>
              </a:ext>
            </a:extLst>
          </p:cNvPr>
          <p:cNvPicPr>
            <a:picLocks noGrp="1" noChangeAspect="1"/>
          </p:cNvPicPr>
          <p:nvPr>
            <p:ph type="clipArt" sz="quarter" idx="21"/>
          </p:nvPr>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p:pic>
      <p:sp>
        <p:nvSpPr>
          <p:cNvPr id="8" name="Text Placeholder 7">
            <a:extLst>
              <a:ext uri="{FF2B5EF4-FFF2-40B4-BE49-F238E27FC236}">
                <a16:creationId xmlns:a16="http://schemas.microsoft.com/office/drawing/2014/main" id="{0B070B25-2BBC-49AC-9CFA-1CD7195DF2D6}"/>
              </a:ext>
            </a:extLst>
          </p:cNvPr>
          <p:cNvSpPr>
            <a:spLocks noGrp="1"/>
          </p:cNvSpPr>
          <p:nvPr>
            <p:ph type="body" sz="quarter" idx="16"/>
          </p:nvPr>
        </p:nvSpPr>
        <p:spPr/>
        <p:txBody>
          <a:bodyPr/>
          <a:lstStyle/>
          <a:p>
            <a:r>
              <a:rPr lang="en-US" dirty="0"/>
              <a:t>Owais Hussain</a:t>
            </a:r>
          </a:p>
        </p:txBody>
      </p:sp>
      <p:sp>
        <p:nvSpPr>
          <p:cNvPr id="9" name="Text Placeholder 8">
            <a:extLst>
              <a:ext uri="{FF2B5EF4-FFF2-40B4-BE49-F238E27FC236}">
                <a16:creationId xmlns:a16="http://schemas.microsoft.com/office/drawing/2014/main" id="{9E2524A0-105C-4170-BB48-CD0756FB3DFE}"/>
              </a:ext>
            </a:extLst>
          </p:cNvPr>
          <p:cNvSpPr>
            <a:spLocks noGrp="1"/>
          </p:cNvSpPr>
          <p:nvPr>
            <p:ph type="body" sz="quarter" idx="17"/>
          </p:nvPr>
        </p:nvSpPr>
        <p:spPr/>
        <p:txBody>
          <a:bodyPr/>
          <a:lstStyle/>
          <a:p>
            <a:r>
              <a:rPr lang="en-US" dirty="0"/>
              <a:t>+92 345-3174270</a:t>
            </a:r>
          </a:p>
        </p:txBody>
      </p:sp>
      <p:sp>
        <p:nvSpPr>
          <p:cNvPr id="10" name="Text Placeholder 9">
            <a:extLst>
              <a:ext uri="{FF2B5EF4-FFF2-40B4-BE49-F238E27FC236}">
                <a16:creationId xmlns:a16="http://schemas.microsoft.com/office/drawing/2014/main" id="{6E57A531-5B0F-485D-A015-BC78AD089BA6}"/>
              </a:ext>
            </a:extLst>
          </p:cNvPr>
          <p:cNvSpPr>
            <a:spLocks noGrp="1"/>
          </p:cNvSpPr>
          <p:nvPr>
            <p:ph type="body" sz="quarter" idx="18"/>
          </p:nvPr>
        </p:nvSpPr>
        <p:spPr>
          <a:xfrm>
            <a:off x="8216525" y="3903126"/>
            <a:ext cx="3572351" cy="518795"/>
          </a:xfrm>
        </p:spPr>
        <p:txBody>
          <a:bodyPr>
            <a:normAutofit fontScale="92500"/>
          </a:bodyPr>
          <a:lstStyle/>
          <a:p>
            <a:r>
              <a:rPr lang="en-US" dirty="0"/>
              <a:t>owais.hussain@kiet.edu.pk</a:t>
            </a:r>
          </a:p>
        </p:txBody>
      </p:sp>
      <p:sp>
        <p:nvSpPr>
          <p:cNvPr id="3" name="Text Placeholder 2">
            <a:extLst>
              <a:ext uri="{FF2B5EF4-FFF2-40B4-BE49-F238E27FC236}">
                <a16:creationId xmlns:a16="http://schemas.microsoft.com/office/drawing/2014/main" id="{C747C414-85D9-40D6-9BB3-5AF68A84F413}"/>
              </a:ext>
            </a:extLst>
          </p:cNvPr>
          <p:cNvSpPr>
            <a:spLocks noGrp="1"/>
          </p:cNvSpPr>
          <p:nvPr>
            <p:ph type="body" sz="quarter" idx="12"/>
          </p:nvPr>
        </p:nvSpPr>
        <p:spPr>
          <a:xfrm>
            <a:off x="2486288" y="5137992"/>
            <a:ext cx="7219423" cy="518795"/>
          </a:xfrm>
        </p:spPr>
        <p:txBody>
          <a:bodyPr/>
          <a:lstStyle/>
          <a:p>
            <a:r>
              <a:rPr lang="en-US" sz="1700" dirty="0"/>
              <a:t>https://www.researchgate.net/profile/Owais-Hussain-3</a:t>
            </a:r>
          </a:p>
        </p:txBody>
      </p:sp>
    </p:spTree>
    <p:extLst>
      <p:ext uri="{BB962C8B-B14F-4D97-AF65-F5344CB8AC3E}">
        <p14:creationId xmlns:p14="http://schemas.microsoft.com/office/powerpoint/2010/main" val="927727573"/>
      </p:ext>
    </p:extLst>
  </p:cSld>
  <p:clrMapOvr>
    <a:masterClrMapping/>
  </p:clrMapOvr>
</p:sld>
</file>

<file path=ppt/theme/theme1.xml><?xml version="1.0" encoding="utf-8"?>
<a:theme xmlns:a="http://schemas.openxmlformats.org/drawingml/2006/main" name="Office Theme">
  <a:themeElements>
    <a:clrScheme name="Custom 5">
      <a:dk1>
        <a:sysClr val="windowText" lastClr="000000"/>
      </a:dk1>
      <a:lt1>
        <a:sysClr val="window" lastClr="FFFFFF"/>
      </a:lt1>
      <a:dk2>
        <a:srgbClr val="44546A"/>
      </a:dk2>
      <a:lt2>
        <a:srgbClr val="E7E6E6"/>
      </a:lt2>
      <a:accent1>
        <a:srgbClr val="A53F52"/>
      </a:accent1>
      <a:accent2>
        <a:srgbClr val="E99757"/>
      </a:accent2>
      <a:accent3>
        <a:srgbClr val="2F3342"/>
      </a:accent3>
      <a:accent4>
        <a:srgbClr val="2C2153"/>
      </a:accent4>
      <a:accent5>
        <a:srgbClr val="01023B"/>
      </a:accent5>
      <a:accent6>
        <a:srgbClr val="7F7F7F"/>
      </a:accent6>
      <a:hlink>
        <a:srgbClr val="3A3838"/>
      </a:hlink>
      <a:folHlink>
        <a:srgbClr val="D0CEC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ch presentation_Win32_LW_v2.potx" id="{3AEEB70B-72AA-432B-B699-7833EBF4B1FE}" vid="{14A49A59-25D4-4203-BE02-DE6939C7C5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5BB9993-D5F9-46FA-B2E5-80E3632E982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3D9F223-918A-45AF-9B53-56AB9E5E2182}">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1B7E2D32-4FDD-4266-880C-17595B80143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Tech presentation</Template>
  <TotalTime>4787</TotalTime>
  <Words>1820</Words>
  <Application>Microsoft Office PowerPoint</Application>
  <PresentationFormat>Widescreen</PresentationFormat>
  <Paragraphs>213</Paragraphs>
  <Slides>24</Slides>
  <Notes>21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Arial</vt:lpstr>
      <vt:lpstr>Calibri</vt:lpstr>
      <vt:lpstr>Calibri Light</vt:lpstr>
      <vt:lpstr>Cascadia Code</vt:lpstr>
      <vt:lpstr>Consolas</vt:lpstr>
      <vt:lpstr>Wingdings</vt:lpstr>
      <vt:lpstr>Office Theme</vt:lpstr>
      <vt:lpstr>Web APPLICATION Development (111834)</vt:lpstr>
      <vt:lpstr>Agenda</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INFLUENCE MINING IN COMPLEX NETWORKS</dc:title>
  <dc:creator>Owais Ahmed</dc:creator>
  <cp:lastModifiedBy>Owais Ahmed</cp:lastModifiedBy>
  <cp:revision>361</cp:revision>
  <dcterms:created xsi:type="dcterms:W3CDTF">2022-11-22T20:08:03Z</dcterms:created>
  <dcterms:modified xsi:type="dcterms:W3CDTF">2023-06-08T08:22:52Z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