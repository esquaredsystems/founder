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27"/>
  </p:notesMasterIdLst>
  <p:handoutMasterIdLst>
    <p:handoutMasterId r:id="rId28"/>
  </p:handoutMasterIdLst>
  <p:sldIdLst>
    <p:sldId id="2503" r:id="rId5"/>
    <p:sldId id="2462" r:id="rId6"/>
    <p:sldId id="2574" r:id="rId7"/>
    <p:sldId id="2573" r:id="rId8"/>
    <p:sldId id="2575" r:id="rId9"/>
    <p:sldId id="2576" r:id="rId10"/>
    <p:sldId id="2577" r:id="rId11"/>
    <p:sldId id="2578" r:id="rId12"/>
    <p:sldId id="2580" r:id="rId13"/>
    <p:sldId id="2579" r:id="rId14"/>
    <p:sldId id="2581" r:id="rId15"/>
    <p:sldId id="2582" r:id="rId16"/>
    <p:sldId id="2583" r:id="rId17"/>
    <p:sldId id="2584" r:id="rId18"/>
    <p:sldId id="2585" r:id="rId19"/>
    <p:sldId id="2586" r:id="rId20"/>
    <p:sldId id="2589" r:id="rId21"/>
    <p:sldId id="2587" r:id="rId22"/>
    <p:sldId id="2588" r:id="rId23"/>
    <p:sldId id="2590" r:id="rId24"/>
    <p:sldId id="2592" r:id="rId25"/>
    <p:sldId id="2436" r:id="rId2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3F38B0BD-BB32-4B2D-82DE-5A028D5CA6A4}">
          <p14:sldIdLst>
            <p14:sldId id="2503"/>
            <p14:sldId id="2462"/>
            <p14:sldId id="2574"/>
            <p14:sldId id="2573"/>
            <p14:sldId id="2575"/>
            <p14:sldId id="2576"/>
            <p14:sldId id="2577"/>
            <p14:sldId id="2578"/>
            <p14:sldId id="2580"/>
            <p14:sldId id="2579"/>
            <p14:sldId id="2581"/>
            <p14:sldId id="2582"/>
            <p14:sldId id="2583"/>
            <p14:sldId id="2584"/>
            <p14:sldId id="2585"/>
            <p14:sldId id="2586"/>
            <p14:sldId id="2589"/>
            <p14:sldId id="2587"/>
            <p14:sldId id="2588"/>
            <p14:sldId id="2590"/>
            <p14:sldId id="2592"/>
            <p14:sldId id="2436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1992" userDrawn="1">
          <p15:clr>
            <a:srgbClr val="A4A3A4"/>
          </p15:clr>
        </p15:guide>
        <p15:guide id="2" pos="3840" userDrawn="1">
          <p15:clr>
            <a:srgbClr val="A4A3A4"/>
          </p15:clr>
        </p15:guide>
        <p15:guide id="3" orient="horz" pos="1416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1023B"/>
    <a:srgbClr val="898989"/>
    <a:srgbClr val="2F3342"/>
    <a:srgbClr val="A53F52"/>
    <a:srgbClr val="2C2153"/>
    <a:srgbClr val="E9975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5FFCF72-43B2-ED44-8B54-428C97709F49}" v="1" dt="2026-06-13T08:22:29.721"/>
    <p1510:client id="{9F1EECE6-9B10-44DE-8BBC-4C40FDF55198}" v="2032" dt="2026-06-12T15:21:09.796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8FD4443E-F989-4FC4-A0C8-D5A2AF1F390B}" styleName="Dark Style 1 - Accent 5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wholeTbl>
    <a:band1H>
      <a:tcStyle>
        <a:tcBdr/>
        <a:fill>
          <a:solidFill>
            <a:schemeClr val="accent5">
              <a:shade val="60000"/>
            </a:schemeClr>
          </a:solidFill>
        </a:fill>
      </a:tcStyle>
    </a:band1H>
    <a:band1V>
      <a:tcStyle>
        <a:tcBdr/>
        <a:fill>
          <a:solidFill>
            <a:schemeClr val="accent5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5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5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5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2A488322-F2BA-4B5B-9748-0D474271808F}" styleName="Medium Style 3 - 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1FECB4D8-DB02-4DC6-A0A2-4F2EBAE1DC90}" styleName="Medium Style 1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68D230F3-CF80-4859-8CE7-A43EE81993B5}" styleName="Light Style 1 - Accent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85"/>
  </p:normalViewPr>
  <p:slideViewPr>
    <p:cSldViewPr snapToGrid="0">
      <p:cViewPr varScale="1">
        <p:scale>
          <a:sx n="142" d="100"/>
          <a:sy n="142" d="100"/>
        </p:scale>
        <p:origin x="712" y="184"/>
      </p:cViewPr>
      <p:guideLst>
        <p:guide orient="horz" pos="1992"/>
        <p:guide pos="3840"/>
        <p:guide orient="horz" pos="1416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6" d="100"/>
          <a:sy n="66" d="100"/>
        </p:scale>
        <p:origin x="0" y="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34" Type="http://schemas.microsoft.com/office/2015/10/relationships/revisionInfo" Target="revisionInfo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microsoft.com/office/2016/11/relationships/changesInfo" Target="changesInfos/changesInfo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handoutMaster" Target="handoutMasters/handoutMaster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notesMaster" Target="notesMasters/notesMaster1.xml"/><Relationship Id="rId30" Type="http://schemas.openxmlformats.org/officeDocument/2006/relationships/viewProps" Target="viewProps.xml"/><Relationship Id="rId8" Type="http://schemas.openxmlformats.org/officeDocument/2006/relationships/slide" Target="slides/slide4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Owais Ahmed" userId="6abc7d4556b3b071" providerId="LiveId" clId="{641304C9-537E-56B8-9D3B-F295291B91EB}"/>
    <pc:docChg chg="custSel modSld">
      <pc:chgData name="Owais Ahmed" userId="6abc7d4556b3b071" providerId="LiveId" clId="{641304C9-537E-56B8-9D3B-F295291B91EB}" dt="2026-06-13T08:22:29.788" v="1" actId="27636"/>
      <pc:docMkLst>
        <pc:docMk/>
      </pc:docMkLst>
      <pc:sldChg chg="modSp mod modAnim">
        <pc:chgData name="Owais Ahmed" userId="6abc7d4556b3b071" providerId="LiveId" clId="{641304C9-537E-56B8-9D3B-F295291B91EB}" dt="2026-06-13T08:22:29.788" v="1" actId="27636"/>
        <pc:sldMkLst>
          <pc:docMk/>
          <pc:sldMk cId="3252148016" sldId="2586"/>
        </pc:sldMkLst>
        <pc:spChg chg="mod">
          <ac:chgData name="Owais Ahmed" userId="6abc7d4556b3b071" providerId="LiveId" clId="{641304C9-537E-56B8-9D3B-F295291B91EB}" dt="2026-06-13T08:22:29.788" v="1" actId="27636"/>
          <ac:spMkLst>
            <pc:docMk/>
            <pc:sldMk cId="3252148016" sldId="2586"/>
            <ac:spMk id="3" creationId="{B9D1819E-4C13-B500-7246-2FB56946A7EB}"/>
          </ac:spMkLst>
        </pc:spChg>
      </pc:sldChg>
    </pc:docChg>
  </pc:docChgLst>
  <pc:docChgLst>
    <pc:chgData name="Owais Ahmed" userId="6abc7d4556b3b071" providerId="LiveId" clId="{D0A51F83-B713-4A4D-8105-C75936B8E1D2}"/>
    <pc:docChg chg="undo redo custSel addSld delSld modSld sldOrd addSection delSection modSection">
      <pc:chgData name="Owais Ahmed" userId="6abc7d4556b3b071" providerId="LiveId" clId="{D0A51F83-B713-4A4D-8105-C75936B8E1D2}" dt="2026-06-12T15:21:09.796" v="22441"/>
      <pc:docMkLst>
        <pc:docMk/>
      </pc:docMkLst>
      <pc:sldChg chg="modSp mod">
        <pc:chgData name="Owais Ahmed" userId="6abc7d4556b3b071" providerId="LiveId" clId="{D0A51F83-B713-4A4D-8105-C75936B8E1D2}" dt="2026-06-12T14:14:25.254" v="21910" actId="20577"/>
        <pc:sldMkLst>
          <pc:docMk/>
          <pc:sldMk cId="1649098948" sldId="2462"/>
        </pc:sldMkLst>
        <pc:spChg chg="mod">
          <ac:chgData name="Owais Ahmed" userId="6abc7d4556b3b071" providerId="LiveId" clId="{D0A51F83-B713-4A4D-8105-C75936B8E1D2}" dt="2026-06-12T14:14:25.254" v="21910" actId="20577"/>
          <ac:spMkLst>
            <pc:docMk/>
            <pc:sldMk cId="1649098948" sldId="2462"/>
            <ac:spMk id="6" creationId="{F3C89A40-EEAA-43AB-9A3A-B2CFDE450F1B}"/>
          </ac:spMkLst>
        </pc:spChg>
      </pc:sldChg>
      <pc:sldChg chg="addSp modSp mod addAnim delAnim modAnim modNotesTx">
        <pc:chgData name="Owais Ahmed" userId="6abc7d4556b3b071" providerId="LiveId" clId="{D0A51F83-B713-4A4D-8105-C75936B8E1D2}" dt="2026-06-12T14:53:20.400" v="22367"/>
        <pc:sldMkLst>
          <pc:docMk/>
          <pc:sldMk cId="689729503" sldId="2573"/>
        </pc:sldMkLst>
        <pc:spChg chg="mod">
          <ac:chgData name="Owais Ahmed" userId="6abc7d4556b3b071" providerId="LiveId" clId="{D0A51F83-B713-4A4D-8105-C75936B8E1D2}" dt="2026-06-12T14:52:56.465" v="22343" actId="6549"/>
          <ac:spMkLst>
            <pc:docMk/>
            <pc:sldMk cId="689729503" sldId="2573"/>
            <ac:spMk id="3" creationId="{422A2E5D-4F5F-9B1C-1AFF-E3AB54478CC4}"/>
          </ac:spMkLst>
        </pc:spChg>
        <pc:spChg chg="add mod">
          <ac:chgData name="Owais Ahmed" userId="6abc7d4556b3b071" providerId="LiveId" clId="{D0A51F83-B713-4A4D-8105-C75936B8E1D2}" dt="2026-06-12T14:53:11.571" v="22366" actId="20577"/>
          <ac:spMkLst>
            <pc:docMk/>
            <pc:sldMk cId="689729503" sldId="2573"/>
            <ac:spMk id="4" creationId="{FE9A175A-71A8-490E-3014-8AD44221A9CD}"/>
          </ac:spMkLst>
        </pc:spChg>
        <pc:spChg chg="mod">
          <ac:chgData name="Owais Ahmed" userId="6abc7d4556b3b071" providerId="LiveId" clId="{D0A51F83-B713-4A4D-8105-C75936B8E1D2}" dt="2026-06-12T12:15:13.503" v="19736"/>
          <ac:spMkLst>
            <pc:docMk/>
            <pc:sldMk cId="689729503" sldId="2573"/>
            <ac:spMk id="215" creationId="{A2F99602-7C2E-7F99-7019-B197A4777D32}"/>
          </ac:spMkLst>
        </pc:spChg>
      </pc:sldChg>
      <pc:sldChg chg="add ord">
        <pc:chgData name="Owais Ahmed" userId="6abc7d4556b3b071" providerId="LiveId" clId="{D0A51F83-B713-4A4D-8105-C75936B8E1D2}" dt="2026-06-12T12:27:30.622" v="20616"/>
        <pc:sldMkLst>
          <pc:docMk/>
          <pc:sldMk cId="2170964701" sldId="2574"/>
        </pc:sldMkLst>
      </pc:sldChg>
      <pc:sldChg chg="modSp add mod addAnim delAnim modAnim modNotesTx">
        <pc:chgData name="Owais Ahmed" userId="6abc7d4556b3b071" providerId="LiveId" clId="{D0A51F83-B713-4A4D-8105-C75936B8E1D2}" dt="2026-06-12T14:54:02.085" v="22370"/>
        <pc:sldMkLst>
          <pc:docMk/>
          <pc:sldMk cId="4118160257" sldId="2575"/>
        </pc:sldMkLst>
        <pc:spChg chg="mod">
          <ac:chgData name="Owais Ahmed" userId="6abc7d4556b3b071" providerId="LiveId" clId="{D0A51F83-B713-4A4D-8105-C75936B8E1D2}" dt="2026-06-12T12:23:04.815" v="20114" actId="20577"/>
          <ac:spMkLst>
            <pc:docMk/>
            <pc:sldMk cId="4118160257" sldId="2575"/>
            <ac:spMk id="3" creationId="{31EBE21E-5FB2-9250-5D78-76AF6E317595}"/>
          </ac:spMkLst>
        </pc:spChg>
        <pc:spChg chg="mod">
          <ac:chgData name="Owais Ahmed" userId="6abc7d4556b3b071" providerId="LiveId" clId="{D0A51F83-B713-4A4D-8105-C75936B8E1D2}" dt="2026-06-12T12:54:28.834" v="20746" actId="20577"/>
          <ac:spMkLst>
            <pc:docMk/>
            <pc:sldMk cId="4118160257" sldId="2575"/>
            <ac:spMk id="4" creationId="{9A9FF51E-E8E9-7B71-6F52-0621184599C1}"/>
          </ac:spMkLst>
        </pc:spChg>
        <pc:spChg chg="mod">
          <ac:chgData name="Owais Ahmed" userId="6abc7d4556b3b071" providerId="LiveId" clId="{D0A51F83-B713-4A4D-8105-C75936B8E1D2}" dt="2026-06-12T12:20:17.121" v="19999" actId="20577"/>
          <ac:spMkLst>
            <pc:docMk/>
            <pc:sldMk cId="4118160257" sldId="2575"/>
            <ac:spMk id="215" creationId="{786E540E-FEB0-50C7-6063-CA83F0FED41C}"/>
          </ac:spMkLst>
        </pc:spChg>
      </pc:sldChg>
      <pc:sldChg chg="modSp add mod ord modAnim modNotesTx">
        <pc:chgData name="Owais Ahmed" userId="6abc7d4556b3b071" providerId="LiveId" clId="{D0A51F83-B713-4A4D-8105-C75936B8E1D2}" dt="2026-06-12T13:00:17.438" v="21015" actId="20577"/>
        <pc:sldMkLst>
          <pc:docMk/>
          <pc:sldMk cId="1161241976" sldId="2576"/>
        </pc:sldMkLst>
        <pc:spChg chg="mod">
          <ac:chgData name="Owais Ahmed" userId="6abc7d4556b3b071" providerId="LiveId" clId="{D0A51F83-B713-4A4D-8105-C75936B8E1D2}" dt="2026-06-12T13:00:17.438" v="21015" actId="20577"/>
          <ac:spMkLst>
            <pc:docMk/>
            <pc:sldMk cId="1161241976" sldId="2576"/>
            <ac:spMk id="3" creationId="{AA8BAFCA-03BE-DA18-62AE-580B73017736}"/>
          </ac:spMkLst>
        </pc:spChg>
        <pc:spChg chg="mod">
          <ac:chgData name="Owais Ahmed" userId="6abc7d4556b3b071" providerId="LiveId" clId="{D0A51F83-B713-4A4D-8105-C75936B8E1D2}" dt="2026-06-12T12:55:42.201" v="20942" actId="20577"/>
          <ac:spMkLst>
            <pc:docMk/>
            <pc:sldMk cId="1161241976" sldId="2576"/>
            <ac:spMk id="215" creationId="{E3667B6E-6C18-3664-A839-710799F58F5C}"/>
          </ac:spMkLst>
        </pc:spChg>
      </pc:sldChg>
      <pc:sldChg chg="addSp delSp modSp add mod delAnim modAnim">
        <pc:chgData name="Owais Ahmed" userId="6abc7d4556b3b071" providerId="LiveId" clId="{D0A51F83-B713-4A4D-8105-C75936B8E1D2}" dt="2026-06-12T14:54:38.651" v="22374"/>
        <pc:sldMkLst>
          <pc:docMk/>
          <pc:sldMk cId="1658688993" sldId="2577"/>
        </pc:sldMkLst>
        <pc:spChg chg="del mod">
          <ac:chgData name="Owais Ahmed" userId="6abc7d4556b3b071" providerId="LiveId" clId="{D0A51F83-B713-4A4D-8105-C75936B8E1D2}" dt="2026-06-12T12:57:46.178" v="20983" actId="478"/>
          <ac:spMkLst>
            <pc:docMk/>
            <pc:sldMk cId="1658688993" sldId="2577"/>
            <ac:spMk id="3" creationId="{4B3A9D55-EE5A-FB9C-4894-641512C472FD}"/>
          </ac:spMkLst>
        </pc:spChg>
        <pc:graphicFrameChg chg="add mod modGraphic">
          <ac:chgData name="Owais Ahmed" userId="6abc7d4556b3b071" providerId="LiveId" clId="{D0A51F83-B713-4A4D-8105-C75936B8E1D2}" dt="2026-06-12T12:59:23.471" v="21011" actId="207"/>
          <ac:graphicFrameMkLst>
            <pc:docMk/>
            <pc:sldMk cId="1658688993" sldId="2577"/>
            <ac:graphicFrameMk id="4" creationId="{0B35D6E5-0D23-BC5B-4B0A-45AC17D74BFD}"/>
          </ac:graphicFrameMkLst>
        </pc:graphicFrameChg>
      </pc:sldChg>
      <pc:sldChg chg="modSp add mod ord modAnim">
        <pc:chgData name="Owais Ahmed" userId="6abc7d4556b3b071" providerId="LiveId" clId="{D0A51F83-B713-4A4D-8105-C75936B8E1D2}" dt="2026-06-12T13:05:39.003" v="21152" actId="20577"/>
        <pc:sldMkLst>
          <pc:docMk/>
          <pc:sldMk cId="4147746531" sldId="2578"/>
        </pc:sldMkLst>
        <pc:spChg chg="mod">
          <ac:chgData name="Owais Ahmed" userId="6abc7d4556b3b071" providerId="LiveId" clId="{D0A51F83-B713-4A4D-8105-C75936B8E1D2}" dt="2026-06-12T13:05:39.003" v="21152" actId="20577"/>
          <ac:spMkLst>
            <pc:docMk/>
            <pc:sldMk cId="4147746531" sldId="2578"/>
            <ac:spMk id="3" creationId="{A1B45376-D826-2C35-F563-6B43B68BF044}"/>
          </ac:spMkLst>
        </pc:spChg>
        <pc:spChg chg="mod">
          <ac:chgData name="Owais Ahmed" userId="6abc7d4556b3b071" providerId="LiveId" clId="{D0A51F83-B713-4A4D-8105-C75936B8E1D2}" dt="2026-06-12T13:00:47.342" v="21034" actId="20577"/>
          <ac:spMkLst>
            <pc:docMk/>
            <pc:sldMk cId="4147746531" sldId="2578"/>
            <ac:spMk id="215" creationId="{7F6D4301-1F9F-AEF7-09E4-839D002B9293}"/>
          </ac:spMkLst>
        </pc:spChg>
      </pc:sldChg>
      <pc:sldChg chg="modSp add mod modAnim">
        <pc:chgData name="Owais Ahmed" userId="6abc7d4556b3b071" providerId="LiveId" clId="{D0A51F83-B713-4A4D-8105-C75936B8E1D2}" dt="2026-06-12T13:06:01.907" v="21161" actId="20577"/>
        <pc:sldMkLst>
          <pc:docMk/>
          <pc:sldMk cId="1678387983" sldId="2579"/>
        </pc:sldMkLst>
        <pc:spChg chg="mod">
          <ac:chgData name="Owais Ahmed" userId="6abc7d4556b3b071" providerId="LiveId" clId="{D0A51F83-B713-4A4D-8105-C75936B8E1D2}" dt="2026-06-12T13:06:01.907" v="21161" actId="20577"/>
          <ac:spMkLst>
            <pc:docMk/>
            <pc:sldMk cId="1678387983" sldId="2579"/>
            <ac:spMk id="3" creationId="{DDD2F3A0-0AF6-71FC-372D-7192A5C969B8}"/>
          </ac:spMkLst>
        </pc:spChg>
      </pc:sldChg>
      <pc:sldChg chg="modSp add mod modAnim">
        <pc:chgData name="Owais Ahmed" userId="6abc7d4556b3b071" providerId="LiveId" clId="{D0A51F83-B713-4A4D-8105-C75936B8E1D2}" dt="2026-06-12T13:05:41.986" v="21154" actId="27636"/>
        <pc:sldMkLst>
          <pc:docMk/>
          <pc:sldMk cId="1455820589" sldId="2580"/>
        </pc:sldMkLst>
        <pc:spChg chg="mod">
          <ac:chgData name="Owais Ahmed" userId="6abc7d4556b3b071" providerId="LiveId" clId="{D0A51F83-B713-4A4D-8105-C75936B8E1D2}" dt="2026-06-12T13:05:41.986" v="21154" actId="27636"/>
          <ac:spMkLst>
            <pc:docMk/>
            <pc:sldMk cId="1455820589" sldId="2580"/>
            <ac:spMk id="3" creationId="{2E0B7842-797A-25DB-6947-0B023E7CC8A3}"/>
          </ac:spMkLst>
        </pc:spChg>
      </pc:sldChg>
      <pc:sldChg chg="modSp add mod modAnim">
        <pc:chgData name="Owais Ahmed" userId="6abc7d4556b3b071" providerId="LiveId" clId="{D0A51F83-B713-4A4D-8105-C75936B8E1D2}" dt="2026-06-12T13:05:57.616" v="21157" actId="27636"/>
        <pc:sldMkLst>
          <pc:docMk/>
          <pc:sldMk cId="3227492165" sldId="2581"/>
        </pc:sldMkLst>
        <pc:spChg chg="mod">
          <ac:chgData name="Owais Ahmed" userId="6abc7d4556b3b071" providerId="LiveId" clId="{D0A51F83-B713-4A4D-8105-C75936B8E1D2}" dt="2026-06-12T13:05:57.616" v="21157" actId="27636"/>
          <ac:spMkLst>
            <pc:docMk/>
            <pc:sldMk cId="3227492165" sldId="2581"/>
            <ac:spMk id="3" creationId="{EA4DDB69-699F-B6B1-B244-50E24CF7AA11}"/>
          </ac:spMkLst>
        </pc:spChg>
      </pc:sldChg>
      <pc:sldChg chg="modSp add mod modAnim">
        <pc:chgData name="Owais Ahmed" userId="6abc7d4556b3b071" providerId="LiveId" clId="{D0A51F83-B713-4A4D-8105-C75936B8E1D2}" dt="2026-06-12T15:18:17.102" v="22379" actId="20577"/>
        <pc:sldMkLst>
          <pc:docMk/>
          <pc:sldMk cId="926255148" sldId="2582"/>
        </pc:sldMkLst>
        <pc:spChg chg="mod">
          <ac:chgData name="Owais Ahmed" userId="6abc7d4556b3b071" providerId="LiveId" clId="{D0A51F83-B713-4A4D-8105-C75936B8E1D2}" dt="2026-06-12T15:18:17.102" v="22379" actId="20577"/>
          <ac:spMkLst>
            <pc:docMk/>
            <pc:sldMk cId="926255148" sldId="2582"/>
            <ac:spMk id="3" creationId="{0E875882-9961-0BDA-9E50-D9935A41AD4A}"/>
          </ac:spMkLst>
        </pc:spChg>
        <pc:spChg chg="mod">
          <ac:chgData name="Owais Ahmed" userId="6abc7d4556b3b071" providerId="LiveId" clId="{D0A51F83-B713-4A4D-8105-C75936B8E1D2}" dt="2026-06-12T13:50:49.347" v="21265" actId="20577"/>
          <ac:spMkLst>
            <pc:docMk/>
            <pc:sldMk cId="926255148" sldId="2582"/>
            <ac:spMk id="215" creationId="{38DEC434-7569-74C6-2EA6-9D90EEEF38F3}"/>
          </ac:spMkLst>
        </pc:spChg>
      </pc:sldChg>
      <pc:sldChg chg="modSp add del mod modAnim">
        <pc:chgData name="Owais Ahmed" userId="6abc7d4556b3b071" providerId="LiveId" clId="{D0A51F83-B713-4A4D-8105-C75936B8E1D2}" dt="2026-06-12T13:30:04.598" v="21181" actId="47"/>
        <pc:sldMkLst>
          <pc:docMk/>
          <pc:sldMk cId="2581522711" sldId="2582"/>
        </pc:sldMkLst>
        <pc:spChg chg="mod">
          <ac:chgData name="Owais Ahmed" userId="6abc7d4556b3b071" providerId="LiveId" clId="{D0A51F83-B713-4A4D-8105-C75936B8E1D2}" dt="2026-06-12T13:29:53.207" v="21180"/>
          <ac:spMkLst>
            <pc:docMk/>
            <pc:sldMk cId="2581522711" sldId="2582"/>
            <ac:spMk id="3" creationId="{CDBEF0BE-0C4F-E77A-4F2F-FA26D83AB21E}"/>
          </ac:spMkLst>
        </pc:spChg>
        <pc:spChg chg="mod">
          <ac:chgData name="Owais Ahmed" userId="6abc7d4556b3b071" providerId="LiveId" clId="{D0A51F83-B713-4A4D-8105-C75936B8E1D2}" dt="2026-06-12T13:28:33.740" v="21166" actId="20577"/>
          <ac:spMkLst>
            <pc:docMk/>
            <pc:sldMk cId="2581522711" sldId="2582"/>
            <ac:spMk id="215" creationId="{F9D60354-FB9A-7842-355B-0DB83B6208D8}"/>
          </ac:spMkLst>
        </pc:spChg>
      </pc:sldChg>
      <pc:sldChg chg="modSp add mod modAnim">
        <pc:chgData name="Owais Ahmed" userId="6abc7d4556b3b071" providerId="LiveId" clId="{D0A51F83-B713-4A4D-8105-C75936B8E1D2}" dt="2026-06-12T15:19:41.940" v="22434" actId="20577"/>
        <pc:sldMkLst>
          <pc:docMk/>
          <pc:sldMk cId="254180816" sldId="2583"/>
        </pc:sldMkLst>
        <pc:spChg chg="mod">
          <ac:chgData name="Owais Ahmed" userId="6abc7d4556b3b071" providerId="LiveId" clId="{D0A51F83-B713-4A4D-8105-C75936B8E1D2}" dt="2026-06-12T15:19:41.940" v="22434" actId="20577"/>
          <ac:spMkLst>
            <pc:docMk/>
            <pc:sldMk cId="254180816" sldId="2583"/>
            <ac:spMk id="3" creationId="{158D8C75-0327-16AF-BAD9-6CEC31642378}"/>
          </ac:spMkLst>
        </pc:spChg>
        <pc:spChg chg="mod">
          <ac:chgData name="Owais Ahmed" userId="6abc7d4556b3b071" providerId="LiveId" clId="{D0A51F83-B713-4A4D-8105-C75936B8E1D2}" dt="2026-06-12T13:53:08.385" v="21348" actId="20577"/>
          <ac:spMkLst>
            <pc:docMk/>
            <pc:sldMk cId="254180816" sldId="2583"/>
            <ac:spMk id="215" creationId="{62CFA8E4-1FFA-679A-E6A3-D08F5A4F9401}"/>
          </ac:spMkLst>
        </pc:spChg>
      </pc:sldChg>
      <pc:sldChg chg="add del">
        <pc:chgData name="Owais Ahmed" userId="6abc7d4556b3b071" providerId="LiveId" clId="{D0A51F83-B713-4A4D-8105-C75936B8E1D2}" dt="2026-06-12T13:29:50.063" v="21177" actId="2890"/>
        <pc:sldMkLst>
          <pc:docMk/>
          <pc:sldMk cId="3170875905" sldId="2583"/>
        </pc:sldMkLst>
      </pc:sldChg>
      <pc:sldChg chg="modSp add mod ord modAnim modNotesTx">
        <pc:chgData name="Owais Ahmed" userId="6abc7d4556b3b071" providerId="LiveId" clId="{D0A51F83-B713-4A4D-8105-C75936B8E1D2}" dt="2026-06-12T14:08:29.656" v="21761" actId="20577"/>
        <pc:sldMkLst>
          <pc:docMk/>
          <pc:sldMk cId="1968106956" sldId="2584"/>
        </pc:sldMkLst>
        <pc:spChg chg="mod">
          <ac:chgData name="Owais Ahmed" userId="6abc7d4556b3b071" providerId="LiveId" clId="{D0A51F83-B713-4A4D-8105-C75936B8E1D2}" dt="2026-06-12T14:08:20.872" v="21745" actId="6549"/>
          <ac:spMkLst>
            <pc:docMk/>
            <pc:sldMk cId="1968106956" sldId="2584"/>
            <ac:spMk id="3" creationId="{B4D1D134-E0E3-6AB3-2ED5-6F878D4AB7B3}"/>
          </ac:spMkLst>
        </pc:spChg>
        <pc:spChg chg="mod">
          <ac:chgData name="Owais Ahmed" userId="6abc7d4556b3b071" providerId="LiveId" clId="{D0A51F83-B713-4A4D-8105-C75936B8E1D2}" dt="2026-06-12T13:59:50.885" v="21560" actId="20577"/>
          <ac:spMkLst>
            <pc:docMk/>
            <pc:sldMk cId="1968106956" sldId="2584"/>
            <ac:spMk id="215" creationId="{A4EF3EFB-9FDF-CD1E-ECAB-114B212AC45C}"/>
          </ac:spMkLst>
        </pc:spChg>
      </pc:sldChg>
      <pc:sldChg chg="addSp modSp add mod ord modAnim">
        <pc:chgData name="Owais Ahmed" userId="6abc7d4556b3b071" providerId="LiveId" clId="{D0A51F83-B713-4A4D-8105-C75936B8E1D2}" dt="2026-06-12T14:20:14.924" v="22033"/>
        <pc:sldMkLst>
          <pc:docMk/>
          <pc:sldMk cId="4103550386" sldId="2585"/>
        </pc:sldMkLst>
        <pc:spChg chg="mod">
          <ac:chgData name="Owais Ahmed" userId="6abc7d4556b3b071" providerId="LiveId" clId="{D0A51F83-B713-4A4D-8105-C75936B8E1D2}" dt="2026-06-12T14:04:46.903" v="21658" actId="27636"/>
          <ac:spMkLst>
            <pc:docMk/>
            <pc:sldMk cId="4103550386" sldId="2585"/>
            <ac:spMk id="3" creationId="{00EC6003-3ED1-F238-05B9-B2FBAAC62C00}"/>
          </ac:spMkLst>
        </pc:spChg>
        <pc:spChg chg="mod">
          <ac:chgData name="Owais Ahmed" userId="6abc7d4556b3b071" providerId="LiveId" clId="{D0A51F83-B713-4A4D-8105-C75936B8E1D2}" dt="2026-06-12T14:02:49.820" v="21611" actId="20577"/>
          <ac:spMkLst>
            <pc:docMk/>
            <pc:sldMk cId="4103550386" sldId="2585"/>
            <ac:spMk id="215" creationId="{CCF929C8-3998-DE12-B0F4-39545BD55590}"/>
          </ac:spMkLst>
        </pc:spChg>
        <pc:picChg chg="add mod">
          <ac:chgData name="Owais Ahmed" userId="6abc7d4556b3b071" providerId="LiveId" clId="{D0A51F83-B713-4A4D-8105-C75936B8E1D2}" dt="2026-06-12T14:20:14.924" v="22033"/>
          <ac:picMkLst>
            <pc:docMk/>
            <pc:sldMk cId="4103550386" sldId="2585"/>
            <ac:picMk id="4" creationId="{D72A50A3-522E-03E0-0AA7-5623215F5B10}"/>
          </ac:picMkLst>
        </pc:picChg>
      </pc:sldChg>
      <pc:sldChg chg="modSp add mod modAnim">
        <pc:chgData name="Owais Ahmed" userId="6abc7d4556b3b071" providerId="LiveId" clId="{D0A51F83-B713-4A4D-8105-C75936B8E1D2}" dt="2026-06-12T14:06:36.636" v="21698"/>
        <pc:sldMkLst>
          <pc:docMk/>
          <pc:sldMk cId="3252148016" sldId="2586"/>
        </pc:sldMkLst>
        <pc:spChg chg="mod">
          <ac:chgData name="Owais Ahmed" userId="6abc7d4556b3b071" providerId="LiveId" clId="{D0A51F83-B713-4A4D-8105-C75936B8E1D2}" dt="2026-06-12T14:06:36.636" v="21698"/>
          <ac:spMkLst>
            <pc:docMk/>
            <pc:sldMk cId="3252148016" sldId="2586"/>
            <ac:spMk id="3" creationId="{B9D1819E-4C13-B500-7246-2FB56946A7EB}"/>
          </ac:spMkLst>
        </pc:spChg>
      </pc:sldChg>
      <pc:sldChg chg="modSp add mod modAnim">
        <pc:chgData name="Owais Ahmed" userId="6abc7d4556b3b071" providerId="LiveId" clId="{D0A51F83-B713-4A4D-8105-C75936B8E1D2}" dt="2026-06-12T14:17:48.988" v="21987" actId="20577"/>
        <pc:sldMkLst>
          <pc:docMk/>
          <pc:sldMk cId="357209445" sldId="2587"/>
        </pc:sldMkLst>
        <pc:spChg chg="mod">
          <ac:chgData name="Owais Ahmed" userId="6abc7d4556b3b071" providerId="LiveId" clId="{D0A51F83-B713-4A4D-8105-C75936B8E1D2}" dt="2026-06-12T14:17:48.988" v="21987" actId="20577"/>
          <ac:spMkLst>
            <pc:docMk/>
            <pc:sldMk cId="357209445" sldId="2587"/>
            <ac:spMk id="3" creationId="{A736185B-913A-2891-DAAD-7B4310674E37}"/>
          </ac:spMkLst>
        </pc:spChg>
        <pc:spChg chg="mod">
          <ac:chgData name="Owais Ahmed" userId="6abc7d4556b3b071" providerId="LiveId" clId="{D0A51F83-B713-4A4D-8105-C75936B8E1D2}" dt="2026-06-12T14:16:07.022" v="21948" actId="20577"/>
          <ac:spMkLst>
            <pc:docMk/>
            <pc:sldMk cId="357209445" sldId="2587"/>
            <ac:spMk id="215" creationId="{22A9A84D-8CA3-C77D-3B07-B8AC2FDDC13A}"/>
          </ac:spMkLst>
        </pc:spChg>
      </pc:sldChg>
      <pc:sldChg chg="modSp add mod modAnim">
        <pc:chgData name="Owais Ahmed" userId="6abc7d4556b3b071" providerId="LiveId" clId="{D0A51F83-B713-4A4D-8105-C75936B8E1D2}" dt="2026-06-12T14:19:13.931" v="22029" actId="6549"/>
        <pc:sldMkLst>
          <pc:docMk/>
          <pc:sldMk cId="2607604703" sldId="2588"/>
        </pc:sldMkLst>
        <pc:spChg chg="mod">
          <ac:chgData name="Owais Ahmed" userId="6abc7d4556b3b071" providerId="LiveId" clId="{D0A51F83-B713-4A4D-8105-C75936B8E1D2}" dt="2026-06-12T14:19:13.931" v="22029" actId="6549"/>
          <ac:spMkLst>
            <pc:docMk/>
            <pc:sldMk cId="2607604703" sldId="2588"/>
            <ac:spMk id="3" creationId="{DE56429C-59AD-F343-7303-89788CBC7DB2}"/>
          </ac:spMkLst>
        </pc:spChg>
        <pc:spChg chg="mod">
          <ac:chgData name="Owais Ahmed" userId="6abc7d4556b3b071" providerId="LiveId" clId="{D0A51F83-B713-4A4D-8105-C75936B8E1D2}" dt="2026-06-12T14:18:22.611" v="22002" actId="20577"/>
          <ac:spMkLst>
            <pc:docMk/>
            <pc:sldMk cId="2607604703" sldId="2588"/>
            <ac:spMk id="215" creationId="{37F80AAE-4A29-B810-7051-EA0715DB0F6D}"/>
          </ac:spMkLst>
        </pc:spChg>
      </pc:sldChg>
      <pc:sldChg chg="addSp modSp add mod modAnim">
        <pc:chgData name="Owais Ahmed" userId="6abc7d4556b3b071" providerId="LiveId" clId="{D0A51F83-B713-4A4D-8105-C75936B8E1D2}" dt="2026-06-12T15:20:01.748" v="22435"/>
        <pc:sldMkLst>
          <pc:docMk/>
          <pc:sldMk cId="2313933725" sldId="2589"/>
        </pc:sldMkLst>
        <pc:spChg chg="mod">
          <ac:chgData name="Owais Ahmed" userId="6abc7d4556b3b071" providerId="LiveId" clId="{D0A51F83-B713-4A4D-8105-C75936B8E1D2}" dt="2026-06-12T14:20:51.114" v="22063" actId="14100"/>
          <ac:spMkLst>
            <pc:docMk/>
            <pc:sldMk cId="2313933725" sldId="2589"/>
            <ac:spMk id="3" creationId="{B16E94B1-B690-7EF4-238D-2E13357A1CAF}"/>
          </ac:spMkLst>
        </pc:spChg>
        <pc:picChg chg="add mod">
          <ac:chgData name="Owais Ahmed" userId="6abc7d4556b3b071" providerId="LiveId" clId="{D0A51F83-B713-4A4D-8105-C75936B8E1D2}" dt="2026-06-12T14:20:55.873" v="22064" actId="1076"/>
          <ac:picMkLst>
            <pc:docMk/>
            <pc:sldMk cId="2313933725" sldId="2589"/>
            <ac:picMk id="4" creationId="{6A1FF96A-8F6C-072D-1A2A-0889D782A507}"/>
          </ac:picMkLst>
        </pc:picChg>
      </pc:sldChg>
      <pc:sldChg chg="modSp add del mod ord modAnim">
        <pc:chgData name="Owais Ahmed" userId="6abc7d4556b3b071" providerId="LiveId" clId="{D0A51F83-B713-4A4D-8105-C75936B8E1D2}" dt="2026-06-12T14:18:02.227" v="21988" actId="47"/>
        <pc:sldMkLst>
          <pc:docMk/>
          <pc:sldMk cId="2932657309" sldId="2589"/>
        </pc:sldMkLst>
        <pc:spChg chg="mod">
          <ac:chgData name="Owais Ahmed" userId="6abc7d4556b3b071" providerId="LiveId" clId="{D0A51F83-B713-4A4D-8105-C75936B8E1D2}" dt="2026-06-12T14:13:49.479" v="21897" actId="27636"/>
          <ac:spMkLst>
            <pc:docMk/>
            <pc:sldMk cId="2932657309" sldId="2589"/>
            <ac:spMk id="3" creationId="{66DCA6F1-F4F3-0030-FB8A-83E05584C6AC}"/>
          </ac:spMkLst>
        </pc:spChg>
        <pc:spChg chg="mod">
          <ac:chgData name="Owais Ahmed" userId="6abc7d4556b3b071" providerId="LiveId" clId="{D0A51F83-B713-4A4D-8105-C75936B8E1D2}" dt="2026-06-12T14:12:06.095" v="21844" actId="20577"/>
          <ac:spMkLst>
            <pc:docMk/>
            <pc:sldMk cId="2932657309" sldId="2589"/>
            <ac:spMk id="215" creationId="{112B5696-5B73-30CF-3CA0-245BBFCF5E36}"/>
          </ac:spMkLst>
        </pc:spChg>
      </pc:sldChg>
      <pc:sldChg chg="add del">
        <pc:chgData name="Owais Ahmed" userId="6abc7d4556b3b071" providerId="LiveId" clId="{D0A51F83-B713-4A4D-8105-C75936B8E1D2}" dt="2026-06-12T14:18:03.773" v="21989" actId="47"/>
        <pc:sldMkLst>
          <pc:docMk/>
          <pc:sldMk cId="137658629" sldId="2590"/>
        </pc:sldMkLst>
      </pc:sldChg>
      <pc:sldChg chg="addSp delSp modSp add mod modAnim">
        <pc:chgData name="Owais Ahmed" userId="6abc7d4556b3b071" providerId="LiveId" clId="{D0A51F83-B713-4A4D-8105-C75936B8E1D2}" dt="2026-06-12T15:21:09.796" v="22441"/>
        <pc:sldMkLst>
          <pc:docMk/>
          <pc:sldMk cId="4127239806" sldId="2590"/>
        </pc:sldMkLst>
        <pc:spChg chg="mod">
          <ac:chgData name="Owais Ahmed" userId="6abc7d4556b3b071" providerId="LiveId" clId="{D0A51F83-B713-4A4D-8105-C75936B8E1D2}" dt="2026-06-12T14:50:07.250" v="22310" actId="14100"/>
          <ac:spMkLst>
            <pc:docMk/>
            <pc:sldMk cId="4127239806" sldId="2590"/>
            <ac:spMk id="3" creationId="{23FEDCA6-2F65-CA73-368F-2C08A3D4E1DE}"/>
          </ac:spMkLst>
        </pc:spChg>
        <pc:spChg chg="mod">
          <ac:chgData name="Owais Ahmed" userId="6abc7d4556b3b071" providerId="LiveId" clId="{D0A51F83-B713-4A4D-8105-C75936B8E1D2}" dt="2026-06-12T14:25:17.983" v="22219" actId="20577"/>
          <ac:spMkLst>
            <pc:docMk/>
            <pc:sldMk cId="4127239806" sldId="2590"/>
            <ac:spMk id="215" creationId="{E66D82C0-A23A-68BD-0850-37C16376C559}"/>
          </ac:spMkLst>
        </pc:spChg>
        <pc:picChg chg="add del mod">
          <ac:chgData name="Owais Ahmed" userId="6abc7d4556b3b071" providerId="LiveId" clId="{D0A51F83-B713-4A4D-8105-C75936B8E1D2}" dt="2026-06-12T14:50:36.706" v="22313" actId="478"/>
          <ac:picMkLst>
            <pc:docMk/>
            <pc:sldMk cId="4127239806" sldId="2590"/>
            <ac:picMk id="5" creationId="{CDF778AE-91E8-6D0D-624A-98D70B37F3D3}"/>
          </ac:picMkLst>
        </pc:picChg>
        <pc:picChg chg="add mod">
          <ac:chgData name="Owais Ahmed" userId="6abc7d4556b3b071" providerId="LiveId" clId="{D0A51F83-B713-4A4D-8105-C75936B8E1D2}" dt="2026-06-12T14:50:40.170" v="22315" actId="1076"/>
          <ac:picMkLst>
            <pc:docMk/>
            <pc:sldMk cId="4127239806" sldId="2590"/>
            <ac:picMk id="7" creationId="{41C32D6F-9832-4466-6E81-295D5B19EB4C}"/>
          </ac:picMkLst>
        </pc:picChg>
      </pc:sldChg>
      <pc:sldChg chg="modSp add del mod modAnim">
        <pc:chgData name="Owais Ahmed" userId="6abc7d4556b3b071" providerId="LiveId" clId="{D0A51F83-B713-4A4D-8105-C75936B8E1D2}" dt="2026-06-12T14:24:58.497" v="22216" actId="2890"/>
        <pc:sldMkLst>
          <pc:docMk/>
          <pc:sldMk cId="42638184" sldId="2591"/>
        </pc:sldMkLst>
        <pc:spChg chg="mod">
          <ac:chgData name="Owais Ahmed" userId="6abc7d4556b3b071" providerId="LiveId" clId="{D0A51F83-B713-4A4D-8105-C75936B8E1D2}" dt="2026-06-12T14:24:56.261" v="22215" actId="6549"/>
          <ac:spMkLst>
            <pc:docMk/>
            <pc:sldMk cId="42638184" sldId="2591"/>
            <ac:spMk id="3" creationId="{D0738FFF-3A3C-4B87-8911-C4C0BD32BED5}"/>
          </ac:spMkLst>
        </pc:spChg>
      </pc:sldChg>
      <pc:sldChg chg="addSp delSp add del mod delAnim">
        <pc:chgData name="Owais Ahmed" userId="6abc7d4556b3b071" providerId="LiveId" clId="{D0A51F83-B713-4A4D-8105-C75936B8E1D2}" dt="2026-06-12T14:50:43.757" v="22316" actId="47"/>
        <pc:sldMkLst>
          <pc:docMk/>
          <pc:sldMk cId="3922411679" sldId="2591"/>
        </pc:sldMkLst>
        <pc:spChg chg="del">
          <ac:chgData name="Owais Ahmed" userId="6abc7d4556b3b071" providerId="LiveId" clId="{D0A51F83-B713-4A4D-8105-C75936B8E1D2}" dt="2026-06-12T14:48:08.808" v="22290" actId="478"/>
          <ac:spMkLst>
            <pc:docMk/>
            <pc:sldMk cId="3922411679" sldId="2591"/>
            <ac:spMk id="3" creationId="{2ADA3631-1CD0-CF58-7576-B104FBD72AC9}"/>
          </ac:spMkLst>
        </pc:spChg>
        <pc:picChg chg="add del">
          <ac:chgData name="Owais Ahmed" userId="6abc7d4556b3b071" providerId="LiveId" clId="{D0A51F83-B713-4A4D-8105-C75936B8E1D2}" dt="2026-06-12T14:49:23.027" v="22292" actId="478"/>
          <ac:picMkLst>
            <pc:docMk/>
            <pc:sldMk cId="3922411679" sldId="2591"/>
            <ac:picMk id="5" creationId="{7E06848D-3746-9BFD-8073-BE800DB85140}"/>
          </ac:picMkLst>
        </pc:picChg>
        <pc:picChg chg="add">
          <ac:chgData name="Owais Ahmed" userId="6abc7d4556b3b071" providerId="LiveId" clId="{D0A51F83-B713-4A4D-8105-C75936B8E1D2}" dt="2026-06-12T14:49:23.411" v="22293" actId="22"/>
          <ac:picMkLst>
            <pc:docMk/>
            <pc:sldMk cId="3922411679" sldId="2591"/>
            <ac:picMk id="7" creationId="{5D6CD9F7-C6AB-24E7-4597-4516CDAC386B}"/>
          </ac:picMkLst>
        </pc:picChg>
      </pc:sldChg>
      <pc:sldChg chg="add addAnim delAnim">
        <pc:chgData name="Owais Ahmed" userId="6abc7d4556b3b071" providerId="LiveId" clId="{D0A51F83-B713-4A4D-8105-C75936B8E1D2}" dt="2026-06-12T15:20:59.430" v="22440"/>
        <pc:sldMkLst>
          <pc:docMk/>
          <pc:sldMk cId="838909961" sldId="2592"/>
        </pc:sldMkLst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0F97DFCF-F890-A143-9133-C8B65C9B01EF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FE2C281-2434-D94F-B4BD-BA3CD4DB844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66D5B4E-BF3E-3B45-A4BA-D6C3B92870D7}" type="datetimeFigureOut">
              <a:rPr lang="en-US" smtClean="0"/>
              <a:t>6/13/26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C17CBFA-633D-5540-AFAA-BE1F495EC62F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26B5631-D714-AD41-853B-A883ADC344D5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65AE8BC-2AB3-9E4C-9797-2A6F8A74C7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398705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5A8621B-8C8E-49BA-8772-41D0FE75A082}" type="datetimeFigureOut">
              <a:rPr lang="en-US" smtClean="0"/>
              <a:t>6/13/26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28B34ED-4CDD-41C9-90F7-D768D5559A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597063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8B34ED-4CDD-41C9-90F7-D768D5559A6F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620401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378E65-00C6-C743-F667-D439E746EE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E5663D4-9E3B-0B11-CAF9-22E1A0B991A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A6EAB15-F31C-4116-8202-F31C8931875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b="0" dirty="0"/>
              <a:t>Recall non-functional requirements from Lecture 5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1AD3ADC-8DF5-A1CA-C4D6-D1871E5F346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FCC8D5-6D68-A443-97C0-91AE5977134B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250850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EA6E00-36D5-E0FC-965A-9CCE078F03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78190DF-A1C2-1994-A024-8EF93535477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A45776E-63D4-DD71-C6BF-512D4B57BD4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endParaRPr lang="en-US" b="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02DC25A-09C2-DB9F-C15B-44CF4BA2E99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FCC8D5-6D68-A443-97C0-91AE5977134B}" type="slidenum">
              <a:rPr lang="en-US" smtClean="0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969344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F2B936-DD79-AEE0-A838-018B7ACDD9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95E5768-2CD3-F34A-E758-909390481AE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D0C46E0-D08D-D64F-546B-D03733EEDE3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b="0" dirty="0"/>
              <a:t>Note! Academically, they have been distinguished but practically, there’s a big overlap between both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0B8BCFC-EDBE-DD2C-C16A-80E439D7DA5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FCC8D5-6D68-A443-97C0-91AE5977134B}" type="slidenum">
              <a:rPr lang="en-US" smtClean="0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284608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361EE8-2A65-F57C-3B4B-600D3CFBC7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670813D-CFDC-208C-3524-9E77FEF1FED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F6B7B59-03BF-FB68-6390-3D6CD367924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endParaRPr lang="en-US" b="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7656170-95B6-7262-BA4A-5306AB43DE5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FCC8D5-6D68-A443-97C0-91AE5977134B}" type="slidenum">
              <a:rPr lang="en-US" smtClean="0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474268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F5EDE8-05B4-980E-C7B3-5390B76209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2273AF2-6C38-612B-9D76-73DA06705B1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C63A59A-503A-86A7-7601-C611B3A444C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endParaRPr lang="en-US" b="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49212D0-41E7-8A38-3EF0-14815941B5E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FCC8D5-6D68-A443-97C0-91AE5977134B}" type="slidenum">
              <a:rPr lang="en-US" smtClean="0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274076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45B2FC-6D43-C0B4-CB92-4E20C987EC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0F4B34B-61B6-1696-D7D0-95AC629C968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24B94E3-DA2C-71DB-BA35-EFF19FCFC15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endParaRPr lang="en-US" b="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D20D5B2-7CD5-B47C-15E3-7D2C7E391AF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FCC8D5-6D68-A443-97C0-91AE5977134B}" type="slidenum">
              <a:rPr lang="en-US" smtClean="0"/>
              <a:pPr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159680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42AAE1-3574-1825-3080-E2EF8C6D04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16FD5C8-1242-B4D6-D51A-01A2384C5E2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6E1CFA2-8200-EA8F-2C5D-D82B2666F1D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endParaRPr lang="en-US" b="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47184F9-5918-FC6D-0882-5E71C62A58C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FCC8D5-6D68-A443-97C0-91AE5977134B}" type="slidenum">
              <a:rPr lang="en-US" smtClean="0"/>
              <a:pPr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950464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2A2617-7A9C-E2E4-FDFB-DB5E02888F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9F683D5-9BB1-5906-722E-1E7F75901DF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E05FFEC-607E-1225-68E9-8BA1AD4A8E7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endParaRPr lang="en-US" b="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16DAD4E-30BE-5130-C4C5-552FFF5FF36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FCC8D5-6D68-A443-97C0-91AE5977134B}" type="slidenum">
              <a:rPr lang="en-US" smtClean="0"/>
              <a:pPr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636833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071032-5E04-0297-BB2F-5FFF2F5B35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A24EC04-A3C2-F84A-8A82-96D8E4F5435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31DD10F-6160-2C55-B680-0B9AF68D72F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endParaRPr lang="en-US" b="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A829297-E903-6143-9E2C-275EDD5C9A2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FCC8D5-6D68-A443-97C0-91AE5977134B}" type="slidenum">
              <a:rPr lang="en-US" smtClean="0"/>
              <a:pPr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614969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043A3E-9091-A42E-CFDA-A3FCCC00C9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DE1DC15-6A0E-EF0B-8AB0-8DB4B2E5475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B2A7852-825A-3846-A74A-2CB15972BF2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endParaRPr lang="en-US" b="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DB5B4BD-D6CF-FE3F-08DF-583A0B74FA7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FCC8D5-6D68-A443-97C0-91AE5977134B}" type="slidenum">
              <a:rPr lang="en-US" smtClean="0"/>
              <a:pPr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927498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8CDBC6-1705-0019-0EED-9044773BDB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43C705B-172A-9A06-7644-8E78A343DDD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41EDD92-E1F9-FBF3-805A-1C9FD7FEC16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endParaRPr lang="en-US" b="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6705F53-6C9E-7959-22D2-365A6657F6C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FCC8D5-6D68-A443-97C0-91AE5977134B}" type="slidenum">
              <a:rPr lang="en-US" smtClean="0"/>
              <a:pPr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822505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E30378-C17F-D00B-BA26-ADB406EFAF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DA6C1B2-59C3-581C-4029-06342359BEA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2A7AA6D-6A7B-A835-327F-747C6E83AAE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sz="1200" dirty="0"/>
              <a:t>ECP and BVA are explained in next slides</a:t>
            </a:r>
            <a:endParaRPr lang="en-US" b="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7E1D512-14D4-73D9-A536-3988F6EEC17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FCC8D5-6D68-A443-97C0-91AE5977134B}" type="slidenum">
              <a:rPr lang="en-US" smtClean="0"/>
              <a:pPr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30421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1DC829-64C3-1514-E636-9E49F45623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17F2237-4CE6-8E4D-89FA-8020E22A1B6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3AAC5D7-0453-843E-6B79-B1B1892D2E7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endParaRPr lang="en-US" b="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5197343-2982-035E-BC52-987B3D2EAFA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FCC8D5-6D68-A443-97C0-91AE5977134B}" type="slidenum">
              <a:rPr lang="en-US" smtClean="0"/>
              <a:pPr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646281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B7D912-ED45-E154-A915-D1B6E3AF1C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01CE291-AE4B-6A95-7D09-CE7462B4175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F5DE4EB-EE10-4092-AD77-1C3E2AD9DAF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endParaRPr lang="en-US" b="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284E378-48AE-71FE-D034-E266926DAC0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FCC8D5-6D68-A443-97C0-91AE5977134B}" type="slidenum">
              <a:rPr lang="en-US" smtClean="0"/>
              <a:pPr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522182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9DD035-7C9E-E536-127F-8AF5B18816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4CEB11C-186B-E256-D75F-8534F429387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8E80639-4655-7EE3-BBCD-C7FAB69AD55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endParaRPr lang="en-US" b="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FCC8647-D32F-41AC-B03F-961977AA050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FCC8D5-6D68-A443-97C0-91AE5977134B}" type="slidenum">
              <a:rPr lang="en-US" smtClean="0"/>
              <a:pPr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2037042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43573F-F05E-67CA-86A4-1F61A586C6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5F66C8E-1369-AC92-7105-B16829104BD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2B6709A-D22D-C5F1-2394-E9F78A0026A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endParaRPr lang="en-US" b="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2A24D35-F57B-3FE4-A80D-80681A95A3B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FCC8D5-6D68-A443-97C0-91AE5977134B}" type="slidenum">
              <a:rPr lang="en-US" smtClean="0"/>
              <a:pPr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3868626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BD9128-247C-4CE2-13B8-8E0D5DB738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B4B3078-B58E-3191-2576-F53CC92C8D0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5884604-4325-DD65-3ECD-778BA205EA5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endParaRPr lang="en-US" b="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08C4233-1CA4-17EB-051F-E0D7299B7E7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FCC8D5-6D68-A443-97C0-91AE5977134B}" type="slidenum">
              <a:rPr lang="en-US" smtClean="0"/>
              <a:pPr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2766010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4F61ED-F1F8-6DCC-3B9F-79312F8C3E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E07A7FE-E005-F7EC-F7E9-8E18B5C6FE7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B1B418C-6D7C-9299-E96A-8C63B8F9DCC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endParaRPr lang="en-US" b="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0D48ECF-B581-7FAF-644B-E2D6ED8597C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FCC8D5-6D68-A443-97C0-91AE5977134B}" type="slidenum">
              <a:rPr lang="en-US" smtClean="0"/>
              <a:pPr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2024833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46513D-6D88-B955-CD15-CD25CF22F5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2F24D64-8C79-5C10-D369-65D63A2A430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B322AD9-5BCE-A686-2EDA-0DCF640D633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endParaRPr lang="en-US" b="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E4564AA-A796-ED51-39C1-D99DC5ABAAB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FCC8D5-6D68-A443-97C0-91AE5977134B}" type="slidenum">
              <a:rPr lang="en-US" smtClean="0"/>
              <a:pPr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327648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E635FD8-712D-4EE2-A5B6-3DD8DE9C25E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F80209DF-C4D9-43B8-AA05-F53619153042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512343" y="5922140"/>
            <a:ext cx="5167313" cy="518795"/>
          </a:xfrm>
        </p:spPr>
        <p:txBody>
          <a:bodyPr>
            <a:noAutofit/>
          </a:bodyPr>
          <a:lstStyle>
            <a:lvl1pPr marL="0" indent="0" algn="ctr">
              <a:buNone/>
              <a:defRPr sz="1800" spc="300">
                <a:solidFill>
                  <a:schemeClr val="tx1"/>
                </a:solidFill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758235C5-25B1-4243-9762-4AAD3C08E8BE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4038600" y="3608511"/>
            <a:ext cx="4114800" cy="518795"/>
          </a:xfrm>
          <a:gradFill flip="none" rotWithShape="1">
            <a:gsLst>
              <a:gs pos="0">
                <a:schemeClr val="accent5"/>
              </a:gs>
              <a:gs pos="100000">
                <a:schemeClr val="accent2">
                  <a:lumMod val="97000"/>
                  <a:lumOff val="3000"/>
                </a:schemeClr>
              </a:gs>
              <a:gs pos="50000">
                <a:schemeClr val="accent1"/>
              </a:gs>
            </a:gsLst>
            <a:lin ang="10800000" scaled="1"/>
            <a:tileRect/>
          </a:gradFill>
        </p:spPr>
        <p:txBody>
          <a:bodyPr>
            <a:noAutofit/>
          </a:bodyPr>
          <a:lstStyle>
            <a:lvl1pPr marL="0" indent="0" algn="ctr">
              <a:buNone/>
              <a:defRPr sz="1800" cap="all" baseline="0"/>
            </a:lvl1pPr>
          </a:lstStyle>
          <a:p>
            <a:r>
              <a:rPr lang="en-US" spc="300"/>
              <a:t>ANNUAL REVIEW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98B2C6E-DB6F-4476-8E95-9F6EC79392F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50836" y="2445633"/>
            <a:ext cx="11490325" cy="823913"/>
          </a:xfrm>
        </p:spPr>
        <p:txBody>
          <a:bodyPr>
            <a:noAutofit/>
          </a:bodyPr>
          <a:lstStyle>
            <a:lvl1pPr>
              <a:lnSpc>
                <a:spcPct val="150000"/>
              </a:lnSpc>
              <a:spcBef>
                <a:spcPts val="1000"/>
              </a:spcBef>
              <a:defRPr sz="4000" cap="all" spc="300" baseline="0"/>
            </a:lvl1pPr>
          </a:lstStyle>
          <a:p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18230312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912AA41C-A030-4521-8130-6A8E4543F277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6096000" cy="6858000"/>
          </a:xfrm>
          <a:prstGeom prst="parallelogram">
            <a:avLst/>
          </a:prstGeom>
          <a:effectLst/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C83D428-B974-43F4-9246-0A2EECA11A5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068819" y="642927"/>
            <a:ext cx="4846320" cy="1435947"/>
          </a:xfrm>
        </p:spPr>
        <p:txBody>
          <a:bodyPr anchor="t">
            <a:noAutofit/>
          </a:bodyPr>
          <a:lstStyle>
            <a:lvl1pPr algn="l">
              <a:lnSpc>
                <a:spcPct val="150000"/>
              </a:lnSpc>
              <a:spcBef>
                <a:spcPts val="1000"/>
              </a:spcBef>
              <a:defRPr sz="5400" baseline="0"/>
            </a:lvl1pPr>
          </a:lstStyle>
          <a:p>
            <a:r>
              <a:rPr lang="en-US"/>
              <a:t>Title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79732E-D749-40DD-8365-0502851876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Add a footer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F55E23-C4CC-4E9B-80F4-C4BEA6E2DD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2E478F-E849-4A8C-AF1F-CBCC78A7CBFA}" type="slidenum">
              <a:rPr lang="en-US" smtClean="0"/>
              <a:t>‹#›</a:t>
            </a:fld>
            <a:endParaRPr lang="en-US"/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9D00A38D-CFE8-4333-B9D2-D3E7EACA4F0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7068820" y="2078875"/>
            <a:ext cx="4114800" cy="3798888"/>
          </a:xfrm>
        </p:spPr>
        <p:txBody>
          <a:bodyPr>
            <a:noAutofit/>
          </a:bodyPr>
          <a:lstStyle>
            <a:lvl1pPr marL="0" indent="0">
              <a:buNone/>
              <a:defRPr sz="1800" spc="3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AA8588E-221D-4931-A290-C5C4184435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7068820" y="6303963"/>
            <a:ext cx="3014980" cy="554037"/>
          </a:xfrm>
          <a:prstGeom prst="rect">
            <a:avLst/>
          </a:prstGeom>
          <a:gradFill flip="none" rotWithShape="1">
            <a:gsLst>
              <a:gs pos="0">
                <a:schemeClr val="accent5"/>
              </a:gs>
              <a:gs pos="100000">
                <a:schemeClr val="accent2">
                  <a:lumMod val="97000"/>
                  <a:lumOff val="3000"/>
                </a:schemeClr>
              </a:gs>
              <a:gs pos="50000">
                <a:schemeClr val="accent1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91152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du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E5539E44-E270-49B4-8B0A-07870325AA9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225539" y="1546138"/>
            <a:ext cx="4023360" cy="464871"/>
          </a:xfrm>
          <a:gradFill flip="none" rotWithShape="1">
            <a:gsLst>
              <a:gs pos="0">
                <a:schemeClr val="accent5"/>
              </a:gs>
              <a:gs pos="100000">
                <a:schemeClr val="accent2">
                  <a:lumMod val="97000"/>
                  <a:lumOff val="3000"/>
                </a:schemeClr>
              </a:gs>
              <a:gs pos="50000">
                <a:schemeClr val="accent1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en-US" sz="1400" spc="300" baseline="0" dirty="0">
                <a:solidFill>
                  <a:schemeClr val="lt1"/>
                </a:solidFill>
              </a:defRPr>
            </a:lvl1pPr>
          </a:lstStyle>
          <a:p>
            <a:pPr marL="0" lvl="0" algn="ctr"/>
            <a:r>
              <a:rPr lang="en-US"/>
              <a:t>CLICK TO EDIT MASTER TEXT STYLES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186FE9B2-6286-484B-8943-95EE0B6B0267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0" y="0"/>
            <a:ext cx="5416550" cy="6846932"/>
          </a:xfrm>
          <a:effectLst/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7D4E8708-8565-4A5B-9D9E-1D4F40EAF90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49269" y="6468303"/>
            <a:ext cx="44394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C2E478F-E849-4A8C-AF1F-CBCC78A7CBFA}" type="slidenum">
              <a:rPr lang="en-US" smtClean="0"/>
              <a:t>‹#›</a:t>
            </a:fld>
            <a:endParaRPr lang="en-US"/>
          </a:p>
        </p:txBody>
      </p:sp>
      <p:sp>
        <p:nvSpPr>
          <p:cNvPr id="16" name="Content Placeholder 8">
            <a:extLst>
              <a:ext uri="{FF2B5EF4-FFF2-40B4-BE49-F238E27FC236}">
                <a16:creationId xmlns:a16="http://schemas.microsoft.com/office/drawing/2014/main" id="{42436126-0370-4532-A8AD-D20897982AD2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096000" y="2799617"/>
            <a:ext cx="4646246" cy="2218585"/>
          </a:xfrm>
        </p:spPr>
        <p:txBody>
          <a:bodyPr>
            <a:noAutofit/>
          </a:bodyPr>
          <a:lstStyle>
            <a:lvl1pPr>
              <a:defRPr/>
            </a:lvl1pPr>
          </a:lstStyle>
          <a:p>
            <a:pPr marL="0" indent="0">
              <a:lnSpc>
                <a:spcPct val="100000"/>
              </a:lnSpc>
              <a:buNone/>
            </a:pPr>
            <a:r>
              <a:rPr lang="en-US" sz="1600">
                <a:cs typeface="Biome Light" panose="020B0303030204020804" pitchFamily="34" charset="0"/>
              </a:rPr>
              <a:t>Click to edit master text style.</a:t>
            </a:r>
          </a:p>
          <a:p>
            <a:pPr marL="0" indent="0">
              <a:buNone/>
            </a:pPr>
            <a:endParaRPr lang="en-US"/>
          </a:p>
        </p:txBody>
      </p:sp>
      <p:sp>
        <p:nvSpPr>
          <p:cNvPr id="17" name="Slide Number Placeholder 70">
            <a:extLst>
              <a:ext uri="{FF2B5EF4-FFF2-40B4-BE49-F238E27FC236}">
                <a16:creationId xmlns:a16="http://schemas.microsoft.com/office/drawing/2014/main" id="{AEC105AD-E933-4969-B038-0ABD6F013167}"/>
              </a:ext>
            </a:extLst>
          </p:cNvPr>
          <p:cNvSpPr txBox="1">
            <a:spLocks/>
          </p:cNvSpPr>
          <p:nvPr userDrawn="1"/>
        </p:nvSpPr>
        <p:spPr>
          <a:xfrm>
            <a:off x="11549269" y="6468303"/>
            <a:ext cx="44394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8C2E478F-E849-4A8C-AF1F-CBCC78A7CBFA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CB0E4A3-5566-43FE-A59F-2C4F4FE7F3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5999" y="612037"/>
            <a:ext cx="5897218" cy="884238"/>
          </a:xfrm>
        </p:spPr>
        <p:txBody>
          <a:bodyPr lIns="91440" rIns="91440" anchor="t">
            <a:noAutofit/>
          </a:bodyPr>
          <a:lstStyle>
            <a:lvl1pPr algn="l">
              <a:lnSpc>
                <a:spcPct val="150000"/>
              </a:lnSpc>
              <a:spcBef>
                <a:spcPts val="1000"/>
              </a:spcBef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2478327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912AA41C-A030-4521-8130-6A8E4543F277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6096000" cy="6867922"/>
          </a:xfrm>
          <a:custGeom>
            <a:avLst/>
            <a:gdLst>
              <a:gd name="connsiteX0" fmla="*/ 0 w 6096000"/>
              <a:gd name="connsiteY0" fmla="*/ 0 h 6858000"/>
              <a:gd name="connsiteX1" fmla="*/ 6096000 w 6096000"/>
              <a:gd name="connsiteY1" fmla="*/ 0 h 6858000"/>
              <a:gd name="connsiteX2" fmla="*/ 6096000 w 6096000"/>
              <a:gd name="connsiteY2" fmla="*/ 6858000 h 6858000"/>
              <a:gd name="connsiteX3" fmla="*/ 0 w 6096000"/>
              <a:gd name="connsiteY3" fmla="*/ 6858000 h 6858000"/>
              <a:gd name="connsiteX4" fmla="*/ 0 w 6096000"/>
              <a:gd name="connsiteY4" fmla="*/ 0 h 6858000"/>
              <a:gd name="connsiteX0" fmla="*/ 0 w 6096000"/>
              <a:gd name="connsiteY0" fmla="*/ 0 h 6858000"/>
              <a:gd name="connsiteX1" fmla="*/ 6096000 w 6096000"/>
              <a:gd name="connsiteY1" fmla="*/ 0 h 6858000"/>
              <a:gd name="connsiteX2" fmla="*/ 4242487 w 6096000"/>
              <a:gd name="connsiteY2" fmla="*/ 6833286 h 6858000"/>
              <a:gd name="connsiteX3" fmla="*/ 0 w 6096000"/>
              <a:gd name="connsiteY3" fmla="*/ 6858000 h 6858000"/>
              <a:gd name="connsiteX4" fmla="*/ 0 w 6096000"/>
              <a:gd name="connsiteY4" fmla="*/ 0 h 6858000"/>
              <a:gd name="connsiteX0" fmla="*/ 0 w 6096000"/>
              <a:gd name="connsiteY0" fmla="*/ 0 h 6867922"/>
              <a:gd name="connsiteX1" fmla="*/ 6096000 w 6096000"/>
              <a:gd name="connsiteY1" fmla="*/ 0 h 6867922"/>
              <a:gd name="connsiteX2" fmla="*/ 4228633 w 6096000"/>
              <a:gd name="connsiteY2" fmla="*/ 6867922 h 6867922"/>
              <a:gd name="connsiteX3" fmla="*/ 0 w 6096000"/>
              <a:gd name="connsiteY3" fmla="*/ 6858000 h 6867922"/>
              <a:gd name="connsiteX4" fmla="*/ 0 w 6096000"/>
              <a:gd name="connsiteY4" fmla="*/ 0 h 68679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096000" h="6867922">
                <a:moveTo>
                  <a:pt x="0" y="0"/>
                </a:moveTo>
                <a:lnTo>
                  <a:pt x="6096000" y="0"/>
                </a:lnTo>
                <a:lnTo>
                  <a:pt x="4228633" y="6867922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effectLst/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AABA725B-4BCB-1D48-9C5D-46706B18719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6000" y="2262871"/>
            <a:ext cx="5251450" cy="1661297"/>
          </a:xfrm>
        </p:spPr>
        <p:txBody>
          <a:bodyPr anchor="b"/>
          <a:lstStyle>
            <a:lvl1pPr algn="l">
              <a:defRPr sz="6000" spc="300"/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93C356F-E483-4AFD-856C-13BB8E8A5605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6096000" y="4378134"/>
            <a:ext cx="5251450" cy="365125"/>
          </a:xfrm>
          <a:gradFill flip="none" rotWithShape="1">
            <a:gsLst>
              <a:gs pos="0">
                <a:schemeClr val="accent5"/>
              </a:gs>
              <a:gs pos="100000">
                <a:schemeClr val="accent2">
                  <a:lumMod val="97000"/>
                  <a:lumOff val="3000"/>
                </a:schemeClr>
              </a:gs>
              <a:gs pos="50000">
                <a:schemeClr val="accent1"/>
              </a:gs>
            </a:gsLst>
            <a:lin ang="10800000" scaled="1"/>
            <a:tileRect/>
          </a:gradFill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buNone/>
              <a:defRPr sz="1400" cap="all" spc="600" baseline="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79732E-D749-40DD-8365-0502851876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Add a footer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F55E23-C4CC-4E9B-80F4-C4BEA6E2DD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2E478F-E849-4A8C-AF1F-CBCC78A7CB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8901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4074E6-E39E-4D19-B91F-8E84F37CBF3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792279" y="365125"/>
            <a:ext cx="4018722" cy="573989"/>
          </a:xfrm>
        </p:spPr>
        <p:txBody>
          <a:bodyPr lIns="0" rIns="0">
            <a:noAutofit/>
          </a:bodyPr>
          <a:lstStyle>
            <a:lvl1pPr algn="l">
              <a:defRPr sz="3200" spc="300"/>
            </a:lvl1pPr>
          </a:lstStyle>
          <a:p>
            <a:r>
              <a:rPr lang="en-US"/>
              <a:t>SLIDE TITLE HERE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7D1B16-7058-45AD-9B19-E19CAF96683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92279" y="1263841"/>
            <a:ext cx="4018722" cy="4636392"/>
          </a:xfrm>
        </p:spPr>
        <p:txBody>
          <a:bodyPr lIns="0" rIns="0">
            <a:noAutofit/>
          </a:bodyPr>
          <a:lstStyle>
            <a:lvl1pPr>
              <a:lnSpc>
                <a:spcPct val="150000"/>
              </a:lnSpc>
              <a:spcBef>
                <a:spcPts val="500"/>
              </a:spcBef>
              <a:defRPr sz="1600"/>
            </a:lvl1pPr>
            <a:lvl2pPr>
              <a:lnSpc>
                <a:spcPct val="150000"/>
              </a:lnSpc>
              <a:spcBef>
                <a:spcPts val="500"/>
              </a:spcBef>
              <a:defRPr sz="1400"/>
            </a:lvl2pPr>
            <a:lvl3pPr>
              <a:lnSpc>
                <a:spcPct val="150000"/>
              </a:lnSpc>
              <a:spcBef>
                <a:spcPts val="500"/>
              </a:spcBef>
              <a:defRPr sz="1400"/>
            </a:lvl3pPr>
            <a:lvl4pPr>
              <a:lnSpc>
                <a:spcPct val="150000"/>
              </a:lnSpc>
              <a:spcBef>
                <a:spcPts val="500"/>
              </a:spcBef>
              <a:defRPr sz="1200"/>
            </a:lvl4pPr>
            <a:lvl5pPr>
              <a:lnSpc>
                <a:spcPct val="150000"/>
              </a:lnSpc>
              <a:spcBef>
                <a:spcPts val="500"/>
              </a:spcBef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9" name="Slide Number Placeholder 5">
            <a:extLst>
              <a:ext uri="{FF2B5EF4-FFF2-40B4-BE49-F238E27FC236}">
                <a16:creationId xmlns:a16="http://schemas.microsoft.com/office/drawing/2014/main" id="{3DEB48E0-328C-45EE-A8BD-90E6AB26108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49269" y="6468303"/>
            <a:ext cx="443948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C2E478F-E849-4A8C-AF1F-CBCC78A7CBFA}" type="slidenum">
              <a:rPr lang="en-US" smtClean="0"/>
              <a:t>‹#›</a:t>
            </a:fld>
            <a:endParaRPr lang="en-US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D7CA175D-816E-4F70-96CC-8A1FD0EB16CE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736600" y="365125"/>
            <a:ext cx="2997200" cy="1781979"/>
          </a:xfrm>
        </p:spPr>
        <p:txBody>
          <a:bodyPr>
            <a:noAutofit/>
          </a:bodyPr>
          <a:lstStyle/>
          <a:p>
            <a:r>
              <a:rPr lang="en-US"/>
              <a:t>Click icon to add picture</a:t>
            </a:r>
          </a:p>
        </p:txBody>
      </p:sp>
      <p:sp>
        <p:nvSpPr>
          <p:cNvPr id="9" name="Picture Placeholder 4">
            <a:extLst>
              <a:ext uri="{FF2B5EF4-FFF2-40B4-BE49-F238E27FC236}">
                <a16:creationId xmlns:a16="http://schemas.microsoft.com/office/drawing/2014/main" id="{323519C8-24DE-471D-85A9-7A8AFACEC456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4051300" y="365125"/>
            <a:ext cx="2997200" cy="1781979"/>
          </a:xfrm>
        </p:spPr>
        <p:txBody>
          <a:bodyPr>
            <a:noAutofit/>
          </a:bodyPr>
          <a:lstStyle/>
          <a:p>
            <a:r>
              <a:rPr lang="en-US"/>
              <a:t>Click icon to add picture</a:t>
            </a:r>
          </a:p>
        </p:txBody>
      </p:sp>
      <p:sp>
        <p:nvSpPr>
          <p:cNvPr id="10" name="Picture Placeholder 4">
            <a:extLst>
              <a:ext uri="{FF2B5EF4-FFF2-40B4-BE49-F238E27FC236}">
                <a16:creationId xmlns:a16="http://schemas.microsoft.com/office/drawing/2014/main" id="{547F0F1E-7AF5-4B76-928C-7B28010C4F93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736600" y="2422525"/>
            <a:ext cx="2997200" cy="1781979"/>
          </a:xfrm>
        </p:spPr>
        <p:txBody>
          <a:bodyPr>
            <a:noAutofit/>
          </a:bodyPr>
          <a:lstStyle/>
          <a:p>
            <a:r>
              <a:rPr lang="en-US"/>
              <a:t>Click icon to add picture</a:t>
            </a:r>
          </a:p>
        </p:txBody>
      </p:sp>
      <p:sp>
        <p:nvSpPr>
          <p:cNvPr id="11" name="Picture Placeholder 4">
            <a:extLst>
              <a:ext uri="{FF2B5EF4-FFF2-40B4-BE49-F238E27FC236}">
                <a16:creationId xmlns:a16="http://schemas.microsoft.com/office/drawing/2014/main" id="{063D0E8E-9491-4AF0-918D-A0B782C5FD68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4051300" y="2422525"/>
            <a:ext cx="2997200" cy="1781979"/>
          </a:xfrm>
        </p:spPr>
        <p:txBody>
          <a:bodyPr>
            <a:noAutofit/>
          </a:bodyPr>
          <a:lstStyle/>
          <a:p>
            <a:r>
              <a:rPr lang="en-US"/>
              <a:t>Click icon to add picture</a:t>
            </a:r>
          </a:p>
        </p:txBody>
      </p:sp>
      <p:sp>
        <p:nvSpPr>
          <p:cNvPr id="12" name="Picture Placeholder 4">
            <a:extLst>
              <a:ext uri="{FF2B5EF4-FFF2-40B4-BE49-F238E27FC236}">
                <a16:creationId xmlns:a16="http://schemas.microsoft.com/office/drawing/2014/main" id="{042F54CB-9200-4D74-968A-0A3E5871D9E5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736600" y="4479925"/>
            <a:ext cx="2997200" cy="1781979"/>
          </a:xfrm>
        </p:spPr>
        <p:txBody>
          <a:bodyPr>
            <a:noAutofit/>
          </a:bodyPr>
          <a:lstStyle/>
          <a:p>
            <a:r>
              <a:rPr lang="en-US"/>
              <a:t>Click icon to add picture</a:t>
            </a:r>
          </a:p>
        </p:txBody>
      </p:sp>
      <p:sp>
        <p:nvSpPr>
          <p:cNvPr id="13" name="Picture Placeholder 4">
            <a:extLst>
              <a:ext uri="{FF2B5EF4-FFF2-40B4-BE49-F238E27FC236}">
                <a16:creationId xmlns:a16="http://schemas.microsoft.com/office/drawing/2014/main" id="{1D925119-27E3-496E-86BC-23416F94FB61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4051300" y="4479925"/>
            <a:ext cx="2997200" cy="1781979"/>
          </a:xfrm>
        </p:spPr>
        <p:txBody>
          <a:bodyPr>
            <a:noAutofit/>
          </a:bodyPr>
          <a:lstStyle/>
          <a:p>
            <a:r>
              <a:rPr lang="en-US"/>
              <a:t>Click icon to add picture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DF93AF7-D4DC-42B5-8A4F-B5F3ABBB03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7781678" y="6303963"/>
            <a:ext cx="3014980" cy="554037"/>
          </a:xfrm>
          <a:prstGeom prst="rect">
            <a:avLst/>
          </a:prstGeom>
          <a:gradFill flip="none" rotWithShape="1">
            <a:gsLst>
              <a:gs pos="0">
                <a:schemeClr val="accent5"/>
              </a:gs>
              <a:gs pos="100000">
                <a:schemeClr val="accent2">
                  <a:lumMod val="97000"/>
                  <a:lumOff val="3000"/>
                </a:schemeClr>
              </a:gs>
              <a:gs pos="50000">
                <a:schemeClr val="accent1"/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396809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rt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345D17-D652-4766-B11C-2E8D8390D9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519" y="767791"/>
            <a:ext cx="11002962" cy="823913"/>
          </a:xfrm>
        </p:spPr>
        <p:txBody>
          <a:bodyPr>
            <a:noAutofit/>
          </a:bodyPr>
          <a:lstStyle>
            <a:lvl1pPr>
              <a:defRPr sz="4800" spc="3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BC7A58C-70BA-43E5-BD90-83ADB63B0C00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Add a footer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F8A60B7-2499-42C6-8A74-ACDAE245746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8C2E478F-E849-4A8C-AF1F-CBCC78A7CB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26340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E635FD8-712D-4EE2-A5B6-3DD8DE9C25E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C179BAC-E989-4203-B9B4-6628036548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38600" y="4607137"/>
            <a:ext cx="4114800" cy="421480"/>
          </a:xfrm>
          <a:gradFill flip="none" rotWithShape="1">
            <a:gsLst>
              <a:gs pos="0">
                <a:schemeClr val="accent5"/>
              </a:gs>
              <a:gs pos="100000">
                <a:schemeClr val="accent2">
                  <a:lumMod val="97000"/>
                  <a:lumOff val="3000"/>
                </a:schemeClr>
              </a:gs>
              <a:gs pos="50000">
                <a:schemeClr val="accent1"/>
              </a:gs>
            </a:gsLst>
            <a:lin ang="10800000" scaled="1"/>
            <a:tileRect/>
          </a:gradFill>
        </p:spPr>
        <p:txBody>
          <a:bodyPr>
            <a:noAutofit/>
          </a:bodyPr>
          <a:lstStyle>
            <a:lvl1pPr>
              <a:defRPr sz="1400" spc="300" baseline="0">
                <a:latin typeface="+mn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60CCC81E-A013-4315-AD13-97BA3AA9559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478756" y="1569719"/>
            <a:ext cx="9234488" cy="2651443"/>
          </a:xfrm>
        </p:spPr>
        <p:txBody>
          <a:bodyPr>
            <a:noAutofit/>
          </a:bodyPr>
          <a:lstStyle>
            <a:lvl1pPr marL="0" indent="0" algn="ctr">
              <a:buNone/>
              <a:defRPr sz="3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7955537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2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le 2">
            <a:extLst>
              <a:ext uri="{FF2B5EF4-FFF2-40B4-BE49-F238E27FC236}">
                <a16:creationId xmlns:a16="http://schemas.microsoft.com/office/drawing/2014/main" id="{0EF11611-8537-47CC-87AC-2E25428B72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519" y="1"/>
            <a:ext cx="11002962" cy="1623218"/>
          </a:xfrm>
        </p:spPr>
        <p:txBody>
          <a:bodyPr anchor="ctr">
            <a:noAutofit/>
          </a:bodyPr>
          <a:lstStyle/>
          <a:p>
            <a:pPr algn="ctr"/>
            <a:r>
              <a:rPr lang="en-US" sz="4800"/>
              <a:t>Click to edit Master title style</a:t>
            </a:r>
          </a:p>
        </p:txBody>
      </p:sp>
      <p:sp>
        <p:nvSpPr>
          <p:cNvPr id="19" name="Picture Placeholder 17">
            <a:extLst>
              <a:ext uri="{FF2B5EF4-FFF2-40B4-BE49-F238E27FC236}">
                <a16:creationId xmlns:a16="http://schemas.microsoft.com/office/drawing/2014/main" id="{D1A63A52-1E65-414B-BBC3-D31F515791AC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578601" y="1638300"/>
            <a:ext cx="5156200" cy="1892300"/>
          </a:xfrm>
        </p:spPr>
        <p:txBody>
          <a:bodyPr>
            <a:noAutofit/>
          </a:bodyPr>
          <a:lstStyle/>
          <a:p>
            <a:r>
              <a:rPr lang="en-US"/>
              <a:t>Click icon to add picture</a:t>
            </a:r>
          </a:p>
        </p:txBody>
      </p:sp>
      <p:sp>
        <p:nvSpPr>
          <p:cNvPr id="18" name="Picture Placeholder 17">
            <a:extLst>
              <a:ext uri="{FF2B5EF4-FFF2-40B4-BE49-F238E27FC236}">
                <a16:creationId xmlns:a16="http://schemas.microsoft.com/office/drawing/2014/main" id="{ED7E0E1A-1E64-4A9A-9C8B-69486BD1123B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69900" y="1638300"/>
            <a:ext cx="5156200" cy="1892300"/>
          </a:xfrm>
        </p:spPr>
        <p:txBody>
          <a:bodyPr>
            <a:noAutofit/>
          </a:bodyPr>
          <a:lstStyle/>
          <a:p>
            <a:r>
              <a:rPr lang="en-US"/>
              <a:t>Click icon to add picture</a:t>
            </a:r>
          </a:p>
        </p:txBody>
      </p: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1E462965-19D7-4A65-B394-9AE76A5B48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69107" y="3864355"/>
            <a:ext cx="5157787" cy="494506"/>
          </a:xfrm>
        </p:spPr>
        <p:txBody>
          <a:bodyPr>
            <a:noAutofit/>
          </a:bodyPr>
          <a:lstStyle>
            <a:lvl1pPr marL="0" indent="0">
              <a:buNone/>
              <a:defRPr sz="2400"/>
            </a:lvl1pPr>
          </a:lstStyle>
          <a:p>
            <a:pPr lvl="0"/>
            <a:r>
              <a:rPr lang="en-US" spc="300">
                <a:solidFill>
                  <a:schemeClr val="tx1"/>
                </a:solidFill>
              </a:rPr>
              <a:t>Click to edit Master text styles</a:t>
            </a:r>
          </a:p>
        </p:txBody>
      </p:sp>
      <p:sp>
        <p:nvSpPr>
          <p:cNvPr id="11" name="Content Placeholder 4">
            <a:extLst>
              <a:ext uri="{FF2B5EF4-FFF2-40B4-BE49-F238E27FC236}">
                <a16:creationId xmlns:a16="http://schemas.microsoft.com/office/drawing/2014/main" id="{FAEC14D1-0BEA-4D9A-9D96-A56B6A9B07A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9107" y="4531139"/>
            <a:ext cx="5157787" cy="2039144"/>
          </a:xfrm>
        </p:spPr>
        <p:txBody>
          <a:bodyPr>
            <a:noAutofit/>
          </a:bodyPr>
          <a:lstStyle/>
          <a:p>
            <a:pPr lvl="0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US" sz="1400">
                <a:solidFill>
                  <a:schemeClr val="tx1"/>
                </a:solidFill>
              </a:rPr>
              <a:t>Click to edit Master text styles</a:t>
            </a:r>
          </a:p>
        </p:txBody>
      </p:sp>
      <p:sp>
        <p:nvSpPr>
          <p:cNvPr id="12" name="Text Placeholder 5">
            <a:extLst>
              <a:ext uri="{FF2B5EF4-FFF2-40B4-BE49-F238E27FC236}">
                <a16:creationId xmlns:a16="http://schemas.microsoft.com/office/drawing/2014/main" id="{1507BB47-1AB4-42F2-99FF-453A0622B81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565107" y="3864355"/>
            <a:ext cx="5183188" cy="494506"/>
          </a:xfrm>
        </p:spPr>
        <p:txBody>
          <a:bodyPr>
            <a:noAutofit/>
          </a:bodyPr>
          <a:lstStyle>
            <a:lvl1pPr marL="0" indent="0">
              <a:buNone/>
              <a:defRPr sz="2400"/>
            </a:lvl1pPr>
          </a:lstStyle>
          <a:p>
            <a:pPr lvl="0"/>
            <a:r>
              <a:rPr lang="en-US" spc="300">
                <a:solidFill>
                  <a:schemeClr val="tx1"/>
                </a:solidFill>
              </a:rPr>
              <a:t>Click to edit Master text styles</a:t>
            </a:r>
          </a:p>
        </p:txBody>
      </p:sp>
      <p:sp>
        <p:nvSpPr>
          <p:cNvPr id="14" name="Content Placeholder 6">
            <a:extLst>
              <a:ext uri="{FF2B5EF4-FFF2-40B4-BE49-F238E27FC236}">
                <a16:creationId xmlns:a16="http://schemas.microsoft.com/office/drawing/2014/main" id="{438D6EEA-A0DB-4B5F-8F41-A9C1F2C094C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565107" y="4531139"/>
            <a:ext cx="5183188" cy="2039144"/>
          </a:xfrm>
        </p:spPr>
        <p:txBody>
          <a:bodyPr>
            <a:noAutofit/>
          </a:bodyPr>
          <a:lstStyle/>
          <a:p>
            <a:pPr lvl="0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US" sz="1400">
                <a:solidFill>
                  <a:schemeClr val="tx1"/>
                </a:solidFill>
              </a:rPr>
              <a:t>Click to edit Master text styles</a:t>
            </a:r>
          </a:p>
        </p:txBody>
      </p:sp>
      <p:sp>
        <p:nvSpPr>
          <p:cNvPr id="20" name="Slide Number Placeholder 5">
            <a:extLst>
              <a:ext uri="{FF2B5EF4-FFF2-40B4-BE49-F238E27FC236}">
                <a16:creationId xmlns:a16="http://schemas.microsoft.com/office/drawing/2014/main" id="{A4909F59-7529-454A-A1EF-3CC1EADEFC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49269" y="6468303"/>
            <a:ext cx="443948" cy="365125"/>
          </a:xfrm>
        </p:spPr>
        <p:txBody>
          <a:bodyPr>
            <a:noAutofit/>
          </a:bodyPr>
          <a:lstStyle/>
          <a:p>
            <a:fld id="{8C2E478F-E849-4A8C-AF1F-CBCC78A7CB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08345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itle 2">
            <a:extLst>
              <a:ext uri="{FF2B5EF4-FFF2-40B4-BE49-F238E27FC236}">
                <a16:creationId xmlns:a16="http://schemas.microsoft.com/office/drawing/2014/main" id="{6186F91B-547E-43BC-9BCE-04619DAAFE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519" y="1"/>
            <a:ext cx="11002962" cy="1623218"/>
          </a:xfrm>
        </p:spPr>
        <p:txBody>
          <a:bodyPr anchor="ctr">
            <a:noAutofit/>
          </a:bodyPr>
          <a:lstStyle/>
          <a:p>
            <a:pPr algn="ctr"/>
            <a:r>
              <a:rPr lang="en-US" sz="4800"/>
              <a:t>Click to edit Master title style</a:t>
            </a:r>
          </a:p>
        </p:txBody>
      </p:sp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D635DFA1-45D2-4EFE-8BB2-BE966346691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960121" y="3669506"/>
            <a:ext cx="3108326" cy="2566988"/>
          </a:xfrm>
        </p:spPr>
        <p:txBody>
          <a:bodyPr>
            <a:noAutofit/>
          </a:bodyPr>
          <a:lstStyle>
            <a:lvl1pPr marL="0" indent="0">
              <a:buFont typeface="Wingdings" panose="05000000000000000000" pitchFamily="2" charset="2"/>
              <a:buNone/>
              <a:defRPr sz="2400" spc="300"/>
            </a:lvl1pPr>
            <a:lvl2pPr marL="685800" indent="-228600">
              <a:buFont typeface="Wingdings" panose="05000000000000000000" pitchFamily="2" charset="2"/>
              <a:buChar char="§"/>
              <a:defRPr/>
            </a:lvl2pPr>
            <a:lvl3pPr marL="1143000" indent="-228600">
              <a:buFont typeface="Wingdings" panose="05000000000000000000" pitchFamily="2" charset="2"/>
              <a:buChar char="§"/>
              <a:defRPr/>
            </a:lvl3pPr>
            <a:lvl4pPr marL="1600200" indent="-228600">
              <a:buFont typeface="Wingdings" panose="05000000000000000000" pitchFamily="2" charset="2"/>
              <a:buChar char="§"/>
              <a:defRPr/>
            </a:lvl4pPr>
            <a:lvl5pPr marL="2057400" indent="-228600">
              <a:buFont typeface="Wingdings" panose="05000000000000000000" pitchFamily="2" charset="2"/>
              <a:buChar char="§"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4" name="Picture Placeholder 23">
            <a:extLst>
              <a:ext uri="{FF2B5EF4-FFF2-40B4-BE49-F238E27FC236}">
                <a16:creationId xmlns:a16="http://schemas.microsoft.com/office/drawing/2014/main" id="{2F2918FE-A84E-4303-AEF3-4FD66CDD733E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960438" y="1624013"/>
            <a:ext cx="3108325" cy="1892300"/>
          </a:xfrm>
        </p:spPr>
        <p:txBody>
          <a:bodyPr>
            <a:noAutofit/>
          </a:bodyPr>
          <a:lstStyle/>
          <a:p>
            <a:r>
              <a:rPr lang="en-US"/>
              <a:t>Click icon to add picture</a:t>
            </a:r>
          </a:p>
        </p:txBody>
      </p:sp>
      <p:sp>
        <p:nvSpPr>
          <p:cNvPr id="25" name="Picture Placeholder 23">
            <a:extLst>
              <a:ext uri="{FF2B5EF4-FFF2-40B4-BE49-F238E27FC236}">
                <a16:creationId xmlns:a16="http://schemas.microsoft.com/office/drawing/2014/main" id="{E2401025-9BC9-4BDD-97DA-CA763CF846BB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4542155" y="1623219"/>
            <a:ext cx="3108325" cy="1892300"/>
          </a:xfrm>
        </p:spPr>
        <p:txBody>
          <a:bodyPr>
            <a:noAutofit/>
          </a:bodyPr>
          <a:lstStyle/>
          <a:p>
            <a:r>
              <a:rPr lang="en-US"/>
              <a:t>Click icon to add picture</a:t>
            </a:r>
          </a:p>
        </p:txBody>
      </p:sp>
      <p:sp>
        <p:nvSpPr>
          <p:cNvPr id="26" name="Picture Placeholder 23">
            <a:extLst>
              <a:ext uri="{FF2B5EF4-FFF2-40B4-BE49-F238E27FC236}">
                <a16:creationId xmlns:a16="http://schemas.microsoft.com/office/drawing/2014/main" id="{B7C4AAB6-897A-4ABD-AD50-2D86B197E914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8122920" y="1623219"/>
            <a:ext cx="3108325" cy="1892300"/>
          </a:xfrm>
        </p:spPr>
        <p:txBody>
          <a:bodyPr>
            <a:noAutofit/>
          </a:bodyPr>
          <a:lstStyle/>
          <a:p>
            <a:r>
              <a:rPr lang="en-US"/>
              <a:t>Click icon to add picture</a:t>
            </a:r>
          </a:p>
        </p:txBody>
      </p:sp>
      <p:sp>
        <p:nvSpPr>
          <p:cNvPr id="29" name="Text Placeholder 27">
            <a:extLst>
              <a:ext uri="{FF2B5EF4-FFF2-40B4-BE49-F238E27FC236}">
                <a16:creationId xmlns:a16="http://schemas.microsoft.com/office/drawing/2014/main" id="{790D65EC-6EB4-4594-91E9-5C3DE7C3BA89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541837" y="3681412"/>
            <a:ext cx="3108326" cy="2566988"/>
          </a:xfrm>
        </p:spPr>
        <p:txBody>
          <a:bodyPr>
            <a:noAutofit/>
          </a:bodyPr>
          <a:lstStyle>
            <a:lvl1pPr marL="0" indent="0">
              <a:buFont typeface="Wingdings" panose="05000000000000000000" pitchFamily="2" charset="2"/>
              <a:buNone/>
              <a:defRPr sz="2400" spc="300"/>
            </a:lvl1pPr>
            <a:lvl2pPr marL="685800" indent="-228600">
              <a:buFont typeface="Wingdings" panose="05000000000000000000" pitchFamily="2" charset="2"/>
              <a:buChar char="§"/>
              <a:defRPr/>
            </a:lvl2pPr>
            <a:lvl3pPr marL="1143000" indent="-228600">
              <a:buFont typeface="Wingdings" panose="05000000000000000000" pitchFamily="2" charset="2"/>
              <a:buChar char="§"/>
              <a:defRPr/>
            </a:lvl3pPr>
            <a:lvl4pPr marL="1600200" indent="-228600">
              <a:buFont typeface="Wingdings" panose="05000000000000000000" pitchFamily="2" charset="2"/>
              <a:buChar char="§"/>
              <a:defRPr/>
            </a:lvl4pPr>
            <a:lvl5pPr marL="2057400" indent="-228600">
              <a:buFont typeface="Wingdings" panose="05000000000000000000" pitchFamily="2" charset="2"/>
              <a:buChar char="§"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0" name="Text Placeholder 27">
            <a:extLst>
              <a:ext uri="{FF2B5EF4-FFF2-40B4-BE49-F238E27FC236}">
                <a16:creationId xmlns:a16="http://schemas.microsoft.com/office/drawing/2014/main" id="{611CF730-D055-47C2-A626-299F429D41B2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122919" y="3681412"/>
            <a:ext cx="3108326" cy="2566988"/>
          </a:xfrm>
        </p:spPr>
        <p:txBody>
          <a:bodyPr>
            <a:noAutofit/>
          </a:bodyPr>
          <a:lstStyle>
            <a:lvl1pPr marL="0" indent="0">
              <a:buFont typeface="Wingdings" panose="05000000000000000000" pitchFamily="2" charset="2"/>
              <a:buNone/>
              <a:defRPr sz="2400" spc="300"/>
            </a:lvl1pPr>
            <a:lvl2pPr marL="685800" indent="-228600">
              <a:buFont typeface="Wingdings" panose="05000000000000000000" pitchFamily="2" charset="2"/>
              <a:buChar char="§"/>
              <a:defRPr/>
            </a:lvl2pPr>
            <a:lvl3pPr marL="1143000" indent="-228600">
              <a:buFont typeface="Wingdings" panose="05000000000000000000" pitchFamily="2" charset="2"/>
              <a:buChar char="§"/>
              <a:defRPr/>
            </a:lvl3pPr>
            <a:lvl4pPr marL="1600200" indent="-228600">
              <a:buFont typeface="Wingdings" panose="05000000000000000000" pitchFamily="2" charset="2"/>
              <a:buChar char="§"/>
              <a:defRPr/>
            </a:lvl4pPr>
            <a:lvl5pPr marL="2057400" indent="-228600">
              <a:buFont typeface="Wingdings" panose="05000000000000000000" pitchFamily="2" charset="2"/>
              <a:buChar char="§"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1" name="Slide Number Placeholder 5">
            <a:extLst>
              <a:ext uri="{FF2B5EF4-FFF2-40B4-BE49-F238E27FC236}">
                <a16:creationId xmlns:a16="http://schemas.microsoft.com/office/drawing/2014/main" id="{F09E06A6-BFDD-42BD-BA69-2CD3BEF0F73D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1549269" y="6468303"/>
            <a:ext cx="443948" cy="365125"/>
          </a:xfrm>
        </p:spPr>
        <p:txBody>
          <a:bodyPr>
            <a:noAutofit/>
          </a:bodyPr>
          <a:lstStyle/>
          <a:p>
            <a:fld id="{8C2E478F-E849-4A8C-AF1F-CBCC78A7CB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55920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mma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186FE9B2-6286-484B-8943-95EE0B6B0267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0" y="0"/>
            <a:ext cx="5416550" cy="6858000"/>
          </a:xfrm>
          <a:effectLst/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7D4E8708-8565-4A5B-9D9E-1D4F40EAF90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49269" y="6468303"/>
            <a:ext cx="44394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C2E478F-E849-4A8C-AF1F-CBCC78A7CBFA}" type="slidenum">
              <a:rPr lang="en-US" smtClean="0"/>
              <a:t>‹#›</a:t>
            </a:fld>
            <a:endParaRPr lang="en-US"/>
          </a:p>
        </p:txBody>
      </p:sp>
      <p:sp>
        <p:nvSpPr>
          <p:cNvPr id="16" name="Content Placeholder 8">
            <a:extLst>
              <a:ext uri="{FF2B5EF4-FFF2-40B4-BE49-F238E27FC236}">
                <a16:creationId xmlns:a16="http://schemas.microsoft.com/office/drawing/2014/main" id="{42436126-0370-4532-A8AD-D20897982AD2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096000" y="1661160"/>
            <a:ext cx="4646246" cy="2218585"/>
          </a:xfrm>
        </p:spPr>
        <p:txBody>
          <a:bodyPr>
            <a:noAutofit/>
          </a:bodyPr>
          <a:lstStyle>
            <a:lvl1pPr>
              <a:defRPr/>
            </a:lvl1pPr>
          </a:lstStyle>
          <a:p>
            <a:pPr marL="0" indent="0">
              <a:lnSpc>
                <a:spcPct val="100000"/>
              </a:lnSpc>
              <a:buNone/>
            </a:pPr>
            <a:r>
              <a:rPr lang="en-US" sz="1600">
                <a:cs typeface="Biome Light" panose="020B0303030204020804" pitchFamily="34" charset="0"/>
              </a:rPr>
              <a:t>Click to edit master text style.</a:t>
            </a:r>
          </a:p>
          <a:p>
            <a:pPr marL="0" indent="0">
              <a:buNone/>
            </a:pPr>
            <a:endParaRPr lang="en-US"/>
          </a:p>
        </p:txBody>
      </p:sp>
      <p:sp>
        <p:nvSpPr>
          <p:cNvPr id="17" name="Slide Number Placeholder 70">
            <a:extLst>
              <a:ext uri="{FF2B5EF4-FFF2-40B4-BE49-F238E27FC236}">
                <a16:creationId xmlns:a16="http://schemas.microsoft.com/office/drawing/2014/main" id="{AEC105AD-E933-4969-B038-0ABD6F013167}"/>
              </a:ext>
            </a:extLst>
          </p:cNvPr>
          <p:cNvSpPr txBox="1">
            <a:spLocks/>
          </p:cNvSpPr>
          <p:nvPr userDrawn="1"/>
        </p:nvSpPr>
        <p:spPr>
          <a:xfrm>
            <a:off x="11549269" y="6468303"/>
            <a:ext cx="44394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8C2E478F-E849-4A8C-AF1F-CBCC78A7CBFA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76CDEBF2-B5C9-4887-B717-81C3D1A73C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5999" y="612037"/>
            <a:ext cx="5897218" cy="884238"/>
          </a:xfrm>
        </p:spPr>
        <p:txBody>
          <a:bodyPr lIns="91440" rIns="91440" anchor="t">
            <a:noAutofit/>
          </a:bodyPr>
          <a:lstStyle>
            <a:lvl1pPr algn="l">
              <a:lnSpc>
                <a:spcPct val="150000"/>
              </a:lnSpc>
              <a:spcBef>
                <a:spcPts val="1000"/>
              </a:spcBef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16A7FA3-8C13-4E5A-88C4-4357C8ACD7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107044" y="6303963"/>
            <a:ext cx="3014980" cy="554037"/>
          </a:xfrm>
          <a:prstGeom prst="rect">
            <a:avLst/>
          </a:prstGeom>
          <a:gradFill flip="none" rotWithShape="1">
            <a:gsLst>
              <a:gs pos="0">
                <a:schemeClr val="accent5"/>
              </a:gs>
              <a:gs pos="100000">
                <a:schemeClr val="accent2">
                  <a:lumMod val="97000"/>
                  <a:lumOff val="3000"/>
                </a:schemeClr>
              </a:gs>
              <a:gs pos="50000">
                <a:schemeClr val="accent1"/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31968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E635FD8-712D-4EE2-A5B6-3DD8DE9C25E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D9074D0F-754F-4F2C-A410-F222D2D2346E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702365" y="1660810"/>
            <a:ext cx="10787270" cy="830649"/>
          </a:xfrm>
        </p:spPr>
        <p:txBody>
          <a:bodyPr>
            <a:noAutofit/>
          </a:bodyPr>
          <a:lstStyle/>
          <a:p>
            <a:r>
              <a:rPr lang="en-US" sz="4000" spc="300"/>
              <a:t>Click to edit Master title style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F80209DF-C4D9-43B8-AA05-F53619153042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512343" y="5137992"/>
            <a:ext cx="5167313" cy="518795"/>
          </a:xfrm>
          <a:gradFill flip="none" rotWithShape="1">
            <a:gsLst>
              <a:gs pos="0">
                <a:schemeClr val="accent5"/>
              </a:gs>
              <a:gs pos="100000">
                <a:schemeClr val="accent2">
                  <a:lumMod val="97000"/>
                  <a:lumOff val="3000"/>
                </a:schemeClr>
              </a:gs>
              <a:gs pos="50000">
                <a:schemeClr val="accent1"/>
              </a:gs>
            </a:gsLst>
            <a:lin ang="10800000" scaled="1"/>
            <a:tileRect/>
          </a:gradFill>
        </p:spPr>
        <p:txBody>
          <a:bodyPr>
            <a:noAutofit/>
          </a:bodyPr>
          <a:lstStyle>
            <a:lvl1pPr marL="0" indent="0" algn="ctr">
              <a:buNone/>
              <a:defRPr sz="1800" spc="300">
                <a:solidFill>
                  <a:schemeClr val="tx1"/>
                </a:solidFill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Text Placeholder 13">
            <a:extLst>
              <a:ext uri="{FF2B5EF4-FFF2-40B4-BE49-F238E27FC236}">
                <a16:creationId xmlns:a16="http://schemas.microsoft.com/office/drawing/2014/main" id="{1D89734B-03E0-4ADE-8F62-C819F3E976D5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88194" y="3903126"/>
            <a:ext cx="3064668" cy="518795"/>
          </a:xfrm>
        </p:spPr>
        <p:txBody>
          <a:bodyPr>
            <a:noAutofit/>
          </a:bodyPr>
          <a:lstStyle>
            <a:lvl1pPr marL="0" indent="0" algn="ctr">
              <a:buNone/>
              <a:defRPr sz="1800" spc="300">
                <a:solidFill>
                  <a:schemeClr val="tx1"/>
                </a:solidFill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32" name="Text Placeholder 13">
            <a:extLst>
              <a:ext uri="{FF2B5EF4-FFF2-40B4-BE49-F238E27FC236}">
                <a16:creationId xmlns:a16="http://schemas.microsoft.com/office/drawing/2014/main" id="{85971F4D-8B59-4B3E-9169-64E0EF1BA85F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563664" y="3893330"/>
            <a:ext cx="3064668" cy="518795"/>
          </a:xfrm>
        </p:spPr>
        <p:txBody>
          <a:bodyPr>
            <a:noAutofit/>
          </a:bodyPr>
          <a:lstStyle>
            <a:lvl1pPr marL="0" indent="0" algn="ctr">
              <a:buNone/>
              <a:defRPr sz="1800" spc="300">
                <a:solidFill>
                  <a:schemeClr val="tx1"/>
                </a:solidFill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33" name="Text Placeholder 13">
            <a:extLst>
              <a:ext uri="{FF2B5EF4-FFF2-40B4-BE49-F238E27FC236}">
                <a16:creationId xmlns:a16="http://schemas.microsoft.com/office/drawing/2014/main" id="{90B19777-E2ED-419C-B486-857117FD081B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8539138" y="3903126"/>
            <a:ext cx="3064668" cy="518795"/>
          </a:xfrm>
        </p:spPr>
        <p:txBody>
          <a:bodyPr>
            <a:noAutofit/>
          </a:bodyPr>
          <a:lstStyle>
            <a:lvl1pPr marL="0" indent="0" algn="ctr">
              <a:buNone/>
              <a:defRPr sz="1800" spc="300">
                <a:solidFill>
                  <a:schemeClr val="tx1"/>
                </a:solidFill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34" name="Online Image Placeholder 33">
            <a:extLst>
              <a:ext uri="{FF2B5EF4-FFF2-40B4-BE49-F238E27FC236}">
                <a16:creationId xmlns:a16="http://schemas.microsoft.com/office/drawing/2014/main" id="{1A58EB44-F532-4998-B316-61C738C37BF5}"/>
              </a:ext>
            </a:extLst>
          </p:cNvPr>
          <p:cNvSpPr>
            <a:spLocks noGrp="1"/>
          </p:cNvSpPr>
          <p:nvPr>
            <p:ph type="clipArt" sz="quarter" idx="19" hasCustomPrompt="1"/>
          </p:nvPr>
        </p:nvSpPr>
        <p:spPr>
          <a:xfrm>
            <a:off x="1754768" y="3098985"/>
            <a:ext cx="731520" cy="731520"/>
          </a:xfrm>
        </p:spPr>
        <p:txBody>
          <a:bodyPr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Icon</a:t>
            </a:r>
          </a:p>
        </p:txBody>
      </p:sp>
      <p:sp>
        <p:nvSpPr>
          <p:cNvPr id="35" name="Online Image Placeholder 33">
            <a:extLst>
              <a:ext uri="{FF2B5EF4-FFF2-40B4-BE49-F238E27FC236}">
                <a16:creationId xmlns:a16="http://schemas.microsoft.com/office/drawing/2014/main" id="{33763C3C-3545-40BD-9B2C-DC4C0E4CE819}"/>
              </a:ext>
            </a:extLst>
          </p:cNvPr>
          <p:cNvSpPr>
            <a:spLocks noGrp="1"/>
          </p:cNvSpPr>
          <p:nvPr>
            <p:ph type="clipArt" sz="quarter" idx="20" hasCustomPrompt="1"/>
          </p:nvPr>
        </p:nvSpPr>
        <p:spPr>
          <a:xfrm>
            <a:off x="5730240" y="3098985"/>
            <a:ext cx="731520" cy="731520"/>
          </a:xfrm>
        </p:spPr>
        <p:txBody>
          <a:bodyPr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Icon</a:t>
            </a:r>
          </a:p>
        </p:txBody>
      </p:sp>
      <p:sp>
        <p:nvSpPr>
          <p:cNvPr id="36" name="Online Image Placeholder 33">
            <a:extLst>
              <a:ext uri="{FF2B5EF4-FFF2-40B4-BE49-F238E27FC236}">
                <a16:creationId xmlns:a16="http://schemas.microsoft.com/office/drawing/2014/main" id="{1C5D3777-17F3-4225-8C52-2EF1DB4FD54A}"/>
              </a:ext>
            </a:extLst>
          </p:cNvPr>
          <p:cNvSpPr>
            <a:spLocks noGrp="1"/>
          </p:cNvSpPr>
          <p:nvPr>
            <p:ph type="clipArt" sz="quarter" idx="21" hasCustomPrompt="1"/>
          </p:nvPr>
        </p:nvSpPr>
        <p:spPr>
          <a:xfrm>
            <a:off x="9705712" y="3098985"/>
            <a:ext cx="731520" cy="731520"/>
          </a:xfrm>
        </p:spPr>
        <p:txBody>
          <a:bodyPr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Icon</a:t>
            </a:r>
          </a:p>
        </p:txBody>
      </p:sp>
    </p:spTree>
    <p:extLst>
      <p:ext uri="{BB962C8B-B14F-4D97-AF65-F5344CB8AC3E}">
        <p14:creationId xmlns:p14="http://schemas.microsoft.com/office/powerpoint/2010/main" val="317374039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2272232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305F96C-D634-4A69-95EC-3D002BD687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519" y="365125"/>
            <a:ext cx="11002962" cy="82391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7757E98-D0FB-43E3-98BC-711F6A2F537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94519" y="1365813"/>
            <a:ext cx="10989920" cy="481115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FA65B72-2E86-4BA3-94F2-3ADFA40B7AE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Add a footer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C1F3FD-3DB9-46B7-85E1-E8B8878A401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49269" y="6468303"/>
            <a:ext cx="44394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C2E478F-E849-4A8C-AF1F-CBCC78A7CB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28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68" r:id="rId2"/>
    <p:sldLayoutId id="2147483661" r:id="rId3"/>
    <p:sldLayoutId id="2147483651" r:id="rId4"/>
    <p:sldLayoutId id="2147483660" r:id="rId5"/>
    <p:sldLayoutId id="2147483677" r:id="rId6"/>
    <p:sldLayoutId id="2147483666" r:id="rId7"/>
    <p:sldLayoutId id="2147483679" r:id="rId8"/>
    <p:sldLayoutId id="2147483653" r:id="rId9"/>
    <p:sldLayoutId id="2147483678" r:id="rId10"/>
    <p:sldLayoutId id="2147483680" r:id="rId11"/>
    <p:sldLayoutId id="2147483681" r:id="rId12"/>
  </p:sldLayoutIdLst>
  <p:hf hdr="0" ftr="0" dt="0"/>
  <p:txStyles>
    <p:titleStyle>
      <a:lvl1pPr algn="ctr" defTabSz="914400" rtl="0" eaLnBrk="1" latinLnBrk="0" hangingPunct="1">
        <a:lnSpc>
          <a:spcPct val="10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50000"/>
        </a:lnSpc>
        <a:spcBef>
          <a:spcPts val="10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5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5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5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5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creativecommons.org/licenses/by/3.0/" TargetMode="External"/><Relationship Id="rId4" Type="http://schemas.openxmlformats.org/officeDocument/2006/relationships/hyperlink" Target="https://www.solaresearch.org/2019/12/journal-of-learning-analytics-jla-volume-6-issue-3-now-available/" TargetMode="Externa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2.xml"/></Relationships>
</file>

<file path=ppt/slides/_rels/slide2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9.svg"/><Relationship Id="rId5" Type="http://schemas.openxmlformats.org/officeDocument/2006/relationships/image" Target="../media/image8.svg"/><Relationship Id="rId4" Type="http://schemas.openxmlformats.org/officeDocument/2006/relationships/image" Target="../media/image7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Placeholder 7" descr="abstract image">
            <a:extLst>
              <a:ext uri="{FF2B5EF4-FFF2-40B4-BE49-F238E27FC236}">
                <a16:creationId xmlns:a16="http://schemas.microsoft.com/office/drawing/2014/main" id="{9AB29DBC-55D3-49D9-BB44-4936739C4B57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 rotWithShape="1">
          <a:blip r:embed="rId2">
            <a:alphaModFix amt="52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</a:extLst>
          </a:blip>
          <a:srcRect/>
          <a:stretch/>
        </p:blipFill>
        <p:spPr/>
      </p:pic>
      <p:sp>
        <p:nvSpPr>
          <p:cNvPr id="9" name="Title 8">
            <a:extLst>
              <a:ext uri="{FF2B5EF4-FFF2-40B4-BE49-F238E27FC236}">
                <a16:creationId xmlns:a16="http://schemas.microsoft.com/office/drawing/2014/main" id="{79DC1498-E692-42BA-B69F-6D37E6CFAC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0837" y="1477926"/>
            <a:ext cx="11525730" cy="2307265"/>
          </a:xfrm>
        </p:spPr>
        <p:txBody>
          <a:bodyPr/>
          <a:lstStyle/>
          <a:p>
            <a:r>
              <a:rPr lang="en-US" sz="5400" b="1"/>
              <a:t>Software Engineering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0AE828D-1E63-455F-949D-0C5454A7FE8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50837" y="5699050"/>
            <a:ext cx="11525730" cy="1073889"/>
          </a:xfrm>
        </p:spPr>
        <p:txBody>
          <a:bodyPr/>
          <a:lstStyle/>
          <a:p>
            <a:r>
              <a:rPr lang="en-US" sz="2000"/>
              <a:t>Dr. Owais Hussain</a:t>
            </a:r>
          </a:p>
        </p:txBody>
      </p:sp>
    </p:spTree>
    <p:extLst>
      <p:ext uri="{BB962C8B-B14F-4D97-AF65-F5344CB8AC3E}">
        <p14:creationId xmlns:p14="http://schemas.microsoft.com/office/powerpoint/2010/main" val="14685605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3A87B3-0A27-4EE9-979E-B69581E476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Agenda</a:t>
            </a:r>
          </a:p>
        </p:txBody>
      </p:sp>
      <p:pic>
        <p:nvPicPr>
          <p:cNvPr id="8" name="Picture Placeholder 7">
            <a:extLst>
              <a:ext uri="{FF2B5EF4-FFF2-40B4-BE49-F238E27FC236}">
                <a16:creationId xmlns:a16="http://schemas.microsoft.com/office/drawing/2014/main" id="{BB76F5AB-0940-46E1-85F9-6A870D7D04C9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3">
            <a:extLst>
              <a:ext uri="{837473B0-CC2E-450A-ABE3-18F120FF3D39}">
                <a1611:picAttrSrcUrl xmlns:a1611="http://schemas.microsoft.com/office/drawing/2016/11/main" r:id="rId4"/>
              </a:ext>
            </a:extLst>
          </a:blip>
          <a:srcRect l="7684" r="33028"/>
          <a:stretch>
            <a:fillRect/>
          </a:stretch>
        </p:blipFill>
        <p:spPr>
          <a:xfrm>
            <a:off x="0" y="0"/>
            <a:ext cx="6096000" cy="6858000"/>
          </a:xfrm>
        </p:spPr>
      </p:pic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F3C89A40-EEAA-43AB-9A3A-B2CFDE450F1B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7068819" y="2078874"/>
            <a:ext cx="4924398" cy="4136198"/>
          </a:xfrm>
        </p:spPr>
        <p:txBody>
          <a:bodyPr/>
          <a:lstStyle/>
          <a:p>
            <a:r>
              <a:rPr lang="en-US" dirty="0"/>
              <a:t>Software Quality Metrics</a:t>
            </a:r>
          </a:p>
          <a:p>
            <a:r>
              <a:rPr lang="en-US" dirty="0"/>
              <a:t>Quality – Assurance vs Control</a:t>
            </a:r>
          </a:p>
          <a:p>
            <a:r>
              <a:rPr lang="en-US" dirty="0"/>
              <a:t>Static and Dynamic Testing</a:t>
            </a:r>
          </a:p>
          <a:p>
            <a:r>
              <a:rPr lang="en-US" dirty="0"/>
              <a:t>Types of Testing</a:t>
            </a:r>
          </a:p>
          <a:p>
            <a:r>
              <a:rPr lang="en-US" dirty="0"/>
              <a:t>White Box and Black Box Testing</a:t>
            </a:r>
          </a:p>
          <a:p>
            <a:r>
              <a:rPr lang="en-GB" dirty="0"/>
              <a:t>Equivalence Class Partitioning</a:t>
            </a:r>
          </a:p>
          <a:p>
            <a:r>
              <a:rPr lang="en-GB" dirty="0"/>
              <a:t>Boundary Value Analysis</a:t>
            </a:r>
            <a:endParaRPr lang="en-US" dirty="0"/>
          </a:p>
          <a:p>
            <a:r>
              <a:rPr lang="en-US" dirty="0"/>
              <a:t>STLC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29F8048-1E86-48F4-B246-D2F8C54B7E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2E478F-E849-4A8C-AF1F-CBCC78A7CBFA}" type="slidenum">
              <a:rPr lang="en-US" smtClean="0"/>
              <a:pPr/>
              <a:t>2</a:t>
            </a:fld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45FA580-2511-43FF-99FF-4AD8C9598CD1}"/>
              </a:ext>
            </a:extLst>
          </p:cNvPr>
          <p:cNvSpPr txBox="1"/>
          <p:nvPr/>
        </p:nvSpPr>
        <p:spPr>
          <a:xfrm>
            <a:off x="0" y="6858000"/>
            <a:ext cx="609600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K" sz="900">
                <a:hlinkClick r:id="rId4" tooltip="https://www.solaresearch.org/2019/12/journal-of-learning-analytics-jla-volume-6-issue-3-now-available/"/>
              </a:rPr>
              <a:t>This Photo</a:t>
            </a:r>
            <a:r>
              <a:rPr lang="en-PK" sz="900"/>
              <a:t> by Unknown Author is licensed under </a:t>
            </a:r>
            <a:r>
              <a:rPr lang="en-PK" sz="900">
                <a:hlinkClick r:id="rId5" tooltip="https://creativecommons.org/licenses/by/3.0/"/>
              </a:rPr>
              <a:t>CC BY</a:t>
            </a:r>
            <a:endParaRPr lang="en-PK" sz="900"/>
          </a:p>
        </p:txBody>
      </p:sp>
    </p:spTree>
    <p:extLst>
      <p:ext uri="{BB962C8B-B14F-4D97-AF65-F5344CB8AC3E}">
        <p14:creationId xmlns:p14="http://schemas.microsoft.com/office/powerpoint/2010/main" val="164909894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F6B598-6A86-6F51-DAAD-C57A52D84D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0966DE2E-6750-03E1-BCA8-FD1C37FE1B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Sample 2</a:t>
            </a:r>
          </a:p>
        </p:txBody>
      </p:sp>
      <p:sp>
        <p:nvSpPr>
          <p:cNvPr id="89" name="Rectangle 88">
            <a:extLst>
              <a:ext uri="{FF2B5EF4-FFF2-40B4-BE49-F238E27FC236}">
                <a16:creationId xmlns:a16="http://schemas.microsoft.com/office/drawing/2014/main" id="{754AFBB1-77F8-0D42-41D6-7AEF20334E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-12701"/>
            <a:ext cx="12201525" cy="130651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15" name="TextBox 214">
            <a:extLst>
              <a:ext uri="{FF2B5EF4-FFF2-40B4-BE49-F238E27FC236}">
                <a16:creationId xmlns:a16="http://schemas.microsoft.com/office/drawing/2014/main" id="{AF38C192-4D81-B8B6-51BC-F75F2312D24F}"/>
              </a:ext>
            </a:extLst>
          </p:cNvPr>
          <p:cNvSpPr txBox="1"/>
          <p:nvPr/>
        </p:nvSpPr>
        <p:spPr>
          <a:xfrm>
            <a:off x="220384" y="204892"/>
            <a:ext cx="117430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FFFFFF"/>
                </a:solidFill>
                <a:latin typeface="Arial"/>
                <a:cs typeface="Arial"/>
              </a:rPr>
              <a:t>Software Quality Metrics</a:t>
            </a:r>
          </a:p>
        </p:txBody>
      </p:sp>
      <p:sp>
        <p:nvSpPr>
          <p:cNvPr id="216" name="Rectangle 215">
            <a:extLst>
              <a:ext uri="{FF2B5EF4-FFF2-40B4-BE49-F238E27FC236}">
                <a16:creationId xmlns:a16="http://schemas.microsoft.com/office/drawing/2014/main" id="{96F4BBE2-2DF3-5702-8E36-414174077B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1295400"/>
            <a:ext cx="12201525" cy="76200"/>
          </a:xfrm>
          <a:prstGeom prst="rect">
            <a:avLst/>
          </a:prstGeom>
          <a:solidFill>
            <a:srgbClr val="9F9F9F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14" name="Rectangle 213">
            <a:extLst>
              <a:ext uri="{FF2B5EF4-FFF2-40B4-BE49-F238E27FC236}">
                <a16:creationId xmlns:a16="http://schemas.microsoft.com/office/drawing/2014/main" id="{EA33E2C4-8FB2-EDD1-D9E9-7D3DA8C4927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7861" y="6553200"/>
            <a:ext cx="12208273" cy="304800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A43DD6-9DA7-6C37-076B-76107B6A1376}"/>
              </a:ext>
            </a:extLst>
          </p:cNvPr>
          <p:cNvSpPr txBox="1">
            <a:spLocks/>
          </p:cNvSpPr>
          <p:nvPr/>
        </p:nvSpPr>
        <p:spPr>
          <a:xfrm>
            <a:off x="220384" y="1532587"/>
            <a:ext cx="11743016" cy="4887878"/>
          </a:xfrm>
          <a:prstGeom prst="rect">
            <a:avLst/>
          </a:prstGeom>
        </p:spPr>
        <p:txBody>
          <a:bodyPr numCol="2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GB" sz="3400" dirty="0"/>
              <a:t>Efficiency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GB" sz="3400" dirty="0"/>
              <a:t>Extensibility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GB" sz="3400" dirty="0"/>
              <a:t>Integrity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GB" sz="3400" dirty="0"/>
              <a:t>Interoperability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GB" sz="3400" dirty="0"/>
              <a:t>Maintainability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GB" sz="3400" dirty="0"/>
              <a:t>Modifiability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GB" sz="3400" dirty="0"/>
              <a:t>Performance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GB" sz="3400" dirty="0"/>
              <a:t>Portability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GB" sz="3400" dirty="0"/>
              <a:t>Reliability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GB" sz="3400" dirty="0"/>
              <a:t>Scalability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GB" sz="3400" dirty="0"/>
              <a:t>Security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GB" sz="3400" dirty="0"/>
              <a:t>Usability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GB" sz="3400" dirty="0"/>
              <a:t>Other</a:t>
            </a:r>
            <a:endParaRPr lang="en-GB" sz="3000" dirty="0"/>
          </a:p>
        </p:txBody>
      </p:sp>
    </p:spTree>
    <p:extLst>
      <p:ext uri="{BB962C8B-B14F-4D97-AF65-F5344CB8AC3E}">
        <p14:creationId xmlns:p14="http://schemas.microsoft.com/office/powerpoint/2010/main" val="21709647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93E145-D1CC-5DF5-FC16-A4BA1D1FA5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58D2ED3D-D613-DB0C-60DB-F48B8A2F47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Sample 2</a:t>
            </a:r>
          </a:p>
        </p:txBody>
      </p:sp>
      <p:sp>
        <p:nvSpPr>
          <p:cNvPr id="89" name="Rectangle 88">
            <a:extLst>
              <a:ext uri="{FF2B5EF4-FFF2-40B4-BE49-F238E27FC236}">
                <a16:creationId xmlns:a16="http://schemas.microsoft.com/office/drawing/2014/main" id="{59B35CDF-A898-879C-6184-59846839FB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-12701"/>
            <a:ext cx="12201525" cy="130651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15" name="TextBox 214">
            <a:extLst>
              <a:ext uri="{FF2B5EF4-FFF2-40B4-BE49-F238E27FC236}">
                <a16:creationId xmlns:a16="http://schemas.microsoft.com/office/drawing/2014/main" id="{A2F99602-7C2E-7F99-7019-B197A4777D32}"/>
              </a:ext>
            </a:extLst>
          </p:cNvPr>
          <p:cNvSpPr txBox="1"/>
          <p:nvPr/>
        </p:nvSpPr>
        <p:spPr>
          <a:xfrm>
            <a:off x="220384" y="204892"/>
            <a:ext cx="117430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FFFFFF"/>
                </a:solidFill>
                <a:latin typeface="Arial"/>
                <a:cs typeface="Arial"/>
              </a:rPr>
              <a:t>Quality – Assurance vs Control</a:t>
            </a:r>
          </a:p>
        </p:txBody>
      </p:sp>
      <p:sp>
        <p:nvSpPr>
          <p:cNvPr id="216" name="Rectangle 215">
            <a:extLst>
              <a:ext uri="{FF2B5EF4-FFF2-40B4-BE49-F238E27FC236}">
                <a16:creationId xmlns:a16="http://schemas.microsoft.com/office/drawing/2014/main" id="{4C1D68F1-9B42-113F-7E2E-146A8D8C96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1295400"/>
            <a:ext cx="12201525" cy="76200"/>
          </a:xfrm>
          <a:prstGeom prst="rect">
            <a:avLst/>
          </a:prstGeom>
          <a:solidFill>
            <a:srgbClr val="9F9F9F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14" name="Rectangle 213">
            <a:extLst>
              <a:ext uri="{FF2B5EF4-FFF2-40B4-BE49-F238E27FC236}">
                <a16:creationId xmlns:a16="http://schemas.microsoft.com/office/drawing/2014/main" id="{990D2FA0-4508-06EF-9A71-A45B871208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7861" y="6553200"/>
            <a:ext cx="12208273" cy="304800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2A2E5D-4F5F-9B1C-1AFF-E3AB54478CC4}"/>
              </a:ext>
            </a:extLst>
          </p:cNvPr>
          <p:cNvSpPr txBox="1">
            <a:spLocks/>
          </p:cNvSpPr>
          <p:nvPr/>
        </p:nvSpPr>
        <p:spPr>
          <a:xfrm>
            <a:off x="220384" y="1532587"/>
            <a:ext cx="5875616" cy="4887878"/>
          </a:xfrm>
          <a:prstGeom prst="rect">
            <a:avLst/>
          </a:prstGeom>
        </p:spPr>
        <p:txBody>
          <a:bodyPr numCol="1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GB" sz="3400" dirty="0"/>
              <a:t>Quality Assurance is process-focused activity of preventing mistakes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GB" sz="3400" dirty="0"/>
              <a:t>QA is more about cooking process</a:t>
            </a:r>
          </a:p>
          <a:p>
            <a:pPr lvl="1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GB" sz="3200" dirty="0"/>
              <a:t>Are chefs trained?</a:t>
            </a:r>
          </a:p>
          <a:p>
            <a:pPr lvl="1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GB" sz="3200" dirty="0"/>
              <a:t>Are ingredients checked?</a:t>
            </a:r>
          </a:p>
          <a:p>
            <a:pPr lvl="1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GB" sz="3200" dirty="0"/>
              <a:t>Are recipes documented?</a:t>
            </a:r>
            <a:endParaRPr lang="en-GB" sz="3400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FE9A175A-71A8-490E-3014-8AD44221A9CD}"/>
              </a:ext>
            </a:extLst>
          </p:cNvPr>
          <p:cNvSpPr txBox="1">
            <a:spLocks/>
          </p:cNvSpPr>
          <p:nvPr/>
        </p:nvSpPr>
        <p:spPr>
          <a:xfrm>
            <a:off x="6086275" y="1532587"/>
            <a:ext cx="5875616" cy="4887878"/>
          </a:xfrm>
          <a:prstGeom prst="rect">
            <a:avLst/>
          </a:prstGeom>
        </p:spPr>
        <p:txBody>
          <a:bodyPr numCol="1">
            <a:normAutofit/>
          </a:bodyPr>
          <a:lstStyle>
            <a:lvl1pPr marL="2286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GB" sz="3400" dirty="0"/>
              <a:t>Quality Control is the product-focused activity of detecting mistakes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GB" sz="3400" dirty="0"/>
              <a:t>QC is more about the meal</a:t>
            </a:r>
          </a:p>
          <a:p>
            <a:pPr lvl="1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GB" sz="3200" dirty="0"/>
              <a:t>Does it taste right?</a:t>
            </a:r>
          </a:p>
          <a:p>
            <a:pPr lvl="1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GB" sz="3200" dirty="0"/>
              <a:t>Is it properly cooked?</a:t>
            </a:r>
          </a:p>
          <a:p>
            <a:pPr lvl="1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GB" sz="3200" dirty="0"/>
              <a:t>Is the presentation correct?</a:t>
            </a:r>
          </a:p>
        </p:txBody>
      </p:sp>
    </p:spTree>
    <p:extLst>
      <p:ext uri="{BB962C8B-B14F-4D97-AF65-F5344CB8AC3E}">
        <p14:creationId xmlns:p14="http://schemas.microsoft.com/office/powerpoint/2010/main" val="6897295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0AFB67-18C1-20AA-FEF6-44DEDFF979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9AE4614D-3359-26C9-3A70-93E58CF47C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Sample 2</a:t>
            </a:r>
          </a:p>
        </p:txBody>
      </p:sp>
      <p:sp>
        <p:nvSpPr>
          <p:cNvPr id="89" name="Rectangle 88">
            <a:extLst>
              <a:ext uri="{FF2B5EF4-FFF2-40B4-BE49-F238E27FC236}">
                <a16:creationId xmlns:a16="http://schemas.microsoft.com/office/drawing/2014/main" id="{BAE8F7E0-E0F6-AB25-9E21-B2740DCFF7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-12701"/>
            <a:ext cx="12201525" cy="130651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15" name="TextBox 214">
            <a:extLst>
              <a:ext uri="{FF2B5EF4-FFF2-40B4-BE49-F238E27FC236}">
                <a16:creationId xmlns:a16="http://schemas.microsoft.com/office/drawing/2014/main" id="{786E540E-FEB0-50C7-6063-CA83F0FED41C}"/>
              </a:ext>
            </a:extLst>
          </p:cNvPr>
          <p:cNvSpPr txBox="1"/>
          <p:nvPr/>
        </p:nvSpPr>
        <p:spPr>
          <a:xfrm>
            <a:off x="220384" y="204892"/>
            <a:ext cx="117430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FFFFFF"/>
                </a:solidFill>
                <a:latin typeface="Arial"/>
                <a:cs typeface="Arial"/>
              </a:rPr>
              <a:t>Quality – Assurance vs Control – </a:t>
            </a:r>
            <a:r>
              <a:rPr lang="en-US" sz="3200" dirty="0" err="1">
                <a:solidFill>
                  <a:srgbClr val="FFFFFF"/>
                </a:solidFill>
                <a:latin typeface="Arial"/>
                <a:cs typeface="Arial"/>
              </a:rPr>
              <a:t>PakWheels</a:t>
            </a:r>
            <a:endParaRPr lang="en-US" sz="3200" dirty="0">
              <a:solidFill>
                <a:srgbClr val="FFFFFF"/>
              </a:solidFill>
              <a:latin typeface="Arial"/>
              <a:cs typeface="Arial"/>
            </a:endParaRPr>
          </a:p>
        </p:txBody>
      </p:sp>
      <p:sp>
        <p:nvSpPr>
          <p:cNvPr id="216" name="Rectangle 215">
            <a:extLst>
              <a:ext uri="{FF2B5EF4-FFF2-40B4-BE49-F238E27FC236}">
                <a16:creationId xmlns:a16="http://schemas.microsoft.com/office/drawing/2014/main" id="{C2A978A7-DD48-04F1-49E3-4536C22D2C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1295400"/>
            <a:ext cx="12201525" cy="76200"/>
          </a:xfrm>
          <a:prstGeom prst="rect">
            <a:avLst/>
          </a:prstGeom>
          <a:solidFill>
            <a:srgbClr val="9F9F9F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14" name="Rectangle 213">
            <a:extLst>
              <a:ext uri="{FF2B5EF4-FFF2-40B4-BE49-F238E27FC236}">
                <a16:creationId xmlns:a16="http://schemas.microsoft.com/office/drawing/2014/main" id="{8CA5993A-A476-7D0E-83E9-22736023B4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7861" y="6553200"/>
            <a:ext cx="12208273" cy="304800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EBE21E-5FB2-9250-5D78-76AF6E317595}"/>
              </a:ext>
            </a:extLst>
          </p:cNvPr>
          <p:cNvSpPr txBox="1">
            <a:spLocks/>
          </p:cNvSpPr>
          <p:nvPr/>
        </p:nvSpPr>
        <p:spPr>
          <a:xfrm>
            <a:off x="220384" y="1532587"/>
            <a:ext cx="5875616" cy="4887878"/>
          </a:xfrm>
          <a:prstGeom prst="rect">
            <a:avLst/>
          </a:prstGeom>
        </p:spPr>
        <p:txBody>
          <a:bodyPr numCol="1">
            <a:normAutofit fontScale="77500" lnSpcReduction="20000"/>
          </a:bodyPr>
          <a:lstStyle>
            <a:lvl1pPr marL="2286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20000"/>
              </a:lnSpc>
              <a:buNone/>
            </a:pPr>
            <a:r>
              <a:rPr lang="en-GB" sz="3400" dirty="0"/>
              <a:t>Before Implementation, QA:</a:t>
            </a:r>
          </a:p>
          <a:p>
            <a:pPr lvl="1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GB" sz="3200" dirty="0"/>
              <a:t>Reviews requirements</a:t>
            </a:r>
          </a:p>
          <a:p>
            <a:pPr lvl="1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GB" sz="3200" dirty="0"/>
              <a:t>Reviews architecture</a:t>
            </a:r>
          </a:p>
          <a:p>
            <a:pPr lvl="1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GB" sz="3200" dirty="0"/>
              <a:t>Defines coding standards</a:t>
            </a:r>
          </a:p>
          <a:p>
            <a:pPr lvl="1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GB" sz="3200" dirty="0"/>
              <a:t>Creates testing strategy</a:t>
            </a:r>
          </a:p>
          <a:p>
            <a:pPr lvl="1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GB" sz="3200" dirty="0"/>
              <a:t>Reviews use cases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GB" sz="3600" dirty="0"/>
              <a:t>E.g. SRS says customers can filter parts by Model, Year.</a:t>
            </a:r>
          </a:p>
          <a:p>
            <a:pPr lvl="1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GB" sz="3400" dirty="0"/>
              <a:t>What happens if no model exists?</a:t>
            </a:r>
          </a:p>
          <a:p>
            <a:pPr lvl="1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GB" sz="3400" dirty="0"/>
              <a:t>Are all vehicle years supported?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9A9FF51E-E8E9-7B71-6F52-0621184599C1}"/>
              </a:ext>
            </a:extLst>
          </p:cNvPr>
          <p:cNvSpPr txBox="1">
            <a:spLocks/>
          </p:cNvSpPr>
          <p:nvPr/>
        </p:nvSpPr>
        <p:spPr>
          <a:xfrm>
            <a:off x="6086275" y="1532587"/>
            <a:ext cx="5875616" cy="4887878"/>
          </a:xfrm>
          <a:prstGeom prst="rect">
            <a:avLst/>
          </a:prstGeom>
        </p:spPr>
        <p:txBody>
          <a:bodyPr numCol="1">
            <a:normAutofit fontScale="77500" lnSpcReduction="20000"/>
          </a:bodyPr>
          <a:lstStyle>
            <a:lvl1pPr marL="2286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20000"/>
              </a:lnSpc>
              <a:buNone/>
            </a:pPr>
            <a:r>
              <a:rPr lang="en-GB" sz="3400" dirty="0"/>
              <a:t>After implementation:</a:t>
            </a:r>
          </a:p>
          <a:p>
            <a:pPr lvl="1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GB" sz="3200" dirty="0"/>
              <a:t>Testers physically perform the testing</a:t>
            </a:r>
          </a:p>
          <a:p>
            <a:pPr lvl="1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GB" sz="3200" dirty="0"/>
              <a:t>Both functional and non-functional requirements are tested</a:t>
            </a:r>
          </a:p>
          <a:p>
            <a:pPr lvl="1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GB" sz="3200" dirty="0"/>
              <a:t>Test report is generated</a:t>
            </a:r>
          </a:p>
          <a:p>
            <a:pPr lvl="1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GB" sz="3200" dirty="0"/>
              <a:t>Find deviations from SRS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GB" sz="3400" dirty="0"/>
              <a:t>E.g. Test Filtering feature with inputs: Model = Corolla &amp; Year = 2020</a:t>
            </a:r>
          </a:p>
          <a:p>
            <a:pPr lvl="1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GB" sz="3200" dirty="0"/>
              <a:t>Verify that matching records are listed</a:t>
            </a:r>
          </a:p>
          <a:p>
            <a:pPr lvl="1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GB" sz="3200" dirty="0"/>
              <a:t>Verify that non-matching records do not appear</a:t>
            </a:r>
          </a:p>
        </p:txBody>
      </p:sp>
    </p:spTree>
    <p:extLst>
      <p:ext uri="{BB962C8B-B14F-4D97-AF65-F5344CB8AC3E}">
        <p14:creationId xmlns:p14="http://schemas.microsoft.com/office/powerpoint/2010/main" val="41181602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A2B280-EC86-0301-D724-9A506E64CC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83579558-CC45-8FC2-527D-39452B8691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Sample 2</a:t>
            </a:r>
          </a:p>
        </p:txBody>
      </p:sp>
      <p:sp>
        <p:nvSpPr>
          <p:cNvPr id="89" name="Rectangle 88">
            <a:extLst>
              <a:ext uri="{FF2B5EF4-FFF2-40B4-BE49-F238E27FC236}">
                <a16:creationId xmlns:a16="http://schemas.microsoft.com/office/drawing/2014/main" id="{E67C635A-60B2-40C8-3E58-85E0D5B006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-12701"/>
            <a:ext cx="12201525" cy="130651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15" name="TextBox 214">
            <a:extLst>
              <a:ext uri="{FF2B5EF4-FFF2-40B4-BE49-F238E27FC236}">
                <a16:creationId xmlns:a16="http://schemas.microsoft.com/office/drawing/2014/main" id="{E3667B6E-6C18-3664-A839-710799F58F5C}"/>
              </a:ext>
            </a:extLst>
          </p:cNvPr>
          <p:cNvSpPr txBox="1"/>
          <p:nvPr/>
        </p:nvSpPr>
        <p:spPr>
          <a:xfrm>
            <a:off x="220384" y="204892"/>
            <a:ext cx="117430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FFFFFF"/>
                </a:solidFill>
                <a:latin typeface="Arial"/>
                <a:cs typeface="Arial"/>
              </a:rPr>
              <a:t>Static and Dynamic Testing</a:t>
            </a:r>
          </a:p>
        </p:txBody>
      </p:sp>
      <p:sp>
        <p:nvSpPr>
          <p:cNvPr id="216" name="Rectangle 215">
            <a:extLst>
              <a:ext uri="{FF2B5EF4-FFF2-40B4-BE49-F238E27FC236}">
                <a16:creationId xmlns:a16="http://schemas.microsoft.com/office/drawing/2014/main" id="{FBDD2E21-1DAF-C9F0-FCCE-CC07766333A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1295400"/>
            <a:ext cx="12201525" cy="76200"/>
          </a:xfrm>
          <a:prstGeom prst="rect">
            <a:avLst/>
          </a:prstGeom>
          <a:solidFill>
            <a:srgbClr val="9F9F9F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14" name="Rectangle 213">
            <a:extLst>
              <a:ext uri="{FF2B5EF4-FFF2-40B4-BE49-F238E27FC236}">
                <a16:creationId xmlns:a16="http://schemas.microsoft.com/office/drawing/2014/main" id="{2B5E9FAE-0465-502B-31C7-1961071424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7861" y="6553200"/>
            <a:ext cx="12208273" cy="304800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8BAFCA-03BE-DA18-62AE-580B73017736}"/>
              </a:ext>
            </a:extLst>
          </p:cNvPr>
          <p:cNvSpPr txBox="1">
            <a:spLocks/>
          </p:cNvSpPr>
          <p:nvPr/>
        </p:nvSpPr>
        <p:spPr>
          <a:xfrm>
            <a:off x="220384" y="1532587"/>
            <a:ext cx="11743016" cy="4887878"/>
          </a:xfrm>
          <a:prstGeom prst="rect">
            <a:avLst/>
          </a:prstGeom>
        </p:spPr>
        <p:txBody>
          <a:bodyPr numCol="1">
            <a:normAutofit fontScale="85000" lnSpcReduction="10000"/>
          </a:bodyPr>
          <a:lstStyle>
            <a:lvl1pPr marL="2286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GB" sz="3400" b="1" dirty="0"/>
              <a:t>Static testing</a:t>
            </a:r>
          </a:p>
          <a:p>
            <a:pPr lvl="1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GB" sz="3200" dirty="0"/>
              <a:t>Examines code, requirements and design without executing the program.</a:t>
            </a:r>
          </a:p>
          <a:p>
            <a:pPr lvl="1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GB" sz="3200" dirty="0"/>
              <a:t>Examples include code reviews, requirement inspections, linting and static analysis tools.</a:t>
            </a:r>
          </a:p>
          <a:p>
            <a:pPr lvl="1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GB" sz="3200" dirty="0"/>
              <a:t>It catches defects early (e.g. missing requirements).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GB" sz="3400" b="1" dirty="0"/>
              <a:t>Dynamic testing</a:t>
            </a:r>
          </a:p>
          <a:p>
            <a:pPr lvl="1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GB" sz="3200" dirty="0"/>
              <a:t>Runs the software and validating its behaviour against expected outcomes.</a:t>
            </a:r>
          </a:p>
          <a:p>
            <a:pPr lvl="1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GB" sz="3200" dirty="0"/>
              <a:t>Finds runtime errors, integration issues, performance problems, etc.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endParaRPr lang="en-GB" sz="3400" dirty="0"/>
          </a:p>
        </p:txBody>
      </p:sp>
    </p:spTree>
    <p:extLst>
      <p:ext uri="{BB962C8B-B14F-4D97-AF65-F5344CB8AC3E}">
        <p14:creationId xmlns:p14="http://schemas.microsoft.com/office/powerpoint/2010/main" val="11612419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768ECE-9C75-4873-D23B-3A8783C940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995D6C0A-A07D-2723-497D-1B54B6ED5B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Sample 2</a:t>
            </a:r>
          </a:p>
        </p:txBody>
      </p:sp>
      <p:sp>
        <p:nvSpPr>
          <p:cNvPr id="89" name="Rectangle 88">
            <a:extLst>
              <a:ext uri="{FF2B5EF4-FFF2-40B4-BE49-F238E27FC236}">
                <a16:creationId xmlns:a16="http://schemas.microsoft.com/office/drawing/2014/main" id="{716A6FB7-D9FB-0734-C840-3E5A99613C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-12701"/>
            <a:ext cx="12201525" cy="130651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15" name="TextBox 214">
            <a:extLst>
              <a:ext uri="{FF2B5EF4-FFF2-40B4-BE49-F238E27FC236}">
                <a16:creationId xmlns:a16="http://schemas.microsoft.com/office/drawing/2014/main" id="{C9DAA463-5F02-AAB2-D1C5-23EF24C56403}"/>
              </a:ext>
            </a:extLst>
          </p:cNvPr>
          <p:cNvSpPr txBox="1"/>
          <p:nvPr/>
        </p:nvSpPr>
        <p:spPr>
          <a:xfrm>
            <a:off x="220384" y="204892"/>
            <a:ext cx="117430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FFFFFF"/>
                </a:solidFill>
                <a:latin typeface="Arial"/>
                <a:cs typeface="Arial"/>
              </a:rPr>
              <a:t>Static and Dynamic Testing</a:t>
            </a:r>
          </a:p>
        </p:txBody>
      </p:sp>
      <p:sp>
        <p:nvSpPr>
          <p:cNvPr id="216" name="Rectangle 215">
            <a:extLst>
              <a:ext uri="{FF2B5EF4-FFF2-40B4-BE49-F238E27FC236}">
                <a16:creationId xmlns:a16="http://schemas.microsoft.com/office/drawing/2014/main" id="{FEFA6129-A7BA-AEA6-5C00-BD98D45298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1295400"/>
            <a:ext cx="12201525" cy="76200"/>
          </a:xfrm>
          <a:prstGeom prst="rect">
            <a:avLst/>
          </a:prstGeom>
          <a:solidFill>
            <a:srgbClr val="9F9F9F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14" name="Rectangle 213">
            <a:extLst>
              <a:ext uri="{FF2B5EF4-FFF2-40B4-BE49-F238E27FC236}">
                <a16:creationId xmlns:a16="http://schemas.microsoft.com/office/drawing/2014/main" id="{A0898311-AFB7-5D7B-2670-784DDE743A4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7861" y="6553200"/>
            <a:ext cx="12208273" cy="304800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0B35D6E5-0D23-BC5B-4B0A-45AC17D74BF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70887046"/>
              </p:ext>
            </p:extLst>
          </p:nvPr>
        </p:nvGraphicFramePr>
        <p:xfrm>
          <a:off x="220384" y="1636776"/>
          <a:ext cx="11743015" cy="4617720"/>
        </p:xfrm>
        <a:graphic>
          <a:graphicData uri="http://schemas.openxmlformats.org/drawingml/2006/table">
            <a:tbl>
              <a:tblPr firstRow="1" bandRow="1" bandCol="1">
                <a:tableStyleId>{68D230F3-CF80-4859-8CE7-A43EE81993B5}</a:tableStyleId>
              </a:tblPr>
              <a:tblGrid>
                <a:gridCol w="1599272">
                  <a:extLst>
                    <a:ext uri="{9D8B030D-6E8A-4147-A177-3AD203B41FA5}">
                      <a16:colId xmlns:a16="http://schemas.microsoft.com/office/drawing/2014/main" val="1435185701"/>
                    </a:ext>
                  </a:extLst>
                </a:gridCol>
                <a:gridCol w="4764024">
                  <a:extLst>
                    <a:ext uri="{9D8B030D-6E8A-4147-A177-3AD203B41FA5}">
                      <a16:colId xmlns:a16="http://schemas.microsoft.com/office/drawing/2014/main" val="3358380572"/>
                    </a:ext>
                  </a:extLst>
                </a:gridCol>
                <a:gridCol w="5379719">
                  <a:extLst>
                    <a:ext uri="{9D8B030D-6E8A-4147-A177-3AD203B41FA5}">
                      <a16:colId xmlns:a16="http://schemas.microsoft.com/office/drawing/2014/main" val="3973915098"/>
                    </a:ext>
                  </a:extLst>
                </a:gridCol>
              </a:tblGrid>
              <a:tr h="577215">
                <a:tc>
                  <a:txBody>
                    <a:bodyPr/>
                    <a:lstStyle/>
                    <a:p>
                      <a:pPr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" sz="2800" dirty="0">
                          <a:effectLst/>
                        </a:rPr>
                        <a:t>Aspect</a:t>
                      </a:r>
                      <a:endParaRPr lang="en-PK" sz="28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" sz="2800">
                          <a:effectLst/>
                        </a:rPr>
                        <a:t>Static Testing</a:t>
                      </a:r>
                      <a:endParaRPr lang="en-PK" sz="28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" sz="2800" dirty="0">
                          <a:effectLst/>
                        </a:rPr>
                        <a:t>Dynamic Testing</a:t>
                      </a:r>
                      <a:endParaRPr lang="en-PK" sz="28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/>
                </a:tc>
                <a:extLst>
                  <a:ext uri="{0D108BD9-81ED-4DB2-BD59-A6C34878D82A}">
                    <a16:rowId xmlns:a16="http://schemas.microsoft.com/office/drawing/2014/main" val="4069253336"/>
                  </a:ext>
                </a:extLst>
              </a:tr>
              <a:tr h="577215">
                <a:tc>
                  <a:txBody>
                    <a:bodyPr/>
                    <a:lstStyle/>
                    <a:p>
                      <a:pPr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" sz="2800">
                          <a:effectLst/>
                        </a:rPr>
                        <a:t>When</a:t>
                      </a:r>
                      <a:endParaRPr lang="en-PK" sz="28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" sz="2800" dirty="0">
                          <a:effectLst/>
                        </a:rPr>
                        <a:t>Early stages</a:t>
                      </a:r>
                      <a:endParaRPr lang="en-PK" sz="28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" sz="2800">
                          <a:effectLst/>
                        </a:rPr>
                        <a:t>After code is built</a:t>
                      </a:r>
                      <a:endParaRPr lang="en-PK" sz="28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72422800"/>
                  </a:ext>
                </a:extLst>
              </a:tr>
              <a:tr h="1154430">
                <a:tc>
                  <a:txBody>
                    <a:bodyPr/>
                    <a:lstStyle/>
                    <a:p>
                      <a:pPr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" sz="2800">
                          <a:effectLst/>
                        </a:rPr>
                        <a:t>Execution</a:t>
                      </a:r>
                      <a:endParaRPr lang="en-PK" sz="28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" sz="2800" dirty="0">
                          <a:effectLst/>
                        </a:rPr>
                        <a:t>No code execution (reviews, walkthroughs)</a:t>
                      </a:r>
                      <a:endParaRPr lang="en-PK" sz="28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" sz="2800" dirty="0">
                          <a:effectLst/>
                        </a:rPr>
                        <a:t>Requires running the code with test cases</a:t>
                      </a:r>
                      <a:endParaRPr lang="en-PK" sz="28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solidFill>
                      <a:schemeClr val="bg1">
                        <a:alpha val="2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12667520"/>
                  </a:ext>
                </a:extLst>
              </a:tr>
              <a:tr h="1154430">
                <a:tc>
                  <a:txBody>
                    <a:bodyPr/>
                    <a:lstStyle/>
                    <a:p>
                      <a:pPr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" sz="2800">
                          <a:effectLst/>
                        </a:rPr>
                        <a:t>Objective</a:t>
                      </a:r>
                      <a:endParaRPr lang="en-PK" sz="28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" sz="2800">
                          <a:effectLst/>
                        </a:rPr>
                        <a:t>Prevent/identify flaws early (verifying docs &amp; code)</a:t>
                      </a:r>
                      <a:endParaRPr lang="en-PK" sz="28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" sz="2800">
                          <a:effectLst/>
                        </a:rPr>
                        <a:t>Identify defects under execution (validation)</a:t>
                      </a:r>
                      <a:endParaRPr lang="en-PK" sz="28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354868159"/>
                  </a:ext>
                </a:extLst>
              </a:tr>
              <a:tr h="1154430">
                <a:tc>
                  <a:txBody>
                    <a:bodyPr/>
                    <a:lstStyle/>
                    <a:p>
                      <a:pPr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" sz="2800">
                          <a:effectLst/>
                        </a:rPr>
                        <a:t>Artifacts</a:t>
                      </a:r>
                      <a:endParaRPr lang="en-PK" sz="28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" sz="2800" dirty="0">
                          <a:effectLst/>
                        </a:rPr>
                        <a:t>Requirements, design docs, code (inspection)</a:t>
                      </a:r>
                      <a:endParaRPr lang="en-PK" sz="28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" sz="2800" dirty="0">
                          <a:effectLst/>
                        </a:rPr>
                        <a:t>Running application, test data, logs</a:t>
                      </a:r>
                      <a:endParaRPr lang="en-PK" sz="28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solidFill>
                      <a:schemeClr val="bg1">
                        <a:alpha val="2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8404866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5868899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62487B-491A-456E-8717-AADFF5EE9B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B6EF7E8D-A331-849F-8958-1DB7FF0748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Sample 2</a:t>
            </a:r>
          </a:p>
        </p:txBody>
      </p:sp>
      <p:sp>
        <p:nvSpPr>
          <p:cNvPr id="89" name="Rectangle 88">
            <a:extLst>
              <a:ext uri="{FF2B5EF4-FFF2-40B4-BE49-F238E27FC236}">
                <a16:creationId xmlns:a16="http://schemas.microsoft.com/office/drawing/2014/main" id="{2CA3400D-C0BF-B2AE-C447-1DF7984654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-12701"/>
            <a:ext cx="12201525" cy="130651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15" name="TextBox 214">
            <a:extLst>
              <a:ext uri="{FF2B5EF4-FFF2-40B4-BE49-F238E27FC236}">
                <a16:creationId xmlns:a16="http://schemas.microsoft.com/office/drawing/2014/main" id="{7F6D4301-1F9F-AEF7-09E4-839D002B9293}"/>
              </a:ext>
            </a:extLst>
          </p:cNvPr>
          <p:cNvSpPr txBox="1"/>
          <p:nvPr/>
        </p:nvSpPr>
        <p:spPr>
          <a:xfrm>
            <a:off x="220384" y="204892"/>
            <a:ext cx="117430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FFFFFF"/>
                </a:solidFill>
                <a:latin typeface="Arial"/>
                <a:cs typeface="Arial"/>
              </a:rPr>
              <a:t>Types of Testing</a:t>
            </a:r>
          </a:p>
        </p:txBody>
      </p:sp>
      <p:sp>
        <p:nvSpPr>
          <p:cNvPr id="216" name="Rectangle 215">
            <a:extLst>
              <a:ext uri="{FF2B5EF4-FFF2-40B4-BE49-F238E27FC236}">
                <a16:creationId xmlns:a16="http://schemas.microsoft.com/office/drawing/2014/main" id="{FCC5B2FC-6F5F-8239-B5A1-E1F63C41A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1295400"/>
            <a:ext cx="12201525" cy="76200"/>
          </a:xfrm>
          <a:prstGeom prst="rect">
            <a:avLst/>
          </a:prstGeom>
          <a:solidFill>
            <a:srgbClr val="9F9F9F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14" name="Rectangle 213">
            <a:extLst>
              <a:ext uri="{FF2B5EF4-FFF2-40B4-BE49-F238E27FC236}">
                <a16:creationId xmlns:a16="http://schemas.microsoft.com/office/drawing/2014/main" id="{B460DF10-20A9-AAA4-0142-A18542F4AB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7861" y="6553200"/>
            <a:ext cx="12208273" cy="304800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B45376-D826-2C35-F563-6B43B68BF044}"/>
              </a:ext>
            </a:extLst>
          </p:cNvPr>
          <p:cNvSpPr txBox="1">
            <a:spLocks/>
          </p:cNvSpPr>
          <p:nvPr/>
        </p:nvSpPr>
        <p:spPr>
          <a:xfrm>
            <a:off x="220384" y="1532587"/>
            <a:ext cx="11743016" cy="4887878"/>
          </a:xfrm>
          <a:prstGeom prst="rect">
            <a:avLst/>
          </a:prstGeom>
        </p:spPr>
        <p:txBody>
          <a:bodyPr numCol="1">
            <a:normAutofit/>
          </a:bodyPr>
          <a:lstStyle>
            <a:lvl1pPr marL="2286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GB" sz="3400" dirty="0"/>
              <a:t>Unit Testing</a:t>
            </a:r>
          </a:p>
          <a:p>
            <a:pPr lvl="1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GB" sz="3200" dirty="0"/>
              <a:t>Test individual functions/modules in isolation.</a:t>
            </a:r>
          </a:p>
          <a:p>
            <a:pPr lvl="1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GB" sz="3200" dirty="0"/>
              <a:t>Cheap and automated by developers (e.g. using JUnit for Java).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GB" sz="3400" dirty="0"/>
              <a:t>Integration Testing</a:t>
            </a:r>
          </a:p>
          <a:p>
            <a:pPr lvl="1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GB" sz="3200" dirty="0"/>
              <a:t>Test interactions between modules.</a:t>
            </a:r>
          </a:p>
          <a:p>
            <a:pPr lvl="1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GB" sz="3200" dirty="0"/>
              <a:t>E.g. test that the “Add to Cart” module correctly updates the inventory.</a:t>
            </a:r>
          </a:p>
        </p:txBody>
      </p:sp>
    </p:spTree>
    <p:extLst>
      <p:ext uri="{BB962C8B-B14F-4D97-AF65-F5344CB8AC3E}">
        <p14:creationId xmlns:p14="http://schemas.microsoft.com/office/powerpoint/2010/main" val="41477465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18B3EC-A25E-EBB0-7895-276BA81D07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8B00956D-D11A-81E2-F8AD-F1EFCF92EA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Sample 2</a:t>
            </a:r>
          </a:p>
        </p:txBody>
      </p:sp>
      <p:sp>
        <p:nvSpPr>
          <p:cNvPr id="89" name="Rectangle 88">
            <a:extLst>
              <a:ext uri="{FF2B5EF4-FFF2-40B4-BE49-F238E27FC236}">
                <a16:creationId xmlns:a16="http://schemas.microsoft.com/office/drawing/2014/main" id="{93660AB9-D357-E293-3E0C-2676AA809D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-12701"/>
            <a:ext cx="12201525" cy="130651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15" name="TextBox 214">
            <a:extLst>
              <a:ext uri="{FF2B5EF4-FFF2-40B4-BE49-F238E27FC236}">
                <a16:creationId xmlns:a16="http://schemas.microsoft.com/office/drawing/2014/main" id="{F0A7BEA9-FA6E-1666-96A1-2C2E6EBD1D36}"/>
              </a:ext>
            </a:extLst>
          </p:cNvPr>
          <p:cNvSpPr txBox="1"/>
          <p:nvPr/>
        </p:nvSpPr>
        <p:spPr>
          <a:xfrm>
            <a:off x="220384" y="204892"/>
            <a:ext cx="117430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FFFFFF"/>
                </a:solidFill>
                <a:latin typeface="Arial"/>
                <a:cs typeface="Arial"/>
              </a:rPr>
              <a:t>Types of Testing</a:t>
            </a:r>
          </a:p>
        </p:txBody>
      </p:sp>
      <p:sp>
        <p:nvSpPr>
          <p:cNvPr id="216" name="Rectangle 215">
            <a:extLst>
              <a:ext uri="{FF2B5EF4-FFF2-40B4-BE49-F238E27FC236}">
                <a16:creationId xmlns:a16="http://schemas.microsoft.com/office/drawing/2014/main" id="{4EACD1E4-F0A7-019B-C1BD-93DC2ADF25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1295400"/>
            <a:ext cx="12201525" cy="76200"/>
          </a:xfrm>
          <a:prstGeom prst="rect">
            <a:avLst/>
          </a:prstGeom>
          <a:solidFill>
            <a:srgbClr val="9F9F9F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14" name="Rectangle 213">
            <a:extLst>
              <a:ext uri="{FF2B5EF4-FFF2-40B4-BE49-F238E27FC236}">
                <a16:creationId xmlns:a16="http://schemas.microsoft.com/office/drawing/2014/main" id="{7FC281C1-16E7-EEE7-BFCE-0AA8FF6AEA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7861" y="6553200"/>
            <a:ext cx="12208273" cy="304800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0B7842-797A-25DB-6947-0B023E7CC8A3}"/>
              </a:ext>
            </a:extLst>
          </p:cNvPr>
          <p:cNvSpPr txBox="1">
            <a:spLocks/>
          </p:cNvSpPr>
          <p:nvPr/>
        </p:nvSpPr>
        <p:spPr>
          <a:xfrm>
            <a:off x="220384" y="1532587"/>
            <a:ext cx="11743016" cy="4887878"/>
          </a:xfrm>
          <a:prstGeom prst="rect">
            <a:avLst/>
          </a:prstGeom>
        </p:spPr>
        <p:txBody>
          <a:bodyPr numCol="1">
            <a:normAutofit/>
          </a:bodyPr>
          <a:lstStyle>
            <a:lvl1pPr marL="2286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GB" sz="3400" dirty="0"/>
              <a:t>System Testing</a:t>
            </a:r>
          </a:p>
          <a:p>
            <a:pPr lvl="1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GB" sz="3200" dirty="0"/>
              <a:t>Test the complete integrated system.</a:t>
            </a:r>
          </a:p>
          <a:p>
            <a:pPr lvl="1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GB" sz="3200" dirty="0"/>
              <a:t>E.g. a customer logs in, adds parts to cart, checks out, and confirms order history.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GB" sz="3400" dirty="0"/>
              <a:t>Acceptance Testing</a:t>
            </a:r>
          </a:p>
          <a:p>
            <a:pPr lvl="1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GB" sz="3200" dirty="0"/>
              <a:t>Verify system meets business requirements.</a:t>
            </a:r>
          </a:p>
          <a:p>
            <a:pPr lvl="1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GB" sz="3200" dirty="0"/>
              <a:t>Often done by product owners or stakeholders.</a:t>
            </a:r>
          </a:p>
        </p:txBody>
      </p:sp>
    </p:spTree>
    <p:extLst>
      <p:ext uri="{BB962C8B-B14F-4D97-AF65-F5344CB8AC3E}">
        <p14:creationId xmlns:p14="http://schemas.microsoft.com/office/powerpoint/2010/main" val="14558205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5E72C5-6E87-B10E-F3FA-EF69974EBA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3F0DB45B-197C-2EE7-45D5-6CA1AFA923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Sample 2</a:t>
            </a:r>
          </a:p>
        </p:txBody>
      </p:sp>
      <p:sp>
        <p:nvSpPr>
          <p:cNvPr id="89" name="Rectangle 88">
            <a:extLst>
              <a:ext uri="{FF2B5EF4-FFF2-40B4-BE49-F238E27FC236}">
                <a16:creationId xmlns:a16="http://schemas.microsoft.com/office/drawing/2014/main" id="{2F894922-8294-2756-B2BE-927DC27199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-12701"/>
            <a:ext cx="12201525" cy="130651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15" name="TextBox 214">
            <a:extLst>
              <a:ext uri="{FF2B5EF4-FFF2-40B4-BE49-F238E27FC236}">
                <a16:creationId xmlns:a16="http://schemas.microsoft.com/office/drawing/2014/main" id="{19318C6E-2CE2-5C95-20E2-79B8FA0F71A1}"/>
              </a:ext>
            </a:extLst>
          </p:cNvPr>
          <p:cNvSpPr txBox="1"/>
          <p:nvPr/>
        </p:nvSpPr>
        <p:spPr>
          <a:xfrm>
            <a:off x="220384" y="204892"/>
            <a:ext cx="117430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FFFFFF"/>
                </a:solidFill>
                <a:latin typeface="Arial"/>
                <a:cs typeface="Arial"/>
              </a:rPr>
              <a:t>Types of Testing</a:t>
            </a:r>
          </a:p>
        </p:txBody>
      </p:sp>
      <p:sp>
        <p:nvSpPr>
          <p:cNvPr id="216" name="Rectangle 215">
            <a:extLst>
              <a:ext uri="{FF2B5EF4-FFF2-40B4-BE49-F238E27FC236}">
                <a16:creationId xmlns:a16="http://schemas.microsoft.com/office/drawing/2014/main" id="{899A70B5-FB2A-3323-8A67-FE1020BE53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1295400"/>
            <a:ext cx="12201525" cy="76200"/>
          </a:xfrm>
          <a:prstGeom prst="rect">
            <a:avLst/>
          </a:prstGeom>
          <a:solidFill>
            <a:srgbClr val="9F9F9F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14" name="Rectangle 213">
            <a:extLst>
              <a:ext uri="{FF2B5EF4-FFF2-40B4-BE49-F238E27FC236}">
                <a16:creationId xmlns:a16="http://schemas.microsoft.com/office/drawing/2014/main" id="{57BED2CA-00AC-9018-ADD8-54F4B27B61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7861" y="6553200"/>
            <a:ext cx="12208273" cy="304800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D2F3A0-0AF6-71FC-372D-7192A5C969B8}"/>
              </a:ext>
            </a:extLst>
          </p:cNvPr>
          <p:cNvSpPr txBox="1">
            <a:spLocks/>
          </p:cNvSpPr>
          <p:nvPr/>
        </p:nvSpPr>
        <p:spPr>
          <a:xfrm>
            <a:off x="220384" y="1532587"/>
            <a:ext cx="11743016" cy="4887878"/>
          </a:xfrm>
          <a:prstGeom prst="rect">
            <a:avLst/>
          </a:prstGeom>
        </p:spPr>
        <p:txBody>
          <a:bodyPr numCol="1">
            <a:normAutofit fontScale="92500" lnSpcReduction="20000"/>
          </a:bodyPr>
          <a:lstStyle>
            <a:lvl1pPr marL="2286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GB" sz="3400" dirty="0"/>
              <a:t>Smoke testing</a:t>
            </a:r>
          </a:p>
          <a:p>
            <a:pPr lvl="1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GB" sz="3200" dirty="0"/>
              <a:t>A quick sanity check of basic features after a build.</a:t>
            </a:r>
          </a:p>
          <a:p>
            <a:pPr lvl="1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GB" sz="3200" dirty="0"/>
              <a:t>E.g. verify the main pages open without errors.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GB" sz="3400" dirty="0"/>
              <a:t>Sanity testing</a:t>
            </a:r>
          </a:p>
          <a:p>
            <a:pPr lvl="1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GB" sz="3200" dirty="0"/>
              <a:t>A narrow check after small changes.</a:t>
            </a:r>
          </a:p>
          <a:p>
            <a:pPr lvl="1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GB" sz="3200" dirty="0"/>
              <a:t>E.g. after fixing a bug in the search filter, quickly test search and filter.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GB" sz="3400" dirty="0"/>
              <a:t>Regression testing</a:t>
            </a:r>
          </a:p>
          <a:p>
            <a:pPr lvl="1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GB" sz="3200" dirty="0"/>
              <a:t>Re-run tests on all existing functionality after changes to ensure no new bugs were introduced.</a:t>
            </a:r>
          </a:p>
        </p:txBody>
      </p:sp>
    </p:spTree>
    <p:extLst>
      <p:ext uri="{BB962C8B-B14F-4D97-AF65-F5344CB8AC3E}">
        <p14:creationId xmlns:p14="http://schemas.microsoft.com/office/powerpoint/2010/main" val="16783879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2C0F02-7443-FFF2-E456-CFAFE7AAFE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F0EB4219-2726-E5CC-7808-F3E21A6CE5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Sample 2</a:t>
            </a:r>
          </a:p>
        </p:txBody>
      </p:sp>
      <p:sp>
        <p:nvSpPr>
          <p:cNvPr id="89" name="Rectangle 88">
            <a:extLst>
              <a:ext uri="{FF2B5EF4-FFF2-40B4-BE49-F238E27FC236}">
                <a16:creationId xmlns:a16="http://schemas.microsoft.com/office/drawing/2014/main" id="{F635087C-B178-0D71-640E-E109CB8B52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-12701"/>
            <a:ext cx="12201525" cy="130651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15" name="TextBox 214">
            <a:extLst>
              <a:ext uri="{FF2B5EF4-FFF2-40B4-BE49-F238E27FC236}">
                <a16:creationId xmlns:a16="http://schemas.microsoft.com/office/drawing/2014/main" id="{EB820F13-70C7-BE13-884B-7D6438EBBA8B}"/>
              </a:ext>
            </a:extLst>
          </p:cNvPr>
          <p:cNvSpPr txBox="1"/>
          <p:nvPr/>
        </p:nvSpPr>
        <p:spPr>
          <a:xfrm>
            <a:off x="220384" y="204892"/>
            <a:ext cx="117430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FFFFFF"/>
                </a:solidFill>
                <a:latin typeface="Arial"/>
                <a:cs typeface="Arial"/>
              </a:rPr>
              <a:t>Types of Testing</a:t>
            </a:r>
          </a:p>
        </p:txBody>
      </p:sp>
      <p:sp>
        <p:nvSpPr>
          <p:cNvPr id="216" name="Rectangle 215">
            <a:extLst>
              <a:ext uri="{FF2B5EF4-FFF2-40B4-BE49-F238E27FC236}">
                <a16:creationId xmlns:a16="http://schemas.microsoft.com/office/drawing/2014/main" id="{8337BCDB-9765-8244-42B3-AA95F4E230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1295400"/>
            <a:ext cx="12201525" cy="76200"/>
          </a:xfrm>
          <a:prstGeom prst="rect">
            <a:avLst/>
          </a:prstGeom>
          <a:solidFill>
            <a:srgbClr val="9F9F9F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14" name="Rectangle 213">
            <a:extLst>
              <a:ext uri="{FF2B5EF4-FFF2-40B4-BE49-F238E27FC236}">
                <a16:creationId xmlns:a16="http://schemas.microsoft.com/office/drawing/2014/main" id="{56A919E3-B97F-2991-DE0A-7192D5284E4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7861" y="6553200"/>
            <a:ext cx="12208273" cy="304800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4DDB69-699F-B6B1-B244-50E24CF7AA11}"/>
              </a:ext>
            </a:extLst>
          </p:cNvPr>
          <p:cNvSpPr txBox="1">
            <a:spLocks/>
          </p:cNvSpPr>
          <p:nvPr/>
        </p:nvSpPr>
        <p:spPr>
          <a:xfrm>
            <a:off x="220384" y="1532587"/>
            <a:ext cx="11743016" cy="4887878"/>
          </a:xfrm>
          <a:prstGeom prst="rect">
            <a:avLst/>
          </a:prstGeom>
        </p:spPr>
        <p:txBody>
          <a:bodyPr numCol="1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GB" sz="3400" dirty="0"/>
              <a:t>Performance Testing</a:t>
            </a:r>
          </a:p>
          <a:p>
            <a:pPr lvl="1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GB" sz="3200" dirty="0"/>
              <a:t>Load/performance testing measures response times and throughput under stress.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GB" sz="3400" dirty="0"/>
              <a:t>Security Testing</a:t>
            </a:r>
          </a:p>
          <a:p>
            <a:pPr lvl="1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GB" sz="3200" dirty="0"/>
              <a:t>Ensure the system is secure (e.g. penetration testing, authentication tests).</a:t>
            </a:r>
          </a:p>
          <a:p>
            <a:pPr lvl="1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GB" sz="3200" dirty="0"/>
              <a:t>E.g. test that password resets work and that user data is not exposed.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endParaRPr lang="en-GB" sz="3400" dirty="0"/>
          </a:p>
        </p:txBody>
      </p:sp>
    </p:spTree>
    <p:extLst>
      <p:ext uri="{BB962C8B-B14F-4D97-AF65-F5344CB8AC3E}">
        <p14:creationId xmlns:p14="http://schemas.microsoft.com/office/powerpoint/2010/main" val="32274921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927513-5E80-C2A9-0415-3D3B359CF8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80651F70-2F64-D46D-D5C4-4EBDAED091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Sample 2</a:t>
            </a:r>
          </a:p>
        </p:txBody>
      </p:sp>
      <p:sp>
        <p:nvSpPr>
          <p:cNvPr id="89" name="Rectangle 88">
            <a:extLst>
              <a:ext uri="{FF2B5EF4-FFF2-40B4-BE49-F238E27FC236}">
                <a16:creationId xmlns:a16="http://schemas.microsoft.com/office/drawing/2014/main" id="{0D3CA30D-2FC5-2E48-11FE-81CD002D4E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-12701"/>
            <a:ext cx="12201525" cy="130651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15" name="TextBox 214">
            <a:extLst>
              <a:ext uri="{FF2B5EF4-FFF2-40B4-BE49-F238E27FC236}">
                <a16:creationId xmlns:a16="http://schemas.microsoft.com/office/drawing/2014/main" id="{38DEC434-7569-74C6-2EA6-9D90EEEF38F3}"/>
              </a:ext>
            </a:extLst>
          </p:cNvPr>
          <p:cNvSpPr txBox="1"/>
          <p:nvPr/>
        </p:nvSpPr>
        <p:spPr>
          <a:xfrm>
            <a:off x="220384" y="204892"/>
            <a:ext cx="117430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FFFFFF"/>
                </a:solidFill>
                <a:latin typeface="Arial"/>
                <a:cs typeface="Arial"/>
              </a:rPr>
              <a:t>White Box Testing</a:t>
            </a:r>
          </a:p>
        </p:txBody>
      </p:sp>
      <p:sp>
        <p:nvSpPr>
          <p:cNvPr id="216" name="Rectangle 215">
            <a:extLst>
              <a:ext uri="{FF2B5EF4-FFF2-40B4-BE49-F238E27FC236}">
                <a16:creationId xmlns:a16="http://schemas.microsoft.com/office/drawing/2014/main" id="{A6372C72-4D13-936E-BA3C-DB5C898F0E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1295400"/>
            <a:ext cx="12201525" cy="76200"/>
          </a:xfrm>
          <a:prstGeom prst="rect">
            <a:avLst/>
          </a:prstGeom>
          <a:solidFill>
            <a:srgbClr val="9F9F9F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14" name="Rectangle 213">
            <a:extLst>
              <a:ext uri="{FF2B5EF4-FFF2-40B4-BE49-F238E27FC236}">
                <a16:creationId xmlns:a16="http://schemas.microsoft.com/office/drawing/2014/main" id="{FEF5C421-200B-E8B0-ACDB-92C0982E2A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7861" y="6553200"/>
            <a:ext cx="12208273" cy="304800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E875882-9961-0BDA-9E50-D9935A41AD4A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220384" y="1532587"/>
                <a:ext cx="11743016" cy="4887878"/>
              </a:xfrm>
              <a:prstGeom prst="rect">
                <a:avLst/>
              </a:prstGeom>
            </p:spPr>
            <p:txBody>
              <a:bodyPr numCol="1">
                <a:normAutofit fontScale="70000" lnSpcReduction="20000"/>
              </a:bodyPr>
              <a:lstStyle>
                <a:lvl1pPr marL="228600" indent="-228600" algn="l" defTabSz="914400" rtl="0" eaLnBrk="1" latinLnBrk="0" hangingPunct="1">
                  <a:lnSpc>
                    <a:spcPct val="15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15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15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15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15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lnSpc>
                    <a:spcPct val="120000"/>
                  </a:lnSpc>
                  <a:buFont typeface="Wingdings" panose="05000000000000000000" pitchFamily="2" charset="2"/>
                  <a:buChar char="§"/>
                </a:pPr>
                <a:r>
                  <a:rPr lang="en-GB" sz="3400" dirty="0"/>
                  <a:t>White-box testing inspects the internal logic and code of components.</a:t>
                </a:r>
              </a:p>
              <a:p>
                <a:pPr>
                  <a:lnSpc>
                    <a:spcPct val="120000"/>
                  </a:lnSpc>
                  <a:buFont typeface="Wingdings" panose="05000000000000000000" pitchFamily="2" charset="2"/>
                  <a:buChar char="§"/>
                </a:pPr>
                <a:r>
                  <a:rPr lang="en-GB" sz="3400" dirty="0"/>
                  <a:t>The tester (often developer) designs test cases to exercise code paths, branches and loops.</a:t>
                </a:r>
              </a:p>
              <a:p>
                <a:pPr>
                  <a:lnSpc>
                    <a:spcPct val="120000"/>
                  </a:lnSpc>
                  <a:buFont typeface="Wingdings" panose="05000000000000000000" pitchFamily="2" charset="2"/>
                  <a:buChar char="§"/>
                </a:pPr>
                <a:r>
                  <a:rPr lang="en-GB" sz="3400" dirty="0"/>
                  <a:t>It aims for high code coverage (statement, branch, path) and finds errors in logic or implementation.</a:t>
                </a:r>
              </a:p>
              <a:p>
                <a:pPr>
                  <a:lnSpc>
                    <a:spcPct val="120000"/>
                  </a:lnSpc>
                  <a:buFont typeface="Wingdings" panose="05000000000000000000" pitchFamily="2" charset="2"/>
                  <a:buChar char="§"/>
                </a:pPr>
                <a:r>
                  <a:rPr lang="en-GB" sz="3400" dirty="0"/>
                  <a:t>Techniques:</a:t>
                </a:r>
              </a:p>
              <a:p>
                <a:pPr lvl="1">
                  <a:lnSpc>
                    <a:spcPct val="120000"/>
                  </a:lnSpc>
                  <a:buFont typeface="Wingdings" panose="05000000000000000000" pitchFamily="2" charset="2"/>
                  <a:buChar char="§"/>
                </a:pPr>
                <a:r>
                  <a:rPr lang="en-GB" sz="3200" dirty="0"/>
                  <a:t>Statement coverage (ensure every line runs)</a:t>
                </a:r>
              </a:p>
              <a:p>
                <a:pPr lvl="1">
                  <a:lnSpc>
                    <a:spcPct val="120000"/>
                  </a:lnSpc>
                  <a:buFont typeface="Wingdings" panose="05000000000000000000" pitchFamily="2" charset="2"/>
                  <a:buChar char="§"/>
                </a:pPr>
                <a:r>
                  <a:rPr lang="en-GB" sz="3200" dirty="0"/>
                  <a:t>Branch coverage (both outcomes of if-else)</a:t>
                </a:r>
              </a:p>
              <a:p>
                <a:pPr lvl="1">
                  <a:lnSpc>
                    <a:spcPct val="120000"/>
                  </a:lnSpc>
                  <a:buFont typeface="Wingdings" panose="05000000000000000000" pitchFamily="2" charset="2"/>
                  <a:buChar char="§"/>
                </a:pPr>
                <a:r>
                  <a:rPr lang="en-GB" sz="3200" dirty="0"/>
                  <a:t>Path coverage (all possible paths through loops/conditions).</a:t>
                </a:r>
              </a:p>
              <a:p>
                <a:pPr lvl="2">
                  <a:lnSpc>
                    <a:spcPct val="120000"/>
                  </a:lnSpc>
                  <a:buFont typeface="Wingdings" panose="05000000000000000000" pitchFamily="2" charset="2"/>
                  <a:buChar char="§"/>
                </a:pPr>
                <a:r>
                  <a:rPr lang="en-GB" sz="3200" dirty="0"/>
                  <a:t>For example, in code </a:t>
                </a:r>
                <a14:m>
                  <m:oMath xmlns:m="http://schemas.openxmlformats.org/officeDocument/2006/math">
                    <m:r>
                      <a:rPr lang="en-GB" sz="3200" i="1" dirty="0" smtClean="0">
                        <a:latin typeface="Cambria Math" panose="02040503050406030204" pitchFamily="18" charset="0"/>
                      </a:rPr>
                      <m:t>𝑖𝑓</m:t>
                    </m:r>
                    <m:r>
                      <a:rPr lang="en-GB" sz="3200" i="1" dirty="0" smtClean="0">
                        <a:latin typeface="Cambria Math" panose="02040503050406030204" pitchFamily="18" charset="0"/>
                      </a:rPr>
                      <m:t> (</m:t>
                    </m:r>
                    <m:r>
                      <a:rPr lang="en-GB" sz="3200" i="1" dirty="0" smtClean="0">
                        <a:latin typeface="Cambria Math" panose="02040503050406030204" pitchFamily="18" charset="0"/>
                      </a:rPr>
                      <m:t>𝑠𝑡𝑜𝑐𝑘</m:t>
                    </m:r>
                    <m:r>
                      <a:rPr lang="en-US" sz="3200" b="0" i="1" dirty="0" smtClean="0">
                        <a:latin typeface="Cambria Math" panose="02040503050406030204" pitchFamily="18" charset="0"/>
                      </a:rPr>
                      <m:t>≥</m:t>
                    </m:r>
                    <m:r>
                      <a:rPr lang="en-GB" sz="3200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GB" sz="3200" i="1" dirty="0" smtClean="0">
                        <a:latin typeface="Cambria Math" panose="02040503050406030204" pitchFamily="18" charset="0"/>
                      </a:rPr>
                      <m:t>𝑞𝑡𝑦</m:t>
                    </m:r>
                    <m:r>
                      <a:rPr lang="en-GB" sz="3200" i="1" dirty="0" smtClean="0">
                        <a:latin typeface="Cambria Math" panose="02040503050406030204" pitchFamily="18" charset="0"/>
                      </a:rPr>
                      <m:t>) … </m:t>
                    </m:r>
                    <m:r>
                      <a:rPr lang="en-GB" sz="3200" i="1" dirty="0">
                        <a:latin typeface="Cambria Math" panose="02040503050406030204" pitchFamily="18" charset="0"/>
                      </a:rPr>
                      <m:t>𝑒𝑙𝑠𝑒</m:t>
                    </m:r>
                    <m:r>
                      <a:rPr lang="en-GB" sz="3200" i="1" dirty="0">
                        <a:latin typeface="Cambria Math" panose="02040503050406030204" pitchFamily="18" charset="0"/>
                      </a:rPr>
                      <m:t> …</m:t>
                    </m:r>
                  </m:oMath>
                </a14:m>
                <a:r>
                  <a:rPr lang="en-GB" sz="3200" dirty="0"/>
                  <a:t>, write tests for </a:t>
                </a:r>
                <a14:m>
                  <m:oMath xmlns:m="http://schemas.openxmlformats.org/officeDocument/2006/math">
                    <m:r>
                      <a:rPr lang="en-GB" sz="3200" i="1" dirty="0" smtClean="0">
                        <a:latin typeface="Cambria Math" panose="02040503050406030204" pitchFamily="18" charset="0"/>
                      </a:rPr>
                      <m:t>𝑠𝑡𝑜𝑐𝑘</m:t>
                    </m:r>
                    <m:r>
                      <a:rPr lang="en-US" sz="3200" b="0" i="1" dirty="0" smtClean="0">
                        <a:latin typeface="Cambria Math" panose="02040503050406030204" pitchFamily="18" charset="0"/>
                      </a:rPr>
                      <m:t>≥</m:t>
                    </m:r>
                    <m:r>
                      <a:rPr lang="en-GB" sz="3200" i="1" dirty="0" smtClean="0">
                        <a:latin typeface="Cambria Math" panose="02040503050406030204" pitchFamily="18" charset="0"/>
                      </a:rPr>
                      <m:t>𝑞𝑡𝑦</m:t>
                    </m:r>
                  </m:oMath>
                </a14:m>
                <a:r>
                  <a:rPr lang="en-GB" sz="3200" dirty="0"/>
                  <a:t> and </a:t>
                </a:r>
                <a14:m>
                  <m:oMath xmlns:m="http://schemas.openxmlformats.org/officeDocument/2006/math">
                    <m:r>
                      <a:rPr lang="en-GB" sz="3200" i="1" dirty="0" smtClean="0">
                        <a:latin typeface="Cambria Math" panose="02040503050406030204" pitchFamily="18" charset="0"/>
                      </a:rPr>
                      <m:t>𝑠𝑡𝑜𝑐𝑘</m:t>
                    </m:r>
                    <m:r>
                      <a:rPr lang="en-GB" sz="3200" i="1" dirty="0" smtClean="0"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GB" sz="3200" i="1" dirty="0" smtClean="0">
                        <a:latin typeface="Cambria Math" panose="02040503050406030204" pitchFamily="18" charset="0"/>
                      </a:rPr>
                      <m:t>𝑞𝑡𝑦</m:t>
                    </m:r>
                  </m:oMath>
                </a14:m>
                <a:r>
                  <a:rPr lang="en-GB" sz="3200" dirty="0"/>
                  <a:t>.</a:t>
                </a:r>
              </a:p>
              <a:p>
                <a:pPr lvl="2">
                  <a:lnSpc>
                    <a:spcPct val="120000"/>
                  </a:lnSpc>
                  <a:buFont typeface="Wingdings" panose="05000000000000000000" pitchFamily="2" charset="2"/>
                  <a:buChar char="§"/>
                </a:pPr>
                <a:r>
                  <a:rPr lang="en-GB" sz="3200" dirty="0"/>
                  <a:t>For loops, test zero, one, and multiple iterations.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E875882-9961-0BDA-9E50-D9935A41AD4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0384" y="1532587"/>
                <a:ext cx="11743016" cy="4887878"/>
              </a:xfrm>
              <a:prstGeom prst="rect">
                <a:avLst/>
              </a:prstGeom>
              <a:blipFill>
                <a:blip r:embed="rId3"/>
                <a:stretch>
                  <a:fillRect l="-675" t="-998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262551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1AB5E3-862F-D92C-39FA-BCA2DE7B02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839CCAA6-ED13-C648-FA3D-C372048CC1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Sample 2</a:t>
            </a:r>
          </a:p>
        </p:txBody>
      </p:sp>
      <p:sp>
        <p:nvSpPr>
          <p:cNvPr id="89" name="Rectangle 88">
            <a:extLst>
              <a:ext uri="{FF2B5EF4-FFF2-40B4-BE49-F238E27FC236}">
                <a16:creationId xmlns:a16="http://schemas.microsoft.com/office/drawing/2014/main" id="{DFBAF1E4-583A-479C-4599-0D3D8F2391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-12701"/>
            <a:ext cx="12201525" cy="130651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15" name="TextBox 214">
            <a:extLst>
              <a:ext uri="{FF2B5EF4-FFF2-40B4-BE49-F238E27FC236}">
                <a16:creationId xmlns:a16="http://schemas.microsoft.com/office/drawing/2014/main" id="{62CFA8E4-1FFA-679A-E6A3-D08F5A4F9401}"/>
              </a:ext>
            </a:extLst>
          </p:cNvPr>
          <p:cNvSpPr txBox="1"/>
          <p:nvPr/>
        </p:nvSpPr>
        <p:spPr>
          <a:xfrm>
            <a:off x="220384" y="204892"/>
            <a:ext cx="117430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FFFFFF"/>
                </a:solidFill>
                <a:latin typeface="Arial"/>
                <a:cs typeface="Arial"/>
              </a:rPr>
              <a:t>White Box Testing – </a:t>
            </a:r>
            <a:r>
              <a:rPr lang="en-US" sz="3200" dirty="0" err="1">
                <a:solidFill>
                  <a:srgbClr val="FFFFFF"/>
                </a:solidFill>
                <a:latin typeface="Arial"/>
                <a:cs typeface="Arial"/>
              </a:rPr>
              <a:t>PakWheels</a:t>
            </a:r>
            <a:endParaRPr lang="en-US" sz="3200" dirty="0">
              <a:solidFill>
                <a:srgbClr val="FFFFFF"/>
              </a:solidFill>
              <a:latin typeface="Arial"/>
              <a:cs typeface="Arial"/>
            </a:endParaRPr>
          </a:p>
        </p:txBody>
      </p:sp>
      <p:sp>
        <p:nvSpPr>
          <p:cNvPr id="216" name="Rectangle 215">
            <a:extLst>
              <a:ext uri="{FF2B5EF4-FFF2-40B4-BE49-F238E27FC236}">
                <a16:creationId xmlns:a16="http://schemas.microsoft.com/office/drawing/2014/main" id="{D8861840-DA2A-E861-28C1-EEA4951EF4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1295400"/>
            <a:ext cx="12201525" cy="76200"/>
          </a:xfrm>
          <a:prstGeom prst="rect">
            <a:avLst/>
          </a:prstGeom>
          <a:solidFill>
            <a:srgbClr val="9F9F9F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14" name="Rectangle 213">
            <a:extLst>
              <a:ext uri="{FF2B5EF4-FFF2-40B4-BE49-F238E27FC236}">
                <a16:creationId xmlns:a16="http://schemas.microsoft.com/office/drawing/2014/main" id="{8139DDDB-D50F-A9B2-F85A-076AECB384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7861" y="6553200"/>
            <a:ext cx="12208273" cy="304800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58D8C75-0327-16AF-BAD9-6CEC31642378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220384" y="1532587"/>
                <a:ext cx="11743016" cy="4887878"/>
              </a:xfrm>
              <a:prstGeom prst="rect">
                <a:avLst/>
              </a:prstGeom>
            </p:spPr>
            <p:txBody>
              <a:bodyPr numCol="1">
                <a:normAutofit fontScale="62500" lnSpcReduction="20000"/>
              </a:bodyPr>
              <a:lstStyle>
                <a:lvl1pPr marL="228600" indent="-228600" algn="l" defTabSz="914400" rtl="0" eaLnBrk="1" latinLnBrk="0" hangingPunct="1">
                  <a:lnSpc>
                    <a:spcPct val="15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15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15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15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15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lnSpc>
                    <a:spcPct val="120000"/>
                  </a:lnSpc>
                  <a:buFont typeface="Wingdings" panose="05000000000000000000" pitchFamily="2" charset="2"/>
                  <a:buChar char="§"/>
                </a:pPr>
                <a:r>
                  <a:rPr lang="en-GB" sz="3400" dirty="0"/>
                  <a:t>Example: Suppose Vendor Listing code has a validation </a:t>
                </a:r>
                <a14:m>
                  <m:oMath xmlns:m="http://schemas.openxmlformats.org/officeDocument/2006/math">
                    <m:r>
                      <a:rPr lang="en-GB" sz="3400" i="1" dirty="0" smtClean="0">
                        <a:latin typeface="Cambria Math" panose="02040503050406030204" pitchFamily="18" charset="0"/>
                      </a:rPr>
                      <m:t>𝑖𝑓</m:t>
                    </m:r>
                    <m:r>
                      <a:rPr lang="en-GB" sz="3400" i="1" dirty="0" smtClean="0">
                        <a:latin typeface="Cambria Math" panose="02040503050406030204" pitchFamily="18" charset="0"/>
                      </a:rPr>
                      <m:t> (</m:t>
                    </m:r>
                    <m:r>
                      <a:rPr lang="en-GB" sz="3400" i="1" dirty="0" smtClean="0">
                        <a:latin typeface="Cambria Math" panose="02040503050406030204" pitchFamily="18" charset="0"/>
                      </a:rPr>
                      <m:t>𝑝𝑟𝑖𝑐𝑒</m:t>
                    </m:r>
                    <m:r>
                      <a:rPr lang="en-GB" sz="3400" i="1" dirty="0" smtClean="0">
                        <a:latin typeface="Cambria Math" panose="02040503050406030204" pitchFamily="18" charset="0"/>
                      </a:rPr>
                      <m:t>&lt;0) </m:t>
                    </m:r>
                    <m:r>
                      <a:rPr lang="en-GB" sz="3400" i="1" dirty="0" smtClean="0">
                        <a:latin typeface="Cambria Math" panose="02040503050406030204" pitchFamily="18" charset="0"/>
                      </a:rPr>
                      <m:t>𝑡h𝑟𝑜𝑤</m:t>
                    </m:r>
                    <m:r>
                      <a:rPr lang="en-GB" sz="3400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GB" sz="3400" i="1" dirty="0" smtClean="0">
                        <a:latin typeface="Cambria Math" panose="02040503050406030204" pitchFamily="18" charset="0"/>
                      </a:rPr>
                      <m:t>𝐸𝑟𝑟𝑜𝑟</m:t>
                    </m:r>
                  </m:oMath>
                </a14:m>
                <a:r>
                  <a:rPr lang="en-GB" sz="3400" dirty="0"/>
                  <a:t>.</a:t>
                </a:r>
              </a:p>
              <a:p>
                <a:pPr>
                  <a:lnSpc>
                    <a:spcPct val="120000"/>
                  </a:lnSpc>
                  <a:buFont typeface="Wingdings" panose="05000000000000000000" pitchFamily="2" charset="2"/>
                  <a:buChar char="§"/>
                </a:pPr>
                <a:r>
                  <a:rPr lang="en-GB" sz="3400" dirty="0"/>
                  <a:t>White-box tests should cover </a:t>
                </a:r>
                <a14:m>
                  <m:oMath xmlns:m="http://schemas.openxmlformats.org/officeDocument/2006/math">
                    <m:r>
                      <a:rPr lang="en-GB" sz="3400" i="1" dirty="0" smtClean="0">
                        <a:latin typeface="Cambria Math" panose="02040503050406030204" pitchFamily="18" charset="0"/>
                      </a:rPr>
                      <m:t>𝑝𝑟𝑖𝑐𝑒</m:t>
                    </m:r>
                    <m:r>
                      <a:rPr lang="en-GB" sz="3400" i="1" dirty="0" smtClean="0">
                        <a:latin typeface="Cambria Math" panose="02040503050406030204" pitchFamily="18" charset="0"/>
                      </a:rPr>
                      <m:t>&lt;0</m:t>
                    </m:r>
                  </m:oMath>
                </a14:m>
                <a:r>
                  <a:rPr lang="en-GB" sz="3400" dirty="0"/>
                  <a:t> and </a:t>
                </a:r>
                <a14:m>
                  <m:oMath xmlns:m="http://schemas.openxmlformats.org/officeDocument/2006/math">
                    <m:r>
                      <a:rPr lang="en-GB" sz="3400" i="1" dirty="0" smtClean="0">
                        <a:latin typeface="Cambria Math" panose="02040503050406030204" pitchFamily="18" charset="0"/>
                      </a:rPr>
                      <m:t>𝑝𝑟𝑖𝑐𝑒</m:t>
                    </m:r>
                    <m:r>
                      <a:rPr lang="en-US" sz="3400" b="0" i="1" dirty="0" smtClean="0">
                        <a:latin typeface="Cambria Math" panose="02040503050406030204" pitchFamily="18" charset="0"/>
                      </a:rPr>
                      <m:t>≥</m:t>
                    </m:r>
                    <m:r>
                      <a:rPr lang="en-GB" sz="3400" i="1" dirty="0" smtClean="0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en-GB" sz="3400" dirty="0"/>
                  <a:t> paths.</a:t>
                </a:r>
              </a:p>
              <a:p>
                <a:pPr>
                  <a:lnSpc>
                    <a:spcPct val="120000"/>
                  </a:lnSpc>
                  <a:buFont typeface="Wingdings" panose="05000000000000000000" pitchFamily="2" charset="2"/>
                  <a:buChar char="§"/>
                </a:pPr>
                <a:r>
                  <a:rPr lang="en-GB" sz="3400" dirty="0"/>
                  <a:t>Example: in checkout, code may call Leopard API on successful order; tests should cover normal and failure paths.</a:t>
                </a:r>
              </a:p>
              <a:p>
                <a:pPr>
                  <a:lnSpc>
                    <a:spcPct val="120000"/>
                  </a:lnSpc>
                  <a:buFont typeface="Wingdings" panose="05000000000000000000" pitchFamily="2" charset="2"/>
                  <a:buChar char="§"/>
                </a:pPr>
                <a:r>
                  <a:rPr lang="en-GB" sz="3400" dirty="0"/>
                  <a:t>Some White-Box Test Cases (</a:t>
                </a:r>
                <a:r>
                  <a:rPr lang="en-GB" sz="3400" dirty="0" err="1"/>
                  <a:t>PakWheels</a:t>
                </a:r>
                <a:r>
                  <a:rPr lang="en-GB" sz="3400" dirty="0"/>
                  <a:t>):</a:t>
                </a:r>
              </a:p>
              <a:p>
                <a:pPr lvl="1">
                  <a:lnSpc>
                    <a:spcPct val="120000"/>
                  </a:lnSpc>
                  <a:buFont typeface="Wingdings" panose="05000000000000000000" pitchFamily="2" charset="2"/>
                  <a:buChar char="§"/>
                </a:pPr>
                <a:r>
                  <a:rPr lang="en-GB" sz="3200" dirty="0"/>
                  <a:t>Checkout stock logic: Given </a:t>
                </a:r>
                <a14:m>
                  <m:oMath xmlns:m="http://schemas.openxmlformats.org/officeDocument/2006/math">
                    <m:r>
                      <a:rPr lang="en-GB" sz="3200" i="1" dirty="0" smtClean="0">
                        <a:latin typeface="Cambria Math" panose="02040503050406030204" pitchFamily="18" charset="0"/>
                      </a:rPr>
                      <m:t>𝑠𝑡𝑜𝑐𝑘</m:t>
                    </m:r>
                    <m:r>
                      <a:rPr lang="en-GB" sz="3200" i="1" dirty="0" smtClean="0">
                        <a:latin typeface="Cambria Math" panose="02040503050406030204" pitchFamily="18" charset="0"/>
                      </a:rPr>
                      <m:t>=5</m:t>
                    </m:r>
                  </m:oMath>
                </a14:m>
                <a:r>
                  <a:rPr lang="en-GB" sz="3200" dirty="0"/>
                  <a:t>, order </a:t>
                </a:r>
                <a14:m>
                  <m:oMath xmlns:m="http://schemas.openxmlformats.org/officeDocument/2006/math">
                    <m:r>
                      <a:rPr lang="en-GB" sz="3200" i="1" dirty="0" smtClean="0">
                        <a:latin typeface="Cambria Math" panose="02040503050406030204" pitchFamily="18" charset="0"/>
                      </a:rPr>
                      <m:t>𝑞𝑡𝑦</m:t>
                    </m:r>
                    <m:r>
                      <a:rPr lang="en-GB" sz="3200" i="1" dirty="0" smtClean="0">
                        <a:latin typeface="Cambria Math" panose="02040503050406030204" pitchFamily="18" charset="0"/>
                      </a:rPr>
                      <m:t>=5</m:t>
                    </m:r>
                  </m:oMath>
                </a14:m>
                <a:r>
                  <a:rPr lang="en-GB" sz="3200" dirty="0"/>
                  <a:t> ⇒ order succeeds; if </a:t>
                </a:r>
                <a14:m>
                  <m:oMath xmlns:m="http://schemas.openxmlformats.org/officeDocument/2006/math">
                    <m:r>
                      <a:rPr lang="en-GB" sz="3200" i="1" dirty="0" smtClean="0">
                        <a:latin typeface="Cambria Math" panose="02040503050406030204" pitchFamily="18" charset="0"/>
                      </a:rPr>
                      <m:t>𝑞𝑡𝑦</m:t>
                    </m:r>
                    <m:r>
                      <a:rPr lang="en-GB" sz="3200" i="1" dirty="0" smtClean="0">
                        <a:latin typeface="Cambria Math" panose="02040503050406030204" pitchFamily="18" charset="0"/>
                      </a:rPr>
                      <m:t>=6</m:t>
                    </m:r>
                  </m:oMath>
                </a14:m>
                <a:r>
                  <a:rPr lang="en-GB" sz="3200" dirty="0"/>
                  <a:t> ⇒ order fails.</a:t>
                </a:r>
              </a:p>
              <a:p>
                <a:pPr lvl="1">
                  <a:lnSpc>
                    <a:spcPct val="120000"/>
                  </a:lnSpc>
                  <a:buFont typeface="Wingdings" panose="05000000000000000000" pitchFamily="2" charset="2"/>
                  <a:buChar char="§"/>
                </a:pPr>
                <a:r>
                  <a:rPr lang="en-GB" sz="3200" dirty="0"/>
                  <a:t>Price calculation: For unit price 100, quantity 3, with VAT 10% ⇒ expected total 330; test calculation logic.</a:t>
                </a:r>
              </a:p>
              <a:p>
                <a:pPr lvl="1">
                  <a:lnSpc>
                    <a:spcPct val="120000"/>
                  </a:lnSpc>
                  <a:buFont typeface="Wingdings" panose="05000000000000000000" pitchFamily="2" charset="2"/>
                  <a:buChar char="§"/>
                </a:pPr>
                <a:r>
                  <a:rPr lang="en-GB" sz="3200" dirty="0"/>
                  <a:t>Listing validation: If </a:t>
                </a:r>
                <a14:m>
                  <m:oMath xmlns:m="http://schemas.openxmlformats.org/officeDocument/2006/math">
                    <m:r>
                      <a:rPr lang="en-GB" sz="3200" i="1" dirty="0" smtClean="0">
                        <a:latin typeface="Cambria Math" panose="02040503050406030204" pitchFamily="18" charset="0"/>
                      </a:rPr>
                      <m:t>𝑙𝑒𝑛𝑔𝑡h</m:t>
                    </m:r>
                    <m:r>
                      <a:rPr lang="en-GB" sz="3200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GB" sz="3200" i="1" dirty="0" err="1" smtClean="0">
                        <a:latin typeface="Cambria Math" panose="02040503050406030204" pitchFamily="18" charset="0"/>
                      </a:rPr>
                      <m:t>𝑝𝑎𝑟𝑡𝑁𝑎𝑚𝑒</m:t>
                    </m:r>
                    <m:r>
                      <a:rPr lang="en-GB" sz="3200" i="1" dirty="0" smtClean="0">
                        <a:latin typeface="Cambria Math" panose="02040503050406030204" pitchFamily="18" charset="0"/>
                      </a:rPr>
                      <m:t>)&gt;50</m:t>
                    </m:r>
                  </m:oMath>
                </a14:m>
                <a:r>
                  <a:rPr lang="en-GB" sz="3200" dirty="0"/>
                  <a:t> (UI limit), code should truncate string or show error.</a:t>
                </a:r>
              </a:p>
              <a:p>
                <a:pPr lvl="1">
                  <a:lnSpc>
                    <a:spcPct val="120000"/>
                  </a:lnSpc>
                  <a:buFont typeface="Wingdings" panose="05000000000000000000" pitchFamily="2" charset="2"/>
                  <a:buChar char="§"/>
                </a:pPr>
                <a:r>
                  <a:rPr lang="en-GB" sz="3200" dirty="0"/>
                  <a:t>API call handling: When Leopard responds with SUCCESS, order status set to SHIPPED; verify order is marked “Pending Error”.</a:t>
                </a:r>
              </a:p>
              <a:p>
                <a:pPr lvl="1">
                  <a:lnSpc>
                    <a:spcPct val="120000"/>
                  </a:lnSpc>
                  <a:buFont typeface="Wingdings" panose="05000000000000000000" pitchFamily="2" charset="2"/>
                  <a:buChar char="§"/>
                </a:pPr>
                <a:r>
                  <a:rPr lang="en-GB" sz="3200" dirty="0"/>
                  <a:t>Loop over cart items: If cart has </a:t>
                </a:r>
                <a14:m>
                  <m:oMath xmlns:m="http://schemas.openxmlformats.org/officeDocument/2006/math">
                    <m:r>
                      <a:rPr lang="en-GB" sz="3200" i="1" dirty="0" smtClean="0"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sz="3200" b="0" i="1" dirty="0" smtClean="0">
                        <a:latin typeface="Cambria Math" panose="02040503050406030204" pitchFamily="18" charset="0"/>
                      </a:rPr>
                      <m:t>𝑎𝑟𝑚</m:t>
                    </m:r>
                    <m:r>
                      <a:rPr lang="en-US" sz="3200" b="0" i="1" dirty="0" smtClean="0">
                        <a:latin typeface="Cambria Math" panose="02040503050406030204" pitchFamily="18" charset="0"/>
                      </a:rPr>
                      <m:t>_</m:t>
                    </m:r>
                    <m:r>
                      <a:rPr lang="en-US" sz="3200" b="0" i="1" dirty="0" smtClean="0">
                        <a:latin typeface="Cambria Math" panose="02040503050406030204" pitchFamily="18" charset="0"/>
                      </a:rPr>
                      <m:t>𝑟𝑒𝑠𝑡</m:t>
                    </m:r>
                    <m:r>
                      <a:rPr lang="en-GB" sz="3200" i="1" dirty="0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sz="3200" b="0" i="1" dirty="0" smtClean="0">
                        <a:latin typeface="Cambria Math" panose="02040503050406030204" pitchFamily="18" charset="0"/>
                      </a:rPr>
                      <m:t>𝑠𝑡𝑒𝑒𝑟𝑖𝑛𝑔</m:t>
                    </m:r>
                    <m:r>
                      <a:rPr lang="en-US" sz="3200" b="0" i="1" dirty="0" smtClean="0">
                        <a:latin typeface="Cambria Math" panose="02040503050406030204" pitchFamily="18" charset="0"/>
                      </a:rPr>
                      <m:t>_</m:t>
                    </m:r>
                    <m:r>
                      <a:rPr lang="en-US" sz="3200" b="0" i="1" dirty="0" smtClean="0">
                        <a:latin typeface="Cambria Math" panose="02040503050406030204" pitchFamily="18" charset="0"/>
                      </a:rPr>
                      <m:t>𝑐𝑜𝑣𝑒𝑟</m:t>
                    </m:r>
                    <m:r>
                      <a:rPr lang="en-GB" sz="3200" i="1" dirty="0" smtClean="0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en-GB" sz="3200" dirty="0"/>
                  <a:t>, ensure each item is added to order details.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58D8C75-0327-16AF-BAD9-6CEC3164237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0384" y="1532587"/>
                <a:ext cx="11743016" cy="4887878"/>
              </a:xfrm>
              <a:prstGeom prst="rect">
                <a:avLst/>
              </a:prstGeom>
              <a:blipFill>
                <a:blip r:embed="rId3"/>
                <a:stretch>
                  <a:fillRect l="-519" t="-748" r="-519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41808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3C7C54-5719-F208-921E-7B14D4FCFE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CC999F5E-93A2-D4B9-C997-87FF0CA73F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Sample 2</a:t>
            </a:r>
          </a:p>
        </p:txBody>
      </p:sp>
      <p:sp>
        <p:nvSpPr>
          <p:cNvPr id="89" name="Rectangle 88">
            <a:extLst>
              <a:ext uri="{FF2B5EF4-FFF2-40B4-BE49-F238E27FC236}">
                <a16:creationId xmlns:a16="http://schemas.microsoft.com/office/drawing/2014/main" id="{FA7FC720-F9AD-D690-15BD-FA6D2408F3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-12701"/>
            <a:ext cx="12201525" cy="130651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15" name="TextBox 214">
            <a:extLst>
              <a:ext uri="{FF2B5EF4-FFF2-40B4-BE49-F238E27FC236}">
                <a16:creationId xmlns:a16="http://schemas.microsoft.com/office/drawing/2014/main" id="{A4EF3EFB-9FDF-CD1E-ECAB-114B212AC45C}"/>
              </a:ext>
            </a:extLst>
          </p:cNvPr>
          <p:cNvSpPr txBox="1"/>
          <p:nvPr/>
        </p:nvSpPr>
        <p:spPr>
          <a:xfrm>
            <a:off x="220384" y="204892"/>
            <a:ext cx="117430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FFFFFF"/>
                </a:solidFill>
                <a:latin typeface="Arial"/>
                <a:cs typeface="Arial"/>
              </a:rPr>
              <a:t>Black Box Testing</a:t>
            </a:r>
          </a:p>
        </p:txBody>
      </p:sp>
      <p:sp>
        <p:nvSpPr>
          <p:cNvPr id="216" name="Rectangle 215">
            <a:extLst>
              <a:ext uri="{FF2B5EF4-FFF2-40B4-BE49-F238E27FC236}">
                <a16:creationId xmlns:a16="http://schemas.microsoft.com/office/drawing/2014/main" id="{0EB37476-23A2-154B-02C0-10CBC5EE8C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1295400"/>
            <a:ext cx="12201525" cy="76200"/>
          </a:xfrm>
          <a:prstGeom prst="rect">
            <a:avLst/>
          </a:prstGeom>
          <a:solidFill>
            <a:srgbClr val="9F9F9F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14" name="Rectangle 213">
            <a:extLst>
              <a:ext uri="{FF2B5EF4-FFF2-40B4-BE49-F238E27FC236}">
                <a16:creationId xmlns:a16="http://schemas.microsoft.com/office/drawing/2014/main" id="{572405E0-3262-33F4-ADEF-B545476908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7861" y="6553200"/>
            <a:ext cx="12208273" cy="304800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D1D134-E0E3-6AB3-2ED5-6F878D4AB7B3}"/>
              </a:ext>
            </a:extLst>
          </p:cNvPr>
          <p:cNvSpPr txBox="1">
            <a:spLocks/>
          </p:cNvSpPr>
          <p:nvPr/>
        </p:nvSpPr>
        <p:spPr>
          <a:xfrm>
            <a:off x="220384" y="1532587"/>
            <a:ext cx="11743016" cy="4887878"/>
          </a:xfrm>
          <a:prstGeom prst="rect">
            <a:avLst/>
          </a:prstGeom>
        </p:spPr>
        <p:txBody>
          <a:bodyPr numCol="1">
            <a:normAutofit fontScale="85000" lnSpcReduction="20000"/>
          </a:bodyPr>
          <a:lstStyle>
            <a:lvl1pPr marL="2286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GB" sz="3400" dirty="0"/>
              <a:t>Black-box testing treats the system as semi-visible.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GB" sz="3400" dirty="0"/>
              <a:t>The tester focuses on inputs and expected outputs based on requirements, without knowledge of internal code.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GB" sz="3400" dirty="0"/>
              <a:t>Test cases cover user scenarios and edge cases.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GB" sz="3400" dirty="0"/>
              <a:t>Techniques:</a:t>
            </a:r>
          </a:p>
          <a:p>
            <a:pPr lvl="1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GB" sz="3200" dirty="0"/>
              <a:t>Design tests from specifications (FRs).</a:t>
            </a:r>
          </a:p>
          <a:p>
            <a:pPr lvl="1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GB" sz="3200" dirty="0"/>
              <a:t>Equivalence Partitioning (ECP) to group inputs.</a:t>
            </a:r>
          </a:p>
          <a:p>
            <a:pPr lvl="1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GB" sz="3200" dirty="0"/>
              <a:t>Boundary Value Analysis (BVA) to target edge values.</a:t>
            </a:r>
          </a:p>
          <a:p>
            <a:pPr lvl="1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GB" sz="3200" dirty="0"/>
              <a:t>Other techniques: decision tables, state-transition, error guessing.</a:t>
            </a:r>
          </a:p>
        </p:txBody>
      </p:sp>
    </p:spTree>
    <p:extLst>
      <p:ext uri="{BB962C8B-B14F-4D97-AF65-F5344CB8AC3E}">
        <p14:creationId xmlns:p14="http://schemas.microsoft.com/office/powerpoint/2010/main" val="19681069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9F9339-92AC-4183-EAD1-717C146E67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C238E06D-C23B-4178-13E0-1CE2E9E55D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Sample 2</a:t>
            </a:r>
          </a:p>
        </p:txBody>
      </p:sp>
      <p:sp>
        <p:nvSpPr>
          <p:cNvPr id="89" name="Rectangle 88">
            <a:extLst>
              <a:ext uri="{FF2B5EF4-FFF2-40B4-BE49-F238E27FC236}">
                <a16:creationId xmlns:a16="http://schemas.microsoft.com/office/drawing/2014/main" id="{F8A7EDAF-F571-1E25-BE6D-22FFD892EA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-12701"/>
            <a:ext cx="12201525" cy="130651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15" name="TextBox 214">
            <a:extLst>
              <a:ext uri="{FF2B5EF4-FFF2-40B4-BE49-F238E27FC236}">
                <a16:creationId xmlns:a16="http://schemas.microsoft.com/office/drawing/2014/main" id="{CCF929C8-3998-DE12-B0F4-39545BD55590}"/>
              </a:ext>
            </a:extLst>
          </p:cNvPr>
          <p:cNvSpPr txBox="1"/>
          <p:nvPr/>
        </p:nvSpPr>
        <p:spPr>
          <a:xfrm>
            <a:off x="220384" y="204892"/>
            <a:ext cx="117430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FFFFFF"/>
                </a:solidFill>
                <a:latin typeface="Arial"/>
                <a:cs typeface="Arial"/>
              </a:rPr>
              <a:t>Black Box Testing – </a:t>
            </a:r>
            <a:r>
              <a:rPr lang="en-US" sz="3200" dirty="0" err="1">
                <a:solidFill>
                  <a:srgbClr val="FFFFFF"/>
                </a:solidFill>
                <a:latin typeface="Arial"/>
                <a:cs typeface="Arial"/>
              </a:rPr>
              <a:t>PakWheels</a:t>
            </a:r>
            <a:endParaRPr lang="en-US" sz="3200" dirty="0">
              <a:solidFill>
                <a:srgbClr val="FFFFFF"/>
              </a:solidFill>
              <a:latin typeface="Arial"/>
              <a:cs typeface="Arial"/>
            </a:endParaRPr>
          </a:p>
        </p:txBody>
      </p:sp>
      <p:sp>
        <p:nvSpPr>
          <p:cNvPr id="216" name="Rectangle 215">
            <a:extLst>
              <a:ext uri="{FF2B5EF4-FFF2-40B4-BE49-F238E27FC236}">
                <a16:creationId xmlns:a16="http://schemas.microsoft.com/office/drawing/2014/main" id="{51789613-F184-DD9F-6950-5A4FBC6DC9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1295400"/>
            <a:ext cx="12201525" cy="76200"/>
          </a:xfrm>
          <a:prstGeom prst="rect">
            <a:avLst/>
          </a:prstGeom>
          <a:solidFill>
            <a:srgbClr val="9F9F9F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14" name="Rectangle 213">
            <a:extLst>
              <a:ext uri="{FF2B5EF4-FFF2-40B4-BE49-F238E27FC236}">
                <a16:creationId xmlns:a16="http://schemas.microsoft.com/office/drawing/2014/main" id="{38A88A8F-1048-F339-B152-7526DC71F8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7861" y="6553200"/>
            <a:ext cx="12208273" cy="304800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EC6003-3ED1-F238-05B9-B2FBAAC62C00}"/>
              </a:ext>
            </a:extLst>
          </p:cNvPr>
          <p:cNvSpPr txBox="1">
            <a:spLocks/>
          </p:cNvSpPr>
          <p:nvPr/>
        </p:nvSpPr>
        <p:spPr>
          <a:xfrm>
            <a:off x="220384" y="1532587"/>
            <a:ext cx="11743016" cy="4887878"/>
          </a:xfrm>
          <a:prstGeom prst="rect">
            <a:avLst/>
          </a:prstGeom>
        </p:spPr>
        <p:txBody>
          <a:bodyPr numCol="1">
            <a:normAutofit fontScale="77500" lnSpcReduction="20000"/>
          </a:bodyPr>
          <a:lstStyle>
            <a:lvl1pPr marL="2286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GB" sz="3200" dirty="0"/>
              <a:t>For Vendor Listing, black-box tests include:</a:t>
            </a:r>
          </a:p>
          <a:p>
            <a:pPr lvl="1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GB" sz="3000" dirty="0"/>
              <a:t>valid listing creation</a:t>
            </a:r>
          </a:p>
          <a:p>
            <a:pPr lvl="1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GB" sz="3000" dirty="0"/>
              <a:t>duplicate part names (error)</a:t>
            </a:r>
          </a:p>
          <a:p>
            <a:pPr lvl="1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GB" sz="3000" dirty="0"/>
              <a:t>price out-of-range (error)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GB" sz="3200" dirty="0"/>
              <a:t>For Checkout, tests include:</a:t>
            </a:r>
          </a:p>
          <a:p>
            <a:pPr lvl="1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GB" sz="3000" dirty="0"/>
              <a:t>successful checkout with valid payment</a:t>
            </a:r>
          </a:p>
          <a:p>
            <a:pPr lvl="1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GB" sz="3000" dirty="0"/>
              <a:t>checkout with invalid card number</a:t>
            </a:r>
          </a:p>
          <a:p>
            <a:pPr lvl="1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GB" sz="3000" dirty="0"/>
              <a:t>cart empty scenario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GB" sz="3200" dirty="0"/>
              <a:t>For Leopard integration, tests include:</a:t>
            </a:r>
          </a:p>
          <a:p>
            <a:pPr lvl="1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GB" sz="3000" dirty="0"/>
              <a:t>order with valid address</a:t>
            </a:r>
          </a:p>
          <a:p>
            <a:pPr lvl="1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GB" sz="3000" dirty="0"/>
              <a:t>order with missing address</a:t>
            </a:r>
          </a:p>
        </p:txBody>
      </p:sp>
    </p:spTree>
    <p:extLst>
      <p:ext uri="{BB962C8B-B14F-4D97-AF65-F5344CB8AC3E}">
        <p14:creationId xmlns:p14="http://schemas.microsoft.com/office/powerpoint/2010/main" val="41035503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AC618E-37C5-C3FF-D699-532A35A473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FB705DB2-7D13-33AC-BEBB-9A48825F0E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Sample 2</a:t>
            </a:r>
          </a:p>
        </p:txBody>
      </p:sp>
      <p:sp>
        <p:nvSpPr>
          <p:cNvPr id="89" name="Rectangle 88">
            <a:extLst>
              <a:ext uri="{FF2B5EF4-FFF2-40B4-BE49-F238E27FC236}">
                <a16:creationId xmlns:a16="http://schemas.microsoft.com/office/drawing/2014/main" id="{9CCBF8D2-0352-F0D3-3255-7D972A14B4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-12701"/>
            <a:ext cx="12201525" cy="130651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15" name="TextBox 214">
            <a:extLst>
              <a:ext uri="{FF2B5EF4-FFF2-40B4-BE49-F238E27FC236}">
                <a16:creationId xmlns:a16="http://schemas.microsoft.com/office/drawing/2014/main" id="{67DBD48E-0387-6CEB-CD40-01B0DE4F87AD}"/>
              </a:ext>
            </a:extLst>
          </p:cNvPr>
          <p:cNvSpPr txBox="1"/>
          <p:nvPr/>
        </p:nvSpPr>
        <p:spPr>
          <a:xfrm>
            <a:off x="220384" y="204892"/>
            <a:ext cx="117430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FFFFFF"/>
                </a:solidFill>
                <a:latin typeface="Arial"/>
                <a:cs typeface="Arial"/>
              </a:rPr>
              <a:t>Black Box Testing – </a:t>
            </a:r>
            <a:r>
              <a:rPr lang="en-US" sz="3200" dirty="0" err="1">
                <a:solidFill>
                  <a:srgbClr val="FFFFFF"/>
                </a:solidFill>
                <a:latin typeface="Arial"/>
                <a:cs typeface="Arial"/>
              </a:rPr>
              <a:t>PakWheels</a:t>
            </a:r>
            <a:endParaRPr lang="en-US" sz="3200" dirty="0">
              <a:solidFill>
                <a:srgbClr val="FFFFFF"/>
              </a:solidFill>
              <a:latin typeface="Arial"/>
              <a:cs typeface="Arial"/>
            </a:endParaRPr>
          </a:p>
        </p:txBody>
      </p:sp>
      <p:sp>
        <p:nvSpPr>
          <p:cNvPr id="216" name="Rectangle 215">
            <a:extLst>
              <a:ext uri="{FF2B5EF4-FFF2-40B4-BE49-F238E27FC236}">
                <a16:creationId xmlns:a16="http://schemas.microsoft.com/office/drawing/2014/main" id="{0DBBC3AD-1C87-CB8B-6718-72944866E0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1295400"/>
            <a:ext cx="12201525" cy="76200"/>
          </a:xfrm>
          <a:prstGeom prst="rect">
            <a:avLst/>
          </a:prstGeom>
          <a:solidFill>
            <a:srgbClr val="9F9F9F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14" name="Rectangle 213">
            <a:extLst>
              <a:ext uri="{FF2B5EF4-FFF2-40B4-BE49-F238E27FC236}">
                <a16:creationId xmlns:a16="http://schemas.microsoft.com/office/drawing/2014/main" id="{254D7A3B-AB18-3881-111B-D566B8DA40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7861" y="6553200"/>
            <a:ext cx="12208273" cy="304800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D1819E-4C13-B500-7246-2FB56946A7EB}"/>
              </a:ext>
            </a:extLst>
          </p:cNvPr>
          <p:cNvSpPr txBox="1">
            <a:spLocks/>
          </p:cNvSpPr>
          <p:nvPr/>
        </p:nvSpPr>
        <p:spPr>
          <a:xfrm>
            <a:off x="220384" y="1532587"/>
            <a:ext cx="11743016" cy="4887878"/>
          </a:xfrm>
          <a:prstGeom prst="rect">
            <a:avLst/>
          </a:prstGeom>
        </p:spPr>
        <p:txBody>
          <a:bodyPr numCol="1">
            <a:normAutofit fontScale="92500" lnSpcReduction="10000"/>
          </a:bodyPr>
          <a:lstStyle>
            <a:lvl1pPr marL="2286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GB" sz="3200" dirty="0"/>
              <a:t>Sample Black-Box Test Cases (</a:t>
            </a:r>
            <a:r>
              <a:rPr lang="en-GB" sz="3200" dirty="0" err="1"/>
              <a:t>PakWheels</a:t>
            </a:r>
            <a:r>
              <a:rPr lang="en-GB" sz="3200" dirty="0"/>
              <a:t>):</a:t>
            </a:r>
          </a:p>
          <a:p>
            <a:pPr lvl="1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GB" sz="3000"/>
              <a:t>Invalid </a:t>
            </a:r>
            <a:r>
              <a:rPr lang="en-GB" sz="3000" dirty="0"/>
              <a:t>Payment: Registered customer enters incorrect CVV </a:t>
            </a:r>
            <a:r>
              <a:rPr lang="en-GB" sz="2800" dirty="0"/>
              <a:t>⇒</a:t>
            </a:r>
            <a:r>
              <a:rPr lang="en-GB" sz="3000" dirty="0"/>
              <a:t> expect payment decline message.</a:t>
            </a:r>
          </a:p>
          <a:p>
            <a:pPr lvl="1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GB" sz="3000" dirty="0"/>
              <a:t>Vendor Listing: Vendor posts a new part with all fields valid </a:t>
            </a:r>
            <a:r>
              <a:rPr lang="en-GB" sz="2800" dirty="0"/>
              <a:t>⇒</a:t>
            </a:r>
            <a:r>
              <a:rPr lang="en-GB" sz="3000" dirty="0"/>
              <a:t> expect listing success.</a:t>
            </a:r>
          </a:p>
          <a:p>
            <a:pPr lvl="1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GB" sz="3000" dirty="0"/>
              <a:t>Empty Field: Vendor omits the part title </a:t>
            </a:r>
            <a:r>
              <a:rPr lang="en-GB" sz="2800" dirty="0"/>
              <a:t>⇒</a:t>
            </a:r>
            <a:r>
              <a:rPr lang="en-GB" sz="3000" dirty="0"/>
              <a:t> expect validation error (e.g. “Title required”).</a:t>
            </a:r>
          </a:p>
          <a:p>
            <a:pPr lvl="1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GB" sz="3000" dirty="0"/>
              <a:t>Admin Access: Admin logs in and tries to access vendor-only page </a:t>
            </a:r>
            <a:r>
              <a:rPr lang="en-GB" sz="2800" dirty="0"/>
              <a:t>⇒</a:t>
            </a:r>
            <a:r>
              <a:rPr lang="en-GB" sz="3000" dirty="0"/>
              <a:t> expect “access denied”.</a:t>
            </a:r>
          </a:p>
        </p:txBody>
      </p:sp>
    </p:spTree>
    <p:extLst>
      <p:ext uri="{BB962C8B-B14F-4D97-AF65-F5344CB8AC3E}">
        <p14:creationId xmlns:p14="http://schemas.microsoft.com/office/powerpoint/2010/main" val="32521480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1DEEA6-12F8-86B0-7A55-BF045FCBD4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C02F4A10-3C71-1457-0A85-826D979AC2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Sample 2</a:t>
            </a:r>
          </a:p>
        </p:txBody>
      </p:sp>
      <p:sp>
        <p:nvSpPr>
          <p:cNvPr id="89" name="Rectangle 88">
            <a:extLst>
              <a:ext uri="{FF2B5EF4-FFF2-40B4-BE49-F238E27FC236}">
                <a16:creationId xmlns:a16="http://schemas.microsoft.com/office/drawing/2014/main" id="{3EBEFC82-9DC1-1C53-EA77-37A8FF0908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-12701"/>
            <a:ext cx="12201525" cy="130651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15" name="TextBox 214">
            <a:extLst>
              <a:ext uri="{FF2B5EF4-FFF2-40B4-BE49-F238E27FC236}">
                <a16:creationId xmlns:a16="http://schemas.microsoft.com/office/drawing/2014/main" id="{347320DF-684E-444A-5F45-BC1F047C9E26}"/>
              </a:ext>
            </a:extLst>
          </p:cNvPr>
          <p:cNvSpPr txBox="1"/>
          <p:nvPr/>
        </p:nvSpPr>
        <p:spPr>
          <a:xfrm>
            <a:off x="220384" y="204892"/>
            <a:ext cx="117430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FFFFFF"/>
                </a:solidFill>
                <a:latin typeface="Arial"/>
                <a:cs typeface="Arial"/>
              </a:rPr>
              <a:t>Black Box Testing – </a:t>
            </a:r>
            <a:r>
              <a:rPr lang="en-US" sz="3200" dirty="0" err="1">
                <a:solidFill>
                  <a:srgbClr val="FFFFFF"/>
                </a:solidFill>
                <a:latin typeface="Arial"/>
                <a:cs typeface="Arial"/>
              </a:rPr>
              <a:t>PakWheels</a:t>
            </a:r>
            <a:endParaRPr lang="en-US" sz="3200" dirty="0">
              <a:solidFill>
                <a:srgbClr val="FFFFFF"/>
              </a:solidFill>
              <a:latin typeface="Arial"/>
              <a:cs typeface="Arial"/>
            </a:endParaRPr>
          </a:p>
        </p:txBody>
      </p:sp>
      <p:sp>
        <p:nvSpPr>
          <p:cNvPr id="216" name="Rectangle 215">
            <a:extLst>
              <a:ext uri="{FF2B5EF4-FFF2-40B4-BE49-F238E27FC236}">
                <a16:creationId xmlns:a16="http://schemas.microsoft.com/office/drawing/2014/main" id="{9518C432-1D36-98F8-E423-CEF5DBD189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1295400"/>
            <a:ext cx="12201525" cy="76200"/>
          </a:xfrm>
          <a:prstGeom prst="rect">
            <a:avLst/>
          </a:prstGeom>
          <a:solidFill>
            <a:srgbClr val="9F9F9F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14" name="Rectangle 213">
            <a:extLst>
              <a:ext uri="{FF2B5EF4-FFF2-40B4-BE49-F238E27FC236}">
                <a16:creationId xmlns:a16="http://schemas.microsoft.com/office/drawing/2014/main" id="{CC2476DA-7BE4-03A5-DAFF-1E0A40FCBF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7861" y="6553200"/>
            <a:ext cx="12208273" cy="304800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6E94B1-B690-7EF4-238D-2E13357A1CAF}"/>
              </a:ext>
            </a:extLst>
          </p:cNvPr>
          <p:cNvSpPr txBox="1">
            <a:spLocks/>
          </p:cNvSpPr>
          <p:nvPr/>
        </p:nvSpPr>
        <p:spPr>
          <a:xfrm>
            <a:off x="220384" y="1532587"/>
            <a:ext cx="11743016" cy="1477253"/>
          </a:xfrm>
          <a:prstGeom prst="rect">
            <a:avLst/>
          </a:prstGeom>
        </p:spPr>
        <p:txBody>
          <a:bodyPr numCol="1">
            <a:normAutofit/>
          </a:bodyPr>
          <a:lstStyle>
            <a:lvl1pPr marL="2286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GB" sz="3200" dirty="0"/>
              <a:t>A branching example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A1FF96A-8F6C-072D-1A2A-0889D782A50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7749" y="3170827"/>
            <a:ext cx="11818739" cy="19293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39337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03C484-7077-9EB5-2B98-D4F7F5D212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2DEDB6D0-58E2-1BDE-6991-E319FA8D85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Sample 2</a:t>
            </a:r>
          </a:p>
        </p:txBody>
      </p:sp>
      <p:sp>
        <p:nvSpPr>
          <p:cNvPr id="89" name="Rectangle 88">
            <a:extLst>
              <a:ext uri="{FF2B5EF4-FFF2-40B4-BE49-F238E27FC236}">
                <a16:creationId xmlns:a16="http://schemas.microsoft.com/office/drawing/2014/main" id="{AE95B2F5-AF6A-B139-31F4-CF32F9DF936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-12701"/>
            <a:ext cx="12201525" cy="130651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15" name="TextBox 214">
            <a:extLst>
              <a:ext uri="{FF2B5EF4-FFF2-40B4-BE49-F238E27FC236}">
                <a16:creationId xmlns:a16="http://schemas.microsoft.com/office/drawing/2014/main" id="{22A9A84D-8CA3-C77D-3B07-B8AC2FDDC13A}"/>
              </a:ext>
            </a:extLst>
          </p:cNvPr>
          <p:cNvSpPr txBox="1"/>
          <p:nvPr/>
        </p:nvSpPr>
        <p:spPr>
          <a:xfrm>
            <a:off x="220384" y="204892"/>
            <a:ext cx="117430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200" dirty="0">
                <a:solidFill>
                  <a:srgbClr val="FFFFFF"/>
                </a:solidFill>
                <a:latin typeface="Arial"/>
                <a:cs typeface="Arial"/>
              </a:rPr>
              <a:t>Equivalence Class Partitioning</a:t>
            </a:r>
            <a:endParaRPr lang="en-US" sz="3200" dirty="0">
              <a:solidFill>
                <a:srgbClr val="FFFFFF"/>
              </a:solidFill>
              <a:latin typeface="Arial"/>
              <a:cs typeface="Arial"/>
            </a:endParaRPr>
          </a:p>
        </p:txBody>
      </p:sp>
      <p:sp>
        <p:nvSpPr>
          <p:cNvPr id="216" name="Rectangle 215">
            <a:extLst>
              <a:ext uri="{FF2B5EF4-FFF2-40B4-BE49-F238E27FC236}">
                <a16:creationId xmlns:a16="http://schemas.microsoft.com/office/drawing/2014/main" id="{2D5C4754-F3F7-B33C-9858-11658FE375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1295400"/>
            <a:ext cx="12201525" cy="76200"/>
          </a:xfrm>
          <a:prstGeom prst="rect">
            <a:avLst/>
          </a:prstGeom>
          <a:solidFill>
            <a:srgbClr val="9F9F9F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14" name="Rectangle 213">
            <a:extLst>
              <a:ext uri="{FF2B5EF4-FFF2-40B4-BE49-F238E27FC236}">
                <a16:creationId xmlns:a16="http://schemas.microsoft.com/office/drawing/2014/main" id="{705B14B6-70F1-17C7-58EA-E37F19D5AB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7861" y="6553200"/>
            <a:ext cx="12208273" cy="304800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36185B-913A-2891-DAAD-7B4310674E37}"/>
              </a:ext>
            </a:extLst>
          </p:cNvPr>
          <p:cNvSpPr txBox="1">
            <a:spLocks/>
          </p:cNvSpPr>
          <p:nvPr/>
        </p:nvSpPr>
        <p:spPr>
          <a:xfrm>
            <a:off x="220384" y="1532587"/>
            <a:ext cx="11743016" cy="4887878"/>
          </a:xfrm>
          <a:prstGeom prst="rect">
            <a:avLst/>
          </a:prstGeom>
        </p:spPr>
        <p:txBody>
          <a:bodyPr numCol="1">
            <a:normAutofit/>
          </a:bodyPr>
          <a:lstStyle>
            <a:lvl1pPr marL="2286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GB" sz="3200" b="1" dirty="0"/>
              <a:t>Equivalence Class Partitioning (ECP)</a:t>
            </a:r>
          </a:p>
          <a:p>
            <a:pPr lvl="1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GB" sz="3000" dirty="0"/>
              <a:t>A black-box techniques that divides the input domain into valid/invalid classes.</a:t>
            </a:r>
          </a:p>
          <a:p>
            <a:pPr lvl="1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GB" sz="3000" dirty="0"/>
              <a:t>E.g. if price must be ≥ 0, a valid class is [0–∞) and anything else is invalid.</a:t>
            </a:r>
          </a:p>
          <a:p>
            <a:pPr lvl="1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GB" sz="3000" dirty="0"/>
              <a:t>Pick representative values (e.g. 100 and -5).</a:t>
            </a:r>
          </a:p>
          <a:p>
            <a:pPr lvl="1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GB" sz="3000" dirty="0"/>
              <a:t>For stock (0–500 valid, &lt;0 or &gt;500 invalid).</a:t>
            </a:r>
          </a:p>
          <a:p>
            <a:pPr lvl="1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GB" sz="3000" dirty="0"/>
              <a:t>For password length (if 8–20 chars valid, &lt;8 or &gt;20 invalid).</a:t>
            </a:r>
          </a:p>
        </p:txBody>
      </p:sp>
    </p:spTree>
    <p:extLst>
      <p:ext uri="{BB962C8B-B14F-4D97-AF65-F5344CB8AC3E}">
        <p14:creationId xmlns:p14="http://schemas.microsoft.com/office/powerpoint/2010/main" val="3572094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60BC2B-11F1-0613-6038-E0EBC55BA9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F3ED4C4F-1C4B-08BF-F5DC-25450FAC02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Sample 2</a:t>
            </a:r>
          </a:p>
        </p:txBody>
      </p:sp>
      <p:sp>
        <p:nvSpPr>
          <p:cNvPr id="89" name="Rectangle 88">
            <a:extLst>
              <a:ext uri="{FF2B5EF4-FFF2-40B4-BE49-F238E27FC236}">
                <a16:creationId xmlns:a16="http://schemas.microsoft.com/office/drawing/2014/main" id="{7162B2CD-D1A0-63C3-15A2-1C4F28E6309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-12701"/>
            <a:ext cx="12201525" cy="130651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15" name="TextBox 214">
            <a:extLst>
              <a:ext uri="{FF2B5EF4-FFF2-40B4-BE49-F238E27FC236}">
                <a16:creationId xmlns:a16="http://schemas.microsoft.com/office/drawing/2014/main" id="{37F80AAE-4A29-B810-7051-EA0715DB0F6D}"/>
              </a:ext>
            </a:extLst>
          </p:cNvPr>
          <p:cNvSpPr txBox="1"/>
          <p:nvPr/>
        </p:nvSpPr>
        <p:spPr>
          <a:xfrm>
            <a:off x="220384" y="204892"/>
            <a:ext cx="117430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200" dirty="0">
                <a:solidFill>
                  <a:srgbClr val="FFFFFF"/>
                </a:solidFill>
                <a:latin typeface="Arial"/>
                <a:cs typeface="Arial"/>
              </a:rPr>
              <a:t>Boundary Value Analysis</a:t>
            </a:r>
            <a:endParaRPr lang="en-US" sz="3200" dirty="0">
              <a:solidFill>
                <a:srgbClr val="FFFFFF"/>
              </a:solidFill>
              <a:latin typeface="Arial"/>
              <a:cs typeface="Arial"/>
            </a:endParaRPr>
          </a:p>
        </p:txBody>
      </p:sp>
      <p:sp>
        <p:nvSpPr>
          <p:cNvPr id="216" name="Rectangle 215">
            <a:extLst>
              <a:ext uri="{FF2B5EF4-FFF2-40B4-BE49-F238E27FC236}">
                <a16:creationId xmlns:a16="http://schemas.microsoft.com/office/drawing/2014/main" id="{2184D59A-5B12-9675-6016-02AC9AA271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1295400"/>
            <a:ext cx="12201525" cy="76200"/>
          </a:xfrm>
          <a:prstGeom prst="rect">
            <a:avLst/>
          </a:prstGeom>
          <a:solidFill>
            <a:srgbClr val="9F9F9F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14" name="Rectangle 213">
            <a:extLst>
              <a:ext uri="{FF2B5EF4-FFF2-40B4-BE49-F238E27FC236}">
                <a16:creationId xmlns:a16="http://schemas.microsoft.com/office/drawing/2014/main" id="{93B3105A-43A3-DC59-94C2-88BF1375B94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7861" y="6553200"/>
            <a:ext cx="12208273" cy="304800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56429C-59AD-F343-7303-89788CBC7DB2}"/>
              </a:ext>
            </a:extLst>
          </p:cNvPr>
          <p:cNvSpPr txBox="1">
            <a:spLocks/>
          </p:cNvSpPr>
          <p:nvPr/>
        </p:nvSpPr>
        <p:spPr>
          <a:xfrm>
            <a:off x="220384" y="1532587"/>
            <a:ext cx="11743016" cy="4887878"/>
          </a:xfrm>
          <a:prstGeom prst="rect">
            <a:avLst/>
          </a:prstGeom>
        </p:spPr>
        <p:txBody>
          <a:bodyPr numCol="1">
            <a:normAutofit/>
          </a:bodyPr>
          <a:lstStyle>
            <a:lvl1pPr marL="2286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GB" sz="3200" b="1" dirty="0"/>
              <a:t>Boundary Value Analysis (BVA)</a:t>
            </a:r>
          </a:p>
          <a:p>
            <a:pPr lvl="1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GB" sz="3000" dirty="0"/>
              <a:t>Another black-box techniques that tests at the edges of ranges, where bugs often occur.</a:t>
            </a:r>
          </a:p>
          <a:p>
            <a:pPr lvl="1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GB" sz="3000" dirty="0"/>
              <a:t>E.g. if price≥0: test 0, 1 (just above), and -1 (just below).</a:t>
            </a:r>
          </a:p>
          <a:p>
            <a:pPr lvl="1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GB" sz="3000" dirty="0"/>
              <a:t>If stock allowed up to 500: test 499, 500, 501.</a:t>
            </a:r>
          </a:p>
          <a:p>
            <a:pPr lvl="1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GB" sz="3000" dirty="0"/>
              <a:t>Password length 8–20: test 7, 8, 9 and 19, 20, 21.</a:t>
            </a:r>
          </a:p>
        </p:txBody>
      </p:sp>
    </p:spTree>
    <p:extLst>
      <p:ext uri="{BB962C8B-B14F-4D97-AF65-F5344CB8AC3E}">
        <p14:creationId xmlns:p14="http://schemas.microsoft.com/office/powerpoint/2010/main" val="26076047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FF373E-5B51-7E6E-02C3-7E4E1241DF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0D29502D-7767-10A3-DBA1-A50DF83441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Sample 2</a:t>
            </a:r>
          </a:p>
        </p:txBody>
      </p:sp>
      <p:sp>
        <p:nvSpPr>
          <p:cNvPr id="89" name="Rectangle 88">
            <a:extLst>
              <a:ext uri="{FF2B5EF4-FFF2-40B4-BE49-F238E27FC236}">
                <a16:creationId xmlns:a16="http://schemas.microsoft.com/office/drawing/2014/main" id="{E3DCB2F2-98DF-11E2-B6F0-015CB64AAC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-12701"/>
            <a:ext cx="12201525" cy="130651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15" name="TextBox 214">
            <a:extLst>
              <a:ext uri="{FF2B5EF4-FFF2-40B4-BE49-F238E27FC236}">
                <a16:creationId xmlns:a16="http://schemas.microsoft.com/office/drawing/2014/main" id="{E66D82C0-A23A-68BD-0850-37C16376C559}"/>
              </a:ext>
            </a:extLst>
          </p:cNvPr>
          <p:cNvSpPr txBox="1"/>
          <p:nvPr/>
        </p:nvSpPr>
        <p:spPr>
          <a:xfrm>
            <a:off x="220384" y="204892"/>
            <a:ext cx="117430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200" dirty="0">
                <a:solidFill>
                  <a:srgbClr val="FFFFFF"/>
                </a:solidFill>
                <a:latin typeface="Arial"/>
                <a:cs typeface="Arial"/>
              </a:rPr>
              <a:t>Software Testing Life Cycle (STLC)</a:t>
            </a:r>
            <a:endParaRPr lang="en-US" sz="3200" dirty="0">
              <a:solidFill>
                <a:srgbClr val="FFFFFF"/>
              </a:solidFill>
              <a:latin typeface="Arial"/>
              <a:cs typeface="Arial"/>
            </a:endParaRPr>
          </a:p>
        </p:txBody>
      </p:sp>
      <p:sp>
        <p:nvSpPr>
          <p:cNvPr id="216" name="Rectangle 215">
            <a:extLst>
              <a:ext uri="{FF2B5EF4-FFF2-40B4-BE49-F238E27FC236}">
                <a16:creationId xmlns:a16="http://schemas.microsoft.com/office/drawing/2014/main" id="{26B2FA45-8ECD-DB76-536F-60DB5DCD4A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1295400"/>
            <a:ext cx="12201525" cy="76200"/>
          </a:xfrm>
          <a:prstGeom prst="rect">
            <a:avLst/>
          </a:prstGeom>
          <a:solidFill>
            <a:srgbClr val="9F9F9F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14" name="Rectangle 213">
            <a:extLst>
              <a:ext uri="{FF2B5EF4-FFF2-40B4-BE49-F238E27FC236}">
                <a16:creationId xmlns:a16="http://schemas.microsoft.com/office/drawing/2014/main" id="{BA055CD0-EFAD-A032-12FF-B283F3211A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7861" y="6553200"/>
            <a:ext cx="12208273" cy="304800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FEDCA6-2F65-CA73-368F-2C08A3D4E1DE}"/>
              </a:ext>
            </a:extLst>
          </p:cNvPr>
          <p:cNvSpPr txBox="1">
            <a:spLocks/>
          </p:cNvSpPr>
          <p:nvPr/>
        </p:nvSpPr>
        <p:spPr>
          <a:xfrm>
            <a:off x="220384" y="1532587"/>
            <a:ext cx="11743016" cy="2112821"/>
          </a:xfrm>
          <a:prstGeom prst="rect">
            <a:avLst/>
          </a:prstGeom>
        </p:spPr>
        <p:txBody>
          <a:bodyPr numCol="2">
            <a:normAutofit/>
          </a:bodyPr>
          <a:lstStyle>
            <a:lvl1pPr marL="2286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514350" indent="-514350">
              <a:lnSpc>
                <a:spcPct val="120000"/>
              </a:lnSpc>
              <a:buFont typeface="+mj-lt"/>
              <a:buAutoNum type="arabicPeriod"/>
            </a:pPr>
            <a:r>
              <a:rPr lang="en-GB" sz="3200" dirty="0"/>
              <a:t>Requirement Analysis:</a:t>
            </a:r>
          </a:p>
          <a:p>
            <a:pPr marL="514350" indent="-514350">
              <a:lnSpc>
                <a:spcPct val="120000"/>
              </a:lnSpc>
              <a:buFont typeface="+mj-lt"/>
              <a:buAutoNum type="arabicPeriod"/>
            </a:pPr>
            <a:r>
              <a:rPr lang="en-GB" sz="3200" dirty="0"/>
              <a:t>Test Planning:</a:t>
            </a:r>
          </a:p>
          <a:p>
            <a:pPr marL="514350" indent="-514350">
              <a:lnSpc>
                <a:spcPct val="120000"/>
              </a:lnSpc>
              <a:buFont typeface="+mj-lt"/>
              <a:buAutoNum type="arabicPeriod"/>
            </a:pPr>
            <a:r>
              <a:rPr lang="en-GB" sz="3200" dirty="0"/>
              <a:t>Test Case Development:</a:t>
            </a:r>
          </a:p>
          <a:p>
            <a:pPr marL="514350" indent="-514350">
              <a:lnSpc>
                <a:spcPct val="120000"/>
              </a:lnSpc>
              <a:buFont typeface="+mj-lt"/>
              <a:buAutoNum type="arabicPeriod"/>
            </a:pPr>
            <a:r>
              <a:rPr lang="en-GB" sz="3200" dirty="0"/>
              <a:t>Test Environment Setup:</a:t>
            </a:r>
          </a:p>
          <a:p>
            <a:pPr marL="514350" indent="-514350">
              <a:lnSpc>
                <a:spcPct val="120000"/>
              </a:lnSpc>
              <a:buFont typeface="+mj-lt"/>
              <a:buAutoNum type="arabicPeriod"/>
            </a:pPr>
            <a:r>
              <a:rPr lang="en-GB" sz="3200" dirty="0"/>
              <a:t>Test Execution:</a:t>
            </a:r>
          </a:p>
          <a:p>
            <a:pPr marL="514350" indent="-514350">
              <a:lnSpc>
                <a:spcPct val="120000"/>
              </a:lnSpc>
              <a:buFont typeface="+mj-lt"/>
              <a:buAutoNum type="arabicPeriod"/>
            </a:pPr>
            <a:r>
              <a:rPr lang="en-GB" sz="3200" dirty="0"/>
              <a:t>Test Closure: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1C32D6F-9832-4466-6E81-295D5B19EB4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928060"/>
            <a:ext cx="12192000" cy="23424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72398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DEDA90-16A6-14D8-F76D-E1E7C77B12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5BDBD074-9642-F0F2-B0A9-6E900F7FDA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Sample 2</a:t>
            </a:r>
          </a:p>
        </p:txBody>
      </p:sp>
      <p:sp>
        <p:nvSpPr>
          <p:cNvPr id="89" name="Rectangle 88">
            <a:extLst>
              <a:ext uri="{FF2B5EF4-FFF2-40B4-BE49-F238E27FC236}">
                <a16:creationId xmlns:a16="http://schemas.microsoft.com/office/drawing/2014/main" id="{CF92E8C9-A8AB-6C92-59DB-D7D683F277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-12701"/>
            <a:ext cx="12201525" cy="130651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15" name="TextBox 214">
            <a:extLst>
              <a:ext uri="{FF2B5EF4-FFF2-40B4-BE49-F238E27FC236}">
                <a16:creationId xmlns:a16="http://schemas.microsoft.com/office/drawing/2014/main" id="{D70632B1-48A6-94F8-AC05-FF60C61909EC}"/>
              </a:ext>
            </a:extLst>
          </p:cNvPr>
          <p:cNvSpPr txBox="1"/>
          <p:nvPr/>
        </p:nvSpPr>
        <p:spPr>
          <a:xfrm>
            <a:off x="220384" y="204892"/>
            <a:ext cx="117430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200" dirty="0">
                <a:solidFill>
                  <a:srgbClr val="FFFFFF"/>
                </a:solidFill>
                <a:latin typeface="Arial"/>
                <a:cs typeface="Arial"/>
              </a:rPr>
              <a:t>Software Testing Life Cycle (STLC)</a:t>
            </a:r>
            <a:endParaRPr lang="en-US" sz="3200" dirty="0">
              <a:solidFill>
                <a:srgbClr val="FFFFFF"/>
              </a:solidFill>
              <a:latin typeface="Arial"/>
              <a:cs typeface="Arial"/>
            </a:endParaRPr>
          </a:p>
        </p:txBody>
      </p:sp>
      <p:sp>
        <p:nvSpPr>
          <p:cNvPr id="216" name="Rectangle 215">
            <a:extLst>
              <a:ext uri="{FF2B5EF4-FFF2-40B4-BE49-F238E27FC236}">
                <a16:creationId xmlns:a16="http://schemas.microsoft.com/office/drawing/2014/main" id="{A4EDA915-CDE9-D899-F60E-19465417C4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1295400"/>
            <a:ext cx="12201525" cy="76200"/>
          </a:xfrm>
          <a:prstGeom prst="rect">
            <a:avLst/>
          </a:prstGeom>
          <a:solidFill>
            <a:srgbClr val="9F9F9F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14" name="Rectangle 213">
            <a:extLst>
              <a:ext uri="{FF2B5EF4-FFF2-40B4-BE49-F238E27FC236}">
                <a16:creationId xmlns:a16="http://schemas.microsoft.com/office/drawing/2014/main" id="{38533D83-CF46-5182-71E3-FC150BD7414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7861" y="6553200"/>
            <a:ext cx="12208273" cy="304800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81F140-D327-7312-E910-17FD84E552AD}"/>
              </a:ext>
            </a:extLst>
          </p:cNvPr>
          <p:cNvSpPr txBox="1">
            <a:spLocks/>
          </p:cNvSpPr>
          <p:nvPr/>
        </p:nvSpPr>
        <p:spPr>
          <a:xfrm>
            <a:off x="220384" y="1532587"/>
            <a:ext cx="11743016" cy="4887878"/>
          </a:xfrm>
          <a:prstGeom prst="rect">
            <a:avLst/>
          </a:prstGeom>
        </p:spPr>
        <p:txBody>
          <a:bodyPr numCol="2">
            <a:normAutofit fontScale="55000" lnSpcReduction="20000"/>
          </a:bodyPr>
          <a:lstStyle>
            <a:lvl1pPr marL="2286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514350" indent="-514350">
              <a:lnSpc>
                <a:spcPct val="120000"/>
              </a:lnSpc>
              <a:buFont typeface="+mj-lt"/>
              <a:buAutoNum type="arabicPeriod"/>
            </a:pPr>
            <a:r>
              <a:rPr lang="en-GB" sz="3200" dirty="0"/>
              <a:t>Requirement Analysis:</a:t>
            </a:r>
          </a:p>
          <a:p>
            <a:pPr lvl="1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GB" sz="3000" dirty="0"/>
              <a:t>Tester reviews requirements (SRS/Feasibility) to understand what to test.</a:t>
            </a:r>
          </a:p>
          <a:p>
            <a:pPr lvl="1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GB" sz="3000" dirty="0"/>
              <a:t>Identify ambiguities and non-functional requirements.</a:t>
            </a:r>
          </a:p>
          <a:p>
            <a:pPr marL="514350" indent="-514350">
              <a:lnSpc>
                <a:spcPct val="120000"/>
              </a:lnSpc>
              <a:buFont typeface="+mj-lt"/>
              <a:buAutoNum type="arabicPeriod"/>
            </a:pPr>
            <a:r>
              <a:rPr lang="en-GB" sz="3200" dirty="0"/>
              <a:t>Test Planning:</a:t>
            </a:r>
          </a:p>
          <a:p>
            <a:pPr lvl="1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GB" sz="3000" dirty="0"/>
              <a:t>Create a test strategy and plan.</a:t>
            </a:r>
          </a:p>
          <a:p>
            <a:pPr lvl="1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GB" sz="3000" dirty="0"/>
              <a:t>Define scope (which FRs, browsers, devices)</a:t>
            </a:r>
          </a:p>
          <a:p>
            <a:pPr lvl="1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GB" sz="3000" dirty="0"/>
              <a:t>Choose tools (e.g. Selenium for UI, Postman for API)</a:t>
            </a:r>
          </a:p>
          <a:p>
            <a:pPr lvl="1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GB" sz="3000" dirty="0"/>
              <a:t>Set entry/exit criteria.</a:t>
            </a:r>
          </a:p>
          <a:p>
            <a:pPr lvl="1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GB" sz="3000" dirty="0"/>
              <a:t>Estimate time.</a:t>
            </a:r>
          </a:p>
          <a:p>
            <a:pPr marL="514350" indent="-514350">
              <a:lnSpc>
                <a:spcPct val="120000"/>
              </a:lnSpc>
              <a:buFont typeface="+mj-lt"/>
              <a:buAutoNum type="arabicPeriod"/>
            </a:pPr>
            <a:r>
              <a:rPr lang="en-GB" sz="3200" dirty="0"/>
              <a:t>Test Case Development:</a:t>
            </a:r>
          </a:p>
          <a:p>
            <a:pPr lvl="1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GB" sz="3000" dirty="0"/>
              <a:t>Design detailed test cases and test data.</a:t>
            </a:r>
          </a:p>
          <a:p>
            <a:pPr lvl="1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GB" sz="3000" dirty="0"/>
              <a:t>For each FR, write test cases.</a:t>
            </a:r>
          </a:p>
          <a:p>
            <a:pPr lvl="1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GB" sz="3000" dirty="0"/>
              <a:t>Map test cases to requirements.</a:t>
            </a:r>
          </a:p>
          <a:p>
            <a:pPr marL="514350" indent="-514350">
              <a:lnSpc>
                <a:spcPct val="120000"/>
              </a:lnSpc>
              <a:buFont typeface="+mj-lt"/>
              <a:buAutoNum type="arabicPeriod"/>
            </a:pPr>
            <a:r>
              <a:rPr lang="en-GB" sz="3200" dirty="0"/>
              <a:t>Test Environment Setup:</a:t>
            </a:r>
          </a:p>
          <a:p>
            <a:pPr lvl="1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GB" sz="3000" dirty="0"/>
              <a:t>Prepare the test environment. E.g. install the web server, databases, link to Leopard Courier API, configure test accounts.</a:t>
            </a:r>
          </a:p>
          <a:p>
            <a:pPr marL="514350" indent="-514350">
              <a:lnSpc>
                <a:spcPct val="120000"/>
              </a:lnSpc>
              <a:buFont typeface="+mj-lt"/>
              <a:buAutoNum type="arabicPeriod"/>
            </a:pPr>
            <a:r>
              <a:rPr lang="en-GB" sz="3200" dirty="0"/>
              <a:t>Test Execution:</a:t>
            </a:r>
          </a:p>
          <a:p>
            <a:pPr lvl="1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GB" sz="3000" dirty="0"/>
              <a:t>Run test cases, record results. Log any bugs in a tracking tool (with severity).</a:t>
            </a:r>
          </a:p>
          <a:p>
            <a:pPr lvl="1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GB" sz="3000" dirty="0"/>
              <a:t>Retest bug fixes.</a:t>
            </a:r>
          </a:p>
          <a:p>
            <a:pPr marL="514350" indent="-514350">
              <a:lnSpc>
                <a:spcPct val="120000"/>
              </a:lnSpc>
              <a:buFont typeface="+mj-lt"/>
              <a:buAutoNum type="arabicPeriod"/>
            </a:pPr>
            <a:r>
              <a:rPr lang="en-GB" sz="3200" dirty="0"/>
              <a:t>Test Closure:</a:t>
            </a:r>
          </a:p>
          <a:p>
            <a:pPr lvl="1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GB" sz="3000" dirty="0"/>
              <a:t>After testing is done, prepare a test summary report</a:t>
            </a:r>
          </a:p>
          <a:p>
            <a:pPr lvl="1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GB" sz="3000" dirty="0"/>
              <a:t>List test results, defect status, and lessons learned.</a:t>
            </a:r>
          </a:p>
        </p:txBody>
      </p:sp>
    </p:spTree>
    <p:extLst>
      <p:ext uri="{BB962C8B-B14F-4D97-AF65-F5344CB8AC3E}">
        <p14:creationId xmlns:p14="http://schemas.microsoft.com/office/powerpoint/2010/main" val="8389099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0" end="2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" name="Picture Placeholder 7" descr="abstract image">
            <a:extLst>
              <a:ext uri="{FF2B5EF4-FFF2-40B4-BE49-F238E27FC236}">
                <a16:creationId xmlns:a16="http://schemas.microsoft.com/office/drawing/2014/main" id="{D5C5EA1B-F06D-4AD1-B526-89C2DF772232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 amt="52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</a:extLst>
          </a:blip>
          <a:srcRect l="22717" r="45642"/>
          <a:stretch/>
        </p:blipFill>
        <p:spPr>
          <a:xfrm rot="16200000">
            <a:off x="2667001" y="-2666999"/>
            <a:ext cx="6858000" cy="12192000"/>
          </a:xfrm>
          <a:prstGeom prst="rect">
            <a:avLst/>
          </a:prstGeom>
          <a:noFill/>
        </p:spPr>
      </p:pic>
      <p:sp>
        <p:nvSpPr>
          <p:cNvPr id="6" name="Title 5">
            <a:extLst>
              <a:ext uri="{FF2B5EF4-FFF2-40B4-BE49-F238E27FC236}">
                <a16:creationId xmlns:a16="http://schemas.microsoft.com/office/drawing/2014/main" id="{4F7706BE-EF2E-459C-8778-01DDD354C634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702365" y="1660810"/>
            <a:ext cx="10787270" cy="830649"/>
          </a:xfrm>
        </p:spPr>
        <p:txBody>
          <a:bodyPr>
            <a:normAutofit/>
          </a:bodyPr>
          <a:lstStyle/>
          <a:p>
            <a:r>
              <a:rPr lang="en-US" sz="4000" spc="300"/>
              <a:t>THANK YOU</a:t>
            </a:r>
          </a:p>
        </p:txBody>
      </p:sp>
      <p:pic>
        <p:nvPicPr>
          <p:cNvPr id="24" name="Online Image Placeholder 23" descr="User">
            <a:extLst>
              <a:ext uri="{FF2B5EF4-FFF2-40B4-BE49-F238E27FC236}">
                <a16:creationId xmlns:a16="http://schemas.microsoft.com/office/drawing/2014/main" id="{E896B487-8C07-495F-95BF-B8F4960E1E8D}"/>
              </a:ext>
            </a:extLst>
          </p:cNvPr>
          <p:cNvPicPr>
            <a:picLocks noGrp="1" noChangeAspect="1"/>
          </p:cNvPicPr>
          <p:nvPr>
            <p:ph type="clipArt" sz="quarter" idx="19"/>
          </p:nvPr>
        </p:nvPicPr>
        <p:blipFill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/>
      </p:pic>
      <p:pic>
        <p:nvPicPr>
          <p:cNvPr id="12" name="Online Image Placeholder 11" descr="Smart Phone">
            <a:extLst>
              <a:ext uri="{FF2B5EF4-FFF2-40B4-BE49-F238E27FC236}">
                <a16:creationId xmlns:a16="http://schemas.microsoft.com/office/drawing/2014/main" id="{4E709B75-16EA-4581-AED9-567DEF45A6B2}"/>
              </a:ext>
            </a:extLst>
          </p:cNvPr>
          <p:cNvPicPr>
            <a:picLocks noGrp="1" noChangeAspect="1"/>
          </p:cNvPicPr>
          <p:nvPr>
            <p:ph type="clipArt" sz="quarter" idx="20"/>
          </p:nvPr>
        </p:nvPicPr>
        <p:blipFill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730873" y="3118670"/>
            <a:ext cx="730250" cy="730250"/>
          </a:xfrm>
        </p:spPr>
      </p:pic>
      <p:pic>
        <p:nvPicPr>
          <p:cNvPr id="28" name="Online Image Placeholder 27" descr="Envelope">
            <a:extLst>
              <a:ext uri="{FF2B5EF4-FFF2-40B4-BE49-F238E27FC236}">
                <a16:creationId xmlns:a16="http://schemas.microsoft.com/office/drawing/2014/main" id="{D4D09222-33EB-4F99-9A89-51E2E1E97584}"/>
              </a:ext>
            </a:extLst>
          </p:cNvPr>
          <p:cNvPicPr>
            <a:picLocks noGrp="1" noChangeAspect="1"/>
          </p:cNvPicPr>
          <p:nvPr>
            <p:ph type="clipArt" sz="quarter" idx="21"/>
          </p:nvPr>
        </p:nvPicPr>
        <p:blipFill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/>
      </p:pic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0B070B25-2BBC-49AC-9CFA-1CD7195DF2D6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US"/>
              <a:t>Owais Hussain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9E2524A0-105C-4170-BB48-CD0756FB3DFE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en-US"/>
              <a:t>+92 345-3174270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6E57A531-5B0F-485D-A015-BC78AD089BA6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216525" y="3903126"/>
            <a:ext cx="3572351" cy="518795"/>
          </a:xfrm>
        </p:spPr>
        <p:txBody>
          <a:bodyPr>
            <a:normAutofit fontScale="92500"/>
          </a:bodyPr>
          <a:lstStyle/>
          <a:p>
            <a:r>
              <a:rPr lang="en-US"/>
              <a:t>owais.hussain@kiet.edu.pk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747C414-85D9-40D6-9BB3-5AF68A84F41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486288" y="5137992"/>
            <a:ext cx="7219423" cy="518795"/>
          </a:xfrm>
        </p:spPr>
        <p:txBody>
          <a:bodyPr/>
          <a:lstStyle/>
          <a:p>
            <a:r>
              <a:rPr lang="en-US" sz="1700"/>
              <a:t>https://www.researchgate.net/profile/Owais-Hussain-3</a:t>
            </a:r>
          </a:p>
        </p:txBody>
      </p:sp>
    </p:spTree>
    <p:extLst>
      <p:ext uri="{BB962C8B-B14F-4D97-AF65-F5344CB8AC3E}">
        <p14:creationId xmlns:p14="http://schemas.microsoft.com/office/powerpoint/2010/main" val="92772757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ustom 5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A53F52"/>
      </a:accent1>
      <a:accent2>
        <a:srgbClr val="E99757"/>
      </a:accent2>
      <a:accent3>
        <a:srgbClr val="2F3342"/>
      </a:accent3>
      <a:accent4>
        <a:srgbClr val="2C2153"/>
      </a:accent4>
      <a:accent5>
        <a:srgbClr val="01023B"/>
      </a:accent5>
      <a:accent6>
        <a:srgbClr val="7F7F7F"/>
      </a:accent6>
      <a:hlink>
        <a:srgbClr val="3A3838"/>
      </a:hlink>
      <a:folHlink>
        <a:srgbClr val="D0CECE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ech presentation_Win32_LW_v2.potx" id="{3AEEB70B-72AA-432B-B699-7833EBF4B1FE}" vid="{14A49A59-25D4-4203-BE02-DE6939C7C5F6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2" ma:contentTypeDescription="Create a new document." ma:contentTypeScope="" ma:versionID="426e97fa315356fffbdcd9876fe988c2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14b8f0def80e6d70ce3def20c90759ae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71af3243-3dd4-4a8d-8c0d-dd76da1f02a5">Not started</Status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55BB9993-D5F9-46FA-B2E5-80E3632E9820}">
  <ds:schemaRefs>
    <ds:schemaRef ds:uri="16c05727-aa75-4e4a-9b5f-8a80a1165891"/>
    <ds:schemaRef ds:uri="71af3243-3dd4-4a8d-8c0d-dd76da1f02a5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1B7E2D32-4FDD-4266-880C-17595B801432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E3D9F223-918A-45AF-9B53-56AB9E5E2182}">
  <ds:schemaRefs>
    <ds:schemaRef ds:uri="71af3243-3dd4-4a8d-8c0d-dd76da1f02a5"/>
    <ds:schemaRef ds:uri="http://schemas.microsoft.com/office/2006/metadata/properties"/>
    <ds:schemaRef ds:uri="http://schemas.microsoft.com/office/infopath/2007/PartnerControl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Tech presentation</Template>
  <TotalTime>175</TotalTime>
  <Words>1622</Words>
  <Application>Microsoft Macintosh PowerPoint</Application>
  <PresentationFormat>Widescreen</PresentationFormat>
  <Paragraphs>247</Paragraphs>
  <Slides>22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30" baseType="lpstr">
      <vt:lpstr>Aptos</vt:lpstr>
      <vt:lpstr>Arial</vt:lpstr>
      <vt:lpstr>Biome Light</vt:lpstr>
      <vt:lpstr>Calibri</vt:lpstr>
      <vt:lpstr>Calibri Light</vt:lpstr>
      <vt:lpstr>Cambria Math</vt:lpstr>
      <vt:lpstr>Wingdings</vt:lpstr>
      <vt:lpstr>Office Theme</vt:lpstr>
      <vt:lpstr>Software Engineering</vt:lpstr>
      <vt:lpstr>Agenda</vt:lpstr>
      <vt:lpstr>Sample 2</vt:lpstr>
      <vt:lpstr>Sample 2</vt:lpstr>
      <vt:lpstr>Sample 2</vt:lpstr>
      <vt:lpstr>Sample 2</vt:lpstr>
      <vt:lpstr>Sample 2</vt:lpstr>
      <vt:lpstr>Sample 2</vt:lpstr>
      <vt:lpstr>Sample 2</vt:lpstr>
      <vt:lpstr>Sample 2</vt:lpstr>
      <vt:lpstr>Sample 2</vt:lpstr>
      <vt:lpstr>Sample 2</vt:lpstr>
      <vt:lpstr>Sample 2</vt:lpstr>
      <vt:lpstr>Sample 2</vt:lpstr>
      <vt:lpstr>Sample 2</vt:lpstr>
      <vt:lpstr>Sample 2</vt:lpstr>
      <vt:lpstr>Sample 2</vt:lpstr>
      <vt:lpstr>Sample 2</vt:lpstr>
      <vt:lpstr>Sample 2</vt:lpstr>
      <vt:lpstr>Sample 2</vt:lpstr>
      <vt:lpstr>Sample 2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INFLUENCE MINING IN COMPLEX NETWORKS</dc:title>
  <dc:creator>Owais Ahmed</dc:creator>
  <cp:lastModifiedBy>Rabeeba Batool</cp:lastModifiedBy>
  <cp:revision>1</cp:revision>
  <dcterms:created xsi:type="dcterms:W3CDTF">2022-11-22T20:08:03Z</dcterms:created>
  <dcterms:modified xsi:type="dcterms:W3CDTF">2026-06-13T08:22:31Z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