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03" r:id="rId5"/>
    <p:sldId id="2462" r:id="rId6"/>
    <p:sldId id="2541" r:id="rId7"/>
    <p:sldId id="2542" r:id="rId8"/>
    <p:sldId id="2544" r:id="rId9"/>
    <p:sldId id="2545" r:id="rId10"/>
    <p:sldId id="2552" r:id="rId11"/>
    <p:sldId id="2546" r:id="rId12"/>
    <p:sldId id="2553" r:id="rId13"/>
    <p:sldId id="2555" r:id="rId14"/>
    <p:sldId id="2556" r:id="rId15"/>
    <p:sldId id="2557" r:id="rId16"/>
    <p:sldId id="2547" r:id="rId17"/>
    <p:sldId id="2554" r:id="rId18"/>
    <p:sldId id="2548" r:id="rId19"/>
    <p:sldId id="2560" r:id="rId20"/>
    <p:sldId id="2562" r:id="rId21"/>
    <p:sldId id="2561" r:id="rId22"/>
    <p:sldId id="2549" r:id="rId23"/>
    <p:sldId id="2550" r:id="rId24"/>
    <p:sldId id="2563" r:id="rId25"/>
    <p:sldId id="2564" r:id="rId26"/>
    <p:sldId id="2565" r:id="rId27"/>
    <p:sldId id="2566" r:id="rId28"/>
    <p:sldId id="2567" r:id="rId29"/>
    <p:sldId id="2559" r:id="rId30"/>
    <p:sldId id="243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F38B0BD-BB32-4B2D-82DE-5A028D5CA6A4}">
          <p14:sldIdLst>
            <p14:sldId id="2503"/>
            <p14:sldId id="2462"/>
            <p14:sldId id="2541"/>
            <p14:sldId id="2542"/>
            <p14:sldId id="2544"/>
            <p14:sldId id="2545"/>
            <p14:sldId id="2552"/>
            <p14:sldId id="2546"/>
            <p14:sldId id="2553"/>
            <p14:sldId id="2555"/>
            <p14:sldId id="2556"/>
            <p14:sldId id="2557"/>
            <p14:sldId id="2547"/>
            <p14:sldId id="2554"/>
            <p14:sldId id="2548"/>
            <p14:sldId id="2560"/>
            <p14:sldId id="2562"/>
            <p14:sldId id="2561"/>
            <p14:sldId id="2549"/>
            <p14:sldId id="2550"/>
            <p14:sldId id="2563"/>
            <p14:sldId id="2564"/>
            <p14:sldId id="2565"/>
            <p14:sldId id="2566"/>
            <p14:sldId id="2567"/>
            <p14:sldId id="2559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C96BBA-F23A-4E7E-9462-500024F78321}" v="6215" dt="2026-03-13T18:39:05.0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1992"/>
        <p:guide pos="3840"/>
        <p:guide orient="horz" pos="1416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undo custSel addSld delSld modSld sldOrd">
      <pc:chgData name="Owais Ahmed" userId="6abc7d4556b3b071" providerId="LiveId" clId="{641304C9-537E-56B8-9D3B-F295291B91EB}" dt="2026-03-07T10:01:05.283" v="2791" actId="20577"/>
      <pc:docMkLst>
        <pc:docMk/>
      </pc:docMkLst>
      <pc:sldChg chg="modSp mod">
        <pc:chgData name="Owais Ahmed" userId="6abc7d4556b3b071" providerId="LiveId" clId="{641304C9-537E-56B8-9D3B-F295291B91EB}" dt="2026-03-07T04:40:18.597" v="1258" actId="20577"/>
        <pc:sldMkLst>
          <pc:docMk/>
          <pc:sldMk cId="1649098948" sldId="2462"/>
        </pc:sldMkLst>
        <pc:spChg chg="mod">
          <ac:chgData name="Owais Ahmed" userId="6abc7d4556b3b071" providerId="LiveId" clId="{641304C9-537E-56B8-9D3B-F295291B91EB}" dt="2026-03-07T04:40:18.597" v="1258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Sp delSp mod addAnim delAnim">
        <pc:chgData name="Owais Ahmed" userId="6abc7d4556b3b071" providerId="LiveId" clId="{641304C9-537E-56B8-9D3B-F295291B91EB}" dt="2026-03-07T09:59:35.261" v="2706" actId="478"/>
        <pc:sldMkLst>
          <pc:docMk/>
          <pc:sldMk cId="3056767271" sldId="2542"/>
        </pc:sldMkLst>
        <pc:graphicFrameChg chg="add del">
          <ac:chgData name="Owais Ahmed" userId="6abc7d4556b3b071" providerId="LiveId" clId="{641304C9-537E-56B8-9D3B-F295291B91EB}" dt="2026-03-07T09:59:35.261" v="2706" actId="478"/>
          <ac:graphicFrameMkLst>
            <pc:docMk/>
            <pc:sldMk cId="3056767271" sldId="2542"/>
            <ac:graphicFrameMk id="4" creationId="{5F778423-A5B5-BF4B-E854-73C325292E7E}"/>
          </ac:graphicFrameMkLst>
        </pc:graphicFrameChg>
      </pc:sldChg>
      <pc:sldChg chg="modSp modAnim">
        <pc:chgData name="Owais Ahmed" userId="6abc7d4556b3b071" providerId="LiveId" clId="{641304C9-537E-56B8-9D3B-F295291B91EB}" dt="2026-03-07T04:45:59.443" v="1471" actId="20577"/>
        <pc:sldMkLst>
          <pc:docMk/>
          <pc:sldMk cId="1187736720" sldId="2546"/>
        </pc:sldMkLst>
        <pc:spChg chg="mod">
          <ac:chgData name="Owais Ahmed" userId="6abc7d4556b3b071" providerId="LiveId" clId="{641304C9-537E-56B8-9D3B-F295291B91EB}" dt="2026-03-07T04:45:59.443" v="1471" actId="20577"/>
          <ac:spMkLst>
            <pc:docMk/>
            <pc:sldMk cId="1187736720" sldId="2546"/>
            <ac:spMk id="3" creationId="{A61A7B78-0B7A-0896-D329-A9180A6AB09C}"/>
          </ac:spMkLst>
        </pc:spChg>
      </pc:sldChg>
      <pc:sldChg chg="modSp">
        <pc:chgData name="Owais Ahmed" userId="6abc7d4556b3b071" providerId="LiveId" clId="{641304C9-537E-56B8-9D3B-F295291B91EB}" dt="2026-03-07T09:58:52.631" v="2704" actId="20577"/>
        <pc:sldMkLst>
          <pc:docMk/>
          <pc:sldMk cId="2268410199" sldId="2548"/>
        </pc:sldMkLst>
        <pc:spChg chg="mod">
          <ac:chgData name="Owais Ahmed" userId="6abc7d4556b3b071" providerId="LiveId" clId="{641304C9-537E-56B8-9D3B-F295291B91EB}" dt="2026-03-07T09:58:52.631" v="2704" actId="20577"/>
          <ac:spMkLst>
            <pc:docMk/>
            <pc:sldMk cId="2268410199" sldId="2548"/>
            <ac:spMk id="3" creationId="{4E83442E-096F-7671-D9A3-578B34E2253E}"/>
          </ac:spMkLst>
        </pc:spChg>
      </pc:sldChg>
      <pc:sldChg chg="modSp mod modAnim">
        <pc:chgData name="Owais Ahmed" userId="6abc7d4556b3b071" providerId="LiveId" clId="{641304C9-537E-56B8-9D3B-F295291B91EB}" dt="2026-03-07T04:45:46.373" v="1470" actId="20577"/>
        <pc:sldMkLst>
          <pc:docMk/>
          <pc:sldMk cId="1190046846" sldId="2553"/>
        </pc:sldMkLst>
        <pc:spChg chg="mod">
          <ac:chgData name="Owais Ahmed" userId="6abc7d4556b3b071" providerId="LiveId" clId="{641304C9-537E-56B8-9D3B-F295291B91EB}" dt="2026-03-07T04:45:46.373" v="1470" actId="20577"/>
          <ac:spMkLst>
            <pc:docMk/>
            <pc:sldMk cId="1190046846" sldId="2553"/>
            <ac:spMk id="3" creationId="{CAED2542-346F-7E2C-ED3D-8414CA2D3953}"/>
          </ac:spMkLst>
        </pc:spChg>
      </pc:sldChg>
      <pc:sldChg chg="modSp add mod ord modAnim">
        <pc:chgData name="Owais Ahmed" userId="6abc7d4556b3b071" providerId="LiveId" clId="{641304C9-537E-56B8-9D3B-F295291B91EB}" dt="2026-03-06T23:47:42.811" v="1216" actId="20577"/>
        <pc:sldMkLst>
          <pc:docMk/>
          <pc:sldMk cId="2282526301" sldId="2554"/>
        </pc:sldMkLst>
        <pc:spChg chg="mod">
          <ac:chgData name="Owais Ahmed" userId="6abc7d4556b3b071" providerId="LiveId" clId="{641304C9-537E-56B8-9D3B-F295291B91EB}" dt="2026-03-06T23:47:42.811" v="1216" actId="20577"/>
          <ac:spMkLst>
            <pc:docMk/>
            <pc:sldMk cId="2282526301" sldId="2554"/>
            <ac:spMk id="3" creationId="{E9DB541C-3F44-3EED-8B7D-00CED4377FAB}"/>
          </ac:spMkLst>
        </pc:spChg>
      </pc:sldChg>
      <pc:sldChg chg="addSp modSp add mod modAnim">
        <pc:chgData name="Owais Ahmed" userId="6abc7d4556b3b071" providerId="LiveId" clId="{641304C9-537E-56B8-9D3B-F295291B91EB}" dt="2026-03-07T04:50:50.644" v="1796"/>
        <pc:sldMkLst>
          <pc:docMk/>
          <pc:sldMk cId="1201987940" sldId="2555"/>
        </pc:sldMkLst>
        <pc:spChg chg="mod">
          <ac:chgData name="Owais Ahmed" userId="6abc7d4556b3b071" providerId="LiveId" clId="{641304C9-537E-56B8-9D3B-F295291B91EB}" dt="2026-03-07T04:50:33.115" v="1795" actId="20577"/>
          <ac:spMkLst>
            <pc:docMk/>
            <pc:sldMk cId="1201987940" sldId="2555"/>
            <ac:spMk id="3" creationId="{CE5E6977-031B-77C2-40C7-FE9CF5487E66}"/>
          </ac:spMkLst>
        </pc:spChg>
        <pc:spChg chg="mod">
          <ac:chgData name="Owais Ahmed" userId="6abc7d4556b3b071" providerId="LiveId" clId="{641304C9-537E-56B8-9D3B-F295291B91EB}" dt="2026-03-07T04:46:59.592" v="1481" actId="20577"/>
          <ac:spMkLst>
            <pc:docMk/>
            <pc:sldMk cId="1201987940" sldId="2555"/>
            <ac:spMk id="215" creationId="{A2D6F97F-B262-152F-7329-0983A1C8B952}"/>
          </ac:spMkLst>
        </pc:spChg>
        <pc:picChg chg="add mod modCrop">
          <ac:chgData name="Owais Ahmed" userId="6abc7d4556b3b071" providerId="LiveId" clId="{641304C9-537E-56B8-9D3B-F295291B91EB}" dt="2026-03-07T04:43:24.714" v="1416" actId="1076"/>
          <ac:picMkLst>
            <pc:docMk/>
            <pc:sldMk cId="1201987940" sldId="2555"/>
            <ac:picMk id="4" creationId="{7D28007C-77CB-C818-95E6-03298D149010}"/>
          </ac:picMkLst>
        </pc:picChg>
      </pc:sldChg>
      <pc:sldChg chg="addSp delSp modSp add mod delAnim modAnim modNotesTx">
        <pc:chgData name="Owais Ahmed" userId="6abc7d4556b3b071" providerId="LiveId" clId="{641304C9-537E-56B8-9D3B-F295291B91EB}" dt="2026-03-07T05:03:43.229" v="2373" actId="20577"/>
        <pc:sldMkLst>
          <pc:docMk/>
          <pc:sldMk cId="695875413" sldId="2556"/>
        </pc:sldMkLst>
        <pc:spChg chg="mod">
          <ac:chgData name="Owais Ahmed" userId="6abc7d4556b3b071" providerId="LiveId" clId="{641304C9-537E-56B8-9D3B-F295291B91EB}" dt="2026-03-07T05:02:44.247" v="2157" actId="20577"/>
          <ac:spMkLst>
            <pc:docMk/>
            <pc:sldMk cId="695875413" sldId="2556"/>
            <ac:spMk id="3" creationId="{97FD4E38-7F28-7222-EDDC-9260296397C6}"/>
          </ac:spMkLst>
        </pc:spChg>
        <pc:picChg chg="add mod modCrop">
          <ac:chgData name="Owais Ahmed" userId="6abc7d4556b3b071" providerId="LiveId" clId="{641304C9-537E-56B8-9D3B-F295291B91EB}" dt="2026-03-07T04:59:12.011" v="1819" actId="1076"/>
          <ac:picMkLst>
            <pc:docMk/>
            <pc:sldMk cId="695875413" sldId="2556"/>
            <ac:picMk id="5" creationId="{88AEFD82-476D-9618-51BE-3557CF5ECFDB}"/>
          </ac:picMkLst>
        </pc:picChg>
      </pc:sldChg>
      <pc:sldChg chg="delSp modSp add mod modAnim modNotesTx">
        <pc:chgData name="Owais Ahmed" userId="6abc7d4556b3b071" providerId="LiveId" clId="{641304C9-537E-56B8-9D3B-F295291B91EB}" dt="2026-03-07T10:01:05.283" v="2791" actId="20577"/>
        <pc:sldMkLst>
          <pc:docMk/>
          <pc:sldMk cId="1644398830" sldId="2557"/>
        </pc:sldMkLst>
        <pc:spChg chg="mod">
          <ac:chgData name="Owais Ahmed" userId="6abc7d4556b3b071" providerId="LiveId" clId="{641304C9-537E-56B8-9D3B-F295291B91EB}" dt="2026-03-07T10:01:05.283" v="2791" actId="20577"/>
          <ac:spMkLst>
            <pc:docMk/>
            <pc:sldMk cId="1644398830" sldId="2557"/>
            <ac:spMk id="3" creationId="{6AEC8E2D-4537-8121-9AC1-788AF95F3EEE}"/>
          </ac:spMkLst>
        </pc:spChg>
      </pc:sldChg>
    </pc:docChg>
  </pc:docChgLst>
  <pc:docChgLst>
    <pc:chgData name="Owais Ahmed" userId="6abc7d4556b3b071" providerId="LiveId" clId="{D0A51F83-B713-4A4D-8105-C75936B8E1D2}"/>
    <pc:docChg chg="undo redo custSel addSld delSld modSld sldOrd addSection delSection modSection">
      <pc:chgData name="Owais Ahmed" userId="6abc7d4556b3b071" providerId="LiveId" clId="{D0A51F83-B713-4A4D-8105-C75936B8E1D2}" dt="2026-03-13T18:39:08.687" v="15611"/>
      <pc:docMkLst>
        <pc:docMk/>
      </pc:docMkLst>
      <pc:sldChg chg="modSp mod">
        <pc:chgData name="Owais Ahmed" userId="6abc7d4556b3b071" providerId="LiveId" clId="{D0A51F83-B713-4A4D-8105-C75936B8E1D2}" dt="2026-03-13T17:08:18.068" v="15573" actId="6549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6-03-13T17:08:18.068" v="15573" actId="6549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mod modAnim modNotesTx">
        <pc:chgData name="Owais Ahmed" userId="6abc7d4556b3b071" providerId="LiveId" clId="{D0A51F83-B713-4A4D-8105-C75936B8E1D2}" dt="2026-03-05T02:59:09.900" v="6025" actId="20577"/>
        <pc:sldMkLst>
          <pc:docMk/>
          <pc:sldMk cId="1841284237" sldId="2541"/>
        </pc:sldMkLst>
        <pc:spChg chg="mod">
          <ac:chgData name="Owais Ahmed" userId="6abc7d4556b3b071" providerId="LiveId" clId="{D0A51F83-B713-4A4D-8105-C75936B8E1D2}" dt="2026-03-05T02:39:36.979" v="5920" actId="113"/>
          <ac:spMkLst>
            <pc:docMk/>
            <pc:sldMk cId="1841284237" sldId="2541"/>
            <ac:spMk id="3" creationId="{C0CD0282-032D-D126-ACAD-51B9EF7B441B}"/>
          </ac:spMkLst>
        </pc:spChg>
        <pc:spChg chg="mod">
          <ac:chgData name="Owais Ahmed" userId="6abc7d4556b3b071" providerId="LiveId" clId="{D0A51F83-B713-4A4D-8105-C75936B8E1D2}" dt="2026-03-05T02:27:58.130" v="5748" actId="20577"/>
          <ac:spMkLst>
            <pc:docMk/>
            <pc:sldMk cId="1841284237" sldId="2541"/>
            <ac:spMk id="215" creationId="{F4580E0B-0ACF-EEEC-2DFF-6F4F67C7A918}"/>
          </ac:spMkLst>
        </pc:spChg>
      </pc:sldChg>
      <pc:sldChg chg="addSp modSp add mod modAnim modNotesTx">
        <pc:chgData name="Owais Ahmed" userId="6abc7d4556b3b071" providerId="LiveId" clId="{D0A51F83-B713-4A4D-8105-C75936B8E1D2}" dt="2026-03-05T02:38:27.717" v="5900" actId="6549"/>
        <pc:sldMkLst>
          <pc:docMk/>
          <pc:sldMk cId="3056767271" sldId="2542"/>
        </pc:sldMkLst>
        <pc:spChg chg="mod">
          <ac:chgData name="Owais Ahmed" userId="6abc7d4556b3b071" providerId="LiveId" clId="{D0A51F83-B713-4A4D-8105-C75936B8E1D2}" dt="2026-03-05T02:37:45.646" v="5897" actId="114"/>
          <ac:spMkLst>
            <pc:docMk/>
            <pc:sldMk cId="3056767271" sldId="2542"/>
            <ac:spMk id="3" creationId="{CFD081DC-3A52-3D08-1104-16E2E0330EAE}"/>
          </ac:spMkLst>
        </pc:spChg>
        <pc:graphicFrameChg chg="add mod modGraphic">
          <ac:chgData name="Owais Ahmed" userId="6abc7d4556b3b071" providerId="LiveId" clId="{D0A51F83-B713-4A4D-8105-C75936B8E1D2}" dt="2026-03-05T02:37:32.798" v="5888" actId="403"/>
          <ac:graphicFrameMkLst>
            <pc:docMk/>
            <pc:sldMk cId="3056767271" sldId="2542"/>
            <ac:graphicFrameMk id="4" creationId="{5F778423-A5B5-BF4B-E854-73C325292E7E}"/>
          </ac:graphicFrameMkLst>
        </pc:graphicFrameChg>
      </pc:sldChg>
      <pc:sldChg chg="modSp add mod modAnim modNotesTx">
        <pc:chgData name="Owais Ahmed" userId="6abc7d4556b3b071" providerId="LiveId" clId="{D0A51F83-B713-4A4D-8105-C75936B8E1D2}" dt="2026-03-05T03:57:58.418" v="7036" actId="20577"/>
        <pc:sldMkLst>
          <pc:docMk/>
          <pc:sldMk cId="1830699147" sldId="2544"/>
        </pc:sldMkLst>
        <pc:spChg chg="mod">
          <ac:chgData name="Owais Ahmed" userId="6abc7d4556b3b071" providerId="LiveId" clId="{D0A51F83-B713-4A4D-8105-C75936B8E1D2}" dt="2026-03-05T03:56:57.812" v="6788" actId="20577"/>
          <ac:spMkLst>
            <pc:docMk/>
            <pc:sldMk cId="1830699147" sldId="2544"/>
            <ac:spMk id="3" creationId="{3D593D8F-4340-CDEE-C3CE-F5D85D52E1F6}"/>
          </ac:spMkLst>
        </pc:spChg>
      </pc:sldChg>
      <pc:sldChg chg="delSp modSp add mod modAnim modNotesTx">
        <pc:chgData name="Owais Ahmed" userId="6abc7d4556b3b071" providerId="LiveId" clId="{D0A51F83-B713-4A4D-8105-C75936B8E1D2}" dt="2026-03-06T12:30:22.495" v="9530" actId="27636"/>
        <pc:sldMkLst>
          <pc:docMk/>
          <pc:sldMk cId="1951785617" sldId="2545"/>
        </pc:sldMkLst>
        <pc:spChg chg="mod">
          <ac:chgData name="Owais Ahmed" userId="6abc7d4556b3b071" providerId="LiveId" clId="{D0A51F83-B713-4A4D-8105-C75936B8E1D2}" dt="2026-03-06T12:30:22.495" v="9530" actId="27636"/>
          <ac:spMkLst>
            <pc:docMk/>
            <pc:sldMk cId="1951785617" sldId="2545"/>
            <ac:spMk id="3" creationId="{08813A4E-8C92-355B-AF89-10527B663DBF}"/>
          </ac:spMkLst>
        </pc:spChg>
      </pc:sldChg>
      <pc:sldChg chg="modSp add mod modAnim modNotesTx">
        <pc:chgData name="Owais Ahmed" userId="6abc7d4556b3b071" providerId="LiveId" clId="{D0A51F83-B713-4A4D-8105-C75936B8E1D2}" dt="2026-03-06T13:08:10.834" v="10217" actId="6549"/>
        <pc:sldMkLst>
          <pc:docMk/>
          <pc:sldMk cId="1187736720" sldId="2546"/>
        </pc:sldMkLst>
        <pc:spChg chg="mod">
          <ac:chgData name="Owais Ahmed" userId="6abc7d4556b3b071" providerId="LiveId" clId="{D0A51F83-B713-4A4D-8105-C75936B8E1D2}" dt="2026-03-06T13:01:07.252" v="9954" actId="27636"/>
          <ac:spMkLst>
            <pc:docMk/>
            <pc:sldMk cId="1187736720" sldId="2546"/>
            <ac:spMk id="3" creationId="{A61A7B78-0B7A-0896-D329-A9180A6AB09C}"/>
          </ac:spMkLst>
        </pc:spChg>
      </pc:sldChg>
      <pc:sldChg chg="modSp add mod ord modAnim modNotesTx">
        <pc:chgData name="Owais Ahmed" userId="6abc7d4556b3b071" providerId="LiveId" clId="{D0A51F83-B713-4A4D-8105-C75936B8E1D2}" dt="2026-03-13T09:43:09.246" v="10226"/>
        <pc:sldMkLst>
          <pc:docMk/>
          <pc:sldMk cId="2427380034" sldId="2547"/>
        </pc:sldMkLst>
        <pc:spChg chg="mod">
          <ac:chgData name="Owais Ahmed" userId="6abc7d4556b3b071" providerId="LiveId" clId="{D0A51F83-B713-4A4D-8105-C75936B8E1D2}" dt="2026-03-05T04:31:13.715" v="8100" actId="114"/>
          <ac:spMkLst>
            <pc:docMk/>
            <pc:sldMk cId="2427380034" sldId="2547"/>
            <ac:spMk id="3" creationId="{771719FA-369D-F614-1429-13FF4A53A4AC}"/>
          </ac:spMkLst>
        </pc:spChg>
        <pc:spChg chg="mod">
          <ac:chgData name="Owais Ahmed" userId="6abc7d4556b3b071" providerId="LiveId" clId="{D0A51F83-B713-4A4D-8105-C75936B8E1D2}" dt="2026-03-13T09:43:09.246" v="10226"/>
          <ac:spMkLst>
            <pc:docMk/>
            <pc:sldMk cId="2427380034" sldId="2547"/>
            <ac:spMk id="215" creationId="{9D0DFC46-673A-22D6-F231-FA4100C40641}"/>
          </ac:spMkLst>
        </pc:spChg>
      </pc:sldChg>
      <pc:sldChg chg="addSp delSp modSp add mod ord modAnim modNotesTx">
        <pc:chgData name="Owais Ahmed" userId="6abc7d4556b3b071" providerId="LiveId" clId="{D0A51F83-B713-4A4D-8105-C75936B8E1D2}" dt="2026-03-13T11:40:31.297" v="13669" actId="20577"/>
        <pc:sldMkLst>
          <pc:docMk/>
          <pc:sldMk cId="2268410199" sldId="2548"/>
        </pc:sldMkLst>
        <pc:spChg chg="mod">
          <ac:chgData name="Owais Ahmed" userId="6abc7d4556b3b071" providerId="LiveId" clId="{D0A51F83-B713-4A4D-8105-C75936B8E1D2}" dt="2026-03-13T11:39:20.226" v="13608" actId="20577"/>
          <ac:spMkLst>
            <pc:docMk/>
            <pc:sldMk cId="2268410199" sldId="2548"/>
            <ac:spMk id="3" creationId="{4E83442E-096F-7671-D9A3-578B34E2253E}"/>
          </ac:spMkLst>
        </pc:spChg>
        <pc:spChg chg="mod">
          <ac:chgData name="Owais Ahmed" userId="6abc7d4556b3b071" providerId="LiveId" clId="{D0A51F83-B713-4A4D-8105-C75936B8E1D2}" dt="2026-03-13T09:58:52.533" v="10662" actId="20577"/>
          <ac:spMkLst>
            <pc:docMk/>
            <pc:sldMk cId="2268410199" sldId="2548"/>
            <ac:spMk id="215" creationId="{DF25BFEA-B19E-3AA7-359E-5A1A51325EB4}"/>
          </ac:spMkLst>
        </pc:spChg>
        <pc:graphicFrameChg chg="add mod modGraphic">
          <ac:chgData name="Owais Ahmed" userId="6abc7d4556b3b071" providerId="LiveId" clId="{D0A51F83-B713-4A4D-8105-C75936B8E1D2}" dt="2026-03-13T10:02:21.226" v="10981" actId="14100"/>
          <ac:graphicFrameMkLst>
            <pc:docMk/>
            <pc:sldMk cId="2268410199" sldId="2548"/>
            <ac:graphicFrameMk id="4" creationId="{ED617DD3-590F-3842-3389-CA020BC69F10}"/>
          </ac:graphicFrameMkLst>
        </pc:graphicFrameChg>
      </pc:sldChg>
      <pc:sldChg chg="addSp delSp modSp add mod delAnim modAnim modNotesTx">
        <pc:chgData name="Owais Ahmed" userId="6abc7d4556b3b071" providerId="LiveId" clId="{D0A51F83-B713-4A4D-8105-C75936B8E1D2}" dt="2026-03-13T18:38:08.845" v="15599" actId="14100"/>
        <pc:sldMkLst>
          <pc:docMk/>
          <pc:sldMk cId="3141165280" sldId="2549"/>
        </pc:sldMkLst>
        <pc:spChg chg="add mod">
          <ac:chgData name="Owais Ahmed" userId="6abc7d4556b3b071" providerId="LiveId" clId="{D0A51F83-B713-4A4D-8105-C75936B8E1D2}" dt="2026-03-13T18:38:03.223" v="15595"/>
          <ac:spMkLst>
            <pc:docMk/>
            <pc:sldMk cId="3141165280" sldId="2549"/>
            <ac:spMk id="3" creationId="{4A9B9DBE-2F88-12CC-9D3B-D7F886E22BE4}"/>
          </ac:spMkLst>
        </pc:spChg>
        <pc:spChg chg="add mod">
          <ac:chgData name="Owais Ahmed" userId="6abc7d4556b3b071" providerId="LiveId" clId="{D0A51F83-B713-4A4D-8105-C75936B8E1D2}" dt="2026-03-13T18:38:08.845" v="15599" actId="14100"/>
          <ac:spMkLst>
            <pc:docMk/>
            <pc:sldMk cId="3141165280" sldId="2549"/>
            <ac:spMk id="4" creationId="{BDCE754C-8D7A-69EC-0E59-2CC8547FB632}"/>
          </ac:spMkLst>
        </pc:spChg>
        <pc:picChg chg="add mod">
          <ac:chgData name="Owais Ahmed" userId="6abc7d4556b3b071" providerId="LiveId" clId="{D0A51F83-B713-4A4D-8105-C75936B8E1D2}" dt="2026-03-13T18:37:46.235" v="15590" actId="1076"/>
          <ac:picMkLst>
            <pc:docMk/>
            <pc:sldMk cId="3141165280" sldId="2549"/>
            <ac:picMk id="5" creationId="{258A8035-0F32-9BAF-D174-30D4568ABC5C}"/>
          </ac:picMkLst>
        </pc:picChg>
      </pc:sldChg>
      <pc:sldChg chg="modSp add mod ord addAnim delAnim modAnim">
        <pc:chgData name="Owais Ahmed" userId="6abc7d4556b3b071" providerId="LiveId" clId="{D0A51F83-B713-4A4D-8105-C75936B8E1D2}" dt="2026-03-13T18:38:29.559" v="15601"/>
        <pc:sldMkLst>
          <pc:docMk/>
          <pc:sldMk cId="179454838" sldId="2550"/>
        </pc:sldMkLst>
        <pc:spChg chg="mod">
          <ac:chgData name="Owais Ahmed" userId="6abc7d4556b3b071" providerId="LiveId" clId="{D0A51F83-B713-4A4D-8105-C75936B8E1D2}" dt="2026-03-13T11:48:54.649" v="13727" actId="20577"/>
          <ac:spMkLst>
            <pc:docMk/>
            <pc:sldMk cId="179454838" sldId="2550"/>
            <ac:spMk id="3" creationId="{2F5BB67A-7818-D8B4-FBED-D10883F3AF31}"/>
          </ac:spMkLst>
        </pc:spChg>
        <pc:spChg chg="mod">
          <ac:chgData name="Owais Ahmed" userId="6abc7d4556b3b071" providerId="LiveId" clId="{D0A51F83-B713-4A4D-8105-C75936B8E1D2}" dt="2026-03-13T11:49:10.153" v="13728" actId="20577"/>
          <ac:spMkLst>
            <pc:docMk/>
            <pc:sldMk cId="179454838" sldId="2550"/>
            <ac:spMk id="215" creationId="{7F9E9FB7-4B53-0F5E-00ED-E090226B8321}"/>
          </ac:spMkLst>
        </pc:spChg>
      </pc:sldChg>
      <pc:sldChg chg="modSp add del mod modAnim modNotesTx">
        <pc:chgData name="Owais Ahmed" userId="6abc7d4556b3b071" providerId="LiveId" clId="{D0A51F83-B713-4A4D-8105-C75936B8E1D2}" dt="2026-03-13T17:08:11.759" v="15572" actId="47"/>
        <pc:sldMkLst>
          <pc:docMk/>
          <pc:sldMk cId="1686617736" sldId="2551"/>
        </pc:sldMkLst>
        <pc:spChg chg="mod">
          <ac:chgData name="Owais Ahmed" userId="6abc7d4556b3b071" providerId="LiveId" clId="{D0A51F83-B713-4A4D-8105-C75936B8E1D2}" dt="2026-03-13T10:47:10.256" v="13106" actId="27636"/>
          <ac:spMkLst>
            <pc:docMk/>
            <pc:sldMk cId="1686617736" sldId="2551"/>
            <ac:spMk id="3" creationId="{AC7C132C-6A1A-75AA-F688-92450D59D3C5}"/>
          </ac:spMkLst>
        </pc:spChg>
        <pc:spChg chg="mod">
          <ac:chgData name="Owais Ahmed" userId="6abc7d4556b3b071" providerId="LiveId" clId="{D0A51F83-B713-4A4D-8105-C75936B8E1D2}" dt="2026-03-13T10:40:54.094" v="12862" actId="20577"/>
          <ac:spMkLst>
            <pc:docMk/>
            <pc:sldMk cId="1686617736" sldId="2551"/>
            <ac:spMk id="215" creationId="{D7C813B8-6742-482F-DCE2-7F3027B608A4}"/>
          </ac:spMkLst>
        </pc:spChg>
        <pc:picChg chg="mod modCrop">
          <ac:chgData name="Owais Ahmed" userId="6abc7d4556b3b071" providerId="LiveId" clId="{D0A51F83-B713-4A4D-8105-C75936B8E1D2}" dt="2026-03-13T10:47:57.375" v="13114" actId="1076"/>
          <ac:picMkLst>
            <pc:docMk/>
            <pc:sldMk cId="1686617736" sldId="2551"/>
            <ac:picMk id="4" creationId="{1891DF9C-FB21-D800-7191-D2D74D62B11F}"/>
          </ac:picMkLst>
        </pc:picChg>
      </pc:sldChg>
      <pc:sldChg chg="modSp add mod modAnim modNotesTx">
        <pc:chgData name="Owais Ahmed" userId="6abc7d4556b3b071" providerId="LiveId" clId="{D0A51F83-B713-4A4D-8105-C75936B8E1D2}" dt="2026-03-06T13:06:18.820" v="10084" actId="27636"/>
        <pc:sldMkLst>
          <pc:docMk/>
          <pc:sldMk cId="2018212303" sldId="2552"/>
        </pc:sldMkLst>
        <pc:spChg chg="mod">
          <ac:chgData name="Owais Ahmed" userId="6abc7d4556b3b071" providerId="LiveId" clId="{D0A51F83-B713-4A4D-8105-C75936B8E1D2}" dt="2026-03-06T13:06:18.820" v="10084" actId="27636"/>
          <ac:spMkLst>
            <pc:docMk/>
            <pc:sldMk cId="2018212303" sldId="2552"/>
            <ac:spMk id="3" creationId="{3CF1FA5C-8A82-20DA-DBD0-EAF301BCC473}"/>
          </ac:spMkLst>
        </pc:spChg>
      </pc:sldChg>
      <pc:sldChg chg="modSp add mod modAnim">
        <pc:chgData name="Owais Ahmed" userId="6abc7d4556b3b071" providerId="LiveId" clId="{D0A51F83-B713-4A4D-8105-C75936B8E1D2}" dt="2026-03-06T13:01:10.319" v="9956" actId="27636"/>
        <pc:sldMkLst>
          <pc:docMk/>
          <pc:sldMk cId="1190046846" sldId="2553"/>
        </pc:sldMkLst>
        <pc:spChg chg="mod">
          <ac:chgData name="Owais Ahmed" userId="6abc7d4556b3b071" providerId="LiveId" clId="{D0A51F83-B713-4A4D-8105-C75936B8E1D2}" dt="2026-03-06T13:01:10.319" v="9956" actId="27636"/>
          <ac:spMkLst>
            <pc:docMk/>
            <pc:sldMk cId="1190046846" sldId="2553"/>
            <ac:spMk id="3" creationId="{CAED2542-346F-7E2C-ED3D-8414CA2D3953}"/>
          </ac:spMkLst>
        </pc:spChg>
      </pc:sldChg>
      <pc:sldChg chg="modSp ord modNotesTx">
        <pc:chgData name="Owais Ahmed" userId="6abc7d4556b3b071" providerId="LiveId" clId="{D0A51F83-B713-4A4D-8105-C75936B8E1D2}" dt="2026-03-13T09:43:27.585" v="10268" actId="20577"/>
        <pc:sldMkLst>
          <pc:docMk/>
          <pc:sldMk cId="2282526301" sldId="2554"/>
        </pc:sldMkLst>
        <pc:spChg chg="mod">
          <ac:chgData name="Owais Ahmed" userId="6abc7d4556b3b071" providerId="LiveId" clId="{D0A51F83-B713-4A4D-8105-C75936B8E1D2}" dt="2026-03-13T09:43:11.685" v="10227"/>
          <ac:spMkLst>
            <pc:docMk/>
            <pc:sldMk cId="2282526301" sldId="2554"/>
            <ac:spMk id="215" creationId="{ECF3681F-F3A6-11A3-A37C-F3DADED5DC1B}"/>
          </ac:spMkLst>
        </pc:spChg>
      </pc:sldChg>
      <pc:sldChg chg="modSp mod">
        <pc:chgData name="Owais Ahmed" userId="6abc7d4556b3b071" providerId="LiveId" clId="{D0A51F83-B713-4A4D-8105-C75936B8E1D2}" dt="2026-03-13T10:37:49.816" v="12699" actId="20577"/>
        <pc:sldMkLst>
          <pc:docMk/>
          <pc:sldMk cId="1201987940" sldId="2555"/>
        </pc:sldMkLst>
        <pc:spChg chg="mod">
          <ac:chgData name="Owais Ahmed" userId="6abc7d4556b3b071" providerId="LiveId" clId="{D0A51F83-B713-4A4D-8105-C75936B8E1D2}" dt="2026-03-13T10:37:49.816" v="12699" actId="20577"/>
          <ac:spMkLst>
            <pc:docMk/>
            <pc:sldMk cId="1201987940" sldId="2555"/>
            <ac:spMk id="215" creationId="{A2D6F97F-B262-152F-7329-0983A1C8B952}"/>
          </ac:spMkLst>
        </pc:spChg>
      </pc:sldChg>
      <pc:sldChg chg="modSp mod">
        <pc:chgData name="Owais Ahmed" userId="6abc7d4556b3b071" providerId="LiveId" clId="{D0A51F83-B713-4A4D-8105-C75936B8E1D2}" dt="2026-03-13T10:37:56.752" v="12714" actId="20577"/>
        <pc:sldMkLst>
          <pc:docMk/>
          <pc:sldMk cId="695875413" sldId="2556"/>
        </pc:sldMkLst>
        <pc:spChg chg="mod">
          <ac:chgData name="Owais Ahmed" userId="6abc7d4556b3b071" providerId="LiveId" clId="{D0A51F83-B713-4A4D-8105-C75936B8E1D2}" dt="2026-03-13T10:37:56.752" v="12714" actId="20577"/>
          <ac:spMkLst>
            <pc:docMk/>
            <pc:sldMk cId="695875413" sldId="2556"/>
            <ac:spMk id="215" creationId="{CCC9B655-7431-553B-9BB2-7779335AAF0A}"/>
          </ac:spMkLst>
        </pc:spChg>
      </pc:sldChg>
      <pc:sldChg chg="modSp modAnim">
        <pc:chgData name="Owais Ahmed" userId="6abc7d4556b3b071" providerId="LiveId" clId="{D0A51F83-B713-4A4D-8105-C75936B8E1D2}" dt="2026-03-13T18:36:13.076" v="15579"/>
        <pc:sldMkLst>
          <pc:docMk/>
          <pc:sldMk cId="1644398830" sldId="2557"/>
        </pc:sldMkLst>
        <pc:spChg chg="mod">
          <ac:chgData name="Owais Ahmed" userId="6abc7d4556b3b071" providerId="LiveId" clId="{D0A51F83-B713-4A4D-8105-C75936B8E1D2}" dt="2026-03-13T09:42:06.931" v="10220" actId="6549"/>
          <ac:spMkLst>
            <pc:docMk/>
            <pc:sldMk cId="1644398830" sldId="2557"/>
            <ac:spMk id="3" creationId="{6AEC8E2D-4537-8121-9AC1-788AF95F3EEE}"/>
          </ac:spMkLst>
        </pc:spChg>
      </pc:sldChg>
      <pc:sldChg chg="add del ord addAnim delAnim modAnim">
        <pc:chgData name="Owais Ahmed" userId="6abc7d4556b3b071" providerId="LiveId" clId="{D0A51F83-B713-4A4D-8105-C75936B8E1D2}" dt="2026-03-13T18:36:35.621" v="15583" actId="47"/>
        <pc:sldMkLst>
          <pc:docMk/>
          <pc:sldMk cId="2749850928" sldId="2558"/>
        </pc:sldMkLst>
      </pc:sldChg>
      <pc:sldChg chg="modSp add">
        <pc:chgData name="Owais Ahmed" userId="6abc7d4556b3b071" providerId="LiveId" clId="{D0A51F83-B713-4A4D-8105-C75936B8E1D2}" dt="2026-03-13T10:37:00.860" v="12688" actId="20577"/>
        <pc:sldMkLst>
          <pc:docMk/>
          <pc:sldMk cId="558034976" sldId="2559"/>
        </pc:sldMkLst>
        <pc:spChg chg="mod">
          <ac:chgData name="Owais Ahmed" userId="6abc7d4556b3b071" providerId="LiveId" clId="{D0A51F83-B713-4A4D-8105-C75936B8E1D2}" dt="2026-03-13T10:37:00.860" v="12688" actId="20577"/>
          <ac:spMkLst>
            <pc:docMk/>
            <pc:sldMk cId="558034976" sldId="2559"/>
            <ac:spMk id="3" creationId="{38BDADE8-ED36-AC0C-A9FF-311D5C833C1C}"/>
          </ac:spMkLst>
        </pc:spChg>
      </pc:sldChg>
      <pc:sldChg chg="modSp add mod modAnim modNotesTx">
        <pc:chgData name="Owais Ahmed" userId="6abc7d4556b3b071" providerId="LiveId" clId="{D0A51F83-B713-4A4D-8105-C75936B8E1D2}" dt="2026-03-13T11:39:42.597" v="13624" actId="20577"/>
        <pc:sldMkLst>
          <pc:docMk/>
          <pc:sldMk cId="1610133208" sldId="2560"/>
        </pc:sldMkLst>
        <pc:spChg chg="mod">
          <ac:chgData name="Owais Ahmed" userId="6abc7d4556b3b071" providerId="LiveId" clId="{D0A51F83-B713-4A4D-8105-C75936B8E1D2}" dt="2026-03-13T11:39:42.597" v="13624" actId="20577"/>
          <ac:spMkLst>
            <pc:docMk/>
            <pc:sldMk cId="1610133208" sldId="2560"/>
            <ac:spMk id="3" creationId="{F727ED42-2E30-A2D5-3AB4-253E5B831154}"/>
          </ac:spMkLst>
        </pc:spChg>
        <pc:spChg chg="mod">
          <ac:chgData name="Owais Ahmed" userId="6abc7d4556b3b071" providerId="LiveId" clId="{D0A51F83-B713-4A4D-8105-C75936B8E1D2}" dt="2026-03-13T10:09:03.712" v="11307"/>
          <ac:spMkLst>
            <pc:docMk/>
            <pc:sldMk cId="1610133208" sldId="2560"/>
            <ac:spMk id="215" creationId="{1E984C88-793A-5EA7-23AA-3146489B0D6F}"/>
          </ac:spMkLst>
        </pc:spChg>
      </pc:sldChg>
      <pc:sldChg chg="add">
        <pc:chgData name="Owais Ahmed" userId="6abc7d4556b3b071" providerId="LiveId" clId="{D0A51F83-B713-4A4D-8105-C75936B8E1D2}" dt="2026-03-13T10:08:36.880" v="11289" actId="2890"/>
        <pc:sldMkLst>
          <pc:docMk/>
          <pc:sldMk cId="88203992" sldId="2561"/>
        </pc:sldMkLst>
      </pc:sldChg>
      <pc:sldChg chg="addSp delSp modSp add mod modAnim modNotesTx">
        <pc:chgData name="Owais Ahmed" userId="6abc7d4556b3b071" providerId="LiveId" clId="{D0A51F83-B713-4A4D-8105-C75936B8E1D2}" dt="2026-03-13T13:04:35.064" v="14748" actId="20577"/>
        <pc:sldMkLst>
          <pc:docMk/>
          <pc:sldMk cId="2320027928" sldId="2562"/>
        </pc:sldMkLst>
        <pc:spChg chg="mod">
          <ac:chgData name="Owais Ahmed" userId="6abc7d4556b3b071" providerId="LiveId" clId="{D0A51F83-B713-4A4D-8105-C75936B8E1D2}" dt="2026-03-13T13:04:35.064" v="14748" actId="20577"/>
          <ac:spMkLst>
            <pc:docMk/>
            <pc:sldMk cId="2320027928" sldId="2562"/>
            <ac:spMk id="3" creationId="{93455B83-ED9C-2B36-7D58-7C7BE8F7DDDC}"/>
          </ac:spMkLst>
        </pc:spChg>
        <pc:spChg chg="add">
          <ac:chgData name="Owais Ahmed" userId="6abc7d4556b3b071" providerId="LiveId" clId="{D0A51F83-B713-4A4D-8105-C75936B8E1D2}" dt="2026-03-13T10:27:17.939" v="12548"/>
          <ac:spMkLst>
            <pc:docMk/>
            <pc:sldMk cId="2320027928" sldId="2562"/>
            <ac:spMk id="4" creationId="{6739B921-A605-CF28-1C16-1DE98AB9655C}"/>
          </ac:spMkLst>
        </pc:spChg>
        <pc:spChg chg="mod">
          <ac:chgData name="Owais Ahmed" userId="6abc7d4556b3b071" providerId="LiveId" clId="{D0A51F83-B713-4A4D-8105-C75936B8E1D2}" dt="2026-03-13T10:25:46.865" v="12451" actId="20577"/>
          <ac:spMkLst>
            <pc:docMk/>
            <pc:sldMk cId="2320027928" sldId="2562"/>
            <ac:spMk id="215" creationId="{1440FA87-08F9-D99A-DD9B-47921AFEE6E7}"/>
          </ac:spMkLst>
        </pc:spChg>
        <pc:picChg chg="del mod">
          <ac:chgData name="Owais Ahmed" userId="6abc7d4556b3b071" providerId="LiveId" clId="{D0A51F83-B713-4A4D-8105-C75936B8E1D2}" dt="2026-03-13T10:32:42.508" v="12552" actId="478"/>
          <ac:picMkLst>
            <pc:docMk/>
            <pc:sldMk cId="2320027928" sldId="2562"/>
            <ac:picMk id="5" creationId="{FCB3B9E4-D697-F4AB-F065-648016518697}"/>
          </ac:picMkLst>
        </pc:picChg>
        <pc:picChg chg="add mod">
          <ac:chgData name="Owais Ahmed" userId="6abc7d4556b3b071" providerId="LiveId" clId="{D0A51F83-B713-4A4D-8105-C75936B8E1D2}" dt="2026-03-13T10:33:02.387" v="12556" actId="1076"/>
          <ac:picMkLst>
            <pc:docMk/>
            <pc:sldMk cId="2320027928" sldId="2562"/>
            <ac:picMk id="7" creationId="{7C20788F-3CE7-06DA-7CCC-DC4F423096F1}"/>
          </ac:picMkLst>
        </pc:picChg>
      </pc:sldChg>
      <pc:sldChg chg="modSp add del mod">
        <pc:chgData name="Owais Ahmed" userId="6abc7d4556b3b071" providerId="LiveId" clId="{D0A51F83-B713-4A4D-8105-C75936B8E1D2}" dt="2026-03-13T10:48:58.016" v="13130" actId="47"/>
        <pc:sldMkLst>
          <pc:docMk/>
          <pc:sldMk cId="1221574638" sldId="2563"/>
        </pc:sldMkLst>
        <pc:spChg chg="mod">
          <ac:chgData name="Owais Ahmed" userId="6abc7d4556b3b071" providerId="LiveId" clId="{D0A51F83-B713-4A4D-8105-C75936B8E1D2}" dt="2026-03-13T10:45:28.938" v="13104" actId="6549"/>
          <ac:spMkLst>
            <pc:docMk/>
            <pc:sldMk cId="1221574638" sldId="2563"/>
            <ac:spMk id="3" creationId="{D3BCDBDC-2E95-A9A5-8097-71D012247FBA}"/>
          </ac:spMkLst>
        </pc:spChg>
      </pc:sldChg>
      <pc:sldChg chg="modSp add mod addAnim delAnim modAnim">
        <pc:chgData name="Owais Ahmed" userId="6abc7d4556b3b071" providerId="LiveId" clId="{D0A51F83-B713-4A4D-8105-C75936B8E1D2}" dt="2026-03-13T18:38:35.695" v="15603"/>
        <pc:sldMkLst>
          <pc:docMk/>
          <pc:sldMk cId="1628093112" sldId="2563"/>
        </pc:sldMkLst>
        <pc:spChg chg="mod">
          <ac:chgData name="Owais Ahmed" userId="6abc7d4556b3b071" providerId="LiveId" clId="{D0A51F83-B713-4A4D-8105-C75936B8E1D2}" dt="2026-03-13T11:50:00.290" v="13746" actId="20577"/>
          <ac:spMkLst>
            <pc:docMk/>
            <pc:sldMk cId="1628093112" sldId="2563"/>
            <ac:spMk id="3" creationId="{BA78FEF3-8318-101F-409C-3B7A0C052757}"/>
          </ac:spMkLst>
        </pc:spChg>
      </pc:sldChg>
      <pc:sldChg chg="modSp add mod addAnim delAnim modAnim">
        <pc:chgData name="Owais Ahmed" userId="6abc7d4556b3b071" providerId="LiveId" clId="{D0A51F83-B713-4A4D-8105-C75936B8E1D2}" dt="2026-03-13T18:38:46.361" v="15605"/>
        <pc:sldMkLst>
          <pc:docMk/>
          <pc:sldMk cId="4251559583" sldId="2564"/>
        </pc:sldMkLst>
        <pc:spChg chg="mod">
          <ac:chgData name="Owais Ahmed" userId="6abc7d4556b3b071" providerId="LiveId" clId="{D0A51F83-B713-4A4D-8105-C75936B8E1D2}" dt="2026-03-13T11:51:07.792" v="13775" actId="20577"/>
          <ac:spMkLst>
            <pc:docMk/>
            <pc:sldMk cId="4251559583" sldId="2564"/>
            <ac:spMk id="3" creationId="{DBF7DE3B-C908-43DB-A851-C3D36C6174F1}"/>
          </ac:spMkLst>
        </pc:spChg>
      </pc:sldChg>
      <pc:sldChg chg="modSp add mod addAnim delAnim modAnim">
        <pc:chgData name="Owais Ahmed" userId="6abc7d4556b3b071" providerId="LiveId" clId="{D0A51F83-B713-4A4D-8105-C75936B8E1D2}" dt="2026-03-13T18:38:54.662" v="15607"/>
        <pc:sldMkLst>
          <pc:docMk/>
          <pc:sldMk cId="20775192" sldId="2565"/>
        </pc:sldMkLst>
        <pc:spChg chg="mod">
          <ac:chgData name="Owais Ahmed" userId="6abc7d4556b3b071" providerId="LiveId" clId="{D0A51F83-B713-4A4D-8105-C75936B8E1D2}" dt="2026-03-13T11:51:47.568" v="13795" actId="20577"/>
          <ac:spMkLst>
            <pc:docMk/>
            <pc:sldMk cId="20775192" sldId="2565"/>
            <ac:spMk id="3" creationId="{9D0E0AD2-805C-7F33-7A6B-01996CF19E68}"/>
          </ac:spMkLst>
        </pc:spChg>
      </pc:sldChg>
      <pc:sldChg chg="modSp add mod addAnim delAnim modAnim">
        <pc:chgData name="Owais Ahmed" userId="6abc7d4556b3b071" providerId="LiveId" clId="{D0A51F83-B713-4A4D-8105-C75936B8E1D2}" dt="2026-03-13T18:39:01.414" v="15609"/>
        <pc:sldMkLst>
          <pc:docMk/>
          <pc:sldMk cId="3709908176" sldId="2566"/>
        </pc:sldMkLst>
        <pc:spChg chg="mod">
          <ac:chgData name="Owais Ahmed" userId="6abc7d4556b3b071" providerId="LiveId" clId="{D0A51F83-B713-4A4D-8105-C75936B8E1D2}" dt="2026-03-13T11:51:54.888" v="13799" actId="20577"/>
          <ac:spMkLst>
            <pc:docMk/>
            <pc:sldMk cId="3709908176" sldId="2566"/>
            <ac:spMk id="3" creationId="{487D0BEC-E993-0948-AAC8-5CFB30B9131C}"/>
          </ac:spMkLst>
        </pc:spChg>
      </pc:sldChg>
      <pc:sldChg chg="modSp add addAnim delAnim modAnim">
        <pc:chgData name="Owais Ahmed" userId="6abc7d4556b3b071" providerId="LiveId" clId="{D0A51F83-B713-4A4D-8105-C75936B8E1D2}" dt="2026-03-13T18:39:08.687" v="15611"/>
        <pc:sldMkLst>
          <pc:docMk/>
          <pc:sldMk cId="3491960445" sldId="2567"/>
        </pc:sldMkLst>
        <pc:spChg chg="mod">
          <ac:chgData name="Owais Ahmed" userId="6abc7d4556b3b071" providerId="LiveId" clId="{D0A51F83-B713-4A4D-8105-C75936B8E1D2}" dt="2026-03-13T11:52:18.416" v="13808" actId="20577"/>
          <ac:spMkLst>
            <pc:docMk/>
            <pc:sldMk cId="3491960445" sldId="2567"/>
            <ac:spMk id="3" creationId="{68330FF8-71D8-5C8E-3A34-1894A3B8507B}"/>
          </ac:spMkLst>
        </pc:spChg>
      </pc:sldChg>
      <pc:sldChg chg="modSp add del mod ord modAnim">
        <pc:chgData name="Owais Ahmed" userId="6abc7d4556b3b071" providerId="LiveId" clId="{D0A51F83-B713-4A4D-8105-C75936B8E1D2}" dt="2026-03-13T17:08:11.759" v="15572" actId="47"/>
        <pc:sldMkLst>
          <pc:docMk/>
          <pc:sldMk cId="3074748217" sldId="2568"/>
        </pc:sldMkLst>
        <pc:spChg chg="mod">
          <ac:chgData name="Owais Ahmed" userId="6abc7d4556b3b071" providerId="LiveId" clId="{D0A51F83-B713-4A4D-8105-C75936B8E1D2}" dt="2026-03-13T11:55:44.612" v="13844" actId="20577"/>
          <ac:spMkLst>
            <pc:docMk/>
            <pc:sldMk cId="3074748217" sldId="2568"/>
            <ac:spMk id="3" creationId="{036E5152-4F35-B0F8-03E6-0D945E826BE5}"/>
          </ac:spMkLst>
        </pc:spChg>
        <pc:spChg chg="mod">
          <ac:chgData name="Owais Ahmed" userId="6abc7d4556b3b071" providerId="LiveId" clId="{D0A51F83-B713-4A4D-8105-C75936B8E1D2}" dt="2026-03-13T11:54:33.357" v="13817" actId="20577"/>
          <ac:spMkLst>
            <pc:docMk/>
            <pc:sldMk cId="3074748217" sldId="2568"/>
            <ac:spMk id="215" creationId="{56189720-1ABB-90B3-8B67-DDD727AD2507}"/>
          </ac:spMkLst>
        </pc:spChg>
      </pc:sldChg>
      <pc:sldChg chg="add del">
        <pc:chgData name="Owais Ahmed" userId="6abc7d4556b3b071" providerId="LiveId" clId="{D0A51F83-B713-4A4D-8105-C75936B8E1D2}" dt="2026-03-13T11:54:11.445" v="13810" actId="2890"/>
        <pc:sldMkLst>
          <pc:docMk/>
          <pc:sldMk cId="3630568663" sldId="2568"/>
        </pc:sldMkLst>
      </pc:sldChg>
      <pc:sldChg chg="addSp delSp modSp add del mod modClrScheme delAnim modAnim chgLayout">
        <pc:chgData name="Owais Ahmed" userId="6abc7d4556b3b071" providerId="LiveId" clId="{D0A51F83-B713-4A4D-8105-C75936B8E1D2}" dt="2026-03-13T17:08:11.759" v="15572" actId="47"/>
        <pc:sldMkLst>
          <pc:docMk/>
          <pc:sldMk cId="2426670037" sldId="2569"/>
        </pc:sldMkLst>
        <pc:spChg chg="mod ord">
          <ac:chgData name="Owais Ahmed" userId="6abc7d4556b3b071" providerId="LiveId" clId="{D0A51F83-B713-4A4D-8105-C75936B8E1D2}" dt="2026-03-13T11:58:00.778" v="13880" actId="700"/>
          <ac:spMkLst>
            <pc:docMk/>
            <pc:sldMk cId="2426670037" sldId="2569"/>
            <ac:spMk id="2" creationId="{28F4F1AA-4BF0-1EF6-A575-0D0563688D41}"/>
          </ac:spMkLst>
        </pc:spChg>
        <pc:spChg chg="mod">
          <ac:chgData name="Owais Ahmed" userId="6abc7d4556b3b071" providerId="LiveId" clId="{D0A51F83-B713-4A4D-8105-C75936B8E1D2}" dt="2026-03-13T11:59:08.155" v="13905" actId="1076"/>
          <ac:spMkLst>
            <pc:docMk/>
            <pc:sldMk cId="2426670037" sldId="2569"/>
            <ac:spMk id="3" creationId="{9B9FE7E4-B663-54AC-738E-8D91AC144396}"/>
          </ac:spMkLst>
        </pc:spChg>
        <pc:spChg chg="add del mod ord">
          <ac:chgData name="Owais Ahmed" userId="6abc7d4556b3b071" providerId="LiveId" clId="{D0A51F83-B713-4A4D-8105-C75936B8E1D2}" dt="2026-03-13T11:56:23.578" v="13849" actId="700"/>
          <ac:spMkLst>
            <pc:docMk/>
            <pc:sldMk cId="2426670037" sldId="2569"/>
            <ac:spMk id="4" creationId="{97EFFE5B-421A-A69D-09AF-7842800B68AB}"/>
          </ac:spMkLst>
        </pc:spChg>
        <pc:spChg chg="add del mod ord">
          <ac:chgData name="Owais Ahmed" userId="6abc7d4556b3b071" providerId="LiveId" clId="{D0A51F83-B713-4A4D-8105-C75936B8E1D2}" dt="2026-03-13T11:56:23.578" v="13849" actId="700"/>
          <ac:spMkLst>
            <pc:docMk/>
            <pc:sldMk cId="2426670037" sldId="2569"/>
            <ac:spMk id="5" creationId="{057AF848-4536-A0C1-683D-E07B7007A5A5}"/>
          </ac:spMkLst>
        </pc:spChg>
        <pc:spChg chg="add del mod ord">
          <ac:chgData name="Owais Ahmed" userId="6abc7d4556b3b071" providerId="LiveId" clId="{D0A51F83-B713-4A4D-8105-C75936B8E1D2}" dt="2026-03-13T11:56:23.578" v="13849" actId="700"/>
          <ac:spMkLst>
            <pc:docMk/>
            <pc:sldMk cId="2426670037" sldId="2569"/>
            <ac:spMk id="6" creationId="{F0B04293-B1A5-08D6-04B5-8946705602EB}"/>
          </ac:spMkLst>
        </pc:spChg>
        <pc:spChg chg="add del mod ord">
          <ac:chgData name="Owais Ahmed" userId="6abc7d4556b3b071" providerId="LiveId" clId="{D0A51F83-B713-4A4D-8105-C75936B8E1D2}" dt="2026-03-13T11:56:23.578" v="13849" actId="700"/>
          <ac:spMkLst>
            <pc:docMk/>
            <pc:sldMk cId="2426670037" sldId="2569"/>
            <ac:spMk id="7" creationId="{710BF01F-9AB6-DFCE-209F-00945EE8578D}"/>
          </ac:spMkLst>
        </pc:spChg>
        <pc:spChg chg="add del mod ord">
          <ac:chgData name="Owais Ahmed" userId="6abc7d4556b3b071" providerId="LiveId" clId="{D0A51F83-B713-4A4D-8105-C75936B8E1D2}" dt="2026-03-13T11:56:23.578" v="13849" actId="700"/>
          <ac:spMkLst>
            <pc:docMk/>
            <pc:sldMk cId="2426670037" sldId="2569"/>
            <ac:spMk id="8" creationId="{8F99D4EE-6294-981C-AD12-072636D3123B}"/>
          </ac:spMkLst>
        </pc:spChg>
        <pc:spChg chg="add del mod ord">
          <ac:chgData name="Owais Ahmed" userId="6abc7d4556b3b071" providerId="LiveId" clId="{D0A51F83-B713-4A4D-8105-C75936B8E1D2}" dt="2026-03-13T11:56:23.578" v="13849" actId="700"/>
          <ac:spMkLst>
            <pc:docMk/>
            <pc:sldMk cId="2426670037" sldId="2569"/>
            <ac:spMk id="9" creationId="{7C59A266-2B47-DF6F-5723-8A23B7B08309}"/>
          </ac:spMkLst>
        </pc:spChg>
        <pc:spChg chg="add del mod ord">
          <ac:chgData name="Owais Ahmed" userId="6abc7d4556b3b071" providerId="LiveId" clId="{D0A51F83-B713-4A4D-8105-C75936B8E1D2}" dt="2026-03-13T11:56:48.087" v="13859" actId="700"/>
          <ac:spMkLst>
            <pc:docMk/>
            <pc:sldMk cId="2426670037" sldId="2569"/>
            <ac:spMk id="10" creationId="{99B5EE61-D8FC-D9FC-E41B-DBEAA8B28947}"/>
          </ac:spMkLst>
        </pc:spChg>
        <pc:spChg chg="add del mod ord">
          <ac:chgData name="Owais Ahmed" userId="6abc7d4556b3b071" providerId="LiveId" clId="{D0A51F83-B713-4A4D-8105-C75936B8E1D2}" dt="2026-03-13T11:56:48.087" v="13859" actId="700"/>
          <ac:spMkLst>
            <pc:docMk/>
            <pc:sldMk cId="2426670037" sldId="2569"/>
            <ac:spMk id="11" creationId="{AC268922-0749-1372-8A87-923879553D5E}"/>
          </ac:spMkLst>
        </pc:spChg>
        <pc:spChg chg="add del mod ord">
          <ac:chgData name="Owais Ahmed" userId="6abc7d4556b3b071" providerId="LiveId" clId="{D0A51F83-B713-4A4D-8105-C75936B8E1D2}" dt="2026-03-13T11:56:48.087" v="13859" actId="700"/>
          <ac:spMkLst>
            <pc:docMk/>
            <pc:sldMk cId="2426670037" sldId="2569"/>
            <ac:spMk id="12" creationId="{8372C3CE-4D14-0680-D33F-E4E9BC75C9CC}"/>
          </ac:spMkLst>
        </pc:spChg>
        <pc:spChg chg="add del mod ord">
          <ac:chgData name="Owais Ahmed" userId="6abc7d4556b3b071" providerId="LiveId" clId="{D0A51F83-B713-4A4D-8105-C75936B8E1D2}" dt="2026-03-13T11:56:48.087" v="13859" actId="700"/>
          <ac:spMkLst>
            <pc:docMk/>
            <pc:sldMk cId="2426670037" sldId="2569"/>
            <ac:spMk id="13" creationId="{15701199-ADF5-20F7-6603-FFC70DC55FFD}"/>
          </ac:spMkLst>
        </pc:spChg>
        <pc:spChg chg="add del mod ord">
          <ac:chgData name="Owais Ahmed" userId="6abc7d4556b3b071" providerId="LiveId" clId="{D0A51F83-B713-4A4D-8105-C75936B8E1D2}" dt="2026-03-13T11:56:48.087" v="13859" actId="700"/>
          <ac:spMkLst>
            <pc:docMk/>
            <pc:sldMk cId="2426670037" sldId="2569"/>
            <ac:spMk id="14" creationId="{BCE9C6E6-2137-CDA8-460D-5FADC18C7F15}"/>
          </ac:spMkLst>
        </pc:spChg>
        <pc:spChg chg="add del mod ord">
          <ac:chgData name="Owais Ahmed" userId="6abc7d4556b3b071" providerId="LiveId" clId="{D0A51F83-B713-4A4D-8105-C75936B8E1D2}" dt="2026-03-13T11:56:48.087" v="13859" actId="700"/>
          <ac:spMkLst>
            <pc:docMk/>
            <pc:sldMk cId="2426670037" sldId="2569"/>
            <ac:spMk id="15" creationId="{290C7A5D-5256-8198-3830-33580AEEF9C4}"/>
          </ac:spMkLst>
        </pc:spChg>
        <pc:spChg chg="add del mod">
          <ac:chgData name="Owais Ahmed" userId="6abc7d4556b3b071" providerId="LiveId" clId="{D0A51F83-B713-4A4D-8105-C75936B8E1D2}" dt="2026-03-13T11:57:29.220" v="13876" actId="478"/>
          <ac:spMkLst>
            <pc:docMk/>
            <pc:sldMk cId="2426670037" sldId="2569"/>
            <ac:spMk id="16" creationId="{ED2BB3EC-793F-DABC-12F8-AD6532C5F49D}"/>
          </ac:spMkLst>
        </pc:spChg>
        <pc:spChg chg="add del mod ord">
          <ac:chgData name="Owais Ahmed" userId="6abc7d4556b3b071" providerId="LiveId" clId="{D0A51F83-B713-4A4D-8105-C75936B8E1D2}" dt="2026-03-13T11:57:55.904" v="13879" actId="700"/>
          <ac:spMkLst>
            <pc:docMk/>
            <pc:sldMk cId="2426670037" sldId="2569"/>
            <ac:spMk id="17" creationId="{398D1F70-97E6-8576-8AE4-A7A3CE9907D5}"/>
          </ac:spMkLst>
        </pc:spChg>
        <pc:spChg chg="add del mod ord">
          <ac:chgData name="Owais Ahmed" userId="6abc7d4556b3b071" providerId="LiveId" clId="{D0A51F83-B713-4A4D-8105-C75936B8E1D2}" dt="2026-03-13T11:57:55.904" v="13879" actId="700"/>
          <ac:spMkLst>
            <pc:docMk/>
            <pc:sldMk cId="2426670037" sldId="2569"/>
            <ac:spMk id="18" creationId="{DC7A99C1-E55A-3DE1-D8D7-2EDD4BF49189}"/>
          </ac:spMkLst>
        </pc:spChg>
        <pc:spChg chg="add del mod ord">
          <ac:chgData name="Owais Ahmed" userId="6abc7d4556b3b071" providerId="LiveId" clId="{D0A51F83-B713-4A4D-8105-C75936B8E1D2}" dt="2026-03-13T11:57:55.904" v="13879" actId="700"/>
          <ac:spMkLst>
            <pc:docMk/>
            <pc:sldMk cId="2426670037" sldId="2569"/>
            <ac:spMk id="19" creationId="{D445B710-A564-8DD2-DFCF-335DAADD6C07}"/>
          </ac:spMkLst>
        </pc:spChg>
        <pc:spChg chg="add del mod ord">
          <ac:chgData name="Owais Ahmed" userId="6abc7d4556b3b071" providerId="LiveId" clId="{D0A51F83-B713-4A4D-8105-C75936B8E1D2}" dt="2026-03-13T11:57:55.904" v="13879" actId="700"/>
          <ac:spMkLst>
            <pc:docMk/>
            <pc:sldMk cId="2426670037" sldId="2569"/>
            <ac:spMk id="20" creationId="{44025C85-06B3-48AB-E5B8-EC0765B36CFE}"/>
          </ac:spMkLst>
        </pc:spChg>
        <pc:spChg chg="add del mod ord">
          <ac:chgData name="Owais Ahmed" userId="6abc7d4556b3b071" providerId="LiveId" clId="{D0A51F83-B713-4A4D-8105-C75936B8E1D2}" dt="2026-03-13T11:57:55.904" v="13879" actId="700"/>
          <ac:spMkLst>
            <pc:docMk/>
            <pc:sldMk cId="2426670037" sldId="2569"/>
            <ac:spMk id="21" creationId="{536B39FE-B211-96B0-DB14-73D5B373625D}"/>
          </ac:spMkLst>
        </pc:spChg>
        <pc:spChg chg="add del mod ord">
          <ac:chgData name="Owais Ahmed" userId="6abc7d4556b3b071" providerId="LiveId" clId="{D0A51F83-B713-4A4D-8105-C75936B8E1D2}" dt="2026-03-13T11:57:55.904" v="13879" actId="700"/>
          <ac:spMkLst>
            <pc:docMk/>
            <pc:sldMk cId="2426670037" sldId="2569"/>
            <ac:spMk id="22" creationId="{430C2348-257A-7136-2BCB-DE1C1C19B7DB}"/>
          </ac:spMkLst>
        </pc:spChg>
        <pc:spChg chg="add del mod ord">
          <ac:chgData name="Owais Ahmed" userId="6abc7d4556b3b071" providerId="LiveId" clId="{D0A51F83-B713-4A4D-8105-C75936B8E1D2}" dt="2026-03-13T11:59:01.979" v="13902" actId="478"/>
          <ac:spMkLst>
            <pc:docMk/>
            <pc:sldMk cId="2426670037" sldId="2569"/>
            <ac:spMk id="23" creationId="{997595BC-1883-D3A6-5930-0B211C0E5A48}"/>
          </ac:spMkLst>
        </pc:spChg>
        <pc:spChg chg="add del mod ord">
          <ac:chgData name="Owais Ahmed" userId="6abc7d4556b3b071" providerId="LiveId" clId="{D0A51F83-B713-4A4D-8105-C75936B8E1D2}" dt="2026-03-13T11:58:59.722" v="13901" actId="478"/>
          <ac:spMkLst>
            <pc:docMk/>
            <pc:sldMk cId="2426670037" sldId="2569"/>
            <ac:spMk id="24" creationId="{E15C650B-1D1A-C50A-32FE-78D1CAC017DB}"/>
          </ac:spMkLst>
        </pc:spChg>
        <pc:spChg chg="add del mod ord">
          <ac:chgData name="Owais Ahmed" userId="6abc7d4556b3b071" providerId="LiveId" clId="{D0A51F83-B713-4A4D-8105-C75936B8E1D2}" dt="2026-03-13T11:58:12.412" v="13883" actId="478"/>
          <ac:spMkLst>
            <pc:docMk/>
            <pc:sldMk cId="2426670037" sldId="2569"/>
            <ac:spMk id="25" creationId="{4143A399-A3FB-FF30-6425-2A03352A49AF}"/>
          </ac:spMkLst>
        </pc:spChg>
        <pc:spChg chg="add del mod ord">
          <ac:chgData name="Owais Ahmed" userId="6abc7d4556b3b071" providerId="LiveId" clId="{D0A51F83-B713-4A4D-8105-C75936B8E1D2}" dt="2026-03-13T11:58:12.412" v="13883" actId="478"/>
          <ac:spMkLst>
            <pc:docMk/>
            <pc:sldMk cId="2426670037" sldId="2569"/>
            <ac:spMk id="26" creationId="{51D47821-6E92-C073-5224-BF36537DF54F}"/>
          </ac:spMkLst>
        </pc:spChg>
        <pc:spChg chg="add del mod ord">
          <ac:chgData name="Owais Ahmed" userId="6abc7d4556b3b071" providerId="LiveId" clId="{D0A51F83-B713-4A4D-8105-C75936B8E1D2}" dt="2026-03-13T11:58:03.082" v="13881" actId="478"/>
          <ac:spMkLst>
            <pc:docMk/>
            <pc:sldMk cId="2426670037" sldId="2569"/>
            <ac:spMk id="27" creationId="{C1A177F0-D9D6-A4CB-FB6E-1F21529B7CA9}"/>
          </ac:spMkLst>
        </pc:spChg>
        <pc:spChg chg="add del mod ord">
          <ac:chgData name="Owais Ahmed" userId="6abc7d4556b3b071" providerId="LiveId" clId="{D0A51F83-B713-4A4D-8105-C75936B8E1D2}" dt="2026-03-13T11:58:04.018" v="13882" actId="478"/>
          <ac:spMkLst>
            <pc:docMk/>
            <pc:sldMk cId="2426670037" sldId="2569"/>
            <ac:spMk id="28" creationId="{038EDB9B-686A-1280-7069-FF07065EF3A3}"/>
          </ac:spMkLst>
        </pc:spChg>
        <pc:spChg chg="add mod">
          <ac:chgData name="Owais Ahmed" userId="6abc7d4556b3b071" providerId="LiveId" clId="{D0A51F83-B713-4A4D-8105-C75936B8E1D2}" dt="2026-03-13T11:58:50.478" v="13899"/>
          <ac:spMkLst>
            <pc:docMk/>
            <pc:sldMk cId="2426670037" sldId="2569"/>
            <ac:spMk id="29" creationId="{9DEBAC4C-99BE-6BC4-01F8-0A7973CC478A}"/>
          </ac:spMkLst>
        </pc:spChg>
        <pc:spChg chg="add del mod">
          <ac:chgData name="Owais Ahmed" userId="6abc7d4556b3b071" providerId="LiveId" clId="{D0A51F83-B713-4A4D-8105-C75936B8E1D2}" dt="2026-03-13T11:59:03.713" v="13903" actId="478"/>
          <ac:spMkLst>
            <pc:docMk/>
            <pc:sldMk cId="2426670037" sldId="2569"/>
            <ac:spMk id="31" creationId="{5B408A44-B5E5-2A8F-26FF-B0FFD4F47A8C}"/>
          </ac:spMkLst>
        </pc:spChg>
        <pc:spChg chg="add mod">
          <ac:chgData name="Owais Ahmed" userId="6abc7d4556b3b071" providerId="LiveId" clId="{D0A51F83-B713-4A4D-8105-C75936B8E1D2}" dt="2026-03-13T12:03:04.330" v="13972" actId="27636"/>
          <ac:spMkLst>
            <pc:docMk/>
            <pc:sldMk cId="2426670037" sldId="2569"/>
            <ac:spMk id="32" creationId="{6A646F0F-A290-715B-C8E1-75AC1CC02F98}"/>
          </ac:spMkLst>
        </pc:spChg>
        <pc:spChg chg="add mod">
          <ac:chgData name="Owais Ahmed" userId="6abc7d4556b3b071" providerId="LiveId" clId="{D0A51F83-B713-4A4D-8105-C75936B8E1D2}" dt="2026-03-13T12:05:43.630" v="14028" actId="5793"/>
          <ac:spMkLst>
            <pc:docMk/>
            <pc:sldMk cId="2426670037" sldId="2569"/>
            <ac:spMk id="33" creationId="{C0C7F655-4CEB-4CCF-D5E7-0A4F2B65A756}"/>
          </ac:spMkLst>
        </pc:spChg>
        <pc:spChg chg="add del mod">
          <ac:chgData name="Owais Ahmed" userId="6abc7d4556b3b071" providerId="LiveId" clId="{D0A51F83-B713-4A4D-8105-C75936B8E1D2}" dt="2026-03-13T12:02:59.080" v="13970" actId="478"/>
          <ac:spMkLst>
            <pc:docMk/>
            <pc:sldMk cId="2426670037" sldId="2569"/>
            <ac:spMk id="34" creationId="{C09562AA-C377-7F56-719E-A36AC3BCE8DF}"/>
          </ac:spMkLst>
        </pc:spChg>
      </pc:sldChg>
      <pc:sldChg chg="modSp add del mod modAnim">
        <pc:chgData name="Owais Ahmed" userId="6abc7d4556b3b071" providerId="LiveId" clId="{D0A51F83-B713-4A4D-8105-C75936B8E1D2}" dt="2026-03-13T17:08:11.759" v="15572" actId="47"/>
        <pc:sldMkLst>
          <pc:docMk/>
          <pc:sldMk cId="4076481527" sldId="2570"/>
        </pc:sldMkLst>
        <pc:spChg chg="mod">
          <ac:chgData name="Owais Ahmed" userId="6abc7d4556b3b071" providerId="LiveId" clId="{D0A51F83-B713-4A4D-8105-C75936B8E1D2}" dt="2026-03-13T12:05:50.449" v="14031" actId="27636"/>
          <ac:spMkLst>
            <pc:docMk/>
            <pc:sldMk cId="4076481527" sldId="2570"/>
            <ac:spMk id="32" creationId="{AA87062F-0DF4-76B0-5B7D-9942E73D9597}"/>
          </ac:spMkLst>
        </pc:spChg>
        <pc:spChg chg="mod">
          <ac:chgData name="Owais Ahmed" userId="6abc7d4556b3b071" providerId="LiveId" clId="{D0A51F83-B713-4A4D-8105-C75936B8E1D2}" dt="2026-03-13T12:05:46.718" v="14029" actId="5793"/>
          <ac:spMkLst>
            <pc:docMk/>
            <pc:sldMk cId="4076481527" sldId="2570"/>
            <ac:spMk id="33" creationId="{4056A970-10AA-E857-81E1-CE73403CDD5E}"/>
          </ac:spMkLst>
        </pc:spChg>
      </pc:sldChg>
      <pc:sldChg chg="modSp add del mod ord">
        <pc:chgData name="Owais Ahmed" userId="6abc7d4556b3b071" providerId="LiveId" clId="{D0A51F83-B713-4A4D-8105-C75936B8E1D2}" dt="2026-03-13T17:08:11.759" v="15572" actId="47"/>
        <pc:sldMkLst>
          <pc:docMk/>
          <pc:sldMk cId="3762285016" sldId="2571"/>
        </pc:sldMkLst>
        <pc:spChg chg="mod">
          <ac:chgData name="Owais Ahmed" userId="6abc7d4556b3b071" providerId="LiveId" clId="{D0A51F83-B713-4A4D-8105-C75936B8E1D2}" dt="2026-03-13T12:07:11.359" v="14071" actId="20577"/>
          <ac:spMkLst>
            <pc:docMk/>
            <pc:sldMk cId="3762285016" sldId="2571"/>
            <ac:spMk id="3" creationId="{760A200E-383D-9908-673E-868C70834578}"/>
          </ac:spMkLst>
        </pc:spChg>
      </pc:sldChg>
      <pc:sldChg chg="modSp add del mod">
        <pc:chgData name="Owais Ahmed" userId="6abc7d4556b3b071" providerId="LiveId" clId="{D0A51F83-B713-4A4D-8105-C75936B8E1D2}" dt="2026-03-13T17:08:11.759" v="15572" actId="47"/>
        <pc:sldMkLst>
          <pc:docMk/>
          <pc:sldMk cId="2594771403" sldId="2572"/>
        </pc:sldMkLst>
        <pc:spChg chg="mod">
          <ac:chgData name="Owais Ahmed" userId="6abc7d4556b3b071" providerId="LiveId" clId="{D0A51F83-B713-4A4D-8105-C75936B8E1D2}" dt="2026-03-13T12:09:02.460" v="14202" actId="6549"/>
          <ac:spMkLst>
            <pc:docMk/>
            <pc:sldMk cId="2594771403" sldId="2572"/>
            <ac:spMk id="3" creationId="{DCC58C8E-87C4-733C-0FC5-6212B210606C}"/>
          </ac:spMkLst>
        </pc:spChg>
      </pc:sldChg>
      <pc:sldChg chg="modSp add del mod modAnim">
        <pc:chgData name="Owais Ahmed" userId="6abc7d4556b3b071" providerId="LiveId" clId="{D0A51F83-B713-4A4D-8105-C75936B8E1D2}" dt="2026-03-13T17:08:11.759" v="15572" actId="47"/>
        <pc:sldMkLst>
          <pc:docMk/>
          <pc:sldMk cId="689729503" sldId="2573"/>
        </pc:sldMkLst>
        <pc:spChg chg="mod">
          <ac:chgData name="Owais Ahmed" userId="6abc7d4556b3b071" providerId="LiveId" clId="{D0A51F83-B713-4A4D-8105-C75936B8E1D2}" dt="2026-03-13T13:04:54.014" v="14749" actId="14"/>
          <ac:spMkLst>
            <pc:docMk/>
            <pc:sldMk cId="689729503" sldId="2573"/>
            <ac:spMk id="3" creationId="{422A2E5D-4F5F-9B1C-1AFF-E3AB54478CC4}"/>
          </ac:spMkLst>
        </pc:spChg>
        <pc:spChg chg="mod">
          <ac:chgData name="Owais Ahmed" userId="6abc7d4556b3b071" providerId="LiveId" clId="{D0A51F83-B713-4A4D-8105-C75936B8E1D2}" dt="2026-03-13T16:57:53.532" v="15402" actId="6549"/>
          <ac:spMkLst>
            <pc:docMk/>
            <pc:sldMk cId="689729503" sldId="2573"/>
            <ac:spMk id="215" creationId="{A2F99602-7C2E-7F99-7019-B197A4777D32}"/>
          </ac:spMkLst>
        </pc:spChg>
      </pc:sldChg>
      <pc:sldChg chg="addSp delSp modSp add del mod ord delAnim modNotesTx">
        <pc:chgData name="Owais Ahmed" userId="6abc7d4556b3b071" providerId="LiveId" clId="{D0A51F83-B713-4A4D-8105-C75936B8E1D2}" dt="2026-03-13T17:08:11.759" v="15572" actId="47"/>
        <pc:sldMkLst>
          <pc:docMk/>
          <pc:sldMk cId="2315164197" sldId="2574"/>
        </pc:sldMkLst>
        <pc:spChg chg="del">
          <ac:chgData name="Owais Ahmed" userId="6abc7d4556b3b071" providerId="LiveId" clId="{D0A51F83-B713-4A4D-8105-C75936B8E1D2}" dt="2026-03-13T13:09:03.193" v="14777" actId="478"/>
          <ac:spMkLst>
            <pc:docMk/>
            <pc:sldMk cId="2315164197" sldId="2574"/>
            <ac:spMk id="3" creationId="{11938B7E-BA69-DE3B-3402-DD7CFB05FAD5}"/>
          </ac:spMkLst>
        </pc:spChg>
        <pc:spChg chg="add mod">
          <ac:chgData name="Owais Ahmed" userId="6abc7d4556b3b071" providerId="LiveId" clId="{D0A51F83-B713-4A4D-8105-C75936B8E1D2}" dt="2026-03-13T13:15:28.812" v="14874"/>
          <ac:spMkLst>
            <pc:docMk/>
            <pc:sldMk cId="2315164197" sldId="2574"/>
            <ac:spMk id="11" creationId="{854F2F43-2D00-EC15-D411-180CA4A42213}"/>
          </ac:spMkLst>
        </pc:spChg>
        <pc:spChg chg="mod">
          <ac:chgData name="Owais Ahmed" userId="6abc7d4556b3b071" providerId="LiveId" clId="{D0A51F83-B713-4A4D-8105-C75936B8E1D2}" dt="2026-03-13T13:06:25.006" v="14775" actId="20577"/>
          <ac:spMkLst>
            <pc:docMk/>
            <pc:sldMk cId="2315164197" sldId="2574"/>
            <ac:spMk id="215" creationId="{B2194CC1-08CF-27AB-CF16-3CB9DE4B7F8C}"/>
          </ac:spMkLst>
        </pc:spChg>
        <pc:picChg chg="del">
          <ac:chgData name="Owais Ahmed" userId="6abc7d4556b3b071" providerId="LiveId" clId="{D0A51F83-B713-4A4D-8105-C75936B8E1D2}" dt="2026-03-13T13:08:57.004" v="14776" actId="478"/>
          <ac:picMkLst>
            <pc:docMk/>
            <pc:sldMk cId="2315164197" sldId="2574"/>
            <ac:picMk id="4" creationId="{152BF0DA-9A34-4C7F-5864-258F9C65EBCE}"/>
          </ac:picMkLst>
        </pc:picChg>
        <pc:picChg chg="del mod modCrop">
          <ac:chgData name="Owais Ahmed" userId="6abc7d4556b3b071" providerId="LiveId" clId="{D0A51F83-B713-4A4D-8105-C75936B8E1D2}" dt="2026-03-13T13:09:55.291" v="14783" actId="478"/>
          <ac:picMkLst>
            <pc:docMk/>
            <pc:sldMk cId="2315164197" sldId="2574"/>
            <ac:picMk id="5" creationId="{D0A52427-A3AB-48D0-80D4-1C07EBD3C56E}"/>
          </ac:picMkLst>
        </pc:picChg>
        <pc:picChg chg="add del mod">
          <ac:chgData name="Owais Ahmed" userId="6abc7d4556b3b071" providerId="LiveId" clId="{D0A51F83-B713-4A4D-8105-C75936B8E1D2}" dt="2026-03-13T13:12:38.442" v="14789" actId="478"/>
          <ac:picMkLst>
            <pc:docMk/>
            <pc:sldMk cId="2315164197" sldId="2574"/>
            <ac:picMk id="7" creationId="{822D8A3A-B902-37E9-8B56-948729640FAB}"/>
          </ac:picMkLst>
        </pc:picChg>
        <pc:picChg chg="add mod">
          <ac:chgData name="Owais Ahmed" userId="6abc7d4556b3b071" providerId="LiveId" clId="{D0A51F83-B713-4A4D-8105-C75936B8E1D2}" dt="2026-03-13T13:21:52.594" v="15393" actId="1076"/>
          <ac:picMkLst>
            <pc:docMk/>
            <pc:sldMk cId="2315164197" sldId="2574"/>
            <ac:picMk id="9" creationId="{7F3EAC68-3CCF-9E93-988A-FEFA7D8A0243}"/>
          </ac:picMkLst>
        </pc:picChg>
        <pc:picChg chg="del mod modCrop">
          <ac:chgData name="Owais Ahmed" userId="6abc7d4556b3b071" providerId="LiveId" clId="{D0A51F83-B713-4A4D-8105-C75936B8E1D2}" dt="2026-03-13T13:21:29.378" v="15386" actId="478"/>
          <ac:picMkLst>
            <pc:docMk/>
            <pc:sldMk cId="2315164197" sldId="2574"/>
            <ac:picMk id="10" creationId="{E4A20BD3-0010-C7A0-2C83-FAE06A5B138B}"/>
          </ac:picMkLst>
        </pc:picChg>
      </pc:sldChg>
      <pc:sldChg chg="addSp delSp modSp add del mod ord">
        <pc:chgData name="Owais Ahmed" userId="6abc7d4556b3b071" providerId="LiveId" clId="{D0A51F83-B713-4A4D-8105-C75936B8E1D2}" dt="2026-03-13T17:08:11.759" v="15572" actId="47"/>
        <pc:sldMkLst>
          <pc:docMk/>
          <pc:sldMk cId="1981439298" sldId="2575"/>
        </pc:sldMkLst>
        <pc:spChg chg="add mod">
          <ac:chgData name="Owais Ahmed" userId="6abc7d4556b3b071" providerId="LiveId" clId="{D0A51F83-B713-4A4D-8105-C75936B8E1D2}" dt="2026-03-13T13:18:29.513" v="14965" actId="27636"/>
          <ac:spMkLst>
            <pc:docMk/>
            <pc:sldMk cId="1981439298" sldId="2575"/>
            <ac:spMk id="3" creationId="{EC2960E9-37FE-40FD-5D45-C14438BF41C9}"/>
          </ac:spMkLst>
        </pc:spChg>
        <pc:picChg chg="del">
          <ac:chgData name="Owais Ahmed" userId="6abc7d4556b3b071" providerId="LiveId" clId="{D0A51F83-B713-4A4D-8105-C75936B8E1D2}" dt="2026-03-13T13:15:34.783" v="14876" actId="478"/>
          <ac:picMkLst>
            <pc:docMk/>
            <pc:sldMk cId="1981439298" sldId="2575"/>
            <ac:picMk id="9" creationId="{2B145C9A-68C4-91EC-C4D8-526B1DD3202B}"/>
          </ac:picMkLst>
        </pc:picChg>
        <pc:picChg chg="del mod">
          <ac:chgData name="Owais Ahmed" userId="6abc7d4556b3b071" providerId="LiveId" clId="{D0A51F83-B713-4A4D-8105-C75936B8E1D2}" dt="2026-03-13T13:18:26.750" v="14963" actId="478"/>
          <ac:picMkLst>
            <pc:docMk/>
            <pc:sldMk cId="1981439298" sldId="2575"/>
            <ac:picMk id="10" creationId="{965BCD8A-3AAF-E62D-1BDA-FF1F5DBB9ABF}"/>
          </ac:picMkLst>
        </pc:picChg>
      </pc:sldChg>
      <pc:sldChg chg="modSp add del mod modNotesTx">
        <pc:chgData name="Owais Ahmed" userId="6abc7d4556b3b071" providerId="LiveId" clId="{D0A51F83-B713-4A4D-8105-C75936B8E1D2}" dt="2026-03-13T17:08:11.759" v="15572" actId="47"/>
        <pc:sldMkLst>
          <pc:docMk/>
          <pc:sldMk cId="1335874853" sldId="2576"/>
        </pc:sldMkLst>
        <pc:spChg chg="mod">
          <ac:chgData name="Owais Ahmed" userId="6abc7d4556b3b071" providerId="LiveId" clId="{D0A51F83-B713-4A4D-8105-C75936B8E1D2}" dt="2026-03-13T13:21:24.532" v="15385" actId="20577"/>
          <ac:spMkLst>
            <pc:docMk/>
            <pc:sldMk cId="1335874853" sldId="2576"/>
            <ac:spMk id="3" creationId="{EC8C8F2B-C6C8-3A1B-9089-2945A6D38D78}"/>
          </ac:spMkLst>
        </pc:spChg>
      </pc:sldChg>
      <pc:sldChg chg="modSp add del mod ord">
        <pc:chgData name="Owais Ahmed" userId="6abc7d4556b3b071" providerId="LiveId" clId="{D0A51F83-B713-4A4D-8105-C75936B8E1D2}" dt="2026-03-13T17:08:11.759" v="15572" actId="47"/>
        <pc:sldMkLst>
          <pc:docMk/>
          <pc:sldMk cId="1398064885" sldId="2577"/>
        </pc:sldMkLst>
        <pc:spChg chg="mod">
          <ac:chgData name="Owais Ahmed" userId="6abc7d4556b3b071" providerId="LiveId" clId="{D0A51F83-B713-4A4D-8105-C75936B8E1D2}" dt="2026-03-13T17:00:15.968" v="15458" actId="20577"/>
          <ac:spMkLst>
            <pc:docMk/>
            <pc:sldMk cId="1398064885" sldId="2577"/>
            <ac:spMk id="3" creationId="{4E04F448-38A2-DC47-2E19-F28141429ABE}"/>
          </ac:spMkLst>
        </pc:spChg>
        <pc:spChg chg="mod">
          <ac:chgData name="Owais Ahmed" userId="6abc7d4556b3b071" providerId="LiveId" clId="{D0A51F83-B713-4A4D-8105-C75936B8E1D2}" dt="2026-03-13T16:57:42.106" v="15400" actId="20577"/>
          <ac:spMkLst>
            <pc:docMk/>
            <pc:sldMk cId="1398064885" sldId="2577"/>
            <ac:spMk id="215" creationId="{4BE0DC6E-AFC1-694C-1DB0-7B0BA14E48D2}"/>
          </ac:spMkLst>
        </pc:spChg>
      </pc:sldChg>
      <pc:sldChg chg="modSp add del mod">
        <pc:chgData name="Owais Ahmed" userId="6abc7d4556b3b071" providerId="LiveId" clId="{D0A51F83-B713-4A4D-8105-C75936B8E1D2}" dt="2026-03-13T17:08:11.759" v="15572" actId="47"/>
        <pc:sldMkLst>
          <pc:docMk/>
          <pc:sldMk cId="1244185503" sldId="2578"/>
        </pc:sldMkLst>
        <pc:spChg chg="mod">
          <ac:chgData name="Owais Ahmed" userId="6abc7d4556b3b071" providerId="LiveId" clId="{D0A51F83-B713-4A4D-8105-C75936B8E1D2}" dt="2026-03-13T17:02:49.917" v="15501" actId="20577"/>
          <ac:spMkLst>
            <pc:docMk/>
            <pc:sldMk cId="1244185503" sldId="2578"/>
            <ac:spMk id="3" creationId="{D16A9F7B-FCB8-5D63-06FC-B84D62DF2E85}"/>
          </ac:spMkLst>
        </pc:spChg>
      </pc:sldChg>
      <pc:sldChg chg="modSp add del mod">
        <pc:chgData name="Owais Ahmed" userId="6abc7d4556b3b071" providerId="LiveId" clId="{D0A51F83-B713-4A4D-8105-C75936B8E1D2}" dt="2026-03-13T17:08:11.759" v="15572" actId="47"/>
        <pc:sldMkLst>
          <pc:docMk/>
          <pc:sldMk cId="1297485872" sldId="2579"/>
        </pc:sldMkLst>
        <pc:spChg chg="mod">
          <ac:chgData name="Owais Ahmed" userId="6abc7d4556b3b071" providerId="LiveId" clId="{D0A51F83-B713-4A4D-8105-C75936B8E1D2}" dt="2026-03-13T17:06:09.580" v="15571" actId="20577"/>
          <ac:spMkLst>
            <pc:docMk/>
            <pc:sldMk cId="1297485872" sldId="2579"/>
            <ac:spMk id="3" creationId="{A6D1B6EB-7F16-42ED-A5A0-65B402E5F9C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1B0019-D14A-AF45-AA6B-D05A1CDA8987}" type="doc">
      <dgm:prSet loTypeId="urn:microsoft.com/office/officeart/2005/8/layout/cycle5" loCatId="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2BEE128-3BF9-4340-B000-C0069708DB94}">
      <dgm:prSet phldrT="[Text]" custT="1"/>
      <dgm:spPr/>
      <dgm:t>
        <a:bodyPr/>
        <a:lstStyle/>
        <a:p>
          <a:r>
            <a:rPr lang="en-US" sz="2000"/>
            <a:t>Concept</a:t>
          </a:r>
        </a:p>
      </dgm:t>
    </dgm:pt>
    <dgm:pt modelId="{E28DDE21-5AE9-2642-82E2-B320B253704E}" type="parTrans" cxnId="{388AC687-125F-9341-A058-8B2F814D357F}">
      <dgm:prSet/>
      <dgm:spPr/>
      <dgm:t>
        <a:bodyPr/>
        <a:lstStyle/>
        <a:p>
          <a:endParaRPr lang="en-US" sz="5400"/>
        </a:p>
      </dgm:t>
    </dgm:pt>
    <dgm:pt modelId="{871C8539-6839-1F49-BD1B-D034CB668AC8}" type="sibTrans" cxnId="{388AC687-125F-9341-A058-8B2F814D357F}">
      <dgm:prSet/>
      <dgm:spPr/>
      <dgm:t>
        <a:bodyPr/>
        <a:lstStyle/>
        <a:p>
          <a:endParaRPr lang="en-US" sz="5400"/>
        </a:p>
      </dgm:t>
    </dgm:pt>
    <dgm:pt modelId="{D84B5A72-96F7-A24D-A104-B22044D29E72}">
      <dgm:prSet phldrT="[Text]" custT="1"/>
      <dgm:spPr/>
      <dgm:t>
        <a:bodyPr/>
        <a:lstStyle/>
        <a:p>
          <a:r>
            <a:rPr lang="en-US" sz="2000"/>
            <a:t>Code</a:t>
          </a:r>
        </a:p>
      </dgm:t>
    </dgm:pt>
    <dgm:pt modelId="{02FEFE61-F6D7-9D40-9C8F-2282BA6E710A}" type="parTrans" cxnId="{154851EC-0B02-DF47-A6F4-BB37733BDF69}">
      <dgm:prSet/>
      <dgm:spPr/>
      <dgm:t>
        <a:bodyPr/>
        <a:lstStyle/>
        <a:p>
          <a:endParaRPr lang="en-US" sz="5400"/>
        </a:p>
      </dgm:t>
    </dgm:pt>
    <dgm:pt modelId="{354ED443-443D-DA4E-9D84-3A3441F6BC7E}" type="sibTrans" cxnId="{154851EC-0B02-DF47-A6F4-BB37733BDF69}">
      <dgm:prSet/>
      <dgm:spPr/>
      <dgm:t>
        <a:bodyPr/>
        <a:lstStyle/>
        <a:p>
          <a:endParaRPr lang="en-US" sz="5400"/>
        </a:p>
      </dgm:t>
    </dgm:pt>
    <dgm:pt modelId="{684F67B5-76CC-574E-BB94-0CEF6E2A21A5}">
      <dgm:prSet phldrT="[Text]" custT="1"/>
      <dgm:spPr/>
      <dgm:t>
        <a:bodyPr/>
        <a:lstStyle/>
        <a:p>
          <a:r>
            <a:rPr lang="en-US" sz="2000"/>
            <a:t>Test</a:t>
          </a:r>
        </a:p>
      </dgm:t>
    </dgm:pt>
    <dgm:pt modelId="{E1166876-D625-5E42-B68E-1306D2932F9B}" type="parTrans" cxnId="{6D9B9465-DF47-CB41-8704-08AF57077D72}">
      <dgm:prSet/>
      <dgm:spPr/>
      <dgm:t>
        <a:bodyPr/>
        <a:lstStyle/>
        <a:p>
          <a:endParaRPr lang="en-US" sz="5400"/>
        </a:p>
      </dgm:t>
    </dgm:pt>
    <dgm:pt modelId="{1C9C558B-9876-274A-B582-BDF93BE8F8A3}" type="sibTrans" cxnId="{6D9B9465-DF47-CB41-8704-08AF57077D72}">
      <dgm:prSet/>
      <dgm:spPr/>
      <dgm:t>
        <a:bodyPr/>
        <a:lstStyle/>
        <a:p>
          <a:endParaRPr lang="en-US" sz="5400"/>
        </a:p>
      </dgm:t>
    </dgm:pt>
    <dgm:pt modelId="{43C67A0F-5FCC-A14E-B0C0-B61282D11C2F}">
      <dgm:prSet phldrT="[Text]" custT="1"/>
      <dgm:spPr/>
      <dgm:t>
        <a:bodyPr/>
        <a:lstStyle/>
        <a:p>
          <a:r>
            <a:rPr lang="en-US" sz="2000"/>
            <a:t>Deliver</a:t>
          </a:r>
        </a:p>
      </dgm:t>
    </dgm:pt>
    <dgm:pt modelId="{AD81999C-8C76-D541-BF12-577DEE97E5DA}" type="parTrans" cxnId="{AB46EF81-DDAA-5941-8645-0937FB94B40E}">
      <dgm:prSet/>
      <dgm:spPr/>
      <dgm:t>
        <a:bodyPr/>
        <a:lstStyle/>
        <a:p>
          <a:endParaRPr lang="en-US" sz="5400"/>
        </a:p>
      </dgm:t>
    </dgm:pt>
    <dgm:pt modelId="{52D26D21-C968-4E49-8E18-579710B1C438}" type="sibTrans" cxnId="{AB46EF81-DDAA-5941-8645-0937FB94B40E}">
      <dgm:prSet/>
      <dgm:spPr/>
      <dgm:t>
        <a:bodyPr/>
        <a:lstStyle/>
        <a:p>
          <a:endParaRPr lang="en-US" sz="5400"/>
        </a:p>
      </dgm:t>
    </dgm:pt>
    <dgm:pt modelId="{822B39D0-A78F-854A-BAD2-933D9C7140A6}">
      <dgm:prSet phldrT="[Text]" custT="1"/>
      <dgm:spPr/>
      <dgm:t>
        <a:bodyPr/>
        <a:lstStyle/>
        <a:p>
          <a:r>
            <a:rPr lang="en-US" sz="2000"/>
            <a:t>Maintain</a:t>
          </a:r>
        </a:p>
      </dgm:t>
    </dgm:pt>
    <dgm:pt modelId="{F9DC3DD5-03CC-2641-8396-2BEF3FC7FFE5}" type="parTrans" cxnId="{BCEC7FE9-43DB-8242-8B64-9A22197B3AB3}">
      <dgm:prSet/>
      <dgm:spPr/>
      <dgm:t>
        <a:bodyPr/>
        <a:lstStyle/>
        <a:p>
          <a:endParaRPr lang="en-US" sz="5400"/>
        </a:p>
      </dgm:t>
    </dgm:pt>
    <dgm:pt modelId="{7EA6376F-8FDE-0542-9830-92EF2988F8CA}" type="sibTrans" cxnId="{BCEC7FE9-43DB-8242-8B64-9A22197B3AB3}">
      <dgm:prSet/>
      <dgm:spPr/>
      <dgm:t>
        <a:bodyPr/>
        <a:lstStyle/>
        <a:p>
          <a:endParaRPr lang="en-US" sz="5400"/>
        </a:p>
      </dgm:t>
    </dgm:pt>
    <dgm:pt modelId="{CBEBC7C5-D3DF-914C-87EC-BC7308754F03}">
      <dgm:prSet phldrT="[Text]" custT="1"/>
      <dgm:spPr/>
      <dgm:t>
        <a:bodyPr/>
        <a:lstStyle/>
        <a:p>
          <a:r>
            <a:rPr lang="en-US" sz="2000"/>
            <a:t>Specify</a:t>
          </a:r>
        </a:p>
      </dgm:t>
    </dgm:pt>
    <dgm:pt modelId="{BCEABC49-B7FC-FC42-89C2-E7ED8F207F46}" type="parTrans" cxnId="{8162990E-7AA3-5144-BB5E-26C603E5E2AF}">
      <dgm:prSet/>
      <dgm:spPr/>
      <dgm:t>
        <a:bodyPr/>
        <a:lstStyle/>
        <a:p>
          <a:endParaRPr lang="en-US" sz="5400"/>
        </a:p>
      </dgm:t>
    </dgm:pt>
    <dgm:pt modelId="{070BD1D3-CCFF-C743-A999-593FAAF2C85D}" type="sibTrans" cxnId="{8162990E-7AA3-5144-BB5E-26C603E5E2AF}">
      <dgm:prSet/>
      <dgm:spPr/>
      <dgm:t>
        <a:bodyPr/>
        <a:lstStyle/>
        <a:p>
          <a:endParaRPr lang="en-US" sz="5400"/>
        </a:p>
      </dgm:t>
    </dgm:pt>
    <dgm:pt modelId="{42E33389-5EF7-D849-8C0C-CDB69E3267CA}">
      <dgm:prSet phldrT="[Text]" custT="1"/>
      <dgm:spPr/>
      <dgm:t>
        <a:bodyPr/>
        <a:lstStyle/>
        <a:p>
          <a:r>
            <a:rPr lang="en-US" sz="2000"/>
            <a:t>Design</a:t>
          </a:r>
        </a:p>
      </dgm:t>
    </dgm:pt>
    <dgm:pt modelId="{D4640E05-DAE6-5E4E-925F-DF3354F874A6}" type="parTrans" cxnId="{A242DE93-747D-EE40-A558-324D0EFA8621}">
      <dgm:prSet/>
      <dgm:spPr/>
      <dgm:t>
        <a:bodyPr/>
        <a:lstStyle/>
        <a:p>
          <a:endParaRPr lang="en-US" sz="5400"/>
        </a:p>
      </dgm:t>
    </dgm:pt>
    <dgm:pt modelId="{F2C57448-2F4F-ED4A-8461-B8FAE94219B1}" type="sibTrans" cxnId="{A242DE93-747D-EE40-A558-324D0EFA8621}">
      <dgm:prSet/>
      <dgm:spPr/>
      <dgm:t>
        <a:bodyPr/>
        <a:lstStyle/>
        <a:p>
          <a:endParaRPr lang="en-US" sz="5400"/>
        </a:p>
      </dgm:t>
    </dgm:pt>
    <dgm:pt modelId="{41A416AC-DD44-6445-99F9-3C5180BB7F8E}" type="pres">
      <dgm:prSet presAssocID="{2E1B0019-D14A-AF45-AA6B-D05A1CDA8987}" presName="cycle" presStyleCnt="0">
        <dgm:presLayoutVars>
          <dgm:dir/>
          <dgm:resizeHandles val="exact"/>
        </dgm:presLayoutVars>
      </dgm:prSet>
      <dgm:spPr/>
    </dgm:pt>
    <dgm:pt modelId="{495D7FC8-0705-274F-9F5C-F62874332A0C}" type="pres">
      <dgm:prSet presAssocID="{72BEE128-3BF9-4340-B000-C0069708DB94}" presName="node" presStyleLbl="node1" presStyleIdx="0" presStyleCnt="7">
        <dgm:presLayoutVars>
          <dgm:bulletEnabled val="1"/>
        </dgm:presLayoutVars>
      </dgm:prSet>
      <dgm:spPr/>
    </dgm:pt>
    <dgm:pt modelId="{3B42EA0F-AF57-1240-8E2C-50A59C2CE5B0}" type="pres">
      <dgm:prSet presAssocID="{72BEE128-3BF9-4340-B000-C0069708DB94}" presName="spNode" presStyleCnt="0"/>
      <dgm:spPr/>
    </dgm:pt>
    <dgm:pt modelId="{507D9A66-B3F7-7E49-ACFF-59626879C43F}" type="pres">
      <dgm:prSet presAssocID="{871C8539-6839-1F49-BD1B-D034CB668AC8}" presName="sibTrans" presStyleLbl="sibTrans1D1" presStyleIdx="0" presStyleCnt="7"/>
      <dgm:spPr/>
    </dgm:pt>
    <dgm:pt modelId="{11EF22BF-927F-9D41-9428-1CE783EB429A}" type="pres">
      <dgm:prSet presAssocID="{CBEBC7C5-D3DF-914C-87EC-BC7308754F03}" presName="node" presStyleLbl="node1" presStyleIdx="1" presStyleCnt="7">
        <dgm:presLayoutVars>
          <dgm:bulletEnabled val="1"/>
        </dgm:presLayoutVars>
      </dgm:prSet>
      <dgm:spPr/>
    </dgm:pt>
    <dgm:pt modelId="{8E00EF1B-2CE6-9E4A-925E-F0FA9B31FC95}" type="pres">
      <dgm:prSet presAssocID="{CBEBC7C5-D3DF-914C-87EC-BC7308754F03}" presName="spNode" presStyleCnt="0"/>
      <dgm:spPr/>
    </dgm:pt>
    <dgm:pt modelId="{7687C6A0-5632-8047-A0D2-4DAAE3AF36F7}" type="pres">
      <dgm:prSet presAssocID="{070BD1D3-CCFF-C743-A999-593FAAF2C85D}" presName="sibTrans" presStyleLbl="sibTrans1D1" presStyleIdx="1" presStyleCnt="7"/>
      <dgm:spPr/>
    </dgm:pt>
    <dgm:pt modelId="{A5AFF90E-861B-9A47-A01C-68B80BB454E8}" type="pres">
      <dgm:prSet presAssocID="{42E33389-5EF7-D849-8C0C-CDB69E3267CA}" presName="node" presStyleLbl="node1" presStyleIdx="2" presStyleCnt="7">
        <dgm:presLayoutVars>
          <dgm:bulletEnabled val="1"/>
        </dgm:presLayoutVars>
      </dgm:prSet>
      <dgm:spPr/>
    </dgm:pt>
    <dgm:pt modelId="{625CE5C8-715D-5749-8C9D-2586BD488E66}" type="pres">
      <dgm:prSet presAssocID="{42E33389-5EF7-D849-8C0C-CDB69E3267CA}" presName="spNode" presStyleCnt="0"/>
      <dgm:spPr/>
    </dgm:pt>
    <dgm:pt modelId="{A285B842-FB3D-E542-BA45-67D5500EE517}" type="pres">
      <dgm:prSet presAssocID="{F2C57448-2F4F-ED4A-8461-B8FAE94219B1}" presName="sibTrans" presStyleLbl="sibTrans1D1" presStyleIdx="2" presStyleCnt="7"/>
      <dgm:spPr/>
    </dgm:pt>
    <dgm:pt modelId="{0746FFEC-35F8-9441-8122-C52D281C365D}" type="pres">
      <dgm:prSet presAssocID="{D84B5A72-96F7-A24D-A104-B22044D29E72}" presName="node" presStyleLbl="node1" presStyleIdx="3" presStyleCnt="7">
        <dgm:presLayoutVars>
          <dgm:bulletEnabled val="1"/>
        </dgm:presLayoutVars>
      </dgm:prSet>
      <dgm:spPr/>
    </dgm:pt>
    <dgm:pt modelId="{19554611-4B9B-D940-94DB-CDD746373DF5}" type="pres">
      <dgm:prSet presAssocID="{D84B5A72-96F7-A24D-A104-B22044D29E72}" presName="spNode" presStyleCnt="0"/>
      <dgm:spPr/>
    </dgm:pt>
    <dgm:pt modelId="{531BA64C-EEDA-A94C-A17E-2383EF5266E6}" type="pres">
      <dgm:prSet presAssocID="{354ED443-443D-DA4E-9D84-3A3441F6BC7E}" presName="sibTrans" presStyleLbl="sibTrans1D1" presStyleIdx="3" presStyleCnt="7"/>
      <dgm:spPr/>
    </dgm:pt>
    <dgm:pt modelId="{4696DEAE-EFBE-2F42-8869-5A89FC4B898A}" type="pres">
      <dgm:prSet presAssocID="{684F67B5-76CC-574E-BB94-0CEF6E2A21A5}" presName="node" presStyleLbl="node1" presStyleIdx="4" presStyleCnt="7">
        <dgm:presLayoutVars>
          <dgm:bulletEnabled val="1"/>
        </dgm:presLayoutVars>
      </dgm:prSet>
      <dgm:spPr/>
    </dgm:pt>
    <dgm:pt modelId="{5CF74630-7C8B-864E-AD88-D600765EB703}" type="pres">
      <dgm:prSet presAssocID="{684F67B5-76CC-574E-BB94-0CEF6E2A21A5}" presName="spNode" presStyleCnt="0"/>
      <dgm:spPr/>
    </dgm:pt>
    <dgm:pt modelId="{94A6A2B8-1A4D-AF4B-9EF1-225B12773D7B}" type="pres">
      <dgm:prSet presAssocID="{1C9C558B-9876-274A-B582-BDF93BE8F8A3}" presName="sibTrans" presStyleLbl="sibTrans1D1" presStyleIdx="4" presStyleCnt="7"/>
      <dgm:spPr/>
    </dgm:pt>
    <dgm:pt modelId="{1FE68211-BB39-A84E-933A-B5E26D38C448}" type="pres">
      <dgm:prSet presAssocID="{43C67A0F-5FCC-A14E-B0C0-B61282D11C2F}" presName="node" presStyleLbl="node1" presStyleIdx="5" presStyleCnt="7">
        <dgm:presLayoutVars>
          <dgm:bulletEnabled val="1"/>
        </dgm:presLayoutVars>
      </dgm:prSet>
      <dgm:spPr/>
    </dgm:pt>
    <dgm:pt modelId="{4297E4A0-6D37-4849-934D-731E86186B75}" type="pres">
      <dgm:prSet presAssocID="{43C67A0F-5FCC-A14E-B0C0-B61282D11C2F}" presName="spNode" presStyleCnt="0"/>
      <dgm:spPr/>
    </dgm:pt>
    <dgm:pt modelId="{72C246FB-9E1E-2448-B13C-6C189A56A484}" type="pres">
      <dgm:prSet presAssocID="{52D26D21-C968-4E49-8E18-579710B1C438}" presName="sibTrans" presStyleLbl="sibTrans1D1" presStyleIdx="5" presStyleCnt="7"/>
      <dgm:spPr/>
    </dgm:pt>
    <dgm:pt modelId="{BF193994-4A47-414D-A3F5-84B11D05A8AD}" type="pres">
      <dgm:prSet presAssocID="{822B39D0-A78F-854A-BAD2-933D9C7140A6}" presName="node" presStyleLbl="node1" presStyleIdx="6" presStyleCnt="7">
        <dgm:presLayoutVars>
          <dgm:bulletEnabled val="1"/>
        </dgm:presLayoutVars>
      </dgm:prSet>
      <dgm:spPr/>
    </dgm:pt>
    <dgm:pt modelId="{B513FBCF-313B-3F48-A0F9-7F9BEAE36429}" type="pres">
      <dgm:prSet presAssocID="{822B39D0-A78F-854A-BAD2-933D9C7140A6}" presName="spNode" presStyleCnt="0"/>
      <dgm:spPr/>
    </dgm:pt>
    <dgm:pt modelId="{5FEE1769-4DE2-5A42-88B0-F2AE2C543EB7}" type="pres">
      <dgm:prSet presAssocID="{7EA6376F-8FDE-0542-9830-92EF2988F8CA}" presName="sibTrans" presStyleLbl="sibTrans1D1" presStyleIdx="6" presStyleCnt="7"/>
      <dgm:spPr/>
    </dgm:pt>
  </dgm:ptLst>
  <dgm:cxnLst>
    <dgm:cxn modelId="{8162990E-7AA3-5144-BB5E-26C603E5E2AF}" srcId="{2E1B0019-D14A-AF45-AA6B-D05A1CDA8987}" destId="{CBEBC7C5-D3DF-914C-87EC-BC7308754F03}" srcOrd="1" destOrd="0" parTransId="{BCEABC49-B7FC-FC42-89C2-E7ED8F207F46}" sibTransId="{070BD1D3-CCFF-C743-A999-593FAAF2C85D}"/>
    <dgm:cxn modelId="{C4C17812-11BE-7A4F-BBBC-7DD48D008D90}" type="presOf" srcId="{42E33389-5EF7-D849-8C0C-CDB69E3267CA}" destId="{A5AFF90E-861B-9A47-A01C-68B80BB454E8}" srcOrd="0" destOrd="0" presId="urn:microsoft.com/office/officeart/2005/8/layout/cycle5"/>
    <dgm:cxn modelId="{B2C9011B-80E9-2C49-BC7E-3ECEB266EB90}" type="presOf" srcId="{684F67B5-76CC-574E-BB94-0CEF6E2A21A5}" destId="{4696DEAE-EFBE-2F42-8869-5A89FC4B898A}" srcOrd="0" destOrd="0" presId="urn:microsoft.com/office/officeart/2005/8/layout/cycle5"/>
    <dgm:cxn modelId="{99527E27-5E08-1F4C-88D0-F0B7AB795406}" type="presOf" srcId="{7EA6376F-8FDE-0542-9830-92EF2988F8CA}" destId="{5FEE1769-4DE2-5A42-88B0-F2AE2C543EB7}" srcOrd="0" destOrd="0" presId="urn:microsoft.com/office/officeart/2005/8/layout/cycle5"/>
    <dgm:cxn modelId="{70A24A28-2C46-9A47-942C-1ACA3D2ABC6E}" type="presOf" srcId="{43C67A0F-5FCC-A14E-B0C0-B61282D11C2F}" destId="{1FE68211-BB39-A84E-933A-B5E26D38C448}" srcOrd="0" destOrd="0" presId="urn:microsoft.com/office/officeart/2005/8/layout/cycle5"/>
    <dgm:cxn modelId="{C37C112F-AC4C-9A40-BD86-CA20E05A2694}" type="presOf" srcId="{1C9C558B-9876-274A-B582-BDF93BE8F8A3}" destId="{94A6A2B8-1A4D-AF4B-9EF1-225B12773D7B}" srcOrd="0" destOrd="0" presId="urn:microsoft.com/office/officeart/2005/8/layout/cycle5"/>
    <dgm:cxn modelId="{14CE3B42-D3C0-7E4C-8469-4C937E00CBE0}" type="presOf" srcId="{72BEE128-3BF9-4340-B000-C0069708DB94}" destId="{495D7FC8-0705-274F-9F5C-F62874332A0C}" srcOrd="0" destOrd="0" presId="urn:microsoft.com/office/officeart/2005/8/layout/cycle5"/>
    <dgm:cxn modelId="{FE503C4A-A518-0048-814B-9092B78EBFBD}" type="presOf" srcId="{2E1B0019-D14A-AF45-AA6B-D05A1CDA8987}" destId="{41A416AC-DD44-6445-99F9-3C5180BB7F8E}" srcOrd="0" destOrd="0" presId="urn:microsoft.com/office/officeart/2005/8/layout/cycle5"/>
    <dgm:cxn modelId="{09E2315B-9063-0749-835B-1BB8672D600A}" type="presOf" srcId="{070BD1D3-CCFF-C743-A999-593FAAF2C85D}" destId="{7687C6A0-5632-8047-A0D2-4DAAE3AF36F7}" srcOrd="0" destOrd="0" presId="urn:microsoft.com/office/officeart/2005/8/layout/cycle5"/>
    <dgm:cxn modelId="{6D9B9465-DF47-CB41-8704-08AF57077D72}" srcId="{2E1B0019-D14A-AF45-AA6B-D05A1CDA8987}" destId="{684F67B5-76CC-574E-BB94-0CEF6E2A21A5}" srcOrd="4" destOrd="0" parTransId="{E1166876-D625-5E42-B68E-1306D2932F9B}" sibTransId="{1C9C558B-9876-274A-B582-BDF93BE8F8A3}"/>
    <dgm:cxn modelId="{AB46EF81-DDAA-5941-8645-0937FB94B40E}" srcId="{2E1B0019-D14A-AF45-AA6B-D05A1CDA8987}" destId="{43C67A0F-5FCC-A14E-B0C0-B61282D11C2F}" srcOrd="5" destOrd="0" parTransId="{AD81999C-8C76-D541-BF12-577DEE97E5DA}" sibTransId="{52D26D21-C968-4E49-8E18-579710B1C438}"/>
    <dgm:cxn modelId="{A3FAC882-4B2E-1442-BC3F-E76FEE8ACB94}" type="presOf" srcId="{D84B5A72-96F7-A24D-A104-B22044D29E72}" destId="{0746FFEC-35F8-9441-8122-C52D281C365D}" srcOrd="0" destOrd="0" presId="urn:microsoft.com/office/officeart/2005/8/layout/cycle5"/>
    <dgm:cxn modelId="{388AC687-125F-9341-A058-8B2F814D357F}" srcId="{2E1B0019-D14A-AF45-AA6B-D05A1CDA8987}" destId="{72BEE128-3BF9-4340-B000-C0069708DB94}" srcOrd="0" destOrd="0" parTransId="{E28DDE21-5AE9-2642-82E2-B320B253704E}" sibTransId="{871C8539-6839-1F49-BD1B-D034CB668AC8}"/>
    <dgm:cxn modelId="{C6F0BE88-803B-FF41-8F65-5881228C9FB9}" type="presOf" srcId="{871C8539-6839-1F49-BD1B-D034CB668AC8}" destId="{507D9A66-B3F7-7E49-ACFF-59626879C43F}" srcOrd="0" destOrd="0" presId="urn:microsoft.com/office/officeart/2005/8/layout/cycle5"/>
    <dgm:cxn modelId="{A242DE93-747D-EE40-A558-324D0EFA8621}" srcId="{2E1B0019-D14A-AF45-AA6B-D05A1CDA8987}" destId="{42E33389-5EF7-D849-8C0C-CDB69E3267CA}" srcOrd="2" destOrd="0" parTransId="{D4640E05-DAE6-5E4E-925F-DF3354F874A6}" sibTransId="{F2C57448-2F4F-ED4A-8461-B8FAE94219B1}"/>
    <dgm:cxn modelId="{6FEF71BB-FA9F-3542-9340-39E02F590695}" type="presOf" srcId="{822B39D0-A78F-854A-BAD2-933D9C7140A6}" destId="{BF193994-4A47-414D-A3F5-84B11D05A8AD}" srcOrd="0" destOrd="0" presId="urn:microsoft.com/office/officeart/2005/8/layout/cycle5"/>
    <dgm:cxn modelId="{6AA728D9-3A2F-8547-82D1-7F8D489EE6F5}" type="presOf" srcId="{CBEBC7C5-D3DF-914C-87EC-BC7308754F03}" destId="{11EF22BF-927F-9D41-9428-1CE783EB429A}" srcOrd="0" destOrd="0" presId="urn:microsoft.com/office/officeart/2005/8/layout/cycle5"/>
    <dgm:cxn modelId="{5390E3DB-E5C4-7849-A8A7-DFB4F6870200}" type="presOf" srcId="{52D26D21-C968-4E49-8E18-579710B1C438}" destId="{72C246FB-9E1E-2448-B13C-6C189A56A484}" srcOrd="0" destOrd="0" presId="urn:microsoft.com/office/officeart/2005/8/layout/cycle5"/>
    <dgm:cxn modelId="{BCEC7FE9-43DB-8242-8B64-9A22197B3AB3}" srcId="{2E1B0019-D14A-AF45-AA6B-D05A1CDA8987}" destId="{822B39D0-A78F-854A-BAD2-933D9C7140A6}" srcOrd="6" destOrd="0" parTransId="{F9DC3DD5-03CC-2641-8396-2BEF3FC7FFE5}" sibTransId="{7EA6376F-8FDE-0542-9830-92EF2988F8CA}"/>
    <dgm:cxn modelId="{154851EC-0B02-DF47-A6F4-BB37733BDF69}" srcId="{2E1B0019-D14A-AF45-AA6B-D05A1CDA8987}" destId="{D84B5A72-96F7-A24D-A104-B22044D29E72}" srcOrd="3" destOrd="0" parTransId="{02FEFE61-F6D7-9D40-9C8F-2282BA6E710A}" sibTransId="{354ED443-443D-DA4E-9D84-3A3441F6BC7E}"/>
    <dgm:cxn modelId="{6C23EAED-38F4-0445-956D-4A160465B40B}" type="presOf" srcId="{354ED443-443D-DA4E-9D84-3A3441F6BC7E}" destId="{531BA64C-EEDA-A94C-A17E-2383EF5266E6}" srcOrd="0" destOrd="0" presId="urn:microsoft.com/office/officeart/2005/8/layout/cycle5"/>
    <dgm:cxn modelId="{336660F4-F6BC-B94E-9634-93E7BAD80E0D}" type="presOf" srcId="{F2C57448-2F4F-ED4A-8461-B8FAE94219B1}" destId="{A285B842-FB3D-E542-BA45-67D5500EE517}" srcOrd="0" destOrd="0" presId="urn:microsoft.com/office/officeart/2005/8/layout/cycle5"/>
    <dgm:cxn modelId="{82F0D640-C44F-7E4D-8CE2-23610D549003}" type="presParOf" srcId="{41A416AC-DD44-6445-99F9-3C5180BB7F8E}" destId="{495D7FC8-0705-274F-9F5C-F62874332A0C}" srcOrd="0" destOrd="0" presId="urn:microsoft.com/office/officeart/2005/8/layout/cycle5"/>
    <dgm:cxn modelId="{0E0B4282-1192-3248-9312-7A312FEC7122}" type="presParOf" srcId="{41A416AC-DD44-6445-99F9-3C5180BB7F8E}" destId="{3B42EA0F-AF57-1240-8E2C-50A59C2CE5B0}" srcOrd="1" destOrd="0" presId="urn:microsoft.com/office/officeart/2005/8/layout/cycle5"/>
    <dgm:cxn modelId="{45B01B2B-F74A-C743-AB10-D932AF2801AF}" type="presParOf" srcId="{41A416AC-DD44-6445-99F9-3C5180BB7F8E}" destId="{507D9A66-B3F7-7E49-ACFF-59626879C43F}" srcOrd="2" destOrd="0" presId="urn:microsoft.com/office/officeart/2005/8/layout/cycle5"/>
    <dgm:cxn modelId="{53548F65-6783-FD47-96B9-DF517202673A}" type="presParOf" srcId="{41A416AC-DD44-6445-99F9-3C5180BB7F8E}" destId="{11EF22BF-927F-9D41-9428-1CE783EB429A}" srcOrd="3" destOrd="0" presId="urn:microsoft.com/office/officeart/2005/8/layout/cycle5"/>
    <dgm:cxn modelId="{D67CFC5B-1A99-E145-809E-369308D3B376}" type="presParOf" srcId="{41A416AC-DD44-6445-99F9-3C5180BB7F8E}" destId="{8E00EF1B-2CE6-9E4A-925E-F0FA9B31FC95}" srcOrd="4" destOrd="0" presId="urn:microsoft.com/office/officeart/2005/8/layout/cycle5"/>
    <dgm:cxn modelId="{E81FA2F9-84A0-4B43-BA50-B9083E441919}" type="presParOf" srcId="{41A416AC-DD44-6445-99F9-3C5180BB7F8E}" destId="{7687C6A0-5632-8047-A0D2-4DAAE3AF36F7}" srcOrd="5" destOrd="0" presId="urn:microsoft.com/office/officeart/2005/8/layout/cycle5"/>
    <dgm:cxn modelId="{4401C342-4F55-EA41-BCD5-58A5241A7651}" type="presParOf" srcId="{41A416AC-DD44-6445-99F9-3C5180BB7F8E}" destId="{A5AFF90E-861B-9A47-A01C-68B80BB454E8}" srcOrd="6" destOrd="0" presId="urn:microsoft.com/office/officeart/2005/8/layout/cycle5"/>
    <dgm:cxn modelId="{75B00E28-F3C5-7F47-A1AA-9A00A3761D1B}" type="presParOf" srcId="{41A416AC-DD44-6445-99F9-3C5180BB7F8E}" destId="{625CE5C8-715D-5749-8C9D-2586BD488E66}" srcOrd="7" destOrd="0" presId="urn:microsoft.com/office/officeart/2005/8/layout/cycle5"/>
    <dgm:cxn modelId="{F830B471-AEBB-B14C-86EA-A9E31774DA1E}" type="presParOf" srcId="{41A416AC-DD44-6445-99F9-3C5180BB7F8E}" destId="{A285B842-FB3D-E542-BA45-67D5500EE517}" srcOrd="8" destOrd="0" presId="urn:microsoft.com/office/officeart/2005/8/layout/cycle5"/>
    <dgm:cxn modelId="{D23B95D6-4C9B-FB49-B89C-8BE077005DED}" type="presParOf" srcId="{41A416AC-DD44-6445-99F9-3C5180BB7F8E}" destId="{0746FFEC-35F8-9441-8122-C52D281C365D}" srcOrd="9" destOrd="0" presId="urn:microsoft.com/office/officeart/2005/8/layout/cycle5"/>
    <dgm:cxn modelId="{1B52B323-333D-5D4B-AA6F-4B2A860A071F}" type="presParOf" srcId="{41A416AC-DD44-6445-99F9-3C5180BB7F8E}" destId="{19554611-4B9B-D940-94DB-CDD746373DF5}" srcOrd="10" destOrd="0" presId="urn:microsoft.com/office/officeart/2005/8/layout/cycle5"/>
    <dgm:cxn modelId="{6B8C318C-0764-2240-A9F7-39060AB78689}" type="presParOf" srcId="{41A416AC-DD44-6445-99F9-3C5180BB7F8E}" destId="{531BA64C-EEDA-A94C-A17E-2383EF5266E6}" srcOrd="11" destOrd="0" presId="urn:microsoft.com/office/officeart/2005/8/layout/cycle5"/>
    <dgm:cxn modelId="{D5729113-3743-AE48-BFD6-AF6726028EED}" type="presParOf" srcId="{41A416AC-DD44-6445-99F9-3C5180BB7F8E}" destId="{4696DEAE-EFBE-2F42-8869-5A89FC4B898A}" srcOrd="12" destOrd="0" presId="urn:microsoft.com/office/officeart/2005/8/layout/cycle5"/>
    <dgm:cxn modelId="{E2D4A8B1-8EE9-ED45-BF4D-D8FBBF1F6C3A}" type="presParOf" srcId="{41A416AC-DD44-6445-99F9-3C5180BB7F8E}" destId="{5CF74630-7C8B-864E-AD88-D600765EB703}" srcOrd="13" destOrd="0" presId="urn:microsoft.com/office/officeart/2005/8/layout/cycle5"/>
    <dgm:cxn modelId="{AD57D376-6C8A-A949-9030-DFC066946E08}" type="presParOf" srcId="{41A416AC-DD44-6445-99F9-3C5180BB7F8E}" destId="{94A6A2B8-1A4D-AF4B-9EF1-225B12773D7B}" srcOrd="14" destOrd="0" presId="urn:microsoft.com/office/officeart/2005/8/layout/cycle5"/>
    <dgm:cxn modelId="{D5B12E31-90CE-E242-A145-D34BA6F8502A}" type="presParOf" srcId="{41A416AC-DD44-6445-99F9-3C5180BB7F8E}" destId="{1FE68211-BB39-A84E-933A-B5E26D38C448}" srcOrd="15" destOrd="0" presId="urn:microsoft.com/office/officeart/2005/8/layout/cycle5"/>
    <dgm:cxn modelId="{C3D727AF-20B4-7C4F-9445-637C19C45C7E}" type="presParOf" srcId="{41A416AC-DD44-6445-99F9-3C5180BB7F8E}" destId="{4297E4A0-6D37-4849-934D-731E86186B75}" srcOrd="16" destOrd="0" presId="urn:microsoft.com/office/officeart/2005/8/layout/cycle5"/>
    <dgm:cxn modelId="{B31F01D4-4E3F-5940-ABE9-AB9CD7EC9DB9}" type="presParOf" srcId="{41A416AC-DD44-6445-99F9-3C5180BB7F8E}" destId="{72C246FB-9E1E-2448-B13C-6C189A56A484}" srcOrd="17" destOrd="0" presId="urn:microsoft.com/office/officeart/2005/8/layout/cycle5"/>
    <dgm:cxn modelId="{266B16A7-F735-CD49-ACEC-CD240C54403D}" type="presParOf" srcId="{41A416AC-DD44-6445-99F9-3C5180BB7F8E}" destId="{BF193994-4A47-414D-A3F5-84B11D05A8AD}" srcOrd="18" destOrd="0" presId="urn:microsoft.com/office/officeart/2005/8/layout/cycle5"/>
    <dgm:cxn modelId="{710765B3-1EFB-7E42-80CF-FB32EBDC0394}" type="presParOf" srcId="{41A416AC-DD44-6445-99F9-3C5180BB7F8E}" destId="{B513FBCF-313B-3F48-A0F9-7F9BEAE36429}" srcOrd="19" destOrd="0" presId="urn:microsoft.com/office/officeart/2005/8/layout/cycle5"/>
    <dgm:cxn modelId="{6E8E9832-A982-CE4C-9A84-E7AC7AC06969}" type="presParOf" srcId="{41A416AC-DD44-6445-99F9-3C5180BB7F8E}" destId="{5FEE1769-4DE2-5A42-88B0-F2AE2C543EB7}" srcOrd="20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50F70B-834E-48CD-97FA-458694CE4C7D}" type="doc">
      <dgm:prSet loTypeId="urn:microsoft.com/office/officeart/2005/8/layout/process3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PK"/>
        </a:p>
      </dgm:t>
    </dgm:pt>
    <dgm:pt modelId="{64CBD8ED-8C24-4A72-8177-538BCF3AD494}">
      <dgm:prSet phldrT="[Text]" phldr="0"/>
      <dgm:spPr/>
      <dgm:t>
        <a:bodyPr/>
        <a:lstStyle/>
        <a:p>
          <a:r>
            <a:rPr lang="en-US"/>
            <a:t>First Iteration</a:t>
          </a:r>
          <a:endParaRPr lang="en-PK"/>
        </a:p>
      </dgm:t>
    </dgm:pt>
    <dgm:pt modelId="{D4485EAD-8700-4D5F-B836-E2EED11F2921}" type="parTrans" cxnId="{F9778551-9092-4546-80F6-71A4F12D8512}">
      <dgm:prSet/>
      <dgm:spPr/>
      <dgm:t>
        <a:bodyPr/>
        <a:lstStyle/>
        <a:p>
          <a:endParaRPr lang="en-PK"/>
        </a:p>
      </dgm:t>
    </dgm:pt>
    <dgm:pt modelId="{ABB90FDB-6571-4E3E-A1E9-C9D6A087972C}" type="sibTrans" cxnId="{F9778551-9092-4546-80F6-71A4F12D8512}">
      <dgm:prSet/>
      <dgm:spPr/>
      <dgm:t>
        <a:bodyPr/>
        <a:lstStyle/>
        <a:p>
          <a:endParaRPr lang="en-PK"/>
        </a:p>
      </dgm:t>
    </dgm:pt>
    <dgm:pt modelId="{9DE83CC7-2486-45B5-B634-BC1A20AB7C31}">
      <dgm:prSet phldrT="[Text]" phldr="0"/>
      <dgm:spPr/>
      <dgm:t>
        <a:bodyPr/>
        <a:lstStyle/>
        <a:p>
          <a:r>
            <a:rPr lang="en-US"/>
            <a:t>Requirements</a:t>
          </a:r>
          <a:endParaRPr lang="en-PK"/>
        </a:p>
      </dgm:t>
    </dgm:pt>
    <dgm:pt modelId="{1DB95B74-2EEE-4837-A918-7BC3793AFC05}" type="parTrans" cxnId="{40FA5D22-D5AE-455B-8220-95A308FAAC59}">
      <dgm:prSet/>
      <dgm:spPr/>
      <dgm:t>
        <a:bodyPr/>
        <a:lstStyle/>
        <a:p>
          <a:endParaRPr lang="en-PK"/>
        </a:p>
      </dgm:t>
    </dgm:pt>
    <dgm:pt modelId="{DB5A65DA-7A43-42B7-ACE6-0BA47511B35E}" type="sibTrans" cxnId="{40FA5D22-D5AE-455B-8220-95A308FAAC59}">
      <dgm:prSet/>
      <dgm:spPr/>
      <dgm:t>
        <a:bodyPr/>
        <a:lstStyle/>
        <a:p>
          <a:endParaRPr lang="en-PK"/>
        </a:p>
      </dgm:t>
    </dgm:pt>
    <dgm:pt modelId="{B3E09814-36B1-43C6-B52D-BA699E6DDCAE}">
      <dgm:prSet phldrT="[Text]" phldr="0"/>
      <dgm:spPr/>
      <dgm:t>
        <a:bodyPr/>
        <a:lstStyle/>
        <a:p>
          <a:r>
            <a:rPr lang="en-US"/>
            <a:t>Iteration 2</a:t>
          </a:r>
          <a:endParaRPr lang="en-PK"/>
        </a:p>
      </dgm:t>
    </dgm:pt>
    <dgm:pt modelId="{85C2DBAE-D6A9-4C5F-9889-9215259D31E9}" type="parTrans" cxnId="{69D1FD0A-88EF-4B3B-AB4A-5638B9152BFB}">
      <dgm:prSet/>
      <dgm:spPr/>
      <dgm:t>
        <a:bodyPr/>
        <a:lstStyle/>
        <a:p>
          <a:endParaRPr lang="en-PK"/>
        </a:p>
      </dgm:t>
    </dgm:pt>
    <dgm:pt modelId="{57665F64-673A-4666-ADF6-14CE5552BD3D}" type="sibTrans" cxnId="{69D1FD0A-88EF-4B3B-AB4A-5638B9152BFB}">
      <dgm:prSet/>
      <dgm:spPr/>
      <dgm:t>
        <a:bodyPr/>
        <a:lstStyle/>
        <a:p>
          <a:endParaRPr lang="en-PK"/>
        </a:p>
      </dgm:t>
    </dgm:pt>
    <dgm:pt modelId="{9FF6AAC5-D61E-4B70-94BB-5E30A4501196}">
      <dgm:prSet phldrT="[Text]" phldr="0"/>
      <dgm:spPr/>
      <dgm:t>
        <a:bodyPr/>
        <a:lstStyle/>
        <a:p>
          <a:r>
            <a:rPr lang="en-US"/>
            <a:t>Analysis</a:t>
          </a:r>
          <a:endParaRPr lang="en-PK"/>
        </a:p>
      </dgm:t>
    </dgm:pt>
    <dgm:pt modelId="{EBA12877-A954-43C3-86B8-5DB6ED006C40}" type="parTrans" cxnId="{C47B324E-A001-4C29-8BE1-1D6108C4C143}">
      <dgm:prSet/>
      <dgm:spPr/>
      <dgm:t>
        <a:bodyPr/>
        <a:lstStyle/>
        <a:p>
          <a:endParaRPr lang="en-PK"/>
        </a:p>
      </dgm:t>
    </dgm:pt>
    <dgm:pt modelId="{D5F1B696-FF87-4998-BE13-5D59B344DF4F}" type="sibTrans" cxnId="{C47B324E-A001-4C29-8BE1-1D6108C4C143}">
      <dgm:prSet/>
      <dgm:spPr/>
      <dgm:t>
        <a:bodyPr/>
        <a:lstStyle/>
        <a:p>
          <a:endParaRPr lang="en-PK"/>
        </a:p>
      </dgm:t>
    </dgm:pt>
    <dgm:pt modelId="{52DA6786-71D0-4B8A-92BF-4C2C3D560AD7}">
      <dgm:prSet phldrT="[Text]" phldr="0"/>
      <dgm:spPr/>
      <dgm:t>
        <a:bodyPr/>
        <a:lstStyle/>
        <a:p>
          <a:r>
            <a:rPr lang="en-US"/>
            <a:t>Iteration 3</a:t>
          </a:r>
          <a:endParaRPr lang="en-PK"/>
        </a:p>
      </dgm:t>
    </dgm:pt>
    <dgm:pt modelId="{C5333E28-9A38-471B-8364-CFB6CE33E5DF}" type="parTrans" cxnId="{1DDAE34D-02FB-4D8A-8153-F81C2BBD9DC6}">
      <dgm:prSet/>
      <dgm:spPr/>
      <dgm:t>
        <a:bodyPr/>
        <a:lstStyle/>
        <a:p>
          <a:endParaRPr lang="en-PK"/>
        </a:p>
      </dgm:t>
    </dgm:pt>
    <dgm:pt modelId="{FB9B4820-D86D-479E-9124-314604D865BF}" type="sibTrans" cxnId="{1DDAE34D-02FB-4D8A-8153-F81C2BBD9DC6}">
      <dgm:prSet/>
      <dgm:spPr/>
      <dgm:t>
        <a:bodyPr/>
        <a:lstStyle/>
        <a:p>
          <a:endParaRPr lang="en-PK"/>
        </a:p>
      </dgm:t>
    </dgm:pt>
    <dgm:pt modelId="{957BDE52-2B3B-4261-AD72-EE766338399E}">
      <dgm:prSet phldrT="[Text]" phldr="0"/>
      <dgm:spPr/>
      <dgm:t>
        <a:bodyPr/>
        <a:lstStyle/>
        <a:p>
          <a:r>
            <a:rPr lang="en-US"/>
            <a:t>Analysis</a:t>
          </a:r>
          <a:endParaRPr lang="en-PK"/>
        </a:p>
      </dgm:t>
    </dgm:pt>
    <dgm:pt modelId="{16E8B989-132F-43F0-B603-05ED6698CD93}" type="parTrans" cxnId="{3EF40D62-E19C-4572-9BED-5C09D7450200}">
      <dgm:prSet/>
      <dgm:spPr/>
      <dgm:t>
        <a:bodyPr/>
        <a:lstStyle/>
        <a:p>
          <a:endParaRPr lang="en-PK"/>
        </a:p>
      </dgm:t>
    </dgm:pt>
    <dgm:pt modelId="{041B3FF6-1DF4-4D0C-8CCB-8C2AC55EA1F8}" type="sibTrans" cxnId="{3EF40D62-E19C-4572-9BED-5C09D7450200}">
      <dgm:prSet/>
      <dgm:spPr/>
      <dgm:t>
        <a:bodyPr/>
        <a:lstStyle/>
        <a:p>
          <a:endParaRPr lang="en-PK"/>
        </a:p>
      </dgm:t>
    </dgm:pt>
    <dgm:pt modelId="{062644F4-542B-411F-AB64-1703F0A003B1}">
      <dgm:prSet phldrT="[Text]" phldr="0"/>
      <dgm:spPr/>
      <dgm:t>
        <a:bodyPr/>
        <a:lstStyle/>
        <a:p>
          <a:r>
            <a:rPr lang="en-US"/>
            <a:t>Analysis</a:t>
          </a:r>
          <a:endParaRPr lang="en-PK"/>
        </a:p>
      </dgm:t>
    </dgm:pt>
    <dgm:pt modelId="{3C93A3BA-7072-4BEF-899B-0FB79A54D79E}" type="parTrans" cxnId="{43672867-8867-41E9-896D-EEABC4D877C1}">
      <dgm:prSet/>
      <dgm:spPr/>
      <dgm:t>
        <a:bodyPr/>
        <a:lstStyle/>
        <a:p>
          <a:endParaRPr lang="en-PK"/>
        </a:p>
      </dgm:t>
    </dgm:pt>
    <dgm:pt modelId="{B5EEEE24-C8BD-408A-9BB5-07CB805A872E}" type="sibTrans" cxnId="{43672867-8867-41E9-896D-EEABC4D877C1}">
      <dgm:prSet/>
      <dgm:spPr/>
      <dgm:t>
        <a:bodyPr/>
        <a:lstStyle/>
        <a:p>
          <a:endParaRPr lang="en-PK"/>
        </a:p>
      </dgm:t>
    </dgm:pt>
    <dgm:pt modelId="{084D5F34-7B02-4EF4-B396-9910FFB9B6D1}">
      <dgm:prSet phldrT="[Text]" phldr="0"/>
      <dgm:spPr/>
      <dgm:t>
        <a:bodyPr/>
        <a:lstStyle/>
        <a:p>
          <a:r>
            <a:rPr lang="en-US"/>
            <a:t>Design</a:t>
          </a:r>
          <a:endParaRPr lang="en-PK"/>
        </a:p>
      </dgm:t>
    </dgm:pt>
    <dgm:pt modelId="{713DBC8A-5F45-4215-9EE9-432A17C756A4}" type="parTrans" cxnId="{1913C3D0-76A9-469A-9026-A8EE6BB8342A}">
      <dgm:prSet/>
      <dgm:spPr/>
      <dgm:t>
        <a:bodyPr/>
        <a:lstStyle/>
        <a:p>
          <a:endParaRPr lang="en-PK"/>
        </a:p>
      </dgm:t>
    </dgm:pt>
    <dgm:pt modelId="{E594097A-421B-4452-A3FD-73FC1D5B6F77}" type="sibTrans" cxnId="{1913C3D0-76A9-469A-9026-A8EE6BB8342A}">
      <dgm:prSet/>
      <dgm:spPr/>
      <dgm:t>
        <a:bodyPr/>
        <a:lstStyle/>
        <a:p>
          <a:endParaRPr lang="en-PK"/>
        </a:p>
      </dgm:t>
    </dgm:pt>
    <dgm:pt modelId="{50F618B0-69FD-4A53-B801-8380B915FE3B}">
      <dgm:prSet phldrT="[Text]" phldr="0"/>
      <dgm:spPr/>
      <dgm:t>
        <a:bodyPr/>
        <a:lstStyle/>
        <a:p>
          <a:r>
            <a:rPr lang="en-US"/>
            <a:t>Testing</a:t>
          </a:r>
          <a:endParaRPr lang="en-PK"/>
        </a:p>
      </dgm:t>
    </dgm:pt>
    <dgm:pt modelId="{0AABD056-CF9F-4017-9860-B63D25181124}" type="parTrans" cxnId="{38E1F5D7-163B-44E3-BA09-56C113B866E8}">
      <dgm:prSet/>
      <dgm:spPr/>
      <dgm:t>
        <a:bodyPr/>
        <a:lstStyle/>
        <a:p>
          <a:endParaRPr lang="en-PK"/>
        </a:p>
      </dgm:t>
    </dgm:pt>
    <dgm:pt modelId="{92FD06FD-B025-4531-9E5C-A7A110951835}" type="sibTrans" cxnId="{38E1F5D7-163B-44E3-BA09-56C113B866E8}">
      <dgm:prSet/>
      <dgm:spPr/>
      <dgm:t>
        <a:bodyPr/>
        <a:lstStyle/>
        <a:p>
          <a:endParaRPr lang="en-PK"/>
        </a:p>
      </dgm:t>
    </dgm:pt>
    <dgm:pt modelId="{B691F6E2-E2AB-427A-A201-3A07AE4EF2DC}">
      <dgm:prSet phldrT="[Text]" phldr="0"/>
      <dgm:spPr/>
      <dgm:t>
        <a:bodyPr/>
        <a:lstStyle/>
        <a:p>
          <a:r>
            <a:rPr lang="en-US"/>
            <a:t>Implementation</a:t>
          </a:r>
          <a:endParaRPr lang="en-PK"/>
        </a:p>
      </dgm:t>
    </dgm:pt>
    <dgm:pt modelId="{21C227CF-361D-43B2-A83F-6DC8BA624EB8}" type="parTrans" cxnId="{DC91E1A0-0DCE-44E4-9E98-09B0EC3C82E3}">
      <dgm:prSet/>
      <dgm:spPr/>
      <dgm:t>
        <a:bodyPr/>
        <a:lstStyle/>
        <a:p>
          <a:endParaRPr lang="en-PK"/>
        </a:p>
      </dgm:t>
    </dgm:pt>
    <dgm:pt modelId="{CB617658-E43A-4807-85F5-DA4581C2D7DC}" type="sibTrans" cxnId="{DC91E1A0-0DCE-44E4-9E98-09B0EC3C82E3}">
      <dgm:prSet/>
      <dgm:spPr/>
      <dgm:t>
        <a:bodyPr/>
        <a:lstStyle/>
        <a:p>
          <a:endParaRPr lang="en-PK"/>
        </a:p>
      </dgm:t>
    </dgm:pt>
    <dgm:pt modelId="{8EBFD8B9-BDDD-490D-A743-75B1D316EDCF}">
      <dgm:prSet phldrT="[Text]" phldr="0"/>
      <dgm:spPr/>
      <dgm:t>
        <a:bodyPr/>
        <a:lstStyle/>
        <a:p>
          <a:r>
            <a:rPr lang="en-US"/>
            <a:t>Design</a:t>
          </a:r>
          <a:endParaRPr lang="en-PK"/>
        </a:p>
      </dgm:t>
    </dgm:pt>
    <dgm:pt modelId="{03239358-E012-41E7-B541-1F12B18447C8}" type="parTrans" cxnId="{5A49552D-2F2F-4EEC-98D2-20A789FA723A}">
      <dgm:prSet/>
      <dgm:spPr/>
      <dgm:t>
        <a:bodyPr/>
        <a:lstStyle/>
        <a:p>
          <a:endParaRPr lang="en-PK"/>
        </a:p>
      </dgm:t>
    </dgm:pt>
    <dgm:pt modelId="{E18A7CB4-6263-4F27-B01F-29BFBF196EB3}" type="sibTrans" cxnId="{5A49552D-2F2F-4EEC-98D2-20A789FA723A}">
      <dgm:prSet/>
      <dgm:spPr/>
      <dgm:t>
        <a:bodyPr/>
        <a:lstStyle/>
        <a:p>
          <a:endParaRPr lang="en-PK"/>
        </a:p>
      </dgm:t>
    </dgm:pt>
    <dgm:pt modelId="{81466201-A781-4B46-B994-04C4985AC687}">
      <dgm:prSet phldrT="[Text]" phldr="0"/>
      <dgm:spPr/>
      <dgm:t>
        <a:bodyPr/>
        <a:lstStyle/>
        <a:p>
          <a:r>
            <a:rPr lang="en-US"/>
            <a:t>Testing</a:t>
          </a:r>
          <a:endParaRPr lang="en-PK"/>
        </a:p>
      </dgm:t>
    </dgm:pt>
    <dgm:pt modelId="{20DF5FA2-A5DF-4D4A-BEE4-33ED51087EF7}" type="parTrans" cxnId="{80365974-0B99-43D9-8F48-A5FDE1A5BEC2}">
      <dgm:prSet/>
      <dgm:spPr/>
      <dgm:t>
        <a:bodyPr/>
        <a:lstStyle/>
        <a:p>
          <a:endParaRPr lang="en-PK"/>
        </a:p>
      </dgm:t>
    </dgm:pt>
    <dgm:pt modelId="{C23B5C0E-8BB5-4CD4-8121-1EED65AB7439}" type="sibTrans" cxnId="{80365974-0B99-43D9-8F48-A5FDE1A5BEC2}">
      <dgm:prSet/>
      <dgm:spPr/>
      <dgm:t>
        <a:bodyPr/>
        <a:lstStyle/>
        <a:p>
          <a:endParaRPr lang="en-PK"/>
        </a:p>
      </dgm:t>
    </dgm:pt>
    <dgm:pt modelId="{8FE9BF21-2424-471D-B62F-AC3C8AC5B440}">
      <dgm:prSet phldrT="[Text]" phldr="0"/>
      <dgm:spPr/>
      <dgm:t>
        <a:bodyPr/>
        <a:lstStyle/>
        <a:p>
          <a:r>
            <a:rPr lang="en-US"/>
            <a:t>Implementation</a:t>
          </a:r>
          <a:endParaRPr lang="en-PK"/>
        </a:p>
      </dgm:t>
    </dgm:pt>
    <dgm:pt modelId="{D7652483-741D-41B8-AA05-725C5FD8BDC5}" type="parTrans" cxnId="{26503657-9484-481D-8780-FCCC2E37BA42}">
      <dgm:prSet/>
      <dgm:spPr/>
      <dgm:t>
        <a:bodyPr/>
        <a:lstStyle/>
        <a:p>
          <a:endParaRPr lang="en-PK"/>
        </a:p>
      </dgm:t>
    </dgm:pt>
    <dgm:pt modelId="{850CC858-B4F0-4283-839A-411978F40328}" type="sibTrans" cxnId="{26503657-9484-481D-8780-FCCC2E37BA42}">
      <dgm:prSet/>
      <dgm:spPr/>
      <dgm:t>
        <a:bodyPr/>
        <a:lstStyle/>
        <a:p>
          <a:endParaRPr lang="en-PK"/>
        </a:p>
      </dgm:t>
    </dgm:pt>
    <dgm:pt modelId="{0F0560A8-5D2B-4B7E-AA80-60DB2AAB66F0}">
      <dgm:prSet phldrT="[Text]" phldr="0"/>
      <dgm:spPr/>
      <dgm:t>
        <a:bodyPr/>
        <a:lstStyle/>
        <a:p>
          <a:r>
            <a:rPr lang="en-US"/>
            <a:t>Design</a:t>
          </a:r>
          <a:endParaRPr lang="en-PK"/>
        </a:p>
      </dgm:t>
    </dgm:pt>
    <dgm:pt modelId="{5F0B806A-D586-47E5-A464-5B646B9B07D3}" type="parTrans" cxnId="{A4C7B9CB-8769-4FCF-BBBA-E8AA9168BF75}">
      <dgm:prSet/>
      <dgm:spPr/>
      <dgm:t>
        <a:bodyPr/>
        <a:lstStyle/>
        <a:p>
          <a:endParaRPr lang="en-PK"/>
        </a:p>
      </dgm:t>
    </dgm:pt>
    <dgm:pt modelId="{7D7D448D-B048-4172-80BB-A44B34F0FACD}" type="sibTrans" cxnId="{A4C7B9CB-8769-4FCF-BBBA-E8AA9168BF75}">
      <dgm:prSet/>
      <dgm:spPr/>
      <dgm:t>
        <a:bodyPr/>
        <a:lstStyle/>
        <a:p>
          <a:endParaRPr lang="en-PK"/>
        </a:p>
      </dgm:t>
    </dgm:pt>
    <dgm:pt modelId="{8693D4BF-CAA5-4762-8B59-F0F615EE7EDA}">
      <dgm:prSet phldrT="[Text]" phldr="0"/>
      <dgm:spPr/>
      <dgm:t>
        <a:bodyPr/>
        <a:lstStyle/>
        <a:p>
          <a:r>
            <a:rPr lang="en-US"/>
            <a:t>Testing</a:t>
          </a:r>
          <a:endParaRPr lang="en-PK"/>
        </a:p>
      </dgm:t>
    </dgm:pt>
    <dgm:pt modelId="{0A51B425-0004-4F51-9DE8-8FCEEFEE5F03}" type="parTrans" cxnId="{A6F20A1D-9512-48CB-848A-EA33CC43B9C0}">
      <dgm:prSet/>
      <dgm:spPr/>
      <dgm:t>
        <a:bodyPr/>
        <a:lstStyle/>
        <a:p>
          <a:endParaRPr lang="en-PK"/>
        </a:p>
      </dgm:t>
    </dgm:pt>
    <dgm:pt modelId="{64E31906-C60F-4EE4-9E89-29D785EDF80A}" type="sibTrans" cxnId="{A6F20A1D-9512-48CB-848A-EA33CC43B9C0}">
      <dgm:prSet/>
      <dgm:spPr/>
      <dgm:t>
        <a:bodyPr/>
        <a:lstStyle/>
        <a:p>
          <a:endParaRPr lang="en-PK"/>
        </a:p>
      </dgm:t>
    </dgm:pt>
    <dgm:pt modelId="{26496AC6-C9BB-4382-83E5-28B7C09FCAAD}">
      <dgm:prSet phldrT="[Text]" phldr="0"/>
      <dgm:spPr/>
      <dgm:t>
        <a:bodyPr/>
        <a:lstStyle/>
        <a:p>
          <a:r>
            <a:rPr lang="en-US"/>
            <a:t>Implementation</a:t>
          </a:r>
          <a:endParaRPr lang="en-PK"/>
        </a:p>
      </dgm:t>
    </dgm:pt>
    <dgm:pt modelId="{74AF5C8C-1538-4D93-B72C-D1F8117E6613}" type="parTrans" cxnId="{8AF6B5F0-D39F-49E9-845C-B5D8D45070B9}">
      <dgm:prSet/>
      <dgm:spPr/>
      <dgm:t>
        <a:bodyPr/>
        <a:lstStyle/>
        <a:p>
          <a:endParaRPr lang="en-PK"/>
        </a:p>
      </dgm:t>
    </dgm:pt>
    <dgm:pt modelId="{84BC5F0D-6180-4B0A-A9C3-EF73CFA1F4DA}" type="sibTrans" cxnId="{8AF6B5F0-D39F-49E9-845C-B5D8D45070B9}">
      <dgm:prSet/>
      <dgm:spPr/>
      <dgm:t>
        <a:bodyPr/>
        <a:lstStyle/>
        <a:p>
          <a:endParaRPr lang="en-PK"/>
        </a:p>
      </dgm:t>
    </dgm:pt>
    <dgm:pt modelId="{67C402AE-3A82-4210-A464-7DFB4C5824D2}">
      <dgm:prSet phldrT="[Text]" phldr="0"/>
      <dgm:spPr/>
      <dgm:t>
        <a:bodyPr/>
        <a:lstStyle/>
        <a:p>
          <a:r>
            <a:rPr lang="en-US"/>
            <a:t>Final Iteration</a:t>
          </a:r>
          <a:endParaRPr lang="en-PK"/>
        </a:p>
      </dgm:t>
    </dgm:pt>
    <dgm:pt modelId="{6E5FADDA-E892-4733-B8F7-8D86A5EC7BA1}" type="parTrans" cxnId="{4D2D9405-EC53-4B14-AB11-E26CA922E9B4}">
      <dgm:prSet/>
      <dgm:spPr/>
      <dgm:t>
        <a:bodyPr/>
        <a:lstStyle/>
        <a:p>
          <a:endParaRPr lang="en-PK"/>
        </a:p>
      </dgm:t>
    </dgm:pt>
    <dgm:pt modelId="{72E9CC1B-16BB-4139-B303-81DA99E3A89E}" type="sibTrans" cxnId="{4D2D9405-EC53-4B14-AB11-E26CA922E9B4}">
      <dgm:prSet/>
      <dgm:spPr/>
      <dgm:t>
        <a:bodyPr/>
        <a:lstStyle/>
        <a:p>
          <a:endParaRPr lang="en-PK"/>
        </a:p>
      </dgm:t>
    </dgm:pt>
    <dgm:pt modelId="{A9AC7FD7-4EA4-4A94-AAEF-3C341CA16967}">
      <dgm:prSet phldrT="[Text]" phldr="0"/>
      <dgm:spPr/>
      <dgm:t>
        <a:bodyPr/>
        <a:lstStyle/>
        <a:p>
          <a:r>
            <a:rPr lang="en-US"/>
            <a:t>Analysis</a:t>
          </a:r>
          <a:endParaRPr lang="en-PK"/>
        </a:p>
      </dgm:t>
    </dgm:pt>
    <dgm:pt modelId="{C2C9964B-6259-487F-B662-5F50BE2B3FC0}" type="parTrans" cxnId="{57ECA315-6D6F-4514-9529-856D9E2328CD}">
      <dgm:prSet/>
      <dgm:spPr/>
      <dgm:t>
        <a:bodyPr/>
        <a:lstStyle/>
        <a:p>
          <a:endParaRPr lang="en-PK"/>
        </a:p>
      </dgm:t>
    </dgm:pt>
    <dgm:pt modelId="{095AFF56-8C7B-4A89-913C-BD715990CD91}" type="sibTrans" cxnId="{57ECA315-6D6F-4514-9529-856D9E2328CD}">
      <dgm:prSet/>
      <dgm:spPr/>
      <dgm:t>
        <a:bodyPr/>
        <a:lstStyle/>
        <a:p>
          <a:endParaRPr lang="en-PK"/>
        </a:p>
      </dgm:t>
    </dgm:pt>
    <dgm:pt modelId="{66455B22-7AE1-4C1F-B8D6-675F6D4EEEEA}">
      <dgm:prSet phldrT="[Text]" phldr="0"/>
      <dgm:spPr/>
      <dgm:t>
        <a:bodyPr/>
        <a:lstStyle/>
        <a:p>
          <a:r>
            <a:rPr lang="en-US"/>
            <a:t>Design</a:t>
          </a:r>
          <a:endParaRPr lang="en-PK"/>
        </a:p>
      </dgm:t>
    </dgm:pt>
    <dgm:pt modelId="{2E38FB99-C6BA-4A2E-9166-8B1BCFCFE74F}" type="parTrans" cxnId="{3E599BDD-5BA3-474A-8E4D-6AD731590656}">
      <dgm:prSet/>
      <dgm:spPr/>
      <dgm:t>
        <a:bodyPr/>
        <a:lstStyle/>
        <a:p>
          <a:endParaRPr lang="en-PK"/>
        </a:p>
      </dgm:t>
    </dgm:pt>
    <dgm:pt modelId="{8341F258-0636-430D-9922-CB4084005EDB}" type="sibTrans" cxnId="{3E599BDD-5BA3-474A-8E4D-6AD731590656}">
      <dgm:prSet/>
      <dgm:spPr/>
      <dgm:t>
        <a:bodyPr/>
        <a:lstStyle/>
        <a:p>
          <a:endParaRPr lang="en-PK"/>
        </a:p>
      </dgm:t>
    </dgm:pt>
    <dgm:pt modelId="{6371F1BF-01F9-4137-A7C7-E4D786719542}">
      <dgm:prSet phldrT="[Text]" phldr="0"/>
      <dgm:spPr/>
      <dgm:t>
        <a:bodyPr/>
        <a:lstStyle/>
        <a:p>
          <a:r>
            <a:rPr lang="en-US"/>
            <a:t>Testing</a:t>
          </a:r>
          <a:endParaRPr lang="en-PK"/>
        </a:p>
      </dgm:t>
    </dgm:pt>
    <dgm:pt modelId="{29594658-A7D4-4458-B32A-DD6E746C4811}" type="parTrans" cxnId="{7A3C3F48-2D44-4BC3-AB06-4832F02EFDF9}">
      <dgm:prSet/>
      <dgm:spPr/>
      <dgm:t>
        <a:bodyPr/>
        <a:lstStyle/>
        <a:p>
          <a:endParaRPr lang="en-PK"/>
        </a:p>
      </dgm:t>
    </dgm:pt>
    <dgm:pt modelId="{87649DFB-BD96-4DCE-BF24-808F1004E507}" type="sibTrans" cxnId="{7A3C3F48-2D44-4BC3-AB06-4832F02EFDF9}">
      <dgm:prSet/>
      <dgm:spPr/>
      <dgm:t>
        <a:bodyPr/>
        <a:lstStyle/>
        <a:p>
          <a:endParaRPr lang="en-PK"/>
        </a:p>
      </dgm:t>
    </dgm:pt>
    <dgm:pt modelId="{6A4CBDBE-28E1-4DE3-BDE3-CBBFDFA4FE6E}">
      <dgm:prSet phldrT="[Text]" phldr="0"/>
      <dgm:spPr/>
      <dgm:t>
        <a:bodyPr/>
        <a:lstStyle/>
        <a:p>
          <a:r>
            <a:rPr lang="en-US"/>
            <a:t>Implementation</a:t>
          </a:r>
          <a:endParaRPr lang="en-PK"/>
        </a:p>
      </dgm:t>
    </dgm:pt>
    <dgm:pt modelId="{40C3C21C-F83F-4F50-A418-FCDF095A4637}" type="parTrans" cxnId="{E8578C70-004A-49E9-8795-3497A59C54AC}">
      <dgm:prSet/>
      <dgm:spPr/>
      <dgm:t>
        <a:bodyPr/>
        <a:lstStyle/>
        <a:p>
          <a:endParaRPr lang="en-PK"/>
        </a:p>
      </dgm:t>
    </dgm:pt>
    <dgm:pt modelId="{76A94E96-9093-4BC3-9921-B02367E23FA0}" type="sibTrans" cxnId="{E8578C70-004A-49E9-8795-3497A59C54AC}">
      <dgm:prSet/>
      <dgm:spPr/>
      <dgm:t>
        <a:bodyPr/>
        <a:lstStyle/>
        <a:p>
          <a:endParaRPr lang="en-PK"/>
        </a:p>
      </dgm:t>
    </dgm:pt>
    <dgm:pt modelId="{88064FF9-28E5-4761-B829-D6A2DF3FE74A}">
      <dgm:prSet phldrT="[Text]" phldr="0"/>
      <dgm:spPr/>
      <dgm:t>
        <a:bodyPr/>
        <a:lstStyle/>
        <a:p>
          <a:r>
            <a:rPr lang="en-US"/>
            <a:t>Review</a:t>
          </a:r>
          <a:endParaRPr lang="en-PK"/>
        </a:p>
      </dgm:t>
    </dgm:pt>
    <dgm:pt modelId="{81B3D9E4-89A9-42FC-81C3-7D06F6E9DC51}" type="parTrans" cxnId="{D470020A-DFAD-4A78-8A7D-F2A2A8EB133D}">
      <dgm:prSet/>
      <dgm:spPr/>
      <dgm:t>
        <a:bodyPr/>
        <a:lstStyle/>
        <a:p>
          <a:endParaRPr lang="en-PK"/>
        </a:p>
      </dgm:t>
    </dgm:pt>
    <dgm:pt modelId="{26166266-3A3A-4595-A00F-F20193655211}" type="sibTrans" cxnId="{D470020A-DFAD-4A78-8A7D-F2A2A8EB133D}">
      <dgm:prSet/>
      <dgm:spPr/>
      <dgm:t>
        <a:bodyPr/>
        <a:lstStyle/>
        <a:p>
          <a:endParaRPr lang="en-PK"/>
        </a:p>
      </dgm:t>
    </dgm:pt>
    <dgm:pt modelId="{F95F7D42-C049-4AAB-BBBA-933720181A35}">
      <dgm:prSet phldrT="[Text]" phldr="0"/>
      <dgm:spPr/>
      <dgm:t>
        <a:bodyPr/>
        <a:lstStyle/>
        <a:p>
          <a:r>
            <a:rPr lang="en-US"/>
            <a:t>Deployment</a:t>
          </a:r>
          <a:endParaRPr lang="en-PK"/>
        </a:p>
      </dgm:t>
    </dgm:pt>
    <dgm:pt modelId="{0FC97C3C-5443-424A-A73F-62DB7B9ADC1C}" type="parTrans" cxnId="{89BA5B4A-6120-4246-97C4-DA0D2E25E99D}">
      <dgm:prSet/>
      <dgm:spPr/>
      <dgm:t>
        <a:bodyPr/>
        <a:lstStyle/>
        <a:p>
          <a:endParaRPr lang="en-PK"/>
        </a:p>
      </dgm:t>
    </dgm:pt>
    <dgm:pt modelId="{B700DF9F-29D9-4A52-84B9-CEEC3D5B231A}" type="sibTrans" cxnId="{89BA5B4A-6120-4246-97C4-DA0D2E25E99D}">
      <dgm:prSet/>
      <dgm:spPr/>
      <dgm:t>
        <a:bodyPr/>
        <a:lstStyle/>
        <a:p>
          <a:endParaRPr lang="en-PK"/>
        </a:p>
      </dgm:t>
    </dgm:pt>
    <dgm:pt modelId="{BA3FBBE3-E660-4DD7-A3B0-92B589FE9EF3}">
      <dgm:prSet phldrT="[Text]" phldr="0"/>
      <dgm:spPr/>
      <dgm:t>
        <a:bodyPr/>
        <a:lstStyle/>
        <a:p>
          <a:r>
            <a:rPr lang="en-US"/>
            <a:t>Maintenance</a:t>
          </a:r>
          <a:endParaRPr lang="en-PK"/>
        </a:p>
      </dgm:t>
    </dgm:pt>
    <dgm:pt modelId="{E95BCDD7-8AA7-4BD5-B48E-A7695DEF1B6A}" type="parTrans" cxnId="{605A0131-C85C-4189-9F2D-4FC2A00978AA}">
      <dgm:prSet/>
      <dgm:spPr/>
      <dgm:t>
        <a:bodyPr/>
        <a:lstStyle/>
        <a:p>
          <a:endParaRPr lang="en-PK"/>
        </a:p>
      </dgm:t>
    </dgm:pt>
    <dgm:pt modelId="{6DF0C54E-8987-44D8-BC35-4934BBB5C561}" type="sibTrans" cxnId="{605A0131-C85C-4189-9F2D-4FC2A00978AA}">
      <dgm:prSet/>
      <dgm:spPr/>
      <dgm:t>
        <a:bodyPr/>
        <a:lstStyle/>
        <a:p>
          <a:endParaRPr lang="en-PK"/>
        </a:p>
      </dgm:t>
    </dgm:pt>
    <dgm:pt modelId="{2EB6073C-A03E-4C99-B3AC-49466BA8C7E8}" type="pres">
      <dgm:prSet presAssocID="{5C50F70B-834E-48CD-97FA-458694CE4C7D}" presName="linearFlow" presStyleCnt="0">
        <dgm:presLayoutVars>
          <dgm:dir/>
          <dgm:animLvl val="lvl"/>
          <dgm:resizeHandles val="exact"/>
        </dgm:presLayoutVars>
      </dgm:prSet>
      <dgm:spPr/>
    </dgm:pt>
    <dgm:pt modelId="{5A0FC794-B993-485E-9430-6C8B41A0583E}" type="pres">
      <dgm:prSet presAssocID="{64CBD8ED-8C24-4A72-8177-538BCF3AD494}" presName="composite" presStyleCnt="0"/>
      <dgm:spPr/>
    </dgm:pt>
    <dgm:pt modelId="{85F8CB3A-762F-400D-9969-217B9FEC93C8}" type="pres">
      <dgm:prSet presAssocID="{64CBD8ED-8C24-4A72-8177-538BCF3AD494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68402F8-0630-4330-B339-EBA7E634E793}" type="pres">
      <dgm:prSet presAssocID="{64CBD8ED-8C24-4A72-8177-538BCF3AD494}" presName="parSh" presStyleLbl="node1" presStyleIdx="0" presStyleCnt="4"/>
      <dgm:spPr/>
    </dgm:pt>
    <dgm:pt modelId="{36A89D89-9E99-4AC2-ACDA-F43AD5F14D8E}" type="pres">
      <dgm:prSet presAssocID="{64CBD8ED-8C24-4A72-8177-538BCF3AD494}" presName="desTx" presStyleLbl="fgAcc1" presStyleIdx="0" presStyleCnt="4">
        <dgm:presLayoutVars>
          <dgm:bulletEnabled val="1"/>
        </dgm:presLayoutVars>
      </dgm:prSet>
      <dgm:spPr/>
    </dgm:pt>
    <dgm:pt modelId="{C95774B1-FA35-4111-B312-7046AE91743C}" type="pres">
      <dgm:prSet presAssocID="{ABB90FDB-6571-4E3E-A1E9-C9D6A087972C}" presName="sibTrans" presStyleLbl="sibTrans2D1" presStyleIdx="0" presStyleCnt="3"/>
      <dgm:spPr/>
    </dgm:pt>
    <dgm:pt modelId="{F2D596B7-F754-43BF-9F01-14FEA158DE11}" type="pres">
      <dgm:prSet presAssocID="{ABB90FDB-6571-4E3E-A1E9-C9D6A087972C}" presName="connTx" presStyleLbl="sibTrans2D1" presStyleIdx="0" presStyleCnt="3"/>
      <dgm:spPr/>
    </dgm:pt>
    <dgm:pt modelId="{370A895B-F6C8-4EDC-9611-9497D5FFA5DF}" type="pres">
      <dgm:prSet presAssocID="{B3E09814-36B1-43C6-B52D-BA699E6DDCAE}" presName="composite" presStyleCnt="0"/>
      <dgm:spPr/>
    </dgm:pt>
    <dgm:pt modelId="{E26A317B-7A34-49B6-96B6-79FCB0D40206}" type="pres">
      <dgm:prSet presAssocID="{B3E09814-36B1-43C6-B52D-BA699E6DDCAE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D0EDC6A-0CC8-4B43-BD59-B4913F6D598A}" type="pres">
      <dgm:prSet presAssocID="{B3E09814-36B1-43C6-B52D-BA699E6DDCAE}" presName="parSh" presStyleLbl="node1" presStyleIdx="1" presStyleCnt="4"/>
      <dgm:spPr/>
    </dgm:pt>
    <dgm:pt modelId="{7A46E5C9-6D82-47EC-B0BE-8F90AF71FAA4}" type="pres">
      <dgm:prSet presAssocID="{B3E09814-36B1-43C6-B52D-BA699E6DDCAE}" presName="desTx" presStyleLbl="fgAcc1" presStyleIdx="1" presStyleCnt="4">
        <dgm:presLayoutVars>
          <dgm:bulletEnabled val="1"/>
        </dgm:presLayoutVars>
      </dgm:prSet>
      <dgm:spPr/>
    </dgm:pt>
    <dgm:pt modelId="{0EA17BAB-6DD4-4EEF-9AF4-89AE2FD585B2}" type="pres">
      <dgm:prSet presAssocID="{57665F64-673A-4666-ADF6-14CE5552BD3D}" presName="sibTrans" presStyleLbl="sibTrans2D1" presStyleIdx="1" presStyleCnt="3"/>
      <dgm:spPr/>
    </dgm:pt>
    <dgm:pt modelId="{06C3D2C2-ECB7-4F66-A091-F626D1801433}" type="pres">
      <dgm:prSet presAssocID="{57665F64-673A-4666-ADF6-14CE5552BD3D}" presName="connTx" presStyleLbl="sibTrans2D1" presStyleIdx="1" presStyleCnt="3"/>
      <dgm:spPr/>
    </dgm:pt>
    <dgm:pt modelId="{CA330517-01EE-4420-8DCE-0A0D50AB6ABA}" type="pres">
      <dgm:prSet presAssocID="{52DA6786-71D0-4B8A-92BF-4C2C3D560AD7}" presName="composite" presStyleCnt="0"/>
      <dgm:spPr/>
    </dgm:pt>
    <dgm:pt modelId="{01A1880E-A614-4400-ABD3-7808CB06A83F}" type="pres">
      <dgm:prSet presAssocID="{52DA6786-71D0-4B8A-92BF-4C2C3D560AD7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A3248CE-507B-4E13-A610-476A6268BAAD}" type="pres">
      <dgm:prSet presAssocID="{52DA6786-71D0-4B8A-92BF-4C2C3D560AD7}" presName="parSh" presStyleLbl="node1" presStyleIdx="2" presStyleCnt="4"/>
      <dgm:spPr/>
    </dgm:pt>
    <dgm:pt modelId="{018A53CE-EC34-455A-95F5-B64516C243CA}" type="pres">
      <dgm:prSet presAssocID="{52DA6786-71D0-4B8A-92BF-4C2C3D560AD7}" presName="desTx" presStyleLbl="fgAcc1" presStyleIdx="2" presStyleCnt="4">
        <dgm:presLayoutVars>
          <dgm:bulletEnabled val="1"/>
        </dgm:presLayoutVars>
      </dgm:prSet>
      <dgm:spPr/>
    </dgm:pt>
    <dgm:pt modelId="{CFF7109B-92EC-4B52-9177-A33E6A89CD5F}" type="pres">
      <dgm:prSet presAssocID="{FB9B4820-D86D-479E-9124-314604D865BF}" presName="sibTrans" presStyleLbl="sibTrans2D1" presStyleIdx="2" presStyleCnt="3"/>
      <dgm:spPr/>
    </dgm:pt>
    <dgm:pt modelId="{E8C6E320-9028-45CC-8179-6CF73F8B2B5C}" type="pres">
      <dgm:prSet presAssocID="{FB9B4820-D86D-479E-9124-314604D865BF}" presName="connTx" presStyleLbl="sibTrans2D1" presStyleIdx="2" presStyleCnt="3"/>
      <dgm:spPr/>
    </dgm:pt>
    <dgm:pt modelId="{62C11846-0B9C-4228-9343-F3756B5712B5}" type="pres">
      <dgm:prSet presAssocID="{67C402AE-3A82-4210-A464-7DFB4C5824D2}" presName="composite" presStyleCnt="0"/>
      <dgm:spPr/>
    </dgm:pt>
    <dgm:pt modelId="{82DE15FC-ED74-4F60-80B8-20FA6838F3BA}" type="pres">
      <dgm:prSet presAssocID="{67C402AE-3A82-4210-A464-7DFB4C5824D2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65E0450-1B8F-458F-AA10-5ACD75CA36A5}" type="pres">
      <dgm:prSet presAssocID="{67C402AE-3A82-4210-A464-7DFB4C5824D2}" presName="parSh" presStyleLbl="node1" presStyleIdx="3" presStyleCnt="4"/>
      <dgm:spPr/>
    </dgm:pt>
    <dgm:pt modelId="{E3B42E1E-236A-4521-8396-5C25A8CBB16F}" type="pres">
      <dgm:prSet presAssocID="{67C402AE-3A82-4210-A464-7DFB4C5824D2}" presName="desTx" presStyleLbl="fgAcc1" presStyleIdx="3" presStyleCnt="4">
        <dgm:presLayoutVars>
          <dgm:bulletEnabled val="1"/>
        </dgm:presLayoutVars>
      </dgm:prSet>
      <dgm:spPr/>
    </dgm:pt>
  </dgm:ptLst>
  <dgm:cxnLst>
    <dgm:cxn modelId="{4D2D9405-EC53-4B14-AB11-E26CA922E9B4}" srcId="{5C50F70B-834E-48CD-97FA-458694CE4C7D}" destId="{67C402AE-3A82-4210-A464-7DFB4C5824D2}" srcOrd="3" destOrd="0" parTransId="{6E5FADDA-E892-4733-B8F7-8D86A5EC7BA1}" sibTransId="{72E9CC1B-16BB-4139-B303-81DA99E3A89E}"/>
    <dgm:cxn modelId="{51BC2607-AF1E-4FDD-A2E1-2EBEE05246E2}" type="presOf" srcId="{8FE9BF21-2424-471D-B62F-AC3C8AC5B440}" destId="{7A46E5C9-6D82-47EC-B0BE-8F90AF71FAA4}" srcOrd="0" destOrd="3" presId="urn:microsoft.com/office/officeart/2005/8/layout/process3"/>
    <dgm:cxn modelId="{D470020A-DFAD-4A78-8A7D-F2A2A8EB133D}" srcId="{67C402AE-3A82-4210-A464-7DFB4C5824D2}" destId="{88064FF9-28E5-4761-B829-D6A2DF3FE74A}" srcOrd="4" destOrd="0" parTransId="{81B3D9E4-89A9-42FC-81C3-7D06F6E9DC51}" sibTransId="{26166266-3A3A-4595-A00F-F20193655211}"/>
    <dgm:cxn modelId="{69D1FD0A-88EF-4B3B-AB4A-5638B9152BFB}" srcId="{5C50F70B-834E-48CD-97FA-458694CE4C7D}" destId="{B3E09814-36B1-43C6-B52D-BA699E6DDCAE}" srcOrd="1" destOrd="0" parTransId="{85C2DBAE-D6A9-4C5F-9889-9215259D31E9}" sibTransId="{57665F64-673A-4666-ADF6-14CE5552BD3D}"/>
    <dgm:cxn modelId="{DFDEE60E-5638-49CC-859B-C7A94BBD0368}" type="presOf" srcId="{64CBD8ED-8C24-4A72-8177-538BCF3AD494}" destId="{968402F8-0630-4330-B339-EBA7E634E793}" srcOrd="1" destOrd="0" presId="urn:microsoft.com/office/officeart/2005/8/layout/process3"/>
    <dgm:cxn modelId="{5AB78010-DE54-45FC-BBB0-339E5E09EC12}" type="presOf" srcId="{88064FF9-28E5-4761-B829-D6A2DF3FE74A}" destId="{E3B42E1E-236A-4521-8396-5C25A8CBB16F}" srcOrd="0" destOrd="4" presId="urn:microsoft.com/office/officeart/2005/8/layout/process3"/>
    <dgm:cxn modelId="{57ECA315-6D6F-4514-9529-856D9E2328CD}" srcId="{67C402AE-3A82-4210-A464-7DFB4C5824D2}" destId="{A9AC7FD7-4EA4-4A94-AAEF-3C341CA16967}" srcOrd="0" destOrd="0" parTransId="{C2C9964B-6259-487F-B662-5F50BE2B3FC0}" sibTransId="{095AFF56-8C7B-4A89-913C-BD715990CD91}"/>
    <dgm:cxn modelId="{4B0DB916-00AD-4090-9954-D1A44844C532}" type="presOf" srcId="{6371F1BF-01F9-4137-A7C7-E4D786719542}" destId="{E3B42E1E-236A-4521-8396-5C25A8CBB16F}" srcOrd="0" destOrd="2" presId="urn:microsoft.com/office/officeart/2005/8/layout/process3"/>
    <dgm:cxn modelId="{A6F20A1D-9512-48CB-848A-EA33CC43B9C0}" srcId="{52DA6786-71D0-4B8A-92BF-4C2C3D560AD7}" destId="{8693D4BF-CAA5-4762-8B59-F0F615EE7EDA}" srcOrd="2" destOrd="0" parTransId="{0A51B425-0004-4F51-9DE8-8FCEEFEE5F03}" sibTransId="{64E31906-C60F-4EE4-9E89-29D785EDF80A}"/>
    <dgm:cxn modelId="{84DC071E-10F0-45DA-A3DD-5162EC3FE833}" type="presOf" srcId="{ABB90FDB-6571-4E3E-A1E9-C9D6A087972C}" destId="{F2D596B7-F754-43BF-9F01-14FEA158DE11}" srcOrd="1" destOrd="0" presId="urn:microsoft.com/office/officeart/2005/8/layout/process3"/>
    <dgm:cxn modelId="{631FFF20-A237-4CB2-9ECC-5656CC61E050}" type="presOf" srcId="{F95F7D42-C049-4AAB-BBBA-933720181A35}" destId="{E3B42E1E-236A-4521-8396-5C25A8CBB16F}" srcOrd="0" destOrd="5" presId="urn:microsoft.com/office/officeart/2005/8/layout/process3"/>
    <dgm:cxn modelId="{40FA5D22-D5AE-455B-8220-95A308FAAC59}" srcId="{64CBD8ED-8C24-4A72-8177-538BCF3AD494}" destId="{9DE83CC7-2486-45B5-B634-BC1A20AB7C31}" srcOrd="0" destOrd="0" parTransId="{1DB95B74-2EEE-4837-A918-7BC3793AFC05}" sibTransId="{DB5A65DA-7A43-42B7-ACE6-0BA47511B35E}"/>
    <dgm:cxn modelId="{08270926-04D9-4A7F-B9F5-284E24080A3A}" type="presOf" srcId="{FB9B4820-D86D-479E-9124-314604D865BF}" destId="{E8C6E320-9028-45CC-8179-6CF73F8B2B5C}" srcOrd="1" destOrd="0" presId="urn:microsoft.com/office/officeart/2005/8/layout/process3"/>
    <dgm:cxn modelId="{CB6DE32A-44AD-48F8-82CD-17CFE8CEC7DD}" type="presOf" srcId="{BA3FBBE3-E660-4DD7-A3B0-92B589FE9EF3}" destId="{E3B42E1E-236A-4521-8396-5C25A8CBB16F}" srcOrd="0" destOrd="6" presId="urn:microsoft.com/office/officeart/2005/8/layout/process3"/>
    <dgm:cxn modelId="{5A49552D-2F2F-4EEC-98D2-20A789FA723A}" srcId="{B3E09814-36B1-43C6-B52D-BA699E6DDCAE}" destId="{8EBFD8B9-BDDD-490D-A743-75B1D316EDCF}" srcOrd="1" destOrd="0" parTransId="{03239358-E012-41E7-B541-1F12B18447C8}" sibTransId="{E18A7CB4-6263-4F27-B01F-29BFBF196EB3}"/>
    <dgm:cxn modelId="{605A0131-C85C-4189-9F2D-4FC2A00978AA}" srcId="{67C402AE-3A82-4210-A464-7DFB4C5824D2}" destId="{BA3FBBE3-E660-4DD7-A3B0-92B589FE9EF3}" srcOrd="6" destOrd="0" parTransId="{E95BCDD7-8AA7-4BD5-B48E-A7695DEF1B6A}" sibTransId="{6DF0C54E-8987-44D8-BC35-4934BBB5C561}"/>
    <dgm:cxn modelId="{7D02BF34-0F6D-431A-913A-D3608B663E4B}" type="presOf" srcId="{81466201-A781-4B46-B994-04C4985AC687}" destId="{7A46E5C9-6D82-47EC-B0BE-8F90AF71FAA4}" srcOrd="0" destOrd="2" presId="urn:microsoft.com/office/officeart/2005/8/layout/process3"/>
    <dgm:cxn modelId="{80A9D938-17B2-4C17-919A-32A70953EC9D}" type="presOf" srcId="{67C402AE-3A82-4210-A464-7DFB4C5824D2}" destId="{E65E0450-1B8F-458F-AA10-5ACD75CA36A5}" srcOrd="1" destOrd="0" presId="urn:microsoft.com/office/officeart/2005/8/layout/process3"/>
    <dgm:cxn modelId="{E861FA3E-AB55-474D-9726-578884FE244D}" type="presOf" srcId="{52DA6786-71D0-4B8A-92BF-4C2C3D560AD7}" destId="{2A3248CE-507B-4E13-A610-476A6268BAAD}" srcOrd="1" destOrd="0" presId="urn:microsoft.com/office/officeart/2005/8/layout/process3"/>
    <dgm:cxn modelId="{ED990346-78BF-4A88-B632-0585935E4F17}" type="presOf" srcId="{062644F4-542B-411F-AB64-1703F0A003B1}" destId="{36A89D89-9E99-4AC2-ACDA-F43AD5F14D8E}" srcOrd="0" destOrd="1" presId="urn:microsoft.com/office/officeart/2005/8/layout/process3"/>
    <dgm:cxn modelId="{7A3C3F48-2D44-4BC3-AB06-4832F02EFDF9}" srcId="{67C402AE-3A82-4210-A464-7DFB4C5824D2}" destId="{6371F1BF-01F9-4137-A7C7-E4D786719542}" srcOrd="2" destOrd="0" parTransId="{29594658-A7D4-4458-B32A-DD6E746C4811}" sibTransId="{87649DFB-BD96-4DCE-BF24-808F1004E507}"/>
    <dgm:cxn modelId="{89BA5B4A-6120-4246-97C4-DA0D2E25E99D}" srcId="{67C402AE-3A82-4210-A464-7DFB4C5824D2}" destId="{F95F7D42-C049-4AAB-BBBA-933720181A35}" srcOrd="5" destOrd="0" parTransId="{0FC97C3C-5443-424A-A73F-62DB7B9ADC1C}" sibTransId="{B700DF9F-29D9-4A52-84B9-CEEC3D5B231A}"/>
    <dgm:cxn modelId="{5763A74C-3586-4372-90CA-EE310BE19B42}" type="presOf" srcId="{B3E09814-36B1-43C6-B52D-BA699E6DDCAE}" destId="{4D0EDC6A-0CC8-4B43-BD59-B4913F6D598A}" srcOrd="1" destOrd="0" presId="urn:microsoft.com/office/officeart/2005/8/layout/process3"/>
    <dgm:cxn modelId="{7F6C8A4D-3193-4E31-9E66-82D5B9565D12}" type="presOf" srcId="{52DA6786-71D0-4B8A-92BF-4C2C3D560AD7}" destId="{01A1880E-A614-4400-ABD3-7808CB06A83F}" srcOrd="0" destOrd="0" presId="urn:microsoft.com/office/officeart/2005/8/layout/process3"/>
    <dgm:cxn modelId="{1DDAE34D-02FB-4D8A-8153-F81C2BBD9DC6}" srcId="{5C50F70B-834E-48CD-97FA-458694CE4C7D}" destId="{52DA6786-71D0-4B8A-92BF-4C2C3D560AD7}" srcOrd="2" destOrd="0" parTransId="{C5333E28-9A38-471B-8364-CFB6CE33E5DF}" sibTransId="{FB9B4820-D86D-479E-9124-314604D865BF}"/>
    <dgm:cxn modelId="{C47B324E-A001-4C29-8BE1-1D6108C4C143}" srcId="{B3E09814-36B1-43C6-B52D-BA699E6DDCAE}" destId="{9FF6AAC5-D61E-4B70-94BB-5E30A4501196}" srcOrd="0" destOrd="0" parTransId="{EBA12877-A954-43C3-86B8-5DB6ED006C40}" sibTransId="{D5F1B696-FF87-4998-BE13-5D59B344DF4F}"/>
    <dgm:cxn modelId="{F9778551-9092-4546-80F6-71A4F12D8512}" srcId="{5C50F70B-834E-48CD-97FA-458694CE4C7D}" destId="{64CBD8ED-8C24-4A72-8177-538BCF3AD494}" srcOrd="0" destOrd="0" parTransId="{D4485EAD-8700-4D5F-B836-E2EED11F2921}" sibTransId="{ABB90FDB-6571-4E3E-A1E9-C9D6A087972C}"/>
    <dgm:cxn modelId="{8D6CBD52-B1DC-4C63-92A1-B671FBB5B588}" type="presOf" srcId="{084D5F34-7B02-4EF4-B396-9910FFB9B6D1}" destId="{36A89D89-9E99-4AC2-ACDA-F43AD5F14D8E}" srcOrd="0" destOrd="2" presId="urn:microsoft.com/office/officeart/2005/8/layout/process3"/>
    <dgm:cxn modelId="{AE56A456-B52E-48BB-B65B-50D56D84CEF6}" type="presOf" srcId="{67C402AE-3A82-4210-A464-7DFB4C5824D2}" destId="{82DE15FC-ED74-4F60-80B8-20FA6838F3BA}" srcOrd="0" destOrd="0" presId="urn:microsoft.com/office/officeart/2005/8/layout/process3"/>
    <dgm:cxn modelId="{26503657-9484-481D-8780-FCCC2E37BA42}" srcId="{B3E09814-36B1-43C6-B52D-BA699E6DDCAE}" destId="{8FE9BF21-2424-471D-B62F-AC3C8AC5B440}" srcOrd="3" destOrd="0" parTransId="{D7652483-741D-41B8-AA05-725C5FD8BDC5}" sibTransId="{850CC858-B4F0-4283-839A-411978F40328}"/>
    <dgm:cxn modelId="{3EF40D62-E19C-4572-9BED-5C09D7450200}" srcId="{52DA6786-71D0-4B8A-92BF-4C2C3D560AD7}" destId="{957BDE52-2B3B-4261-AD72-EE766338399E}" srcOrd="0" destOrd="0" parTransId="{16E8B989-132F-43F0-B603-05ED6698CD93}" sibTransId="{041B3FF6-1DF4-4D0C-8CCB-8C2AC55EA1F8}"/>
    <dgm:cxn modelId="{9D8ECA65-A8DD-4AF1-B71B-06C9AF9431EA}" type="presOf" srcId="{8693D4BF-CAA5-4762-8B59-F0F615EE7EDA}" destId="{018A53CE-EC34-455A-95F5-B64516C243CA}" srcOrd="0" destOrd="2" presId="urn:microsoft.com/office/officeart/2005/8/layout/process3"/>
    <dgm:cxn modelId="{43672867-8867-41E9-896D-EEABC4D877C1}" srcId="{64CBD8ED-8C24-4A72-8177-538BCF3AD494}" destId="{062644F4-542B-411F-AB64-1703F0A003B1}" srcOrd="1" destOrd="0" parTransId="{3C93A3BA-7072-4BEF-899B-0FB79A54D79E}" sibTransId="{B5EEEE24-C8BD-408A-9BB5-07CB805A872E}"/>
    <dgm:cxn modelId="{651A686F-8E92-4BD1-B490-B1830D10BEAB}" type="presOf" srcId="{B3E09814-36B1-43C6-B52D-BA699E6DDCAE}" destId="{E26A317B-7A34-49B6-96B6-79FCB0D40206}" srcOrd="0" destOrd="0" presId="urn:microsoft.com/office/officeart/2005/8/layout/process3"/>
    <dgm:cxn modelId="{E8578C70-004A-49E9-8795-3497A59C54AC}" srcId="{67C402AE-3A82-4210-A464-7DFB4C5824D2}" destId="{6A4CBDBE-28E1-4DE3-BDE3-CBBFDFA4FE6E}" srcOrd="3" destOrd="0" parTransId="{40C3C21C-F83F-4F50-A418-FCDF095A4637}" sibTransId="{76A94E96-9093-4BC3-9921-B02367E23FA0}"/>
    <dgm:cxn modelId="{80365974-0B99-43D9-8F48-A5FDE1A5BEC2}" srcId="{B3E09814-36B1-43C6-B52D-BA699E6DDCAE}" destId="{81466201-A781-4B46-B994-04C4985AC687}" srcOrd="2" destOrd="0" parTransId="{20DF5FA2-A5DF-4D4A-BEE4-33ED51087EF7}" sibTransId="{C23B5C0E-8BB5-4CD4-8121-1EED65AB7439}"/>
    <dgm:cxn modelId="{7EFFBA86-9AF2-4E50-BD76-1F7F896A55DE}" type="presOf" srcId="{26496AC6-C9BB-4382-83E5-28B7C09FCAAD}" destId="{018A53CE-EC34-455A-95F5-B64516C243CA}" srcOrd="0" destOrd="3" presId="urn:microsoft.com/office/officeart/2005/8/layout/process3"/>
    <dgm:cxn modelId="{4BB2079C-7AF6-4777-9050-23B2F298AB61}" type="presOf" srcId="{B691F6E2-E2AB-427A-A201-3A07AE4EF2DC}" destId="{36A89D89-9E99-4AC2-ACDA-F43AD5F14D8E}" srcOrd="0" destOrd="4" presId="urn:microsoft.com/office/officeart/2005/8/layout/process3"/>
    <dgm:cxn modelId="{B408C39E-8F73-41BE-906C-DC2936BCF1CD}" type="presOf" srcId="{9DE83CC7-2486-45B5-B634-BC1A20AB7C31}" destId="{36A89D89-9E99-4AC2-ACDA-F43AD5F14D8E}" srcOrd="0" destOrd="0" presId="urn:microsoft.com/office/officeart/2005/8/layout/process3"/>
    <dgm:cxn modelId="{DC91E1A0-0DCE-44E4-9E98-09B0EC3C82E3}" srcId="{64CBD8ED-8C24-4A72-8177-538BCF3AD494}" destId="{B691F6E2-E2AB-427A-A201-3A07AE4EF2DC}" srcOrd="4" destOrd="0" parTransId="{21C227CF-361D-43B2-A83F-6DC8BA624EB8}" sibTransId="{CB617658-E43A-4807-85F5-DA4581C2D7DC}"/>
    <dgm:cxn modelId="{EF4475B4-0EEE-41ED-BE2E-FA04D5970F81}" type="presOf" srcId="{8EBFD8B9-BDDD-490D-A743-75B1D316EDCF}" destId="{7A46E5C9-6D82-47EC-B0BE-8F90AF71FAA4}" srcOrd="0" destOrd="1" presId="urn:microsoft.com/office/officeart/2005/8/layout/process3"/>
    <dgm:cxn modelId="{D63034B5-2571-44D7-89DE-EE73C1FF49AC}" type="presOf" srcId="{0F0560A8-5D2B-4B7E-AA80-60DB2AAB66F0}" destId="{018A53CE-EC34-455A-95F5-B64516C243CA}" srcOrd="0" destOrd="1" presId="urn:microsoft.com/office/officeart/2005/8/layout/process3"/>
    <dgm:cxn modelId="{09F906BB-34EE-4A09-862C-DBF4779AE7AA}" type="presOf" srcId="{957BDE52-2B3B-4261-AD72-EE766338399E}" destId="{018A53CE-EC34-455A-95F5-B64516C243CA}" srcOrd="0" destOrd="0" presId="urn:microsoft.com/office/officeart/2005/8/layout/process3"/>
    <dgm:cxn modelId="{CD260ABC-7E96-41A0-8F82-BDF8835E92CF}" type="presOf" srcId="{6A4CBDBE-28E1-4DE3-BDE3-CBBFDFA4FE6E}" destId="{E3B42E1E-236A-4521-8396-5C25A8CBB16F}" srcOrd="0" destOrd="3" presId="urn:microsoft.com/office/officeart/2005/8/layout/process3"/>
    <dgm:cxn modelId="{EEC1AEC7-0B00-4156-959C-AF74182BC416}" type="presOf" srcId="{66455B22-7AE1-4C1F-B8D6-675F6D4EEEEA}" destId="{E3B42E1E-236A-4521-8396-5C25A8CBB16F}" srcOrd="0" destOrd="1" presId="urn:microsoft.com/office/officeart/2005/8/layout/process3"/>
    <dgm:cxn modelId="{A4C7B9CB-8769-4FCF-BBBA-E8AA9168BF75}" srcId="{52DA6786-71D0-4B8A-92BF-4C2C3D560AD7}" destId="{0F0560A8-5D2B-4B7E-AA80-60DB2AAB66F0}" srcOrd="1" destOrd="0" parTransId="{5F0B806A-D586-47E5-A464-5B646B9B07D3}" sibTransId="{7D7D448D-B048-4172-80BB-A44B34F0FACD}"/>
    <dgm:cxn modelId="{1913C3D0-76A9-469A-9026-A8EE6BB8342A}" srcId="{64CBD8ED-8C24-4A72-8177-538BCF3AD494}" destId="{084D5F34-7B02-4EF4-B396-9910FFB9B6D1}" srcOrd="2" destOrd="0" parTransId="{713DBC8A-5F45-4215-9EE9-432A17C756A4}" sibTransId="{E594097A-421B-4452-A3FD-73FC1D5B6F77}"/>
    <dgm:cxn modelId="{38E1F5D7-163B-44E3-BA09-56C113B866E8}" srcId="{64CBD8ED-8C24-4A72-8177-538BCF3AD494}" destId="{50F618B0-69FD-4A53-B801-8380B915FE3B}" srcOrd="3" destOrd="0" parTransId="{0AABD056-CF9F-4017-9860-B63D25181124}" sibTransId="{92FD06FD-B025-4531-9E5C-A7A110951835}"/>
    <dgm:cxn modelId="{38E5D6DA-CA68-4132-9465-90D32FD8186F}" type="presOf" srcId="{50F618B0-69FD-4A53-B801-8380B915FE3B}" destId="{36A89D89-9E99-4AC2-ACDA-F43AD5F14D8E}" srcOrd="0" destOrd="3" presId="urn:microsoft.com/office/officeart/2005/8/layout/process3"/>
    <dgm:cxn modelId="{19181DDD-A10D-4CC7-A9C3-7D787C5C4D9B}" type="presOf" srcId="{FB9B4820-D86D-479E-9124-314604D865BF}" destId="{CFF7109B-92EC-4B52-9177-A33E6A89CD5F}" srcOrd="0" destOrd="0" presId="urn:microsoft.com/office/officeart/2005/8/layout/process3"/>
    <dgm:cxn modelId="{D07B3CDD-4B5B-42EC-AF25-AD5EFE50B64C}" type="presOf" srcId="{A9AC7FD7-4EA4-4A94-AAEF-3C341CA16967}" destId="{E3B42E1E-236A-4521-8396-5C25A8CBB16F}" srcOrd="0" destOrd="0" presId="urn:microsoft.com/office/officeart/2005/8/layout/process3"/>
    <dgm:cxn modelId="{3E599BDD-5BA3-474A-8E4D-6AD731590656}" srcId="{67C402AE-3A82-4210-A464-7DFB4C5824D2}" destId="{66455B22-7AE1-4C1F-B8D6-675F6D4EEEEA}" srcOrd="1" destOrd="0" parTransId="{2E38FB99-C6BA-4A2E-9166-8B1BCFCFE74F}" sibTransId="{8341F258-0636-430D-9922-CB4084005EDB}"/>
    <dgm:cxn modelId="{DA34F3E5-ED0B-4CC6-8F54-35F440B5BD0C}" type="presOf" srcId="{64CBD8ED-8C24-4A72-8177-538BCF3AD494}" destId="{85F8CB3A-762F-400D-9969-217B9FEC93C8}" srcOrd="0" destOrd="0" presId="urn:microsoft.com/office/officeart/2005/8/layout/process3"/>
    <dgm:cxn modelId="{009181EE-F0A8-42E7-89DD-961279C2243F}" type="presOf" srcId="{57665F64-673A-4666-ADF6-14CE5552BD3D}" destId="{06C3D2C2-ECB7-4F66-A091-F626D1801433}" srcOrd="1" destOrd="0" presId="urn:microsoft.com/office/officeart/2005/8/layout/process3"/>
    <dgm:cxn modelId="{2B4433F0-6614-45AC-9C90-BE0179D24E78}" type="presOf" srcId="{5C50F70B-834E-48CD-97FA-458694CE4C7D}" destId="{2EB6073C-A03E-4C99-B3AC-49466BA8C7E8}" srcOrd="0" destOrd="0" presId="urn:microsoft.com/office/officeart/2005/8/layout/process3"/>
    <dgm:cxn modelId="{8AF6B5F0-D39F-49E9-845C-B5D8D45070B9}" srcId="{52DA6786-71D0-4B8A-92BF-4C2C3D560AD7}" destId="{26496AC6-C9BB-4382-83E5-28B7C09FCAAD}" srcOrd="3" destOrd="0" parTransId="{74AF5C8C-1538-4D93-B72C-D1F8117E6613}" sibTransId="{84BC5F0D-6180-4B0A-A9C3-EF73CFA1F4DA}"/>
    <dgm:cxn modelId="{F4D825F1-7912-4BA1-A461-0DD800790C68}" type="presOf" srcId="{ABB90FDB-6571-4E3E-A1E9-C9D6A087972C}" destId="{C95774B1-FA35-4111-B312-7046AE91743C}" srcOrd="0" destOrd="0" presId="urn:microsoft.com/office/officeart/2005/8/layout/process3"/>
    <dgm:cxn modelId="{77C392FD-650C-41FA-896E-7AF689DBA08C}" type="presOf" srcId="{9FF6AAC5-D61E-4B70-94BB-5E30A4501196}" destId="{7A46E5C9-6D82-47EC-B0BE-8F90AF71FAA4}" srcOrd="0" destOrd="0" presId="urn:microsoft.com/office/officeart/2005/8/layout/process3"/>
    <dgm:cxn modelId="{E53DD1FF-6FB8-4A66-A1B4-E6B74A82CBCC}" type="presOf" srcId="{57665F64-673A-4666-ADF6-14CE5552BD3D}" destId="{0EA17BAB-6DD4-4EEF-9AF4-89AE2FD585B2}" srcOrd="0" destOrd="0" presId="urn:microsoft.com/office/officeart/2005/8/layout/process3"/>
    <dgm:cxn modelId="{1E1DD458-640D-4950-85BF-EA50B5CE3861}" type="presParOf" srcId="{2EB6073C-A03E-4C99-B3AC-49466BA8C7E8}" destId="{5A0FC794-B993-485E-9430-6C8B41A0583E}" srcOrd="0" destOrd="0" presId="urn:microsoft.com/office/officeart/2005/8/layout/process3"/>
    <dgm:cxn modelId="{8EB23FC9-E23B-4C8E-B10D-E8E436AD6B95}" type="presParOf" srcId="{5A0FC794-B993-485E-9430-6C8B41A0583E}" destId="{85F8CB3A-762F-400D-9969-217B9FEC93C8}" srcOrd="0" destOrd="0" presId="urn:microsoft.com/office/officeart/2005/8/layout/process3"/>
    <dgm:cxn modelId="{50FC1035-E531-4F07-AFF4-F7D1A166E383}" type="presParOf" srcId="{5A0FC794-B993-485E-9430-6C8B41A0583E}" destId="{968402F8-0630-4330-B339-EBA7E634E793}" srcOrd="1" destOrd="0" presId="urn:microsoft.com/office/officeart/2005/8/layout/process3"/>
    <dgm:cxn modelId="{700FA41D-A633-4844-94A2-322CB25854C3}" type="presParOf" srcId="{5A0FC794-B993-485E-9430-6C8B41A0583E}" destId="{36A89D89-9E99-4AC2-ACDA-F43AD5F14D8E}" srcOrd="2" destOrd="0" presId="urn:microsoft.com/office/officeart/2005/8/layout/process3"/>
    <dgm:cxn modelId="{207C9635-23E5-46D5-95A3-5A170A1E38E2}" type="presParOf" srcId="{2EB6073C-A03E-4C99-B3AC-49466BA8C7E8}" destId="{C95774B1-FA35-4111-B312-7046AE91743C}" srcOrd="1" destOrd="0" presId="urn:microsoft.com/office/officeart/2005/8/layout/process3"/>
    <dgm:cxn modelId="{B9A4ADBA-8626-4B94-91C7-D4029B3818A9}" type="presParOf" srcId="{C95774B1-FA35-4111-B312-7046AE91743C}" destId="{F2D596B7-F754-43BF-9F01-14FEA158DE11}" srcOrd="0" destOrd="0" presId="urn:microsoft.com/office/officeart/2005/8/layout/process3"/>
    <dgm:cxn modelId="{D3941949-2BF8-474C-8C10-F6D5ADF309DD}" type="presParOf" srcId="{2EB6073C-A03E-4C99-B3AC-49466BA8C7E8}" destId="{370A895B-F6C8-4EDC-9611-9497D5FFA5DF}" srcOrd="2" destOrd="0" presId="urn:microsoft.com/office/officeart/2005/8/layout/process3"/>
    <dgm:cxn modelId="{2127787A-BDC2-4A94-AF44-E054F7446207}" type="presParOf" srcId="{370A895B-F6C8-4EDC-9611-9497D5FFA5DF}" destId="{E26A317B-7A34-49B6-96B6-79FCB0D40206}" srcOrd="0" destOrd="0" presId="urn:microsoft.com/office/officeart/2005/8/layout/process3"/>
    <dgm:cxn modelId="{A461DF9C-CB30-41E2-AD5D-58B78241903C}" type="presParOf" srcId="{370A895B-F6C8-4EDC-9611-9497D5FFA5DF}" destId="{4D0EDC6A-0CC8-4B43-BD59-B4913F6D598A}" srcOrd="1" destOrd="0" presId="urn:microsoft.com/office/officeart/2005/8/layout/process3"/>
    <dgm:cxn modelId="{312965C9-B2E7-4EEE-A4F6-6250D186C737}" type="presParOf" srcId="{370A895B-F6C8-4EDC-9611-9497D5FFA5DF}" destId="{7A46E5C9-6D82-47EC-B0BE-8F90AF71FAA4}" srcOrd="2" destOrd="0" presId="urn:microsoft.com/office/officeart/2005/8/layout/process3"/>
    <dgm:cxn modelId="{9C9EA90B-0D6B-4CD4-90D0-D537C51B9160}" type="presParOf" srcId="{2EB6073C-A03E-4C99-B3AC-49466BA8C7E8}" destId="{0EA17BAB-6DD4-4EEF-9AF4-89AE2FD585B2}" srcOrd="3" destOrd="0" presId="urn:microsoft.com/office/officeart/2005/8/layout/process3"/>
    <dgm:cxn modelId="{A6642B80-1E40-435F-B97F-05630EF0915A}" type="presParOf" srcId="{0EA17BAB-6DD4-4EEF-9AF4-89AE2FD585B2}" destId="{06C3D2C2-ECB7-4F66-A091-F626D1801433}" srcOrd="0" destOrd="0" presId="urn:microsoft.com/office/officeart/2005/8/layout/process3"/>
    <dgm:cxn modelId="{A95D1E1B-8550-4480-897A-05DB4FA88E31}" type="presParOf" srcId="{2EB6073C-A03E-4C99-B3AC-49466BA8C7E8}" destId="{CA330517-01EE-4420-8DCE-0A0D50AB6ABA}" srcOrd="4" destOrd="0" presId="urn:microsoft.com/office/officeart/2005/8/layout/process3"/>
    <dgm:cxn modelId="{91F27FC5-119C-4964-A351-B3E572408B3B}" type="presParOf" srcId="{CA330517-01EE-4420-8DCE-0A0D50AB6ABA}" destId="{01A1880E-A614-4400-ABD3-7808CB06A83F}" srcOrd="0" destOrd="0" presId="urn:microsoft.com/office/officeart/2005/8/layout/process3"/>
    <dgm:cxn modelId="{DCADC1D5-1F12-461F-8DE6-B3B972E72E0F}" type="presParOf" srcId="{CA330517-01EE-4420-8DCE-0A0D50AB6ABA}" destId="{2A3248CE-507B-4E13-A610-476A6268BAAD}" srcOrd="1" destOrd="0" presId="urn:microsoft.com/office/officeart/2005/8/layout/process3"/>
    <dgm:cxn modelId="{2D973C97-581B-4C67-BECA-752479AEE91D}" type="presParOf" srcId="{CA330517-01EE-4420-8DCE-0A0D50AB6ABA}" destId="{018A53CE-EC34-455A-95F5-B64516C243CA}" srcOrd="2" destOrd="0" presId="urn:microsoft.com/office/officeart/2005/8/layout/process3"/>
    <dgm:cxn modelId="{63C4F584-51D8-4AD3-99ED-C8E1310A2908}" type="presParOf" srcId="{2EB6073C-A03E-4C99-B3AC-49466BA8C7E8}" destId="{CFF7109B-92EC-4B52-9177-A33E6A89CD5F}" srcOrd="5" destOrd="0" presId="urn:microsoft.com/office/officeart/2005/8/layout/process3"/>
    <dgm:cxn modelId="{AC4EBFF0-5BBC-4615-8318-B644B2A6FB67}" type="presParOf" srcId="{CFF7109B-92EC-4B52-9177-A33E6A89CD5F}" destId="{E8C6E320-9028-45CC-8179-6CF73F8B2B5C}" srcOrd="0" destOrd="0" presId="urn:microsoft.com/office/officeart/2005/8/layout/process3"/>
    <dgm:cxn modelId="{6DAD7AF1-6DF0-452C-8456-5D60A269723A}" type="presParOf" srcId="{2EB6073C-A03E-4C99-B3AC-49466BA8C7E8}" destId="{62C11846-0B9C-4228-9343-F3756B5712B5}" srcOrd="6" destOrd="0" presId="urn:microsoft.com/office/officeart/2005/8/layout/process3"/>
    <dgm:cxn modelId="{C07805A4-C0FC-4107-8528-77753A6FEFAE}" type="presParOf" srcId="{62C11846-0B9C-4228-9343-F3756B5712B5}" destId="{82DE15FC-ED74-4F60-80B8-20FA6838F3BA}" srcOrd="0" destOrd="0" presId="urn:microsoft.com/office/officeart/2005/8/layout/process3"/>
    <dgm:cxn modelId="{600AB993-6194-4C3E-B270-61AC299B56D5}" type="presParOf" srcId="{62C11846-0B9C-4228-9343-F3756B5712B5}" destId="{E65E0450-1B8F-458F-AA10-5ACD75CA36A5}" srcOrd="1" destOrd="0" presId="urn:microsoft.com/office/officeart/2005/8/layout/process3"/>
    <dgm:cxn modelId="{F3A96E88-7644-4A08-9931-E80380018075}" type="presParOf" srcId="{62C11846-0B9C-4228-9343-F3756B5712B5}" destId="{E3B42E1E-236A-4521-8396-5C25A8CBB16F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5D7FC8-0705-274F-9F5C-F62874332A0C}">
      <dsp:nvSpPr>
        <dsp:cNvPr id="0" name=""/>
        <dsp:cNvSpPr/>
      </dsp:nvSpPr>
      <dsp:spPr>
        <a:xfrm>
          <a:off x="2462463" y="2942"/>
          <a:ext cx="1169484" cy="76016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Concept</a:t>
          </a:r>
        </a:p>
      </dsp:txBody>
      <dsp:txXfrm>
        <a:off x="2499571" y="40050"/>
        <a:ext cx="1095268" cy="685948"/>
      </dsp:txXfrm>
    </dsp:sp>
    <dsp:sp modelId="{507D9A66-B3F7-7E49-ACFF-59626879C43F}">
      <dsp:nvSpPr>
        <dsp:cNvPr id="0" name=""/>
        <dsp:cNvSpPr/>
      </dsp:nvSpPr>
      <dsp:spPr>
        <a:xfrm>
          <a:off x="878928" y="383025"/>
          <a:ext cx="4336554" cy="4336554"/>
        </a:xfrm>
        <a:custGeom>
          <a:avLst/>
          <a:gdLst/>
          <a:ahLst/>
          <a:cxnLst/>
          <a:rect l="0" t="0" r="0" b="0"/>
          <a:pathLst>
            <a:path>
              <a:moveTo>
                <a:pt x="2905915" y="129327"/>
              </a:moveTo>
              <a:arcTo wR="2168277" hR="2168277" stAng="17393327" swAng="771223"/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EF22BF-927F-9D41-9428-1CE783EB429A}">
      <dsp:nvSpPr>
        <dsp:cNvPr id="0" name=""/>
        <dsp:cNvSpPr/>
      </dsp:nvSpPr>
      <dsp:spPr>
        <a:xfrm>
          <a:off x="4157691" y="819321"/>
          <a:ext cx="1169484" cy="760164"/>
        </a:xfrm>
        <a:prstGeom prst="roundRect">
          <a:avLst/>
        </a:prstGeom>
        <a:solidFill>
          <a:schemeClr val="accent5">
            <a:hueOff val="-2389438"/>
            <a:satOff val="-16118"/>
            <a:lumOff val="634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Specify</a:t>
          </a:r>
        </a:p>
      </dsp:txBody>
      <dsp:txXfrm>
        <a:off x="4194799" y="856429"/>
        <a:ext cx="1095268" cy="685948"/>
      </dsp:txXfrm>
    </dsp:sp>
    <dsp:sp modelId="{7687C6A0-5632-8047-A0D2-4DAAE3AF36F7}">
      <dsp:nvSpPr>
        <dsp:cNvPr id="0" name=""/>
        <dsp:cNvSpPr/>
      </dsp:nvSpPr>
      <dsp:spPr>
        <a:xfrm>
          <a:off x="878928" y="383025"/>
          <a:ext cx="4336554" cy="4336554"/>
        </a:xfrm>
        <a:custGeom>
          <a:avLst/>
          <a:gdLst/>
          <a:ahLst/>
          <a:cxnLst/>
          <a:rect l="0" t="0" r="0" b="0"/>
          <a:pathLst>
            <a:path>
              <a:moveTo>
                <a:pt x="4194902" y="1397424"/>
              </a:moveTo>
              <a:arcTo wR="2168277" hR="2168277" stAng="20350503" swAng="1063728"/>
            </a:path>
          </a:pathLst>
        </a:custGeom>
        <a:noFill/>
        <a:ln w="6350" cap="flat" cmpd="sng" algn="ctr">
          <a:solidFill>
            <a:schemeClr val="accent5">
              <a:hueOff val="-2389438"/>
              <a:satOff val="-16118"/>
              <a:lumOff val="634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AFF90E-861B-9A47-A01C-68B80BB454E8}">
      <dsp:nvSpPr>
        <dsp:cNvPr id="0" name=""/>
        <dsp:cNvSpPr/>
      </dsp:nvSpPr>
      <dsp:spPr>
        <a:xfrm>
          <a:off x="4576377" y="2653707"/>
          <a:ext cx="1169484" cy="760164"/>
        </a:xfrm>
        <a:prstGeom prst="roundRect">
          <a:avLst/>
        </a:prstGeom>
        <a:solidFill>
          <a:schemeClr val="accent5">
            <a:hueOff val="-4778875"/>
            <a:satOff val="-32235"/>
            <a:lumOff val="126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Design</a:t>
          </a:r>
        </a:p>
      </dsp:txBody>
      <dsp:txXfrm>
        <a:off x="4613485" y="2690815"/>
        <a:ext cx="1095268" cy="685948"/>
      </dsp:txXfrm>
    </dsp:sp>
    <dsp:sp modelId="{A285B842-FB3D-E542-BA45-67D5500EE517}">
      <dsp:nvSpPr>
        <dsp:cNvPr id="0" name=""/>
        <dsp:cNvSpPr/>
      </dsp:nvSpPr>
      <dsp:spPr>
        <a:xfrm>
          <a:off x="878928" y="383025"/>
          <a:ext cx="4336554" cy="4336554"/>
        </a:xfrm>
        <a:custGeom>
          <a:avLst/>
          <a:gdLst/>
          <a:ahLst/>
          <a:cxnLst/>
          <a:rect l="0" t="0" r="0" b="0"/>
          <a:pathLst>
            <a:path>
              <a:moveTo>
                <a:pt x="4082270" y="3187127"/>
              </a:moveTo>
              <a:arcTo wR="2168277" hR="2168277" stAng="1681627" swAng="834749"/>
            </a:path>
          </a:pathLst>
        </a:custGeom>
        <a:noFill/>
        <a:ln w="6350" cap="flat" cmpd="sng" algn="ctr">
          <a:solidFill>
            <a:schemeClr val="accent5">
              <a:hueOff val="-4778875"/>
              <a:satOff val="-32235"/>
              <a:lumOff val="1268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46FFEC-35F8-9441-8122-C52D281C365D}">
      <dsp:nvSpPr>
        <dsp:cNvPr id="0" name=""/>
        <dsp:cNvSpPr/>
      </dsp:nvSpPr>
      <dsp:spPr>
        <a:xfrm>
          <a:off x="3403243" y="4124770"/>
          <a:ext cx="1169484" cy="760164"/>
        </a:xfrm>
        <a:prstGeom prst="roundRect">
          <a:avLst/>
        </a:prstGeom>
        <a:solidFill>
          <a:schemeClr val="accent5">
            <a:hueOff val="-7168312"/>
            <a:satOff val="-48353"/>
            <a:lumOff val="1902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Code</a:t>
          </a:r>
        </a:p>
      </dsp:txBody>
      <dsp:txXfrm>
        <a:off x="3440351" y="4161878"/>
        <a:ext cx="1095268" cy="685948"/>
      </dsp:txXfrm>
    </dsp:sp>
    <dsp:sp modelId="{531BA64C-EEDA-A94C-A17E-2383EF5266E6}">
      <dsp:nvSpPr>
        <dsp:cNvPr id="0" name=""/>
        <dsp:cNvSpPr/>
      </dsp:nvSpPr>
      <dsp:spPr>
        <a:xfrm>
          <a:off x="878928" y="383025"/>
          <a:ext cx="4336554" cy="4336554"/>
        </a:xfrm>
        <a:custGeom>
          <a:avLst/>
          <a:gdLst/>
          <a:ahLst/>
          <a:cxnLst/>
          <a:rect l="0" t="0" r="0" b="0"/>
          <a:pathLst>
            <a:path>
              <a:moveTo>
                <a:pt x="2383166" y="4325879"/>
              </a:moveTo>
              <a:arcTo wR="2168277" hR="2168277" stAng="5058739" swAng="682523"/>
            </a:path>
          </a:pathLst>
        </a:custGeom>
        <a:noFill/>
        <a:ln w="6350" cap="flat" cmpd="sng" algn="ctr">
          <a:solidFill>
            <a:schemeClr val="accent5">
              <a:hueOff val="-7168312"/>
              <a:satOff val="-48353"/>
              <a:lumOff val="1902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96DEAE-EFBE-2F42-8869-5A89FC4B898A}">
      <dsp:nvSpPr>
        <dsp:cNvPr id="0" name=""/>
        <dsp:cNvSpPr/>
      </dsp:nvSpPr>
      <dsp:spPr>
        <a:xfrm>
          <a:off x="1521683" y="4124770"/>
          <a:ext cx="1169484" cy="760164"/>
        </a:xfrm>
        <a:prstGeom prst="roundRect">
          <a:avLst/>
        </a:prstGeom>
        <a:solidFill>
          <a:schemeClr val="accent5">
            <a:hueOff val="-9557750"/>
            <a:satOff val="-64470"/>
            <a:lumOff val="253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Test</a:t>
          </a:r>
        </a:p>
      </dsp:txBody>
      <dsp:txXfrm>
        <a:off x="1558791" y="4161878"/>
        <a:ext cx="1095268" cy="685948"/>
      </dsp:txXfrm>
    </dsp:sp>
    <dsp:sp modelId="{94A6A2B8-1A4D-AF4B-9EF1-225B12773D7B}">
      <dsp:nvSpPr>
        <dsp:cNvPr id="0" name=""/>
        <dsp:cNvSpPr/>
      </dsp:nvSpPr>
      <dsp:spPr>
        <a:xfrm>
          <a:off x="878928" y="383025"/>
          <a:ext cx="4336554" cy="4336554"/>
        </a:xfrm>
        <a:custGeom>
          <a:avLst/>
          <a:gdLst/>
          <a:ahLst/>
          <a:cxnLst/>
          <a:rect l="0" t="0" r="0" b="0"/>
          <a:pathLst>
            <a:path>
              <a:moveTo>
                <a:pt x="555404" y="3617437"/>
              </a:moveTo>
              <a:arcTo wR="2168277" hR="2168277" stAng="8283624" swAng="834749"/>
            </a:path>
          </a:pathLst>
        </a:custGeom>
        <a:noFill/>
        <a:ln w="6350" cap="flat" cmpd="sng" algn="ctr">
          <a:solidFill>
            <a:schemeClr val="accent5">
              <a:hueOff val="-9557750"/>
              <a:satOff val="-64470"/>
              <a:lumOff val="253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E68211-BB39-A84E-933A-B5E26D38C448}">
      <dsp:nvSpPr>
        <dsp:cNvPr id="0" name=""/>
        <dsp:cNvSpPr/>
      </dsp:nvSpPr>
      <dsp:spPr>
        <a:xfrm>
          <a:off x="348549" y="2653707"/>
          <a:ext cx="1169484" cy="760164"/>
        </a:xfrm>
        <a:prstGeom prst="roundRect">
          <a:avLst/>
        </a:prstGeom>
        <a:solidFill>
          <a:schemeClr val="accent5">
            <a:hueOff val="-11947187"/>
            <a:satOff val="-80588"/>
            <a:lumOff val="3170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Deliver</a:t>
          </a:r>
        </a:p>
      </dsp:txBody>
      <dsp:txXfrm>
        <a:off x="385657" y="2690815"/>
        <a:ext cx="1095268" cy="685948"/>
      </dsp:txXfrm>
    </dsp:sp>
    <dsp:sp modelId="{72C246FB-9E1E-2448-B13C-6C189A56A484}">
      <dsp:nvSpPr>
        <dsp:cNvPr id="0" name=""/>
        <dsp:cNvSpPr/>
      </dsp:nvSpPr>
      <dsp:spPr>
        <a:xfrm>
          <a:off x="878928" y="383025"/>
          <a:ext cx="4336554" cy="4336554"/>
        </a:xfrm>
        <a:custGeom>
          <a:avLst/>
          <a:gdLst/>
          <a:ahLst/>
          <a:cxnLst/>
          <a:rect l="0" t="0" r="0" b="0"/>
          <a:pathLst>
            <a:path>
              <a:moveTo>
                <a:pt x="3165" y="2051164"/>
              </a:moveTo>
              <a:arcTo wR="2168277" hR="2168277" stAng="10985769" swAng="1063728"/>
            </a:path>
          </a:pathLst>
        </a:custGeom>
        <a:noFill/>
        <a:ln w="6350" cap="flat" cmpd="sng" algn="ctr">
          <a:solidFill>
            <a:schemeClr val="accent5">
              <a:hueOff val="-11947187"/>
              <a:satOff val="-80588"/>
              <a:lumOff val="3170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193994-4A47-414D-A3F5-84B11D05A8AD}">
      <dsp:nvSpPr>
        <dsp:cNvPr id="0" name=""/>
        <dsp:cNvSpPr/>
      </dsp:nvSpPr>
      <dsp:spPr>
        <a:xfrm>
          <a:off x="767236" y="819321"/>
          <a:ext cx="1169484" cy="760164"/>
        </a:xfrm>
        <a:prstGeom prst="roundRect">
          <a:avLst/>
        </a:prstGeom>
        <a:solidFill>
          <a:schemeClr val="accent5">
            <a:hueOff val="-14336624"/>
            <a:satOff val="-96705"/>
            <a:lumOff val="380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Maintain</a:t>
          </a:r>
        </a:p>
      </dsp:txBody>
      <dsp:txXfrm>
        <a:off x="804344" y="856429"/>
        <a:ext cx="1095268" cy="685948"/>
      </dsp:txXfrm>
    </dsp:sp>
    <dsp:sp modelId="{5FEE1769-4DE2-5A42-88B0-F2AE2C543EB7}">
      <dsp:nvSpPr>
        <dsp:cNvPr id="0" name=""/>
        <dsp:cNvSpPr/>
      </dsp:nvSpPr>
      <dsp:spPr>
        <a:xfrm>
          <a:off x="878928" y="383025"/>
          <a:ext cx="4336554" cy="4336554"/>
        </a:xfrm>
        <a:custGeom>
          <a:avLst/>
          <a:gdLst/>
          <a:ahLst/>
          <a:cxnLst/>
          <a:rect l="0" t="0" r="0" b="0"/>
          <a:pathLst>
            <a:path>
              <a:moveTo>
                <a:pt x="995532" y="344518"/>
              </a:moveTo>
              <a:arcTo wR="2168277" hR="2168277" stAng="14235449" swAng="771223"/>
            </a:path>
          </a:pathLst>
        </a:custGeom>
        <a:noFill/>
        <a:ln w="6350" cap="flat" cmpd="sng" algn="ctr">
          <a:solidFill>
            <a:schemeClr val="accent5">
              <a:hueOff val="-14336624"/>
              <a:satOff val="-96705"/>
              <a:lumOff val="3804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8402F8-0630-4330-B339-EBA7E634E793}">
      <dsp:nvSpPr>
        <dsp:cNvPr id="0" name=""/>
        <dsp:cNvSpPr/>
      </dsp:nvSpPr>
      <dsp:spPr>
        <a:xfrm>
          <a:off x="1550" y="99607"/>
          <a:ext cx="1948864" cy="73439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First Iteration</a:t>
          </a:r>
          <a:endParaRPr lang="en-PK" sz="1700" kern="1200"/>
        </a:p>
      </dsp:txBody>
      <dsp:txXfrm>
        <a:off x="1550" y="99607"/>
        <a:ext cx="1948864" cy="489600"/>
      </dsp:txXfrm>
    </dsp:sp>
    <dsp:sp modelId="{36A89D89-9E99-4AC2-ACDA-F43AD5F14D8E}">
      <dsp:nvSpPr>
        <dsp:cNvPr id="0" name=""/>
        <dsp:cNvSpPr/>
      </dsp:nvSpPr>
      <dsp:spPr>
        <a:xfrm>
          <a:off x="400715" y="589207"/>
          <a:ext cx="1948864" cy="2302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Requirements</a:t>
          </a:r>
          <a:endParaRPr lang="en-PK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Analysis</a:t>
          </a:r>
          <a:endParaRPr lang="en-PK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Design</a:t>
          </a:r>
          <a:endParaRPr lang="en-PK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Testing</a:t>
          </a:r>
          <a:endParaRPr lang="en-PK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Implementation</a:t>
          </a:r>
          <a:endParaRPr lang="en-PK" sz="1700" kern="1200"/>
        </a:p>
      </dsp:txBody>
      <dsp:txXfrm>
        <a:off x="457795" y="646287"/>
        <a:ext cx="1834704" cy="2188490"/>
      </dsp:txXfrm>
    </dsp:sp>
    <dsp:sp modelId="{C95774B1-FA35-4111-B312-7046AE91743C}">
      <dsp:nvSpPr>
        <dsp:cNvPr id="0" name=""/>
        <dsp:cNvSpPr/>
      </dsp:nvSpPr>
      <dsp:spPr>
        <a:xfrm>
          <a:off x="2245856" y="101802"/>
          <a:ext cx="626334" cy="4852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400" kern="1200"/>
        </a:p>
      </dsp:txBody>
      <dsp:txXfrm>
        <a:off x="2245856" y="198844"/>
        <a:ext cx="480771" cy="291126"/>
      </dsp:txXfrm>
    </dsp:sp>
    <dsp:sp modelId="{4D0EDC6A-0CC8-4B43-BD59-B4913F6D598A}">
      <dsp:nvSpPr>
        <dsp:cNvPr id="0" name=""/>
        <dsp:cNvSpPr/>
      </dsp:nvSpPr>
      <dsp:spPr>
        <a:xfrm>
          <a:off x="3132179" y="99607"/>
          <a:ext cx="1948864" cy="734399"/>
        </a:xfrm>
        <a:prstGeom prst="roundRect">
          <a:avLst>
            <a:gd name="adj" fmla="val 10000"/>
          </a:avLst>
        </a:prstGeom>
        <a:solidFill>
          <a:schemeClr val="accent2">
            <a:hueOff val="4021767"/>
            <a:satOff val="-20011"/>
            <a:lumOff val="-1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Iteration 2</a:t>
          </a:r>
          <a:endParaRPr lang="en-PK" sz="1700" kern="1200"/>
        </a:p>
      </dsp:txBody>
      <dsp:txXfrm>
        <a:off x="3132179" y="99607"/>
        <a:ext cx="1948864" cy="489600"/>
      </dsp:txXfrm>
    </dsp:sp>
    <dsp:sp modelId="{7A46E5C9-6D82-47EC-B0BE-8F90AF71FAA4}">
      <dsp:nvSpPr>
        <dsp:cNvPr id="0" name=""/>
        <dsp:cNvSpPr/>
      </dsp:nvSpPr>
      <dsp:spPr>
        <a:xfrm>
          <a:off x="3531344" y="589207"/>
          <a:ext cx="1948864" cy="2302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021767"/>
              <a:satOff val="-20011"/>
              <a:lumOff val="-135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Analysis</a:t>
          </a:r>
          <a:endParaRPr lang="en-PK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Design</a:t>
          </a:r>
          <a:endParaRPr lang="en-PK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Testing</a:t>
          </a:r>
          <a:endParaRPr lang="en-PK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Implementation</a:t>
          </a:r>
          <a:endParaRPr lang="en-PK" sz="1700" kern="1200"/>
        </a:p>
      </dsp:txBody>
      <dsp:txXfrm>
        <a:off x="3588424" y="646287"/>
        <a:ext cx="1834704" cy="2188490"/>
      </dsp:txXfrm>
    </dsp:sp>
    <dsp:sp modelId="{0EA17BAB-6DD4-4EEF-9AF4-89AE2FD585B2}">
      <dsp:nvSpPr>
        <dsp:cNvPr id="0" name=""/>
        <dsp:cNvSpPr/>
      </dsp:nvSpPr>
      <dsp:spPr>
        <a:xfrm>
          <a:off x="5376484" y="101802"/>
          <a:ext cx="626334" cy="4852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6032650"/>
            <a:satOff val="-30016"/>
            <a:lumOff val="-2029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400" kern="1200"/>
        </a:p>
      </dsp:txBody>
      <dsp:txXfrm>
        <a:off x="5376484" y="198844"/>
        <a:ext cx="480771" cy="291126"/>
      </dsp:txXfrm>
    </dsp:sp>
    <dsp:sp modelId="{2A3248CE-507B-4E13-A610-476A6268BAAD}">
      <dsp:nvSpPr>
        <dsp:cNvPr id="0" name=""/>
        <dsp:cNvSpPr/>
      </dsp:nvSpPr>
      <dsp:spPr>
        <a:xfrm>
          <a:off x="6262807" y="99607"/>
          <a:ext cx="1948864" cy="734399"/>
        </a:xfrm>
        <a:prstGeom prst="roundRect">
          <a:avLst>
            <a:gd name="adj" fmla="val 10000"/>
          </a:avLst>
        </a:prstGeom>
        <a:solidFill>
          <a:schemeClr val="accent2">
            <a:hueOff val="8043534"/>
            <a:satOff val="-40021"/>
            <a:lumOff val="-2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Iteration 3</a:t>
          </a:r>
          <a:endParaRPr lang="en-PK" sz="1700" kern="1200"/>
        </a:p>
      </dsp:txBody>
      <dsp:txXfrm>
        <a:off x="6262807" y="99607"/>
        <a:ext cx="1948864" cy="489600"/>
      </dsp:txXfrm>
    </dsp:sp>
    <dsp:sp modelId="{018A53CE-EC34-455A-95F5-B64516C243CA}">
      <dsp:nvSpPr>
        <dsp:cNvPr id="0" name=""/>
        <dsp:cNvSpPr/>
      </dsp:nvSpPr>
      <dsp:spPr>
        <a:xfrm>
          <a:off x="6661972" y="589207"/>
          <a:ext cx="1948864" cy="2302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8043534"/>
              <a:satOff val="-40021"/>
              <a:lumOff val="-270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Analysis</a:t>
          </a:r>
          <a:endParaRPr lang="en-PK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Design</a:t>
          </a:r>
          <a:endParaRPr lang="en-PK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Testing</a:t>
          </a:r>
          <a:endParaRPr lang="en-PK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Implementation</a:t>
          </a:r>
          <a:endParaRPr lang="en-PK" sz="1700" kern="1200"/>
        </a:p>
      </dsp:txBody>
      <dsp:txXfrm>
        <a:off x="6719052" y="646287"/>
        <a:ext cx="1834704" cy="2188490"/>
      </dsp:txXfrm>
    </dsp:sp>
    <dsp:sp modelId="{CFF7109B-92EC-4B52-9177-A33E6A89CD5F}">
      <dsp:nvSpPr>
        <dsp:cNvPr id="0" name=""/>
        <dsp:cNvSpPr/>
      </dsp:nvSpPr>
      <dsp:spPr>
        <a:xfrm>
          <a:off x="8507112" y="101802"/>
          <a:ext cx="626334" cy="4852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12065300"/>
            <a:satOff val="-60032"/>
            <a:lumOff val="-4058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400" kern="1200"/>
        </a:p>
      </dsp:txBody>
      <dsp:txXfrm>
        <a:off x="8507112" y="198844"/>
        <a:ext cx="480771" cy="291126"/>
      </dsp:txXfrm>
    </dsp:sp>
    <dsp:sp modelId="{E65E0450-1B8F-458F-AA10-5ACD75CA36A5}">
      <dsp:nvSpPr>
        <dsp:cNvPr id="0" name=""/>
        <dsp:cNvSpPr/>
      </dsp:nvSpPr>
      <dsp:spPr>
        <a:xfrm>
          <a:off x="9393435" y="99607"/>
          <a:ext cx="1948864" cy="734399"/>
        </a:xfrm>
        <a:prstGeom prst="roundRect">
          <a:avLst>
            <a:gd name="adj" fmla="val 10000"/>
          </a:avLst>
        </a:prstGeom>
        <a:solidFill>
          <a:schemeClr val="accent2">
            <a:hueOff val="12065300"/>
            <a:satOff val="-60032"/>
            <a:lumOff val="-4058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Final Iteration</a:t>
          </a:r>
          <a:endParaRPr lang="en-PK" sz="1700" kern="1200"/>
        </a:p>
      </dsp:txBody>
      <dsp:txXfrm>
        <a:off x="9393435" y="99607"/>
        <a:ext cx="1948864" cy="489600"/>
      </dsp:txXfrm>
    </dsp:sp>
    <dsp:sp modelId="{E3B42E1E-236A-4521-8396-5C25A8CBB16F}">
      <dsp:nvSpPr>
        <dsp:cNvPr id="0" name=""/>
        <dsp:cNvSpPr/>
      </dsp:nvSpPr>
      <dsp:spPr>
        <a:xfrm>
          <a:off x="9792600" y="589207"/>
          <a:ext cx="1948864" cy="2302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2065300"/>
              <a:satOff val="-60032"/>
              <a:lumOff val="-405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Analysis</a:t>
          </a:r>
          <a:endParaRPr lang="en-PK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Design</a:t>
          </a:r>
          <a:endParaRPr lang="en-PK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Testing</a:t>
          </a:r>
          <a:endParaRPr lang="en-PK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Implementation</a:t>
          </a:r>
          <a:endParaRPr lang="en-PK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Review</a:t>
          </a:r>
          <a:endParaRPr lang="en-PK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Deployment</a:t>
          </a:r>
          <a:endParaRPr lang="en-PK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Maintenance</a:t>
          </a:r>
          <a:endParaRPr lang="en-PK" sz="1700" kern="1200"/>
        </a:p>
      </dsp:txBody>
      <dsp:txXfrm>
        <a:off x="9849680" y="646287"/>
        <a:ext cx="1834704" cy="2188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F5854-8CA3-996F-72A1-088A40CB0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B000DC-6502-096C-0DAE-6CBE62004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E634A9-4057-B1A6-C4D3-AAEE10314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A.k.a. Process Models. A.k.a. SDLC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/>
              <a:t>Lifecycle is a series of identifiable stages that any process undergoes from its first to final state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1B842-4413-B3C6-3B8F-285A789A0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323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498EF-AA30-9830-6D5A-2A9C2CAA7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2B589-809E-519C-12D1-6E5B941C9B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459CD-74D7-1E3A-A060-6FA8AF091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3C2FD-B3FB-D060-D618-D766601C57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59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E445E-DF02-FB60-2DF2-F6E934D35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524BDA-26FE-DC20-65EF-D890C54B8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0917FE-4C45-A067-C63D-BC4ADB176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E.g. if there’s a problem during testing, then immediate suspicion is upon implementation, but to make changes in implementation, the design may also need to change, meaning requirements need to change.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Waterfall is suitable for highly sensitive systems that require comprehensive analysis by experts. It is not suited for systems that undergo frequent change or where communication is not strictly formal.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C2BBC-88EB-F402-30A3-4501E38C76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228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8A05D-8F10-9C3D-8ECE-04871895F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3EBEE3-6C5C-109B-6FAC-29E154201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F3DCC-BC53-1FCF-5F15-978E1F161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/>
              <a:t>Developer-level documentation may include code comments, deployment guide, unit tests, API documentation.</a:t>
            </a: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2AB6A-5925-5AAE-7EDC-B403CF51AE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949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E3F6B-7FED-AD36-62F4-C88E0113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B13C87-9B40-D554-019D-2DA0A3D71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3D812A-B216-69D0-4872-1F7460C81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WBS (Work breakdown Structure)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UML (Unified Modeling Language)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C04C3-6B5B-C00B-FDD2-7AC115C4BF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39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FDECA-7063-244D-5464-48C218E91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F9A5A-E5B1-85ED-EC3D-298E560CF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426D81-3CF9-66D6-CD84-58241C0C5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/>
              <a:t>Developer-level documentation may include code comments, deployment guide, unit tests, API documentation.</a:t>
            </a:r>
            <a:endParaRPr lang="en-US" b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Testing process may be like Unit testing &gt; Module testing (integration) &gt; System testing (end to end complete test)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B5EF5-3C99-7205-79CA-730D04FF21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17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24E1D-EBBC-FB5B-F50E-17E4FB3D8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8FB0DF-6C33-D61D-8CAA-17467B879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781F3E-41FB-244E-438F-237A45752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6A311-4203-8F50-0652-BD113EC196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0109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9A315-0BC4-FCA0-CAF3-507E998F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784FBD-9A27-F28D-3C7F-E6649814E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84B17-D5C6-048A-4350-D66F37F8E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58911-82C1-5AC2-9865-F94ACE19DC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52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11AE5-3856-BE78-118C-DED9DE31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69234-99B5-4D80-A227-80177211C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433EF-94FA-BA3F-95BA-84F8A8CF3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Prototype is arguably the first attempt to iteratively refine until the customer is satisfied. However, the requirements are still frozen and one the prototype is passed, changes are resisted.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5C2E2-B909-A62A-DB20-1B42A692E7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19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F9247-2C4D-AF57-6268-A37A8310E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E69D52-B758-9D1A-96D9-F9C2B7215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ADB272-8B70-16F2-B502-9043B6E3B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81F97-4F2C-B518-E891-6C22FE1B4F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81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307AD-50E5-B949-0EB8-8B201244F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66836-4C41-0AEC-C6A9-52512027CB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D5DE4-2A0E-F6A4-DF73-88D05555B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/>
              <a:t>Irony! Royce did not propose Waterfall as a prescription. He presented it as a flawed baseline and then suggested iterative feedback loops to fix it. The industry ignored the warning and adopted the flawed version anyway.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0"/>
              <a:t>Waterfall is Rigid, does not involve client until very late, and the testing is also late. It’s like launching a Space shuttle – once launched, there’s no coming back without a significant cost.</a:t>
            </a: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67D7F-C5B8-FBDA-1BC5-D47C80B75B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657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7A1D3-FE70-2735-8748-115631C63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A5FEC4-4A97-2B70-46B5-57EE609D7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172CD-9DEE-AF7B-130F-EC20B4546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The last line is personal opinion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17535-C30F-A6E8-294D-9B48F1C555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791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DBF54-1E34-911B-21E3-4E508EBF3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7A562-8510-F246-A367-43AC5E001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D424F1-C1EE-DBD3-2586-185D2B5EA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used by NASA for Project Mercury in 1960s. Also known as “Evolutionary model”.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Adaptable to change through early feedback. Customer gets a working software at the end of each iteration. Project’s risk of total failure is significantly reduced.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39D34-ABFC-D270-6EB0-648862FD3E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010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BF28E-7D9C-91A1-7DF4-8CD2176F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F11702-9D5C-8D4C-49F8-2D03F8820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04774-6707-879A-6F54-7DDFC3694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Scope creep: </a:t>
            </a:r>
            <a:r>
              <a:rPr lang="en-GB" b="0"/>
              <a:t>when projects expand beyond original boundaries, affecting timelines and budgets. This usually happens when customer realizes missing requirements mid-project.</a:t>
            </a: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63B0A-8C25-F88F-B1F1-CBC64B8979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368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B3BC0-F524-CD3F-96F7-92CB4A8D3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C22B81-F9CF-A69E-ACD2-6E6F2F72A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FFD0F-B2F1-BB19-C24B-A6B798C5A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Caution! Initial increments must focus on dependency features which are required for dependent features. A dependency feature and a dependent feature must not be built in parallel.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98B90-37D2-1C05-84E5-82515D5E6C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9301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E1C78-3478-8614-FA48-FEB0F29C1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E0FE72-0833-63B9-D909-13E864FB9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8E17F7-E1B1-6294-EB31-E3F850F9B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937FE-72C4-34C1-07AC-9673FC9297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5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CF450-D38C-3A26-A4AC-15BB8BE1B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877754-ABBE-93D7-07F3-931C7BDC9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A62F3E-72ED-941E-921C-BCA334DBC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The primary focus in each spiral is to eliminate the biggest risk identified.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A6DE4-E87F-9B9D-A9BB-D13D89BB8C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6776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48A91-8CB0-A95F-2A08-4A2D3170A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55AF5-34CE-5054-C8B9-E5E220418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6F5C5-0533-4F1D-AF92-AF0D91101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13E20-8802-84D7-66E8-E87D1EF568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5266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B5F41-359D-561C-A8BA-DA39D5DB7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0E0A5-F76C-C08B-13EF-A325A1289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750E9-DA5D-3830-DC0D-C79D09367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BF2C7-9575-D74E-4AC3-1EDE9613A3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3645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86F1C-0495-5839-1451-E4C549D6F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C63314-3D67-5B3E-D56E-ABE3FE769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A6BB3E-D933-0065-757A-3B690E7E0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75C90-6934-6981-14FA-7C75C58EEF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082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25228-C33E-4852-9573-1BABB3032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445D1-CD0E-C704-6048-5A8C493F8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BB01B-62F5-E108-9964-337BCE7CD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E8403-9407-F444-14E4-1EB7F8D7E9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171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691B8-1438-C425-BED9-6002FEB0E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57403-8CD5-4636-8091-019D6FFBC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2FD44B-E687-67F7-7E63-4CFE01E5B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2B319-866A-5303-1C26-5C05508700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9708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4A55-C1CB-E9CB-3F9F-0D96DDF07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532A0C-B392-2DAD-D925-DACC24CE0F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899B15-1137-362B-F1AC-5ED9303C5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BAA1C-C818-F71E-B667-C152C5C578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4892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F192F-4E50-2B8F-93A8-85F27DBFE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90097C-C98E-92D6-5C7E-D6CEAAEEA3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AA5B1-DD3A-CC42-EB9A-6CB8D82D9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5DA1F-C748-8DED-D23A-1BDC29D91C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22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Software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924398" cy="4136198"/>
          </a:xfrm>
        </p:spPr>
        <p:txBody>
          <a:bodyPr/>
          <a:lstStyle/>
          <a:p>
            <a:r>
              <a:rPr lang="en-US"/>
              <a:t>Software Lifecycle Models</a:t>
            </a:r>
          </a:p>
          <a:p>
            <a:r>
              <a:rPr lang="en-US"/>
              <a:t>Waterfall Model</a:t>
            </a:r>
          </a:p>
          <a:p>
            <a:r>
              <a:rPr lang="en-US"/>
              <a:t>Waterfall Model Variants</a:t>
            </a:r>
          </a:p>
          <a:p>
            <a:r>
              <a:rPr lang="en-US"/>
              <a:t>Iterative Model</a:t>
            </a:r>
          </a:p>
          <a:p>
            <a:r>
              <a:rPr lang="en-US"/>
              <a:t>Incremental Model</a:t>
            </a:r>
          </a:p>
          <a:p>
            <a:r>
              <a:rPr lang="en-US"/>
              <a:t>Spiral Model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8262-4FD6-BF35-81E9-6A5DCE84E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4852886-0694-36BC-5245-66F020569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7684BBD-8591-7CDA-AD96-49DB0A7BC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4580E0B-0ACF-EEEC-2DFF-6F4F67C7A918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Software Lifecycle Models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EBDDC17-4A47-B115-98EB-3ABDE012E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2F953D1-854B-C3EF-37AD-013C13006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D0282-032D-D126-ACAD-51B9EF7B441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A descriptive and diagrammatic model of software lifecycle.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Identifies all activities that occur in the life of a software project.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Development becomes disciplined because there’s a common, graphical understanding of the system shared among entire team.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Phase start and exit are important milestones, which project managers can use to track the progress.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/>
              <a:t>MYTH</a:t>
            </a:r>
            <a:r>
              <a:rPr lang="en-GB" sz="3400"/>
              <a:t>: The working software is the only deliverable that matters.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/>
              <a:t>REALITY</a:t>
            </a:r>
            <a:r>
              <a:rPr lang="en-GB" sz="3400"/>
              <a:t>: documentation of all aspects of software required to operate and maintain are part of the delivery.</a:t>
            </a:r>
            <a:endParaRPr lang="en-US" sz="3400"/>
          </a:p>
        </p:txBody>
      </p:sp>
    </p:spTree>
    <p:extLst>
      <p:ext uri="{BB962C8B-B14F-4D97-AF65-F5344CB8AC3E}">
        <p14:creationId xmlns:p14="http://schemas.microsoft.com/office/powerpoint/2010/main" val="1841284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3BCA7-CC7E-AB7B-4FA8-877EE5B1F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03810C2-75F0-AAD7-9FD5-F632D6EDA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7745F01-7B42-2BD4-86D4-D7CA659D3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B4E7A6A-E0CB-5067-D153-B5051643770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Software Lifecycle Models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036118A-4DD2-46A4-2D32-F77C25372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CD89B28-4975-FBC4-836F-C8C6BCBFC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081DC-3A52-3D08-1104-16E2E0330EA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Each phase has a start criterion and an exit criterion. E.g.: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i="1"/>
              <a:t>Specify</a:t>
            </a:r>
            <a:r>
              <a:rPr lang="en-GB" sz="3400"/>
              <a:t> phase may have a start criterion that a signed agreement must exist between client and the service provider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The exit criterion can be an SRS document which is complete and approved by the client.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40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F778423-A5B5-BF4B-E854-73C325292E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3325934"/>
              </p:ext>
            </p:extLst>
          </p:nvPr>
        </p:nvGraphicFramePr>
        <p:xfrm>
          <a:off x="6096000" y="1532587"/>
          <a:ext cx="6094412" cy="4887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5676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ED4A1-9764-4BD1-4C77-4E271293F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B5D9B37-10D6-2553-CF47-881027858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A686BE3-138E-5B08-85E7-1155BA281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0EC2306-F9FF-CCEE-DE93-06C4A46234B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Waterfall Model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06ADF69-903A-987B-9725-F3F8F49C3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57BDBFD-1D80-8B95-290E-DA08EE8B9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93D8F-4340-CDEE-C3CE-F5D85D52E1F6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Inspired by Military Systems Engineering (Royce, 1970).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Activities are pre-planned and each lead to another.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No two activities run in parallel.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Modifications are resisted once signed.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The process is highly formal and driven by experts.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Hopping back is significantly more difficult than starting from atop.</a:t>
            </a:r>
          </a:p>
        </p:txBody>
      </p:sp>
      <p:pic>
        <p:nvPicPr>
          <p:cNvPr id="1026" name="Picture 2" descr="What is SDLC? Software Development Life cycle Explained">
            <a:extLst>
              <a:ext uri="{FF2B5EF4-FFF2-40B4-BE49-F238E27FC236}">
                <a16:creationId xmlns:a16="http://schemas.microsoft.com/office/drawing/2014/main" id="{A3B3A133-D925-8159-D711-F4A3A95BD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6274" y="1899385"/>
            <a:ext cx="5875616" cy="4154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0699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28E4A-6CBE-F390-B71F-1EA51906F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387EBF2-ABBB-405B-4AB2-2BD3959B3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2E57992-A12C-5E33-7F86-D589FE7F1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8C2AA86-DC85-F49D-3F83-8F2E9AF6FDB2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Waterfall Model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DD0EF97-8749-C3E3-478F-0E2F35133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7B591E9-18F2-7FEB-7C15-9EA3B026C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13A4E-8C92-355B-AF89-10527B663DBF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Requirement Analysis </a:t>
            </a:r>
            <a:r>
              <a:rPr lang="en-US" sz="3400">
                <a:sym typeface="Wingdings" panose="05000000000000000000" pitchFamily="2" charset="2"/>
              </a:rPr>
              <a:t> </a:t>
            </a:r>
            <a:r>
              <a:rPr lang="en-GB" sz="3200"/>
              <a:t>Software Requirements Specification (SRS)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A contractual description of what the system must do, i.e. system requirements, user interactions, and acceptance criteria.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Operational constraints are defined.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Ambiguous requirements are refined.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Removing inconsistent/conflicting requirements and anomalies.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Requirements are gathered from Client through existing documents, interviews, as well as from external sources like governing policies.</a:t>
            </a:r>
            <a:endParaRPr lang="en-US" sz="3400"/>
          </a:p>
        </p:txBody>
      </p:sp>
    </p:spTree>
    <p:extLst>
      <p:ext uri="{BB962C8B-B14F-4D97-AF65-F5344CB8AC3E}">
        <p14:creationId xmlns:p14="http://schemas.microsoft.com/office/powerpoint/2010/main" val="195178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5A84D-37EE-2DCC-0DBF-F1A053DCB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4A39CF3-997D-34E8-EC19-D88626B16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6B33511-3F66-A954-EADE-CEB6C76A9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9B64FB4-B2FA-A4FC-D1B5-D954484BC818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Waterfall Model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8450BFB-00BC-A532-9A59-10F1A65D9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025C7AF-04A4-3CA0-3FA6-ADEDEC821A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1FA5C-8A82-20DA-DBD0-EAF301BCC47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System Design </a:t>
            </a:r>
            <a:r>
              <a:rPr lang="en-US" sz="3400">
                <a:sym typeface="Wingdings" panose="05000000000000000000" pitchFamily="2" charset="2"/>
              </a:rPr>
              <a:t> </a:t>
            </a:r>
            <a:r>
              <a:rPr lang="en-US" sz="3200"/>
              <a:t>System Design Specification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Describes how the system will satisfy the requirements.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The architecture diagram provides a High-level view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Database (schema) diagram explains how data will be stored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Interface designs express the look and user interaction with the system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UML diagrams are used to explain how the target system will be structured and behave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Design is often split into high level design (WBS) and low-level design.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018212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F0D32-A8D9-F72D-C533-F3C002C14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B8322F2-013C-6CA9-75D0-F604A0B24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61E8530-ACFB-2F9F-F296-B4A53E3A4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ACC377F-42FE-C800-A1BD-BD531DCF876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Waterfall Model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EF2B350-1986-9153-AAA9-26C6E82DF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E665BEA-BD3A-DE67-3270-F11F325EB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A7B78-0B7A-0896-D329-A9180A6AB09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Implementation </a:t>
            </a:r>
            <a:r>
              <a:rPr lang="en-US" sz="3400">
                <a:sym typeface="Wingdings" panose="05000000000000000000" pitchFamily="2" charset="2"/>
              </a:rPr>
              <a:t> </a:t>
            </a:r>
            <a:r>
              <a:rPr lang="en-GB" sz="3200"/>
              <a:t>Source code, configuration files and build artifacts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Design is translated into working code.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Developer level documentation is part of the deliverable.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/>
              <a:t>Testing </a:t>
            </a:r>
            <a:r>
              <a:rPr lang="en-US" sz="3600">
                <a:sym typeface="Wingdings" panose="05000000000000000000" pitchFamily="2" charset="2"/>
              </a:rPr>
              <a:t> </a:t>
            </a:r>
            <a:r>
              <a:rPr lang="en-GB" sz="3400"/>
              <a:t>Test Reports (e.g. coverage report)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Checks if the system meets the requirements defined in the SRS.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Produces test cases, test scripts, execution reports, and bug reports.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Reports what was tested, pass/fail results.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187736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3433C-0814-6F7E-5D1B-ED575C826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BB9E669-1BFB-FEA4-88DE-6A6DDF85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AFFB6E1-6691-0850-75C3-4C95BD7B5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CBD87A9-58AF-C2F6-6C02-A386004470B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Waterfall Model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232E989-3127-554F-8B07-DCFE33D12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31F25D3-9789-0E81-E032-ECE2E916A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D2542-346F-7E2C-ED3D-8414CA2D395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Deployment </a:t>
            </a:r>
            <a:r>
              <a:rPr lang="en-US" sz="3400">
                <a:sym typeface="Wingdings" panose="05000000000000000000" pitchFamily="2" charset="2"/>
              </a:rPr>
              <a:t> </a:t>
            </a:r>
            <a:r>
              <a:rPr lang="en-GB" sz="3200"/>
              <a:t>Working system, user guides, release notes</a:t>
            </a:r>
            <a:endParaRPr lang="en-US" sz="320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Software is packaged and released to the production environment.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Maintenance </a:t>
            </a:r>
            <a:r>
              <a:rPr lang="en-GB" sz="3400">
                <a:sym typeface="Wingdings" panose="05000000000000000000" pitchFamily="2" charset="2"/>
              </a:rPr>
              <a:t> Patch releases, updated documentation, and change logs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Corrective: identify and fix bugs that arrive after deployment.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Perfective: improvements in functionality, security, user experience.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Adaptive: migrate to a new environment (e.g. upgrade server, shifting to cloud, OS update, etc.).</a:t>
            </a:r>
          </a:p>
        </p:txBody>
      </p:sp>
    </p:spTree>
    <p:extLst>
      <p:ext uri="{BB962C8B-B14F-4D97-AF65-F5344CB8AC3E}">
        <p14:creationId xmlns:p14="http://schemas.microsoft.com/office/powerpoint/2010/main" val="119004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73E42-D652-1D87-A79C-4F7E7DC3B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C3CFA29-3B00-51D9-08BF-6B47DEF4B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87060C0-1A3D-BBF8-C393-2433461B3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2D6F97F-B262-152F-7329-0983A1C8B952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Waterfall Model Variants – V Model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F39BCB1-6676-F343-7CF5-5ECA2D57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6BAF1A8D-E83A-8081-E0E6-4A7348467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E6977-031B-77C2-40C7-FE9CF5487E66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V Model: Emphasis on Validation and Verification.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In each phase, test activities are planned in parallel with development.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Enhances testability but requirements are still frozen.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No risk assessment.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Changes are difficult in later phases.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28007C-77CB-C818-95E6-03298D1490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5" t="6249" r="5069" b="11678"/>
          <a:stretch>
            <a:fillRect/>
          </a:stretch>
        </p:blipFill>
        <p:spPr>
          <a:xfrm>
            <a:off x="6096000" y="2673630"/>
            <a:ext cx="5696262" cy="260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98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45727-1395-C5F8-C8C5-400FBF8FB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93BDC9A-44DA-76D9-E112-668B7C355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4BB7558-F3BF-6F4F-4D95-80027879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CC9B655-7431-553B-9BB2-7779335AAF0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Waterfall Model Variants – Prototype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9C41B86-65A5-E24E-D138-0BACB79FC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989D942-EB0F-87DF-960B-ED2F052B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D4E38-7F28-7222-EDDC-9260296397C6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Prototype Model: create a prototype first.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A prototype has: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/>
              <a:t>Limited functionality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/>
              <a:t>Low reliability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/>
              <a:t>Inefficient performance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/>
              <a:t>But it imitates what the actual system should look like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Reduce risks of building the wrong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AEFD82-476D-9618-51BE-3557CF5ECF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50" r="5846"/>
          <a:stretch>
            <a:fillRect/>
          </a:stretch>
        </p:blipFill>
        <p:spPr>
          <a:xfrm>
            <a:off x="6086275" y="1969926"/>
            <a:ext cx="5715896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87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70BDE-64F1-2D96-BC3A-ACEE851C3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12B3324-4798-7E68-AA21-C020AE849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F147BF3-6024-EF8F-558B-9992705D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C631AD7-838D-5372-A5B8-51C8CB6F75F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Waterfall Model Variants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36E86E0-851B-50DE-3493-903386F1E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0B5C6AC-78D6-8B5B-D814-421B299D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C8E2D-4537-8121-9AC1-788AF95F3EE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The issues with Prototype Model: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/>
              <a:t>High dependency on a prototype. User might confuse it with the actual product.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/>
              <a:t>Generally, a prototype only represents User Interface only.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/>
              <a:t>Changing the scope of the product can boost complexity.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/>
              <a:t>Building prototypes can be much costlier than planned.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/>
              <a:t>Infeasible where hardware (sensors, controllers) are involved that cannot be represented by a prototype.</a:t>
            </a:r>
          </a:p>
        </p:txBody>
      </p:sp>
    </p:spTree>
    <p:extLst>
      <p:ext uri="{BB962C8B-B14F-4D97-AF65-F5344CB8AC3E}">
        <p14:creationId xmlns:p14="http://schemas.microsoft.com/office/powerpoint/2010/main" val="164439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D3E3A-9D86-A3FD-D071-427A36986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2431D25-BB09-82AE-ACF9-FCBDEAA4D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3A60E49-BBC4-4E88-5A1E-AAEE6E31D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D0DFC46-673A-22D6-F231-FA4100C4064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Waterfall Model Variants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DF056E4-8EA6-BF45-AD85-1DDD82996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51E7BA1-0FAF-637E-50ED-19D83FDC6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719FA-369D-F614-1429-13FF4A53A4A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The issues with Waterfall model?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GB" sz="3400" i="1"/>
              <a:t>“The fundamental problem with the waterfall model is that it assumes you can know all the requirements up front.”</a:t>
            </a:r>
            <a:br>
              <a:rPr lang="en-GB" sz="3400" i="1"/>
            </a:br>
            <a:r>
              <a:rPr lang="en-US" sz="3400"/>
              <a:t>Martin Fowler (Chief Scientist – </a:t>
            </a:r>
            <a:r>
              <a:rPr lang="en-US" sz="3400" err="1"/>
              <a:t>Thoughworks</a:t>
            </a:r>
            <a:r>
              <a:rPr lang="en-US" sz="3400"/>
              <a:t>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GB" sz="3400" i="1"/>
              <a:t>“The waterfall model is a process in which progress is measured by how much design documentation you have written.”</a:t>
            </a:r>
            <a:br>
              <a:rPr lang="en-GB" sz="3400" i="1"/>
            </a:br>
            <a:r>
              <a:rPr lang="en-US" sz="3400"/>
              <a:t>Tom DeMarco (Consultant – IBM, Apple, HP)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GB" sz="3400" i="1"/>
              <a:t>“I believe in this concept, but the implementation described above is risky and invites failure.”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GB" sz="3400"/>
              <a:t>Winston W. Royce (Creator of Waterfall model)</a:t>
            </a:r>
          </a:p>
        </p:txBody>
      </p:sp>
    </p:spTree>
    <p:extLst>
      <p:ext uri="{BB962C8B-B14F-4D97-AF65-F5344CB8AC3E}">
        <p14:creationId xmlns:p14="http://schemas.microsoft.com/office/powerpoint/2010/main" val="242738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6D82C-0155-722F-E0B9-98D2925F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8981194-DFDB-84F6-F77A-5991464CD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C933B8B-55F4-F497-FE83-5380ABF08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CF3681F-F3A6-11A3-A37C-F3DADED5DC1B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Waterfall Model Variants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3A40EEF-5F06-4CC4-5B23-FD58DB74B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AD81662-7AC6-FEBB-7FC6-5B001118E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B541C-3F44-3EED-8B7D-00CED4377FA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/>
              <a:t>When to use Waterfall model?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/>
              <a:t>Requirements are well-known and understood.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/>
              <a:t>Technology, infrastructure and operational environment are known.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/>
              <a:t>Team consists of experts of technology and domain involved.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/>
              <a:t>Communication protocols are formal.</a:t>
            </a:r>
          </a:p>
          <a:p>
            <a:pPr marL="0" indent="0" algn="r">
              <a:lnSpc>
                <a:spcPct val="120000"/>
              </a:lnSpc>
              <a:buNone/>
            </a:pPr>
            <a:r>
              <a:rPr lang="en-US" sz="3200" i="1"/>
              <a:t>The above conditions are hardly ever fulfilled in real life</a:t>
            </a:r>
          </a:p>
        </p:txBody>
      </p:sp>
    </p:spTree>
    <p:extLst>
      <p:ext uri="{BB962C8B-B14F-4D97-AF65-F5344CB8AC3E}">
        <p14:creationId xmlns:p14="http://schemas.microsoft.com/office/powerpoint/2010/main" val="2282526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A5AE1-6C87-7193-4C71-3F380A851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12CC325-0AA6-4339-2A99-F84137FE5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6E00058-58DC-F5D4-44A0-B925AD993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F25BFEA-B19E-3AA7-359E-5A1A51325EB4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Iterative Model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C27DD47-1156-5FBC-AFF7-2C7BDFE87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15F59C0-F819-E5C6-55BD-4615C24E3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3442E-096F-7671-D9A3-578B34E2253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8964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The building process is broken into cycles (mini-Waterfall models).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The iterative part is from </a:t>
            </a:r>
            <a:r>
              <a:rPr lang="en-GB" sz="3400" i="1"/>
              <a:t>Analysis</a:t>
            </a:r>
            <a:r>
              <a:rPr lang="en-GB" sz="3400"/>
              <a:t> to </a:t>
            </a:r>
            <a:r>
              <a:rPr lang="en-GB" sz="3400" i="1"/>
              <a:t>Implementation</a:t>
            </a:r>
            <a:r>
              <a:rPr lang="en-GB" sz="3400"/>
              <a:t> only.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Keeps refining the same software until it is ready to be shipped.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D617DD3-590F-3842-3389-CA020BC69F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4355638"/>
              </p:ext>
            </p:extLst>
          </p:nvPr>
        </p:nvGraphicFramePr>
        <p:xfrm>
          <a:off x="220384" y="3429000"/>
          <a:ext cx="11743016" cy="2991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6841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68402F8-0630-4330-B339-EBA7E634E7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6A89D89-9E99-4AC2-ACDA-F43AD5F14D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95774B1-FA35-4111-B312-7046AE9174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D0EDC6A-0CC8-4B43-BD59-B4913F6D59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A46E5C9-6D82-47EC-B0BE-8F90AF71FA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EA17BAB-6DD4-4EEF-9AF4-89AE2FD585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A3248CE-507B-4E13-A610-476A6268BA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18A53CE-EC34-455A-95F5-B64516C243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FF7109B-92EC-4B52-9177-A33E6A89CD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65E0450-1B8F-458F-AA10-5ACD75CA36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3B42E1E-236A-4521-8396-5C25A8CBB1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524B6-1C19-C022-E193-42E9E68B0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5923250-CA5D-8F20-6325-2ACA863D3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325042B-7AD2-12FB-5E45-6A89AA47D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E984C88-793A-5EA7-23AA-3146489B0D6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Iterative Model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CD0124A-1AF6-7E33-F723-4B8D450C0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2CC8B44-68D5-94BE-5338-A5F097D0F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7ED42-2E30-A2D5-3AB4-253E5B831154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Advantages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Adaptable to change through early feedback.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Customer gets a working software at the end of each iteration.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Project’s risk of total failure is significantly reduced.</a:t>
            </a:r>
            <a:endParaRPr lang="en-US" sz="320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Disadvantages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Requires Disciplined Planning and Management.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Less predictable Timeline and Budget.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/>
              <a:t>Higher risks for </a:t>
            </a:r>
            <a:r>
              <a:rPr lang="en-GB" sz="3000" i="1"/>
              <a:t>Scope creep</a:t>
            </a:r>
            <a:r>
              <a:rPr lang="en-GB" sz="3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0133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2D189-A69A-80B5-E342-2C917EBF1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0E7C3EC-2B13-5610-CE57-AD75E850A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F7E116C-E386-EC2C-95B6-89CC14DBA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440FA87-08F9-D99A-DD9B-47921AFEE6E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Incremental Model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1F4F084-6063-89E2-2978-F43D41E1D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F55354A-AFED-71F7-4DE9-436EC439D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5B83-ED9C-2B36-7D58-7C7BE8F7DDD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790510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Iterative model builds the whole project and iteratively refines it.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Incremental model builds a small foundation and keeps adding new features incrementally.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Offers a usable software to the customer at the end of each increment.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Allows parallel development of multiple features.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20788F-3CE7-06DA-7CCC-DC4F42309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894" y="2184834"/>
            <a:ext cx="6181106" cy="358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02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E681C-6789-8452-871C-F1E47C9F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04ED101-C6EC-0D08-69E3-7364DCE89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51D3D8D-9A89-50BB-3CCD-057FC77E8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75B0A86-205F-F7EA-4CCC-3271584DC0D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Spiral Model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5C80471-9A03-0462-0605-D17482C58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3A9FC62-64C4-CDB9-089B-1D11850ED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FA270-C0FB-3CD5-4925-5E97C3D2B45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Proposed by Berry Boehm (1988)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Spiral model focuses highly on risk assessment.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Allows backtracking from one activity to another.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Iterative model in which each loop in the spiral is a Phase of SDLC.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Each loop is broken into 4 sectors: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Defining the objectives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Risk analysis and resolution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Development and Validation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Planning for next phase</a:t>
            </a:r>
          </a:p>
        </p:txBody>
      </p:sp>
    </p:spTree>
    <p:extLst>
      <p:ext uri="{BB962C8B-B14F-4D97-AF65-F5344CB8AC3E}">
        <p14:creationId xmlns:p14="http://schemas.microsoft.com/office/powerpoint/2010/main" val="88203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420FD-FE52-72DA-B2FA-1603B4AE1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69364BA-6C49-07AB-EC73-65C17A76A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E6BFDBF-D625-5129-7F91-6EBEB1A8D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4BCC289-B62F-7078-4A94-C4041C8D889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Spiral Model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D7877C3-655A-A7E0-F1B8-661441BF6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8A8035-0F32-9BAF-D174-30D4568AB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1409"/>
            <a:ext cx="7565571" cy="5146348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CE754C-8D7A-69EC-0E59-2CC8547FB632}"/>
              </a:ext>
            </a:extLst>
          </p:cNvPr>
          <p:cNvSpPr txBox="1">
            <a:spLocks/>
          </p:cNvSpPr>
          <p:nvPr/>
        </p:nvSpPr>
        <p:spPr>
          <a:xfrm>
            <a:off x="7565570" y="1532587"/>
            <a:ext cx="4397829" cy="5020613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Start from top-left innermost loop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Defining the objectives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Risk analysis and resolution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Development and Validation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Planning for next phase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End at bottom-right outermost loop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9B9DBE-2F88-12CC-9D3B-D7F886E22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16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859CE-18D5-7BE8-AEF5-4FB06A7CF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8F44BFD-D075-3A52-0E0F-50BCE6C07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989E5F9-1000-F4EE-45B9-7F04DE1B0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F9E9FB7-4B53-0F5E-00ED-E090226B832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Spiral Model Example – 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 Auto-parts Portal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6552A6A-18D4-309F-236A-5E633AD3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F67ADB3-7637-92DD-7CC0-379682EB9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B67A-7818-D8B4-FBED-D10883F3AF3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/>
              <a:t>First Spiral</a:t>
            </a:r>
            <a:endParaRPr lang="en-GB" sz="340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Identify major risks such as supplier onboarding, catalogue complexity, and payment integration.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Build a basic prototype that allows users to browse a small catalogue of parts and place a simple order request.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Use a limited dataset of parts (e.g. Toyota or Honda components).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Stakeholders evaluate usability and confirm that the marketplace concept works.</a:t>
            </a:r>
          </a:p>
        </p:txBody>
      </p:sp>
    </p:spTree>
    <p:extLst>
      <p:ext uri="{BB962C8B-B14F-4D97-AF65-F5344CB8AC3E}">
        <p14:creationId xmlns:p14="http://schemas.microsoft.com/office/powerpoint/2010/main" val="17945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17A70-3AD2-C52E-7677-44F612776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F7576DA-CB2E-765A-8332-08111672F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2EF48C0-CC7B-FE8E-062E-1F3C7445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55EC5EF-863E-9694-C2BC-9628C8DF78C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Spiral Model Example – 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 Auto-parts Portal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62140CA-35AE-BE0E-6CA9-73150A859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6588CEAB-3C9A-F030-3AB3-4224732B6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8FEF3-8318-101F-409C-3B7A0C05275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/>
              <a:t>Second Spiral</a:t>
            </a:r>
            <a:endParaRPr lang="en-GB" sz="340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Main risk addressed is managing thousands of auto parts with vehicle compatibility.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Develop a structured product catalogue with fields like part number, vehicle model, engine type, and manufacturer.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Implement search and filtering by car model, year, and category.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Validate with real vendors to ensure the catalogue structure matches industry needs.</a:t>
            </a:r>
          </a:p>
        </p:txBody>
      </p:sp>
    </p:spTree>
    <p:extLst>
      <p:ext uri="{BB962C8B-B14F-4D97-AF65-F5344CB8AC3E}">
        <p14:creationId xmlns:p14="http://schemas.microsoft.com/office/powerpoint/2010/main" val="162809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A78A0-81BC-0445-B53F-35662EDEB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45D4F76-3AC8-141F-3D02-DDD98E009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6BA1AA4-5874-2F31-44D1-B4BBD98A8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F5863AD-1D5A-DE46-3E11-2AB8E6B8E355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Spiral Model Example – 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 Auto-parts Portal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76066C3-9752-1F13-8852-A715CCDEF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C92B2EC-05B2-C1F7-BD27-FDF367D3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7DE3B-C908-43DB-A851-C3D36C6174F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/>
              <a:t>Third Spiral</a:t>
            </a:r>
            <a:endParaRPr lang="en-GB" sz="340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Key risk is multiple vendors selling the same part with different prices and stocks.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Build vendor accounts, dashboards, and interfaces for uploading inventory.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Allow vendors to manage stock, pricing, and order status.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Test vendor onboarding workflow and ensure inventory updates work reliably.</a:t>
            </a:r>
          </a:p>
        </p:txBody>
      </p:sp>
    </p:spTree>
    <p:extLst>
      <p:ext uri="{BB962C8B-B14F-4D97-AF65-F5344CB8AC3E}">
        <p14:creationId xmlns:p14="http://schemas.microsoft.com/office/powerpoint/2010/main" val="425155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CAE25-A72B-7806-8478-8CA85DEF7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D7CEDD8-033B-D664-534F-E45B581D4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587A7E4-957F-DAE6-7996-69CA7D5E1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79D0491-D991-9682-D40E-724270FF9FA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Spiral Model Example – 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 Auto-parts Portal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ABC448A-19C8-221C-1B9F-2CFFE1E9E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8436CAB-D860-457F-C0DA-343AF30E5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E0AD2-805C-7F33-7A6B-01996CF19E6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/>
              <a:t>Fourth Spiral</a:t>
            </a:r>
            <a:endParaRPr lang="en-GB" sz="340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Major risk involves secure payments and order management.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Integrate payment gateways such as card payments or local payment services.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Implement checkout, order confirmation, and transaction tracking.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Add basic fraud prevention and payment verification mechanisms.</a:t>
            </a:r>
          </a:p>
        </p:txBody>
      </p:sp>
    </p:spTree>
    <p:extLst>
      <p:ext uri="{BB962C8B-B14F-4D97-AF65-F5344CB8AC3E}">
        <p14:creationId xmlns:p14="http://schemas.microsoft.com/office/powerpoint/2010/main" val="2077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134C2-7892-DD7B-4E82-8F5F6ED04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A728A00-7671-3160-0C8E-1F6615AF5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0E70283-A2C7-9648-CB93-37AD2B609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BD9882A-C5B7-AF50-89D2-05498E883178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Spiral Model Example – 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 Auto-parts Portal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08C3810-CC7F-F759-8C2A-A2421A812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39EF78F-14F1-DB9E-A8C8-2541F3B4B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D0BEC-E993-0948-AAC8-5CFB30B9131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/>
              <a:t>Fifth Spiral</a:t>
            </a:r>
            <a:endParaRPr lang="en-GB" sz="340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Risk addressed is delivery reliability and order fulfilment.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Integrate courier APIs for shipping cost calculation and tracking.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Add order tracking features for customers and shipping status updates.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Test end to end order lifecycle from purchase to delivery.</a:t>
            </a:r>
          </a:p>
        </p:txBody>
      </p:sp>
    </p:spTree>
    <p:extLst>
      <p:ext uri="{BB962C8B-B14F-4D97-AF65-F5344CB8AC3E}">
        <p14:creationId xmlns:p14="http://schemas.microsoft.com/office/powerpoint/2010/main" val="3709908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BF22A-9FE0-5A47-6745-80723C25E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1328068-A961-10BC-3BD6-FFE1120BA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A15E419-3F55-6E56-BBD5-D37192F97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66E97DF-88DA-E657-4331-BD546E093E9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Spiral Model Example – 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 Auto-parts Portal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AFBC1CD-A086-3EB7-54CC-EE4BCEEF2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FFDC8A8-880F-1135-3417-9D0D0847B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30FF8-71D8-5C8E-3A34-1894A3B8507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/>
              <a:t>Final Spiral</a:t>
            </a:r>
            <a:endParaRPr lang="en-GB" sz="340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Risk focuses on user trust and marketplace reputation.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Implement product reviews, vendor ratings, and dispute handling mechanisms.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Optimize search relevance and recommendation systems.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Conduct load testing and scalability improvements to support large traffic.</a:t>
            </a:r>
          </a:p>
        </p:txBody>
      </p:sp>
    </p:spTree>
    <p:extLst>
      <p:ext uri="{BB962C8B-B14F-4D97-AF65-F5344CB8AC3E}">
        <p14:creationId xmlns:p14="http://schemas.microsoft.com/office/powerpoint/2010/main" val="3491960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66F3A-F73B-0283-F02E-262AFD457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536CAFD-AD15-ED24-5D9B-05AB1230F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763FDBA-67B8-7AD5-FC47-1D8CEEA86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67E2719-30CE-3B31-EE6D-98011DB82A5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Spiral Model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0821471-993D-7E7A-6A7F-BCF94437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D35EA54-45AD-624A-9DC0-0E8B072E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DADE8-ED36-AC0C-A9FF-311D5C833C1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/>
              <a:t>Issues with Spiral Model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Identifying technical risks and mitigation strategies is costly. Small projects cannot afford such overheads.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Iterations depends on the outcome of risk analysis. Thus, scheduling is complex. Executives dislike uncertain timelines.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/>
              <a:t>Every spiral loop generates risk lists, mitigation strategies, evaluation reports. The documentation burden grows in large projects.</a:t>
            </a:r>
          </a:p>
        </p:txBody>
      </p:sp>
    </p:spTree>
    <p:extLst>
      <p:ext uri="{BB962C8B-B14F-4D97-AF65-F5344CB8AC3E}">
        <p14:creationId xmlns:p14="http://schemas.microsoft.com/office/powerpoint/2010/main" val="55803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0</TotalTime>
  <Words>2012</Words>
  <Application>Microsoft Macintosh PowerPoint</Application>
  <PresentationFormat>Widescreen</PresentationFormat>
  <Paragraphs>272</Paragraphs>
  <Slides>27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Biome Light</vt:lpstr>
      <vt:lpstr>Calibri</vt:lpstr>
      <vt:lpstr>Calibri Light</vt:lpstr>
      <vt:lpstr>Wingdings</vt:lpstr>
      <vt:lpstr>Office Theme</vt:lpstr>
      <vt:lpstr>Software Engineering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</cp:revision>
  <dcterms:created xsi:type="dcterms:W3CDTF">2022-11-22T20:08:03Z</dcterms:created>
  <dcterms:modified xsi:type="dcterms:W3CDTF">2026-03-14T05:44:06Z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