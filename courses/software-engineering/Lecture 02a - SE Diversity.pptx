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03" r:id="rId5"/>
    <p:sldId id="2462" r:id="rId6"/>
    <p:sldId id="2555" r:id="rId7"/>
    <p:sldId id="2556" r:id="rId8"/>
    <p:sldId id="2557" r:id="rId9"/>
    <p:sldId id="2558" r:id="rId10"/>
    <p:sldId id="2559" r:id="rId11"/>
    <p:sldId id="2560" r:id="rId12"/>
    <p:sldId id="2561" r:id="rId13"/>
    <p:sldId id="2562" r:id="rId14"/>
    <p:sldId id="2563" r:id="rId15"/>
    <p:sldId id="2564" r:id="rId16"/>
    <p:sldId id="2565" r:id="rId17"/>
    <p:sldId id="2571" r:id="rId18"/>
    <p:sldId id="2566" r:id="rId19"/>
    <p:sldId id="2567" r:id="rId20"/>
    <p:sldId id="2570" r:id="rId21"/>
    <p:sldId id="2568" r:id="rId22"/>
    <p:sldId id="2569" r:id="rId23"/>
    <p:sldId id="243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9A9819-C668-4801-906E-1F7A2A8B9FEC}" v="376" dt="2026-03-05T02:56:05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41" autoAdjust="0"/>
    <p:restoredTop sz="92901" autoAdjust="0"/>
  </p:normalViewPr>
  <p:slideViewPr>
    <p:cSldViewPr snapToGrid="0">
      <p:cViewPr varScale="1">
        <p:scale>
          <a:sx n="119" d="100"/>
          <a:sy n="119" d="100"/>
        </p:scale>
        <p:origin x="1624" y="480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delSld modSld">
      <pc:chgData name="Owais Ahmed" userId="6abc7d4556b3b071" providerId="LiveId" clId="{641304C9-537E-56B8-9D3B-F295291B91EB}" dt="2026-02-28T07:00:43.587" v="655" actId="20577"/>
      <pc:docMkLst>
        <pc:docMk/>
      </pc:docMkLst>
      <pc:sldChg chg="modSp mod">
        <pc:chgData name="Owais Ahmed" userId="6abc7d4556b3b071" providerId="LiveId" clId="{641304C9-537E-56B8-9D3B-F295291B91EB}" dt="2026-02-05T16:59:56.188" v="19" actId="20577"/>
        <pc:sldMkLst>
          <pc:docMk/>
          <pc:sldMk cId="146856052" sldId="2503"/>
        </pc:sldMkLst>
        <pc:spChg chg="mod">
          <ac:chgData name="Owais Ahmed" userId="6abc7d4556b3b071" providerId="LiveId" clId="{641304C9-537E-56B8-9D3B-F295291B91EB}" dt="2026-02-05T16:59:56.188" v="19" actId="20577"/>
          <ac:spMkLst>
            <pc:docMk/>
            <pc:sldMk cId="146856052" sldId="2503"/>
            <ac:spMk id="9" creationId="{79DC1498-E692-42BA-B69F-6D37E6CFACA0}"/>
          </ac:spMkLst>
        </pc:spChg>
      </pc:sldChg>
      <pc:sldChg chg="modSp mod modAnim modNotesTx">
        <pc:chgData name="Owais Ahmed" userId="6abc7d4556b3b071" providerId="LiveId" clId="{641304C9-537E-56B8-9D3B-F295291B91EB}" dt="2026-02-28T07:00:43.587" v="655" actId="20577"/>
        <pc:sldMkLst>
          <pc:docMk/>
          <pc:sldMk cId="3845795008" sldId="2569"/>
        </pc:sldMkLst>
        <pc:spChg chg="mod">
          <ac:chgData name="Owais Ahmed" userId="6abc7d4556b3b071" providerId="LiveId" clId="{641304C9-537E-56B8-9D3B-F295291B91EB}" dt="2026-02-28T07:00:43.587" v="655" actId="20577"/>
          <ac:spMkLst>
            <pc:docMk/>
            <pc:sldMk cId="3845795008" sldId="2569"/>
            <ac:spMk id="3" creationId="{FD686FE6-07AD-4045-567E-3D9E6ACC0202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6-03-05T02:56:05.646" v="7420" actId="20577"/>
      <pc:docMkLst>
        <pc:docMk/>
      </pc:docMkLst>
      <pc:sldChg chg="modSp mod">
        <pc:chgData name="Owais Ahmed" userId="6abc7d4556b3b071" providerId="LiveId" clId="{D0A51F83-B713-4A4D-8105-C75936B8E1D2}" dt="2026-03-05T02:52:12.297" v="7043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3-05T02:52:12.297" v="704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 modAnim">
        <pc:chgData name="Owais Ahmed" userId="6abc7d4556b3b071" providerId="LiveId" clId="{D0A51F83-B713-4A4D-8105-C75936B8E1D2}" dt="2026-03-05T02:12:07.691" v="7008" actId="47"/>
        <pc:sldMkLst>
          <pc:docMk/>
          <pc:sldMk cId="1489557677" sldId="2536"/>
        </pc:sldMkLst>
      </pc:sldChg>
      <pc:sldChg chg="addSp delSp modSp add del mod addAnim delAnim modAnim">
        <pc:chgData name="Owais Ahmed" userId="6abc7d4556b3b071" providerId="LiveId" clId="{D0A51F83-B713-4A4D-8105-C75936B8E1D2}" dt="2026-03-05T02:12:08.442" v="7009" actId="47"/>
        <pc:sldMkLst>
          <pc:docMk/>
          <pc:sldMk cId="2699803739" sldId="2537"/>
        </pc:sldMkLst>
      </pc:sldChg>
      <pc:sldChg chg="addSp delSp modSp add del mod addAnim delAnim modAnim">
        <pc:chgData name="Owais Ahmed" userId="6abc7d4556b3b071" providerId="LiveId" clId="{D0A51F83-B713-4A4D-8105-C75936B8E1D2}" dt="2026-03-05T02:12:08.824" v="7010" actId="47"/>
        <pc:sldMkLst>
          <pc:docMk/>
          <pc:sldMk cId="3866374994" sldId="2538"/>
        </pc:sldMkLst>
      </pc:sldChg>
      <pc:sldChg chg="delSp modSp add del mod addAnim delAnim modAnim">
        <pc:chgData name="Owais Ahmed" userId="6abc7d4556b3b071" providerId="LiveId" clId="{D0A51F83-B713-4A4D-8105-C75936B8E1D2}" dt="2026-03-05T02:12:09.167" v="7011" actId="47"/>
        <pc:sldMkLst>
          <pc:docMk/>
          <pc:sldMk cId="3779441050" sldId="2539"/>
        </pc:sldMkLst>
      </pc:sldChg>
      <pc:sldChg chg="delSp modSp add del mod delAnim modAnim">
        <pc:chgData name="Owais Ahmed" userId="6abc7d4556b3b071" providerId="LiveId" clId="{D0A51F83-B713-4A4D-8105-C75936B8E1D2}" dt="2026-03-05T02:12:09.482" v="7012" actId="47"/>
        <pc:sldMkLst>
          <pc:docMk/>
          <pc:sldMk cId="2462781425" sldId="2540"/>
        </pc:sldMkLst>
      </pc:sldChg>
      <pc:sldChg chg="modSp add del mod modAnim modNotesTx">
        <pc:chgData name="Owais Ahmed" userId="6abc7d4556b3b071" providerId="LiveId" clId="{D0A51F83-B713-4A4D-8105-C75936B8E1D2}" dt="2026-03-05T02:12:09.815" v="7013" actId="47"/>
        <pc:sldMkLst>
          <pc:docMk/>
          <pc:sldMk cId="2770892679" sldId="2542"/>
        </pc:sldMkLst>
      </pc:sldChg>
      <pc:sldChg chg="addSp modSp add del mod modAnim modNotesTx">
        <pc:chgData name="Owais Ahmed" userId="6abc7d4556b3b071" providerId="LiveId" clId="{D0A51F83-B713-4A4D-8105-C75936B8E1D2}" dt="2026-03-05T02:12:10.135" v="7014" actId="47"/>
        <pc:sldMkLst>
          <pc:docMk/>
          <pc:sldMk cId="3098189895" sldId="2543"/>
        </pc:sldMkLst>
      </pc:sldChg>
      <pc:sldChg chg="modSp add del mod modAnim">
        <pc:chgData name="Owais Ahmed" userId="6abc7d4556b3b071" providerId="LiveId" clId="{D0A51F83-B713-4A4D-8105-C75936B8E1D2}" dt="2026-03-05T02:12:10.623" v="7015" actId="47"/>
        <pc:sldMkLst>
          <pc:docMk/>
          <pc:sldMk cId="4249304647" sldId="2545"/>
        </pc:sldMkLst>
      </pc:sldChg>
      <pc:sldChg chg="addSp delSp modSp add del mod modAnim modNotesTx">
        <pc:chgData name="Owais Ahmed" userId="6abc7d4556b3b071" providerId="LiveId" clId="{D0A51F83-B713-4A4D-8105-C75936B8E1D2}" dt="2026-03-05T02:12:10.931" v="7016" actId="47"/>
        <pc:sldMkLst>
          <pc:docMk/>
          <pc:sldMk cId="2767382148" sldId="2546"/>
        </pc:sldMkLst>
      </pc:sldChg>
      <pc:sldChg chg="delSp modSp add del mod modAnim">
        <pc:chgData name="Owais Ahmed" userId="6abc7d4556b3b071" providerId="LiveId" clId="{D0A51F83-B713-4A4D-8105-C75936B8E1D2}" dt="2026-03-05T02:12:11.635" v="7017" actId="47"/>
        <pc:sldMkLst>
          <pc:docMk/>
          <pc:sldMk cId="1959901536" sldId="2547"/>
        </pc:sldMkLst>
      </pc:sldChg>
      <pc:sldChg chg="modSp add del mod modAnim modNotesTx">
        <pc:chgData name="Owais Ahmed" userId="6abc7d4556b3b071" providerId="LiveId" clId="{D0A51F83-B713-4A4D-8105-C75936B8E1D2}" dt="2026-03-05T02:12:12.840" v="7018" actId="47"/>
        <pc:sldMkLst>
          <pc:docMk/>
          <pc:sldMk cId="3071102032" sldId="2548"/>
        </pc:sldMkLst>
      </pc:sldChg>
      <pc:sldChg chg="addSp modSp add del mod modAnim modNotesTx">
        <pc:chgData name="Owais Ahmed" userId="6abc7d4556b3b071" providerId="LiveId" clId="{D0A51F83-B713-4A4D-8105-C75936B8E1D2}" dt="2026-03-05T02:12:14.144" v="7020" actId="47"/>
        <pc:sldMkLst>
          <pc:docMk/>
          <pc:sldMk cId="786912056" sldId="2549"/>
        </pc:sldMkLst>
      </pc:sldChg>
      <pc:sldChg chg="modSp add del mod ord modAnim modNotesTx">
        <pc:chgData name="Owais Ahmed" userId="6abc7d4556b3b071" providerId="LiveId" clId="{D0A51F83-B713-4A4D-8105-C75936B8E1D2}" dt="2026-03-05T02:12:14.827" v="7021" actId="47"/>
        <pc:sldMkLst>
          <pc:docMk/>
          <pc:sldMk cId="1281055205" sldId="2550"/>
        </pc:sldMkLst>
      </pc:sldChg>
      <pc:sldChg chg="addSp modSp add del mod modAnim modNotesTx">
        <pc:chgData name="Owais Ahmed" userId="6abc7d4556b3b071" providerId="LiveId" clId="{D0A51F83-B713-4A4D-8105-C75936B8E1D2}" dt="2026-03-05T02:12:15.301" v="7022" actId="47"/>
        <pc:sldMkLst>
          <pc:docMk/>
          <pc:sldMk cId="1452939350" sldId="2551"/>
        </pc:sldMkLst>
      </pc:sldChg>
      <pc:sldChg chg="modSp add del mod ord modNotesTx">
        <pc:chgData name="Owais Ahmed" userId="6abc7d4556b3b071" providerId="LiveId" clId="{D0A51F83-B713-4A4D-8105-C75936B8E1D2}" dt="2026-03-05T02:12:17.031" v="7023" actId="47"/>
        <pc:sldMkLst>
          <pc:docMk/>
          <pc:sldMk cId="3629122752" sldId="2552"/>
        </pc:sldMkLst>
      </pc:sldChg>
      <pc:sldChg chg="modSp add del mod modAnim modNotesTx">
        <pc:chgData name="Owais Ahmed" userId="6abc7d4556b3b071" providerId="LiveId" clId="{D0A51F83-B713-4A4D-8105-C75936B8E1D2}" dt="2026-03-05T02:12:17.879" v="7024" actId="47"/>
        <pc:sldMkLst>
          <pc:docMk/>
          <pc:sldMk cId="3570048585" sldId="2553"/>
        </pc:sldMkLst>
      </pc:sldChg>
      <pc:sldChg chg="addSp delSp modSp add del mod modAnim modNotesTx">
        <pc:chgData name="Owais Ahmed" userId="6abc7d4556b3b071" providerId="LiveId" clId="{D0A51F83-B713-4A4D-8105-C75936B8E1D2}" dt="2026-03-05T02:12:13.540" v="7019" actId="47"/>
        <pc:sldMkLst>
          <pc:docMk/>
          <pc:sldMk cId="3984555623" sldId="2554"/>
        </pc:sldMkLst>
      </pc:sldChg>
      <pc:sldChg chg="modSp add mod modAnim modNotesTx">
        <pc:chgData name="Owais Ahmed" userId="6abc7d4556b3b071" providerId="LiveId" clId="{D0A51F83-B713-4A4D-8105-C75936B8E1D2}" dt="2026-02-21T08:53:18.998" v="5038" actId="20577"/>
        <pc:sldMkLst>
          <pc:docMk/>
          <pc:sldMk cId="1626699394" sldId="2555"/>
        </pc:sldMkLst>
        <pc:spChg chg="mod">
          <ac:chgData name="Owais Ahmed" userId="6abc7d4556b3b071" providerId="LiveId" clId="{D0A51F83-B713-4A4D-8105-C75936B8E1D2}" dt="2026-02-21T08:53:18.998" v="5038" actId="20577"/>
          <ac:spMkLst>
            <pc:docMk/>
            <pc:sldMk cId="1626699394" sldId="2555"/>
            <ac:spMk id="3" creationId="{EF751DAD-9BCD-64E1-F74C-DD1B6AFCB4EC}"/>
          </ac:spMkLst>
        </pc:spChg>
        <pc:spChg chg="mod">
          <ac:chgData name="Owais Ahmed" userId="6abc7d4556b3b071" providerId="LiveId" clId="{D0A51F83-B713-4A4D-8105-C75936B8E1D2}" dt="2026-02-21T08:51:37.808" v="4778" actId="20577"/>
          <ac:spMkLst>
            <pc:docMk/>
            <pc:sldMk cId="1626699394" sldId="2555"/>
            <ac:spMk id="215" creationId="{01996BBD-3811-6F0D-0541-2C18D6E277FA}"/>
          </ac:spMkLst>
        </pc:spChg>
      </pc:sldChg>
      <pc:sldChg chg="addSp delSp modSp add mod delAnim modAnim modNotesTx">
        <pc:chgData name="Owais Ahmed" userId="6abc7d4556b3b071" providerId="LiveId" clId="{D0A51F83-B713-4A4D-8105-C75936B8E1D2}" dt="2026-02-21T09:51:24.224" v="5203" actId="20577"/>
        <pc:sldMkLst>
          <pc:docMk/>
          <pc:sldMk cId="4090083657" sldId="2556"/>
        </pc:sldMkLst>
        <pc:picChg chg="mod modCrop">
          <ac:chgData name="Owais Ahmed" userId="6abc7d4556b3b071" providerId="LiveId" clId="{D0A51F83-B713-4A4D-8105-C75936B8E1D2}" dt="2026-02-21T09:31:15.416" v="5100" actId="1076"/>
          <ac:picMkLst>
            <pc:docMk/>
            <pc:sldMk cId="4090083657" sldId="2556"/>
            <ac:picMk id="6" creationId="{FA74A7DD-EA8A-DFDE-31B9-C958224FD800}"/>
          </ac:picMkLst>
        </pc:picChg>
      </pc:sldChg>
      <pc:sldChg chg="addSp delSp modSp add mod modNotesTx">
        <pc:chgData name="Owais Ahmed" userId="6abc7d4556b3b071" providerId="LiveId" clId="{D0A51F83-B713-4A4D-8105-C75936B8E1D2}" dt="2026-02-21T09:52:24.168" v="5295" actId="20577"/>
        <pc:sldMkLst>
          <pc:docMk/>
          <pc:sldMk cId="4086142511" sldId="2557"/>
        </pc:sldMkLst>
        <pc:picChg chg="add mod">
          <ac:chgData name="Owais Ahmed" userId="6abc7d4556b3b071" providerId="LiveId" clId="{D0A51F83-B713-4A4D-8105-C75936B8E1D2}" dt="2026-02-21T09:31:24.664" v="5103" actId="1076"/>
          <ac:picMkLst>
            <pc:docMk/>
            <pc:sldMk cId="4086142511" sldId="2557"/>
            <ac:picMk id="4" creationId="{1C0D5292-35D5-EAC7-B40B-283C64D515C7}"/>
          </ac:picMkLst>
        </pc:picChg>
      </pc:sldChg>
      <pc:sldChg chg="addSp delSp modSp add mod modNotesTx">
        <pc:chgData name="Owais Ahmed" userId="6abc7d4556b3b071" providerId="LiveId" clId="{D0A51F83-B713-4A4D-8105-C75936B8E1D2}" dt="2026-02-21T09:53:36.479" v="5354" actId="20577"/>
        <pc:sldMkLst>
          <pc:docMk/>
          <pc:sldMk cId="1652766813" sldId="2558"/>
        </pc:sldMkLst>
        <pc:picChg chg="add mod">
          <ac:chgData name="Owais Ahmed" userId="6abc7d4556b3b071" providerId="LiveId" clId="{D0A51F83-B713-4A4D-8105-C75936B8E1D2}" dt="2026-02-21T09:31:32.728" v="5106" actId="1076"/>
          <ac:picMkLst>
            <pc:docMk/>
            <pc:sldMk cId="1652766813" sldId="2558"/>
            <ac:picMk id="5" creationId="{DC79FD1B-E454-8977-42DC-BC3DE30C5DF3}"/>
          </ac:picMkLst>
        </pc:picChg>
      </pc:sldChg>
      <pc:sldChg chg="addSp delSp modSp add mod modNotesTx">
        <pc:chgData name="Owais Ahmed" userId="6abc7d4556b3b071" providerId="LiveId" clId="{D0A51F83-B713-4A4D-8105-C75936B8E1D2}" dt="2026-02-21T09:54:48.329" v="5418" actId="20577"/>
        <pc:sldMkLst>
          <pc:docMk/>
          <pc:sldMk cId="2818200550" sldId="2559"/>
        </pc:sldMkLst>
        <pc:picChg chg="add mod modCrop">
          <ac:chgData name="Owais Ahmed" userId="6abc7d4556b3b071" providerId="LiveId" clId="{D0A51F83-B713-4A4D-8105-C75936B8E1D2}" dt="2026-02-21T09:31:55.671" v="5112" actId="1076"/>
          <ac:picMkLst>
            <pc:docMk/>
            <pc:sldMk cId="2818200550" sldId="2559"/>
            <ac:picMk id="4" creationId="{5A7B52A9-3E31-2624-0D1E-0CB6366E5DD5}"/>
          </ac:picMkLst>
        </pc:picChg>
      </pc:sldChg>
      <pc:sldChg chg="addSp delSp modSp add mod modNotesTx">
        <pc:chgData name="Owais Ahmed" userId="6abc7d4556b3b071" providerId="LiveId" clId="{D0A51F83-B713-4A4D-8105-C75936B8E1D2}" dt="2026-02-21T09:56:07.861" v="5457" actId="20577"/>
        <pc:sldMkLst>
          <pc:docMk/>
          <pc:sldMk cId="4175473741" sldId="2560"/>
        </pc:sldMkLst>
        <pc:picChg chg="add mod modCrop">
          <ac:chgData name="Owais Ahmed" userId="6abc7d4556b3b071" providerId="LiveId" clId="{D0A51F83-B713-4A4D-8105-C75936B8E1D2}" dt="2026-02-21T09:32:31.857" v="5121" actId="732"/>
          <ac:picMkLst>
            <pc:docMk/>
            <pc:sldMk cId="4175473741" sldId="2560"/>
            <ac:picMk id="4" creationId="{3A5D28F6-0507-A6B6-56BC-0F44D750F643}"/>
          </ac:picMkLst>
        </pc:picChg>
      </pc:sldChg>
      <pc:sldChg chg="addSp delSp modSp add mod modNotesTx">
        <pc:chgData name="Owais Ahmed" userId="6abc7d4556b3b071" providerId="LiveId" clId="{D0A51F83-B713-4A4D-8105-C75936B8E1D2}" dt="2026-02-21T09:57:43.379" v="5554" actId="20577"/>
        <pc:sldMkLst>
          <pc:docMk/>
          <pc:sldMk cId="3279202656" sldId="2561"/>
        </pc:sldMkLst>
        <pc:picChg chg="add del mod">
          <ac:chgData name="Owais Ahmed" userId="6abc7d4556b3b071" providerId="LiveId" clId="{D0A51F83-B713-4A4D-8105-C75936B8E1D2}" dt="2026-02-21T09:32:42.054" v="5126" actId="1076"/>
          <ac:picMkLst>
            <pc:docMk/>
            <pc:sldMk cId="3279202656" sldId="2561"/>
            <ac:picMk id="4" creationId="{B5D2D529-C1F7-2763-7C24-98020EDA1499}"/>
          </ac:picMkLst>
        </pc:picChg>
      </pc:sldChg>
      <pc:sldChg chg="addSp delSp modSp add mod modNotesTx">
        <pc:chgData name="Owais Ahmed" userId="6abc7d4556b3b071" providerId="LiveId" clId="{D0A51F83-B713-4A4D-8105-C75936B8E1D2}" dt="2026-02-21T09:59:03.323" v="5589" actId="6549"/>
        <pc:sldMkLst>
          <pc:docMk/>
          <pc:sldMk cId="1132834494" sldId="2562"/>
        </pc:sldMkLst>
        <pc:picChg chg="add mod">
          <ac:chgData name="Owais Ahmed" userId="6abc7d4556b3b071" providerId="LiveId" clId="{D0A51F83-B713-4A4D-8105-C75936B8E1D2}" dt="2026-02-21T09:32:51.295" v="5129" actId="1076"/>
          <ac:picMkLst>
            <pc:docMk/>
            <pc:sldMk cId="1132834494" sldId="2562"/>
            <ac:picMk id="4" creationId="{13B18B56-6A82-1A75-E1D1-AB4CDF9B8843}"/>
          </ac:picMkLst>
        </pc:picChg>
      </pc:sldChg>
      <pc:sldChg chg="addSp delSp modSp add mod modNotesTx">
        <pc:chgData name="Owais Ahmed" userId="6abc7d4556b3b071" providerId="LiveId" clId="{D0A51F83-B713-4A4D-8105-C75936B8E1D2}" dt="2026-02-23T11:01:25.368" v="7007" actId="20577"/>
        <pc:sldMkLst>
          <pc:docMk/>
          <pc:sldMk cId="2903044078" sldId="2563"/>
        </pc:sldMkLst>
        <pc:picChg chg="add mod modCrop">
          <ac:chgData name="Owais Ahmed" userId="6abc7d4556b3b071" providerId="LiveId" clId="{D0A51F83-B713-4A4D-8105-C75936B8E1D2}" dt="2026-02-21T09:33:12.007" v="5135" actId="1076"/>
          <ac:picMkLst>
            <pc:docMk/>
            <pc:sldMk cId="2903044078" sldId="2563"/>
            <ac:picMk id="4" creationId="{712C4EE4-9AE0-5697-936A-1C46B598EA01}"/>
          </ac:picMkLst>
        </pc:picChg>
      </pc:sldChg>
      <pc:sldChg chg="addSp delSp modSp add mod">
        <pc:chgData name="Owais Ahmed" userId="6abc7d4556b3b071" providerId="LiveId" clId="{D0A51F83-B713-4A4D-8105-C75936B8E1D2}" dt="2026-02-21T11:15:05.879" v="5668" actId="1076"/>
        <pc:sldMkLst>
          <pc:docMk/>
          <pc:sldMk cId="2963280494" sldId="2564"/>
        </pc:sldMkLst>
        <pc:picChg chg="add mod">
          <ac:chgData name="Owais Ahmed" userId="6abc7d4556b3b071" providerId="LiveId" clId="{D0A51F83-B713-4A4D-8105-C75936B8E1D2}" dt="2026-02-21T11:15:05.879" v="5668" actId="1076"/>
          <ac:picMkLst>
            <pc:docMk/>
            <pc:sldMk cId="2963280494" sldId="2564"/>
            <ac:picMk id="5" creationId="{F5BD2A56-0F2E-CBAE-4893-17BD87EE4D02}"/>
          </ac:picMkLst>
        </pc:picChg>
      </pc:sldChg>
      <pc:sldChg chg="modSp add mod ord modAnim">
        <pc:chgData name="Owais Ahmed" userId="6abc7d4556b3b071" providerId="LiveId" clId="{D0A51F83-B713-4A4D-8105-C75936B8E1D2}" dt="2026-03-05T02:13:34.159" v="7034" actId="20577"/>
        <pc:sldMkLst>
          <pc:docMk/>
          <pc:sldMk cId="597430573" sldId="2565"/>
        </pc:sldMkLst>
        <pc:spChg chg="mod">
          <ac:chgData name="Owais Ahmed" userId="6abc7d4556b3b071" providerId="LiveId" clId="{D0A51F83-B713-4A4D-8105-C75936B8E1D2}" dt="2026-02-22T07:43:31.374" v="6148" actId="20577"/>
          <ac:spMkLst>
            <pc:docMk/>
            <pc:sldMk cId="597430573" sldId="2565"/>
            <ac:spMk id="3" creationId="{8D87614D-9E2E-A51A-27BD-A9E8A55B4565}"/>
          </ac:spMkLst>
        </pc:spChg>
        <pc:spChg chg="mod">
          <ac:chgData name="Owais Ahmed" userId="6abc7d4556b3b071" providerId="LiveId" clId="{D0A51F83-B713-4A4D-8105-C75936B8E1D2}" dt="2026-03-05T02:13:34.159" v="7034" actId="20577"/>
          <ac:spMkLst>
            <pc:docMk/>
            <pc:sldMk cId="597430573" sldId="2565"/>
            <ac:spMk id="215" creationId="{1D0A2E45-3167-49B8-FBE5-1A1BF5F837C5}"/>
          </ac:spMkLst>
        </pc:spChg>
      </pc:sldChg>
      <pc:sldChg chg="modSp add mod modAnim">
        <pc:chgData name="Owais Ahmed" userId="6abc7d4556b3b071" providerId="LiveId" clId="{D0A51F83-B713-4A4D-8105-C75936B8E1D2}" dt="2026-03-05T02:13:36.790" v="7035" actId="20577"/>
        <pc:sldMkLst>
          <pc:docMk/>
          <pc:sldMk cId="3304172876" sldId="2566"/>
        </pc:sldMkLst>
        <pc:spChg chg="mod">
          <ac:chgData name="Owais Ahmed" userId="6abc7d4556b3b071" providerId="LiveId" clId="{D0A51F83-B713-4A4D-8105-C75936B8E1D2}" dt="2026-02-22T10:23:15.169" v="6163" actId="14"/>
          <ac:spMkLst>
            <pc:docMk/>
            <pc:sldMk cId="3304172876" sldId="2566"/>
            <ac:spMk id="3" creationId="{7B51D2F9-752F-F2E3-F72C-9AA332C5508E}"/>
          </ac:spMkLst>
        </pc:spChg>
        <pc:spChg chg="mod">
          <ac:chgData name="Owais Ahmed" userId="6abc7d4556b3b071" providerId="LiveId" clId="{D0A51F83-B713-4A4D-8105-C75936B8E1D2}" dt="2026-03-05T02:13:36.790" v="7035" actId="20577"/>
          <ac:spMkLst>
            <pc:docMk/>
            <pc:sldMk cId="3304172876" sldId="2566"/>
            <ac:spMk id="215" creationId="{489A044D-5C12-EADD-753B-54F6C814F579}"/>
          </ac:spMkLst>
        </pc:spChg>
      </pc:sldChg>
      <pc:sldChg chg="modSp add mod modAnim modNotesTx">
        <pc:chgData name="Owais Ahmed" userId="6abc7d4556b3b071" providerId="LiveId" clId="{D0A51F83-B713-4A4D-8105-C75936B8E1D2}" dt="2026-03-05T02:13:52.938" v="7039" actId="27636"/>
        <pc:sldMkLst>
          <pc:docMk/>
          <pc:sldMk cId="4119907892" sldId="2567"/>
        </pc:sldMkLst>
        <pc:spChg chg="mod">
          <ac:chgData name="Owais Ahmed" userId="6abc7d4556b3b071" providerId="LiveId" clId="{D0A51F83-B713-4A4D-8105-C75936B8E1D2}" dt="2026-03-05T02:13:52.938" v="7039" actId="27636"/>
          <ac:spMkLst>
            <pc:docMk/>
            <pc:sldMk cId="4119907892" sldId="2567"/>
            <ac:spMk id="3" creationId="{DDB64629-1395-1681-10D4-65396140478A}"/>
          </ac:spMkLst>
        </pc:spChg>
        <pc:spChg chg="mod">
          <ac:chgData name="Owais Ahmed" userId="6abc7d4556b3b071" providerId="LiveId" clId="{D0A51F83-B713-4A4D-8105-C75936B8E1D2}" dt="2026-03-05T02:13:24.791" v="7030" actId="6549"/>
          <ac:spMkLst>
            <pc:docMk/>
            <pc:sldMk cId="4119907892" sldId="2567"/>
            <ac:spMk id="215" creationId="{1D306C37-81A7-238C-C54F-2A4807438935}"/>
          </ac:spMkLst>
        </pc:spChg>
      </pc:sldChg>
      <pc:sldChg chg="addSp delSp modSp add mod delAnim modAnim modNotesTx">
        <pc:chgData name="Owais Ahmed" userId="6abc7d4556b3b071" providerId="LiveId" clId="{D0A51F83-B713-4A4D-8105-C75936B8E1D2}" dt="2026-03-05T02:13:30.789" v="7033" actId="20577"/>
        <pc:sldMkLst>
          <pc:docMk/>
          <pc:sldMk cId="3585154716" sldId="2568"/>
        </pc:sldMkLst>
        <pc:spChg chg="mod">
          <ac:chgData name="Owais Ahmed" userId="6abc7d4556b3b071" providerId="LiveId" clId="{D0A51F83-B713-4A4D-8105-C75936B8E1D2}" dt="2026-03-05T02:13:30.789" v="7033" actId="20577"/>
          <ac:spMkLst>
            <pc:docMk/>
            <pc:sldMk cId="3585154716" sldId="2568"/>
            <ac:spMk id="215" creationId="{48976957-32AA-214A-0CBE-7B1FC7E1605F}"/>
          </ac:spMkLst>
        </pc:spChg>
        <pc:picChg chg="add mod">
          <ac:chgData name="Owais Ahmed" userId="6abc7d4556b3b071" providerId="LiveId" clId="{D0A51F83-B713-4A4D-8105-C75936B8E1D2}" dt="2026-02-23T10:47:24.434" v="6989" actId="14100"/>
          <ac:picMkLst>
            <pc:docMk/>
            <pc:sldMk cId="3585154716" sldId="2568"/>
            <ac:picMk id="7" creationId="{B740B7A9-30AB-2D82-4460-A713F0796A58}"/>
          </ac:picMkLst>
        </pc:picChg>
      </pc:sldChg>
      <pc:sldChg chg="modSp add mod ord">
        <pc:chgData name="Owais Ahmed" userId="6abc7d4556b3b071" providerId="LiveId" clId="{D0A51F83-B713-4A4D-8105-C75936B8E1D2}" dt="2026-03-05T02:13:42.310" v="7036" actId="6549"/>
        <pc:sldMkLst>
          <pc:docMk/>
          <pc:sldMk cId="3845795008" sldId="2569"/>
        </pc:sldMkLst>
        <pc:spChg chg="mod">
          <ac:chgData name="Owais Ahmed" userId="6abc7d4556b3b071" providerId="LiveId" clId="{D0A51F83-B713-4A4D-8105-C75936B8E1D2}" dt="2026-03-05T02:13:42.310" v="7036" actId="6549"/>
          <ac:spMkLst>
            <pc:docMk/>
            <pc:sldMk cId="3845795008" sldId="2569"/>
            <ac:spMk id="215" creationId="{7BCAB386-607F-D303-B8DD-5B74BE26C5B1}"/>
          </ac:spMkLst>
        </pc:spChg>
      </pc:sldChg>
      <pc:sldChg chg="modSp add mod modAnim">
        <pc:chgData name="Owais Ahmed" userId="6abc7d4556b3b071" providerId="LiveId" clId="{D0A51F83-B713-4A4D-8105-C75936B8E1D2}" dt="2026-03-05T02:14:03.004" v="7042" actId="6549"/>
        <pc:sldMkLst>
          <pc:docMk/>
          <pc:sldMk cId="4090941952" sldId="2570"/>
        </pc:sldMkLst>
        <pc:spChg chg="mod">
          <ac:chgData name="Owais Ahmed" userId="6abc7d4556b3b071" providerId="LiveId" clId="{D0A51F83-B713-4A4D-8105-C75936B8E1D2}" dt="2026-03-05T02:14:03.004" v="7042" actId="6549"/>
          <ac:spMkLst>
            <pc:docMk/>
            <pc:sldMk cId="4090941952" sldId="2570"/>
            <ac:spMk id="3" creationId="{92AF37E1-64AB-A64E-AD78-34DE6D637D81}"/>
          </ac:spMkLst>
        </pc:spChg>
      </pc:sldChg>
      <pc:sldChg chg="modSp add mod modAnim">
        <pc:chgData name="Owais Ahmed" userId="6abc7d4556b3b071" providerId="LiveId" clId="{D0A51F83-B713-4A4D-8105-C75936B8E1D2}" dt="2026-03-05T02:56:05.646" v="7420" actId="20577"/>
        <pc:sldMkLst>
          <pc:docMk/>
          <pc:sldMk cId="1711277298" sldId="2571"/>
        </pc:sldMkLst>
        <pc:spChg chg="mod">
          <ac:chgData name="Owais Ahmed" userId="6abc7d4556b3b071" providerId="LiveId" clId="{D0A51F83-B713-4A4D-8105-C75936B8E1D2}" dt="2026-03-05T02:56:05.646" v="7420" actId="20577"/>
          <ac:spMkLst>
            <pc:docMk/>
            <pc:sldMk cId="1711277298" sldId="2571"/>
            <ac:spMk id="3" creationId="{7F86EED4-DF10-1498-83F2-3757282E08D1}"/>
          </ac:spMkLst>
        </pc:spChg>
      </pc:sldChg>
      <pc:sldChg chg="add del">
        <pc:chgData name="Owais Ahmed" userId="6abc7d4556b3b071" providerId="LiveId" clId="{D0A51F83-B713-4A4D-8105-C75936B8E1D2}" dt="2026-03-05T02:52:48.492" v="7045" actId="2890"/>
        <pc:sldMkLst>
          <pc:docMk/>
          <pc:sldMk cId="2655335562" sldId="25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82222-8289-5143-1412-BAB57DB6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09C4F-9D88-D4C4-B82E-8428111B9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25D15-A309-175A-9F58-16B241CD7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9E441-97D2-75A0-30B6-09450A304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309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70B34-7331-4759-5638-AE83BA3C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9E221-40C1-37E8-346B-7A197F68B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A6CEC-CA24-D201-E325-C5FA13FDB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Examples: Calculator, MS Word, Adobe Photoshop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BAE6B-5474-6201-BA2E-65E1AE53D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70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ABE0E-51B8-A176-87D3-201FA1D0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C4D77-3FD3-94FA-CF9F-3A320526B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E4414-E132-355D-BD22-1A70BBA71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Examples: Banking apps, </a:t>
            </a:r>
            <a:r>
              <a:rPr lang="en-GB" b="0" dirty="0"/>
              <a:t>Ecommerce platforms (e.g., Amazon), Sastaticket.pk, Salesforce (CRM), </a:t>
            </a:r>
            <a:r>
              <a:rPr lang="en-GB" b="0" dirty="0" err="1"/>
              <a:t>Quickbook</a:t>
            </a:r>
            <a:r>
              <a:rPr lang="en-GB" b="0" dirty="0"/>
              <a:t> (Accounting)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16AA7-B58B-080B-96FF-1C41546BB1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40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2D46C-9277-9857-576C-DF1DB871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13BAF-4C32-5035-B7DD-FFB38B2EA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7E8B4-7265-7A1E-63AE-218D7B54A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Examples: Anti-lock Braking Systems (ABS), Medical devices (e.g., Pacemaker), Smart thermostats (e.g., Nest), Smart Microwave oven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3FA46-4420-4495-98B3-1829A7F6A6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68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3EBC-93FF-02D7-3D32-D49105132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712EE-86B1-76F4-F027-9195B42C7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238ED-429A-39AB-85F8-03D1CB142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Examples: </a:t>
            </a:r>
            <a:r>
              <a:rPr lang="en-GB" b="0" dirty="0"/>
              <a:t>Payroll systems, K-electric’s billing system, Large scale ETL pipelines, Retail inventory update systems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708E2-1125-187D-E034-7C845FF51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422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6DC3-3776-6F7F-7147-F682B1A2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FDC92-CE1F-A8A3-7484-9899F95E4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F7E47-5538-2819-7270-08A6E89FA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Examples: Elden Ring, Netflix's interactive specials, Virtual reality (VR) experiences, Streaming service interfaces (e.g., Spotify), A-R apps (</a:t>
            </a:r>
            <a:r>
              <a:rPr lang="en-US" b="0" dirty="0" err="1"/>
              <a:t>Pokemon</a:t>
            </a:r>
            <a:r>
              <a:rPr lang="en-US" b="0" dirty="0"/>
              <a:t> GO)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B1C4A-9AF2-35DA-B191-830ED81DC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01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129C-E8AE-291D-7C49-525A0952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37A22-6BA5-54FD-CE4E-D8828067A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BAA3C-354F-A28D-44C7-AE5ED7487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Examples: Flight simulator, </a:t>
            </a:r>
            <a:r>
              <a:rPr lang="en-GB" b="0" dirty="0"/>
              <a:t>Financial risk simulations, 3D Studio max, Urban planning simulations (SimCity), MS Visual Paradigm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55DB5-70BF-64A6-5A40-8550194CD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29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14BA-E1C9-80E1-C340-D95A6B07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8CAE2-C80D-C570-B6A9-0C5AC1A8A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06050-7B2A-D111-208C-3D6032262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Examples: Business intelligence platforms (e.g., Tableau, MS </a:t>
            </a:r>
            <a:r>
              <a:rPr lang="en-US" b="0" dirty="0" err="1"/>
              <a:t>PowerBI</a:t>
            </a:r>
            <a:r>
              <a:rPr lang="en-US" b="0" dirty="0"/>
              <a:t>, Google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BA030-3F40-AB52-3D80-B93803E0F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495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8B25A-0BA0-8195-C840-4B23FA54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BB64D-9007-915A-17B0-CB7A0D6DE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9A074-631D-9D02-A432-682E06E14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/>
              <a:t>Examples: NADRA, </a:t>
            </a:r>
            <a:r>
              <a:rPr lang="en-US" b="0" dirty="0"/>
              <a:t>H</a:t>
            </a:r>
            <a:r>
              <a:rPr lang="en-GB" b="0" dirty="0" err="1"/>
              <a:t>ealthcare</a:t>
            </a:r>
            <a:r>
              <a:rPr lang="en-GB" b="0" dirty="0"/>
              <a:t> (Zindagi </a:t>
            </a:r>
            <a:r>
              <a:rPr lang="en-GB" b="0" dirty="0" err="1"/>
              <a:t>Mehfooz</a:t>
            </a:r>
            <a:r>
              <a:rPr lang="en-GB" b="0" dirty="0"/>
              <a:t>), International banking (e.g., SWIFT), IoT systems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CD9E3-E342-0F19-ABB7-7ACC521CA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003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C2520-A373-8556-6F75-39AFC5CE0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74924-DA4E-FBFD-BBCE-D93DAFF81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28061-A702-05E5-6E98-B7D1EEBB9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3BDCD-2027-DB14-A5AE-000964DDF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169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7D76-FD1C-BBC6-9933-45A3E4E5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5819C-A17B-D7D2-9212-F2F226B45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46A29-6A8F-7F4F-9FFD-14C96B01A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29A82-CB02-AA63-E14E-844157ED4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24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63F2-90E0-FDA0-9926-74C74CEA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A6718-58FD-BA10-1EE1-4E5D790A8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0A82A-C92F-C867-882B-4F0D88113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BBDA8-1B0B-8F7F-880B-596B0C964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52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9939-4496-55B6-096A-1A1D29BF7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3A317-8E48-A442-2E83-3A8325C51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C7E08-AD96-59B9-D1DF-1A76EBF10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71153-DF27-3EB5-C5AC-91322D677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076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15C28-CAC6-A1B8-F065-AA5E8301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7BA8D-662F-CB53-3A1B-24A74DB9A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80854-B4FB-20B3-4B37-62D6C75EA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Signing up for work with intention of first learning in order to implement is unethical.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Using clients’ resources for anything other than strictly related to their tasks is unethical.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508A3-AF08-31B3-4D93-21A663E7B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043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E6CD2-1FAA-160C-6E5D-7F07387F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51DEF-C7BE-2CE3-5AC1-A3D3A6084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71D77-6A5F-3ED4-56B8-B7C560A5D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Signing up for work with intention of first learning in order to implement is unethical.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Using clients’ resources for anything other than strictly related to their tasks is unethical.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920C9-43E3-BB5D-D147-CF1DD9A6F3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334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B90B0-90CA-F409-45E3-56DAFF3A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22E39-2B89-BEB4-280C-372F6E5B0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23441-BC81-938D-B675-E6460FE44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These are </a:t>
            </a:r>
            <a:r>
              <a:rPr lang="en-US" b="0"/>
              <a:t>the core </a:t>
            </a:r>
            <a:r>
              <a:rPr lang="en-US" b="0" dirty="0"/>
              <a:t>principles of ACM/IEEE code of ethics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6AE62-7BE0-C236-4447-89C25BC021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399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EEC1-F963-7086-6EFE-EC08E79B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45715-5B26-1136-23B9-F604EB098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24398-B5DC-6656-5DAD-ED6982FEE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 for Computing Machinery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Institute of Electrical and Electronics Engineers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A0891-EFD0-F225-1665-93601520D2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519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hdphoto" Target="../media/hdphoto1.wdp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846320" cy="4136198"/>
          </a:xfrm>
        </p:spPr>
        <p:txBody>
          <a:bodyPr/>
          <a:lstStyle/>
          <a:p>
            <a:r>
              <a:rPr lang="en-US" dirty="0"/>
              <a:t>Software Engineering Diversity</a:t>
            </a:r>
          </a:p>
          <a:p>
            <a:r>
              <a:rPr lang="en-US" dirty="0"/>
              <a:t>Software Engineering Activities</a:t>
            </a:r>
          </a:p>
          <a:p>
            <a:r>
              <a:rPr lang="en-US" dirty="0"/>
              <a:t>Ethics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F0D9-794E-3BB6-161B-23A31CDC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B9A49B-7AD9-92EA-667C-E705CBEB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ABB6594-4830-5289-BB25-B5F09B080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1996BBD-3811-6F0D-0541-2C18D6E277F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FBADC72-2099-BE4D-B47C-A6A3C453B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B9AF6F2-1B42-F8F0-0707-75DF66B11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1DAD-9BCD-64E1-F74C-DD1B6AFCB4E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Standalone Applications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Interactive Transaction-based Applications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Embedded Control Systems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Batch Processing Systems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Entertainment Systems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Modelling and Simulation Systems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Data Entry and Analysis Tools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System of Systems</a:t>
            </a:r>
          </a:p>
        </p:txBody>
      </p:sp>
    </p:spTree>
    <p:extLst>
      <p:ext uri="{BB962C8B-B14F-4D97-AF65-F5344CB8AC3E}">
        <p14:creationId xmlns:p14="http://schemas.microsoft.com/office/powerpoint/2010/main" val="162669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B39E0-4962-A81D-EC6B-1743563B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27E7E68-AA49-7F37-D00B-EEFD22FB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1ED2B63-445B-1D2A-6CFC-22AF961F8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5DE137E-1819-9114-A61A-84523E00844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3551EAD-9644-8089-FDFF-E5E3B913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4A7DD-EA8A-DFDE-31B9-C958224FD8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2" t="7871" r="4047" b="12813"/>
          <a:stretch>
            <a:fillRect/>
          </a:stretch>
        </p:blipFill>
        <p:spPr>
          <a:xfrm>
            <a:off x="385203" y="1371600"/>
            <a:ext cx="1142159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83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6450B-1F77-6D17-6321-EFD1E30A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32B7DAD-66E9-EA6E-93BB-5064147F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D2F18A2-6DF2-57B0-E386-EE6F3E13C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CF78B83-CAE0-2562-CB73-604EA314B96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4F5FD57-F16D-C880-877F-010FD7B02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D5292-35D5-EAC7-B40B-283C64D51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0" y="1371600"/>
            <a:ext cx="11492659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4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4E69-8122-3469-C300-C7975987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176738-4670-8E6D-0AB8-C251BE6B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C6F0178-299E-D92D-9CAF-2EDA375C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839E9CC-2BED-7217-121F-724AC24D499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F53CAF2-7585-669D-D79D-7EF96CF4D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9FD1B-E454-8977-42DC-BC3DE30C5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41" y="1371600"/>
            <a:ext cx="11510317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66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AF52A-080F-2978-E0DE-79553F847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6AA2751-52FE-24C3-98F1-FF00DA9F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C61607-8BBD-9DB5-9CBD-AC84F955D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CFF4730-A79B-E6A2-174A-0F123C0F9DF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D936DC0-8E98-C97A-C992-622A52614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B52A9-3E31-2624-0D1E-0CB6366E5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48"/>
          <a:stretch>
            <a:fillRect/>
          </a:stretch>
        </p:blipFill>
        <p:spPr>
          <a:xfrm>
            <a:off x="542214" y="1371600"/>
            <a:ext cx="1110757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0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523F-8887-A802-E9EF-EDAC6A66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CD32737-EF01-8071-472A-5E4FFD38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8F90D54-3B62-8393-B1FF-561C6B0AF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2B9FBC5-F1F7-3757-F633-DD2D3A7DAB3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A656D0F-FBE2-4297-3C20-5A968DB9C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D28F6-0507-A6B6-56BC-0F44D750F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83" y="1371600"/>
            <a:ext cx="1177523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7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A9F5-19FE-01AF-9186-6A972F25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FA712A9-AD04-17C3-6438-FBC9E642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0CD0AA2-BCE4-3564-A31A-2AC8D6F07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6E9BE41-AC15-2038-D38E-90FCE6BAB79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A304C69-47AC-A2D9-BBE7-B2586EEA4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2D529-C1F7-2763-7C24-98020EDA1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42" y="1371600"/>
            <a:ext cx="10937516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0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5593-3284-A2F1-0E2F-86A90A38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3B23B2E-2F62-A35A-69C9-6CD8C9B44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685742-1B8E-0A7D-EECD-998F61A5D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8FDFDFE-D131-9549-4909-F599109C4D2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D7AE2BD-88EF-F44C-4BDD-F310073DD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18B56-6A82-1A75-E1D1-AB4CDF9B8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67" y="1371600"/>
            <a:ext cx="1042086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834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57A0-3B5F-E311-AE39-245F60FC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DF65D1-81C3-A7E1-0DFC-DBF4859C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CB5B2D7-1CEC-2D56-9A67-05FF7EA87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6C9D03A-87C1-10B7-2ED8-0C8968ED20D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A0A9EC8-E38C-18BD-6907-37917F917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C4EE4-9AE0-5697-936A-1C46B598EA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48"/>
          <a:stretch>
            <a:fillRect/>
          </a:stretch>
        </p:blipFill>
        <p:spPr>
          <a:xfrm>
            <a:off x="563862" y="1366434"/>
            <a:ext cx="11064276" cy="549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44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BF64-90AE-E323-2FAB-D000A642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0996C7C-919B-AD69-D928-F0493229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A09AAE6-B6D0-E914-979A-CFE377994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ADD0FF3-CDC5-C2F9-0BCA-24F17FA9E1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Diversity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7E3DD03-0291-2BDD-C770-EC5652BA7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D2A56-0F2E-CBAE-4893-17BD87EE4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25" y="1371600"/>
            <a:ext cx="10726647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80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EA38-2660-509D-C9C0-D2B29A26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579F23-5A80-D8A8-6E18-80F079AC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7030808-BA57-6EA2-C6C9-D50BAD23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D0A2E45-3167-49B8-FBE5-1A1BF5F837C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Activities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2701353-4A7C-1C6D-2E89-14A563C3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932AAD0-5F33-DAB0-FDE5-4074102D1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614D-9E2E-A51A-27BD-A9E8A55B456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Specification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Defining the requirements, the environment to run the software and operational constraints.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Development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Designing and programming the </a:t>
            </a:r>
            <a:r>
              <a:rPr lang="en-GB" sz="3400"/>
              <a:t>real thing.</a:t>
            </a:r>
            <a:endParaRPr lang="en-GB" sz="3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Validation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Test that the software satisfies the needs as per specifications.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Evolution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Modification to cope up with the changes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59743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0C38E-2753-F0E7-A72A-033CC59A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1B3E6F5-DBB6-0A96-A733-D11C4208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0CF5C6D-21F0-69F0-3D1C-154C2A20C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DB6C517-6269-F0EC-04D1-0B24F6D9E03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Activities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A2DA454-F4D3-323A-8F9D-7F857359E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D2B607B-6C27-97AC-47F7-C99432E8C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EED4-DF10-1498-83F2-3757282E08D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Each Activity involves one or more </a:t>
            </a:r>
            <a:r>
              <a:rPr lang="en-GB" sz="3600" i="1" dirty="0"/>
              <a:t>Roles</a:t>
            </a:r>
            <a:r>
              <a:rPr lang="en-GB" sz="3600" dirty="0"/>
              <a:t>, e.g. Project Manager, Architect, Programmer, Quality Engineer, etc.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A </a:t>
            </a:r>
            <a:r>
              <a:rPr lang="en-GB" sz="3600" i="1" dirty="0"/>
              <a:t>Deliverable</a:t>
            </a:r>
            <a:r>
              <a:rPr lang="en-GB" sz="3600" dirty="0"/>
              <a:t> is an outcome of an activity. It may be: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Working Software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set of Diagrams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Semi-functional Prototype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Document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Training Videos</a:t>
            </a:r>
          </a:p>
        </p:txBody>
      </p:sp>
    </p:spTree>
    <p:extLst>
      <p:ext uri="{BB962C8B-B14F-4D97-AF65-F5344CB8AC3E}">
        <p14:creationId xmlns:p14="http://schemas.microsoft.com/office/powerpoint/2010/main" val="171127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1EB4-3790-ED19-94CB-26E2C276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FB9D732-A223-104E-F978-FF33BAD0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FAB7913-877D-99E5-54E4-A4469FE8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89A044D-5C12-EADD-753B-54F6C814F57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Engineering Activities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0EDD16C-5243-73F5-4736-2A3E9D88E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AB44EAE-BAE9-D0DF-FBCE-0453DEF64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D2F9-752F-F2E3-F72C-9AA332C5508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Systems should be developed using a managed and understood development process.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Dependability and performance are important for all types of system.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Understanding and managing the software specification and requirements (what the software should do) are important.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Where appropriate, you should reuse than write new software.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30417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56B9-CE0F-474E-DBBD-DA2DB7A27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260B11C-7770-3C63-4335-A25E5EA8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4C1C512-03FA-8486-BC08-F6D9EF6C5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D306C37-81A7-238C-C54F-2A480743893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Ethics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C4A9FCE-E78C-D325-70E9-A1EC11505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65FB142-277D-55B4-58A0-C45A1DEDD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64629-1395-1681-10D4-65396140478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Confidentiality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</a:t>
            </a:r>
            <a:r>
              <a:rPr lang="en-GB" sz="3200" dirty="0"/>
              <a:t>onfidentiality agreement may or may not exist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Covers clients, their business secrets, data and processes.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Competence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Misrepresentation of competence level.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Knowingly accepting work outside domain expertise.</a:t>
            </a:r>
          </a:p>
        </p:txBody>
      </p:sp>
    </p:spTree>
    <p:extLst>
      <p:ext uri="{BB962C8B-B14F-4D97-AF65-F5344CB8AC3E}">
        <p14:creationId xmlns:p14="http://schemas.microsoft.com/office/powerpoint/2010/main" val="411990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02B2F-2E7C-359D-06C4-3BC5823F4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D94D63F-74C1-159D-1633-E479AE3B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2572262-D834-240C-58A9-A6B6CA463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96231B5-C00E-83BB-5635-27AAF796221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Ethics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E47C57-52BB-3DA2-90B0-B1B4D1C8B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FFEEC56-2305-C1DD-B50A-2D3CDA240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37E1-64AB-A64E-AD78-34DE6D637D8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IP </a:t>
            </a:r>
            <a:r>
              <a:rPr lang="en-GB" sz="3600" dirty="0"/>
              <a:t>rights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Local and International laws governing use of intellectual property: license, patents, copyright, etc.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Resource Abuse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 of technical skills to misuse other people’s computers.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Gaming (obvious), personal tasks (taken lightly), learning (almost neglected)</a:t>
            </a:r>
          </a:p>
        </p:txBody>
      </p:sp>
    </p:spTree>
    <p:extLst>
      <p:ext uri="{BB962C8B-B14F-4D97-AF65-F5344CB8AC3E}">
        <p14:creationId xmlns:p14="http://schemas.microsoft.com/office/powerpoint/2010/main" val="409094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9EF3-DD0F-C275-59F5-78DA6085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7FB929C-95CA-B2F4-5CF2-95B373E3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7F1B38E-C096-6329-E7C8-4350B2E31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8976957-32AA-214A-0CBE-7B1FC7E1605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40B7A9-30AB-2D82-4460-A713F0796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3816"/>
            <a:ext cx="12192000" cy="556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54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10389-5C81-FA91-DF25-52F475C5F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35AEB79-C5BD-2FF5-151C-BB3E4D2B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A91835F-6C59-454C-5D20-2140059FC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BCAB386-607F-D303-B8DD-5B74BE26C5B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Ethics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B0825E7-C4E0-BB39-28D4-431AD512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EEE5BF2-29E3-C215-088E-0FE11BD3D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86FE6-07AD-4045-567E-3D9E6ACC020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You will be shared a Podcast on </a:t>
            </a:r>
            <a:r>
              <a:rPr lang="en-GB" sz="3200" dirty="0"/>
              <a:t>Software Ethics standards by ACM </a:t>
            </a:r>
            <a:r>
              <a:rPr lang="en-GB" sz="3200"/>
              <a:t>and IEEE.</a:t>
            </a:r>
            <a:endParaRPr lang="en-GB" sz="3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An assignment will be based on it.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384579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4112</TotalTime>
  <Words>683</Words>
  <Application>Microsoft Macintosh PowerPoint</Application>
  <PresentationFormat>Widescreen</PresentationFormat>
  <Paragraphs>120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171</cp:revision>
  <dcterms:created xsi:type="dcterms:W3CDTF">2022-11-22T20:08:03Z</dcterms:created>
  <dcterms:modified xsi:type="dcterms:W3CDTF">2026-03-07T07:33:50Z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