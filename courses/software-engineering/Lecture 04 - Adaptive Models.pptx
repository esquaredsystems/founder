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2503" r:id="rId5"/>
    <p:sldId id="2462" r:id="rId6"/>
    <p:sldId id="2573" r:id="rId7"/>
    <p:sldId id="2551" r:id="rId8"/>
    <p:sldId id="2591" r:id="rId9"/>
    <p:sldId id="2592" r:id="rId10"/>
    <p:sldId id="2568" r:id="rId11"/>
    <p:sldId id="2569" r:id="rId12"/>
    <p:sldId id="2570" r:id="rId13"/>
    <p:sldId id="2571" r:id="rId14"/>
    <p:sldId id="2572" r:id="rId15"/>
    <p:sldId id="2575" r:id="rId16"/>
    <p:sldId id="2576" r:id="rId17"/>
    <p:sldId id="2574" r:id="rId18"/>
    <p:sldId id="2593" r:id="rId19"/>
    <p:sldId id="2577" r:id="rId20"/>
    <p:sldId id="2578" r:id="rId21"/>
    <p:sldId id="2579" r:id="rId22"/>
    <p:sldId id="2594" r:id="rId23"/>
    <p:sldId id="2582" r:id="rId24"/>
    <p:sldId id="2580" r:id="rId25"/>
    <p:sldId id="2583" r:id="rId26"/>
    <p:sldId id="2581" r:id="rId27"/>
    <p:sldId id="2585" r:id="rId28"/>
    <p:sldId id="2586" r:id="rId29"/>
    <p:sldId id="2587" r:id="rId30"/>
    <p:sldId id="2588" r:id="rId31"/>
    <p:sldId id="2584" r:id="rId32"/>
    <p:sldId id="2589" r:id="rId33"/>
    <p:sldId id="2590" r:id="rId34"/>
    <p:sldId id="2436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38B0BD-BB32-4B2D-82DE-5A028D5CA6A4}">
          <p14:sldIdLst>
            <p14:sldId id="2503"/>
            <p14:sldId id="2462"/>
            <p14:sldId id="2573"/>
            <p14:sldId id="2551"/>
            <p14:sldId id="2591"/>
            <p14:sldId id="2592"/>
            <p14:sldId id="2568"/>
            <p14:sldId id="2569"/>
            <p14:sldId id="2570"/>
            <p14:sldId id="2571"/>
            <p14:sldId id="2572"/>
            <p14:sldId id="2575"/>
            <p14:sldId id="2576"/>
            <p14:sldId id="2574"/>
            <p14:sldId id="2593"/>
            <p14:sldId id="2577"/>
            <p14:sldId id="2578"/>
            <p14:sldId id="2579"/>
            <p14:sldId id="2594"/>
            <p14:sldId id="2582"/>
            <p14:sldId id="2580"/>
            <p14:sldId id="2583"/>
            <p14:sldId id="2581"/>
            <p14:sldId id="2585"/>
            <p14:sldId id="2586"/>
            <p14:sldId id="2587"/>
            <p14:sldId id="2588"/>
            <p14:sldId id="2584"/>
            <p14:sldId id="2589"/>
            <p14:sldId id="2590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008879-68C7-42CC-93B1-57498B6CA94C}" v="1206" dt="2026-03-27T18:55:10.9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1992"/>
        <p:guide pos="3840"/>
        <p:guide orient="horz" pos="1416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D0A51F83-B713-4A4D-8105-C75936B8E1D2}"/>
    <pc:docChg chg="undo redo custSel addSld delSld modSld sldOrd addSection delSection modSection">
      <pc:chgData name="Owais Ahmed" userId="6abc7d4556b3b071" providerId="LiveId" clId="{D0A51F83-B713-4A4D-8105-C75936B8E1D2}" dt="2026-03-27T18:55:10.952" v="19336"/>
      <pc:docMkLst>
        <pc:docMk/>
      </pc:docMkLst>
      <pc:sldChg chg="modSp mod">
        <pc:chgData name="Owais Ahmed" userId="6abc7d4556b3b071" providerId="LiveId" clId="{D0A51F83-B713-4A4D-8105-C75936B8E1D2}" dt="2026-03-13T20:03:43.945" v="18930" actId="20577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6-03-13T20:03:43.945" v="18930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modSp add mod modAnim modNotesTx">
        <pc:chgData name="Owais Ahmed" userId="6abc7d4556b3b071" providerId="LiveId" clId="{D0A51F83-B713-4A4D-8105-C75936B8E1D2}" dt="2026-03-27T16:36:02.883" v="19291"/>
        <pc:sldMkLst>
          <pc:docMk/>
          <pc:sldMk cId="1686617736" sldId="2551"/>
        </pc:sldMkLst>
        <pc:spChg chg="mod">
          <ac:chgData name="Owais Ahmed" userId="6abc7d4556b3b071" providerId="LiveId" clId="{D0A51F83-B713-4A4D-8105-C75936B8E1D2}" dt="2026-03-13T10:47:10.256" v="13106" actId="27636"/>
          <ac:spMkLst>
            <pc:docMk/>
            <pc:sldMk cId="1686617736" sldId="2551"/>
            <ac:spMk id="3" creationId="{AC7C132C-6A1A-75AA-F688-92450D59D3C5}"/>
          </ac:spMkLst>
        </pc:spChg>
        <pc:spChg chg="add mod">
          <ac:chgData name="Owais Ahmed" userId="6abc7d4556b3b071" providerId="LiveId" clId="{D0A51F83-B713-4A4D-8105-C75936B8E1D2}" dt="2026-03-27T16:34:37.044" v="19282" actId="1076"/>
          <ac:spMkLst>
            <pc:docMk/>
            <pc:sldMk cId="1686617736" sldId="2551"/>
            <ac:spMk id="5" creationId="{0BDC61A1-C0A1-4374-EABA-F48BECAA1C8D}"/>
          </ac:spMkLst>
        </pc:spChg>
        <pc:spChg chg="add mod">
          <ac:chgData name="Owais Ahmed" userId="6abc7d4556b3b071" providerId="LiveId" clId="{D0A51F83-B713-4A4D-8105-C75936B8E1D2}" dt="2026-03-27T16:35:50.747" v="19287" actId="164"/>
          <ac:spMkLst>
            <pc:docMk/>
            <pc:sldMk cId="1686617736" sldId="2551"/>
            <ac:spMk id="7" creationId="{046505B2-77D7-AAC8-59E8-E3BC6AAFD06A}"/>
          </ac:spMkLst>
        </pc:spChg>
        <pc:spChg chg="mod">
          <ac:chgData name="Owais Ahmed" userId="6abc7d4556b3b071" providerId="LiveId" clId="{D0A51F83-B713-4A4D-8105-C75936B8E1D2}" dt="2026-03-13T10:40:54.094" v="12862" actId="20577"/>
          <ac:spMkLst>
            <pc:docMk/>
            <pc:sldMk cId="1686617736" sldId="2551"/>
            <ac:spMk id="215" creationId="{D7C813B8-6742-482F-DCE2-7F3027B608A4}"/>
          </ac:spMkLst>
        </pc:spChg>
        <pc:grpChg chg="add mod">
          <ac:chgData name="Owais Ahmed" userId="6abc7d4556b3b071" providerId="LiveId" clId="{D0A51F83-B713-4A4D-8105-C75936B8E1D2}" dt="2026-03-27T16:35:50.747" v="19287" actId="164"/>
          <ac:grpSpMkLst>
            <pc:docMk/>
            <pc:sldMk cId="1686617736" sldId="2551"/>
            <ac:grpSpMk id="6" creationId="{03DF955F-FFF1-8C62-192E-61755177CD2B}"/>
          </ac:grpSpMkLst>
        </pc:grpChg>
        <pc:grpChg chg="add mod">
          <ac:chgData name="Owais Ahmed" userId="6abc7d4556b3b071" providerId="LiveId" clId="{D0A51F83-B713-4A4D-8105-C75936B8E1D2}" dt="2026-03-27T16:35:50.747" v="19287" actId="164"/>
          <ac:grpSpMkLst>
            <pc:docMk/>
            <pc:sldMk cId="1686617736" sldId="2551"/>
            <ac:grpSpMk id="8" creationId="{86C2C8FE-D20A-728A-884A-029D035839AC}"/>
          </ac:grpSpMkLst>
        </pc:grpChg>
        <pc:picChg chg="mod modCrop">
          <ac:chgData name="Owais Ahmed" userId="6abc7d4556b3b071" providerId="LiveId" clId="{D0A51F83-B713-4A4D-8105-C75936B8E1D2}" dt="2026-03-27T16:33:10.148" v="19269" actId="164"/>
          <ac:picMkLst>
            <pc:docMk/>
            <pc:sldMk cId="1686617736" sldId="2551"/>
            <ac:picMk id="4" creationId="{1891DF9C-FB21-D800-7191-D2D74D62B11F}"/>
          </ac:picMkLst>
        </pc:picChg>
      </pc:sldChg>
      <pc:sldChg chg="modSp add mod ord modAnim">
        <pc:chgData name="Owais Ahmed" userId="6abc7d4556b3b071" providerId="LiveId" clId="{D0A51F83-B713-4A4D-8105-C75936B8E1D2}" dt="2026-03-27T16:36:26.331" v="19303" actId="20577"/>
        <pc:sldMkLst>
          <pc:docMk/>
          <pc:sldMk cId="3074748217" sldId="2568"/>
        </pc:sldMkLst>
        <pc:spChg chg="mod">
          <ac:chgData name="Owais Ahmed" userId="6abc7d4556b3b071" providerId="LiveId" clId="{D0A51F83-B713-4A4D-8105-C75936B8E1D2}" dt="2026-03-27T16:36:26.331" v="19303" actId="20577"/>
          <ac:spMkLst>
            <pc:docMk/>
            <pc:sldMk cId="3074748217" sldId="2568"/>
            <ac:spMk id="3" creationId="{036E5152-4F35-B0F8-03E6-0D945E826BE5}"/>
          </ac:spMkLst>
        </pc:spChg>
        <pc:spChg chg="mod">
          <ac:chgData name="Owais Ahmed" userId="6abc7d4556b3b071" providerId="LiveId" clId="{D0A51F83-B713-4A4D-8105-C75936B8E1D2}" dt="2026-03-13T11:54:33.357" v="13817" actId="20577"/>
          <ac:spMkLst>
            <pc:docMk/>
            <pc:sldMk cId="3074748217" sldId="2568"/>
            <ac:spMk id="215" creationId="{56189720-1ABB-90B3-8B67-DDD727AD2507}"/>
          </ac:spMkLst>
        </pc:spChg>
      </pc:sldChg>
      <pc:sldChg chg="addSp delSp modSp add mod modClrScheme delAnim modAnim chgLayout">
        <pc:chgData name="Owais Ahmed" userId="6abc7d4556b3b071" providerId="LiveId" clId="{D0A51F83-B713-4A4D-8105-C75936B8E1D2}" dt="2026-03-27T16:38:39.473" v="19323" actId="20577"/>
        <pc:sldMkLst>
          <pc:docMk/>
          <pc:sldMk cId="2426670037" sldId="2569"/>
        </pc:sldMkLst>
        <pc:spChg chg="mod ord">
          <ac:chgData name="Owais Ahmed" userId="6abc7d4556b3b071" providerId="LiveId" clId="{D0A51F83-B713-4A4D-8105-C75936B8E1D2}" dt="2026-03-13T11:58:00.778" v="13880" actId="700"/>
          <ac:spMkLst>
            <pc:docMk/>
            <pc:sldMk cId="2426670037" sldId="2569"/>
            <ac:spMk id="2" creationId="{28F4F1AA-4BF0-1EF6-A575-0D0563688D41}"/>
          </ac:spMkLst>
        </pc:spChg>
        <pc:spChg chg="mod">
          <ac:chgData name="Owais Ahmed" userId="6abc7d4556b3b071" providerId="LiveId" clId="{D0A51F83-B713-4A4D-8105-C75936B8E1D2}" dt="2026-03-27T16:38:39.473" v="19323" actId="20577"/>
          <ac:spMkLst>
            <pc:docMk/>
            <pc:sldMk cId="2426670037" sldId="2569"/>
            <ac:spMk id="3" creationId="{9B9FE7E4-B663-54AC-738E-8D91AC144396}"/>
          </ac:spMkLst>
        </pc:spChg>
        <pc:spChg chg="add mod">
          <ac:chgData name="Owais Ahmed" userId="6abc7d4556b3b071" providerId="LiveId" clId="{D0A51F83-B713-4A4D-8105-C75936B8E1D2}" dt="2026-03-13T12:03:04.330" v="13972" actId="27636"/>
          <ac:spMkLst>
            <pc:docMk/>
            <pc:sldMk cId="2426670037" sldId="2569"/>
            <ac:spMk id="32" creationId="{6A646F0F-A290-715B-C8E1-75AC1CC02F98}"/>
          </ac:spMkLst>
        </pc:spChg>
        <pc:spChg chg="add mod">
          <ac:chgData name="Owais Ahmed" userId="6abc7d4556b3b071" providerId="LiveId" clId="{D0A51F83-B713-4A4D-8105-C75936B8E1D2}" dt="2026-03-13T12:05:43.630" v="14028" actId="5793"/>
          <ac:spMkLst>
            <pc:docMk/>
            <pc:sldMk cId="2426670037" sldId="2569"/>
            <ac:spMk id="33" creationId="{C0C7F655-4CEB-4CCF-D5E7-0A4F2B65A756}"/>
          </ac:spMkLst>
        </pc:spChg>
      </pc:sldChg>
      <pc:sldChg chg="modSp add mod addAnim delAnim modAnim">
        <pc:chgData name="Owais Ahmed" userId="6abc7d4556b3b071" providerId="LiveId" clId="{D0A51F83-B713-4A4D-8105-C75936B8E1D2}" dt="2026-03-27T16:38:33.746" v="19321" actId="20577"/>
        <pc:sldMkLst>
          <pc:docMk/>
          <pc:sldMk cId="4076481527" sldId="2570"/>
        </pc:sldMkLst>
        <pc:spChg chg="mod">
          <ac:chgData name="Owais Ahmed" userId="6abc7d4556b3b071" providerId="LiveId" clId="{D0A51F83-B713-4A4D-8105-C75936B8E1D2}" dt="2026-03-27T16:38:33.746" v="19321" actId="20577"/>
          <ac:spMkLst>
            <pc:docMk/>
            <pc:sldMk cId="4076481527" sldId="2570"/>
            <ac:spMk id="3" creationId="{32583CAA-2E3F-7B75-AA4A-183C575B6B8B}"/>
          </ac:spMkLst>
        </pc:spChg>
        <pc:spChg chg="mod">
          <ac:chgData name="Owais Ahmed" userId="6abc7d4556b3b071" providerId="LiveId" clId="{D0A51F83-B713-4A4D-8105-C75936B8E1D2}" dt="2026-03-13T12:05:50.449" v="14031" actId="27636"/>
          <ac:spMkLst>
            <pc:docMk/>
            <pc:sldMk cId="4076481527" sldId="2570"/>
            <ac:spMk id="32" creationId="{AA87062F-0DF4-76B0-5B7D-9942E73D9597}"/>
          </ac:spMkLst>
        </pc:spChg>
        <pc:spChg chg="mod">
          <ac:chgData name="Owais Ahmed" userId="6abc7d4556b3b071" providerId="LiveId" clId="{D0A51F83-B713-4A4D-8105-C75936B8E1D2}" dt="2026-03-13T12:05:46.718" v="14029" actId="5793"/>
          <ac:spMkLst>
            <pc:docMk/>
            <pc:sldMk cId="4076481527" sldId="2570"/>
            <ac:spMk id="33" creationId="{4056A970-10AA-E857-81E1-CE73403CDD5E}"/>
          </ac:spMkLst>
        </pc:spChg>
      </pc:sldChg>
      <pc:sldChg chg="modSp add mod ord addAnim delAnim modAnim">
        <pc:chgData name="Owais Ahmed" userId="6abc7d4556b3b071" providerId="LiveId" clId="{D0A51F83-B713-4A4D-8105-C75936B8E1D2}" dt="2026-03-27T16:38:26.562" v="19318" actId="6549"/>
        <pc:sldMkLst>
          <pc:docMk/>
          <pc:sldMk cId="3762285016" sldId="2571"/>
        </pc:sldMkLst>
        <pc:spChg chg="mod">
          <ac:chgData name="Owais Ahmed" userId="6abc7d4556b3b071" providerId="LiveId" clId="{D0A51F83-B713-4A4D-8105-C75936B8E1D2}" dt="2026-03-27T16:38:26.562" v="19318" actId="6549"/>
          <ac:spMkLst>
            <pc:docMk/>
            <pc:sldMk cId="3762285016" sldId="2571"/>
            <ac:spMk id="3" creationId="{760A200E-383D-9908-673E-868C70834578}"/>
          </ac:spMkLst>
        </pc:spChg>
      </pc:sldChg>
      <pc:sldChg chg="modSp add mod addAnim delAnim modAnim">
        <pc:chgData name="Owais Ahmed" userId="6abc7d4556b3b071" providerId="LiveId" clId="{D0A51F83-B713-4A4D-8105-C75936B8E1D2}" dt="2026-03-27T18:53:25.611" v="19334" actId="20577"/>
        <pc:sldMkLst>
          <pc:docMk/>
          <pc:sldMk cId="2594771403" sldId="2572"/>
        </pc:sldMkLst>
        <pc:spChg chg="mod">
          <ac:chgData name="Owais Ahmed" userId="6abc7d4556b3b071" providerId="LiveId" clId="{D0A51F83-B713-4A4D-8105-C75936B8E1D2}" dt="2026-03-27T18:53:25.611" v="19334" actId="20577"/>
          <ac:spMkLst>
            <pc:docMk/>
            <pc:sldMk cId="2594771403" sldId="2572"/>
            <ac:spMk id="3" creationId="{DCC58C8E-87C4-733C-0FC5-6212B210606C}"/>
          </ac:spMkLst>
        </pc:spChg>
      </pc:sldChg>
      <pc:sldChg chg="modSp add mod ord addAnim delAnim modAnim">
        <pc:chgData name="Owais Ahmed" userId="6abc7d4556b3b071" providerId="LiveId" clId="{D0A51F83-B713-4A4D-8105-C75936B8E1D2}" dt="2026-03-13T18:39:43.802" v="17435" actId="20577"/>
        <pc:sldMkLst>
          <pc:docMk/>
          <pc:sldMk cId="689729503" sldId="2573"/>
        </pc:sldMkLst>
        <pc:spChg chg="mod">
          <ac:chgData name="Owais Ahmed" userId="6abc7d4556b3b071" providerId="LiveId" clId="{D0A51F83-B713-4A4D-8105-C75936B8E1D2}" dt="2026-03-13T18:39:43.802" v="17435" actId="20577"/>
          <ac:spMkLst>
            <pc:docMk/>
            <pc:sldMk cId="689729503" sldId="2573"/>
            <ac:spMk id="3" creationId="{422A2E5D-4F5F-9B1C-1AFF-E3AB54478CC4}"/>
          </ac:spMkLst>
        </pc:spChg>
        <pc:spChg chg="mod">
          <ac:chgData name="Owais Ahmed" userId="6abc7d4556b3b071" providerId="LiveId" clId="{D0A51F83-B713-4A4D-8105-C75936B8E1D2}" dt="2026-03-13T17:10:09.529" v="15596" actId="20577"/>
          <ac:spMkLst>
            <pc:docMk/>
            <pc:sldMk cId="689729503" sldId="2573"/>
            <ac:spMk id="215" creationId="{A2F99602-7C2E-7F99-7019-B197A4777D32}"/>
          </ac:spMkLst>
        </pc:spChg>
      </pc:sldChg>
      <pc:sldChg chg="addSp delSp modSp add mod ord delAnim modNotesTx">
        <pc:chgData name="Owais Ahmed" userId="6abc7d4556b3b071" providerId="LiveId" clId="{D0A51F83-B713-4A4D-8105-C75936B8E1D2}" dt="2026-03-13T17:15:08.264" v="16064" actId="20577"/>
        <pc:sldMkLst>
          <pc:docMk/>
          <pc:sldMk cId="2315164197" sldId="2574"/>
        </pc:sldMkLst>
        <pc:spChg chg="mod">
          <ac:chgData name="Owais Ahmed" userId="6abc7d4556b3b071" providerId="LiveId" clId="{D0A51F83-B713-4A4D-8105-C75936B8E1D2}" dt="2026-03-13T13:06:25.006" v="14775" actId="20577"/>
          <ac:spMkLst>
            <pc:docMk/>
            <pc:sldMk cId="2315164197" sldId="2574"/>
            <ac:spMk id="215" creationId="{B2194CC1-08CF-27AB-CF16-3CB9DE4B7F8C}"/>
          </ac:spMkLst>
        </pc:spChg>
        <pc:picChg chg="add mod">
          <ac:chgData name="Owais Ahmed" userId="6abc7d4556b3b071" providerId="LiveId" clId="{D0A51F83-B713-4A4D-8105-C75936B8E1D2}" dt="2026-03-13T13:21:52.594" v="15393" actId="1076"/>
          <ac:picMkLst>
            <pc:docMk/>
            <pc:sldMk cId="2315164197" sldId="2574"/>
            <ac:picMk id="9" creationId="{7F3EAC68-3CCF-9E93-988A-FEFA7D8A0243}"/>
          </ac:picMkLst>
        </pc:picChg>
      </pc:sldChg>
      <pc:sldChg chg="addSp delSp modSp add mod ord addAnim delAnim modAnim">
        <pc:chgData name="Owais Ahmed" userId="6abc7d4556b3b071" providerId="LiveId" clId="{D0A51F83-B713-4A4D-8105-C75936B8E1D2}" dt="2026-03-13T18:41:19.277" v="17445"/>
        <pc:sldMkLst>
          <pc:docMk/>
          <pc:sldMk cId="1981439298" sldId="2575"/>
        </pc:sldMkLst>
        <pc:spChg chg="add mod">
          <ac:chgData name="Owais Ahmed" userId="6abc7d4556b3b071" providerId="LiveId" clId="{D0A51F83-B713-4A4D-8105-C75936B8E1D2}" dt="2026-03-13T17:12:39.886" v="15766" actId="20577"/>
          <ac:spMkLst>
            <pc:docMk/>
            <pc:sldMk cId="1981439298" sldId="2575"/>
            <ac:spMk id="3" creationId="{EC2960E9-37FE-40FD-5D45-C14438BF41C9}"/>
          </ac:spMkLst>
        </pc:spChg>
      </pc:sldChg>
      <pc:sldChg chg="modSp add mod addAnim delAnim modAnim modNotesTx">
        <pc:chgData name="Owais Ahmed" userId="6abc7d4556b3b071" providerId="LiveId" clId="{D0A51F83-B713-4A4D-8105-C75936B8E1D2}" dt="2026-03-27T18:55:10.952" v="19336"/>
        <pc:sldMkLst>
          <pc:docMk/>
          <pc:sldMk cId="1335874853" sldId="2576"/>
        </pc:sldMkLst>
        <pc:spChg chg="mod">
          <ac:chgData name="Owais Ahmed" userId="6abc7d4556b3b071" providerId="LiveId" clId="{D0A51F83-B713-4A4D-8105-C75936B8E1D2}" dt="2026-03-13T13:21:24.532" v="15385" actId="20577"/>
          <ac:spMkLst>
            <pc:docMk/>
            <pc:sldMk cId="1335874853" sldId="2576"/>
            <ac:spMk id="3" creationId="{EC8C8F2B-C6C8-3A1B-9089-2945A6D38D78}"/>
          </ac:spMkLst>
        </pc:spChg>
        <pc:picChg chg="mod">
          <ac:chgData name="Owais Ahmed" userId="6abc7d4556b3b071" providerId="LiveId" clId="{D0A51F83-B713-4A4D-8105-C75936B8E1D2}" dt="2026-03-27T18:55:10.952" v="19336"/>
          <ac:picMkLst>
            <pc:docMk/>
            <pc:sldMk cId="1335874853" sldId="2576"/>
            <ac:picMk id="10" creationId="{A86D5EC5-92A2-B8EA-A27F-C0C7ECD29591}"/>
          </ac:picMkLst>
        </pc:picChg>
      </pc:sldChg>
      <pc:sldChg chg="modSp add mod ord modAnim">
        <pc:chgData name="Owais Ahmed" userId="6abc7d4556b3b071" providerId="LiveId" clId="{D0A51F83-B713-4A4D-8105-C75936B8E1D2}" dt="2026-03-13T18:41:46.258" v="17450"/>
        <pc:sldMkLst>
          <pc:docMk/>
          <pc:sldMk cId="1398064885" sldId="2577"/>
        </pc:sldMkLst>
        <pc:spChg chg="mod">
          <ac:chgData name="Owais Ahmed" userId="6abc7d4556b3b071" providerId="LiveId" clId="{D0A51F83-B713-4A4D-8105-C75936B8E1D2}" dt="2026-03-13T17:00:15.968" v="15458" actId="20577"/>
          <ac:spMkLst>
            <pc:docMk/>
            <pc:sldMk cId="1398064885" sldId="2577"/>
            <ac:spMk id="3" creationId="{4E04F448-38A2-DC47-2E19-F28141429ABE}"/>
          </ac:spMkLst>
        </pc:spChg>
        <pc:spChg chg="mod">
          <ac:chgData name="Owais Ahmed" userId="6abc7d4556b3b071" providerId="LiveId" clId="{D0A51F83-B713-4A4D-8105-C75936B8E1D2}" dt="2026-03-13T16:57:42.106" v="15400" actId="20577"/>
          <ac:spMkLst>
            <pc:docMk/>
            <pc:sldMk cId="1398064885" sldId="2577"/>
            <ac:spMk id="215" creationId="{4BE0DC6E-AFC1-694C-1DB0-7B0BA14E48D2}"/>
          </ac:spMkLst>
        </pc:spChg>
      </pc:sldChg>
      <pc:sldChg chg="modSp add mod modAnim">
        <pc:chgData name="Owais Ahmed" userId="6abc7d4556b3b071" providerId="LiveId" clId="{D0A51F83-B713-4A4D-8105-C75936B8E1D2}" dt="2026-03-13T18:41:54.466" v="17452"/>
        <pc:sldMkLst>
          <pc:docMk/>
          <pc:sldMk cId="1244185503" sldId="2578"/>
        </pc:sldMkLst>
        <pc:spChg chg="mod">
          <ac:chgData name="Owais Ahmed" userId="6abc7d4556b3b071" providerId="LiveId" clId="{D0A51F83-B713-4A4D-8105-C75936B8E1D2}" dt="2026-03-13T17:02:49.917" v="15501" actId="20577"/>
          <ac:spMkLst>
            <pc:docMk/>
            <pc:sldMk cId="1244185503" sldId="2578"/>
            <ac:spMk id="3" creationId="{D16A9F7B-FCB8-5D63-06FC-B84D62DF2E85}"/>
          </ac:spMkLst>
        </pc:spChg>
      </pc:sldChg>
      <pc:sldChg chg="modSp add mod modAnim">
        <pc:chgData name="Owais Ahmed" userId="6abc7d4556b3b071" providerId="LiveId" clId="{D0A51F83-B713-4A4D-8105-C75936B8E1D2}" dt="2026-03-13T18:42:05.114" v="17455"/>
        <pc:sldMkLst>
          <pc:docMk/>
          <pc:sldMk cId="1297485872" sldId="2579"/>
        </pc:sldMkLst>
        <pc:spChg chg="mod">
          <ac:chgData name="Owais Ahmed" userId="6abc7d4556b3b071" providerId="LiveId" clId="{D0A51F83-B713-4A4D-8105-C75936B8E1D2}" dt="2026-03-13T17:06:09.580" v="15571" actId="20577"/>
          <ac:spMkLst>
            <pc:docMk/>
            <pc:sldMk cId="1297485872" sldId="2579"/>
            <ac:spMk id="3" creationId="{A6D1B6EB-7F16-42ED-A5A0-65B402E5F9C7}"/>
          </ac:spMkLst>
        </pc:spChg>
      </pc:sldChg>
      <pc:sldChg chg="modSp add mod addAnim delAnim modAnim modNotesTx">
        <pc:chgData name="Owais Ahmed" userId="6abc7d4556b3b071" providerId="LiveId" clId="{D0A51F83-B713-4A4D-8105-C75936B8E1D2}" dt="2026-03-13T18:42:32.905" v="17458"/>
        <pc:sldMkLst>
          <pc:docMk/>
          <pc:sldMk cId="1414774039" sldId="2580"/>
        </pc:sldMkLst>
        <pc:spChg chg="mod">
          <ac:chgData name="Owais Ahmed" userId="6abc7d4556b3b071" providerId="LiveId" clId="{D0A51F83-B713-4A4D-8105-C75936B8E1D2}" dt="2026-03-13T18:34:44.759" v="17413" actId="20577"/>
          <ac:spMkLst>
            <pc:docMk/>
            <pc:sldMk cId="1414774039" sldId="2580"/>
            <ac:spMk id="3" creationId="{4200D257-BE99-3BD1-813D-0C9DF9199D33}"/>
          </ac:spMkLst>
        </pc:spChg>
        <pc:spChg chg="mod">
          <ac:chgData name="Owais Ahmed" userId="6abc7d4556b3b071" providerId="LiveId" clId="{D0A51F83-B713-4A4D-8105-C75936B8E1D2}" dt="2026-03-13T17:49:58.624" v="16080" actId="20577"/>
          <ac:spMkLst>
            <pc:docMk/>
            <pc:sldMk cId="1414774039" sldId="2580"/>
            <ac:spMk id="215" creationId="{776A58CE-EE8C-3386-A77F-FFDD0C721EB9}"/>
          </ac:spMkLst>
        </pc:spChg>
        <pc:picChg chg="mod modCrop">
          <ac:chgData name="Owais Ahmed" userId="6abc7d4556b3b071" providerId="LiveId" clId="{D0A51F83-B713-4A4D-8105-C75936B8E1D2}" dt="2026-03-13T18:34:04.686" v="17401" actId="14100"/>
          <ac:picMkLst>
            <pc:docMk/>
            <pc:sldMk cId="1414774039" sldId="2580"/>
            <ac:picMk id="4" creationId="{46C6BC74-603E-7B73-4E81-D52AC25FFF9E}"/>
          </ac:picMkLst>
        </pc:picChg>
      </pc:sldChg>
      <pc:sldChg chg="modSp add mod addAnim delAnim modAnim modNotesTx">
        <pc:chgData name="Owais Ahmed" userId="6abc7d4556b3b071" providerId="LiveId" clId="{D0A51F83-B713-4A4D-8105-C75936B8E1D2}" dt="2026-03-13T18:53:44.092" v="17797"/>
        <pc:sldMkLst>
          <pc:docMk/>
          <pc:sldMk cId="1788489650" sldId="2581"/>
        </pc:sldMkLst>
        <pc:spChg chg="mod">
          <ac:chgData name="Owais Ahmed" userId="6abc7d4556b3b071" providerId="LiveId" clId="{D0A51F83-B713-4A4D-8105-C75936B8E1D2}" dt="2026-03-13T18:48:25.595" v="17567" actId="20577"/>
          <ac:spMkLst>
            <pc:docMk/>
            <pc:sldMk cId="1788489650" sldId="2581"/>
            <ac:spMk id="3" creationId="{28D9EBB8-88A8-07B8-2297-AB1570F42200}"/>
          </ac:spMkLst>
        </pc:spChg>
        <pc:spChg chg="mod">
          <ac:chgData name="Owais Ahmed" userId="6abc7d4556b3b071" providerId="LiveId" clId="{D0A51F83-B713-4A4D-8105-C75936B8E1D2}" dt="2026-03-13T18:46:00.321" v="17474" actId="20577"/>
          <ac:spMkLst>
            <pc:docMk/>
            <pc:sldMk cId="1788489650" sldId="2581"/>
            <ac:spMk id="215" creationId="{3656FFE7-DF47-C916-01E0-77FBF433206B}"/>
          </ac:spMkLst>
        </pc:spChg>
      </pc:sldChg>
      <pc:sldChg chg="modSp add mod ord modNotesTx">
        <pc:chgData name="Owais Ahmed" userId="6abc7d4556b3b071" providerId="LiveId" clId="{D0A51F83-B713-4A4D-8105-C75936B8E1D2}" dt="2026-03-13T20:05:01.876" v="19001" actId="27636"/>
        <pc:sldMkLst>
          <pc:docMk/>
          <pc:sldMk cId="3026906543" sldId="2582"/>
        </pc:sldMkLst>
        <pc:spChg chg="mod">
          <ac:chgData name="Owais Ahmed" userId="6abc7d4556b3b071" providerId="LiveId" clId="{D0A51F83-B713-4A4D-8105-C75936B8E1D2}" dt="2026-03-13T20:05:01.876" v="19001" actId="27636"/>
          <ac:spMkLst>
            <pc:docMk/>
            <pc:sldMk cId="3026906543" sldId="2582"/>
            <ac:spMk id="3" creationId="{593B82F2-AA6A-AA5A-647E-8611308BE4CB}"/>
          </ac:spMkLst>
        </pc:spChg>
        <pc:spChg chg="mod">
          <ac:chgData name="Owais Ahmed" userId="6abc7d4556b3b071" providerId="LiveId" clId="{D0A51F83-B713-4A4D-8105-C75936B8E1D2}" dt="2026-03-13T20:04:05.473" v="18943" actId="20577"/>
          <ac:spMkLst>
            <pc:docMk/>
            <pc:sldMk cId="3026906543" sldId="2582"/>
            <ac:spMk id="215" creationId="{4B11270E-1164-4983-CE5B-59AC02670271}"/>
          </ac:spMkLst>
        </pc:spChg>
      </pc:sldChg>
      <pc:sldChg chg="delSp modSp add mod addAnim delAnim modAnim">
        <pc:chgData name="Owais Ahmed" userId="6abc7d4556b3b071" providerId="LiveId" clId="{D0A51F83-B713-4A4D-8105-C75936B8E1D2}" dt="2026-03-13T20:05:41.256" v="19113" actId="20577"/>
        <pc:sldMkLst>
          <pc:docMk/>
          <pc:sldMk cId="4103050360" sldId="2583"/>
        </pc:sldMkLst>
        <pc:spChg chg="mod">
          <ac:chgData name="Owais Ahmed" userId="6abc7d4556b3b071" providerId="LiveId" clId="{D0A51F83-B713-4A4D-8105-C75936B8E1D2}" dt="2026-03-13T20:05:41.256" v="19113" actId="20577"/>
          <ac:spMkLst>
            <pc:docMk/>
            <pc:sldMk cId="4103050360" sldId="2583"/>
            <ac:spMk id="3" creationId="{875F7305-42D9-FDB4-03FC-4F7EA7A71F30}"/>
          </ac:spMkLst>
        </pc:spChg>
        <pc:spChg chg="mod">
          <ac:chgData name="Owais Ahmed" userId="6abc7d4556b3b071" providerId="LiveId" clId="{D0A51F83-B713-4A4D-8105-C75936B8E1D2}" dt="2026-03-13T18:46:23.734" v="17479" actId="6549"/>
          <ac:spMkLst>
            <pc:docMk/>
            <pc:sldMk cId="4103050360" sldId="2583"/>
            <ac:spMk id="215" creationId="{457169FB-7D59-0C88-0A0A-F78C11597A38}"/>
          </ac:spMkLst>
        </pc:spChg>
      </pc:sldChg>
      <pc:sldChg chg="addSp delSp modSp add mod modNotesTx">
        <pc:chgData name="Owais Ahmed" userId="6abc7d4556b3b071" providerId="LiveId" clId="{D0A51F83-B713-4A4D-8105-C75936B8E1D2}" dt="2026-03-13T18:51:04.377" v="17764" actId="14100"/>
        <pc:sldMkLst>
          <pc:docMk/>
          <pc:sldMk cId="50116431" sldId="2584"/>
        </pc:sldMkLst>
        <pc:spChg chg="add mod">
          <ac:chgData name="Owais Ahmed" userId="6abc7d4556b3b071" providerId="LiveId" clId="{D0A51F83-B713-4A4D-8105-C75936B8E1D2}" dt="2026-03-13T18:50:28.926" v="17756"/>
          <ac:spMkLst>
            <pc:docMk/>
            <pc:sldMk cId="50116431" sldId="2584"/>
            <ac:spMk id="8" creationId="{0235C012-F068-A940-586C-EB71848D44CC}"/>
          </ac:spMkLst>
        </pc:spChg>
        <pc:spChg chg="add mod">
          <ac:chgData name="Owais Ahmed" userId="6abc7d4556b3b071" providerId="LiveId" clId="{D0A51F83-B713-4A4D-8105-C75936B8E1D2}" dt="2026-03-13T18:50:48.446" v="17759"/>
          <ac:spMkLst>
            <pc:docMk/>
            <pc:sldMk cId="50116431" sldId="2584"/>
            <ac:spMk id="9" creationId="{5823FD2D-1749-2D3D-D9EF-07148CCBFB5D}"/>
          </ac:spMkLst>
        </pc:spChg>
        <pc:spChg chg="mod">
          <ac:chgData name="Owais Ahmed" userId="6abc7d4556b3b071" providerId="LiveId" clId="{D0A51F83-B713-4A4D-8105-C75936B8E1D2}" dt="2026-03-13T18:50:38.297" v="17757" actId="14100"/>
          <ac:spMkLst>
            <pc:docMk/>
            <pc:sldMk cId="50116431" sldId="2584"/>
            <ac:spMk id="89" creationId="{D12409FF-E959-CFAD-01E4-27847E9A9374}"/>
          </ac:spMkLst>
        </pc:spChg>
        <pc:spChg chg="mod">
          <ac:chgData name="Owais Ahmed" userId="6abc7d4556b3b071" providerId="LiveId" clId="{D0A51F83-B713-4A4D-8105-C75936B8E1D2}" dt="2026-03-13T18:46:28.040" v="17480"/>
          <ac:spMkLst>
            <pc:docMk/>
            <pc:sldMk cId="50116431" sldId="2584"/>
            <ac:spMk id="215" creationId="{17D150F3-8584-00F9-5717-8B08DD7A79E8}"/>
          </ac:spMkLst>
        </pc:spChg>
        <pc:picChg chg="add mod">
          <ac:chgData name="Owais Ahmed" userId="6abc7d4556b3b071" providerId="LiveId" clId="{D0A51F83-B713-4A4D-8105-C75936B8E1D2}" dt="2026-03-13T18:51:04.377" v="17764" actId="14100"/>
          <ac:picMkLst>
            <pc:docMk/>
            <pc:sldMk cId="50116431" sldId="2584"/>
            <ac:picMk id="7" creationId="{65AB4126-1E47-8B88-7669-467B36300112}"/>
          </ac:picMkLst>
        </pc:picChg>
      </pc:sldChg>
      <pc:sldChg chg="modSp add mod addAnim delAnim modAnim">
        <pc:chgData name="Owais Ahmed" userId="6abc7d4556b3b071" providerId="LiveId" clId="{D0A51F83-B713-4A4D-8105-C75936B8E1D2}" dt="2026-03-13T18:56:40.377" v="18050"/>
        <pc:sldMkLst>
          <pc:docMk/>
          <pc:sldMk cId="1166795223" sldId="2585"/>
        </pc:sldMkLst>
        <pc:spChg chg="mod">
          <ac:chgData name="Owais Ahmed" userId="6abc7d4556b3b071" providerId="LiveId" clId="{D0A51F83-B713-4A4D-8105-C75936B8E1D2}" dt="2026-03-13T18:55:00.438" v="17925" actId="20577"/>
          <ac:spMkLst>
            <pc:docMk/>
            <pc:sldMk cId="1166795223" sldId="2585"/>
            <ac:spMk id="3" creationId="{AEE28795-FA6A-2D63-FBD2-EB1B22B2AAE3}"/>
          </ac:spMkLst>
        </pc:spChg>
      </pc:sldChg>
      <pc:sldChg chg="modSp add mod addAnim delAnim modAnim">
        <pc:chgData name="Owais Ahmed" userId="6abc7d4556b3b071" providerId="LiveId" clId="{D0A51F83-B713-4A4D-8105-C75936B8E1D2}" dt="2026-03-13T18:56:59.277" v="18076" actId="20577"/>
        <pc:sldMkLst>
          <pc:docMk/>
          <pc:sldMk cId="2424910245" sldId="2586"/>
        </pc:sldMkLst>
        <pc:spChg chg="mod">
          <ac:chgData name="Owais Ahmed" userId="6abc7d4556b3b071" providerId="LiveId" clId="{D0A51F83-B713-4A4D-8105-C75936B8E1D2}" dt="2026-03-13T18:56:59.277" v="18076" actId="20577"/>
          <ac:spMkLst>
            <pc:docMk/>
            <pc:sldMk cId="2424910245" sldId="2586"/>
            <ac:spMk id="3" creationId="{32FC6FDB-C33F-C90E-F812-F020822E9FF2}"/>
          </ac:spMkLst>
        </pc:spChg>
      </pc:sldChg>
      <pc:sldChg chg="modSp add mod addAnim delAnim modAnim">
        <pc:chgData name="Owais Ahmed" userId="6abc7d4556b3b071" providerId="LiveId" clId="{D0A51F83-B713-4A4D-8105-C75936B8E1D2}" dt="2026-03-13T19:00:49.845" v="18317" actId="6549"/>
        <pc:sldMkLst>
          <pc:docMk/>
          <pc:sldMk cId="4196578423" sldId="2587"/>
        </pc:sldMkLst>
        <pc:spChg chg="mod">
          <ac:chgData name="Owais Ahmed" userId="6abc7d4556b3b071" providerId="LiveId" clId="{D0A51F83-B713-4A4D-8105-C75936B8E1D2}" dt="2026-03-13T19:00:49.122" v="18316" actId="21"/>
          <ac:spMkLst>
            <pc:docMk/>
            <pc:sldMk cId="4196578423" sldId="2587"/>
            <ac:spMk id="3" creationId="{7E395747-C0A5-5110-7B6D-1235F0E9BA6B}"/>
          </ac:spMkLst>
        </pc:spChg>
      </pc:sldChg>
      <pc:sldChg chg="modSp add mod addAnim delAnim modAnim">
        <pc:chgData name="Owais Ahmed" userId="6abc7d4556b3b071" providerId="LiveId" clId="{D0A51F83-B713-4A4D-8105-C75936B8E1D2}" dt="2026-03-13T19:01:10.982" v="18319"/>
        <pc:sldMkLst>
          <pc:docMk/>
          <pc:sldMk cId="2205892838" sldId="2588"/>
        </pc:sldMkLst>
        <pc:spChg chg="mod">
          <ac:chgData name="Owais Ahmed" userId="6abc7d4556b3b071" providerId="LiveId" clId="{D0A51F83-B713-4A4D-8105-C75936B8E1D2}" dt="2026-03-13T19:00:16.307" v="18308" actId="14"/>
          <ac:spMkLst>
            <pc:docMk/>
            <pc:sldMk cId="2205892838" sldId="2588"/>
            <ac:spMk id="3" creationId="{071D9A7D-105C-6FEF-36F4-1C6E7B271022}"/>
          </ac:spMkLst>
        </pc:spChg>
      </pc:sldChg>
      <pc:sldChg chg="modSp add mod ord modAnim">
        <pc:chgData name="Owais Ahmed" userId="6abc7d4556b3b071" providerId="LiveId" clId="{D0A51F83-B713-4A4D-8105-C75936B8E1D2}" dt="2026-03-13T19:05:04.627" v="18384" actId="27636"/>
        <pc:sldMkLst>
          <pc:docMk/>
          <pc:sldMk cId="2450851206" sldId="2589"/>
        </pc:sldMkLst>
        <pc:spChg chg="mod">
          <ac:chgData name="Owais Ahmed" userId="6abc7d4556b3b071" providerId="LiveId" clId="{D0A51F83-B713-4A4D-8105-C75936B8E1D2}" dt="2026-03-13T19:05:04.627" v="18384" actId="27636"/>
          <ac:spMkLst>
            <pc:docMk/>
            <pc:sldMk cId="2450851206" sldId="2589"/>
            <ac:spMk id="3" creationId="{4948D0E1-5ACA-A98F-C4B2-32FD4996CEFF}"/>
          </ac:spMkLst>
        </pc:spChg>
      </pc:sldChg>
      <pc:sldChg chg="modSp add mod modAnim">
        <pc:chgData name="Owais Ahmed" userId="6abc7d4556b3b071" providerId="LiveId" clId="{D0A51F83-B713-4A4D-8105-C75936B8E1D2}" dt="2026-03-13T19:09:12.967" v="18730" actId="20577"/>
        <pc:sldMkLst>
          <pc:docMk/>
          <pc:sldMk cId="2892702912" sldId="2590"/>
        </pc:sldMkLst>
        <pc:spChg chg="mod">
          <ac:chgData name="Owais Ahmed" userId="6abc7d4556b3b071" providerId="LiveId" clId="{D0A51F83-B713-4A4D-8105-C75936B8E1D2}" dt="2026-03-13T19:09:12.967" v="18730" actId="20577"/>
          <ac:spMkLst>
            <pc:docMk/>
            <pc:sldMk cId="2892702912" sldId="2590"/>
            <ac:spMk id="3" creationId="{E8DD7AA9-5D0C-365C-66D5-E5F793A9244D}"/>
          </ac:spMkLst>
        </pc:spChg>
      </pc:sldChg>
      <pc:sldChg chg="addSp delSp modSp add mod delAnim modAnim modNotesTx">
        <pc:chgData name="Owais Ahmed" userId="6abc7d4556b3b071" providerId="LiveId" clId="{D0A51F83-B713-4A4D-8105-C75936B8E1D2}" dt="2026-03-27T16:31:59.750" v="19253"/>
        <pc:sldMkLst>
          <pc:docMk/>
          <pc:sldMk cId="1997605013" sldId="2591"/>
        </pc:sldMkLst>
        <pc:spChg chg="mod">
          <ac:chgData name="Owais Ahmed" userId="6abc7d4556b3b071" providerId="LiveId" clId="{D0A51F83-B713-4A4D-8105-C75936B8E1D2}" dt="2026-03-27T16:28:42.087" v="19225" actId="20577"/>
          <ac:spMkLst>
            <pc:docMk/>
            <pc:sldMk cId="1997605013" sldId="2591"/>
            <ac:spMk id="3" creationId="{E05EF4BC-ADD7-D4B4-3628-B92FDCB250F7}"/>
          </ac:spMkLst>
        </pc:spChg>
        <pc:spChg chg="mod">
          <ac:chgData name="Owais Ahmed" userId="6abc7d4556b3b071" providerId="LiveId" clId="{D0A51F83-B713-4A4D-8105-C75936B8E1D2}" dt="2026-03-27T16:30:53.232" v="19243" actId="20577"/>
          <ac:spMkLst>
            <pc:docMk/>
            <pc:sldMk cId="1997605013" sldId="2591"/>
            <ac:spMk id="215" creationId="{386D01D8-52E6-8CFF-5266-299B66393814}"/>
          </ac:spMkLst>
        </pc:spChg>
        <pc:picChg chg="del">
          <ac:chgData name="Owais Ahmed" userId="6abc7d4556b3b071" providerId="LiveId" clId="{D0A51F83-B713-4A4D-8105-C75936B8E1D2}" dt="2026-03-27T16:27:58.178" v="19115" actId="478"/>
          <ac:picMkLst>
            <pc:docMk/>
            <pc:sldMk cId="1997605013" sldId="2591"/>
            <ac:picMk id="4" creationId="{EDB0B10C-8693-CE7D-F391-722999CAAB8E}"/>
          </ac:picMkLst>
        </pc:picChg>
        <pc:picChg chg="add mod">
          <ac:chgData name="Owais Ahmed" userId="6abc7d4556b3b071" providerId="LiveId" clId="{D0A51F83-B713-4A4D-8105-C75936B8E1D2}" dt="2026-03-27T16:31:17.773" v="19247" actId="1076"/>
          <ac:picMkLst>
            <pc:docMk/>
            <pc:sldMk cId="1997605013" sldId="2591"/>
            <ac:picMk id="1026" creationId="{4E08B72E-CFB0-25F0-4AFC-C5E3D37AEE73}"/>
          </ac:picMkLst>
        </pc:picChg>
        <pc:picChg chg="add del mod">
          <ac:chgData name="Owais Ahmed" userId="6abc7d4556b3b071" providerId="LiveId" clId="{D0A51F83-B713-4A4D-8105-C75936B8E1D2}" dt="2026-03-27T16:30:58.455" v="19244" actId="478"/>
          <ac:picMkLst>
            <pc:docMk/>
            <pc:sldMk cId="1997605013" sldId="2591"/>
            <ac:picMk id="1028" creationId="{6497AE3C-A9D6-D3DC-3D41-F7541F381A66}"/>
          </ac:picMkLst>
        </pc:picChg>
      </pc:sldChg>
      <pc:sldChg chg="delSp modSp add modAnim">
        <pc:chgData name="Owais Ahmed" userId="6abc7d4556b3b071" providerId="LiveId" clId="{D0A51F83-B713-4A4D-8105-C75936B8E1D2}" dt="2026-03-27T16:32:02.469" v="19254"/>
        <pc:sldMkLst>
          <pc:docMk/>
          <pc:sldMk cId="2557320946" sldId="2592"/>
        </pc:sldMkLst>
        <pc:picChg chg="del">
          <ac:chgData name="Owais Ahmed" userId="6abc7d4556b3b071" providerId="LiveId" clId="{D0A51F83-B713-4A4D-8105-C75936B8E1D2}" dt="2026-03-27T16:31:19.646" v="19248" actId="478"/>
          <ac:picMkLst>
            <pc:docMk/>
            <pc:sldMk cId="2557320946" sldId="2592"/>
            <ac:picMk id="1026" creationId="{B95DFD56-D3A4-A7E6-1FE1-BF7FAB118469}"/>
          </ac:picMkLst>
        </pc:picChg>
        <pc:picChg chg="mod">
          <ac:chgData name="Owais Ahmed" userId="6abc7d4556b3b071" providerId="LiveId" clId="{D0A51F83-B713-4A4D-8105-C75936B8E1D2}" dt="2026-03-27T16:31:30.533" v="19252" actId="1076"/>
          <ac:picMkLst>
            <pc:docMk/>
            <pc:sldMk cId="2557320946" sldId="2592"/>
            <ac:picMk id="1028" creationId="{DA0E90B5-42A1-D9BC-7C86-11622BFDF73C}"/>
          </ac:picMkLst>
        </pc:picChg>
      </pc:sldChg>
    </pc:docChg>
  </pc:docChgLst>
  <pc:docChgLst>
    <pc:chgData name="Owais Ahmed" userId="6abc7d4556b3b071" providerId="LiveId" clId="{641304C9-537E-56B8-9D3B-F295291B91EB}"/>
    <pc:docChg chg="undo custSel addSld delSld modSld sldOrd">
      <pc:chgData name="Owais Ahmed" userId="6abc7d4556b3b071" providerId="LiveId" clId="{641304C9-537E-56B8-9D3B-F295291B91EB}" dt="2026-03-07T10:01:05.283" v="2791" actId="20577"/>
      <pc:docMkLst>
        <pc:docMk/>
      </pc:docMkLst>
      <pc:sldChg chg="modSp mod">
        <pc:chgData name="Owais Ahmed" userId="6abc7d4556b3b071" providerId="LiveId" clId="{641304C9-537E-56B8-9D3B-F295291B91EB}" dt="2026-03-07T04:40:18.597" v="1258" actId="20577"/>
        <pc:sldMkLst>
          <pc:docMk/>
          <pc:sldMk cId="1649098948" sldId="2462"/>
        </pc:sldMkLst>
        <pc:spChg chg="mod">
          <ac:chgData name="Owais Ahmed" userId="6abc7d4556b3b071" providerId="LiveId" clId="{641304C9-537E-56B8-9D3B-F295291B91EB}" dt="2026-03-07T04:40:18.597" v="1258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641304C9-537E-56B8-9D3B-F295291B91EB}" dt="2026-03-07T04:37:07.226" v="1232" actId="20577"/>
        <pc:sldMkLst>
          <pc:docMk/>
          <pc:sldMk cId="1686617736" sldId="2551"/>
        </pc:sldMkLst>
        <pc:spChg chg="mod">
          <ac:chgData name="Owais Ahmed" userId="6abc7d4556b3b071" providerId="LiveId" clId="{641304C9-537E-56B8-9D3B-F295291B91EB}" dt="2026-03-07T04:37:07.226" v="1232" actId="20577"/>
          <ac:spMkLst>
            <pc:docMk/>
            <pc:sldMk cId="1686617736" sldId="2551"/>
            <ac:spMk id="3" creationId="{AC7C132C-6A1A-75AA-F688-92450D59D3C5}"/>
          </ac:spMkLst>
        </pc:spChg>
        <pc:spChg chg="mod">
          <ac:chgData name="Owais Ahmed" userId="6abc7d4556b3b071" providerId="LiveId" clId="{641304C9-537E-56B8-9D3B-F295291B91EB}" dt="2026-03-07T04:36:51.896" v="1228" actId="20577"/>
          <ac:spMkLst>
            <pc:docMk/>
            <pc:sldMk cId="1686617736" sldId="2551"/>
            <ac:spMk id="215" creationId="{D7C813B8-6742-482F-DCE2-7F3027B608A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A6E00-36D5-E0FC-965A-9CCE078F0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190DF-A1C2-1994-A024-8EF935354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45776E-63D4-DD71-C6BF-512D4B57B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DC25A-09C2-DB9F-C15B-44CF4BA2E9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93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FE04B-1C2E-A6D7-6D84-576345A2D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142CF-A6D8-B18D-6FCA-0D0536841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D3A6B-8E4C-ACA4-90A4-5B7492380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/>
              <a:t>Requirements Elicitation: Requirements are gathered, analysed, and a basic plan for the project is created.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/>
              <a:t>Construction: The actual software is developed. Coding, improving features, and fixing issues are done using fast development tools.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/>
              <a:t>Cutover: Different modules are integrated, and the final system is deployed for user use after User acceptance testing.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5FEBF-308D-0DA1-E54A-F7D8DED8F2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58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B6D45-54E4-6E98-E172-5F260443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22332C-1A55-ECCB-8BEF-ED590383C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A549C-2EFB-90ED-A99C-3849713FB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8A3CD-559B-AE40-C63D-0AC71124F4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59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434EC-847C-875A-1F68-9B494603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27BEF-C1B1-B7EF-BFDD-DFBCF7704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7CC2E0-1728-4332-9272-EE7122216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47151-E5E0-386A-FE63-A218743E57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07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83220-7939-7CD9-D702-4BBE069B9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7FBF8-E807-3D3C-963F-6CCCCC7BC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53E04-66FB-4026-6A6A-EF9CF0C9E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58EB5-E788-FCAF-D014-324F25A94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32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5EA60-49E1-13C7-8F51-6F4C046FE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3988F7-D20B-2121-5742-2C51B25B8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850C0D-C83D-251E-7F64-FB3BE56E1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6DA0D-53A7-FCC9-C78E-D01DA2C43D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9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5EE16-2274-F0E6-9A12-30ABD51FD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EC33B-E547-528F-80A4-A33BE874F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93110-08F2-00F7-5604-6361A1D88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B3D3D-BAC5-C3A8-75DC-F4D06009BB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35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C1322-25D3-48FF-7A48-19622282D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B5C080-70A1-C374-D135-DF6B64C48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491FE-B813-4279-ACE4-114912190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4044D-A519-B80F-FC45-79CAF36926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123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FEBBF-5565-6DE0-714A-36D3AE7C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A21E7-E99E-1CBD-F54D-FC2D3B36A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036B9A-9769-28AF-24B4-827F88D44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12520-D2C7-AD56-B3EB-477E7165CC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17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8AB9C-CEFB-1027-464E-8E7997B83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E7584B-38A6-21A2-6D1A-32C56E7DE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D83460-5A5A-B30C-0D7B-6B6927A7E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/>
              <a:t>Extreme Programming later matured into Agile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5CA23-49BD-197E-91D9-88EEE40830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707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3B416-9A97-CC37-3547-F0B113259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3EAD5-D8B0-959F-3D6D-7BAF94B00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E4C82-E5A8-6BEC-7DAB-48E6B6BDC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/>
              <a:t>Pair programming and Test-Driven Development are the heart of XP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AF50C-7246-7C40-0A29-7314950DB3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980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EC3C7-0095-9891-C7A8-16EAFA2D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4E5CA-E55A-53C3-FABF-D58EB7381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73051E-00E2-064F-A545-B989F753A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/>
              <a:t>User story is written like: As a vendor, I want to be able to manage inventory of auto parts so that only in-stock items are ordered.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 i="1"/>
              <a:t>Spike</a:t>
            </a:r>
            <a:r>
              <a:rPr lang="en-GB" b="0"/>
              <a:t> is a short experiment done to answer a technical question or reduce uncertainty before real development.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61177-3EAC-81A8-8D8D-D2BE381BCD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995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6EE76-8C62-2F7A-6FE4-E683FDE71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6B425C-2AF0-3153-0E46-7DCF2B5B4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BD22C4-08A3-1AD6-C9C7-426AC58DF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56176-461B-0C71-4EAE-CBFBF5A7A2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71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8A40C-8820-884A-8857-28543641E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3C84D-035C-80A6-07AB-89CA9577B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9C869-B47D-194A-FD22-1FD5CFB1D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76835-2B20-46DD-8439-6BD3C9C16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137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66894-FDF3-89CD-2B24-82CB6DFA9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B6F9B-6F6B-B999-E45B-6D11E1342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190EB-3DE9-9746-01E3-DB53C7C6F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3CF5E-10D2-F82D-9A46-52DCADDB4D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715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66869-BE3E-FF2E-798A-1D54EE930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8547CC-EAD2-8949-150E-192EB76FF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41410-656E-75D3-1E67-654DC39E2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BCFC6-4BD0-BAA7-1EB4-6440A38351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186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D4380-E795-238C-9CA0-3E77746A5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A6ABB-D9D0-B669-4EF0-B6B8577B4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3970C-7E0F-DDC5-694B-98F21D1FB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C7919-3AB0-C661-B4C2-AF8E914C27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618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EAA3E-0E96-4D75-0985-E9A29F644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541E6-1112-3474-7A45-EBC1411AD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86E1C-0BFB-0CB2-951B-EEE60700A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F5FDD-F03D-AF2B-C10F-6B92FF336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4472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B8E3D-DA95-6162-7513-E4CB78E8C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4D318-CA59-BE78-1A99-BB8F2144C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8B9D0-1AAA-7674-7D5E-05C20C803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These 3 names are of highly influential software engineers in the history. Popular mainly due to their work on Object-oriented design.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UML is Unified Modeling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69BAD-8385-CAA0-F16E-40C28D7391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633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E6F6D-5381-E37F-3696-62707856D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DB7F4C-4ACA-F5BD-736D-C9423B29B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5703A-4B15-71FE-5C6E-CEA9DDE36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These 3 names are of highly influential software engineers in the history. Popular mainly due to their work on Object-oriented design.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UML is Unified Modeling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9E2B7-EEAB-A4CB-44A8-DD7F8FF03D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2583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6A3C3-C855-7439-FDF2-27F9EF93F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3EEC83-44FE-7A9E-374A-243FF3107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A5AE2-0FA8-F8E4-9813-C99E47272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22785-8455-41C1-1917-F33067A484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233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E5B2E-15FA-06F6-7136-0F4C1ADB4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ADC01-F6F4-D137-B0C5-C0A66FAD1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9A8808-5978-B7CC-7144-E2B4CAFB4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BA4C2-3E9C-E7E6-CB27-D5D75CE18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8353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7133B-63FA-8AEE-07E0-2926375ED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9F54C-47E3-3129-9796-426934795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71291-13E4-AD3A-E77B-879EF38F7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19F3D-66C6-AD31-65E0-180E36AB0E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66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097C6-7DC7-57A4-77E6-70B37F376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1AFD1-3D95-ACEB-0279-2040160E0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92C85-ED77-D504-31A1-B43CE70D5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91DB1-F85C-7FE9-910A-196C3C0B54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7327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60FC4-86D6-FBBC-9EEE-D5527CF30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E2FBD-8EA1-AF97-6320-5231DE11D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189D9-BA24-32FE-9372-A6058E377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DC595-E7A4-AF59-AEE1-CF9A4FC024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3502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16BF3-CB80-0CE1-6F42-34C65DFFB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70209-1E93-684B-3180-2D24DA62A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B3816-92C2-3159-138E-DB1534422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US" b="0"/>
              <a:t>Image source: https://onlinepmcourses.com/what-is-the-rational-unified-process-rup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US" b="0"/>
              <a:t>Inception can also be called Modeling; Elaboration be called Analysis and Design; Implementation be called Construction; Transition be called Testing/Validation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E29B8-FD81-B559-865C-9016650C90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968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20341-B096-FAB7-5377-3D5B60F51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A6C1D-0386-8C88-81BF-D9812DFFE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9700DC-0570-85C2-F11C-7A1EA07B2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EA442-76FA-0375-1D2E-7C149F1564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4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A1746-36D1-DAA3-6D97-E11194A49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0F1E9-123F-C802-9CDE-DEDA1E821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F1D66B-82BF-CE38-58AC-CC835D7AA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5A406-ECD6-F333-9EB6-AFE71C7E7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19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Software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924398" cy="4136198"/>
          </a:xfrm>
        </p:spPr>
        <p:txBody>
          <a:bodyPr/>
          <a:lstStyle/>
          <a:p>
            <a:r>
              <a:rPr lang="en-US"/>
              <a:t>Adaptive Models</a:t>
            </a:r>
          </a:p>
          <a:p>
            <a:r>
              <a:rPr lang="en-US"/>
              <a:t>Rapid Application Development</a:t>
            </a:r>
          </a:p>
          <a:p>
            <a:r>
              <a:rPr lang="en-US"/>
              <a:t>Extreme Programming</a:t>
            </a:r>
          </a:p>
          <a:p>
            <a:r>
              <a:rPr lang="en-US"/>
              <a:t>Unified Process Model</a:t>
            </a:r>
          </a:p>
          <a:p>
            <a:r>
              <a:rPr lang="en-US"/>
              <a:t>Rational Unified Process</a:t>
            </a:r>
          </a:p>
          <a:p>
            <a:r>
              <a:rPr lang="en-US"/>
              <a:t>Activity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3E145-D1CC-5DF5-FC16-A4BA1D1F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8D2ED3D-D613-DB0C-60DB-F48B8A2F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9B35CDF-A898-879C-6184-59846839F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2F99602-7C2E-7F99-7019-B197A4777D3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Adaptive Models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C1D68F1-9B42-113F-7E2E-146A8D8C9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90D2FA0-4508-06EF-9A71-A45B87120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A2E5D-4F5F-9B1C-1AFF-E3AB54478CC4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Adaptive models are Incremental as well as Iterative.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Adaptability to change.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Rely on specialized tools built to speed up the development process.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High-level Languages: Like Java, Python, C#, Rust.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Modern IDEs: Like IntelliJ, Visual Studio Code, PyCharm, Xcode.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Purpose-built libraries: Like Database connectors, Loggers, HTTP Utilities.</a:t>
            </a:r>
          </a:p>
        </p:txBody>
      </p:sp>
    </p:spTree>
    <p:extLst>
      <p:ext uri="{BB962C8B-B14F-4D97-AF65-F5344CB8AC3E}">
        <p14:creationId xmlns:p14="http://schemas.microsoft.com/office/powerpoint/2010/main" val="68972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28BDE-AACC-1DE7-E410-76AD00E14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2DEE55F-31F1-4AD4-B9FE-EA2D34D7B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B010C90-63EB-1183-8A1F-0D719DB3B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7C813B8-6742-482F-DCE2-7F3027B608A4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Adaptive Models - RAD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0536740-20FA-B3F7-683C-8BC5846E0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6805A33A-5A7D-8746-1FB0-CE7E566D7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C132C-6A1A-75AA-F688-92450D59D3C5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Proposed in 1980s by IBM to focus on fast development.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Rapid Application Development (RAD) uses short time-boxed cycles.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Iterative + Incremental development.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Project is broken into Modules, developed independently, then integrated together.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GB" sz="34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6C2C8FE-D20A-728A-884A-029D035839AC}"/>
              </a:ext>
            </a:extLst>
          </p:cNvPr>
          <p:cNvGrpSpPr/>
          <p:nvPr/>
        </p:nvGrpSpPr>
        <p:grpSpPr>
          <a:xfrm>
            <a:off x="6096000" y="1539621"/>
            <a:ext cx="5953999" cy="4845557"/>
            <a:chOff x="6096000" y="1539621"/>
            <a:chExt cx="5953999" cy="484555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3DF955F-FFF1-8C62-192E-61755177CD2B}"/>
                </a:ext>
              </a:extLst>
            </p:cNvPr>
            <p:cNvGrpSpPr/>
            <p:nvPr/>
          </p:nvGrpSpPr>
          <p:grpSpPr>
            <a:xfrm>
              <a:off x="6096000" y="1539621"/>
              <a:ext cx="5953999" cy="4845557"/>
              <a:chOff x="6096000" y="1539621"/>
              <a:chExt cx="5953999" cy="4845557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1891DF9C-FB21-D800-7191-D2D74D62B1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304"/>
              <a:stretch>
                <a:fillRect/>
              </a:stretch>
            </p:blipFill>
            <p:spPr>
              <a:xfrm>
                <a:off x="6096000" y="1539621"/>
                <a:ext cx="5953999" cy="4845557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BDC61A1-C0A1-4374-EABA-F48BECAA1C8D}"/>
                  </a:ext>
                </a:extLst>
              </p:cNvPr>
              <p:cNvSpPr txBox="1"/>
              <p:nvPr/>
            </p:nvSpPr>
            <p:spPr>
              <a:xfrm>
                <a:off x="7756550" y="3244334"/>
                <a:ext cx="1389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Construction</a:t>
                </a:r>
                <a:endParaRPr lang="en-PK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6505B2-77D7-AAC8-59E8-E3BC6AAFD06A}"/>
                </a:ext>
              </a:extLst>
            </p:cNvPr>
            <p:cNvSpPr txBox="1"/>
            <p:nvPr/>
          </p:nvSpPr>
          <p:spPr>
            <a:xfrm>
              <a:off x="9145713" y="5133713"/>
              <a:ext cx="9780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Cut over</a:t>
              </a:r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168661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9A032-BC15-5EDB-5BC1-B0516EB0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ACBAEEF-ED07-5ED9-6D4E-6609ECCFC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A75F218-42BB-EF9E-9DF5-3ECAF6D7D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86D01D8-52E6-8CFF-5266-299B66393814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Adaptive Models - RAD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03B241F-1419-460D-7EC0-9D5012B06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EED51F-F100-F3FC-5497-EE1F0F539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EF4BC-ADD7-D4B4-3628-B92FDCB250F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73800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Less precise representations of RAD from the internet.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GB" sz="34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E08B72E-CFB0-25F0-4AFC-C5E3D37AE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178" y="2292225"/>
            <a:ext cx="8809643" cy="4046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605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64CC6-4FE3-D0AF-5885-FD9ABCD26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BE32CE2-A34A-C59D-BCDC-66BE1E448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F00FCB2-5733-6099-AD21-31FD4EAF8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A0152C4-9D59-4343-82D9-52C9F8422EE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Adaptive Models - RAD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6676DD7-80D3-B340-4F15-9E852313C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A631355-196A-754D-49E6-4D8835A2E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3AF22-9247-BAF0-CE3B-4C663D62585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73800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Less precise representations of RAD from the internet.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GB" sz="3400"/>
          </a:p>
        </p:txBody>
      </p:sp>
      <p:pic>
        <p:nvPicPr>
          <p:cNvPr id="1028" name="Picture 4" descr="Q603 Rapid Application Development Model RAD Methodology Ppt Slides ...">
            <a:extLst>
              <a:ext uri="{FF2B5EF4-FFF2-40B4-BE49-F238E27FC236}">
                <a16:creationId xmlns:a16="http://schemas.microsoft.com/office/drawing/2014/main" id="{DA0E90B5-42A1-D9BC-7C86-11622BFDF7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" t="25468" b="6667"/>
          <a:stretch>
            <a:fillRect/>
          </a:stretch>
        </p:blipFill>
        <p:spPr bwMode="auto">
          <a:xfrm>
            <a:off x="727807" y="2270588"/>
            <a:ext cx="10736385" cy="4204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20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733D7-1C47-BB29-C235-3798C68FB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E5CA16B-7C9E-879A-47E9-6939308C7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F4C91E2-1B3D-E1D6-BFAE-FEB06D3C1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6189720-1ABB-90B3-8B67-DDD727AD250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Adaptive Models - RAD - 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 Auto-parts Portal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C16539C-741F-3201-97E5-623A0FE01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6409973-4E83-1DCD-E1A3-82AE9491B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E5152-4F35-B0F8-03E6-0D945E826BE5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/>
              <a:t>Requirements Elicitation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Developers, and vendors meet to define system objectives.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Identify key features such as parts catalogue, vehicle compatibility search, vendor onboarding, and order processing.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Determine project scope, constraints, and priorities so development focuses on the most valuable features first.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Agree on the technical stack and overall architecture for the e-commerce platform.</a:t>
            </a:r>
            <a:endParaRPr lang="en-GB" sz="3000"/>
          </a:p>
        </p:txBody>
      </p:sp>
    </p:spTree>
    <p:extLst>
      <p:ext uri="{BB962C8B-B14F-4D97-AF65-F5344CB8AC3E}">
        <p14:creationId xmlns:p14="http://schemas.microsoft.com/office/powerpoint/2010/main" val="3074748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FC030-B664-4F88-6110-47A397C2E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8F4F1AA-4BF0-1EF6-A575-0D0563688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0586606-9C1A-5BBF-FF03-ECC0DB53F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FBAB5E7-788F-7486-7E9B-5D3D6B2D75B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Adaptive Models - RAD - 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 Auto-parts Portal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085650E-4C40-866D-64F7-454CF9A36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068F492-1D84-22AD-57CE-E87326F50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FE7E4-B663-54AC-738E-8D91AC144396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6689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/>
              <a:t>Iterative Prototyping Cycles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6A646F0F-A290-715B-C8E1-75AC1CC02F98}"/>
              </a:ext>
            </a:extLst>
          </p:cNvPr>
          <p:cNvSpPr txBox="1">
            <a:spLocks/>
          </p:cNvSpPr>
          <p:nvPr/>
        </p:nvSpPr>
        <p:spPr>
          <a:xfrm>
            <a:off x="228600" y="2201486"/>
            <a:ext cx="5867400" cy="43517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GB" sz="3400" b="1"/>
              <a:t>Iteration 1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Prototype for browsing auto parts and basic pages.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Simple category browsing like engine parts, brakes, suspension.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Users provide feedback about navigation and product display.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C0C7F655-4CEB-4CCF-D5E7-0A4F2B65A756}"/>
              </a:ext>
            </a:extLst>
          </p:cNvPr>
          <p:cNvSpPr txBox="1">
            <a:spLocks/>
          </p:cNvSpPr>
          <p:nvPr/>
        </p:nvSpPr>
        <p:spPr>
          <a:xfrm>
            <a:off x="6096000" y="2201486"/>
            <a:ext cx="5867400" cy="435171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GB" sz="3400" b="1"/>
              <a:t>Iteration 2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Add search filters for make, model, year, engine type.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Prototype the vehicle-based part matching system.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Mechanics and car owners test whether they can easily find compatible parts.</a:t>
            </a:r>
          </a:p>
        </p:txBody>
      </p:sp>
    </p:spTree>
    <p:extLst>
      <p:ext uri="{BB962C8B-B14F-4D97-AF65-F5344CB8AC3E}">
        <p14:creationId xmlns:p14="http://schemas.microsoft.com/office/powerpoint/2010/main" val="242667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478B1-F63F-4706-53A5-E625A319E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227C033-80D5-5CB2-9547-7F42FA0D7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1DCC793-8A73-BC71-1C02-9C96545D4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6BD3529-4AD0-7C4A-6014-771B10E212C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Adaptive Models - RAD - 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 Auto-parts Portal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43B6098-FA84-1DB0-5CE0-B80D08CF7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24E870D-8BDC-1174-9303-9A854F459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83CAA-2E3F-7B75-AA4A-183C575B6B8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6689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/>
              <a:t>Iterative Prototyping Cycles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AA87062F-0DF4-76B0-5B7D-9942E73D9597}"/>
              </a:ext>
            </a:extLst>
          </p:cNvPr>
          <p:cNvSpPr txBox="1">
            <a:spLocks/>
          </p:cNvSpPr>
          <p:nvPr/>
        </p:nvSpPr>
        <p:spPr>
          <a:xfrm>
            <a:off x="228600" y="2201486"/>
            <a:ext cx="5867400" cy="435171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GB" sz="3400" b="1"/>
              <a:t>Iteration 3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Dashboard for vendors to upload parts, set prices, and set stock.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Vendors test the listing workflow and provide feedback about usability and required fields.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Improve product upload process and inventory management.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4056A970-10AA-E857-81E1-CE73403CDD5E}"/>
              </a:ext>
            </a:extLst>
          </p:cNvPr>
          <p:cNvSpPr txBox="1">
            <a:spLocks/>
          </p:cNvSpPr>
          <p:nvPr/>
        </p:nvSpPr>
        <p:spPr>
          <a:xfrm>
            <a:off x="6096000" y="2201486"/>
            <a:ext cx="5867400" cy="435171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GB" sz="3400" b="1"/>
              <a:t>Iteration 4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Prototype cart system, checkout, and order summary pages.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Simulate payment and shipping selection processes.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Users test the full purchase process and suggest improvements.</a:t>
            </a:r>
          </a:p>
        </p:txBody>
      </p:sp>
    </p:spTree>
    <p:extLst>
      <p:ext uri="{BB962C8B-B14F-4D97-AF65-F5344CB8AC3E}">
        <p14:creationId xmlns:p14="http://schemas.microsoft.com/office/powerpoint/2010/main" val="4076481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334C8-21EF-9E20-699E-7AD2AF1B3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E32DD7A-E46E-9767-F4F3-349DDB0C7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D470CE8-69FF-488B-74FB-A335D616B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DA73BFC-E413-B0E9-8C75-339107CF316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Adaptive Models - RAD - 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 Auto-parts Portal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84838-8534-3AD5-B137-3C5144FA9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50E6AD9-6DC1-7774-1AA1-A6310F543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A200E-383D-9908-673E-868C7083457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/>
              <a:t>Construction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Developers implement the full backend and frontend based on the validated prototypes.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Build modules for catalogue management, vendor accounts, payment processing, and order tracking.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Integrate payment gateways and courier company APIs.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Conduct continuous testing while features are implemented.</a:t>
            </a:r>
            <a:endParaRPr lang="en-GB" sz="3000"/>
          </a:p>
        </p:txBody>
      </p:sp>
    </p:spTree>
    <p:extLst>
      <p:ext uri="{BB962C8B-B14F-4D97-AF65-F5344CB8AC3E}">
        <p14:creationId xmlns:p14="http://schemas.microsoft.com/office/powerpoint/2010/main" val="3762285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35C02-2C38-9218-78D3-1FB1FA4AF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369EF1D-2B3A-292D-8AD9-EBC45A1A2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E7AE837-BCF3-52B0-4083-D7A5A254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0538F9C-12C7-E277-147F-02E518AAFDE4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Adaptive Models - RAD - 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 Auto-parts Portal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C24848F-FE79-8557-ED06-89FEFA261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A98EE0A-CF56-4712-2651-B1D32651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58C8E-87C4-733C-0FC5-6212B210606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/>
              <a:t>Cutover (Deployment and Launch)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Perform final testing from part search to transaction to vendor operations to delivery tracking.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Import real product catalogues from vendors into the system.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Deploy the platform to production and release it to </a:t>
            </a:r>
            <a:r>
              <a:rPr lang="en-GB" sz="3200" err="1"/>
              <a:t>PakWheels</a:t>
            </a:r>
            <a:r>
              <a:rPr lang="en-GB" sz="3200"/>
              <a:t> users.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Provide onboarding support for vendors and monitor system performance.</a:t>
            </a:r>
            <a:endParaRPr lang="en-GB" sz="3000"/>
          </a:p>
        </p:txBody>
      </p:sp>
    </p:spTree>
    <p:extLst>
      <p:ext uri="{BB962C8B-B14F-4D97-AF65-F5344CB8AC3E}">
        <p14:creationId xmlns:p14="http://schemas.microsoft.com/office/powerpoint/2010/main" val="259477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474CE-288A-6E9C-ED08-BFDB58634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54D6791-5C54-7753-4425-FEBEF7CF4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45CBF6A-14C0-8B23-CF35-4835B091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3B3079F-4400-9F1F-0042-6C03C4A154C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Adaptive Models - XP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F4B2391-B0A9-C20E-2BD1-EF6DAF468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531432A-D263-1522-9A32-9A9354B0E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960E9-37FE-40FD-5D45-C14438BF41C9}"/>
              </a:ext>
            </a:extLst>
          </p:cNvPr>
          <p:cNvSpPr txBox="1">
            <a:spLocks/>
          </p:cNvSpPr>
          <p:nvPr/>
        </p:nvSpPr>
        <p:spPr>
          <a:xfrm>
            <a:off x="220383" y="1532587"/>
            <a:ext cx="11743017" cy="488787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Extreme Programming: Instead of long development phases, release small working features every 1 to 2 weeks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Emphasis on strong engineering practices: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Pair programming (two developers working together on the same code)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Test driven development (TDD) where tests are written before code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Continuous integration so the system is always in a working state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Frequent releases of small features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Close customer involvement.</a:t>
            </a:r>
          </a:p>
        </p:txBody>
      </p:sp>
    </p:spTree>
    <p:extLst>
      <p:ext uri="{BB962C8B-B14F-4D97-AF65-F5344CB8AC3E}">
        <p14:creationId xmlns:p14="http://schemas.microsoft.com/office/powerpoint/2010/main" val="198143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4E601-353E-2DB3-EE4E-541DD4B82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5FD1926-6E62-FC18-9BAB-0B37765A1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CE0AFC4-E369-3176-F6E1-3D573F46F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002302D-A284-D443-2E0D-68ECEC60C47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Adaptive Models - XP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BD19B2C-081A-3871-7DF2-EA9A6DB3F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0229031-23FA-6425-0065-5E201E1E4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6D5EC5-92A2-B8EA-A27F-C0C7ECD29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15977" t="22071" r="15932" b="4065"/>
          <a:stretch>
            <a:fillRect/>
          </a:stretch>
        </p:blipFill>
        <p:spPr>
          <a:xfrm>
            <a:off x="6774951" y="1711074"/>
            <a:ext cx="5188449" cy="453090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C8F2B-C6C8-3A1B-9089-2945A6D38D78}"/>
              </a:ext>
            </a:extLst>
          </p:cNvPr>
          <p:cNvSpPr txBox="1">
            <a:spLocks/>
          </p:cNvSpPr>
          <p:nvPr/>
        </p:nvSpPr>
        <p:spPr>
          <a:xfrm>
            <a:off x="220383" y="1532587"/>
            <a:ext cx="6554567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Project is planned in releases, which are a form of incremental development.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Each release goes through iterations.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Each iteration must pass User Acceptance Test.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Team decides what to do in daily Standup meetings.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 u="sng"/>
              <a:t>TDD-oriented pair programming sessions between team members.</a:t>
            </a:r>
          </a:p>
        </p:txBody>
      </p:sp>
    </p:spTree>
    <p:extLst>
      <p:ext uri="{BB962C8B-B14F-4D97-AF65-F5344CB8AC3E}">
        <p14:creationId xmlns:p14="http://schemas.microsoft.com/office/powerpoint/2010/main" val="133587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CC361-46F0-C723-9BBE-41072FC6B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C9C6A9C-B536-69DC-2C73-8AFCF5A48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CF4A2CC-1817-E7D4-2F09-98D56040D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2194CC1-08CF-27AB-CF16-3CB9DE4B7F8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Adaptive Models - XP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9DCB784-5047-E035-3F4C-F91F17392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281A4BF-3184-87A7-929F-45627B888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3EAC68-3CCF-9E93-988A-FEFA7D8A0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590" y="1886982"/>
            <a:ext cx="9302820" cy="415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164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378EE-46AC-B1F6-3AB1-B250F1314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0B6159A-7031-A3D9-8767-24EDECEC6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7BC512F-20F8-25A6-B325-B8FECCE63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E7B2894-2D7F-4B95-7A22-614EE08292D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Adaptive Models – XP – Core Values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5408C38-6116-1709-A6FB-C8C215A63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3889D8D-0F6B-08D4-4B73-C1938511F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A5F5C-798C-E450-F2F1-A637A6196660}"/>
              </a:ext>
            </a:extLst>
          </p:cNvPr>
          <p:cNvSpPr txBox="1">
            <a:spLocks/>
          </p:cNvSpPr>
          <p:nvPr/>
        </p:nvSpPr>
        <p:spPr>
          <a:xfrm>
            <a:off x="220383" y="1532587"/>
            <a:ext cx="11743017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Simplicity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Build something simple that works today than something complex that may or may not work.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Pay no heed to what may happen in years (because it may never happen).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Communication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Prefer direct face-to-face communication over formal documents.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Courage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Engage Users to ensure timely feedback without the fear of losing them (or you lose them for sure).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If your code is useless. Discard and redo.</a:t>
            </a:r>
          </a:p>
        </p:txBody>
      </p:sp>
    </p:spTree>
    <p:extLst>
      <p:ext uri="{BB962C8B-B14F-4D97-AF65-F5344CB8AC3E}">
        <p14:creationId xmlns:p14="http://schemas.microsoft.com/office/powerpoint/2010/main" val="419629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D69E9-1C5F-4E64-C454-2FE008903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D5150CF-ADEE-FD7E-3D81-9DAC618AE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1289C68-CEC4-DC95-CFBB-D1DC20F9F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BE0DC6E-AFC1-694C-1DB0-7B0BA14E48D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Adaptive Models - XP - 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 Auto-parts Portal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E4AF4E9-B749-F888-4654-308E92312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65BBAB-96C2-A442-A1FE-8E8EC2CEC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4F448-38A2-DC47-2E19-F28141429AB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/>
              <a:t>Iteration 1: Basic Marketplace Foundation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Write automated tests for product listing and browsing.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Implement simple product catalogue showing parts like brakes and filters.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Pair programming to ensure code quality.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The system is deployed internally for users to review.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b="1"/>
              <a:t>Iteration 2: Vehicle Based Search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Customer request a way to find parts by car model.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Write tests for vehicle compatibility search.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Implement filters for make, model, year, and engine type.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Continuous integration to ensure new code does not break existing features.</a:t>
            </a:r>
          </a:p>
        </p:txBody>
      </p:sp>
    </p:spTree>
    <p:extLst>
      <p:ext uri="{BB962C8B-B14F-4D97-AF65-F5344CB8AC3E}">
        <p14:creationId xmlns:p14="http://schemas.microsoft.com/office/powerpoint/2010/main" val="1398064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2A226-83F6-7306-737D-67FD1D283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CC09B11-FEB4-5E27-C115-15C5F3ED8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3A7BB30-39BC-F7C8-C3CB-0A6AB093D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DD5059D-1202-8220-FD08-1CB50D543CBB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Adaptive Models - XP - 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 Auto-parts Portal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1233F89-2E47-2602-5B27-59A031E6C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26CB505-4D6E-69BB-F4D1-CD044F978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A9F7B-FCB8-5D63-06FC-B84D62DF2E85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/>
              <a:t>Iteration 3: Vendor Account System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Vendors need a way to upload and manage inventory.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Tests are written for vendor authentication and product uploads.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Developers implement vendor dashboards for adding parts, prices, and stocks.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Code review ensures maintainability as new features are added.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b="1"/>
              <a:t>Iteration 4: Shopping Cart and Checkout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Users request the ability to purchase parts directly.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Write tests for cart operations and order placement.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Implement cart functionality, checkout flow, and order records.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Frequent builds allow testing the purchasing process immediately.</a:t>
            </a:r>
          </a:p>
        </p:txBody>
      </p:sp>
    </p:spTree>
    <p:extLst>
      <p:ext uri="{BB962C8B-B14F-4D97-AF65-F5344CB8AC3E}">
        <p14:creationId xmlns:p14="http://schemas.microsoft.com/office/powerpoint/2010/main" val="124418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55025-ABB6-BF77-D9DD-995D52FD8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BA8012C-CFFA-5E45-835C-4CF6770B7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7995471-7F53-263D-B075-2D0C58DE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703CEC3-E624-D39C-4E3C-DEBF6579D5F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Adaptive Models - XP - 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 Auto-parts Portal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83A8C4C-BD48-F12C-061F-0BE281B8A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D468788-46FB-07AD-0B04-F0033C7F6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1B6EB-7F16-42ED-A5A0-65B402E5F9C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/>
              <a:t>Iteration 5: Payment Integration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Secure payment processing becomes the next priority.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Automated tests simulate payment transactions.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Integrate payment gateways and verify order confirmation workflows.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Continuous integration ensures stability after integration.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b="1"/>
              <a:t>Iteration 6: Shipping and Order Tracking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Customers want delivery tracking for purchased parts.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Developers implement courier API integration for shipment tracking.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System performance and reliability are improved through additional testing.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b="1"/>
              <a:t>Iteration 7: </a:t>
            </a:r>
            <a:r>
              <a:rPr lang="en-US" sz="3200" b="1"/>
              <a:t>Reviews and Recommendations – </a:t>
            </a:r>
            <a:r>
              <a:rPr lang="en-US" sz="3000" b="1"/>
              <a:t>DIY!</a:t>
            </a:r>
            <a:endParaRPr lang="en-GB" sz="3000" b="1"/>
          </a:p>
        </p:txBody>
      </p:sp>
    </p:spTree>
    <p:extLst>
      <p:ext uri="{BB962C8B-B14F-4D97-AF65-F5344CB8AC3E}">
        <p14:creationId xmlns:p14="http://schemas.microsoft.com/office/powerpoint/2010/main" val="1297485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598D0-152C-0D18-E6FD-31A8649CE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E3D553E-3879-036B-04AD-70913730C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25B9173-4041-A630-B736-A97D77244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22EC959-F351-5A73-F60D-89A70BAAF37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5248562-0CF3-AC75-CFBC-69588A4A9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A8C7C3C-8477-EB71-C16E-910095730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734E3-33B9-C5D0-85AD-B31733201DD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Complete the Iteration 7 of example from Extreme Programming (only write the steps).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Use Figma, Diagrams.net, or any other tool of your choice to design a prototype interface for the above.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Submit via Slack.</a:t>
            </a:r>
          </a:p>
        </p:txBody>
      </p:sp>
    </p:spTree>
    <p:extLst>
      <p:ext uri="{BB962C8B-B14F-4D97-AF65-F5344CB8AC3E}">
        <p14:creationId xmlns:p14="http://schemas.microsoft.com/office/powerpoint/2010/main" val="390851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DBCC8-7172-4957-2487-EC56733AF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6A4F04A-9C20-2C28-D844-61EAEC503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E7C6E35-D1F4-0961-7DD0-511668E15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B11270E-1164-4983-CE5B-59AC0267027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Unified Process Model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3A3BF82-F3E8-0331-9270-A602B2F67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F8994FB-165B-8172-3C68-2A40B1718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82F2-AA6A-AA5A-647E-8611308BE4C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Before proceeding, Recap.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Process: a sequence of finite steps to achieve a goal.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Model: a simple, abstract, on-paper representation of reality.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Process Model: a model that describes how software development process should occur.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Waterfall, Spiral, RAD, XP, all of these process models are different ways to develop software.</a:t>
            </a:r>
          </a:p>
        </p:txBody>
      </p:sp>
    </p:spTree>
    <p:extLst>
      <p:ext uri="{BB962C8B-B14F-4D97-AF65-F5344CB8AC3E}">
        <p14:creationId xmlns:p14="http://schemas.microsoft.com/office/powerpoint/2010/main" val="3026906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2CDC4-05F5-B237-5AB8-1020F17A9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F43E275-40E8-BEBC-7D0B-7AE64FD1D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29899E9-1B0E-E6F5-C7B0-E2A1B9875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76A58CE-EE8C-3386-A77F-FFDD0C721EB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Unified Process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C4496C5-7B3C-E5EB-CCA2-B8C5039C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178E536-0708-2AF1-9082-9837161EF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0D257-BE99-3BD1-813D-0C9DF9199D3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4977258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UML is a unification of: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Booch Method by Grady Booch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Object Modelling Technique by James Rumbaugh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Object Oriented Software Engineering by Ivar Jacobson.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C6BC74-603E-7B73-4E81-D52AC25FFF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18" t="13737" r="6140" b="2988"/>
          <a:stretch>
            <a:fillRect/>
          </a:stretch>
        </p:blipFill>
        <p:spPr>
          <a:xfrm>
            <a:off x="5197642" y="1532003"/>
            <a:ext cx="6992770" cy="488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774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44924-946A-B188-7893-5C0811435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DD66A6F-A71B-56F8-054B-57085202C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6706420-47C0-E31A-3156-DCF1D847E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57169FB-7D59-0C88-0A0A-F78C11597A3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Unified Process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A2A5F42-B305-5F2A-0198-1B080D54B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CA1B37E-BD96-B964-3D41-BE89DE439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F7305-42D9-FDB4-03FC-4F7EA7A71F3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But UML describes how to draw diagrams, not how to run a project.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Rational Software (acquired by IBM in 2003) created </a:t>
            </a:r>
            <a:r>
              <a:rPr lang="en-US" sz="3600"/>
              <a:t>a development process around UML and called it Rational Unified Process (RUP).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Its main purpose is to reduce unexpected development cost and prevent resource wastage.</a:t>
            </a:r>
            <a:endParaRPr lang="en-GB" sz="3400"/>
          </a:p>
        </p:txBody>
      </p:sp>
    </p:spTree>
    <p:extLst>
      <p:ext uri="{BB962C8B-B14F-4D97-AF65-F5344CB8AC3E}">
        <p14:creationId xmlns:p14="http://schemas.microsoft.com/office/powerpoint/2010/main" val="4103050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4BF77-55A0-3280-D312-362390E10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D15E983-49CD-F002-C27A-7C65BB1F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73B0B9A-B094-970B-FB85-F5A1541A9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656FFE7-DF47-C916-01E0-77FBF433206B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Rational Unified Process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5481F44-5CD8-C1F9-AFD3-F5E120535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97E487A-41C6-36EA-21D8-E0FD0F2D9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9EBB8-88A8-07B8-2297-AB1570F4220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i="1"/>
              <a:t>Rational Unified Process </a:t>
            </a:r>
            <a:r>
              <a:rPr lang="en-GB" sz="3400"/>
              <a:t>is a common process for all Object-oriented Projects.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RUP organizes projects in 2D: </a:t>
            </a:r>
            <a:r>
              <a:rPr lang="en-US" sz="3200"/>
              <a:t>Time on horizontal axis; Engineering disciplines on vertical axis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Iterative Process. Each iteration is split into four phases: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/>
              <a:t>Inception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/>
              <a:t>Elaboration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/>
              <a:t>Implementation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/>
              <a:t>Transition</a:t>
            </a:r>
            <a:endParaRPr lang="en-GB" sz="3200"/>
          </a:p>
        </p:txBody>
      </p:sp>
    </p:spTree>
    <p:extLst>
      <p:ext uri="{BB962C8B-B14F-4D97-AF65-F5344CB8AC3E}">
        <p14:creationId xmlns:p14="http://schemas.microsoft.com/office/powerpoint/2010/main" val="178848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F2C22-43A7-7285-705C-C4D3A75E2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EF28C0A-5EC2-88C0-1183-9F852B554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A90BC79-0350-1AE3-8F2F-4B0C65D5A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E243A84-5536-0F4D-A240-DF379D53D8B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Rational Unified Process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26B5DB4-0EDD-3A9B-A1CC-738A68B6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DA41983-99CA-6299-BF68-7A72E92C3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28795-FA6A-2D63-FBD2-EB1B22B2AAE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Inception Phase: </a:t>
            </a:r>
            <a:r>
              <a:rPr lang="en-GB" sz="3400"/>
              <a:t>To understand the project at a high level.</a:t>
            </a:r>
            <a:endParaRPr lang="en-US" sz="340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Define system vision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Identify key stakeholders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Estimate time and financial cost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Identify major risks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At the end of Inception phase, we learn the cost-benefit and that the project is worth doing.</a:t>
            </a:r>
          </a:p>
        </p:txBody>
      </p:sp>
    </p:spTree>
    <p:extLst>
      <p:ext uri="{BB962C8B-B14F-4D97-AF65-F5344CB8AC3E}">
        <p14:creationId xmlns:p14="http://schemas.microsoft.com/office/powerpoint/2010/main" val="116679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6E4C9-EBE3-303F-13EF-A8051EAAE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D6C322A-88FB-9FC8-CD6A-EDB289A03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EB51E3F-8FFC-5424-4EC0-9A6F9C0A0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773E1CF-DBC0-8D96-6046-FF7C15F4F61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Rational Unified Process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A31C39E-9A9D-B0FF-0A4A-9A9E6CEA5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653945D-E3DE-AE80-C811-195CC912B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C6FDB-C33F-C90E-F812-F020822E9FF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Elaboration Phase: </a:t>
            </a:r>
            <a:r>
              <a:rPr lang="en-GB" sz="3400"/>
              <a:t>To stabilize the system architecture</a:t>
            </a:r>
            <a:endParaRPr lang="en-US" sz="340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Define core architecture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Validate major technical risks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Refine requirements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Build architectural prototypes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600"/>
              <a:t>If the architecture fails here, it is still cheap to change.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600"/>
              <a:t>Once the project is through Elaboration, there is no turning back.</a:t>
            </a:r>
          </a:p>
        </p:txBody>
      </p:sp>
    </p:spTree>
    <p:extLst>
      <p:ext uri="{BB962C8B-B14F-4D97-AF65-F5344CB8AC3E}">
        <p14:creationId xmlns:p14="http://schemas.microsoft.com/office/powerpoint/2010/main" val="242491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C6587-2C50-EA39-8CFF-038616C91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07713F1-084D-5514-68C0-E7B288453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40E82A-49D7-EC43-11B5-21D11CD81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5BA5BCA-135D-9D29-A3D4-659FF6897F1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Rational Unified Process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0293F42-8B40-1263-775A-F2F415ABE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6800EFA-B4AF-D346-7AB6-53E70479E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95747-C0A5-5110-7B6D-1235F0E9BA6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Implementation Phase: </a:t>
            </a:r>
            <a:r>
              <a:rPr lang="en-GB" sz="3400"/>
              <a:t>To development the actual software</a:t>
            </a:r>
            <a:endParaRPr lang="en-US" sz="340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Implement features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Continuous integration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Testing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Expanding system functionality</a:t>
            </a:r>
            <a:endParaRPr lang="en-GB" sz="360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600"/>
              <a:t>This is the most iterative phase; its outcome is a working software.</a:t>
            </a:r>
          </a:p>
        </p:txBody>
      </p:sp>
    </p:spTree>
    <p:extLst>
      <p:ext uri="{BB962C8B-B14F-4D97-AF65-F5344CB8AC3E}">
        <p14:creationId xmlns:p14="http://schemas.microsoft.com/office/powerpoint/2010/main" val="4196578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3E81E-7818-B024-5D17-DFA1AE0AF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2E5D96F-54D8-E475-424F-7C3742049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0ED9A4E-3876-7721-B520-F223FEA80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C9133A9-748D-083B-7AE6-A5A89D715E1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Rational Unified Process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8653B87-3B78-C3F2-D400-FA439EE58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DEBBB7A-A842-8897-1BFE-D6A57849F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D9A7D-105C-6FEF-36F4-1C6E7B27102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Transition Phase: </a:t>
            </a:r>
            <a:r>
              <a:rPr lang="en-GB" sz="3400"/>
              <a:t>To move the software into real use.</a:t>
            </a:r>
            <a:endParaRPr lang="en-US" sz="340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Deployment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User training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Fixing bugs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Performance tuning</a:t>
            </a:r>
            <a:endParaRPr lang="en-GB" sz="380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Afterwards, the project goes into maintenance phase.</a:t>
            </a:r>
          </a:p>
        </p:txBody>
      </p:sp>
    </p:spTree>
    <p:extLst>
      <p:ext uri="{BB962C8B-B14F-4D97-AF65-F5344CB8AC3E}">
        <p14:creationId xmlns:p14="http://schemas.microsoft.com/office/powerpoint/2010/main" val="220589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E47BF-5734-F0D2-D00D-174E3A2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F97D108-DDFC-FB4D-3EAB-F86FF36F9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12409FF-E959-CFAD-01E4-27847E9A9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0"/>
            <a:ext cx="12201525" cy="13081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7D150F3-8584-00F9-5717-8B08DD7A79E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Rational Unified Process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AB4126-1E47-8B88-7669-467B36300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84" y="1589192"/>
            <a:ext cx="11743016" cy="488780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235C012-F068-A940-586C-EB71848D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23FD2D-1749-2D3D-D9EF-07148CCBF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164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524BC-B1C3-AEFD-9833-E0AAC0D42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A136832-4EAE-A431-B3BC-7B7DE1344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61AC060-3254-976F-59F7-37B6B2188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307AAC1-7DB8-7C9F-9FD6-25F55EC3D2F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Rational Unified Process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C795D14-3B83-9A52-6891-36BAD8041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6F20BC70-5DDE-19A5-EFA8-680364115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8D0E1-5ACA-A98F-C4B2-32FD4996CEFF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Why RUP works?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First, it confronts uncertainty early. Risk are addressed during Elaboration.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Second, it promotes iterative development. Each iteration produces a working version of the system.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Third, it focuses heavily on architecture centric design.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Fourth, features are described through real user interactions with the system, which keeps development aligned with ground truth.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Fifth, teams can adapt it depending on project size.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450851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94CA3-7FA3-0EE9-61E2-AE5F77F4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DEFB9A7-A4D9-22E5-308C-3F7ADC33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7FEF334-3E04-2752-9BB6-8DB3EE0B8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887DDA2-319A-3E03-F527-D1E757EAD6D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Rational Unified Process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5E21189-C82D-CEB9-C4D3-D38F3FBA3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743A761-A1DA-E6CB-BA48-0B1805898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D7AA9-5D0C-365C-66D5-E5F793A9244D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Why RUP is not very popular today?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First, it requires thorough training to teams before applying.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Second, hundreds of documents and complex approval workflows.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Third, cost too high for startups and small App developers.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Fourth, although it welcomes change, it doesn’t welcome Architectural changes.</a:t>
            </a:r>
          </a:p>
        </p:txBody>
      </p:sp>
    </p:spTree>
    <p:extLst>
      <p:ext uri="{BB962C8B-B14F-4D97-AF65-F5344CB8AC3E}">
        <p14:creationId xmlns:p14="http://schemas.microsoft.com/office/powerpoint/2010/main" val="2892702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0</TotalTime>
  <Words>1871</Words>
  <Application>Microsoft Office PowerPoint</Application>
  <PresentationFormat>Widescreen</PresentationFormat>
  <Paragraphs>269</Paragraphs>
  <Slides>31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Biome Light</vt:lpstr>
      <vt:lpstr>Calibri</vt:lpstr>
      <vt:lpstr>Calibri Light</vt:lpstr>
      <vt:lpstr>Wingdings</vt:lpstr>
      <vt:lpstr>Office Theme</vt:lpstr>
      <vt:lpstr>Software Engineering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</cp:revision>
  <dcterms:created xsi:type="dcterms:W3CDTF">2022-11-22T20:08:03Z</dcterms:created>
  <dcterms:modified xsi:type="dcterms:W3CDTF">2026-03-28T10:19:58Z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