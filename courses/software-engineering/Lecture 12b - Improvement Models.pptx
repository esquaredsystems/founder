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03" r:id="rId5"/>
    <p:sldId id="2462" r:id="rId6"/>
    <p:sldId id="2580" r:id="rId7"/>
    <p:sldId id="2581" r:id="rId8"/>
    <p:sldId id="2582" r:id="rId9"/>
    <p:sldId id="2583" r:id="rId10"/>
    <p:sldId id="2584" r:id="rId11"/>
    <p:sldId id="2588" r:id="rId12"/>
    <p:sldId id="2587" r:id="rId13"/>
    <p:sldId id="2589" r:id="rId14"/>
    <p:sldId id="2590" r:id="rId15"/>
    <p:sldId id="2591" r:id="rId16"/>
    <p:sldId id="2592" r:id="rId17"/>
    <p:sldId id="2593" r:id="rId18"/>
    <p:sldId id="2594" r:id="rId19"/>
    <p:sldId id="2586" r:id="rId20"/>
    <p:sldId id="2585" r:id="rId21"/>
    <p:sldId id="243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80"/>
            <p14:sldId id="2581"/>
            <p14:sldId id="2582"/>
            <p14:sldId id="2583"/>
            <p14:sldId id="2584"/>
            <p14:sldId id="2588"/>
            <p14:sldId id="2587"/>
            <p14:sldId id="2589"/>
            <p14:sldId id="2590"/>
            <p14:sldId id="2591"/>
            <p14:sldId id="2592"/>
            <p14:sldId id="2593"/>
            <p14:sldId id="2594"/>
            <p14:sldId id="2586"/>
            <p14:sldId id="2585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437DF-2419-4DDA-B0D7-1D40327377B6}" v="3268" dt="2026-06-14T12:17:41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96" autoAdjust="0"/>
    <p:restoredTop sz="94685"/>
  </p:normalViewPr>
  <p:slideViewPr>
    <p:cSldViewPr snapToGrid="0">
      <p:cViewPr varScale="1">
        <p:scale>
          <a:sx n="100" d="100"/>
          <a:sy n="100" d="100"/>
        </p:scale>
        <p:origin x="72" y="186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modSld">
      <pc:chgData name="Owais Ahmed" userId="6abc7d4556b3b071" providerId="LiveId" clId="{641304C9-537E-56B8-9D3B-F295291B91EB}" dt="2026-06-13T08:18:39.552" v="655" actId="20577"/>
      <pc:docMkLst>
        <pc:docMk/>
      </pc:docMkLst>
      <pc:sldChg chg="modSp">
        <pc:chgData name="Owais Ahmed" userId="6abc7d4556b3b071" providerId="LiveId" clId="{641304C9-537E-56B8-9D3B-F295291B91EB}" dt="2026-06-13T07:47:01.870" v="77" actId="20577"/>
        <pc:sldMkLst>
          <pc:docMk/>
          <pc:sldMk cId="3940183664" sldId="2585"/>
        </pc:sldMkLst>
        <pc:spChg chg="mod">
          <ac:chgData name="Owais Ahmed" userId="6abc7d4556b3b071" providerId="LiveId" clId="{641304C9-537E-56B8-9D3B-F295291B91EB}" dt="2026-06-13T07:47:01.870" v="77" actId="20577"/>
          <ac:spMkLst>
            <pc:docMk/>
            <pc:sldMk cId="3940183664" sldId="2585"/>
            <ac:spMk id="3" creationId="{1E0DA0D5-023A-24D7-7FE6-155628AF799A}"/>
          </ac:spMkLst>
        </pc:spChg>
      </pc:sldChg>
      <pc:sldChg chg="modSp mod">
        <pc:chgData name="Owais Ahmed" userId="6abc7d4556b3b071" providerId="LiveId" clId="{641304C9-537E-56B8-9D3B-F295291B91EB}" dt="2026-06-13T07:34:35.223" v="1" actId="27636"/>
        <pc:sldMkLst>
          <pc:docMk/>
          <pc:sldMk cId="1718148521" sldId="2587"/>
        </pc:sldMkLst>
        <pc:spChg chg="mod">
          <ac:chgData name="Owais Ahmed" userId="6abc7d4556b3b071" providerId="LiveId" clId="{641304C9-537E-56B8-9D3B-F295291B91EB}" dt="2026-06-13T07:34:35.223" v="1" actId="27636"/>
          <ac:spMkLst>
            <pc:docMk/>
            <pc:sldMk cId="1718148521" sldId="2587"/>
            <ac:spMk id="3" creationId="{A889702C-BBEC-6AA1-B2A3-B4145B6EAEC5}"/>
          </ac:spMkLst>
        </pc:spChg>
      </pc:sldChg>
      <pc:sldChg chg="modSp mod modAnim">
        <pc:chgData name="Owais Ahmed" userId="6abc7d4556b3b071" providerId="LiveId" clId="{641304C9-537E-56B8-9D3B-F295291B91EB}" dt="2026-06-13T08:05:45.471" v="311" actId="20577"/>
        <pc:sldMkLst>
          <pc:docMk/>
          <pc:sldMk cId="653827550" sldId="2588"/>
        </pc:sldMkLst>
        <pc:spChg chg="mod">
          <ac:chgData name="Owais Ahmed" userId="6abc7d4556b3b071" providerId="LiveId" clId="{641304C9-537E-56B8-9D3B-F295291B91EB}" dt="2026-06-13T08:05:45.471" v="311" actId="20577"/>
          <ac:spMkLst>
            <pc:docMk/>
            <pc:sldMk cId="653827550" sldId="2588"/>
            <ac:spMk id="3" creationId="{7D23FC53-7AF7-50B5-CC3C-3121927BEDA4}"/>
          </ac:spMkLst>
        </pc:spChg>
      </pc:sldChg>
      <pc:sldChg chg="modSp add mod modAnim">
        <pc:chgData name="Owais Ahmed" userId="6abc7d4556b3b071" providerId="LiveId" clId="{641304C9-537E-56B8-9D3B-F295291B91EB}" dt="2026-06-13T08:18:39.552" v="655" actId="20577"/>
        <pc:sldMkLst>
          <pc:docMk/>
          <pc:sldMk cId="1839047135" sldId="2592"/>
        </pc:sldMkLst>
        <pc:spChg chg="mod">
          <ac:chgData name="Owais Ahmed" userId="6abc7d4556b3b071" providerId="LiveId" clId="{641304C9-537E-56B8-9D3B-F295291B91EB}" dt="2026-06-13T08:18:39.552" v="655" actId="20577"/>
          <ac:spMkLst>
            <pc:docMk/>
            <pc:sldMk cId="1839047135" sldId="2592"/>
            <ac:spMk id="3" creationId="{6D093726-A35F-BFBD-30C0-976B9ECB0A84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6-14T12:18:28.927" v="27446" actId="6549"/>
      <pc:docMkLst>
        <pc:docMk/>
      </pc:docMkLst>
      <pc:sldChg chg="modSp">
        <pc:chgData name="Owais Ahmed" userId="6abc7d4556b3b071" providerId="LiveId" clId="{D0A51F83-B713-4A4D-8105-C75936B8E1D2}" dt="2026-06-12T15:46:12.592" v="22484"/>
        <pc:sldMkLst>
          <pc:docMk/>
          <pc:sldMk cId="927727573" sldId="2436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8" creationId="{0B070B25-2BBC-49AC-9CFA-1CD7195DF2D6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9" creationId="{9E2524A0-105C-4170-BB48-CD0756FB3DFE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12" creationId="{4E709B75-16EA-4581-AED9-567DEF45A6B2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4" creationId="{E896B487-8C07-495F-95BF-B8F4960E1E8D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8" creationId="{D4D09222-33EB-4F99-9A89-51E2E1E97584}"/>
          </ac:picMkLst>
        </pc:picChg>
      </pc:sldChg>
      <pc:sldChg chg="modSp mod">
        <pc:chgData name="Owais Ahmed" userId="6abc7d4556b3b071" providerId="LiveId" clId="{D0A51F83-B713-4A4D-8105-C75936B8E1D2}" dt="2026-06-14T10:24:45.412" v="22989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D0A51F83-B713-4A4D-8105-C75936B8E1D2}" dt="2026-06-14T10:24:45.412" v="22989"/>
          <ac:spMkLst>
            <pc:docMk/>
            <pc:sldMk cId="1649098948" sldId="2462"/>
            <ac:spMk id="6" creationId="{F3C89A40-EEAA-43AB-9A3A-B2CFDE450F1B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7" creationId="{F29F8048-1E86-48F4-B246-D2F8C54B7EB1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649098948" sldId="2462"/>
            <ac:picMk id="8" creationId="{BB76F5AB-0940-46E1-85F9-6A870D7D04C9}"/>
          </ac:picMkLst>
        </pc:picChg>
      </pc:sldChg>
      <pc:sldChg chg="modSp">
        <pc:chgData name="Owais Ahmed" userId="6abc7d4556b3b071" providerId="LiveId" clId="{D0A51F83-B713-4A4D-8105-C75936B8E1D2}" dt="2026-06-12T15:46:12.592" v="22484"/>
        <pc:sldMkLst>
          <pc:docMk/>
          <pc:sldMk cId="146856052" sldId="2503"/>
        </pc:sldMkLst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46856052" sldId="2503"/>
            <ac:picMk id="8" creationId="{9AB29DBC-55D3-49D9-BB44-4936739C4B57}"/>
          </ac:picMkLst>
        </pc:picChg>
      </pc:sldChg>
      <pc:sldChg chg="modSp add mod modAnim">
        <pc:chgData name="Owais Ahmed" userId="6abc7d4556b3b071" providerId="LiveId" clId="{D0A51F83-B713-4A4D-8105-C75936B8E1D2}" dt="2026-06-14T10:24:16.138" v="22987" actId="27636"/>
        <pc:sldMkLst>
          <pc:docMk/>
          <pc:sldMk cId="1455820589" sldId="2580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455820589" sldId="2580"/>
            <ac:spMk id="2" creationId="{8B00956D-D11A-81E2-F8AD-F1EFCF92EA34}"/>
          </ac:spMkLst>
        </pc:spChg>
        <pc:spChg chg="mod">
          <ac:chgData name="Owais Ahmed" userId="6abc7d4556b3b071" providerId="LiveId" clId="{D0A51F83-B713-4A4D-8105-C75936B8E1D2}" dt="2026-06-14T10:24:16.138" v="22987" actId="27636"/>
          <ac:spMkLst>
            <pc:docMk/>
            <pc:sldMk cId="1455820589" sldId="2580"/>
            <ac:spMk id="3" creationId="{2E0B7842-797A-25DB-6947-0B023E7CC8A3}"/>
          </ac:spMkLst>
        </pc:spChg>
        <pc:spChg chg="mod">
          <ac:chgData name="Owais Ahmed" userId="6abc7d4556b3b071" providerId="LiveId" clId="{D0A51F83-B713-4A4D-8105-C75936B8E1D2}" dt="2026-06-14T10:22:09.954" v="22919" actId="20577"/>
          <ac:spMkLst>
            <pc:docMk/>
            <pc:sldMk cId="1455820589" sldId="2580"/>
            <ac:spMk id="215" creationId="{F0A7BEA9-FA6E-1666-96A1-2C2E6EBD1D36}"/>
          </ac:spMkLst>
        </pc:spChg>
      </pc:sldChg>
      <pc:sldChg chg="modSp add mod modAnim modNotesTx">
        <pc:chgData name="Owais Ahmed" userId="6abc7d4556b3b071" providerId="LiveId" clId="{D0A51F83-B713-4A4D-8105-C75936B8E1D2}" dt="2026-06-14T10:31:49.405" v="23409"/>
        <pc:sldMkLst>
          <pc:docMk/>
          <pc:sldMk cId="1500802054" sldId="2581"/>
        </pc:sldMkLst>
        <pc:spChg chg="mod">
          <ac:chgData name="Owais Ahmed" userId="6abc7d4556b3b071" providerId="LiveId" clId="{D0A51F83-B713-4A4D-8105-C75936B8E1D2}" dt="2026-06-14T10:30:30.540" v="23397" actId="20577"/>
          <ac:spMkLst>
            <pc:docMk/>
            <pc:sldMk cId="1500802054" sldId="2581"/>
            <ac:spMk id="3" creationId="{C445AE95-EC83-F26C-B813-C91695DD835D}"/>
          </ac:spMkLst>
        </pc:spChg>
        <pc:spChg chg="mod">
          <ac:chgData name="Owais Ahmed" userId="6abc7d4556b3b071" providerId="LiveId" clId="{D0A51F83-B713-4A4D-8105-C75936B8E1D2}" dt="2026-06-14T10:24:53.121" v="22996" actId="20577"/>
          <ac:spMkLst>
            <pc:docMk/>
            <pc:sldMk cId="1500802054" sldId="2581"/>
            <ac:spMk id="215" creationId="{67F1E877-8DBE-BD5E-A3D3-075B2CC158AA}"/>
          </ac:spMkLst>
        </pc:spChg>
        <pc:picChg chg="mod">
          <ac:chgData name="Owais Ahmed" userId="6abc7d4556b3b071" providerId="LiveId" clId="{D0A51F83-B713-4A4D-8105-C75936B8E1D2}" dt="2026-06-14T10:28:16.887" v="23203" actId="1076"/>
          <ac:picMkLst>
            <pc:docMk/>
            <pc:sldMk cId="1500802054" sldId="2581"/>
            <ac:picMk id="4" creationId="{A7C7FA84-1547-6DCF-EE5B-E03AEFE668EB}"/>
          </ac:picMkLst>
        </pc:picChg>
        <pc:picChg chg="mod modCrop">
          <ac:chgData name="Owais Ahmed" userId="6abc7d4556b3b071" providerId="LiveId" clId="{D0A51F83-B713-4A4D-8105-C75936B8E1D2}" dt="2026-06-14T10:31:13.445" v="23405" actId="1076"/>
          <ac:picMkLst>
            <pc:docMk/>
            <pc:sldMk cId="1500802054" sldId="2581"/>
            <ac:picMk id="5" creationId="{FB890CF9-7831-C591-D6A0-CEFC55D648D5}"/>
          </ac:picMkLst>
        </pc:picChg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3704641495" sldId="2581"/>
        </pc:sldMkLst>
      </pc:sldChg>
      <pc:sldChg chg="delSp modSp add mod delAnim modAnim modNotesTx">
        <pc:chgData name="Owais Ahmed" userId="6abc7d4556b3b071" providerId="LiveId" clId="{D0A51F83-B713-4A4D-8105-C75936B8E1D2}" dt="2026-06-14T10:40:05.863" v="24004" actId="20577"/>
        <pc:sldMkLst>
          <pc:docMk/>
          <pc:sldMk cId="25037408" sldId="2582"/>
        </pc:sldMkLst>
        <pc:spChg chg="mod">
          <ac:chgData name="Owais Ahmed" userId="6abc7d4556b3b071" providerId="LiveId" clId="{D0A51F83-B713-4A4D-8105-C75936B8E1D2}" dt="2026-06-14T10:39:23.336" v="23867" actId="6549"/>
          <ac:spMkLst>
            <pc:docMk/>
            <pc:sldMk cId="25037408" sldId="2582"/>
            <ac:spMk id="3" creationId="{AF2B20BA-8C70-480B-164E-4C7EFA1F9344}"/>
          </ac:spMkLst>
        </pc:spChg>
        <pc:picChg chg="del">
          <ac:chgData name="Owais Ahmed" userId="6abc7d4556b3b071" providerId="LiveId" clId="{D0A51F83-B713-4A4D-8105-C75936B8E1D2}" dt="2026-06-14T10:32:16.023" v="23412" actId="478"/>
          <ac:picMkLst>
            <pc:docMk/>
            <pc:sldMk cId="25037408" sldId="2582"/>
            <ac:picMk id="4" creationId="{B44C737D-9546-3313-01C6-BB80D7C3B796}"/>
          </ac:picMkLst>
        </pc:picChg>
        <pc:picChg chg="del">
          <ac:chgData name="Owais Ahmed" userId="6abc7d4556b3b071" providerId="LiveId" clId="{D0A51F83-B713-4A4D-8105-C75936B8E1D2}" dt="2026-06-14T10:32:15.656" v="23411" actId="478"/>
          <ac:picMkLst>
            <pc:docMk/>
            <pc:sldMk cId="25037408" sldId="2582"/>
            <ac:picMk id="5" creationId="{3B948E02-866B-3A95-33DD-C1A288C26928}"/>
          </ac:picMkLst>
        </pc:picChg>
      </pc:sldChg>
      <pc:sldChg chg="modSp add del mod ord modAnim">
        <pc:chgData name="Owais Ahmed" userId="6abc7d4556b3b071" providerId="LiveId" clId="{D0A51F83-B713-4A4D-8105-C75936B8E1D2}" dt="2026-06-14T10:22:14.611" v="22920" actId="47"/>
        <pc:sldMkLst>
          <pc:docMk/>
          <pc:sldMk cId="2698937366" sldId="2582"/>
        </pc:sldMkLst>
      </pc:sldChg>
      <pc:sldChg chg="modSp add mod addAnim delAnim modAnim">
        <pc:chgData name="Owais Ahmed" userId="6abc7d4556b3b071" providerId="LiveId" clId="{D0A51F83-B713-4A4D-8105-C75936B8E1D2}" dt="2026-06-14T12:17:33.387" v="27437"/>
        <pc:sldMkLst>
          <pc:docMk/>
          <pc:sldMk cId="2569358949" sldId="2583"/>
        </pc:sldMkLst>
        <pc:spChg chg="mod">
          <ac:chgData name="Owais Ahmed" userId="6abc7d4556b3b071" providerId="LiveId" clId="{D0A51F83-B713-4A4D-8105-C75936B8E1D2}" dt="2026-06-14T10:39:01.160" v="23856" actId="20577"/>
          <ac:spMkLst>
            <pc:docMk/>
            <pc:sldMk cId="2569358949" sldId="2583"/>
            <ac:spMk id="3" creationId="{870535CD-D09D-8B86-5A15-81B2771EC832}"/>
          </ac:spMkLst>
        </pc:spChg>
        <pc:spChg chg="mod">
          <ac:chgData name="Owais Ahmed" userId="6abc7d4556b3b071" providerId="LiveId" clId="{D0A51F83-B713-4A4D-8105-C75936B8E1D2}" dt="2026-06-14T10:34:53.379" v="23574" actId="20577"/>
          <ac:spMkLst>
            <pc:docMk/>
            <pc:sldMk cId="2569358949" sldId="2583"/>
            <ac:spMk id="215" creationId="{DA311E4A-0771-BB62-A0F8-BD4B088C3AC2}"/>
          </ac:spMkLst>
        </pc:spChg>
      </pc:sldChg>
      <pc:sldChg chg="delSp modSp add mod ord delAnim modAnim modNotesTx">
        <pc:chgData name="Owais Ahmed" userId="6abc7d4556b3b071" providerId="LiveId" clId="{D0A51F83-B713-4A4D-8105-C75936B8E1D2}" dt="2026-06-14T12:17:41.454" v="27438"/>
        <pc:sldMkLst>
          <pc:docMk/>
          <pc:sldMk cId="791864731" sldId="2584"/>
        </pc:sldMkLst>
        <pc:spChg chg="mod">
          <ac:chgData name="Owais Ahmed" userId="6abc7d4556b3b071" providerId="LiveId" clId="{D0A51F83-B713-4A4D-8105-C75936B8E1D2}" dt="2026-06-14T10:49:30.905" v="24504" actId="20577"/>
          <ac:spMkLst>
            <pc:docMk/>
            <pc:sldMk cId="791864731" sldId="2584"/>
            <ac:spMk id="3" creationId="{18D39265-B060-A976-22D7-B0504969C86F}"/>
          </ac:spMkLst>
        </pc:spChg>
        <pc:spChg chg="mod">
          <ac:chgData name="Owais Ahmed" userId="6abc7d4556b3b071" providerId="LiveId" clId="{D0A51F83-B713-4A4D-8105-C75936B8E1D2}" dt="2026-06-14T10:40:29.543" v="24016" actId="20577"/>
          <ac:spMkLst>
            <pc:docMk/>
            <pc:sldMk cId="791864731" sldId="2584"/>
            <ac:spMk id="215" creationId="{CC8C4900-BA46-F183-5A1D-8CE2004610EA}"/>
          </ac:spMkLst>
        </pc:spChg>
        <pc:picChg chg="del">
          <ac:chgData name="Owais Ahmed" userId="6abc7d4556b3b071" providerId="LiveId" clId="{D0A51F83-B713-4A4D-8105-C75936B8E1D2}" dt="2026-06-14T10:40:32.296" v="24018" actId="478"/>
          <ac:picMkLst>
            <pc:docMk/>
            <pc:sldMk cId="791864731" sldId="2584"/>
            <ac:picMk id="4" creationId="{7A023514-6F49-D95F-C48A-F5CFFA924F22}"/>
          </ac:picMkLst>
        </pc:picChg>
        <pc:picChg chg="del">
          <ac:chgData name="Owais Ahmed" userId="6abc7d4556b3b071" providerId="LiveId" clId="{D0A51F83-B713-4A4D-8105-C75936B8E1D2}" dt="2026-06-14T10:40:31.232" v="24017" actId="478"/>
          <ac:picMkLst>
            <pc:docMk/>
            <pc:sldMk cId="791864731" sldId="2584"/>
            <ac:picMk id="5" creationId="{F0FACEAF-8419-97E0-E805-590E228702EF}"/>
          </ac:picMkLst>
        </pc:picChg>
        <pc:picChg chg="mod">
          <ac:chgData name="Owais Ahmed" userId="6abc7d4556b3b071" providerId="LiveId" clId="{D0A51F83-B713-4A4D-8105-C75936B8E1D2}" dt="2026-06-14T10:47:35.970" v="24296" actId="1076"/>
          <ac:picMkLst>
            <pc:docMk/>
            <pc:sldMk cId="791864731" sldId="2584"/>
            <ac:picMk id="6" creationId="{801DBFF3-87F3-D451-2FE3-6BE944A8C6B6}"/>
          </ac:picMkLst>
        </pc:picChg>
      </pc:sldChg>
      <pc:sldChg chg="addSp 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4283825959" sldId="2584"/>
        </pc:sldMkLst>
      </pc:sldChg>
      <pc:sldChg chg="addSp delSp modSp add mod delAnim">
        <pc:chgData name="Owais Ahmed" userId="6abc7d4556b3b071" providerId="LiveId" clId="{D0A51F83-B713-4A4D-8105-C75936B8E1D2}" dt="2026-06-14T11:30:31.533" v="27434" actId="2062"/>
        <pc:sldMkLst>
          <pc:docMk/>
          <pc:sldMk cId="214260296" sldId="2585"/>
        </pc:sldMkLst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3" creationId="{6534124E-AFDC-4A84-6B0D-74D51E454D6C}"/>
          </ac:spMkLst>
        </pc:spChg>
        <pc:spChg chg="add del">
          <ac:chgData name="Owais Ahmed" userId="6abc7d4556b3b071" providerId="LiveId" clId="{D0A51F83-B713-4A4D-8105-C75936B8E1D2}" dt="2026-06-14T10:43:58.707" v="24234" actId="22"/>
          <ac:spMkLst>
            <pc:docMk/>
            <pc:sldMk cId="214260296" sldId="2585"/>
            <ac:spMk id="5" creationId="{2CD688C8-4B19-0E0A-76EA-0318809AB841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89" creationId="{635637E7-FC4A-8DB4-B13D-EEE845FAD15B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214" creationId="{535657E7-35EC-0AE6-118B-CC6A53EEE325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215" creationId="{69AF65BA-0D3A-D0A1-79F2-DB1E24E44558}"/>
          </ac:spMkLst>
        </pc:spChg>
        <pc:spChg chg="del">
          <ac:chgData name="Owais Ahmed" userId="6abc7d4556b3b071" providerId="LiveId" clId="{D0A51F83-B713-4A4D-8105-C75936B8E1D2}" dt="2026-06-14T10:43:56.922" v="24232" actId="478"/>
          <ac:spMkLst>
            <pc:docMk/>
            <pc:sldMk cId="214260296" sldId="2585"/>
            <ac:spMk id="216" creationId="{18F0623A-DAF1-F4C0-8625-4CC6DD041E52}"/>
          </ac:spMkLst>
        </pc:spChg>
        <pc:graphicFrameChg chg="add modGraphic">
          <ac:chgData name="Owais Ahmed" userId="6abc7d4556b3b071" providerId="LiveId" clId="{D0A51F83-B713-4A4D-8105-C75936B8E1D2}" dt="2026-06-14T11:30:31.533" v="27434" actId="2062"/>
          <ac:graphicFrameMkLst>
            <pc:docMk/>
            <pc:sldMk cId="214260296" sldId="2585"/>
            <ac:graphicFrameMk id="7" creationId="{6EB1D470-6C2E-C6E5-6A5F-E6D780524E89}"/>
          </ac:graphicFrameMkLst>
        </pc:graphicFrameChg>
      </pc:sldChg>
      <pc:sldChg chg="modSp add del mod ord modAnim">
        <pc:chgData name="Owais Ahmed" userId="6abc7d4556b3b071" providerId="LiveId" clId="{D0A51F83-B713-4A4D-8105-C75936B8E1D2}" dt="2026-06-14T10:22:14.611" v="22920" actId="47"/>
        <pc:sldMkLst>
          <pc:docMk/>
          <pc:sldMk cId="3940183664" sldId="2585"/>
        </pc:sldMkLst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1443891102" sldId="2586"/>
        </pc:sldMkLst>
      </pc:sldChg>
      <pc:sldChg chg="addSp delSp modSp add mod modAnim">
        <pc:chgData name="Owais Ahmed" userId="6abc7d4556b3b071" providerId="LiveId" clId="{D0A51F83-B713-4A4D-8105-C75936B8E1D2}" dt="2026-06-14T12:18:28.927" v="27446" actId="6549"/>
        <pc:sldMkLst>
          <pc:docMk/>
          <pc:sldMk cId="2437709144" sldId="2586"/>
        </pc:sldMkLst>
        <pc:spChg chg="del mod">
          <ac:chgData name="Owais Ahmed" userId="6abc7d4556b3b071" providerId="LiveId" clId="{D0A51F83-B713-4A4D-8105-C75936B8E1D2}" dt="2026-06-14T10:44:45.156" v="24286" actId="478"/>
          <ac:spMkLst>
            <pc:docMk/>
            <pc:sldMk cId="2437709144" sldId="2586"/>
            <ac:spMk id="3" creationId="{22B08E40-D81D-266B-4BDB-B525A3B3DC44}"/>
          </ac:spMkLst>
        </pc:spChg>
        <pc:spChg chg="add del">
          <ac:chgData name="Owais Ahmed" userId="6abc7d4556b3b071" providerId="LiveId" clId="{D0A51F83-B713-4A4D-8105-C75936B8E1D2}" dt="2026-06-14T10:44:40.703" v="24284" actId="22"/>
          <ac:spMkLst>
            <pc:docMk/>
            <pc:sldMk cId="2437709144" sldId="2586"/>
            <ac:spMk id="5" creationId="{B797AC45-09B8-6B84-5230-7E49FFB26C25}"/>
          </ac:spMkLst>
        </pc:spChg>
        <pc:spChg chg="add mod">
          <ac:chgData name="Owais Ahmed" userId="6abc7d4556b3b071" providerId="LiveId" clId="{D0A51F83-B713-4A4D-8105-C75936B8E1D2}" dt="2026-06-14T12:18:28.927" v="27446" actId="6549"/>
          <ac:spMkLst>
            <pc:docMk/>
            <pc:sldMk cId="2437709144" sldId="2586"/>
            <ac:spMk id="6" creationId="{6B5EC9BA-45DC-CE83-6C05-B15BC0406BE8}"/>
          </ac:spMkLst>
        </pc:spChg>
        <pc:spChg chg="mod">
          <ac:chgData name="Owais Ahmed" userId="6abc7d4556b3b071" providerId="LiveId" clId="{D0A51F83-B713-4A4D-8105-C75936B8E1D2}" dt="2026-06-14T10:44:23.621" v="24278" actId="20577"/>
          <ac:spMkLst>
            <pc:docMk/>
            <pc:sldMk cId="2437709144" sldId="2586"/>
            <ac:spMk id="215" creationId="{28D72836-E4BF-4FD7-139B-B68C186BB476}"/>
          </ac:spMkLst>
        </pc:spChg>
      </pc:sldChg>
      <pc:sldChg chg="delSp modSp add mod delAnim modAnim modNotesTx">
        <pc:chgData name="Owais Ahmed" userId="6abc7d4556b3b071" providerId="LiveId" clId="{D0A51F83-B713-4A4D-8105-C75936B8E1D2}" dt="2026-06-14T10:56:31.708" v="24819" actId="6549"/>
        <pc:sldMkLst>
          <pc:docMk/>
          <pc:sldMk cId="1578826775" sldId="2587"/>
        </pc:sldMkLst>
        <pc:spChg chg="mod">
          <ac:chgData name="Owais Ahmed" userId="6abc7d4556b3b071" providerId="LiveId" clId="{D0A51F83-B713-4A4D-8105-C75936B8E1D2}" dt="2026-06-14T10:56:25.819" v="24818" actId="20577"/>
          <ac:spMkLst>
            <pc:docMk/>
            <pc:sldMk cId="1578826775" sldId="2587"/>
            <ac:spMk id="3" creationId="{51E66109-DE42-8718-5606-91000380D359}"/>
          </ac:spMkLst>
        </pc:spChg>
        <pc:spChg chg="mod">
          <ac:chgData name="Owais Ahmed" userId="6abc7d4556b3b071" providerId="LiveId" clId="{D0A51F83-B713-4A4D-8105-C75936B8E1D2}" dt="2026-06-14T10:52:36.033" v="24520" actId="20577"/>
          <ac:spMkLst>
            <pc:docMk/>
            <pc:sldMk cId="1578826775" sldId="2587"/>
            <ac:spMk id="215" creationId="{EA631A13-898E-799C-8E0D-3C12DE1A606D}"/>
          </ac:spMkLst>
        </pc:spChg>
        <pc:picChg chg="del">
          <ac:chgData name="Owais Ahmed" userId="6abc7d4556b3b071" providerId="LiveId" clId="{D0A51F83-B713-4A4D-8105-C75936B8E1D2}" dt="2026-06-14T10:52:37.834" v="24521" actId="478"/>
          <ac:picMkLst>
            <pc:docMk/>
            <pc:sldMk cId="1578826775" sldId="2587"/>
            <ac:picMk id="6" creationId="{13CF6522-DC05-2D6C-94DE-4ED0A535532A}"/>
          </ac:picMkLst>
        </pc:picChg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1718148521" sldId="2587"/>
        </pc:sldMkLst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653827550" sldId="2588"/>
        </pc:sldMkLst>
      </pc:sldChg>
      <pc:sldChg chg="modSp add mod ord modAnim modNotesTx">
        <pc:chgData name="Owais Ahmed" userId="6abc7d4556b3b071" providerId="LiveId" clId="{D0A51F83-B713-4A4D-8105-C75936B8E1D2}" dt="2026-06-14T11:00:28.344" v="25085" actId="6549"/>
        <pc:sldMkLst>
          <pc:docMk/>
          <pc:sldMk cId="2808255856" sldId="2588"/>
        </pc:sldMkLst>
        <pc:spChg chg="mod">
          <ac:chgData name="Owais Ahmed" userId="6abc7d4556b3b071" providerId="LiveId" clId="{D0A51F83-B713-4A4D-8105-C75936B8E1D2}" dt="2026-06-14T10:59:18.224" v="24914" actId="27636"/>
          <ac:spMkLst>
            <pc:docMk/>
            <pc:sldMk cId="2808255856" sldId="2588"/>
            <ac:spMk id="3" creationId="{C8841EFE-B503-5E1C-093E-B0DFDFA62DE4}"/>
          </ac:spMkLst>
        </pc:spChg>
        <pc:spChg chg="mod">
          <ac:chgData name="Owais Ahmed" userId="6abc7d4556b3b071" providerId="LiveId" clId="{D0A51F83-B713-4A4D-8105-C75936B8E1D2}" dt="2026-06-14T10:57:00.438" v="24833" actId="20577"/>
          <ac:spMkLst>
            <pc:docMk/>
            <pc:sldMk cId="2808255856" sldId="2588"/>
            <ac:spMk id="215" creationId="{70467235-CD84-F407-085A-8B5356A2F5BA}"/>
          </ac:spMkLst>
        </pc:spChg>
      </pc:sldChg>
      <pc:sldChg chg="addSp 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2987376240" sldId="2589"/>
        </pc:sldMkLst>
      </pc:sldChg>
      <pc:sldChg chg="modSp add mod modAnim">
        <pc:chgData name="Owais Ahmed" userId="6abc7d4556b3b071" providerId="LiveId" clId="{D0A51F83-B713-4A4D-8105-C75936B8E1D2}" dt="2026-06-14T11:03:47.956" v="25410" actId="20577"/>
        <pc:sldMkLst>
          <pc:docMk/>
          <pc:sldMk cId="3196034271" sldId="2589"/>
        </pc:sldMkLst>
        <pc:spChg chg="mod">
          <ac:chgData name="Owais Ahmed" userId="6abc7d4556b3b071" providerId="LiveId" clId="{D0A51F83-B713-4A4D-8105-C75936B8E1D2}" dt="2026-06-14T11:03:47.956" v="25410" actId="20577"/>
          <ac:spMkLst>
            <pc:docMk/>
            <pc:sldMk cId="3196034271" sldId="2589"/>
            <ac:spMk id="3" creationId="{7D131491-3C35-B609-22E1-783B18865411}"/>
          </ac:spMkLst>
        </pc:spChg>
        <pc:spChg chg="mod">
          <ac:chgData name="Owais Ahmed" userId="6abc7d4556b3b071" providerId="LiveId" clId="{D0A51F83-B713-4A4D-8105-C75936B8E1D2}" dt="2026-06-14T11:00:55.453" v="25131" actId="20577"/>
          <ac:spMkLst>
            <pc:docMk/>
            <pc:sldMk cId="3196034271" sldId="2589"/>
            <ac:spMk id="215" creationId="{312889CA-C595-10DB-D05C-2B2763A3437F}"/>
          </ac:spMkLst>
        </pc:spChg>
      </pc:sldChg>
      <pc:sldChg chg="modSp add del mod ord modAnim">
        <pc:chgData name="Owais Ahmed" userId="6abc7d4556b3b071" providerId="LiveId" clId="{D0A51F83-B713-4A4D-8105-C75936B8E1D2}" dt="2026-06-14T10:22:14.611" v="22920" actId="47"/>
        <pc:sldMkLst>
          <pc:docMk/>
          <pc:sldMk cId="2040004263" sldId="2590"/>
        </pc:sldMkLst>
      </pc:sldChg>
      <pc:sldChg chg="modSp add mod modAnim">
        <pc:chgData name="Owais Ahmed" userId="6abc7d4556b3b071" providerId="LiveId" clId="{D0A51F83-B713-4A4D-8105-C75936B8E1D2}" dt="2026-06-14T11:25:10.876" v="27146" actId="20577"/>
        <pc:sldMkLst>
          <pc:docMk/>
          <pc:sldMk cId="3207472556" sldId="2590"/>
        </pc:sldMkLst>
        <pc:spChg chg="mod">
          <ac:chgData name="Owais Ahmed" userId="6abc7d4556b3b071" providerId="LiveId" clId="{D0A51F83-B713-4A4D-8105-C75936B8E1D2}" dt="2026-06-14T11:25:10.876" v="27146" actId="20577"/>
          <ac:spMkLst>
            <pc:docMk/>
            <pc:sldMk cId="3207472556" sldId="2590"/>
            <ac:spMk id="3" creationId="{6D24C9CB-D0EA-4496-7B89-C0EF100B3093}"/>
          </ac:spMkLst>
        </pc:spChg>
      </pc:sldChg>
      <pc:sldChg chg="modSp add del mod modAnim">
        <pc:chgData name="Owais Ahmed" userId="6abc7d4556b3b071" providerId="LiveId" clId="{D0A51F83-B713-4A4D-8105-C75936B8E1D2}" dt="2026-06-14T10:22:14.611" v="22920" actId="47"/>
        <pc:sldMkLst>
          <pc:docMk/>
          <pc:sldMk cId="3190574539" sldId="2591"/>
        </pc:sldMkLst>
      </pc:sldChg>
      <pc:sldChg chg="modSp add mod modAnim">
        <pc:chgData name="Owais Ahmed" userId="6abc7d4556b3b071" providerId="LiveId" clId="{D0A51F83-B713-4A4D-8105-C75936B8E1D2}" dt="2026-06-14T11:25:16.939" v="27148" actId="20577"/>
        <pc:sldMkLst>
          <pc:docMk/>
          <pc:sldMk cId="3793263910" sldId="2591"/>
        </pc:sldMkLst>
        <pc:spChg chg="mod">
          <ac:chgData name="Owais Ahmed" userId="6abc7d4556b3b071" providerId="LiveId" clId="{D0A51F83-B713-4A4D-8105-C75936B8E1D2}" dt="2026-06-14T11:25:16.939" v="27148" actId="20577"/>
          <ac:spMkLst>
            <pc:docMk/>
            <pc:sldMk cId="3793263910" sldId="2591"/>
            <ac:spMk id="3" creationId="{D5A6B962-8685-DFAF-FDB9-2BC5E6B49FA5}"/>
          </ac:spMkLst>
        </pc:spChg>
      </pc:sldChg>
      <pc:sldChg chg="del">
        <pc:chgData name="Owais Ahmed" userId="6abc7d4556b3b071" providerId="LiveId" clId="{D0A51F83-B713-4A4D-8105-C75936B8E1D2}" dt="2026-06-14T10:22:14.611" v="22920" actId="47"/>
        <pc:sldMkLst>
          <pc:docMk/>
          <pc:sldMk cId="1839047135" sldId="2592"/>
        </pc:sldMkLst>
      </pc:sldChg>
      <pc:sldChg chg="modSp add mod modAnim">
        <pc:chgData name="Owais Ahmed" userId="6abc7d4556b3b071" providerId="LiveId" clId="{D0A51F83-B713-4A4D-8105-C75936B8E1D2}" dt="2026-06-14T11:25:18.893" v="27150" actId="20577"/>
        <pc:sldMkLst>
          <pc:docMk/>
          <pc:sldMk cId="3538001416" sldId="2592"/>
        </pc:sldMkLst>
        <pc:spChg chg="mod">
          <ac:chgData name="Owais Ahmed" userId="6abc7d4556b3b071" providerId="LiveId" clId="{D0A51F83-B713-4A4D-8105-C75936B8E1D2}" dt="2026-06-14T11:25:18.893" v="27150" actId="20577"/>
          <ac:spMkLst>
            <pc:docMk/>
            <pc:sldMk cId="3538001416" sldId="2592"/>
            <ac:spMk id="3" creationId="{C489570B-CC87-B6F1-1B6E-1E3DE8CE471B}"/>
          </ac:spMkLst>
        </pc:spChg>
      </pc:sldChg>
      <pc:sldChg chg="modSp add mod modAnim">
        <pc:chgData name="Owais Ahmed" userId="6abc7d4556b3b071" providerId="LiveId" clId="{D0A51F83-B713-4A4D-8105-C75936B8E1D2}" dt="2026-06-14T11:25:22.189" v="27152" actId="20577"/>
        <pc:sldMkLst>
          <pc:docMk/>
          <pc:sldMk cId="758226054" sldId="2593"/>
        </pc:sldMkLst>
        <pc:spChg chg="mod">
          <ac:chgData name="Owais Ahmed" userId="6abc7d4556b3b071" providerId="LiveId" clId="{D0A51F83-B713-4A4D-8105-C75936B8E1D2}" dt="2026-06-14T11:25:22.189" v="27152" actId="20577"/>
          <ac:spMkLst>
            <pc:docMk/>
            <pc:sldMk cId="758226054" sldId="2593"/>
            <ac:spMk id="3" creationId="{4687FBD0-AEF8-509F-29A4-1A3D0F3F2889}"/>
          </ac:spMkLst>
        </pc:spChg>
      </pc:sldChg>
      <pc:sldChg chg="modSp add mod modAnim">
        <pc:chgData name="Owais Ahmed" userId="6abc7d4556b3b071" providerId="LiveId" clId="{D0A51F83-B713-4A4D-8105-C75936B8E1D2}" dt="2026-06-14T11:27:21.727" v="27232" actId="20577"/>
        <pc:sldMkLst>
          <pc:docMk/>
          <pc:sldMk cId="2865375630" sldId="2594"/>
        </pc:sldMkLst>
        <pc:spChg chg="mod">
          <ac:chgData name="Owais Ahmed" userId="6abc7d4556b3b071" providerId="LiveId" clId="{D0A51F83-B713-4A4D-8105-C75936B8E1D2}" dt="2026-06-14T11:27:21.727" v="27232" actId="20577"/>
          <ac:spMkLst>
            <pc:docMk/>
            <pc:sldMk cId="2865375630" sldId="2594"/>
            <ac:spMk id="3" creationId="{B2B15743-3672-2B2C-5AC8-3CD1E118871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AAE1-3574-1825-3080-E2EF8C6D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FD5C8-1242-B4D6-D51A-01A2384C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1CFA2-8200-EA8F-2C5D-D82B2666F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184F9-5918-FC6D-0882-5E71C62A5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0746A-8B5D-222C-93B2-202FD132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AA28F-4FBE-8212-C305-235CF5C50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27A3E-8466-3BED-401B-481570189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Every day is an opportunity to improve. Even by 1%. It is not about being invincible, but being unstoppable.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39BEC-46DD-8B0E-9110-3A09E8FF3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54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50F3B-74A9-85C0-E733-98120AB5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71204-57A7-E4C4-8299-E293FE395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CB161-3BD9-402C-740F-2C7978DA8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Kaizen is not a rapid action model. You grow slowly and consistently. It’s a test match not a T20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DF85B-3944-8A2A-7573-F9C71F132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A065-2F22-7F55-434C-E0DB709A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AFDFC-AADE-B4E0-8AA3-1A427C239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9CE2E-118E-8FC5-8B55-A0F8D3996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412AD-ADF0-6BB8-4175-55A80930F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54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243B-AE15-CA4D-F78B-A799FCE5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53E0C-42CB-3781-4CF3-BC41F6B4C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02FC7-3A72-77C5-321E-3AD09903B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DPMO: Defects Per Million Opportunities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C6968-63FB-A473-B88A-1CCAD8A4F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6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5B88-84CE-227D-8EFC-5A2BBBBA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B3E2C-DE98-CB60-0E02-E1C7D54CF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636B8-D3FA-F1DF-CF13-CC05A51A6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Six Sigma works well when the bottleneck is time, not budget. It is also Engineering-specific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4969B-0BCD-8CF2-5A98-2E2144AB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5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DD68-9B21-E3ED-D598-1872DC74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2F7AC-C007-EE02-288B-DDD6A8643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991BC-B86E-BC50-4912-1F5E843FE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0C881-74E3-43F4-2FF2-B69B1E670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0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AEE15-BBE0-8FA7-8C7D-39BA1CE4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3D8D3-2CEB-49EA-3C08-769DB6D6B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66DE3-6CDA-5B59-C2BA-BAA416685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F786C-F159-317B-7FBD-E944AC184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37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E1E0-DB9A-419E-7476-2AAFC992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7E2BD-E90C-9F42-1B74-0412A6013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AEE7F-F6E5-F32D-8745-4E895502F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C96C2-0ED8-4EFF-7F0D-911013E430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87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8AD0D-269D-6015-7650-274FB919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26125-E5F1-1C3D-107D-42B9AB3A2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B07A9-695A-FFAD-0358-06CDF5A3A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588EF-6B7D-D084-F25F-80ADB5E25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17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1E2A-380B-3C0A-9042-E4DA2DDD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7D8D4-4466-6E3C-DDEA-67EA150FF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5EBE-F130-0A8E-0BFF-5D82DEA63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AD209-36AD-E48C-15F0-1A1CAF5C5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70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FE77-AA4E-DE5A-673B-2389A85A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997E1-30A6-4187-8F4A-3E2D87FEA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9191F-0BEB-9CC4-C634-3C5DD3931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AC2D2-9F60-B1E1-CCBB-FF363F3AF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90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9DDDA-9B73-9D2A-5803-2C1BEFA4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66B9E-6E0A-E9CA-D18C-599AAD8E0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6C831-7629-5A74-AFFC-6167ABA6F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9FDF9-F166-DBBA-8479-F4DF75783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10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AD28-C30D-2027-1BB6-BF75A67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52A5A-AB00-A566-F6F1-7F7299E7B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2D4FA-9612-6C46-3ABF-2B3241EBE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DPMO: Defects Per Million Opportunities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6C80B-DA89-63BF-8547-D40126FF4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17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D83D-BAE1-E244-EB2F-298406FB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50518-2A0F-0F1A-3300-F2C7F7500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E7A7B-A726-D180-5D3F-399D9C1BC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DPMO: Defects Per Million Opportunities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3843A-8DE1-8894-C3F7-6DD7A1BD8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GB" dirty="0"/>
              <a:t>Improvement Models</a:t>
            </a:r>
          </a:p>
          <a:p>
            <a:r>
              <a:rPr lang="en-GB" dirty="0"/>
              <a:t>Kaizen</a:t>
            </a:r>
          </a:p>
          <a:p>
            <a:r>
              <a:rPr lang="en-GB" dirty="0"/>
              <a:t>Six Sigma</a:t>
            </a:r>
          </a:p>
          <a:p>
            <a:r>
              <a:rPr lang="en-GB" dirty="0"/>
              <a:t>Capability Maturity Model Integration</a:t>
            </a:r>
          </a:p>
          <a:p>
            <a:r>
              <a:rPr lang="en-GB" dirty="0"/>
              <a:t>Continuous Delivery Maturity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3EC-A25E-EBB0-7895-276BA81D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00956D-D11A-81E2-F8AD-F1EFCF92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3660AB9-D357-E293-3E0C-2676AA80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0A7BEA9-FA6E-1666-96A1-2C2E6EBD1D3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Improvement Models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EACD1E4-F0A7-019B-C1BD-93DC2ADF2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FC281C1-16E7-EEE7-BFCE-0AA8FF6AE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B7842-797A-25DB-6947-0B023E7CC8A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Over time, Software organizations face: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Higher defect rates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Schedule and Budget overruns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Unpredictable quality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Difficult maintenance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Software improvement models provide structured approaches to: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Reduce defects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Improve productivity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Improve quality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Standardize development processes</a:t>
            </a:r>
          </a:p>
        </p:txBody>
      </p:sp>
    </p:spTree>
    <p:extLst>
      <p:ext uri="{BB962C8B-B14F-4D97-AF65-F5344CB8AC3E}">
        <p14:creationId xmlns:p14="http://schemas.microsoft.com/office/powerpoint/2010/main" val="145582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F08D9-3929-B069-931E-67C27C03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C1D3EF5-5B39-A056-8701-A63E7E73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14743FA-7B51-1E7B-1F5A-962670786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7F1E877-8DBE-BD5E-A3D3-075B2CC158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Kaizen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739CF50-D383-6662-1658-E9429A46E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F2B343D-2E0A-02D7-9105-5DB001A15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5AE95-EC83-F26C-B813-C91695DD835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Japanese philosophy of continuous improvement.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Core principles: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Everyone participates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Improvement never stops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Small changes: one process, one automation, one bottleneck at a time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Toyota follows Kaizen.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7FA84-1547-6DCF-EE5B-E03AEFE66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32587"/>
            <a:ext cx="5867400" cy="293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890CF9-7831-C591-D6A0-CEFC55D648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83" t="7492" r="16791" b="7466"/>
          <a:stretch>
            <a:fillRect/>
          </a:stretch>
        </p:blipFill>
        <p:spPr>
          <a:xfrm>
            <a:off x="6657864" y="1532587"/>
            <a:ext cx="4743672" cy="488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0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79FED-655E-9834-F82D-330E03FF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48DEA8-C8E2-2335-4755-D9289BDF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4D49F71-D164-6C78-3CB9-88A54B33C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8B3A794-AD38-0854-F343-659E0477B16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Kaizen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8F11D72-5421-F438-B0E4-A6C2FFDD1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80FE4AE-884C-7B89-D4DD-0AE9538F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20BA-8C70-480B-164E-4C7EFA1F934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Advantages: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Low Cost: Requires little investment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Easy Adoption: Can start immediately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Employee Involvement: Everyone contributes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Reduced Resistance: Small changes are easier to accept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Continuous Learning: Organization constantly evolves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Disadvantages: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Slower Results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Difficult to Measure</a:t>
            </a:r>
          </a:p>
        </p:txBody>
      </p:sp>
    </p:spTree>
    <p:extLst>
      <p:ext uri="{BB962C8B-B14F-4D97-AF65-F5344CB8AC3E}">
        <p14:creationId xmlns:p14="http://schemas.microsoft.com/office/powerpoint/2010/main" val="2503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9F1E2-BE99-FEBA-56C9-26D83A59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809461-64C2-4B90-C84A-B7A302BB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5459065-1F25-2370-CD97-FCCC46886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A311E4A-0771-BB62-A0F8-BD4B088C3AC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Kaizen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381754A-8B42-976C-AC15-457F4C97B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8692047-0DCC-17CB-4EF8-377B17DF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535CD-D09D-8B86-5A15-81B2771EC83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Team notices that code reviews take too long: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Improvement: Introduce pull request templates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Result: Faster reviews and better quality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 major organizational change needed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Client complains of too many inconsistencies in UI: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Improvement: adopt a front-end design system like material design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Result: Standardization and reduced bugs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 rehiring or certifications required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6935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583B-4616-1383-5323-75064708C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0F28A9F-5330-06B2-316E-FA5EDFE4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A51200F-6BFB-7EE8-EA2A-FDE7A146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C8C4900-BA46-F183-5A1D-8CE2004610E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Six Sigma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2B747C7-CDD0-F200-CE2C-01868D2B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5EAB0B7-282B-A040-E343-18B2A0F49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39265-B060-A976-22D7-B0504969C86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228166" cy="4887878"/>
          </a:xfrm>
          <a:prstGeom prst="rect">
            <a:avLst/>
          </a:prstGeom>
        </p:spPr>
        <p:txBody>
          <a:bodyPr numCol="1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Originally developed by Motorola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A quality improvement methodology to reduce defects and process variations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Core principles: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Quantify using Statistics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Achieve extremely low defect rates (3.4 DPMO)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DMAIC Methodology: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Define: identify the problem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Measure: collect data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Analyze</a:t>
            </a:r>
            <a:r>
              <a:rPr lang="en-GB" sz="3400" dirty="0"/>
              <a:t>: find root cause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Improve: implement fix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Control: monitor to ensure fix remains effective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DBFF3-87F3-D451-2FE3-6BE944A8C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550" y="1719101"/>
            <a:ext cx="45148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6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B1D9E-9642-6468-1895-08DEC665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1DEDA69-2B6A-5590-4484-61B2C919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3BF25B7-CBAE-41D8-E8B8-30A4E4DC8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0467235-CD84-F407-085A-8B5356A2F5B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Six Sigma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1C5A4AC-6383-A640-EA99-B7EA46F71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AD0E31C-E1B0-744C-A8B5-0F5F04A7C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1EFE-B503-5E1C-093E-B0DFDFA62DE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Advantages: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Data Driven – decisions are based on evidence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Improves quality significantly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Improves Customer Satisfaction with fewer defects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Strong metrics and KPIs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Disadvantages: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Requires Green Belt, Black Belt certifications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Data collection and analysis cost money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Overhead of heavy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80825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88A9-8327-9867-6DDB-D3BD5359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70BFE37-D973-7E97-6636-BC5A2486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BF7AFF7-59FD-6BA0-A2C7-F26FDEA4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A631A13-898E-799C-8E0D-3C12DE1A606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Six Sigma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7EF449C-EE19-DF59-E436-75C05059D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1424C93-1B88-5A09-FC63-0E849CFAD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6109-DE42-8718-5606-91000380D35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Define: too many HTTP request failures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Measure: 5.5% requests fail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Analyze: root cause found to be request timeouts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Improve: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Customizable timeout values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Retry mechanism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Control: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Show average timeouts per minute in daily quality reports</a:t>
            </a:r>
          </a:p>
        </p:txBody>
      </p:sp>
    </p:spTree>
    <p:extLst>
      <p:ext uri="{BB962C8B-B14F-4D97-AF65-F5344CB8AC3E}">
        <p14:creationId xmlns:p14="http://schemas.microsoft.com/office/powerpoint/2010/main" val="157882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5AB0-461F-4C78-281E-695DBAB35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752C719-0586-AA06-B6D4-A14C8F9FC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2278E5-B7C6-505E-99E7-D5BD8C3CA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12889CA-C595-10DB-D05C-2B2763A3437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CMMI – Capability Maturity Model Integration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FAA27C7-94B1-7D0B-4F87-0E2E4EB42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5BEA696-C498-76A0-5B0B-565E13CF0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31491-3C35-B609-22E1-783B188654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A framework by Carnegie Mellon Software Engineering Institute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Evaluates and improves organizational software process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Levels of Maturity: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Initial: chaotic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Managed: basic project management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Defined: processes are standardized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Quantitatively Managed: decisions are data-driven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Optimizing: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319603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885F-F015-4C03-F4ED-49159667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AF31FF7-969A-821A-A25A-66C6A162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C835F74-7505-D230-8242-02124530D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7C107C5-0D9D-D12B-90B8-808884E4974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CMMI – Capability Maturity Model Integration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25C81C3-9A63-F9AB-E35D-9D4C429B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5FD6E59-6EFE-85EF-663D-A38A3795C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4C9CB-D0EA-4496-7B89-C0EF100B309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Levels 1: Initial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Most of the organizations start here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Hero-mentality. Success depends on individuals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Processes do not exist or are unpredictable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How to tell: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Developers work without standards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Lack of written communication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Project collapses if Ali leaves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task is done if Sara says it’s done</a:t>
            </a:r>
          </a:p>
        </p:txBody>
      </p:sp>
    </p:spTree>
    <p:extLst>
      <p:ext uri="{BB962C8B-B14F-4D97-AF65-F5344CB8AC3E}">
        <p14:creationId xmlns:p14="http://schemas.microsoft.com/office/powerpoint/2010/main" val="320747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8E1EF-A545-B22D-2394-CDACF933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B10F9B-E231-8C3A-43D2-8139D798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8740599-43F0-433C-FE7B-0683D16F1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6D732BE-2384-1A6F-7951-B41982F0C9D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CMMI – Capability Maturity Model Integration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47CC725-29C7-EA44-0970-208D9112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855F90D-3A81-5AF5-CA0B-D85A8C6BC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6B962-8685-DFAF-FDB9-2BC5E6B49FA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Levels 2: Managed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Organizations generally reach here within a couple of years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Projects are planned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Time and budgets are pre-allocated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Progress is tracked timely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How to tell: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You’ll find: Jira, Slack, DevOps, Project plans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Every team chooses how to work (differently)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Processes for Planning, Requirements, Development and Quality are present in some way</a:t>
            </a:r>
          </a:p>
        </p:txBody>
      </p:sp>
    </p:spTree>
    <p:extLst>
      <p:ext uri="{BB962C8B-B14F-4D97-AF65-F5344CB8AC3E}">
        <p14:creationId xmlns:p14="http://schemas.microsoft.com/office/powerpoint/2010/main" val="379326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0FD9-C128-D56F-DDF9-127E6955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F8EF7F4-3452-A0F7-8883-9D88C5AB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69538FA-4797-67F2-D8C2-837129FC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848574B-2334-17F8-6D05-5236F3733AC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CMMI – Capability Maturity Model Integration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850061C-A5CB-4263-AA7D-1DC97894E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3BDB1F4-1225-B3E2-C71D-4ECCABE60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9570B-CC87-B6F1-1B6E-1E3DE8CE471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Levels 3: Defined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Most organizations do not reach this stage. The ones that do, take 3+ years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Processes are standardized across the organization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Newcomers are properly trained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How to tell: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 team can work without: Jira, Slack, DevOps, Project plans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Every team follows same work standards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Who comes and goes has little affect on work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Reuse of templates and practices from other projects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3800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EA88-CE4C-037D-7A28-8B2C1FA4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B4FF5B1-CBA0-E179-9C8C-583977C8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F3E7CE-0352-0CCD-E028-49412C97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EB1EDA8-E2AD-FFF3-CB44-B78816CAB54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CMMI – Capability Maturity Model Integration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DB128E1-0B38-53E0-285B-49F681A43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A33EC10-2EE9-5DD3-71D5-AE2085A26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FBD0-AEF8-509F-29A4-1A3D0F3F288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Levels 4: Quantitatively Managed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Organizations that this stage are among the top in their domain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Data-driven: </a:t>
            </a:r>
            <a:r>
              <a:rPr lang="en-US" sz="3200" dirty="0"/>
              <a:t>Decisions rely on metrics; No personal experiences involved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How to tell: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Developing their own tools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Metrics are measured, not guessed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KPIs for every department, team and project: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Quality: </a:t>
            </a:r>
            <a:r>
              <a:rPr lang="en-GB" sz="3200" dirty="0"/>
              <a:t>Defect leakage. Escaped defects.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Development: </a:t>
            </a:r>
            <a:r>
              <a:rPr lang="en-GB" sz="3200" dirty="0"/>
              <a:t>Sprint velocity. Lead time. Cycle time.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Reliability: MTTR (Mean Time To Recovery). Availability. Error rate.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Entire teams are replaceable</a:t>
            </a:r>
          </a:p>
        </p:txBody>
      </p:sp>
    </p:spTree>
    <p:extLst>
      <p:ext uri="{BB962C8B-B14F-4D97-AF65-F5344CB8AC3E}">
        <p14:creationId xmlns:p14="http://schemas.microsoft.com/office/powerpoint/2010/main" val="75822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18DF2-667B-7059-8D32-CA937AA3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EF51732-6810-9A29-0897-159D7991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CFACEFE-4660-C19F-1BBD-2C123DA13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9EE978A-37BC-BED1-DC9E-34B336A8697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CMMI – Capability Maturity Model Integration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3455649-1C29-14EC-F915-3A4A92A77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B7EC97-EF8E-BEE4-ABC2-AFADE3BD9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5743-3672-2B2C-5AC8-3CD1E118871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Levels 5: Optimizing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Fortune 500-level maturity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Continuous improvement is institutionalized</a:t>
            </a:r>
            <a:endParaRPr lang="en-US" sz="3200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How to tell: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SWOT analysis; Gap analysis; PESTLE analysis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Periodic process improvement activities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Knowledge base exists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Heavy automation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Working on global scale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Strict QA/QC</a:t>
            </a:r>
          </a:p>
        </p:txBody>
      </p:sp>
    </p:spTree>
    <p:extLst>
      <p:ext uri="{BB962C8B-B14F-4D97-AF65-F5344CB8AC3E}">
        <p14:creationId xmlns:p14="http://schemas.microsoft.com/office/powerpoint/2010/main" val="286537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3EDC-43CC-4207-B09D-D0E969EB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33BA51F-5665-6D5C-A72A-6A89AE35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CCBAF4E-A333-5AA5-B30A-62F2201BC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8D72836-E4BF-4FD7-139B-B68C186BB47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Continuous Delivery Maturity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6731E5C-6ADF-9266-7F96-7A383D1AD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E1B8A4C-2FF5-40B4-3AE5-825A06387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B5EC9BA-45DC-CE83-6C05-B15BC0406BE8}"/>
              </a:ext>
            </a:extLst>
          </p:cNvPr>
          <p:cNvSpPr txBox="1">
            <a:spLocks/>
          </p:cNvSpPr>
          <p:nvPr/>
        </p:nvSpPr>
        <p:spPr>
          <a:xfrm>
            <a:off x="220384" y="1511409"/>
            <a:ext cx="11743016" cy="49640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next slide is an implementation plan of a former Software house Interactive Health Solutions (now IRD global).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plan is a modification of standard CDMM: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https://res.infoq.com/articles/Continuous-Delivery-Maturity-Model/en/resources/fig1large.jpg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7709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3F8B4-CC66-1A00-1B53-AE12AB9D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E3C9C3-F49F-D51A-B333-40DDEC72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B1D470-6C2E-C6E5-6A5F-E6D780524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978951"/>
              </p:ext>
            </p:extLst>
          </p:nvPr>
        </p:nvGraphicFramePr>
        <p:xfrm>
          <a:off x="0" y="-1"/>
          <a:ext cx="12192000" cy="6858000"/>
        </p:xfrm>
        <a:graphic>
          <a:graphicData uri="http://schemas.openxmlformats.org/drawingml/2006/table">
            <a:tbl>
              <a:tblPr firstRow="1" firstCol="1" bandRow="1"/>
              <a:tblGrid>
                <a:gridCol w="1385011">
                  <a:extLst>
                    <a:ext uri="{9D8B030D-6E8A-4147-A177-3AD203B41FA5}">
                      <a16:colId xmlns:a16="http://schemas.microsoft.com/office/drawing/2014/main" val="1194771314"/>
                    </a:ext>
                  </a:extLst>
                </a:gridCol>
                <a:gridCol w="2253081">
                  <a:extLst>
                    <a:ext uri="{9D8B030D-6E8A-4147-A177-3AD203B41FA5}">
                      <a16:colId xmlns:a16="http://schemas.microsoft.com/office/drawing/2014/main" val="2311737720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3371668795"/>
                    </a:ext>
                  </a:extLst>
                </a:gridCol>
                <a:gridCol w="2128723">
                  <a:extLst>
                    <a:ext uri="{9D8B030D-6E8A-4147-A177-3AD203B41FA5}">
                      <a16:colId xmlns:a16="http://schemas.microsoft.com/office/drawing/2014/main" val="891231575"/>
                    </a:ext>
                  </a:extLst>
                </a:gridCol>
                <a:gridCol w="2196999">
                  <a:extLst>
                    <a:ext uri="{9D8B030D-6E8A-4147-A177-3AD203B41FA5}">
                      <a16:colId xmlns:a16="http://schemas.microsoft.com/office/drawing/2014/main" val="664965559"/>
                    </a:ext>
                  </a:extLst>
                </a:gridCol>
                <a:gridCol w="1982420">
                  <a:extLst>
                    <a:ext uri="{9D8B030D-6E8A-4147-A177-3AD203B41FA5}">
                      <a16:colId xmlns:a16="http://schemas.microsoft.com/office/drawing/2014/main" val="1845050825"/>
                    </a:ext>
                  </a:extLst>
                </a:gridCol>
              </a:tblGrid>
              <a:tr h="2170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Culture &amp; Organization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Design &amp; Architecture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&amp; Deploy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Quality Assurance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Reporting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234765"/>
                  </a:ext>
                </a:extLst>
              </a:tr>
              <a:tr h="105581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01023B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Baseline</a:t>
                      </a:r>
                      <a:endParaRPr lang="en-US" sz="1400" dirty="0">
                        <a:effectLst/>
                        <a:highlight>
                          <a:srgbClr val="01023B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Defined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client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WBS and predefined timelines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Consolidated technologies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Modular architecture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Versioned code base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Scripted builds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Documented manual deployments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unit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Separate testing environment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Issue tracking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Manual reporting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Qualitative quality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3725"/>
                  </a:ext>
                </a:extLst>
              </a:tr>
              <a:tr h="130254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01023B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Beginner</a:t>
                      </a:r>
                      <a:endParaRPr lang="en-US" sz="1400" dirty="0">
                        <a:effectLst/>
                        <a:highlight>
                          <a:srgbClr val="01023B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One backlog per team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Adopt basic Agile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Shared incentives/penalty on success/failure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Version control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DB Change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Library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File-based configuration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Scheduled builds (CI)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build server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Scripts to automate deployment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integration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Code reviews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code analysis reports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Quantitative quality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6486"/>
                  </a:ext>
                </a:extLst>
              </a:tr>
              <a:tr h="211163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01023B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Intermediate</a:t>
                      </a:r>
                      <a:endParaRPr lang="en-US" sz="1400" dirty="0">
                        <a:effectLst/>
                        <a:highlight>
                          <a:srgbClr val="01023B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members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Inter-team collaboration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Common change process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Decentralized decisions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Dev &amp; Ops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Introduce performance metrics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Consistent branching structure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Platform-level configuration management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Feature hiding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Integrated issue tracking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storage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Manual tagging/versioning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once, deploy many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Basic deployment pipeline (CD)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Performance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Some automated acceptance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Peer code reviews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Traceability built into pipeline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Report history storage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 dashboards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162472"/>
                  </a:ext>
                </a:extLst>
              </a:tr>
              <a:tr h="10854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01023B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Advanced</a:t>
                      </a:r>
                      <a:endParaRPr lang="en-US" sz="1400" dirty="0">
                        <a:effectLst/>
                        <a:highlight>
                          <a:srgbClr val="01023B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Dedicated specialists for each tool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Continuous improvement (Kaizen/Six Sigma)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Microservice architecture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Artifact management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downtime for deployment (CD)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Institutionalized Build/deploy process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Automated security tests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Disaster recovery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Graphics as a service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Trend analysis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Data mining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81317"/>
                  </a:ext>
                </a:extLst>
              </a:tr>
              <a:tr h="108545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01023B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Expert</a:t>
                      </a:r>
                      <a:endParaRPr lang="en-US" sz="1400" dirty="0">
                        <a:effectLst/>
                        <a:highlight>
                          <a:srgbClr val="01023B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263" marR="51263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Prioritize teams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rollbacks, always move forward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process bypasses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Cross functional teams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 Agile process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Zero touch continuous deployment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Build bakery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Expected business value verification</a:t>
                      </a:r>
                    </a:p>
                    <a:p>
                      <a:pPr marL="342900" marR="0" lvl="0" indent="-342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Continuous optimization of processes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"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AI-based decision support</a:t>
                      </a:r>
                    </a:p>
                  </a:txBody>
                  <a:tcPr marL="51263" marR="51263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79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60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1183</Words>
  <Application>Microsoft Office PowerPoint</Application>
  <PresentationFormat>Widescreen</PresentationFormat>
  <Paragraphs>264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2026-06-14T12:18:32Z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