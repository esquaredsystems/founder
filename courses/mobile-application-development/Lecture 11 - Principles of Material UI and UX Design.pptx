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448" r:id="rId5"/>
    <p:sldId id="2491" r:id="rId6"/>
    <p:sldId id="2505" r:id="rId7"/>
    <p:sldId id="2509" r:id="rId8"/>
    <p:sldId id="2510" r:id="rId9"/>
    <p:sldId id="2511" r:id="rId10"/>
    <p:sldId id="2512" r:id="rId11"/>
    <p:sldId id="2513" r:id="rId12"/>
    <p:sldId id="2514" r:id="rId13"/>
    <p:sldId id="2515" r:id="rId14"/>
    <p:sldId id="2519" r:id="rId15"/>
    <p:sldId id="2516" r:id="rId16"/>
    <p:sldId id="2517" r:id="rId17"/>
    <p:sldId id="2518" r:id="rId18"/>
    <p:sldId id="2521" r:id="rId19"/>
    <p:sldId id="2523" r:id="rId20"/>
    <p:sldId id="2527" r:id="rId21"/>
    <p:sldId id="2524" r:id="rId22"/>
    <p:sldId id="2525" r:id="rId23"/>
    <p:sldId id="2526" r:id="rId24"/>
    <p:sldId id="2508" r:id="rId25"/>
    <p:sldId id="2522" r:id="rId26"/>
    <p:sldId id="2506" r:id="rId27"/>
    <p:sldId id="2520" r:id="rId28"/>
    <p:sldId id="2528" r:id="rId29"/>
    <p:sldId id="2507" r:id="rId30"/>
    <p:sldId id="243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E99757"/>
    <a:srgbClr val="898989"/>
    <a:srgbClr val="2F3342"/>
    <a:srgbClr val="A53F52"/>
    <a:srgbClr val="2C2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5FA2DA-9411-47AD-8B97-7829DEC753FE}" v="2638" dt="2023-12-30T11:44:05.2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78" autoAdjust="0"/>
    <p:restoredTop sz="89150" autoAdjust="0"/>
  </p:normalViewPr>
  <p:slideViewPr>
    <p:cSldViewPr snapToGrid="0">
      <p:cViewPr varScale="1">
        <p:scale>
          <a:sx n="73" d="100"/>
          <a:sy n="73" d="100"/>
        </p:scale>
        <p:origin x="768" y="7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31FF0103-B0ED-446C-9E77-45E322E404ED}"/>
    <pc:docChg chg="undo redo custSel addSld delSld modSld sldOrd">
      <pc:chgData name="Owais Ahmed" userId="6abc7d4556b3b071" providerId="LiveId" clId="{31FF0103-B0ED-446C-9E77-45E322E404ED}" dt="2023-03-07T10:13:56.929" v="2125" actId="20577"/>
      <pc:docMkLst>
        <pc:docMk/>
      </pc:docMkLst>
      <pc:sldChg chg="del">
        <pc:chgData name="Owais Ahmed" userId="6abc7d4556b3b071" providerId="LiveId" clId="{31FF0103-B0ED-446C-9E77-45E322E404ED}" dt="2023-03-07T09:10:09.196" v="5" actId="47"/>
        <pc:sldMkLst>
          <pc:docMk/>
          <pc:sldMk cId="4226644250" sldId="256"/>
        </pc:sldMkLst>
      </pc:sldChg>
      <pc:sldChg chg="modSp mod">
        <pc:chgData name="Owais Ahmed" userId="6abc7d4556b3b071" providerId="LiveId" clId="{31FF0103-B0ED-446C-9E77-45E322E404ED}" dt="2023-03-07T10:05:04.527" v="1091" actId="20577"/>
        <pc:sldMkLst>
          <pc:docMk/>
          <pc:sldMk cId="1649098948" sldId="2462"/>
        </pc:sldMkLst>
        <pc:spChg chg="mod">
          <ac:chgData name="Owais Ahmed" userId="6abc7d4556b3b071" providerId="LiveId" clId="{31FF0103-B0ED-446C-9E77-45E322E404ED}" dt="2023-03-07T10:05:04.527" v="109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835548672" sldId="2467"/>
        </pc:sldMkLst>
      </pc:sldChg>
      <pc:sldChg chg="add del">
        <pc:chgData name="Owais Ahmed" userId="6abc7d4556b3b071" providerId="LiveId" clId="{31FF0103-B0ED-446C-9E77-45E322E404ED}" dt="2023-03-07T09:11:04.853" v="16" actId="47"/>
        <pc:sldMkLst>
          <pc:docMk/>
          <pc:sldMk cId="2564172473" sldId="2468"/>
        </pc:sldMkLst>
      </pc:sldChg>
      <pc:sldChg chg="del">
        <pc:chgData name="Owais Ahmed" userId="6abc7d4556b3b071" providerId="LiveId" clId="{31FF0103-B0ED-446C-9E77-45E322E404ED}" dt="2023-03-07T09:10:10.602" v="7" actId="47"/>
        <pc:sldMkLst>
          <pc:docMk/>
          <pc:sldMk cId="641030253" sldId="2479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1810203590" sldId="2482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426892836" sldId="2485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392008630" sldId="2486"/>
        </pc:sldMkLst>
      </pc:sldChg>
      <pc:sldChg chg="add del">
        <pc:chgData name="Owais Ahmed" userId="6abc7d4556b3b071" providerId="LiveId" clId="{31FF0103-B0ED-446C-9E77-45E322E404ED}" dt="2023-03-07T09:11:04.010" v="15" actId="47"/>
        <pc:sldMkLst>
          <pc:docMk/>
          <pc:sldMk cId="2180074341" sldId="2487"/>
        </pc:sldMkLst>
      </pc:sldChg>
      <pc:sldChg chg="add del">
        <pc:chgData name="Owais Ahmed" userId="6abc7d4556b3b071" providerId="LiveId" clId="{31FF0103-B0ED-446C-9E77-45E322E404ED}" dt="2023-03-07T09:11:17.225" v="18" actId="47"/>
        <pc:sldMkLst>
          <pc:docMk/>
          <pc:sldMk cId="692629543" sldId="2490"/>
        </pc:sldMkLst>
      </pc:sldChg>
      <pc:sldChg chg="add del">
        <pc:chgData name="Owais Ahmed" userId="6abc7d4556b3b071" providerId="LiveId" clId="{31FF0103-B0ED-446C-9E77-45E322E404ED}" dt="2023-03-07T09:11:07.496" v="17" actId="47"/>
        <pc:sldMkLst>
          <pc:docMk/>
          <pc:sldMk cId="1357650666" sldId="2491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332028716" sldId="2492"/>
        </pc:sldMkLst>
      </pc:sldChg>
      <pc:sldChg chg="del">
        <pc:chgData name="Owais Ahmed" userId="6abc7d4556b3b071" providerId="LiveId" clId="{31FF0103-B0ED-446C-9E77-45E322E404ED}" dt="2023-03-07T09:10:09.571" v="6" actId="47"/>
        <pc:sldMkLst>
          <pc:docMk/>
          <pc:sldMk cId="1339872144" sldId="2493"/>
        </pc:sldMkLst>
      </pc:sldChg>
      <pc:sldChg chg="add del">
        <pc:chgData name="Owais Ahmed" userId="6abc7d4556b3b071" providerId="LiveId" clId="{31FF0103-B0ED-446C-9E77-45E322E404ED}" dt="2023-03-07T09:16:46.132" v="342" actId="47"/>
        <pc:sldMkLst>
          <pc:docMk/>
          <pc:sldMk cId="2744016673" sldId="2493"/>
        </pc:sldMkLst>
      </pc:sldChg>
      <pc:sldChg chg="add del">
        <pc:chgData name="Owais Ahmed" userId="6abc7d4556b3b071" providerId="LiveId" clId="{31FF0103-B0ED-446C-9E77-45E322E404ED}" dt="2023-03-07T09:10:34.215" v="13" actId="47"/>
        <pc:sldMkLst>
          <pc:docMk/>
          <pc:sldMk cId="1031269857" sldId="2494"/>
        </pc:sldMkLst>
      </pc:sldChg>
      <pc:sldChg chg="del">
        <pc:chgData name="Owais Ahmed" userId="6abc7d4556b3b071" providerId="LiveId" clId="{31FF0103-B0ED-446C-9E77-45E322E404ED}" dt="2023-03-07T09:10:16.041" v="10" actId="47"/>
        <pc:sldMkLst>
          <pc:docMk/>
          <pc:sldMk cId="4264242367" sldId="2495"/>
        </pc:sldMkLst>
      </pc:sldChg>
      <pc:sldChg chg="del">
        <pc:chgData name="Owais Ahmed" userId="6abc7d4556b3b071" providerId="LiveId" clId="{31FF0103-B0ED-446C-9E77-45E322E404ED}" dt="2023-03-07T09:10:16.745" v="11" actId="47"/>
        <pc:sldMkLst>
          <pc:docMk/>
          <pc:sldMk cId="973217284" sldId="2496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4183735996" sldId="2496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2021183974" sldId="2497"/>
        </pc:sldMkLst>
      </pc:sldChg>
      <pc:sldChg chg="add del">
        <pc:chgData name="Owais Ahmed" userId="6abc7d4556b3b071" providerId="LiveId" clId="{31FF0103-B0ED-446C-9E77-45E322E404ED}" dt="2023-03-07T09:10:45.140" v="14" actId="47"/>
        <pc:sldMkLst>
          <pc:docMk/>
          <pc:sldMk cId="2461819977" sldId="2499"/>
        </pc:sldMkLst>
      </pc:sldChg>
      <pc:sldChg chg="add">
        <pc:chgData name="Owais Ahmed" userId="6abc7d4556b3b071" providerId="LiveId" clId="{31FF0103-B0ED-446C-9E77-45E322E404ED}" dt="2023-03-07T09:10:30.938" v="12"/>
        <pc:sldMkLst>
          <pc:docMk/>
          <pc:sldMk cId="910229267" sldId="2500"/>
        </pc:sldMkLst>
      </pc:sldChg>
      <pc:sldChg chg="add del">
        <pc:chgData name="Owais Ahmed" userId="6abc7d4556b3b071" providerId="LiveId" clId="{31FF0103-B0ED-446C-9E77-45E322E404ED}" dt="2023-03-07T09:11:21.152" v="19" actId="47"/>
        <pc:sldMkLst>
          <pc:docMk/>
          <pc:sldMk cId="1735756904" sldId="2501"/>
        </pc:sldMkLst>
      </pc:sldChg>
      <pc:sldChg chg="modSp add mod modAnim modNotesTx">
        <pc:chgData name="Owais Ahmed" userId="6abc7d4556b3b071" providerId="LiveId" clId="{31FF0103-B0ED-446C-9E77-45E322E404ED}" dt="2023-03-07T09:18:23.935" v="457" actId="20577"/>
        <pc:sldMkLst>
          <pc:docMk/>
          <pc:sldMk cId="1990280332" sldId="2501"/>
        </pc:sldMkLst>
        <pc:spChg chg="mod">
          <ac:chgData name="Owais Ahmed" userId="6abc7d4556b3b071" providerId="LiveId" clId="{31FF0103-B0ED-446C-9E77-45E322E404ED}" dt="2023-03-07T09:18:23.935" v="457" actId="20577"/>
          <ac:spMkLst>
            <pc:docMk/>
            <pc:sldMk cId="1990280332" sldId="2501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09:13:27.530" v="128" actId="20577"/>
          <ac:spMkLst>
            <pc:docMk/>
            <pc:sldMk cId="1990280332" sldId="2501"/>
            <ac:spMk id="215" creationId="{00000000-0000-0000-0000-000000000000}"/>
          </ac:spMkLst>
        </pc:spChg>
      </pc:sldChg>
      <pc:sldChg chg="modSp add mod ord modAnim">
        <pc:chgData name="Owais Ahmed" userId="6abc7d4556b3b071" providerId="LiveId" clId="{31FF0103-B0ED-446C-9E77-45E322E404ED}" dt="2023-03-07T10:11:34.699" v="1897" actId="20577"/>
        <pc:sldMkLst>
          <pc:docMk/>
          <pc:sldMk cId="2738020370" sldId="2502"/>
        </pc:sldMkLst>
        <pc:spChg chg="mod">
          <ac:chgData name="Owais Ahmed" userId="6abc7d4556b3b071" providerId="LiveId" clId="{31FF0103-B0ED-446C-9E77-45E322E404ED}" dt="2023-03-07T10:11:34.699" v="1897" actId="20577"/>
          <ac:spMkLst>
            <pc:docMk/>
            <pc:sldMk cId="2738020370" sldId="2502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10:04:39.350" v="1076" actId="20577"/>
          <ac:spMkLst>
            <pc:docMk/>
            <pc:sldMk cId="2738020370" sldId="2502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31FF0103-B0ED-446C-9E77-45E322E404ED}" dt="2023-03-07T10:13:56.929" v="2125" actId="20577"/>
        <pc:sldMkLst>
          <pc:docMk/>
          <pc:sldMk cId="1306189836" sldId="2503"/>
        </pc:sldMkLst>
        <pc:spChg chg="mod">
          <ac:chgData name="Owais Ahmed" userId="6abc7d4556b3b071" providerId="LiveId" clId="{31FF0103-B0ED-446C-9E77-45E322E404ED}" dt="2023-03-07T10:13:56.929" v="2125" actId="20577"/>
          <ac:spMkLst>
            <pc:docMk/>
            <pc:sldMk cId="1306189836" sldId="2503"/>
            <ac:spMk id="3" creationId="{4A1C0383-58FE-E486-295E-B33B8683B938}"/>
          </ac:spMkLst>
        </pc:spChg>
      </pc:sldChg>
      <pc:sldChg chg="addSp delSp modSp add del mod modAnim">
        <pc:chgData name="Owais Ahmed" userId="6abc7d4556b3b071" providerId="LiveId" clId="{31FF0103-B0ED-446C-9E77-45E322E404ED}" dt="2023-03-07T09:47:19.019" v="576" actId="47"/>
        <pc:sldMkLst>
          <pc:docMk/>
          <pc:sldMk cId="2502545026" sldId="2503"/>
        </pc:sldMkLst>
        <pc:spChg chg="mod">
          <ac:chgData name="Owais Ahmed" userId="6abc7d4556b3b071" providerId="LiveId" clId="{31FF0103-B0ED-446C-9E77-45E322E404ED}" dt="2023-03-07T09:46:27.824" v="534" actId="6549"/>
          <ac:spMkLst>
            <pc:docMk/>
            <pc:sldMk cId="2502545026" sldId="2503"/>
            <ac:spMk id="3" creationId="{4A1C0383-58FE-E486-295E-B33B8683B938}"/>
          </ac:spMkLst>
        </pc:spChg>
        <pc:spChg chg="mod">
          <ac:chgData name="Owais Ahmed" userId="6abc7d4556b3b071" providerId="LiveId" clId="{31FF0103-B0ED-446C-9E77-45E322E404ED}" dt="2023-03-07T09:46:59.970" v="570" actId="20577"/>
          <ac:spMkLst>
            <pc:docMk/>
            <pc:sldMk cId="2502545026" sldId="2503"/>
            <ac:spMk id="215" creationId="{00000000-0000-0000-0000-000000000000}"/>
          </ac:spMkLst>
        </pc:spChg>
        <pc:picChg chg="add del mod">
          <ac:chgData name="Owais Ahmed" userId="6abc7d4556b3b071" providerId="LiveId" clId="{31FF0103-B0ED-446C-9E77-45E322E404ED}" dt="2023-03-07T09:47:17.151" v="575" actId="478"/>
          <ac:picMkLst>
            <pc:docMk/>
            <pc:sldMk cId="2502545026" sldId="2503"/>
            <ac:picMk id="5" creationId="{0A45C2C8-8C66-AADB-0F26-2FFD9391090C}"/>
          </ac:picMkLst>
        </pc:picChg>
      </pc:sldChg>
      <pc:sldMasterChg chg="addSldLayout delSldLayout">
        <pc:chgData name="Owais Ahmed" userId="6abc7d4556b3b071" providerId="LiveId" clId="{31FF0103-B0ED-446C-9E77-45E322E404ED}" dt="2023-03-07T09:10:14.760" v="9" actId="47"/>
        <pc:sldMasterMkLst>
          <pc:docMk/>
          <pc:sldMasterMk cId="692820" sldId="2147483648"/>
        </pc:sldMasterMkLst>
        <pc:sldLayoutChg chg="add del">
          <pc:chgData name="Owais Ahmed" userId="6abc7d4556b3b071" providerId="LiveId" clId="{31FF0103-B0ED-446C-9E77-45E322E404ED}" dt="2023-03-07T09:10:14.760" v="9" actId="47"/>
          <pc:sldLayoutMkLst>
            <pc:docMk/>
            <pc:sldMasterMk cId="692820" sldId="2147483648"/>
            <pc:sldLayoutMk cId="3227223299" sldId="2147483681"/>
          </pc:sldLayoutMkLst>
        </pc:sldLayoutChg>
        <pc:sldLayoutChg chg="del">
          <pc:chgData name="Owais Ahmed" userId="6abc7d4556b3b071" providerId="LiveId" clId="{31FF0103-B0ED-446C-9E77-45E322E404ED}" dt="2023-03-07T09:10:09.571" v="6" actId="47"/>
          <pc:sldLayoutMkLst>
            <pc:docMk/>
            <pc:sldMasterMk cId="692820" sldId="2147483648"/>
            <pc:sldLayoutMk cId="105451964" sldId="2147483682"/>
          </pc:sldLayoutMkLst>
        </pc:sldLayoutChg>
      </pc:sldMasterChg>
    </pc:docChg>
  </pc:docChgLst>
  <pc:docChgLst>
    <pc:chgData name="Owais Ahmed" userId="6abc7d4556b3b071" providerId="LiveId" clId="{DC8C5B83-ACB8-4A3D-84C8-C98EFAD324F3}"/>
    <pc:docChg chg="undo custSel addSld modSld sldOrd">
      <pc:chgData name="Owais Ahmed" userId="6abc7d4556b3b071" providerId="LiveId" clId="{DC8C5B83-ACB8-4A3D-84C8-C98EFAD324F3}" dt="2023-06-07T04:34:39.020" v="1090"/>
      <pc:docMkLst>
        <pc:docMk/>
      </pc:docMkLst>
      <pc:sldChg chg="modSp mod modAnim">
        <pc:chgData name="Owais Ahmed" userId="6abc7d4556b3b071" providerId="LiveId" clId="{DC8C5B83-ACB8-4A3D-84C8-C98EFAD324F3}" dt="2023-06-07T04:09:19.380" v="1086" actId="20577"/>
        <pc:sldMkLst>
          <pc:docMk/>
          <pc:sldMk cId="4215123896" sldId="2509"/>
        </pc:sldMkLst>
        <pc:spChg chg="mod">
          <ac:chgData name="Owais Ahmed" userId="6abc7d4556b3b071" providerId="LiveId" clId="{DC8C5B83-ACB8-4A3D-84C8-C98EFAD324F3}" dt="2023-06-07T04:09:19.380" v="1086" actId="20577"/>
          <ac:spMkLst>
            <pc:docMk/>
            <pc:sldMk cId="4215123896" sldId="2509"/>
            <ac:spMk id="215" creationId="{00000000-0000-0000-0000-000000000000}"/>
          </ac:spMkLst>
        </pc:spChg>
      </pc:sldChg>
      <pc:sldChg chg="modAnim">
        <pc:chgData name="Owais Ahmed" userId="6abc7d4556b3b071" providerId="LiveId" clId="{DC8C5B83-ACB8-4A3D-84C8-C98EFAD324F3}" dt="2023-06-07T03:35:54.118" v="593"/>
        <pc:sldMkLst>
          <pc:docMk/>
          <pc:sldMk cId="3077276576" sldId="2510"/>
        </pc:sldMkLst>
      </pc:sldChg>
      <pc:sldChg chg="modAnim">
        <pc:chgData name="Owais Ahmed" userId="6abc7d4556b3b071" providerId="LiveId" clId="{DC8C5B83-ACB8-4A3D-84C8-C98EFAD324F3}" dt="2023-06-07T03:35:58.534" v="594"/>
        <pc:sldMkLst>
          <pc:docMk/>
          <pc:sldMk cId="2740714296" sldId="2511"/>
        </pc:sldMkLst>
      </pc:sldChg>
      <pc:sldChg chg="modAnim">
        <pc:chgData name="Owais Ahmed" userId="6abc7d4556b3b071" providerId="LiveId" clId="{DC8C5B83-ACB8-4A3D-84C8-C98EFAD324F3}" dt="2023-06-07T03:36:03.790" v="595"/>
        <pc:sldMkLst>
          <pc:docMk/>
          <pc:sldMk cId="3676992272" sldId="2512"/>
        </pc:sldMkLst>
      </pc:sldChg>
      <pc:sldChg chg="modAnim">
        <pc:chgData name="Owais Ahmed" userId="6abc7d4556b3b071" providerId="LiveId" clId="{DC8C5B83-ACB8-4A3D-84C8-C98EFAD324F3}" dt="2023-06-07T03:36:06.652" v="596"/>
        <pc:sldMkLst>
          <pc:docMk/>
          <pc:sldMk cId="2716243796" sldId="2513"/>
        </pc:sldMkLst>
      </pc:sldChg>
      <pc:sldChg chg="modAnim">
        <pc:chgData name="Owais Ahmed" userId="6abc7d4556b3b071" providerId="LiveId" clId="{DC8C5B83-ACB8-4A3D-84C8-C98EFAD324F3}" dt="2023-06-07T03:36:10.561" v="597"/>
        <pc:sldMkLst>
          <pc:docMk/>
          <pc:sldMk cId="1408468701" sldId="2514"/>
        </pc:sldMkLst>
      </pc:sldChg>
      <pc:sldChg chg="modAnim">
        <pc:chgData name="Owais Ahmed" userId="6abc7d4556b3b071" providerId="LiveId" clId="{DC8C5B83-ACB8-4A3D-84C8-C98EFAD324F3}" dt="2023-06-07T04:34:39.020" v="1090"/>
        <pc:sldMkLst>
          <pc:docMk/>
          <pc:sldMk cId="2066904072" sldId="2515"/>
        </pc:sldMkLst>
      </pc:sldChg>
      <pc:sldChg chg="modAnim">
        <pc:chgData name="Owais Ahmed" userId="6abc7d4556b3b071" providerId="LiveId" clId="{DC8C5B83-ACB8-4A3D-84C8-C98EFAD324F3}" dt="2023-06-07T03:36:22.235" v="600"/>
        <pc:sldMkLst>
          <pc:docMk/>
          <pc:sldMk cId="1892557797" sldId="2517"/>
        </pc:sldMkLst>
      </pc:sldChg>
      <pc:sldChg chg="modAnim">
        <pc:chgData name="Owais Ahmed" userId="6abc7d4556b3b071" providerId="LiveId" clId="{DC8C5B83-ACB8-4A3D-84C8-C98EFAD324F3}" dt="2023-06-07T03:36:25.506" v="601"/>
        <pc:sldMkLst>
          <pc:docMk/>
          <pc:sldMk cId="343505207" sldId="2518"/>
        </pc:sldMkLst>
      </pc:sldChg>
      <pc:sldChg chg="modAnim">
        <pc:chgData name="Owais Ahmed" userId="6abc7d4556b3b071" providerId="LiveId" clId="{DC8C5B83-ACB8-4A3D-84C8-C98EFAD324F3}" dt="2023-06-07T03:36:17.311" v="599"/>
        <pc:sldMkLst>
          <pc:docMk/>
          <pc:sldMk cId="4234645012" sldId="2519"/>
        </pc:sldMkLst>
      </pc:sldChg>
      <pc:sldChg chg="addSp delSp modSp add mod modAnim modNotesTx">
        <pc:chgData name="Owais Ahmed" userId="6abc7d4556b3b071" providerId="LiveId" clId="{DC8C5B83-ACB8-4A3D-84C8-C98EFAD324F3}" dt="2023-06-07T03:36:27.919" v="602"/>
        <pc:sldMkLst>
          <pc:docMk/>
          <pc:sldMk cId="2500111964" sldId="2521"/>
        </pc:sldMkLst>
        <pc:spChg chg="mod">
          <ac:chgData name="Owais Ahmed" userId="6abc7d4556b3b071" providerId="LiveId" clId="{DC8C5B83-ACB8-4A3D-84C8-C98EFAD324F3}" dt="2023-06-07T03:34:58.256" v="582" actId="20577"/>
          <ac:spMkLst>
            <pc:docMk/>
            <pc:sldMk cId="2500111964" sldId="2521"/>
            <ac:spMk id="3" creationId="{4A1C0383-58FE-E486-295E-B33B8683B938}"/>
          </ac:spMkLst>
        </pc:spChg>
        <pc:spChg chg="mod">
          <ac:chgData name="Owais Ahmed" userId="6abc7d4556b3b071" providerId="LiveId" clId="{DC8C5B83-ACB8-4A3D-84C8-C98EFAD324F3}" dt="2023-06-07T03:30:18.290" v="24" actId="20577"/>
          <ac:spMkLst>
            <pc:docMk/>
            <pc:sldMk cId="2500111964" sldId="2521"/>
            <ac:spMk id="215" creationId="{00000000-0000-0000-0000-000000000000}"/>
          </ac:spMkLst>
        </pc:spChg>
        <pc:picChg chg="del">
          <ac:chgData name="Owais Ahmed" userId="6abc7d4556b3b071" providerId="LiveId" clId="{DC8C5B83-ACB8-4A3D-84C8-C98EFAD324F3}" dt="2023-06-07T03:30:08.936" v="1" actId="478"/>
          <ac:picMkLst>
            <pc:docMk/>
            <pc:sldMk cId="2500111964" sldId="2521"/>
            <ac:picMk id="8" creationId="{185BF3BE-B02E-5344-EE3E-FDD215CC59D2}"/>
          </ac:picMkLst>
        </pc:picChg>
        <pc:picChg chg="add mod">
          <ac:chgData name="Owais Ahmed" userId="6abc7d4556b3b071" providerId="LiveId" clId="{DC8C5B83-ACB8-4A3D-84C8-C98EFAD324F3}" dt="2023-06-07T03:35:24.029" v="591" actId="14100"/>
          <ac:picMkLst>
            <pc:docMk/>
            <pc:sldMk cId="2500111964" sldId="2521"/>
            <ac:picMk id="1026" creationId="{1F72E8E2-AA0B-5202-9808-E1197C6A3EE7}"/>
          </ac:picMkLst>
        </pc:picChg>
      </pc:sldChg>
      <pc:sldChg chg="addSp modSp add mod ord modAnim">
        <pc:chgData name="Owais Ahmed" userId="6abc7d4556b3b071" providerId="LiveId" clId="{DC8C5B83-ACB8-4A3D-84C8-C98EFAD324F3}" dt="2023-06-07T03:47:50.015" v="1079"/>
        <pc:sldMkLst>
          <pc:docMk/>
          <pc:sldMk cId="3876370788" sldId="2522"/>
        </pc:sldMkLst>
        <pc:spChg chg="mod">
          <ac:chgData name="Owais Ahmed" userId="6abc7d4556b3b071" providerId="LiveId" clId="{DC8C5B83-ACB8-4A3D-84C8-C98EFAD324F3}" dt="2023-06-07T03:46:47.774" v="1065" actId="20577"/>
          <ac:spMkLst>
            <pc:docMk/>
            <pc:sldMk cId="3876370788" sldId="2522"/>
            <ac:spMk id="3" creationId="{4A1C0383-58FE-E486-295E-B33B8683B938}"/>
          </ac:spMkLst>
        </pc:spChg>
        <pc:spChg chg="mod">
          <ac:chgData name="Owais Ahmed" userId="6abc7d4556b3b071" providerId="LiveId" clId="{DC8C5B83-ACB8-4A3D-84C8-C98EFAD324F3}" dt="2023-06-07T03:40:20.317" v="628" actId="20577"/>
          <ac:spMkLst>
            <pc:docMk/>
            <pc:sldMk cId="3876370788" sldId="2522"/>
            <ac:spMk id="215" creationId="{00000000-0000-0000-0000-000000000000}"/>
          </ac:spMkLst>
        </pc:spChg>
        <pc:picChg chg="add mod">
          <ac:chgData name="Owais Ahmed" userId="6abc7d4556b3b071" providerId="LiveId" clId="{DC8C5B83-ACB8-4A3D-84C8-C98EFAD324F3}" dt="2023-06-07T03:47:35.096" v="1077" actId="1076"/>
          <ac:picMkLst>
            <pc:docMk/>
            <pc:sldMk cId="3876370788" sldId="2522"/>
            <ac:picMk id="2050" creationId="{9797058B-0391-D500-5100-07514B57A90A}"/>
          </ac:picMkLst>
        </pc:picChg>
      </pc:sldChg>
    </pc:docChg>
  </pc:docChgLst>
  <pc:docChgLst>
    <pc:chgData name="Owais Ahmed" userId="6abc7d4556b3b071" providerId="LiveId" clId="{53B1629A-A9A8-4EA5-BFC7-E33077932B5F}"/>
    <pc:docChg chg="undo custSel addSld delSld modSld sldOrd">
      <pc:chgData name="Owais Ahmed" userId="6abc7d4556b3b071" providerId="LiveId" clId="{53B1629A-A9A8-4EA5-BFC7-E33077932B5F}" dt="2023-03-13T10:21:37.602" v="13434" actId="20577"/>
      <pc:docMkLst>
        <pc:docMk/>
      </pc:docMkLst>
      <pc:sldChg chg="modSp mod">
        <pc:chgData name="Owais Ahmed" userId="6abc7d4556b3b071" providerId="LiveId" clId="{53B1629A-A9A8-4EA5-BFC7-E33077932B5F}" dt="2023-03-13T08:52:28.723" v="7768" actId="14100"/>
        <pc:sldMkLst>
          <pc:docMk/>
          <pc:sldMk cId="1649098948" sldId="2462"/>
        </pc:sldMkLst>
        <pc:spChg chg="mod">
          <ac:chgData name="Owais Ahmed" userId="6abc7d4556b3b071" providerId="LiveId" clId="{53B1629A-A9A8-4EA5-BFC7-E33077932B5F}" dt="2023-03-13T08:52:28.723" v="7768" actId="14100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53B1629A-A9A8-4EA5-BFC7-E33077932B5F}" dt="2023-03-13T06:25:36.584" v="0" actId="47"/>
        <pc:sldMkLst>
          <pc:docMk/>
          <pc:sldMk cId="2835548672" sldId="2467"/>
        </pc:sldMkLst>
      </pc:sldChg>
      <pc:sldChg chg="del">
        <pc:chgData name="Owais Ahmed" userId="6abc7d4556b3b071" providerId="LiveId" clId="{53B1629A-A9A8-4EA5-BFC7-E33077932B5F}" dt="2023-03-13T06:25:37.635" v="2" actId="47"/>
        <pc:sldMkLst>
          <pc:docMk/>
          <pc:sldMk cId="1810203590" sldId="2482"/>
        </pc:sldMkLst>
      </pc:sldChg>
      <pc:sldChg chg="modSp mod ord modAnim modNotesTx">
        <pc:chgData name="Owais Ahmed" userId="6abc7d4556b3b071" providerId="LiveId" clId="{53B1629A-A9A8-4EA5-BFC7-E33077932B5F}" dt="2023-03-13T06:39:15.142" v="972" actId="20577"/>
        <pc:sldMkLst>
          <pc:docMk/>
          <pc:sldMk cId="2426892836" sldId="2485"/>
        </pc:sldMkLst>
        <pc:spChg chg="mod">
          <ac:chgData name="Owais Ahmed" userId="6abc7d4556b3b071" providerId="LiveId" clId="{53B1629A-A9A8-4EA5-BFC7-E33077932B5F}" dt="2023-03-13T06:39:15.142" v="972" actId="20577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27:38.970" v="85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37.467" v="1" actId="47"/>
        <pc:sldMkLst>
          <pc:docMk/>
          <pc:sldMk cId="2392008630" sldId="2486"/>
        </pc:sldMkLst>
      </pc:sldChg>
      <pc:sldChg chg="addSp delSp modSp add mod addAnim delAnim modAnim modNotesTx">
        <pc:chgData name="Owais Ahmed" userId="6abc7d4556b3b071" providerId="LiveId" clId="{53B1629A-A9A8-4EA5-BFC7-E33077932B5F}" dt="2023-03-13T06:39:33.411" v="989" actId="6549"/>
        <pc:sldMkLst>
          <pc:docMk/>
          <pc:sldMk cId="2564503825" sldId="2486"/>
        </pc:sldMkLst>
        <pc:spChg chg="mod">
          <ac:chgData name="Owais Ahmed" userId="6abc7d4556b3b071" providerId="LiveId" clId="{53B1629A-A9A8-4EA5-BFC7-E33077932B5F}" dt="2023-03-13T06:39:33.411" v="989" actId="6549"/>
          <ac:spMkLst>
            <pc:docMk/>
            <pc:sldMk cId="2564503825" sldId="2486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29:06.800" v="108" actId="14100"/>
          <ac:spMkLst>
            <pc:docMk/>
            <pc:sldMk cId="2564503825" sldId="2486"/>
            <ac:spMk id="215" creationId="{00000000-0000-0000-0000-000000000000}"/>
          </ac:spMkLst>
        </pc:spChg>
        <pc:picChg chg="add del">
          <ac:chgData name="Owais Ahmed" userId="6abc7d4556b3b071" providerId="LiveId" clId="{53B1629A-A9A8-4EA5-BFC7-E33077932B5F}" dt="2023-03-13T06:27:52.701" v="90"/>
          <ac:picMkLst>
            <pc:docMk/>
            <pc:sldMk cId="2564503825" sldId="2486"/>
            <ac:picMk id="1026" creationId="{125F49AE-40C7-E916-3A5D-3F6B1A8A92A1}"/>
          </ac:picMkLst>
        </pc:picChg>
        <pc:picChg chg="add del mod">
          <ac:chgData name="Owais Ahmed" userId="6abc7d4556b3b071" providerId="LiveId" clId="{53B1629A-A9A8-4EA5-BFC7-E33077932B5F}" dt="2023-03-13T06:28:10.158" v="97"/>
          <ac:picMkLst>
            <pc:docMk/>
            <pc:sldMk cId="2564503825" sldId="2486"/>
            <ac:picMk id="1028" creationId="{4FF0696B-3F3E-A622-CF80-0D04EAFD5737}"/>
          </ac:picMkLst>
        </pc:picChg>
        <pc:picChg chg="add mod">
          <ac:chgData name="Owais Ahmed" userId="6abc7d4556b3b071" providerId="LiveId" clId="{53B1629A-A9A8-4EA5-BFC7-E33077932B5F}" dt="2023-03-13T06:34:47.167" v="525" actId="14100"/>
          <ac:picMkLst>
            <pc:docMk/>
            <pc:sldMk cId="2564503825" sldId="2486"/>
            <ac:picMk id="1030" creationId="{777C734F-CDB0-F074-AD54-5FB998243985}"/>
          </ac:picMkLst>
        </pc:picChg>
      </pc:sldChg>
      <pc:sldChg chg="modSp add mod modAnim">
        <pc:chgData name="Owais Ahmed" userId="6abc7d4556b3b071" providerId="LiveId" clId="{53B1629A-A9A8-4EA5-BFC7-E33077932B5F}" dt="2023-03-13T06:43:05.045" v="1274" actId="20577"/>
        <pc:sldMkLst>
          <pc:docMk/>
          <pc:sldMk cId="4176642933" sldId="2487"/>
        </pc:sldMkLst>
        <pc:spChg chg="mod">
          <ac:chgData name="Owais Ahmed" userId="6abc7d4556b3b071" providerId="LiveId" clId="{53B1629A-A9A8-4EA5-BFC7-E33077932B5F}" dt="2023-03-13T06:43:05.045" v="1274" actId="20577"/>
          <ac:spMkLst>
            <pc:docMk/>
            <pc:sldMk cId="4176642933" sldId="2487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53B1629A-A9A8-4EA5-BFC7-E33077932B5F}" dt="2023-03-13T06:44:43.767" v="1486" actId="403"/>
        <pc:sldMkLst>
          <pc:docMk/>
          <pc:sldMk cId="4039704136" sldId="2488"/>
        </pc:sldMkLst>
        <pc:spChg chg="mod">
          <ac:chgData name="Owais Ahmed" userId="6abc7d4556b3b071" providerId="LiveId" clId="{53B1629A-A9A8-4EA5-BFC7-E33077932B5F}" dt="2023-03-13T06:44:43.767" v="1486" actId="403"/>
          <ac:spMkLst>
            <pc:docMk/>
            <pc:sldMk cId="4039704136" sldId="2488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44:36.698" v="1481" actId="5793"/>
          <ac:spMkLst>
            <pc:docMk/>
            <pc:sldMk cId="4039704136" sldId="2488"/>
            <ac:spMk id="215" creationId="{00000000-0000-0000-0000-000000000000}"/>
          </ac:spMkLst>
        </pc:spChg>
      </pc:sldChg>
      <pc:sldChg chg="modSp add del modAnim">
        <pc:chgData name="Owais Ahmed" userId="6abc7d4556b3b071" providerId="LiveId" clId="{53B1629A-A9A8-4EA5-BFC7-E33077932B5F}" dt="2023-03-13T06:43:19.944" v="1294" actId="47"/>
        <pc:sldMkLst>
          <pc:docMk/>
          <pc:sldMk cId="2832387727" sldId="2489"/>
        </pc:sldMkLst>
        <pc:spChg chg="mod">
          <ac:chgData name="Owais Ahmed" userId="6abc7d4556b3b071" providerId="LiveId" clId="{53B1629A-A9A8-4EA5-BFC7-E33077932B5F}" dt="2023-03-13T06:43:16.186" v="1293" actId="20577"/>
          <ac:spMkLst>
            <pc:docMk/>
            <pc:sldMk cId="2832387727" sldId="2489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53B1629A-A9A8-4EA5-BFC7-E33077932B5F}" dt="2023-03-13T06:56:22.252" v="2764" actId="20577"/>
        <pc:sldMkLst>
          <pc:docMk/>
          <pc:sldMk cId="3325262481" sldId="2489"/>
        </pc:sldMkLst>
        <pc:spChg chg="mod">
          <ac:chgData name="Owais Ahmed" userId="6abc7d4556b3b071" providerId="LiveId" clId="{53B1629A-A9A8-4EA5-BFC7-E33077932B5F}" dt="2023-03-13T06:55:55.034" v="2703" actId="27636"/>
          <ac:spMkLst>
            <pc:docMk/>
            <pc:sldMk cId="3325262481" sldId="2489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44:25.521" v="1461" actId="20577"/>
          <ac:spMkLst>
            <pc:docMk/>
            <pc:sldMk cId="3325262481" sldId="2489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6:55:32.617" v="2694" actId="6549"/>
        <pc:sldMkLst>
          <pc:docMk/>
          <pc:sldMk cId="2171066017" sldId="2490"/>
        </pc:sldMkLst>
        <pc:spChg chg="mod">
          <ac:chgData name="Owais Ahmed" userId="6abc7d4556b3b071" providerId="LiveId" clId="{53B1629A-A9A8-4EA5-BFC7-E33077932B5F}" dt="2023-03-13T06:53:21.975" v="2611" actId="20577"/>
          <ac:spMkLst>
            <pc:docMk/>
            <pc:sldMk cId="2171066017" sldId="2490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52:02.705" v="2405" actId="20577"/>
          <ac:spMkLst>
            <pc:docMk/>
            <pc:sldMk cId="2171066017" sldId="2490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7:30:11.250" v="4946" actId="20577"/>
        <pc:sldMkLst>
          <pc:docMk/>
          <pc:sldMk cId="3542561392" sldId="2491"/>
        </pc:sldMkLst>
        <pc:spChg chg="mod">
          <ac:chgData name="Owais Ahmed" userId="6abc7d4556b3b071" providerId="LiveId" clId="{53B1629A-A9A8-4EA5-BFC7-E33077932B5F}" dt="2023-03-13T07:30:11.250" v="4946" actId="20577"/>
          <ac:spMkLst>
            <pc:docMk/>
            <pc:sldMk cId="3542561392" sldId="2491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6:54:48.937" v="2648" actId="20577"/>
          <ac:spMkLst>
            <pc:docMk/>
            <pc:sldMk cId="3542561392" sldId="2491"/>
            <ac:spMk id="215" creationId="{00000000-0000-0000-0000-000000000000}"/>
          </ac:spMkLst>
        </pc:spChg>
      </pc:sldChg>
      <pc:sldChg chg="addSp modSp add mod modAnim modNotesTx">
        <pc:chgData name="Owais Ahmed" userId="6abc7d4556b3b071" providerId="LiveId" clId="{53B1629A-A9A8-4EA5-BFC7-E33077932B5F}" dt="2023-03-13T08:24:04.259" v="6339" actId="20577"/>
        <pc:sldMkLst>
          <pc:docMk/>
          <pc:sldMk cId="140807305" sldId="2492"/>
        </pc:sldMkLst>
        <pc:spChg chg="mod">
          <ac:chgData name="Owais Ahmed" userId="6abc7d4556b3b071" providerId="LiveId" clId="{53B1629A-A9A8-4EA5-BFC7-E33077932B5F}" dt="2023-03-13T07:42:09.786" v="5092" actId="14100"/>
          <ac:spMkLst>
            <pc:docMk/>
            <pc:sldMk cId="140807305" sldId="2492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06:55.397" v="3324" actId="20577"/>
          <ac:spMkLst>
            <pc:docMk/>
            <pc:sldMk cId="140807305" sldId="2492"/>
            <ac:spMk id="215" creationId="{00000000-0000-0000-0000-000000000000}"/>
          </ac:spMkLst>
        </pc:spChg>
        <pc:picChg chg="add mod">
          <ac:chgData name="Owais Ahmed" userId="6abc7d4556b3b071" providerId="LiveId" clId="{53B1629A-A9A8-4EA5-BFC7-E33077932B5F}" dt="2023-03-13T07:42:03.977" v="5091" actId="14100"/>
          <ac:picMkLst>
            <pc:docMk/>
            <pc:sldMk cId="140807305" sldId="2492"/>
            <ac:picMk id="2050" creationId="{D23B55AE-3A55-14E2-D08A-BF9450B71776}"/>
          </ac:picMkLst>
        </pc:picChg>
      </pc:sldChg>
      <pc:sldChg chg="del">
        <pc:chgData name="Owais Ahmed" userId="6abc7d4556b3b071" providerId="LiveId" clId="{53B1629A-A9A8-4EA5-BFC7-E33077932B5F}" dt="2023-03-13T06:25:37.812" v="3" actId="47"/>
        <pc:sldMkLst>
          <pc:docMk/>
          <pc:sldMk cId="332028716" sldId="2492"/>
        </pc:sldMkLst>
      </pc:sldChg>
      <pc:sldChg chg="modSp add mod modAnim modNotesTx">
        <pc:chgData name="Owais Ahmed" userId="6abc7d4556b3b071" providerId="LiveId" clId="{53B1629A-A9A8-4EA5-BFC7-E33077932B5F}" dt="2023-03-13T07:22:50.335" v="4374" actId="20577"/>
        <pc:sldMkLst>
          <pc:docMk/>
          <pc:sldMk cId="291289866" sldId="2493"/>
        </pc:sldMkLst>
        <pc:spChg chg="mod">
          <ac:chgData name="Owais Ahmed" userId="6abc7d4556b3b071" providerId="LiveId" clId="{53B1629A-A9A8-4EA5-BFC7-E33077932B5F}" dt="2023-03-13T07:22:50.335" v="4374" actId="20577"/>
          <ac:spMkLst>
            <pc:docMk/>
            <pc:sldMk cId="291289866" sldId="2493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12:29.537" v="3783" actId="20577"/>
          <ac:spMkLst>
            <pc:docMk/>
            <pc:sldMk cId="291289866" sldId="2493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7:30:29.612" v="4966" actId="20577"/>
        <pc:sldMkLst>
          <pc:docMk/>
          <pc:sldMk cId="768229774" sldId="2494"/>
        </pc:sldMkLst>
        <pc:spChg chg="mod">
          <ac:chgData name="Owais Ahmed" userId="6abc7d4556b3b071" providerId="LiveId" clId="{53B1629A-A9A8-4EA5-BFC7-E33077932B5F}" dt="2023-03-13T07:27:38.568" v="4908" actId="20577"/>
          <ac:spMkLst>
            <pc:docMk/>
            <pc:sldMk cId="768229774" sldId="2494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7:30:29.612" v="4966" actId="20577"/>
          <ac:spMkLst>
            <pc:docMk/>
            <pc:sldMk cId="768229774" sldId="2494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53B1629A-A9A8-4EA5-BFC7-E33077932B5F}" dt="2023-03-13T08:07:37.935" v="5885" actId="20577"/>
        <pc:sldMkLst>
          <pc:docMk/>
          <pc:sldMk cId="232042637" sldId="2495"/>
        </pc:sldMkLst>
        <pc:spChg chg="mod">
          <ac:chgData name="Owais Ahmed" userId="6abc7d4556b3b071" providerId="LiveId" clId="{53B1629A-A9A8-4EA5-BFC7-E33077932B5F}" dt="2023-03-13T08:07:37.935" v="5885" actId="20577"/>
          <ac:spMkLst>
            <pc:docMk/>
            <pc:sldMk cId="232042637" sldId="2495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01:43.042" v="5550" actId="20577"/>
          <ac:spMkLst>
            <pc:docMk/>
            <pc:sldMk cId="232042637" sldId="2495"/>
            <ac:spMk id="215" creationId="{00000000-0000-0000-0000-000000000000}"/>
          </ac:spMkLst>
        </pc:spChg>
      </pc:sldChg>
      <pc:sldChg chg="delSp modSp add mod modAnim">
        <pc:chgData name="Owais Ahmed" userId="6abc7d4556b3b071" providerId="LiveId" clId="{53B1629A-A9A8-4EA5-BFC7-E33077932B5F}" dt="2023-03-13T07:50:36.905" v="5532" actId="20577"/>
        <pc:sldMkLst>
          <pc:docMk/>
          <pc:sldMk cId="3980957688" sldId="2496"/>
        </pc:sldMkLst>
        <pc:spChg chg="mod">
          <ac:chgData name="Owais Ahmed" userId="6abc7d4556b3b071" providerId="LiveId" clId="{53B1629A-A9A8-4EA5-BFC7-E33077932B5F}" dt="2023-03-13T07:50:36.905" v="5532" actId="20577"/>
          <ac:spMkLst>
            <pc:docMk/>
            <pc:sldMk cId="3980957688" sldId="2496"/>
            <ac:spMk id="3" creationId="{4A1C0383-58FE-E486-295E-B33B8683B938}"/>
          </ac:spMkLst>
        </pc:spChg>
        <pc:picChg chg="del">
          <ac:chgData name="Owais Ahmed" userId="6abc7d4556b3b071" providerId="LiveId" clId="{53B1629A-A9A8-4EA5-BFC7-E33077932B5F}" dt="2023-03-13T07:45:25.963" v="5094" actId="478"/>
          <ac:picMkLst>
            <pc:docMk/>
            <pc:sldMk cId="3980957688" sldId="2496"/>
            <ac:picMk id="2050" creationId="{D23B55AE-3A55-14E2-D08A-BF9450B71776}"/>
          </ac:picMkLst>
        </pc:picChg>
      </pc:sldChg>
      <pc:sldChg chg="del">
        <pc:chgData name="Owais Ahmed" userId="6abc7d4556b3b071" providerId="LiveId" clId="{53B1629A-A9A8-4EA5-BFC7-E33077932B5F}" dt="2023-03-13T06:25:38.741" v="6" actId="47"/>
        <pc:sldMkLst>
          <pc:docMk/>
          <pc:sldMk cId="4183735996" sldId="2496"/>
        </pc:sldMkLst>
      </pc:sldChg>
      <pc:sldChg chg="del">
        <pc:chgData name="Owais Ahmed" userId="6abc7d4556b3b071" providerId="LiveId" clId="{53B1629A-A9A8-4EA5-BFC7-E33077932B5F}" dt="2023-03-13T06:25:39.228" v="7" actId="47"/>
        <pc:sldMkLst>
          <pc:docMk/>
          <pc:sldMk cId="2021183974" sldId="2497"/>
        </pc:sldMkLst>
      </pc:sldChg>
      <pc:sldChg chg="modSp add mod modAnim modNotesTx">
        <pc:chgData name="Owais Ahmed" userId="6abc7d4556b3b071" providerId="LiveId" clId="{53B1629A-A9A8-4EA5-BFC7-E33077932B5F}" dt="2023-03-13T08:52:55.619" v="7780" actId="403"/>
        <pc:sldMkLst>
          <pc:docMk/>
          <pc:sldMk cId="3124922675" sldId="2497"/>
        </pc:sldMkLst>
        <pc:spChg chg="mod">
          <ac:chgData name="Owais Ahmed" userId="6abc7d4556b3b071" providerId="LiveId" clId="{53B1629A-A9A8-4EA5-BFC7-E33077932B5F}" dt="2023-03-13T08:52:55.619" v="7780" actId="403"/>
          <ac:spMkLst>
            <pc:docMk/>
            <pc:sldMk cId="3124922675" sldId="2497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35:20.434" v="6347" actId="20577"/>
          <ac:spMkLst>
            <pc:docMk/>
            <pc:sldMk cId="3124922675" sldId="2497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8:58:53.791" v="8384" actId="20577"/>
        <pc:sldMkLst>
          <pc:docMk/>
          <pc:sldMk cId="2737715429" sldId="2498"/>
        </pc:sldMkLst>
        <pc:spChg chg="mod">
          <ac:chgData name="Owais Ahmed" userId="6abc7d4556b3b071" providerId="LiveId" clId="{53B1629A-A9A8-4EA5-BFC7-E33077932B5F}" dt="2023-03-13T08:58:53.791" v="8384" actId="20577"/>
          <ac:spMkLst>
            <pc:docMk/>
            <pc:sldMk cId="2737715429" sldId="2498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8:52:44.264" v="7778" actId="20577"/>
          <ac:spMkLst>
            <pc:docMk/>
            <pc:sldMk cId="2737715429" sldId="2498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53B1629A-A9A8-4EA5-BFC7-E33077932B5F}" dt="2023-03-13T09:10:48.046" v="9010" actId="20577"/>
        <pc:sldMkLst>
          <pc:docMk/>
          <pc:sldMk cId="1701565530" sldId="2499"/>
        </pc:sldMkLst>
        <pc:spChg chg="mod">
          <ac:chgData name="Owais Ahmed" userId="6abc7d4556b3b071" providerId="LiveId" clId="{53B1629A-A9A8-4EA5-BFC7-E33077932B5F}" dt="2023-03-13T09:10:23.407" v="8909" actId="20577"/>
          <ac:spMkLst>
            <pc:docMk/>
            <pc:sldMk cId="1701565530" sldId="2499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9:03:52.685" v="8395" actId="20577"/>
          <ac:spMkLst>
            <pc:docMk/>
            <pc:sldMk cId="1701565530" sldId="2499"/>
            <ac:spMk id="215" creationId="{00000000-0000-0000-0000-000000000000}"/>
          </ac:spMkLst>
        </pc:spChg>
      </pc:sldChg>
      <pc:sldChg chg="modSp add mod addAnim delAnim modAnim modNotesTx">
        <pc:chgData name="Owais Ahmed" userId="6abc7d4556b3b071" providerId="LiveId" clId="{53B1629A-A9A8-4EA5-BFC7-E33077932B5F}" dt="2023-03-13T09:26:50.189" v="10297" actId="27636"/>
        <pc:sldMkLst>
          <pc:docMk/>
          <pc:sldMk cId="98145820" sldId="2500"/>
        </pc:sldMkLst>
        <pc:spChg chg="mod">
          <ac:chgData name="Owais Ahmed" userId="6abc7d4556b3b071" providerId="LiveId" clId="{53B1629A-A9A8-4EA5-BFC7-E33077932B5F}" dt="2023-03-13T09:26:50.189" v="10297" actId="27636"/>
          <ac:spMkLst>
            <pc:docMk/>
            <pc:sldMk cId="98145820" sldId="2500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09:22:58.961" v="9960" actId="20577"/>
          <ac:spMkLst>
            <pc:docMk/>
            <pc:sldMk cId="98145820" sldId="2500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38.161" v="5" actId="47"/>
        <pc:sldMkLst>
          <pc:docMk/>
          <pc:sldMk cId="910229267" sldId="2500"/>
        </pc:sldMkLst>
      </pc:sldChg>
      <pc:sldChg chg="add del">
        <pc:chgData name="Owais Ahmed" userId="6abc7d4556b3b071" providerId="LiveId" clId="{53B1629A-A9A8-4EA5-BFC7-E33077932B5F}" dt="2023-03-13T09:11:47.935" v="9012" actId="2890"/>
        <pc:sldMkLst>
          <pc:docMk/>
          <pc:sldMk cId="2494837473" sldId="2500"/>
        </pc:sldMkLst>
      </pc:sldChg>
      <pc:sldChg chg="modSp add mod modAnim modNotesTx">
        <pc:chgData name="Owais Ahmed" userId="6abc7d4556b3b071" providerId="LiveId" clId="{53B1629A-A9A8-4EA5-BFC7-E33077932B5F}" dt="2023-03-13T09:30:25.170" v="10669" actId="404"/>
        <pc:sldMkLst>
          <pc:docMk/>
          <pc:sldMk cId="349804789" sldId="2501"/>
        </pc:sldMkLst>
        <pc:spChg chg="mod">
          <ac:chgData name="Owais Ahmed" userId="6abc7d4556b3b071" providerId="LiveId" clId="{53B1629A-A9A8-4EA5-BFC7-E33077932B5F}" dt="2023-03-13T09:30:25.170" v="10669" actId="404"/>
          <ac:spMkLst>
            <pc:docMk/>
            <pc:sldMk cId="349804789" sldId="2501"/>
            <ac:spMk id="3" creationId="{4A1C0383-58FE-E486-295E-B33B8683B938}"/>
          </ac:spMkLst>
        </pc:spChg>
      </pc:sldChg>
      <pc:sldChg chg="del">
        <pc:chgData name="Owais Ahmed" userId="6abc7d4556b3b071" providerId="LiveId" clId="{53B1629A-A9A8-4EA5-BFC7-E33077932B5F}" dt="2023-03-13T06:25:37.987" v="4" actId="47"/>
        <pc:sldMkLst>
          <pc:docMk/>
          <pc:sldMk cId="1990280332" sldId="2501"/>
        </pc:sldMkLst>
      </pc:sldChg>
      <pc:sldChg chg="modSp add mod modAnim modNotesTx">
        <pc:chgData name="Owais Ahmed" userId="6abc7d4556b3b071" providerId="LiveId" clId="{53B1629A-A9A8-4EA5-BFC7-E33077932B5F}" dt="2023-03-13T10:06:29.183" v="11806" actId="20577"/>
        <pc:sldMkLst>
          <pc:docMk/>
          <pc:sldMk cId="366950723" sldId="2502"/>
        </pc:sldMkLst>
        <pc:spChg chg="mod">
          <ac:chgData name="Owais Ahmed" userId="6abc7d4556b3b071" providerId="LiveId" clId="{53B1629A-A9A8-4EA5-BFC7-E33077932B5F}" dt="2023-03-13T10:04:40.708" v="11603" actId="20577"/>
          <ac:spMkLst>
            <pc:docMk/>
            <pc:sldMk cId="366950723" sldId="2502"/>
            <ac:spMk id="3" creationId="{4A1C0383-58FE-E486-295E-B33B8683B938}"/>
          </ac:spMkLst>
        </pc:spChg>
      </pc:sldChg>
      <pc:sldChg chg="del">
        <pc:chgData name="Owais Ahmed" userId="6abc7d4556b3b071" providerId="LiveId" clId="{53B1629A-A9A8-4EA5-BFC7-E33077932B5F}" dt="2023-03-13T06:25:40.193" v="8" actId="47"/>
        <pc:sldMkLst>
          <pc:docMk/>
          <pc:sldMk cId="2738020370" sldId="2502"/>
        </pc:sldMkLst>
      </pc:sldChg>
      <pc:sldChg chg="modSp add mod modAnim modNotesTx">
        <pc:chgData name="Owais Ahmed" userId="6abc7d4556b3b071" providerId="LiveId" clId="{53B1629A-A9A8-4EA5-BFC7-E33077932B5F}" dt="2023-03-13T10:12:51.586" v="12526" actId="20577"/>
        <pc:sldMkLst>
          <pc:docMk/>
          <pc:sldMk cId="465789078" sldId="2503"/>
        </pc:sldMkLst>
        <pc:spChg chg="mod">
          <ac:chgData name="Owais Ahmed" userId="6abc7d4556b3b071" providerId="LiveId" clId="{53B1629A-A9A8-4EA5-BFC7-E33077932B5F}" dt="2023-03-13T10:12:51.586" v="12526" actId="20577"/>
          <ac:spMkLst>
            <pc:docMk/>
            <pc:sldMk cId="465789078" sldId="2503"/>
            <ac:spMk id="3" creationId="{4A1C0383-58FE-E486-295E-B33B8683B938}"/>
          </ac:spMkLst>
        </pc:spChg>
        <pc:spChg chg="mod">
          <ac:chgData name="Owais Ahmed" userId="6abc7d4556b3b071" providerId="LiveId" clId="{53B1629A-A9A8-4EA5-BFC7-E33077932B5F}" dt="2023-03-13T10:07:35.758" v="11824" actId="20577"/>
          <ac:spMkLst>
            <pc:docMk/>
            <pc:sldMk cId="465789078" sldId="2503"/>
            <ac:spMk id="215" creationId="{00000000-0000-0000-0000-000000000000}"/>
          </ac:spMkLst>
        </pc:spChg>
      </pc:sldChg>
      <pc:sldChg chg="del">
        <pc:chgData name="Owais Ahmed" userId="6abc7d4556b3b071" providerId="LiveId" clId="{53B1629A-A9A8-4EA5-BFC7-E33077932B5F}" dt="2023-03-13T06:25:41.751" v="9" actId="47"/>
        <pc:sldMkLst>
          <pc:docMk/>
          <pc:sldMk cId="1306189836" sldId="2503"/>
        </pc:sldMkLst>
      </pc:sldChg>
      <pc:sldChg chg="modSp add mod modAnim modNotesTx">
        <pc:chgData name="Owais Ahmed" userId="6abc7d4556b3b071" providerId="LiveId" clId="{53B1629A-A9A8-4EA5-BFC7-E33077932B5F}" dt="2023-03-13T10:21:37.602" v="13434" actId="20577"/>
        <pc:sldMkLst>
          <pc:docMk/>
          <pc:sldMk cId="4099730819" sldId="2504"/>
        </pc:sldMkLst>
        <pc:spChg chg="mod">
          <ac:chgData name="Owais Ahmed" userId="6abc7d4556b3b071" providerId="LiveId" clId="{53B1629A-A9A8-4EA5-BFC7-E33077932B5F}" dt="2023-03-13T10:21:37.602" v="13434" actId="20577"/>
          <ac:spMkLst>
            <pc:docMk/>
            <pc:sldMk cId="4099730819" sldId="2504"/>
            <ac:spMk id="3" creationId="{4A1C0383-58FE-E486-295E-B33B8683B938}"/>
          </ac:spMkLst>
        </pc:spChg>
      </pc:sldChg>
      <pc:sldChg chg="add del">
        <pc:chgData name="Owais Ahmed" userId="6abc7d4556b3b071" providerId="LiveId" clId="{53B1629A-A9A8-4EA5-BFC7-E33077932B5F}" dt="2023-03-13T10:18:11.279" v="12981" actId="2890"/>
        <pc:sldMkLst>
          <pc:docMk/>
          <pc:sldMk cId="3109491806" sldId="2505"/>
        </pc:sldMkLst>
      </pc:sldChg>
      <pc:sldMasterChg chg="delSldLayout">
        <pc:chgData name="Owais Ahmed" userId="6abc7d4556b3b071" providerId="LiveId" clId="{53B1629A-A9A8-4EA5-BFC7-E33077932B5F}" dt="2023-03-13T06:25:36.584" v="0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53B1629A-A9A8-4EA5-BFC7-E33077932B5F}" dt="2023-03-13T06:25:36.584" v="0" actId="47"/>
          <pc:sldLayoutMkLst>
            <pc:docMk/>
            <pc:sldMasterMk cId="692820" sldId="2147483648"/>
            <pc:sldLayoutMk cId="561853196" sldId="2147483682"/>
          </pc:sldLayoutMkLst>
        </pc:sldLayoutChg>
      </pc:sldMasterChg>
    </pc:docChg>
  </pc:docChgLst>
  <pc:docChgLst>
    <pc:chgData name="Owais Ahmed" userId="6abc7d4556b3b071" providerId="LiveId" clId="{EC28D26C-ABB2-4275-AEE2-1B5F5AC7CD7C}"/>
    <pc:docChg chg="modSld">
      <pc:chgData name="Owais Ahmed" userId="6abc7d4556b3b071" providerId="LiveId" clId="{EC28D26C-ABB2-4275-AEE2-1B5F5AC7CD7C}" dt="2023-10-07T07:18:06.956" v="0"/>
      <pc:docMkLst>
        <pc:docMk/>
      </pc:docMkLst>
      <pc:sldChg chg="modSp mod">
        <pc:chgData name="Owais Ahmed" userId="6abc7d4556b3b071" providerId="LiveId" clId="{EC28D26C-ABB2-4275-AEE2-1B5F5AC7CD7C}" dt="2023-10-07T07:18:06.956" v="0"/>
        <pc:sldMkLst>
          <pc:docMk/>
          <pc:sldMk cId="3927832306" sldId="2448"/>
        </pc:sldMkLst>
        <pc:spChg chg="mod">
          <ac:chgData name="Owais Ahmed" userId="6abc7d4556b3b071" providerId="LiveId" clId="{EC28D26C-ABB2-4275-AEE2-1B5F5AC7CD7C}" dt="2023-10-07T07:18:06.956" v="0"/>
          <ac:spMkLst>
            <pc:docMk/>
            <pc:sldMk cId="3927832306" sldId="2448"/>
            <ac:spMk id="9" creationId="{79DC1498-E692-42BA-B69F-6D37E6CFACA0}"/>
          </ac:spMkLst>
        </pc:spChg>
      </pc:sldChg>
    </pc:docChg>
  </pc:docChgLst>
  <pc:docChgLst>
    <pc:chgData name="Owais Ahmed" userId="6abc7d4556b3b071" providerId="LiveId" clId="{8C5FA2DA-9411-47AD-8B97-7829DEC753FE}"/>
    <pc:docChg chg="undo custSel addSld delSld modSld sldOrd">
      <pc:chgData name="Owais Ahmed" userId="6abc7d4556b3b071" providerId="LiveId" clId="{8C5FA2DA-9411-47AD-8B97-7829DEC753FE}" dt="2023-12-30T11:44:05.206" v="3063" actId="113"/>
      <pc:docMkLst>
        <pc:docMk/>
      </pc:docMkLst>
      <pc:sldChg chg="modSp mod">
        <pc:chgData name="Owais Ahmed" userId="6abc7d4556b3b071" providerId="LiveId" clId="{8C5FA2DA-9411-47AD-8B97-7829DEC753FE}" dt="2023-12-30T08:15:44.723" v="29"/>
        <pc:sldMkLst>
          <pc:docMk/>
          <pc:sldMk cId="690293853" sldId="2491"/>
        </pc:sldMkLst>
        <pc:spChg chg="mod">
          <ac:chgData name="Owais Ahmed" userId="6abc7d4556b3b071" providerId="LiveId" clId="{8C5FA2DA-9411-47AD-8B97-7829DEC753FE}" dt="2023-12-30T08:15:44.723" v="29"/>
          <ac:spMkLst>
            <pc:docMk/>
            <pc:sldMk cId="690293853" sldId="2491"/>
            <ac:spMk id="6" creationId="{F3C89A40-EEAA-43AB-9A3A-B2CFDE450F1B}"/>
          </ac:spMkLst>
        </pc:spChg>
      </pc:sldChg>
      <pc:sldChg chg="modSp">
        <pc:chgData name="Owais Ahmed" userId="6abc7d4556b3b071" providerId="LiveId" clId="{8C5FA2DA-9411-47AD-8B97-7829DEC753FE}" dt="2023-12-30T11:44:05.206" v="3063" actId="113"/>
        <pc:sldMkLst>
          <pc:docMk/>
          <pc:sldMk cId="3713406757" sldId="2505"/>
        </pc:sldMkLst>
        <pc:spChg chg="mod">
          <ac:chgData name="Owais Ahmed" userId="6abc7d4556b3b071" providerId="LiveId" clId="{8C5FA2DA-9411-47AD-8B97-7829DEC753FE}" dt="2023-12-30T11:44:05.206" v="3063" actId="113"/>
          <ac:spMkLst>
            <pc:docMk/>
            <pc:sldMk cId="3713406757" sldId="2505"/>
            <ac:spMk id="3" creationId="{4A1C0383-58FE-E486-295E-B33B8683B938}"/>
          </ac:spMkLst>
        </pc:spChg>
      </pc:sldChg>
      <pc:sldChg chg="modSp ord modAnim">
        <pc:chgData name="Owais Ahmed" userId="6abc7d4556b3b071" providerId="LiveId" clId="{8C5FA2DA-9411-47AD-8B97-7829DEC753FE}" dt="2023-12-30T09:28:35.599" v="3055"/>
        <pc:sldMkLst>
          <pc:docMk/>
          <pc:sldMk cId="1520451329" sldId="2507"/>
        </pc:sldMkLst>
        <pc:spChg chg="mod">
          <ac:chgData name="Owais Ahmed" userId="6abc7d4556b3b071" providerId="LiveId" clId="{8C5FA2DA-9411-47AD-8B97-7829DEC753FE}" dt="2023-12-30T09:05:44.774" v="2254" actId="20577"/>
          <ac:spMkLst>
            <pc:docMk/>
            <pc:sldMk cId="1520451329" sldId="2507"/>
            <ac:spMk id="3" creationId="{4A1C0383-58FE-E486-295E-B33B8683B938}"/>
          </ac:spMkLst>
        </pc:spChg>
      </pc:sldChg>
      <pc:sldChg chg="addSp delSp modSp add mod modAnim">
        <pc:chgData name="Owais Ahmed" userId="6abc7d4556b3b071" providerId="LiveId" clId="{8C5FA2DA-9411-47AD-8B97-7829DEC753FE}" dt="2023-12-30T09:07:10.835" v="2256"/>
        <pc:sldMkLst>
          <pc:docMk/>
          <pc:sldMk cId="440389690" sldId="2523"/>
        </pc:sldMkLst>
        <pc:spChg chg="mod">
          <ac:chgData name="Owais Ahmed" userId="6abc7d4556b3b071" providerId="LiveId" clId="{8C5FA2DA-9411-47AD-8B97-7829DEC753FE}" dt="2023-12-30T08:35:13.106" v="958" actId="27636"/>
          <ac:spMkLst>
            <pc:docMk/>
            <pc:sldMk cId="440389690" sldId="2523"/>
            <ac:spMk id="3" creationId="{4A1C0383-58FE-E486-295E-B33B8683B938}"/>
          </ac:spMkLst>
        </pc:spChg>
        <pc:spChg chg="del">
          <ac:chgData name="Owais Ahmed" userId="6abc7d4556b3b071" providerId="LiveId" clId="{8C5FA2DA-9411-47AD-8B97-7829DEC753FE}" dt="2023-12-30T08:21:54.635" v="231" actId="478"/>
          <ac:spMkLst>
            <pc:docMk/>
            <pc:sldMk cId="440389690" sldId="2523"/>
            <ac:spMk id="214" creationId="{00000000-0000-0000-0000-000000000000}"/>
          </ac:spMkLst>
        </pc:spChg>
        <pc:spChg chg="mod">
          <ac:chgData name="Owais Ahmed" userId="6abc7d4556b3b071" providerId="LiveId" clId="{8C5FA2DA-9411-47AD-8B97-7829DEC753FE}" dt="2023-12-30T08:35:33.129" v="959" actId="790"/>
          <ac:spMkLst>
            <pc:docMk/>
            <pc:sldMk cId="440389690" sldId="2523"/>
            <ac:spMk id="215" creationId="{00000000-0000-0000-0000-000000000000}"/>
          </ac:spMkLst>
        </pc:spChg>
        <pc:spChg chg="del">
          <ac:chgData name="Owais Ahmed" userId="6abc7d4556b3b071" providerId="LiveId" clId="{8C5FA2DA-9411-47AD-8B97-7829DEC753FE}" dt="2023-12-30T08:21:02.030" v="229" actId="478"/>
          <ac:spMkLst>
            <pc:docMk/>
            <pc:sldMk cId="440389690" sldId="2523"/>
            <ac:spMk id="216" creationId="{00000000-0000-0000-0000-000000000000}"/>
          </ac:spMkLst>
        </pc:spChg>
        <pc:picChg chg="add del mod">
          <ac:chgData name="Owais Ahmed" userId="6abc7d4556b3b071" providerId="LiveId" clId="{8C5FA2DA-9411-47AD-8B97-7829DEC753FE}" dt="2023-12-30T08:19:33.866" v="207" actId="478"/>
          <ac:picMkLst>
            <pc:docMk/>
            <pc:sldMk cId="440389690" sldId="2523"/>
            <ac:picMk id="4" creationId="{B19570C8-90C7-7EBD-C7C8-166E154151ED}"/>
          </ac:picMkLst>
        </pc:picChg>
        <pc:picChg chg="del">
          <ac:chgData name="Owais Ahmed" userId="6abc7d4556b3b071" providerId="LiveId" clId="{8C5FA2DA-9411-47AD-8B97-7829DEC753FE}" dt="2023-12-30T08:15:50.646" v="30" actId="478"/>
          <ac:picMkLst>
            <pc:docMk/>
            <pc:sldMk cId="440389690" sldId="2523"/>
            <ac:picMk id="1026" creationId="{1F72E8E2-AA0B-5202-9808-E1197C6A3EE7}"/>
          </ac:picMkLst>
        </pc:picChg>
        <pc:picChg chg="add del mod">
          <ac:chgData name="Owais Ahmed" userId="6abc7d4556b3b071" providerId="LiveId" clId="{8C5FA2DA-9411-47AD-8B97-7829DEC753FE}" dt="2023-12-30T08:44:38.142" v="1305" actId="478"/>
          <ac:picMkLst>
            <pc:docMk/>
            <pc:sldMk cId="440389690" sldId="2523"/>
            <ac:picMk id="1028" creationId="{8B23CBA8-CD79-BB48-9BD0-749DEC3D392F}"/>
          </ac:picMkLst>
        </pc:picChg>
        <pc:picChg chg="add del mod">
          <ac:chgData name="Owais Ahmed" userId="6abc7d4556b3b071" providerId="LiveId" clId="{8C5FA2DA-9411-47AD-8B97-7829DEC753FE}" dt="2023-12-30T08:44:37.804" v="1304"/>
          <ac:picMkLst>
            <pc:docMk/>
            <pc:sldMk cId="440389690" sldId="2523"/>
            <ac:picMk id="2050" creationId="{34171C6B-AEC4-5266-FB84-1653D01D15D3}"/>
          </ac:picMkLst>
        </pc:picChg>
      </pc:sldChg>
      <pc:sldChg chg="addSp delSp modSp add mod ord modAnim">
        <pc:chgData name="Owais Ahmed" userId="6abc7d4556b3b071" providerId="LiveId" clId="{8C5FA2DA-9411-47AD-8B97-7829DEC753FE}" dt="2023-12-30T09:08:53.544" v="2267"/>
        <pc:sldMkLst>
          <pc:docMk/>
          <pc:sldMk cId="2015937632" sldId="2524"/>
        </pc:sldMkLst>
        <pc:spChg chg="mod">
          <ac:chgData name="Owais Ahmed" userId="6abc7d4556b3b071" providerId="LiveId" clId="{8C5FA2DA-9411-47AD-8B97-7829DEC753FE}" dt="2023-12-30T09:02:15.119" v="2011" actId="20577"/>
          <ac:spMkLst>
            <pc:docMk/>
            <pc:sldMk cId="2015937632" sldId="2524"/>
            <ac:spMk id="3" creationId="{4A1C0383-58FE-E486-295E-B33B8683B938}"/>
          </ac:spMkLst>
        </pc:spChg>
        <pc:spChg chg="del">
          <ac:chgData name="Owais Ahmed" userId="6abc7d4556b3b071" providerId="LiveId" clId="{8C5FA2DA-9411-47AD-8B97-7829DEC753FE}" dt="2023-12-30T08:41:13.123" v="1066" actId="478"/>
          <ac:spMkLst>
            <pc:docMk/>
            <pc:sldMk cId="2015937632" sldId="2524"/>
            <ac:spMk id="214" creationId="{00000000-0000-0000-0000-000000000000}"/>
          </ac:spMkLst>
        </pc:spChg>
        <pc:picChg chg="add mod">
          <ac:chgData name="Owais Ahmed" userId="6abc7d4556b3b071" providerId="LiveId" clId="{8C5FA2DA-9411-47AD-8B97-7829DEC753FE}" dt="2023-12-30T08:41:18.244" v="1068" actId="14100"/>
          <ac:picMkLst>
            <pc:docMk/>
            <pc:sldMk cId="2015937632" sldId="2524"/>
            <ac:picMk id="1026" creationId="{53EE35A2-35DD-7CBF-4273-B66E775BDC02}"/>
          </ac:picMkLst>
        </pc:picChg>
      </pc:sldChg>
      <pc:sldChg chg="modSp add mod ord modAnim">
        <pc:chgData name="Owais Ahmed" userId="6abc7d4556b3b071" providerId="LiveId" clId="{8C5FA2DA-9411-47AD-8B97-7829DEC753FE}" dt="2023-12-30T09:22:56.774" v="2572" actId="20577"/>
        <pc:sldMkLst>
          <pc:docMk/>
          <pc:sldMk cId="668053221" sldId="2525"/>
        </pc:sldMkLst>
        <pc:spChg chg="mod">
          <ac:chgData name="Owais Ahmed" userId="6abc7d4556b3b071" providerId="LiveId" clId="{8C5FA2DA-9411-47AD-8B97-7829DEC753FE}" dt="2023-12-30T09:22:56.774" v="2572" actId="20577"/>
          <ac:spMkLst>
            <pc:docMk/>
            <pc:sldMk cId="668053221" sldId="2525"/>
            <ac:spMk id="3" creationId="{4A1C0383-58FE-E486-295E-B33B8683B938}"/>
          </ac:spMkLst>
        </pc:spChg>
      </pc:sldChg>
      <pc:sldChg chg="add del">
        <pc:chgData name="Owais Ahmed" userId="6abc7d4556b3b071" providerId="LiveId" clId="{8C5FA2DA-9411-47AD-8B97-7829DEC753FE}" dt="2023-12-30T08:35:53.171" v="960" actId="47"/>
        <pc:sldMkLst>
          <pc:docMk/>
          <pc:sldMk cId="3069137200" sldId="2525"/>
        </pc:sldMkLst>
      </pc:sldChg>
      <pc:sldChg chg="addSp delSp modSp add mod modAnim modNotesTx">
        <pc:chgData name="Owais Ahmed" userId="6abc7d4556b3b071" providerId="LiveId" clId="{8C5FA2DA-9411-47AD-8B97-7829DEC753FE}" dt="2023-12-30T09:20:12.281" v="2381" actId="113"/>
        <pc:sldMkLst>
          <pc:docMk/>
          <pc:sldMk cId="4083807424" sldId="2526"/>
        </pc:sldMkLst>
        <pc:spChg chg="mod">
          <ac:chgData name="Owais Ahmed" userId="6abc7d4556b3b071" providerId="LiveId" clId="{8C5FA2DA-9411-47AD-8B97-7829DEC753FE}" dt="2023-12-30T09:20:12.281" v="2381" actId="113"/>
          <ac:spMkLst>
            <pc:docMk/>
            <pc:sldMk cId="4083807424" sldId="2526"/>
            <ac:spMk id="3" creationId="{4A1C0383-58FE-E486-295E-B33B8683B938}"/>
          </ac:spMkLst>
        </pc:spChg>
        <pc:picChg chg="add del">
          <ac:chgData name="Owais Ahmed" userId="6abc7d4556b3b071" providerId="LiveId" clId="{8C5FA2DA-9411-47AD-8B97-7829DEC753FE}" dt="2023-12-30T09:10:46.258" v="2271"/>
          <ac:picMkLst>
            <pc:docMk/>
            <pc:sldMk cId="4083807424" sldId="2526"/>
            <ac:picMk id="4098" creationId="{3AD2EB0E-FB8F-BECE-6568-3F86776C675D}"/>
          </ac:picMkLst>
        </pc:picChg>
        <pc:picChg chg="add mod">
          <ac:chgData name="Owais Ahmed" userId="6abc7d4556b3b071" providerId="LiveId" clId="{8C5FA2DA-9411-47AD-8B97-7829DEC753FE}" dt="2023-12-30T09:12:30.346" v="2286" actId="1076"/>
          <ac:picMkLst>
            <pc:docMk/>
            <pc:sldMk cId="4083807424" sldId="2526"/>
            <ac:picMk id="4100" creationId="{014606A3-2F7A-AD74-E164-A07F7A4B5E61}"/>
          </ac:picMkLst>
        </pc:picChg>
        <pc:picChg chg="add del">
          <ac:chgData name="Owais Ahmed" userId="6abc7d4556b3b071" providerId="LiveId" clId="{8C5FA2DA-9411-47AD-8B97-7829DEC753FE}" dt="2023-12-30T09:11:46.900" v="2277"/>
          <ac:picMkLst>
            <pc:docMk/>
            <pc:sldMk cId="4083807424" sldId="2526"/>
            <ac:picMk id="4102" creationId="{BBBB901B-E675-C2BD-357B-8AF9D5E8C944}"/>
          </ac:picMkLst>
        </pc:picChg>
        <pc:picChg chg="add mod">
          <ac:chgData name="Owais Ahmed" userId="6abc7d4556b3b071" providerId="LiveId" clId="{8C5FA2DA-9411-47AD-8B97-7829DEC753FE}" dt="2023-12-30T09:12:26.551" v="2285" actId="1076"/>
          <ac:picMkLst>
            <pc:docMk/>
            <pc:sldMk cId="4083807424" sldId="2526"/>
            <ac:picMk id="4104" creationId="{1B065BC6-3E54-2952-4615-E017A7F54256}"/>
          </ac:picMkLst>
        </pc:picChg>
        <pc:picChg chg="add mod">
          <ac:chgData name="Owais Ahmed" userId="6abc7d4556b3b071" providerId="LiveId" clId="{8C5FA2DA-9411-47AD-8B97-7829DEC753FE}" dt="2023-12-30T09:14:42.290" v="2293" actId="14100"/>
          <ac:picMkLst>
            <pc:docMk/>
            <pc:sldMk cId="4083807424" sldId="2526"/>
            <ac:picMk id="4106" creationId="{A39C6BF2-B923-CF1D-85B1-6D20E3BF2CCC}"/>
          </ac:picMkLst>
        </pc:picChg>
        <pc:picChg chg="add del">
          <ac:chgData name="Owais Ahmed" userId="6abc7d4556b3b071" providerId="LiveId" clId="{8C5FA2DA-9411-47AD-8B97-7829DEC753FE}" dt="2023-12-30T09:16:17.564" v="2314"/>
          <ac:picMkLst>
            <pc:docMk/>
            <pc:sldMk cId="4083807424" sldId="2526"/>
            <ac:picMk id="4108" creationId="{6BB28018-9A62-B100-AE8D-4ABD1C0C8F62}"/>
          </ac:picMkLst>
        </pc:picChg>
      </pc:sldChg>
      <pc:sldChg chg="addSp delSp modSp add mod setBg modAnim">
        <pc:chgData name="Owais Ahmed" userId="6abc7d4556b3b071" providerId="LiveId" clId="{8C5FA2DA-9411-47AD-8B97-7829DEC753FE}" dt="2023-12-30T09:08:29.804" v="2265" actId="207"/>
        <pc:sldMkLst>
          <pc:docMk/>
          <pc:sldMk cId="1874986722" sldId="2527"/>
        </pc:sldMkLst>
        <pc:spChg chg="ord">
          <ac:chgData name="Owais Ahmed" userId="6abc7d4556b3b071" providerId="LiveId" clId="{8C5FA2DA-9411-47AD-8B97-7829DEC753FE}" dt="2023-12-30T08:45:37.012" v="1318" actId="26606"/>
          <ac:spMkLst>
            <pc:docMk/>
            <pc:sldMk cId="1874986722" sldId="2527"/>
            <ac:spMk id="2" creationId="{00000000-0000-0000-0000-000000000000}"/>
          </ac:spMkLst>
        </pc:spChg>
        <pc:spChg chg="del">
          <ac:chgData name="Owais Ahmed" userId="6abc7d4556b3b071" providerId="LiveId" clId="{8C5FA2DA-9411-47AD-8B97-7829DEC753FE}" dt="2023-12-30T08:45:12.902" v="1307" actId="478"/>
          <ac:spMkLst>
            <pc:docMk/>
            <pc:sldMk cId="1874986722" sldId="2527"/>
            <ac:spMk id="3" creationId="{4A1C0383-58FE-E486-295E-B33B8683B938}"/>
          </ac:spMkLst>
        </pc:spChg>
        <pc:spChg chg="add del mod">
          <ac:chgData name="Owais Ahmed" userId="6abc7d4556b3b071" providerId="LiveId" clId="{8C5FA2DA-9411-47AD-8B97-7829DEC753FE}" dt="2023-12-30T08:45:58.080" v="1323"/>
          <ac:spMkLst>
            <pc:docMk/>
            <pc:sldMk cId="1874986722" sldId="2527"/>
            <ac:spMk id="4" creationId="{66B9FD17-D6E4-D5F1-5E4F-929CA6271DA3}"/>
          </ac:spMkLst>
        </pc:spChg>
        <pc:spChg chg="add mod">
          <ac:chgData name="Owais Ahmed" userId="6abc7d4556b3b071" providerId="LiveId" clId="{8C5FA2DA-9411-47AD-8B97-7829DEC753FE}" dt="2023-12-30T09:08:29.804" v="2265" actId="207"/>
          <ac:spMkLst>
            <pc:docMk/>
            <pc:sldMk cId="1874986722" sldId="2527"/>
            <ac:spMk id="5" creationId="{BB39B421-9952-5286-06E2-4CEC72822240}"/>
          </ac:spMkLst>
        </pc:spChg>
        <pc:spChg chg="del">
          <ac:chgData name="Owais Ahmed" userId="6abc7d4556b3b071" providerId="LiveId" clId="{8C5FA2DA-9411-47AD-8B97-7829DEC753FE}" dt="2023-12-30T08:45:12.902" v="1307" actId="478"/>
          <ac:spMkLst>
            <pc:docMk/>
            <pc:sldMk cId="1874986722" sldId="2527"/>
            <ac:spMk id="89" creationId="{00000000-0000-0000-0000-000000000000}"/>
          </ac:spMkLst>
        </pc:spChg>
        <pc:spChg chg="del">
          <ac:chgData name="Owais Ahmed" userId="6abc7d4556b3b071" providerId="LiveId" clId="{8C5FA2DA-9411-47AD-8B97-7829DEC753FE}" dt="2023-12-30T08:45:12.902" v="1307" actId="478"/>
          <ac:spMkLst>
            <pc:docMk/>
            <pc:sldMk cId="1874986722" sldId="2527"/>
            <ac:spMk id="215" creationId="{00000000-0000-0000-0000-000000000000}"/>
          </ac:spMkLst>
        </pc:spChg>
        <pc:spChg chg="add del">
          <ac:chgData name="Owais Ahmed" userId="6abc7d4556b3b071" providerId="LiveId" clId="{8C5FA2DA-9411-47AD-8B97-7829DEC753FE}" dt="2023-12-30T08:45:28.489" v="1312" actId="26606"/>
          <ac:spMkLst>
            <pc:docMk/>
            <pc:sldMk cId="1874986722" sldId="2527"/>
            <ac:spMk id="3076" creationId="{A8384FB5-9ADC-4DDC-881B-597D56F5B15D}"/>
          </ac:spMkLst>
        </pc:spChg>
        <pc:spChg chg="add del">
          <ac:chgData name="Owais Ahmed" userId="6abc7d4556b3b071" providerId="LiveId" clId="{8C5FA2DA-9411-47AD-8B97-7829DEC753FE}" dt="2023-12-30T08:45:28.489" v="1312" actId="26606"/>
          <ac:spMkLst>
            <pc:docMk/>
            <pc:sldMk cId="1874986722" sldId="2527"/>
            <ac:spMk id="3077" creationId="{91E5A9A7-95C6-4F4F-B00E-C82E07FE62EF}"/>
          </ac:spMkLst>
        </pc:spChg>
        <pc:spChg chg="add del">
          <ac:chgData name="Owais Ahmed" userId="6abc7d4556b3b071" providerId="LiveId" clId="{8C5FA2DA-9411-47AD-8B97-7829DEC753FE}" dt="2023-12-30T08:45:28.489" v="1312" actId="26606"/>
          <ac:spMkLst>
            <pc:docMk/>
            <pc:sldMk cId="1874986722" sldId="2527"/>
            <ac:spMk id="3078" creationId="{D07DD2DE-F619-49DD-B5E7-03A290FF4ED1}"/>
          </ac:spMkLst>
        </pc:spChg>
        <pc:spChg chg="add del">
          <ac:chgData name="Owais Ahmed" userId="6abc7d4556b3b071" providerId="LiveId" clId="{8C5FA2DA-9411-47AD-8B97-7829DEC753FE}" dt="2023-12-30T08:45:24.337" v="1310" actId="26606"/>
          <ac:spMkLst>
            <pc:docMk/>
            <pc:sldMk cId="1874986722" sldId="2527"/>
            <ac:spMk id="3079" creationId="{37C89E4B-3C9F-44B9-8B86-D9E3D112D8EC}"/>
          </ac:spMkLst>
        </pc:spChg>
        <pc:spChg chg="add del">
          <ac:chgData name="Owais Ahmed" userId="6abc7d4556b3b071" providerId="LiveId" clId="{8C5FA2DA-9411-47AD-8B97-7829DEC753FE}" dt="2023-12-30T08:45:29.687" v="1314" actId="26606"/>
          <ac:spMkLst>
            <pc:docMk/>
            <pc:sldMk cId="1874986722" sldId="2527"/>
            <ac:spMk id="3080" creationId="{91DC6ABD-215C-4EA8-A483-CEF5B99AB385}"/>
          </ac:spMkLst>
        </pc:spChg>
        <pc:spChg chg="add del">
          <ac:chgData name="Owais Ahmed" userId="6abc7d4556b3b071" providerId="LiveId" clId="{8C5FA2DA-9411-47AD-8B97-7829DEC753FE}" dt="2023-12-30T08:45:31.420" v="1316" actId="26606"/>
          <ac:spMkLst>
            <pc:docMk/>
            <pc:sldMk cId="1874986722" sldId="2527"/>
            <ac:spMk id="3082" creationId="{6753252F-4873-4F63-801D-CC719279A7D5}"/>
          </ac:spMkLst>
        </pc:spChg>
        <pc:spChg chg="add del">
          <ac:chgData name="Owais Ahmed" userId="6abc7d4556b3b071" providerId="LiveId" clId="{8C5FA2DA-9411-47AD-8B97-7829DEC753FE}" dt="2023-12-30T08:45:28.489" v="1312" actId="26606"/>
          <ac:spMkLst>
            <pc:docMk/>
            <pc:sldMk cId="1874986722" sldId="2527"/>
            <ac:spMk id="3085" creationId="{85149191-5F60-4A28-AAFF-039F96B0F3EC}"/>
          </ac:spMkLst>
        </pc:spChg>
        <pc:spChg chg="add del">
          <ac:chgData name="Owais Ahmed" userId="6abc7d4556b3b071" providerId="LiveId" clId="{8C5FA2DA-9411-47AD-8B97-7829DEC753FE}" dt="2023-12-30T08:45:37.012" v="1318" actId="26606"/>
          <ac:spMkLst>
            <pc:docMk/>
            <pc:sldMk cId="1874986722" sldId="2527"/>
            <ac:spMk id="3086" creationId="{37C89E4B-3C9F-44B9-8B86-D9E3D112D8EC}"/>
          </ac:spMkLst>
        </pc:spChg>
        <pc:spChg chg="add del">
          <ac:chgData name="Owais Ahmed" userId="6abc7d4556b3b071" providerId="LiveId" clId="{8C5FA2DA-9411-47AD-8B97-7829DEC753FE}" dt="2023-12-30T08:45:28.489" v="1312" actId="26606"/>
          <ac:spMkLst>
            <pc:docMk/>
            <pc:sldMk cId="1874986722" sldId="2527"/>
            <ac:spMk id="3087" creationId="{F8260ED5-17F7-4158-B241-D51DD4CF1B7E}"/>
          </ac:spMkLst>
        </pc:spChg>
        <pc:spChg chg="add del">
          <ac:chgData name="Owais Ahmed" userId="6abc7d4556b3b071" providerId="LiveId" clId="{8C5FA2DA-9411-47AD-8B97-7829DEC753FE}" dt="2023-12-30T08:45:29.687" v="1314" actId="26606"/>
          <ac:spMkLst>
            <pc:docMk/>
            <pc:sldMk cId="1874986722" sldId="2527"/>
            <ac:spMk id="3088" creationId="{04357C93-F0CB-4A1C-8F77-4E9063789819}"/>
          </ac:spMkLst>
        </pc:spChg>
        <pc:spChg chg="add del">
          <ac:chgData name="Owais Ahmed" userId="6abc7d4556b3b071" providerId="LiveId" clId="{8C5FA2DA-9411-47AD-8B97-7829DEC753FE}" dt="2023-12-30T08:45:31.420" v="1316" actId="26606"/>
          <ac:spMkLst>
            <pc:docMk/>
            <pc:sldMk cId="1874986722" sldId="2527"/>
            <ac:spMk id="3089" creationId="{047C8CCB-F95D-4249-92DD-651249D3535A}"/>
          </ac:spMkLst>
        </pc:spChg>
        <pc:grpChg chg="add del">
          <ac:chgData name="Owais Ahmed" userId="6abc7d4556b3b071" providerId="LiveId" clId="{8C5FA2DA-9411-47AD-8B97-7829DEC753FE}" dt="2023-12-30T08:45:29.687" v="1314" actId="26606"/>
          <ac:grpSpMkLst>
            <pc:docMk/>
            <pc:sldMk cId="1874986722" sldId="2527"/>
            <ac:grpSpMk id="3084" creationId="{3AF6A671-C637-4547-85F4-51B6D1881399}"/>
          </ac:grpSpMkLst>
        </pc:grpChg>
        <pc:picChg chg="del">
          <ac:chgData name="Owais Ahmed" userId="6abc7d4556b3b071" providerId="LiveId" clId="{8C5FA2DA-9411-47AD-8B97-7829DEC753FE}" dt="2023-12-30T08:45:12.902" v="1307" actId="478"/>
          <ac:picMkLst>
            <pc:docMk/>
            <pc:sldMk cId="1874986722" sldId="2527"/>
            <ac:picMk id="1028" creationId="{8B23CBA8-CD79-BB48-9BD0-749DEC3D392F}"/>
          </ac:picMkLst>
        </pc:picChg>
        <pc:picChg chg="add mod">
          <ac:chgData name="Owais Ahmed" userId="6abc7d4556b3b071" providerId="LiveId" clId="{8C5FA2DA-9411-47AD-8B97-7829DEC753FE}" dt="2023-12-30T09:07:52.672" v="2260" actId="14100"/>
          <ac:picMkLst>
            <pc:docMk/>
            <pc:sldMk cId="1874986722" sldId="2527"/>
            <ac:picMk id="3074" creationId="{412390E4-471A-9984-EFEA-8661E2FABA62}"/>
          </ac:picMkLst>
        </pc:picChg>
        <pc:cxnChg chg="add del">
          <ac:chgData name="Owais Ahmed" userId="6abc7d4556b3b071" providerId="LiveId" clId="{8C5FA2DA-9411-47AD-8B97-7829DEC753FE}" dt="2023-12-30T08:45:24.337" v="1310" actId="26606"/>
          <ac:cxnSpMkLst>
            <pc:docMk/>
            <pc:sldMk cId="1874986722" sldId="2527"/>
            <ac:cxnSpMk id="3081" creationId="{AA2EAA10-076F-46BD-8F0F-B9A2FB77A85C}"/>
          </ac:cxnSpMkLst>
        </pc:cxnChg>
        <pc:cxnChg chg="add del">
          <ac:chgData name="Owais Ahmed" userId="6abc7d4556b3b071" providerId="LiveId" clId="{8C5FA2DA-9411-47AD-8B97-7829DEC753FE}" dt="2023-12-30T08:45:24.337" v="1310" actId="26606"/>
          <ac:cxnSpMkLst>
            <pc:docMk/>
            <pc:sldMk cId="1874986722" sldId="2527"/>
            <ac:cxnSpMk id="3083" creationId="{D891E407-403B-4764-86C9-33A56D3BCAA3}"/>
          </ac:cxnSpMkLst>
        </pc:cxnChg>
        <pc:cxnChg chg="add del">
          <ac:chgData name="Owais Ahmed" userId="6abc7d4556b3b071" providerId="LiveId" clId="{8C5FA2DA-9411-47AD-8B97-7829DEC753FE}" dt="2023-12-30T08:45:37.012" v="1318" actId="26606"/>
          <ac:cxnSpMkLst>
            <pc:docMk/>
            <pc:sldMk cId="1874986722" sldId="2527"/>
            <ac:cxnSpMk id="3090" creationId="{AA2EAA10-076F-46BD-8F0F-B9A2FB77A85C}"/>
          </ac:cxnSpMkLst>
        </pc:cxnChg>
        <pc:cxnChg chg="add del">
          <ac:chgData name="Owais Ahmed" userId="6abc7d4556b3b071" providerId="LiveId" clId="{8C5FA2DA-9411-47AD-8B97-7829DEC753FE}" dt="2023-12-30T08:45:37.012" v="1318" actId="26606"/>
          <ac:cxnSpMkLst>
            <pc:docMk/>
            <pc:sldMk cId="1874986722" sldId="2527"/>
            <ac:cxnSpMk id="3091" creationId="{D891E407-403B-4764-86C9-33A56D3BCAA3}"/>
          </ac:cxnSpMkLst>
        </pc:cxnChg>
      </pc:sldChg>
      <pc:sldChg chg="modSp add mod ord modAnim">
        <pc:chgData name="Owais Ahmed" userId="6abc7d4556b3b071" providerId="LiveId" clId="{8C5FA2DA-9411-47AD-8B97-7829DEC753FE}" dt="2023-12-30T11:43:28.230" v="3057"/>
        <pc:sldMkLst>
          <pc:docMk/>
          <pc:sldMk cId="3210216802" sldId="2528"/>
        </pc:sldMkLst>
        <pc:spChg chg="mod">
          <ac:chgData name="Owais Ahmed" userId="6abc7d4556b3b071" providerId="LiveId" clId="{8C5FA2DA-9411-47AD-8B97-7829DEC753FE}" dt="2023-12-30T09:28:28.510" v="3053" actId="20577"/>
          <ac:spMkLst>
            <pc:docMk/>
            <pc:sldMk cId="3210216802" sldId="2528"/>
            <ac:spMk id="3" creationId="{4A1C0383-58FE-E486-295E-B33B8683B938}"/>
          </ac:spMkLst>
        </pc:spChg>
        <pc:spChg chg="mod">
          <ac:chgData name="Owais Ahmed" userId="6abc7d4556b3b071" providerId="LiveId" clId="{8C5FA2DA-9411-47AD-8B97-7829DEC753FE}" dt="2023-12-30T09:21:14.475" v="2395" actId="20577"/>
          <ac:spMkLst>
            <pc:docMk/>
            <pc:sldMk cId="3210216802" sldId="2528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7A2E326C-3728-4F4E-962A-C55BA8FCDEE3}"/>
    <pc:docChg chg="undo custSel addSld delSld modSld sldOrd">
      <pc:chgData name="Owais Ahmed" userId="6abc7d4556b3b071" providerId="LiveId" clId="{7A2E326C-3728-4F4E-962A-C55BA8FCDEE3}" dt="2023-03-14T10:02:41.932" v="5722" actId="20577"/>
      <pc:docMkLst>
        <pc:docMk/>
      </pc:docMkLst>
      <pc:sldChg chg="modSp mod">
        <pc:chgData name="Owais Ahmed" userId="6abc7d4556b3b071" providerId="LiveId" clId="{7A2E326C-3728-4F4E-962A-C55BA8FCDEE3}" dt="2023-03-14T08:55:57.593" v="2358" actId="20577"/>
        <pc:sldMkLst>
          <pc:docMk/>
          <pc:sldMk cId="1649098948" sldId="2462"/>
        </pc:sldMkLst>
        <pc:spChg chg="mod">
          <ac:chgData name="Owais Ahmed" userId="6abc7d4556b3b071" providerId="LiveId" clId="{7A2E326C-3728-4F4E-962A-C55BA8FCDEE3}" dt="2023-03-14T08:55:57.593" v="2358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7A2E326C-3728-4F4E-962A-C55BA8FCDEE3}" dt="2023-03-14T08:08:31.898" v="67" actId="47"/>
        <pc:sldMkLst>
          <pc:docMk/>
          <pc:sldMk cId="2426892836" sldId="2485"/>
        </pc:sldMkLst>
      </pc:sldChg>
      <pc:sldChg chg="del">
        <pc:chgData name="Owais Ahmed" userId="6abc7d4556b3b071" providerId="LiveId" clId="{7A2E326C-3728-4F4E-962A-C55BA8FCDEE3}" dt="2023-03-14T08:08:31.648" v="66" actId="47"/>
        <pc:sldMkLst>
          <pc:docMk/>
          <pc:sldMk cId="2564503825" sldId="2486"/>
        </pc:sldMkLst>
      </pc:sldChg>
      <pc:sldChg chg="del">
        <pc:chgData name="Owais Ahmed" userId="6abc7d4556b3b071" providerId="LiveId" clId="{7A2E326C-3728-4F4E-962A-C55BA8FCDEE3}" dt="2023-03-14T08:08:32.130" v="68" actId="47"/>
        <pc:sldMkLst>
          <pc:docMk/>
          <pc:sldMk cId="4176642933" sldId="2487"/>
        </pc:sldMkLst>
      </pc:sldChg>
      <pc:sldChg chg="del">
        <pc:chgData name="Owais Ahmed" userId="6abc7d4556b3b071" providerId="LiveId" clId="{7A2E326C-3728-4F4E-962A-C55BA8FCDEE3}" dt="2023-03-14T08:08:32.736" v="69" actId="47"/>
        <pc:sldMkLst>
          <pc:docMk/>
          <pc:sldMk cId="4039704136" sldId="2488"/>
        </pc:sldMkLst>
      </pc:sldChg>
      <pc:sldChg chg="del">
        <pc:chgData name="Owais Ahmed" userId="6abc7d4556b3b071" providerId="LiveId" clId="{7A2E326C-3728-4F4E-962A-C55BA8FCDEE3}" dt="2023-03-14T08:08:33.891" v="70" actId="47"/>
        <pc:sldMkLst>
          <pc:docMk/>
          <pc:sldMk cId="3325262481" sldId="2489"/>
        </pc:sldMkLst>
      </pc:sldChg>
      <pc:sldChg chg="modSp mod ord modAnim modNotesTx">
        <pc:chgData name="Owais Ahmed" userId="6abc7d4556b3b071" providerId="LiveId" clId="{7A2E326C-3728-4F4E-962A-C55BA8FCDEE3}" dt="2023-03-14T09:03:41.655" v="3128" actId="20577"/>
        <pc:sldMkLst>
          <pc:docMk/>
          <pc:sldMk cId="2171066017" sldId="2490"/>
        </pc:sldMkLst>
        <pc:spChg chg="mod">
          <ac:chgData name="Owais Ahmed" userId="6abc7d4556b3b071" providerId="LiveId" clId="{7A2E326C-3728-4F4E-962A-C55BA8FCDEE3}" dt="2023-03-14T09:02:50.209" v="3016" actId="20577"/>
          <ac:spMkLst>
            <pc:docMk/>
            <pc:sldMk cId="2171066017" sldId="2490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09:26.937" v="168" actId="20577"/>
          <ac:spMkLst>
            <pc:docMk/>
            <pc:sldMk cId="2171066017" sldId="2490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7A2E326C-3728-4F4E-962A-C55BA8FCDEE3}" dt="2023-03-14T08:21:00.539" v="1181" actId="20577"/>
        <pc:sldMkLst>
          <pc:docMk/>
          <pc:sldMk cId="1034671824" sldId="2491"/>
        </pc:sldMkLst>
        <pc:spChg chg="mod">
          <ac:chgData name="Owais Ahmed" userId="6abc7d4556b3b071" providerId="LiveId" clId="{7A2E326C-3728-4F4E-962A-C55BA8FCDEE3}" dt="2023-03-14T08:21:00.539" v="1181" actId="20577"/>
          <ac:spMkLst>
            <pc:docMk/>
            <pc:sldMk cId="1034671824" sldId="2491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15:37.246" v="689" actId="20577"/>
          <ac:spMkLst>
            <pc:docMk/>
            <pc:sldMk cId="1034671824" sldId="2491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5.844" v="71" actId="47"/>
        <pc:sldMkLst>
          <pc:docMk/>
          <pc:sldMk cId="3542561392" sldId="2491"/>
        </pc:sldMkLst>
      </pc:sldChg>
      <pc:sldChg chg="del">
        <pc:chgData name="Owais Ahmed" userId="6abc7d4556b3b071" providerId="LiveId" clId="{7A2E326C-3728-4F4E-962A-C55BA8FCDEE3}" dt="2023-03-14T08:08:36.060" v="72" actId="47"/>
        <pc:sldMkLst>
          <pc:docMk/>
          <pc:sldMk cId="140807305" sldId="2492"/>
        </pc:sldMkLst>
      </pc:sldChg>
      <pc:sldChg chg="modSp add mod ord modAnim">
        <pc:chgData name="Owais Ahmed" userId="6abc7d4556b3b071" providerId="LiveId" clId="{7A2E326C-3728-4F4E-962A-C55BA8FCDEE3}" dt="2023-03-14T08:30:27.433" v="1592" actId="27636"/>
        <pc:sldMkLst>
          <pc:docMk/>
          <pc:sldMk cId="536030068" sldId="2492"/>
        </pc:sldMkLst>
        <pc:spChg chg="mod">
          <ac:chgData name="Owais Ahmed" userId="6abc7d4556b3b071" providerId="LiveId" clId="{7A2E326C-3728-4F4E-962A-C55BA8FCDEE3}" dt="2023-03-14T08:30:27.433" v="1592" actId="27636"/>
          <ac:spMkLst>
            <pc:docMk/>
            <pc:sldMk cId="536030068" sldId="2492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23:33.966" v="1217" actId="20577"/>
          <ac:spMkLst>
            <pc:docMk/>
            <pc:sldMk cId="536030068" sldId="2492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7.425" v="75" actId="47"/>
        <pc:sldMkLst>
          <pc:docMk/>
          <pc:sldMk cId="291289866" sldId="2493"/>
        </pc:sldMkLst>
      </pc:sldChg>
      <pc:sldChg chg="modSp add mod ord modAnim modNotesTx">
        <pc:chgData name="Owais Ahmed" userId="6abc7d4556b3b071" providerId="LiveId" clId="{7A2E326C-3728-4F4E-962A-C55BA8FCDEE3}" dt="2023-03-14T08:55:41.968" v="2327" actId="20577"/>
        <pc:sldMkLst>
          <pc:docMk/>
          <pc:sldMk cId="1385104569" sldId="2493"/>
        </pc:sldMkLst>
        <pc:spChg chg="mod">
          <ac:chgData name="Owais Ahmed" userId="6abc7d4556b3b071" providerId="LiveId" clId="{7A2E326C-3728-4F4E-962A-C55BA8FCDEE3}" dt="2023-03-14T08:52:20.531" v="2259" actId="20577"/>
          <ac:spMkLst>
            <pc:docMk/>
            <pc:sldMk cId="1385104569" sldId="2493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8:55:41.968" v="2327" actId="20577"/>
          <ac:spMkLst>
            <pc:docMk/>
            <pc:sldMk cId="1385104569" sldId="2493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8.043" v="78" actId="47"/>
        <pc:sldMkLst>
          <pc:docMk/>
          <pc:sldMk cId="768229774" sldId="2494"/>
        </pc:sldMkLst>
      </pc:sldChg>
      <pc:sldChg chg="add del">
        <pc:chgData name="Owais Ahmed" userId="6abc7d4556b3b071" providerId="LiveId" clId="{7A2E326C-3728-4F4E-962A-C55BA8FCDEE3}" dt="2023-03-14T08:58:46.348" v="2586" actId="2890"/>
        <pc:sldMkLst>
          <pc:docMk/>
          <pc:sldMk cId="1268028680" sldId="2494"/>
        </pc:sldMkLst>
      </pc:sldChg>
      <pc:sldChg chg="modSp add mod ord modAnim">
        <pc:chgData name="Owais Ahmed" userId="6abc7d4556b3b071" providerId="LiveId" clId="{7A2E326C-3728-4F4E-962A-C55BA8FCDEE3}" dt="2023-03-14T09:33:16.316" v="4057" actId="20577"/>
        <pc:sldMkLst>
          <pc:docMk/>
          <pc:sldMk cId="3703529031" sldId="2494"/>
        </pc:sldMkLst>
        <pc:spChg chg="mod">
          <ac:chgData name="Owais Ahmed" userId="6abc7d4556b3b071" providerId="LiveId" clId="{7A2E326C-3728-4F4E-962A-C55BA8FCDEE3}" dt="2023-03-14T09:33:16.316" v="4057" actId="20577"/>
          <ac:spMkLst>
            <pc:docMk/>
            <pc:sldMk cId="3703529031" sldId="2494"/>
            <ac:spMk id="3" creationId="{4A1C0383-58FE-E486-295E-B33B8683B938}"/>
          </ac:spMkLst>
        </pc:spChg>
        <pc:spChg chg="mod">
          <ac:chgData name="Owais Ahmed" userId="6abc7d4556b3b071" providerId="LiveId" clId="{7A2E326C-3728-4F4E-962A-C55BA8FCDEE3}" dt="2023-03-14T09:02:31.908" v="2965" actId="20577"/>
          <ac:spMkLst>
            <pc:docMk/>
            <pc:sldMk cId="3703529031" sldId="2494"/>
            <ac:spMk id="215" creationId="{00000000-0000-0000-0000-000000000000}"/>
          </ac:spMkLst>
        </pc:spChg>
      </pc:sldChg>
      <pc:sldChg chg="del">
        <pc:chgData name="Owais Ahmed" userId="6abc7d4556b3b071" providerId="LiveId" clId="{7A2E326C-3728-4F4E-962A-C55BA8FCDEE3}" dt="2023-03-14T08:08:38.285" v="79" actId="47"/>
        <pc:sldMkLst>
          <pc:docMk/>
          <pc:sldMk cId="232042637" sldId="2495"/>
        </pc:sldMkLst>
      </pc:sldChg>
      <pc:sldChg chg="modSp add mod modAnim modNotesTx">
        <pc:chgData name="Owais Ahmed" userId="6abc7d4556b3b071" providerId="LiveId" clId="{7A2E326C-3728-4F4E-962A-C55BA8FCDEE3}" dt="2023-03-14T09:52:40.543" v="4697" actId="20577"/>
        <pc:sldMkLst>
          <pc:docMk/>
          <pc:sldMk cId="1437269240" sldId="2495"/>
        </pc:sldMkLst>
        <pc:spChg chg="mod">
          <ac:chgData name="Owais Ahmed" userId="6abc7d4556b3b071" providerId="LiveId" clId="{7A2E326C-3728-4F4E-962A-C55BA8FCDEE3}" dt="2023-03-14T09:52:40.543" v="4697" actId="20577"/>
          <ac:spMkLst>
            <pc:docMk/>
            <pc:sldMk cId="1437269240" sldId="2495"/>
            <ac:spMk id="3" creationId="{4A1C0383-58FE-E486-295E-B33B8683B938}"/>
          </ac:spMkLst>
        </pc:spChg>
      </pc:sldChg>
      <pc:sldChg chg="new del">
        <pc:chgData name="Owais Ahmed" userId="6abc7d4556b3b071" providerId="LiveId" clId="{7A2E326C-3728-4F4E-962A-C55BA8FCDEE3}" dt="2023-03-14T09:01:03.883" v="2891" actId="680"/>
        <pc:sldMkLst>
          <pc:docMk/>
          <pc:sldMk cId="2318419270" sldId="2495"/>
        </pc:sldMkLst>
      </pc:sldChg>
      <pc:sldChg chg="modSp add mod modAnim modNotesTx">
        <pc:chgData name="Owais Ahmed" userId="6abc7d4556b3b071" providerId="LiveId" clId="{7A2E326C-3728-4F4E-962A-C55BA8FCDEE3}" dt="2023-03-14T10:02:41.932" v="5722" actId="20577"/>
        <pc:sldMkLst>
          <pc:docMk/>
          <pc:sldMk cId="3627983074" sldId="2496"/>
        </pc:sldMkLst>
        <pc:spChg chg="mod">
          <ac:chgData name="Owais Ahmed" userId="6abc7d4556b3b071" providerId="LiveId" clId="{7A2E326C-3728-4F4E-962A-C55BA8FCDEE3}" dt="2023-03-14T10:02:41.932" v="5722" actId="20577"/>
          <ac:spMkLst>
            <pc:docMk/>
            <pc:sldMk cId="3627983074" sldId="2496"/>
            <ac:spMk id="3" creationId="{4A1C0383-58FE-E486-295E-B33B8683B938}"/>
          </ac:spMkLst>
        </pc:spChg>
      </pc:sldChg>
      <pc:sldChg chg="del">
        <pc:chgData name="Owais Ahmed" userId="6abc7d4556b3b071" providerId="LiveId" clId="{7A2E326C-3728-4F4E-962A-C55BA8FCDEE3}" dt="2023-03-14T08:08:36.354" v="73" actId="47"/>
        <pc:sldMkLst>
          <pc:docMk/>
          <pc:sldMk cId="3980957688" sldId="2496"/>
        </pc:sldMkLst>
      </pc:sldChg>
      <pc:sldChg chg="del">
        <pc:chgData name="Owais Ahmed" userId="6abc7d4556b3b071" providerId="LiveId" clId="{7A2E326C-3728-4F4E-962A-C55BA8FCDEE3}" dt="2023-03-14T08:08:37.612" v="76" actId="47"/>
        <pc:sldMkLst>
          <pc:docMk/>
          <pc:sldMk cId="3124922675" sldId="2497"/>
        </pc:sldMkLst>
      </pc:sldChg>
      <pc:sldChg chg="del">
        <pc:chgData name="Owais Ahmed" userId="6abc7d4556b3b071" providerId="LiveId" clId="{7A2E326C-3728-4F4E-962A-C55BA8FCDEE3}" dt="2023-03-14T08:08:37.789" v="77" actId="47"/>
        <pc:sldMkLst>
          <pc:docMk/>
          <pc:sldMk cId="2737715429" sldId="2498"/>
        </pc:sldMkLst>
      </pc:sldChg>
      <pc:sldChg chg="del">
        <pc:chgData name="Owais Ahmed" userId="6abc7d4556b3b071" providerId="LiveId" clId="{7A2E326C-3728-4F4E-962A-C55BA8FCDEE3}" dt="2023-03-14T08:08:37.223" v="74" actId="47"/>
        <pc:sldMkLst>
          <pc:docMk/>
          <pc:sldMk cId="1701565530" sldId="2499"/>
        </pc:sldMkLst>
      </pc:sldChg>
      <pc:sldChg chg="del">
        <pc:chgData name="Owais Ahmed" userId="6abc7d4556b3b071" providerId="LiveId" clId="{7A2E326C-3728-4F4E-962A-C55BA8FCDEE3}" dt="2023-03-14T08:08:38.529" v="80" actId="47"/>
        <pc:sldMkLst>
          <pc:docMk/>
          <pc:sldMk cId="98145820" sldId="2500"/>
        </pc:sldMkLst>
      </pc:sldChg>
      <pc:sldChg chg="del">
        <pc:chgData name="Owais Ahmed" userId="6abc7d4556b3b071" providerId="LiveId" clId="{7A2E326C-3728-4F4E-962A-C55BA8FCDEE3}" dt="2023-03-14T08:08:40.399" v="81" actId="47"/>
        <pc:sldMkLst>
          <pc:docMk/>
          <pc:sldMk cId="349804789" sldId="2501"/>
        </pc:sldMkLst>
      </pc:sldChg>
      <pc:sldChg chg="del">
        <pc:chgData name="Owais Ahmed" userId="6abc7d4556b3b071" providerId="LiveId" clId="{7A2E326C-3728-4F4E-962A-C55BA8FCDEE3}" dt="2023-03-14T08:08:41.244" v="82" actId="47"/>
        <pc:sldMkLst>
          <pc:docMk/>
          <pc:sldMk cId="366950723" sldId="2502"/>
        </pc:sldMkLst>
      </pc:sldChg>
      <pc:sldChg chg="del">
        <pc:chgData name="Owais Ahmed" userId="6abc7d4556b3b071" providerId="LiveId" clId="{7A2E326C-3728-4F4E-962A-C55BA8FCDEE3}" dt="2023-03-14T08:08:42.509" v="83" actId="47"/>
        <pc:sldMkLst>
          <pc:docMk/>
          <pc:sldMk cId="465789078" sldId="2503"/>
        </pc:sldMkLst>
      </pc:sldChg>
      <pc:sldChg chg="del">
        <pc:chgData name="Owais Ahmed" userId="6abc7d4556b3b071" providerId="LiveId" clId="{7A2E326C-3728-4F4E-962A-C55BA8FCDEE3}" dt="2023-03-14T08:08:43.518" v="84" actId="47"/>
        <pc:sldMkLst>
          <pc:docMk/>
          <pc:sldMk cId="4099730819" sldId="250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30-Dec-23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30-Dec-23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2.material.io/design/communication/imagery.html#informational-imagery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227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971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124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381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51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7322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69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912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9262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2304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Guidelines from: https://m2.material.io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359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More on: </a:t>
            </a:r>
            <a:r>
              <a:rPr lang="en-US" dirty="0">
                <a:hlinkClick r:id="rId3"/>
              </a:rPr>
              <a:t>Imagery - Material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414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4430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627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4224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7358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4701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Demo colour picking: https://coolors.co/color-picker</a:t>
            </a:r>
          </a:p>
          <a:p>
            <a:pPr marL="228600" indent="-228600">
              <a:buAutoNum type="arabicPeriod"/>
            </a:pPr>
            <a:r>
              <a:rPr lang="en-US" sz="1200" dirty="0"/>
              <a:t>Demo accessibility: See: https://coolors.co/contrast-checker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4799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7742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9423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4050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900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9625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38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olors.co/color-picker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microsoft.com/office/2007/relationships/hdphoto" Target="../media/hdphoto1.wdp"/><Relationship Id="rId7" Type="http://schemas.openxmlformats.org/officeDocument/2006/relationships/image" Target="../media/image2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MOBILE APPLICATION Development (114155)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1760219"/>
            <a:ext cx="4114800" cy="4454853"/>
          </a:xfrm>
        </p:spPr>
        <p:txBody>
          <a:bodyPr/>
          <a:lstStyle/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Principles of Material UI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Material UI Guidelines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Colour Theory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UX-based Design</a:t>
            </a:r>
          </a:p>
          <a:p>
            <a:r>
              <a:rPr lang="en-US" dirty="0">
                <a:solidFill>
                  <a:srgbClr val="404040"/>
                </a:solidFill>
                <a:latin typeface="Trebuchet MS" panose="020B0603020202020204" pitchFamily="34" charset="0"/>
              </a:rPr>
              <a:t>UX-based Design Examples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293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Principles of Material UI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845492" cy="5020613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Material</a:t>
            </a:r>
            <a:r>
              <a:rPr lang="en-US" sz="3600" dirty="0"/>
              <a:t>: design should be inspired by the physical world. Like, using realistic motion and tactile surfaces.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Meaningfulness</a:t>
            </a:r>
            <a:r>
              <a:rPr lang="en-US" sz="3600" dirty="0"/>
              <a:t>: each visual element should be associated with the context to facilitate user in a glance.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Motion</a:t>
            </a:r>
            <a:r>
              <a:rPr lang="en-US" sz="3600" dirty="0"/>
              <a:t>: motion should be an essential part of design. Transitions between states should be smooth and aligned with spatial aspects.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User action focused</a:t>
            </a:r>
            <a:r>
              <a:rPr lang="en-US" sz="3600" dirty="0"/>
              <a:t>: design should follow user’s actions. For example, most frequently used actions should be readily available.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Consistency/Responsiveness</a:t>
            </a:r>
            <a:r>
              <a:rPr lang="en-US" sz="3600" dirty="0"/>
              <a:t>: user should get a consistent experience across different devices and screen sizes.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b="1" dirty="0"/>
              <a:t>Accessibility</a:t>
            </a:r>
            <a:r>
              <a:rPr lang="en-US" sz="3600" dirty="0"/>
              <a:t>: design should emphasize accessibility, ensuring that users with diverse abilities can also use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371340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Colours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4899210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Implement a Colour theme.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Pick Primary, Secondary and Background </a:t>
            </a:r>
            <a:r>
              <a:rPr lang="en-US" sz="3600" dirty="0" err="1"/>
              <a:t>colours</a:t>
            </a:r>
            <a:r>
              <a:rPr lang="en-US" sz="3600" dirty="0"/>
              <a:t> before choosing variants.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2F69D9-AA36-4B87-870F-81296550D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594" y="1511409"/>
            <a:ext cx="700855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23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Shapes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4956228" cy="486662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Pick one shape. Solid, Rounded or Cut.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Be consistent with your design decision.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When using Dark and Light theme combination, see the design on both.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DA47C2-09E5-F7EC-923E-15E43382A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612" y="1671924"/>
            <a:ext cx="6904762" cy="4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7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Icons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20566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Icons should first be meaningful, then aesthetic.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Icons can be outlined, filled and two-toned. Depending on use case.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When an icon is disabled, reduce its transparency or blur it.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D30327-6B0C-CD12-01B5-BA2A47539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662" y="3589284"/>
            <a:ext cx="9838095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71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Buttons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2876457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Buttons are very frequently used controls. A button should have: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sz="3400" dirty="0"/>
              <a:t>Short, self-explanatory text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sz="3400" dirty="0"/>
              <a:t>Container with centered contents and equal padding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lphaUcPeriod"/>
            </a:pPr>
            <a:r>
              <a:rPr lang="en-US" sz="3400" dirty="0"/>
              <a:t>Optional icon for accessibility</a:t>
            </a:r>
            <a:endParaRPr lang="en-US" sz="36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Ideally, a Button should have different colour/tone for each state: Out of focus, on hover, pressed, disabled, toggled.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E93CD5-DE2A-066E-65E9-7D72B5F94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913" y="4409043"/>
            <a:ext cx="6476174" cy="206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99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- Typography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043702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Prefer defining text scale with categories (e.g., H1, H3) numbers. If using an uncommon font, put it in assets to load on app launch.</a:t>
            </a:r>
            <a:endParaRPr lang="en-US" sz="3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2D8C34-198A-6A53-C0FD-50FF8E39F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022" y="2576289"/>
            <a:ext cx="7858505" cy="389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24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Cross-compatibility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5368545" cy="494282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Cross-platform compatibility. Assess the two screens given.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On left is Android OS and on right is iOS.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The designer ensured that the user gets the same experience on either of the platforms.</a:t>
            </a:r>
            <a:endParaRPr lang="en-US" sz="3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40FDD4-9CEC-B405-7AE3-1DD0E5A37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929" y="1309144"/>
            <a:ext cx="6603071" cy="52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6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Lists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6"/>
            <a:ext cx="5761315" cy="49428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600" dirty="0"/>
              <a:t>Lists should be orderly and actionable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Supporting visual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Primary text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Action control</a:t>
            </a:r>
            <a:endParaRPr lang="en-US" sz="3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ECEEC4-81B4-8D3C-AB08-44EE7B480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1737050"/>
            <a:ext cx="59817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90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Data tables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6"/>
            <a:ext cx="3043901" cy="494282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Header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Rows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Pagination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Row checkbox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Sort options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600" dirty="0"/>
              <a:t>Table Container</a:t>
            </a:r>
            <a:endParaRPr lang="en-US" sz="3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726B4C-540B-6CA0-1FD0-16AAE736A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286" y="1675428"/>
            <a:ext cx="8926126" cy="437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64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Imagery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6"/>
            <a:ext cx="5875615" cy="494282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 picture is worth thousand words.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Informative: convey the message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Delightful: look pleasing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Intentional: connect with the story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3C6E7105-EE6C-383C-09AB-4259B0521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447" y="1374160"/>
            <a:ext cx="4118818" cy="411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483F6903-0A45-6529-DFAB-8814EBCA1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701" y="1877339"/>
            <a:ext cx="4118818" cy="411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5499AD5A-CA44-6C3D-A35F-BF1F4281A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780" y="2356597"/>
            <a:ext cx="4118818" cy="411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6347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Imagery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7"/>
            <a:ext cx="11743015" cy="1085686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Each image should have a focal point, which should not get lost on changing aspect ratio.</a:t>
            </a:r>
            <a:endParaRPr lang="en-US" sz="3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17B7B0-8423-D5CD-7F2F-68B0D6374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714" y="2618273"/>
            <a:ext cx="8628571" cy="3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5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Imagery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6"/>
            <a:ext cx="11743015" cy="147456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Keep different sizes for different resolutions and use responsive controls to load the right one. </a:t>
            </a:r>
            <a:endParaRPr lang="en-US" sz="3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5BF3BE-B02E-5344-EE3E-FDD215CC5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370" y="3084940"/>
            <a:ext cx="10323809" cy="3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0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Material UI Guidelines – Target Display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6"/>
            <a:ext cx="5875615" cy="494283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Consider your </a:t>
            </a:r>
            <a:r>
              <a:rPr lang="en-US" sz="3400" u="sng" dirty="0"/>
              <a:t>primary</a:t>
            </a:r>
            <a:r>
              <a:rPr lang="en-US" sz="3400" dirty="0"/>
              <a:t> user. Is it going to be on phone, tablet, desktop computer, TV, or a Watch?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From layout, to sizing, to colour selection, all decisions should be focused on primary user.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Featured devices do not have high accuracy. Purple may blend into Violet. Sea green and Teal </a:t>
            </a:r>
            <a:r>
              <a:rPr lang="en-US" sz="3400" dirty="0" err="1"/>
              <a:t>colours</a:t>
            </a:r>
            <a:r>
              <a:rPr lang="en-US" sz="3400" dirty="0"/>
              <a:t> are lookalikes.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Test for sRGB or Adobe RGB coverage.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72E8E2-AA0B-5202-9808-E1197C6A3E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0" r="26760"/>
          <a:stretch/>
        </p:blipFill>
        <p:spPr bwMode="auto">
          <a:xfrm>
            <a:off x="6562525" y="1477035"/>
            <a:ext cx="5324675" cy="4942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11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FFFFFF"/>
                </a:solidFill>
                <a:latin typeface="Arial"/>
                <a:cs typeface="Arial"/>
              </a:rPr>
              <a:t>Colour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6" y="1532586"/>
            <a:ext cx="5875614" cy="5120522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Psychology: </a:t>
            </a:r>
            <a:r>
              <a:rPr lang="en-US" sz="3400" dirty="0" err="1"/>
              <a:t>colours</a:t>
            </a:r>
            <a:r>
              <a:rPr lang="en-US" sz="3400" dirty="0"/>
              <a:t> have their impression. Look for the right impression, not positive only.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General perception: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FF0000"/>
                </a:solidFill>
              </a:rPr>
              <a:t>RED: energy, danger, love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B050"/>
                </a:solidFill>
              </a:rPr>
              <a:t>GREEN: nature, finance, growth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70C0"/>
                </a:solidFill>
              </a:rPr>
              <a:t>BLUE: peace, confidence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E99757"/>
                </a:solidFill>
              </a:rPr>
              <a:t>ORANGE: creativity, happiness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7030A0"/>
                </a:solidFill>
              </a:rPr>
              <a:t>PURPLE: style, luxury, spirituality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GRAY FAMILY: power, maturity, security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/>
                </a:solidFill>
                <a:highlight>
                  <a:srgbClr val="01023B"/>
                </a:highlight>
              </a:rPr>
              <a:t>WHITE: purity, simplicity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Cultural sensitivity: Green and Sophron</a:t>
            </a:r>
          </a:p>
        </p:txBody>
      </p:sp>
      <p:pic>
        <p:nvPicPr>
          <p:cNvPr id="1028" name="Picture 4" descr="Herramientas de psicología del color">
            <a:extLst>
              <a:ext uri="{FF2B5EF4-FFF2-40B4-BE49-F238E27FC236}">
                <a16:creationId xmlns:a16="http://schemas.microsoft.com/office/drawing/2014/main" id="{8B23CBA8-CD79-BB48-9BD0-749DEC3D3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93816"/>
            <a:ext cx="6096000" cy="556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389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pic>
        <p:nvPicPr>
          <p:cNvPr id="3074" name="Picture 2" descr="branding - Having 4 colors in logo (like Google, Microsoft and eBay ...">
            <a:extLst>
              <a:ext uri="{FF2B5EF4-FFF2-40B4-BE49-F238E27FC236}">
                <a16:creationId xmlns:a16="http://schemas.microsoft.com/office/drawing/2014/main" id="{412390E4-471A-9984-EFEA-8661E2FAB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23813"/>
            <a:ext cx="10239375" cy="681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39B421-9952-5286-06E2-4CEC72822240}"/>
              </a:ext>
            </a:extLst>
          </p:cNvPr>
          <p:cNvSpPr txBox="1"/>
          <p:nvPr/>
        </p:nvSpPr>
        <p:spPr>
          <a:xfrm>
            <a:off x="0" y="204891"/>
            <a:ext cx="2031325" cy="6629295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4000" dirty="0">
                <a:solidFill>
                  <a:srgbClr val="7030A0"/>
                </a:solidFill>
                <a:latin typeface="Arial"/>
                <a:cs typeface="Arial"/>
              </a:rPr>
              <a:t>HOW BRANDS COMMUNICATE THROUGH THEIR LOGO</a:t>
            </a:r>
          </a:p>
        </p:txBody>
      </p:sp>
    </p:spTree>
    <p:extLst>
      <p:ext uri="{BB962C8B-B14F-4D97-AF65-F5344CB8AC3E}">
        <p14:creationId xmlns:p14="http://schemas.microsoft.com/office/powerpoint/2010/main" val="187498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Colour Theory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6"/>
            <a:ext cx="5875615" cy="5120522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Colour Wheel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Primary colours form all other colours in nature.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Secondary colours fall in the mid of two primary colours.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Tertiary colours provide variety.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Use a colour wheel to make a theme.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>
                <a:hlinkClick r:id="rId3"/>
              </a:rPr>
              <a:t>https://coolors.co/color-picker</a:t>
            </a:r>
            <a:r>
              <a:rPr lang="en-GB" sz="3400" dirty="0"/>
              <a:t> is an excellent source to pick suitable colours for your design.</a:t>
            </a:r>
          </a:p>
        </p:txBody>
      </p:sp>
      <p:pic>
        <p:nvPicPr>
          <p:cNvPr id="1026" name="Picture 2" descr="Oasis Writing Link™: Color Wheel: Spinning Wheels Must Go Round">
            <a:extLst>
              <a:ext uri="{FF2B5EF4-FFF2-40B4-BE49-F238E27FC236}">
                <a16:creationId xmlns:a16="http://schemas.microsoft.com/office/drawing/2014/main" id="{53EE35A2-35DD-7CBF-4273-B66E775BDC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6" b="2988"/>
          <a:stretch/>
        </p:blipFill>
        <p:spPr bwMode="auto">
          <a:xfrm>
            <a:off x="6270093" y="1371600"/>
            <a:ext cx="5921907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5937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Colour Theory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6"/>
            <a:ext cx="11743015" cy="494283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b="1" dirty="0"/>
              <a:t>Analogous</a:t>
            </a:r>
            <a:r>
              <a:rPr lang="en-US" sz="3400" dirty="0"/>
              <a:t>: </a:t>
            </a:r>
            <a:r>
              <a:rPr lang="en-US" sz="3400" dirty="0" err="1"/>
              <a:t>colours</a:t>
            </a:r>
            <a:r>
              <a:rPr lang="en-US" sz="3400" dirty="0"/>
              <a:t> next to each other on the color wheel creates comfortable design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b="1" dirty="0"/>
              <a:t>Complementary</a:t>
            </a:r>
            <a:r>
              <a:rPr lang="en-US" sz="3400" dirty="0"/>
              <a:t>: colors opposite to each other. Highly energetic, and vibrant, but should not be overused.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b="1" dirty="0"/>
              <a:t>Triadic</a:t>
            </a:r>
            <a:r>
              <a:rPr lang="en-US" sz="3400" dirty="0"/>
              <a:t>: three colors evenly spaced around the color wheel. Provide richness and high contrast. (I personally recommend this)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b="1" dirty="0"/>
              <a:t>Tetradic colors (Double-Complementary)</a:t>
            </a:r>
            <a:r>
              <a:rPr lang="en-US" sz="3400" dirty="0"/>
              <a:t>: 4 colors together, in the form of two complementary color pairs. Offers rich color combinations.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b="1" dirty="0"/>
              <a:t>White space:</a:t>
            </a:r>
            <a:r>
              <a:rPr lang="en-US" sz="3400" dirty="0"/>
              <a:t> reduces visual clutter. Maximizing the use of white space does NOT mean maximum white space.</a:t>
            </a:r>
          </a:p>
        </p:txBody>
      </p:sp>
    </p:spTree>
    <p:extLst>
      <p:ext uri="{BB962C8B-B14F-4D97-AF65-F5344CB8AC3E}">
        <p14:creationId xmlns:p14="http://schemas.microsoft.com/office/powerpoint/2010/main" val="668053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Colour Theory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5" y="1532586"/>
            <a:ext cx="5875615" cy="4942830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b="1" dirty="0"/>
              <a:t>Properties: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Hue: the name of colour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Saturation: intensity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Brightness: lightness/darkness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Contrast: readability and attention vs soothing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Accessibility: fully/partially colour blind viewer.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b="1" dirty="0"/>
              <a:t>Standards: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RBG/RGBA: Red-Green-Blue-Alpha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CMYK: Cyan-Magenta-Yellow-Key (black)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HSL: Hue-Saturation-Lightness</a:t>
            </a:r>
          </a:p>
        </p:txBody>
      </p:sp>
      <p:pic>
        <p:nvPicPr>
          <p:cNvPr id="4100" name="Picture 4" descr="javafx - How to use ColorAdjust to set a target Color? - Stack Overflow">
            <a:extLst>
              <a:ext uri="{FF2B5EF4-FFF2-40B4-BE49-F238E27FC236}">
                <a16:creationId xmlns:a16="http://schemas.microsoft.com/office/drawing/2014/main" id="{014606A3-2F7A-AD74-E164-A07F7A4B5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902" y="1908178"/>
            <a:ext cx="4048125" cy="39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iDesign | Các yếu tố và nguyên tắc trong nghệ thuật (P.1)">
            <a:extLst>
              <a:ext uri="{FF2B5EF4-FFF2-40B4-BE49-F238E27FC236}">
                <a16:creationId xmlns:a16="http://schemas.microsoft.com/office/drawing/2014/main" id="{1B065BC6-3E54-2952-4615-E017A7F542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33"/>
          <a:stretch/>
        </p:blipFill>
        <p:spPr bwMode="auto">
          <a:xfrm>
            <a:off x="6508530" y="3049534"/>
            <a:ext cx="5454870" cy="1908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Interface Asset - Philips hue Lights – Intuiface Help Center">
            <a:extLst>
              <a:ext uri="{FF2B5EF4-FFF2-40B4-BE49-F238E27FC236}">
                <a16:creationId xmlns:a16="http://schemas.microsoft.com/office/drawing/2014/main" id="{A39C6BF2-B923-CF1D-85B1-6D20E3BF2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529" y="1589321"/>
            <a:ext cx="5463085" cy="4746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380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UX-based Design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UX design process: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Research: based on widely accepted practices while keeping uniqueness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Design: based on </a:t>
            </a:r>
            <a:r>
              <a:rPr lang="en-US" sz="3200" dirty="0"/>
              <a:t>target audience and their needs</a:t>
            </a:r>
            <a:endParaRPr lang="en-US" sz="34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Prototype: as close to the target version as possible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Test: compulsory UAT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Principle-oriented design: visual hierarchy, typography, color schemes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Mobile-specific UI considerations: Responsiveness, Touch and Gesture based interactions, Animations.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Intuitive navigation systems: tab bars, side menus, bottom navigation.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Usability first, Performance second, Gimmicks last.</a:t>
            </a:r>
          </a:p>
        </p:txBody>
      </p:sp>
    </p:spTree>
    <p:extLst>
      <p:ext uri="{BB962C8B-B14F-4D97-AF65-F5344CB8AC3E}">
        <p14:creationId xmlns:p14="http://schemas.microsoft.com/office/powerpoint/2010/main" val="100283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UX-based Design – Examples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7052775" cy="48682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Because something is norm doesn’t make it right. Have a look at the abundance of information in this TV screen.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If user’s focus is required, show one type of info only, preferably following Golden mean ratio.</a:t>
            </a:r>
          </a:p>
        </p:txBody>
      </p:sp>
      <p:pic>
        <p:nvPicPr>
          <p:cNvPr id="2050" name="Picture 2" descr="GEO NEWS LIVE STREAMING - YouTube">
            <a:extLst>
              <a:ext uri="{FF2B5EF4-FFF2-40B4-BE49-F238E27FC236}">
                <a16:creationId xmlns:a16="http://schemas.microsoft.com/office/drawing/2014/main" id="{9797058B-0391-D500-5100-07514B57A9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1" t="12376" r="8931" b="11685"/>
          <a:stretch/>
        </p:blipFill>
        <p:spPr bwMode="auto">
          <a:xfrm>
            <a:off x="7383166" y="2438751"/>
            <a:ext cx="4588450" cy="3055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637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UX-based Design – Examples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Instagram (intuitive interface, seamless photo sharing)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Airbnb (effortless booking experience)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Spotify (user feedback shaping personalized music recommendations).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Google Maps (clear and intuitive UI), Duolingo (engaging and gamified interface).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Twitter (simple and efficient navigation), Evernote (structured content organization).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Snapchat (engaging augmented reality filters).</a:t>
            </a:r>
          </a:p>
        </p:txBody>
      </p:sp>
    </p:spTree>
    <p:extLst>
      <p:ext uri="{BB962C8B-B14F-4D97-AF65-F5344CB8AC3E}">
        <p14:creationId xmlns:p14="http://schemas.microsoft.com/office/powerpoint/2010/main" val="44179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UX-based Design – Examples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Microsoft Office (accessible UI and features).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WhatsApp (fast and reliable messaging).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Pinterest (data-driven design improvements leading to increased engagement).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TikTok (short-form video content).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Clubhouse (audio-based social networking).</a:t>
            </a:r>
          </a:p>
        </p:txBody>
      </p:sp>
    </p:spTree>
    <p:extLst>
      <p:ext uri="{BB962C8B-B14F-4D97-AF65-F5344CB8AC3E}">
        <p14:creationId xmlns:p14="http://schemas.microsoft.com/office/powerpoint/2010/main" val="2525195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UX-based Design – Common Errors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Onboarding complexity: user has little clue on how to start.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Too much content: learn from Yahoo, who hasn’t learnt its lesson yet.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Maze-like navigation: let users return home conveniently.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Inconsistent design: opposite of material UI design.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Ignoring end user: the end-user is the most knowledgeable person.</a:t>
            </a:r>
          </a:p>
        </p:txBody>
      </p:sp>
    </p:spTree>
    <p:extLst>
      <p:ext uri="{BB962C8B-B14F-4D97-AF65-F5344CB8AC3E}">
        <p14:creationId xmlns:p14="http://schemas.microsoft.com/office/powerpoint/2010/main" val="321021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UX-based Design – Use case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How will you design the </a:t>
            </a:r>
            <a:r>
              <a:rPr lang="en-US" sz="3600" dirty="0" err="1"/>
              <a:t>Baham</a:t>
            </a:r>
            <a:r>
              <a:rPr lang="en-US" sz="3600" dirty="0"/>
              <a:t> app for a partially colour-blind person?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What design considerations will you make for a person suffering from Parkinson’s disease?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Choose a theme based on colour theory for a Space Shuttle Simulator.</a:t>
            </a:r>
          </a:p>
        </p:txBody>
      </p:sp>
    </p:spTree>
    <p:extLst>
      <p:ext uri="{BB962C8B-B14F-4D97-AF65-F5344CB8AC3E}">
        <p14:creationId xmlns:p14="http://schemas.microsoft.com/office/powerpoint/2010/main" val="152045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16c05727-aa75-4e4a-9b5f-8a80a1165891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71af3243-3dd4-4a8d-8c0d-dd76da1f02a5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2573</TotalTime>
  <Words>1424</Words>
  <Application>Microsoft Office PowerPoint</Application>
  <PresentationFormat>Widescreen</PresentationFormat>
  <Paragraphs>203</Paragraphs>
  <Slides>27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Trebuchet MS</vt:lpstr>
      <vt:lpstr>Wingdings</vt:lpstr>
      <vt:lpstr>Office Theme</vt:lpstr>
      <vt:lpstr>MOBILE APPLICATION Development (114155)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281</cp:revision>
  <dcterms:created xsi:type="dcterms:W3CDTF">2022-11-22T20:08:03Z</dcterms:created>
  <dcterms:modified xsi:type="dcterms:W3CDTF">2023-12-30T11:44:05Z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