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448" r:id="rId5"/>
    <p:sldId id="2491" r:id="rId6"/>
    <p:sldId id="2509" r:id="rId7"/>
    <p:sldId id="2510" r:id="rId8"/>
    <p:sldId id="2511" r:id="rId9"/>
    <p:sldId id="2518" r:id="rId10"/>
    <p:sldId id="2513" r:id="rId11"/>
    <p:sldId id="2515" r:id="rId12"/>
    <p:sldId id="2516" r:id="rId13"/>
    <p:sldId id="2517" r:id="rId14"/>
    <p:sldId id="2519" r:id="rId15"/>
    <p:sldId id="2520" r:id="rId16"/>
    <p:sldId id="2521" r:id="rId17"/>
    <p:sldId id="2522" r:id="rId18"/>
    <p:sldId id="243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42" autoAdjust="0"/>
    <p:restoredTop sz="94399" autoAdjust="0"/>
  </p:normalViewPr>
  <p:slideViewPr>
    <p:cSldViewPr snapToGrid="0">
      <p:cViewPr varScale="1">
        <p:scale>
          <a:sx n="142" d="100"/>
          <a:sy n="142" d="100"/>
        </p:scale>
        <p:origin x="328" y="176"/>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1FF0103-B0ED-446C-9E77-45E322E404ED}"/>
    <pc:docChg chg="undo redo custSel addSld delSld modSld sldOrd">
      <pc:chgData name="Owais Ahmed" userId="6abc7d4556b3b071" providerId="LiveId" clId="{31FF0103-B0ED-446C-9E77-45E322E404ED}" dt="2023-03-07T10:13:56.929" v="2125" actId="20577"/>
      <pc:docMkLst>
        <pc:docMk/>
      </pc:docMkLst>
      <pc:sldChg chg="del">
        <pc:chgData name="Owais Ahmed" userId="6abc7d4556b3b071" providerId="LiveId" clId="{31FF0103-B0ED-446C-9E77-45E322E404ED}" dt="2023-03-07T09:10:09.196" v="5" actId="47"/>
        <pc:sldMkLst>
          <pc:docMk/>
          <pc:sldMk cId="4226644250" sldId="256"/>
        </pc:sldMkLst>
      </pc:sldChg>
      <pc:sldChg chg="modSp mod">
        <pc:chgData name="Owais Ahmed" userId="6abc7d4556b3b071" providerId="LiveId" clId="{31FF0103-B0ED-446C-9E77-45E322E404ED}" dt="2023-03-07T10:05:04.527" v="1091" actId="20577"/>
        <pc:sldMkLst>
          <pc:docMk/>
          <pc:sldMk cId="1649098948" sldId="2462"/>
        </pc:sldMkLst>
        <pc:spChg chg="mod">
          <ac:chgData name="Owais Ahmed" userId="6abc7d4556b3b071" providerId="LiveId" clId="{31FF0103-B0ED-446C-9E77-45E322E404ED}" dt="2023-03-07T10:05:04.527" v="1091" actId="20577"/>
          <ac:spMkLst>
            <pc:docMk/>
            <pc:sldMk cId="1649098948" sldId="2462"/>
            <ac:spMk id="6" creationId="{F3C89A40-EEAA-43AB-9A3A-B2CFDE450F1B}"/>
          </ac:spMkLst>
        </pc:spChg>
      </pc:sldChg>
      <pc:sldChg chg="add">
        <pc:chgData name="Owais Ahmed" userId="6abc7d4556b3b071" providerId="LiveId" clId="{31FF0103-B0ED-446C-9E77-45E322E404ED}" dt="2023-03-07T09:10:30.938" v="12"/>
        <pc:sldMkLst>
          <pc:docMk/>
          <pc:sldMk cId="2835548672" sldId="2467"/>
        </pc:sldMkLst>
      </pc:sldChg>
      <pc:sldChg chg="add del">
        <pc:chgData name="Owais Ahmed" userId="6abc7d4556b3b071" providerId="LiveId" clId="{31FF0103-B0ED-446C-9E77-45E322E404ED}" dt="2023-03-07T09:11:04.853" v="16" actId="47"/>
        <pc:sldMkLst>
          <pc:docMk/>
          <pc:sldMk cId="2564172473" sldId="2468"/>
        </pc:sldMkLst>
      </pc:sldChg>
      <pc:sldChg chg="del">
        <pc:chgData name="Owais Ahmed" userId="6abc7d4556b3b071" providerId="LiveId" clId="{31FF0103-B0ED-446C-9E77-45E322E404ED}" dt="2023-03-07T09:10:10.602" v="7" actId="47"/>
        <pc:sldMkLst>
          <pc:docMk/>
          <pc:sldMk cId="641030253" sldId="2479"/>
        </pc:sldMkLst>
      </pc:sldChg>
      <pc:sldChg chg="add">
        <pc:chgData name="Owais Ahmed" userId="6abc7d4556b3b071" providerId="LiveId" clId="{31FF0103-B0ED-446C-9E77-45E322E404ED}" dt="2023-03-07T09:10:30.938" v="12"/>
        <pc:sldMkLst>
          <pc:docMk/>
          <pc:sldMk cId="1810203590" sldId="2482"/>
        </pc:sldMkLst>
      </pc:sldChg>
      <pc:sldChg chg="add">
        <pc:chgData name="Owais Ahmed" userId="6abc7d4556b3b071" providerId="LiveId" clId="{31FF0103-B0ED-446C-9E77-45E322E404ED}" dt="2023-03-07T09:10:30.938" v="12"/>
        <pc:sldMkLst>
          <pc:docMk/>
          <pc:sldMk cId="2426892836" sldId="2485"/>
        </pc:sldMkLst>
      </pc:sldChg>
      <pc:sldChg chg="add">
        <pc:chgData name="Owais Ahmed" userId="6abc7d4556b3b071" providerId="LiveId" clId="{31FF0103-B0ED-446C-9E77-45E322E404ED}" dt="2023-03-07T09:10:30.938" v="12"/>
        <pc:sldMkLst>
          <pc:docMk/>
          <pc:sldMk cId="2392008630" sldId="2486"/>
        </pc:sldMkLst>
      </pc:sldChg>
      <pc:sldChg chg="add del">
        <pc:chgData name="Owais Ahmed" userId="6abc7d4556b3b071" providerId="LiveId" clId="{31FF0103-B0ED-446C-9E77-45E322E404ED}" dt="2023-03-07T09:11:04.010" v="15" actId="47"/>
        <pc:sldMkLst>
          <pc:docMk/>
          <pc:sldMk cId="2180074341" sldId="2487"/>
        </pc:sldMkLst>
      </pc:sldChg>
      <pc:sldChg chg="add del">
        <pc:chgData name="Owais Ahmed" userId="6abc7d4556b3b071" providerId="LiveId" clId="{31FF0103-B0ED-446C-9E77-45E322E404ED}" dt="2023-03-07T09:11:17.225" v="18" actId="47"/>
        <pc:sldMkLst>
          <pc:docMk/>
          <pc:sldMk cId="692629543" sldId="2490"/>
        </pc:sldMkLst>
      </pc:sldChg>
      <pc:sldChg chg="add del">
        <pc:chgData name="Owais Ahmed" userId="6abc7d4556b3b071" providerId="LiveId" clId="{31FF0103-B0ED-446C-9E77-45E322E404ED}" dt="2023-03-07T09:11:07.496" v="17" actId="47"/>
        <pc:sldMkLst>
          <pc:docMk/>
          <pc:sldMk cId="1357650666" sldId="2491"/>
        </pc:sldMkLst>
      </pc:sldChg>
      <pc:sldChg chg="add">
        <pc:chgData name="Owais Ahmed" userId="6abc7d4556b3b071" providerId="LiveId" clId="{31FF0103-B0ED-446C-9E77-45E322E404ED}" dt="2023-03-07T09:10:30.938" v="12"/>
        <pc:sldMkLst>
          <pc:docMk/>
          <pc:sldMk cId="332028716" sldId="2492"/>
        </pc:sldMkLst>
      </pc:sldChg>
      <pc:sldChg chg="del">
        <pc:chgData name="Owais Ahmed" userId="6abc7d4556b3b071" providerId="LiveId" clId="{31FF0103-B0ED-446C-9E77-45E322E404ED}" dt="2023-03-07T09:10:09.571" v="6" actId="47"/>
        <pc:sldMkLst>
          <pc:docMk/>
          <pc:sldMk cId="1339872144" sldId="2493"/>
        </pc:sldMkLst>
      </pc:sldChg>
      <pc:sldChg chg="add del">
        <pc:chgData name="Owais Ahmed" userId="6abc7d4556b3b071" providerId="LiveId" clId="{31FF0103-B0ED-446C-9E77-45E322E404ED}" dt="2023-03-07T09:16:46.132" v="342" actId="47"/>
        <pc:sldMkLst>
          <pc:docMk/>
          <pc:sldMk cId="2744016673" sldId="2493"/>
        </pc:sldMkLst>
      </pc:sldChg>
      <pc:sldChg chg="add del">
        <pc:chgData name="Owais Ahmed" userId="6abc7d4556b3b071" providerId="LiveId" clId="{31FF0103-B0ED-446C-9E77-45E322E404ED}" dt="2023-03-07T09:10:34.215" v="13" actId="47"/>
        <pc:sldMkLst>
          <pc:docMk/>
          <pc:sldMk cId="1031269857" sldId="2494"/>
        </pc:sldMkLst>
      </pc:sldChg>
      <pc:sldChg chg="del">
        <pc:chgData name="Owais Ahmed" userId="6abc7d4556b3b071" providerId="LiveId" clId="{31FF0103-B0ED-446C-9E77-45E322E404ED}" dt="2023-03-07T09:10:16.041" v="10" actId="47"/>
        <pc:sldMkLst>
          <pc:docMk/>
          <pc:sldMk cId="4264242367" sldId="2495"/>
        </pc:sldMkLst>
      </pc:sldChg>
      <pc:sldChg chg="del">
        <pc:chgData name="Owais Ahmed" userId="6abc7d4556b3b071" providerId="LiveId" clId="{31FF0103-B0ED-446C-9E77-45E322E404ED}" dt="2023-03-07T09:10:16.745" v="11" actId="47"/>
        <pc:sldMkLst>
          <pc:docMk/>
          <pc:sldMk cId="973217284" sldId="2496"/>
        </pc:sldMkLst>
      </pc:sldChg>
      <pc:sldChg chg="add">
        <pc:chgData name="Owais Ahmed" userId="6abc7d4556b3b071" providerId="LiveId" clId="{31FF0103-B0ED-446C-9E77-45E322E404ED}" dt="2023-03-07T09:10:30.938" v="12"/>
        <pc:sldMkLst>
          <pc:docMk/>
          <pc:sldMk cId="4183735996" sldId="2496"/>
        </pc:sldMkLst>
      </pc:sldChg>
      <pc:sldChg chg="add">
        <pc:chgData name="Owais Ahmed" userId="6abc7d4556b3b071" providerId="LiveId" clId="{31FF0103-B0ED-446C-9E77-45E322E404ED}" dt="2023-03-07T09:10:30.938" v="12"/>
        <pc:sldMkLst>
          <pc:docMk/>
          <pc:sldMk cId="2021183974" sldId="2497"/>
        </pc:sldMkLst>
      </pc:sldChg>
      <pc:sldChg chg="add del">
        <pc:chgData name="Owais Ahmed" userId="6abc7d4556b3b071" providerId="LiveId" clId="{31FF0103-B0ED-446C-9E77-45E322E404ED}" dt="2023-03-07T09:10:45.140" v="14" actId="47"/>
        <pc:sldMkLst>
          <pc:docMk/>
          <pc:sldMk cId="2461819977" sldId="2499"/>
        </pc:sldMkLst>
      </pc:sldChg>
      <pc:sldChg chg="add">
        <pc:chgData name="Owais Ahmed" userId="6abc7d4556b3b071" providerId="LiveId" clId="{31FF0103-B0ED-446C-9E77-45E322E404ED}" dt="2023-03-07T09:10:30.938" v="12"/>
        <pc:sldMkLst>
          <pc:docMk/>
          <pc:sldMk cId="910229267" sldId="2500"/>
        </pc:sldMkLst>
      </pc:sldChg>
      <pc:sldChg chg="add del">
        <pc:chgData name="Owais Ahmed" userId="6abc7d4556b3b071" providerId="LiveId" clId="{31FF0103-B0ED-446C-9E77-45E322E404ED}" dt="2023-03-07T09:11:21.152" v="19" actId="47"/>
        <pc:sldMkLst>
          <pc:docMk/>
          <pc:sldMk cId="1735756904" sldId="2501"/>
        </pc:sldMkLst>
      </pc:sldChg>
      <pc:sldChg chg="modSp add mod modAnim modNotesTx">
        <pc:chgData name="Owais Ahmed" userId="6abc7d4556b3b071" providerId="LiveId" clId="{31FF0103-B0ED-446C-9E77-45E322E404ED}" dt="2023-03-07T09:18:23.935" v="457" actId="20577"/>
        <pc:sldMkLst>
          <pc:docMk/>
          <pc:sldMk cId="1990280332" sldId="2501"/>
        </pc:sldMkLst>
        <pc:spChg chg="mod">
          <ac:chgData name="Owais Ahmed" userId="6abc7d4556b3b071" providerId="LiveId" clId="{31FF0103-B0ED-446C-9E77-45E322E404ED}" dt="2023-03-07T09:18:23.935" v="457" actId="20577"/>
          <ac:spMkLst>
            <pc:docMk/>
            <pc:sldMk cId="1990280332" sldId="2501"/>
            <ac:spMk id="3" creationId="{4A1C0383-58FE-E486-295E-B33B8683B938}"/>
          </ac:spMkLst>
        </pc:spChg>
        <pc:spChg chg="mod">
          <ac:chgData name="Owais Ahmed" userId="6abc7d4556b3b071" providerId="LiveId" clId="{31FF0103-B0ED-446C-9E77-45E322E404ED}" dt="2023-03-07T09:13:27.530" v="128" actId="20577"/>
          <ac:spMkLst>
            <pc:docMk/>
            <pc:sldMk cId="1990280332" sldId="2501"/>
            <ac:spMk id="215" creationId="{00000000-0000-0000-0000-000000000000}"/>
          </ac:spMkLst>
        </pc:spChg>
      </pc:sldChg>
      <pc:sldChg chg="modSp add mod ord modAnim">
        <pc:chgData name="Owais Ahmed" userId="6abc7d4556b3b071" providerId="LiveId" clId="{31FF0103-B0ED-446C-9E77-45E322E404ED}" dt="2023-03-07T10:11:34.699" v="1897" actId="20577"/>
        <pc:sldMkLst>
          <pc:docMk/>
          <pc:sldMk cId="2738020370" sldId="2502"/>
        </pc:sldMkLst>
        <pc:spChg chg="mod">
          <ac:chgData name="Owais Ahmed" userId="6abc7d4556b3b071" providerId="LiveId" clId="{31FF0103-B0ED-446C-9E77-45E322E404ED}" dt="2023-03-07T10:11:34.699" v="1897" actId="20577"/>
          <ac:spMkLst>
            <pc:docMk/>
            <pc:sldMk cId="2738020370" sldId="2502"/>
            <ac:spMk id="3" creationId="{4A1C0383-58FE-E486-295E-B33B8683B938}"/>
          </ac:spMkLst>
        </pc:spChg>
        <pc:spChg chg="mod">
          <ac:chgData name="Owais Ahmed" userId="6abc7d4556b3b071" providerId="LiveId" clId="{31FF0103-B0ED-446C-9E77-45E322E404ED}" dt="2023-03-07T10:04:39.350" v="1076" actId="20577"/>
          <ac:spMkLst>
            <pc:docMk/>
            <pc:sldMk cId="2738020370" sldId="2502"/>
            <ac:spMk id="215" creationId="{00000000-0000-0000-0000-000000000000}"/>
          </ac:spMkLst>
        </pc:spChg>
      </pc:sldChg>
      <pc:sldChg chg="modSp add modAnim">
        <pc:chgData name="Owais Ahmed" userId="6abc7d4556b3b071" providerId="LiveId" clId="{31FF0103-B0ED-446C-9E77-45E322E404ED}" dt="2023-03-07T10:13:56.929" v="2125" actId="20577"/>
        <pc:sldMkLst>
          <pc:docMk/>
          <pc:sldMk cId="1306189836" sldId="2503"/>
        </pc:sldMkLst>
        <pc:spChg chg="mod">
          <ac:chgData name="Owais Ahmed" userId="6abc7d4556b3b071" providerId="LiveId" clId="{31FF0103-B0ED-446C-9E77-45E322E404ED}" dt="2023-03-07T10:13:56.929" v="2125" actId="20577"/>
          <ac:spMkLst>
            <pc:docMk/>
            <pc:sldMk cId="1306189836" sldId="2503"/>
            <ac:spMk id="3" creationId="{4A1C0383-58FE-E486-295E-B33B8683B938}"/>
          </ac:spMkLst>
        </pc:spChg>
      </pc:sldChg>
      <pc:sldChg chg="addSp delSp modSp add del mod modAnim">
        <pc:chgData name="Owais Ahmed" userId="6abc7d4556b3b071" providerId="LiveId" clId="{31FF0103-B0ED-446C-9E77-45E322E404ED}" dt="2023-03-07T09:47:19.019" v="576" actId="47"/>
        <pc:sldMkLst>
          <pc:docMk/>
          <pc:sldMk cId="2502545026" sldId="2503"/>
        </pc:sldMkLst>
        <pc:spChg chg="mod">
          <ac:chgData name="Owais Ahmed" userId="6abc7d4556b3b071" providerId="LiveId" clId="{31FF0103-B0ED-446C-9E77-45E322E404ED}" dt="2023-03-07T09:46:27.824" v="534" actId="6549"/>
          <ac:spMkLst>
            <pc:docMk/>
            <pc:sldMk cId="2502545026" sldId="2503"/>
            <ac:spMk id="3" creationId="{4A1C0383-58FE-E486-295E-B33B8683B938}"/>
          </ac:spMkLst>
        </pc:spChg>
        <pc:spChg chg="mod">
          <ac:chgData name="Owais Ahmed" userId="6abc7d4556b3b071" providerId="LiveId" clId="{31FF0103-B0ED-446C-9E77-45E322E404ED}" dt="2023-03-07T09:46:59.970" v="570" actId="20577"/>
          <ac:spMkLst>
            <pc:docMk/>
            <pc:sldMk cId="2502545026" sldId="2503"/>
            <ac:spMk id="215" creationId="{00000000-0000-0000-0000-000000000000}"/>
          </ac:spMkLst>
        </pc:spChg>
        <pc:picChg chg="add del mod">
          <ac:chgData name="Owais Ahmed" userId="6abc7d4556b3b071" providerId="LiveId" clId="{31FF0103-B0ED-446C-9E77-45E322E404ED}" dt="2023-03-07T09:47:17.151" v="575" actId="478"/>
          <ac:picMkLst>
            <pc:docMk/>
            <pc:sldMk cId="2502545026" sldId="2503"/>
            <ac:picMk id="5" creationId="{0A45C2C8-8C66-AADB-0F26-2FFD9391090C}"/>
          </ac:picMkLst>
        </pc:picChg>
      </pc:sldChg>
      <pc:sldMasterChg chg="addSldLayout delSldLayout">
        <pc:chgData name="Owais Ahmed" userId="6abc7d4556b3b071" providerId="LiveId" clId="{31FF0103-B0ED-446C-9E77-45E322E404ED}" dt="2023-03-07T09:10:14.760" v="9" actId="47"/>
        <pc:sldMasterMkLst>
          <pc:docMk/>
          <pc:sldMasterMk cId="692820" sldId="2147483648"/>
        </pc:sldMasterMkLst>
        <pc:sldLayoutChg chg="add del">
          <pc:chgData name="Owais Ahmed" userId="6abc7d4556b3b071" providerId="LiveId" clId="{31FF0103-B0ED-446C-9E77-45E322E404ED}" dt="2023-03-07T09:10:14.760" v="9" actId="47"/>
          <pc:sldLayoutMkLst>
            <pc:docMk/>
            <pc:sldMasterMk cId="692820" sldId="2147483648"/>
            <pc:sldLayoutMk cId="3227223299" sldId="2147483681"/>
          </pc:sldLayoutMkLst>
        </pc:sldLayoutChg>
        <pc:sldLayoutChg chg="del">
          <pc:chgData name="Owais Ahmed" userId="6abc7d4556b3b071" providerId="LiveId" clId="{31FF0103-B0ED-446C-9E77-45E322E404ED}" dt="2023-03-07T09:10:09.571" v="6" actId="47"/>
          <pc:sldLayoutMkLst>
            <pc:docMk/>
            <pc:sldMasterMk cId="692820" sldId="2147483648"/>
            <pc:sldLayoutMk cId="105451964" sldId="2147483682"/>
          </pc:sldLayoutMkLst>
        </pc:sldLayoutChg>
      </pc:sldMasterChg>
    </pc:docChg>
  </pc:docChgLst>
  <pc:docChgLst>
    <pc:chgData name="Owais Ahmed" userId="6abc7d4556b3b071" providerId="LiveId" clId="{53B1629A-A9A8-4EA5-BFC7-E33077932B5F}"/>
    <pc:docChg chg="undo custSel addSld delSld modSld sldOrd">
      <pc:chgData name="Owais Ahmed" userId="6abc7d4556b3b071" providerId="LiveId" clId="{53B1629A-A9A8-4EA5-BFC7-E33077932B5F}" dt="2023-03-13T10:21:37.602" v="13434" actId="20577"/>
      <pc:docMkLst>
        <pc:docMk/>
      </pc:docMkLst>
      <pc:sldChg chg="modSp mod">
        <pc:chgData name="Owais Ahmed" userId="6abc7d4556b3b071" providerId="LiveId" clId="{53B1629A-A9A8-4EA5-BFC7-E33077932B5F}" dt="2023-03-13T08:52:28.723" v="7768" actId="14100"/>
        <pc:sldMkLst>
          <pc:docMk/>
          <pc:sldMk cId="1649098948" sldId="2462"/>
        </pc:sldMkLst>
        <pc:spChg chg="mod">
          <ac:chgData name="Owais Ahmed" userId="6abc7d4556b3b071" providerId="LiveId" clId="{53B1629A-A9A8-4EA5-BFC7-E33077932B5F}" dt="2023-03-13T08:52:28.723" v="7768" actId="14100"/>
          <ac:spMkLst>
            <pc:docMk/>
            <pc:sldMk cId="1649098948" sldId="2462"/>
            <ac:spMk id="6" creationId="{F3C89A40-EEAA-43AB-9A3A-B2CFDE450F1B}"/>
          </ac:spMkLst>
        </pc:spChg>
      </pc:sldChg>
      <pc:sldChg chg="del">
        <pc:chgData name="Owais Ahmed" userId="6abc7d4556b3b071" providerId="LiveId" clId="{53B1629A-A9A8-4EA5-BFC7-E33077932B5F}" dt="2023-03-13T06:25:36.584" v="0" actId="47"/>
        <pc:sldMkLst>
          <pc:docMk/>
          <pc:sldMk cId="2835548672" sldId="2467"/>
        </pc:sldMkLst>
      </pc:sldChg>
      <pc:sldChg chg="del">
        <pc:chgData name="Owais Ahmed" userId="6abc7d4556b3b071" providerId="LiveId" clId="{53B1629A-A9A8-4EA5-BFC7-E33077932B5F}" dt="2023-03-13T06:25:37.635" v="2" actId="47"/>
        <pc:sldMkLst>
          <pc:docMk/>
          <pc:sldMk cId="1810203590" sldId="2482"/>
        </pc:sldMkLst>
      </pc:sldChg>
      <pc:sldChg chg="modSp mod ord modAnim modNotesTx">
        <pc:chgData name="Owais Ahmed" userId="6abc7d4556b3b071" providerId="LiveId" clId="{53B1629A-A9A8-4EA5-BFC7-E33077932B5F}" dt="2023-03-13T06:39:15.142" v="972" actId="20577"/>
        <pc:sldMkLst>
          <pc:docMk/>
          <pc:sldMk cId="2426892836" sldId="2485"/>
        </pc:sldMkLst>
        <pc:spChg chg="mod">
          <ac:chgData name="Owais Ahmed" userId="6abc7d4556b3b071" providerId="LiveId" clId="{53B1629A-A9A8-4EA5-BFC7-E33077932B5F}" dt="2023-03-13T06:39:15.142" v="972" actId="20577"/>
          <ac:spMkLst>
            <pc:docMk/>
            <pc:sldMk cId="2426892836" sldId="2485"/>
            <ac:spMk id="3" creationId="{4A1C0383-58FE-E486-295E-B33B8683B938}"/>
          </ac:spMkLst>
        </pc:spChg>
        <pc:spChg chg="mod">
          <ac:chgData name="Owais Ahmed" userId="6abc7d4556b3b071" providerId="LiveId" clId="{53B1629A-A9A8-4EA5-BFC7-E33077932B5F}" dt="2023-03-13T06:27:38.970" v="85" actId="20577"/>
          <ac:spMkLst>
            <pc:docMk/>
            <pc:sldMk cId="2426892836" sldId="2485"/>
            <ac:spMk id="215" creationId="{00000000-0000-0000-0000-000000000000}"/>
          </ac:spMkLst>
        </pc:spChg>
      </pc:sldChg>
      <pc:sldChg chg="del">
        <pc:chgData name="Owais Ahmed" userId="6abc7d4556b3b071" providerId="LiveId" clId="{53B1629A-A9A8-4EA5-BFC7-E33077932B5F}" dt="2023-03-13T06:25:37.467" v="1" actId="47"/>
        <pc:sldMkLst>
          <pc:docMk/>
          <pc:sldMk cId="2392008630" sldId="2486"/>
        </pc:sldMkLst>
      </pc:sldChg>
      <pc:sldChg chg="addSp delSp modSp add mod addAnim delAnim modAnim modNotesTx">
        <pc:chgData name="Owais Ahmed" userId="6abc7d4556b3b071" providerId="LiveId" clId="{53B1629A-A9A8-4EA5-BFC7-E33077932B5F}" dt="2023-03-13T06:39:33.411" v="989" actId="6549"/>
        <pc:sldMkLst>
          <pc:docMk/>
          <pc:sldMk cId="2564503825" sldId="2486"/>
        </pc:sldMkLst>
        <pc:spChg chg="mod">
          <ac:chgData name="Owais Ahmed" userId="6abc7d4556b3b071" providerId="LiveId" clId="{53B1629A-A9A8-4EA5-BFC7-E33077932B5F}" dt="2023-03-13T06:39:33.411" v="989" actId="6549"/>
          <ac:spMkLst>
            <pc:docMk/>
            <pc:sldMk cId="2564503825" sldId="2486"/>
            <ac:spMk id="3" creationId="{4A1C0383-58FE-E486-295E-B33B8683B938}"/>
          </ac:spMkLst>
        </pc:spChg>
        <pc:spChg chg="mod">
          <ac:chgData name="Owais Ahmed" userId="6abc7d4556b3b071" providerId="LiveId" clId="{53B1629A-A9A8-4EA5-BFC7-E33077932B5F}" dt="2023-03-13T06:29:06.800" v="108" actId="14100"/>
          <ac:spMkLst>
            <pc:docMk/>
            <pc:sldMk cId="2564503825" sldId="2486"/>
            <ac:spMk id="215" creationId="{00000000-0000-0000-0000-000000000000}"/>
          </ac:spMkLst>
        </pc:spChg>
        <pc:picChg chg="add del">
          <ac:chgData name="Owais Ahmed" userId="6abc7d4556b3b071" providerId="LiveId" clId="{53B1629A-A9A8-4EA5-BFC7-E33077932B5F}" dt="2023-03-13T06:27:52.701" v="90"/>
          <ac:picMkLst>
            <pc:docMk/>
            <pc:sldMk cId="2564503825" sldId="2486"/>
            <ac:picMk id="1026" creationId="{125F49AE-40C7-E916-3A5D-3F6B1A8A92A1}"/>
          </ac:picMkLst>
        </pc:picChg>
        <pc:picChg chg="add del mod">
          <ac:chgData name="Owais Ahmed" userId="6abc7d4556b3b071" providerId="LiveId" clId="{53B1629A-A9A8-4EA5-BFC7-E33077932B5F}" dt="2023-03-13T06:28:10.158" v="97"/>
          <ac:picMkLst>
            <pc:docMk/>
            <pc:sldMk cId="2564503825" sldId="2486"/>
            <ac:picMk id="1028" creationId="{4FF0696B-3F3E-A622-CF80-0D04EAFD5737}"/>
          </ac:picMkLst>
        </pc:picChg>
        <pc:picChg chg="add mod">
          <ac:chgData name="Owais Ahmed" userId="6abc7d4556b3b071" providerId="LiveId" clId="{53B1629A-A9A8-4EA5-BFC7-E33077932B5F}" dt="2023-03-13T06:34:47.167" v="525" actId="14100"/>
          <ac:picMkLst>
            <pc:docMk/>
            <pc:sldMk cId="2564503825" sldId="2486"/>
            <ac:picMk id="1030" creationId="{777C734F-CDB0-F074-AD54-5FB998243985}"/>
          </ac:picMkLst>
        </pc:picChg>
      </pc:sldChg>
      <pc:sldChg chg="modSp add mod modAnim">
        <pc:chgData name="Owais Ahmed" userId="6abc7d4556b3b071" providerId="LiveId" clId="{53B1629A-A9A8-4EA5-BFC7-E33077932B5F}" dt="2023-03-13T06:43:05.045" v="1274" actId="20577"/>
        <pc:sldMkLst>
          <pc:docMk/>
          <pc:sldMk cId="4176642933" sldId="2487"/>
        </pc:sldMkLst>
        <pc:spChg chg="mod">
          <ac:chgData name="Owais Ahmed" userId="6abc7d4556b3b071" providerId="LiveId" clId="{53B1629A-A9A8-4EA5-BFC7-E33077932B5F}" dt="2023-03-13T06:43:05.045" v="1274" actId="20577"/>
          <ac:spMkLst>
            <pc:docMk/>
            <pc:sldMk cId="4176642933" sldId="2487"/>
            <ac:spMk id="3" creationId="{4A1C0383-58FE-E486-295E-B33B8683B938}"/>
          </ac:spMkLst>
        </pc:spChg>
      </pc:sldChg>
      <pc:sldChg chg="modSp add mod modAnim">
        <pc:chgData name="Owais Ahmed" userId="6abc7d4556b3b071" providerId="LiveId" clId="{53B1629A-A9A8-4EA5-BFC7-E33077932B5F}" dt="2023-03-13T06:44:43.767" v="1486" actId="403"/>
        <pc:sldMkLst>
          <pc:docMk/>
          <pc:sldMk cId="4039704136" sldId="2488"/>
        </pc:sldMkLst>
        <pc:spChg chg="mod">
          <ac:chgData name="Owais Ahmed" userId="6abc7d4556b3b071" providerId="LiveId" clId="{53B1629A-A9A8-4EA5-BFC7-E33077932B5F}" dt="2023-03-13T06:44:43.767" v="1486" actId="403"/>
          <ac:spMkLst>
            <pc:docMk/>
            <pc:sldMk cId="4039704136" sldId="2488"/>
            <ac:spMk id="3" creationId="{4A1C0383-58FE-E486-295E-B33B8683B938}"/>
          </ac:spMkLst>
        </pc:spChg>
        <pc:spChg chg="mod">
          <ac:chgData name="Owais Ahmed" userId="6abc7d4556b3b071" providerId="LiveId" clId="{53B1629A-A9A8-4EA5-BFC7-E33077932B5F}" dt="2023-03-13T06:44:36.698" v="1481" actId="5793"/>
          <ac:spMkLst>
            <pc:docMk/>
            <pc:sldMk cId="4039704136" sldId="2488"/>
            <ac:spMk id="215" creationId="{00000000-0000-0000-0000-000000000000}"/>
          </ac:spMkLst>
        </pc:spChg>
      </pc:sldChg>
      <pc:sldChg chg="modSp add del modAnim">
        <pc:chgData name="Owais Ahmed" userId="6abc7d4556b3b071" providerId="LiveId" clId="{53B1629A-A9A8-4EA5-BFC7-E33077932B5F}" dt="2023-03-13T06:43:19.944" v="1294" actId="47"/>
        <pc:sldMkLst>
          <pc:docMk/>
          <pc:sldMk cId="2832387727" sldId="2489"/>
        </pc:sldMkLst>
        <pc:spChg chg="mod">
          <ac:chgData name="Owais Ahmed" userId="6abc7d4556b3b071" providerId="LiveId" clId="{53B1629A-A9A8-4EA5-BFC7-E33077932B5F}" dt="2023-03-13T06:43:16.186" v="1293" actId="20577"/>
          <ac:spMkLst>
            <pc:docMk/>
            <pc:sldMk cId="2832387727" sldId="2489"/>
            <ac:spMk id="3" creationId="{4A1C0383-58FE-E486-295E-B33B8683B938}"/>
          </ac:spMkLst>
        </pc:spChg>
      </pc:sldChg>
      <pc:sldChg chg="modSp add mod modAnim modNotesTx">
        <pc:chgData name="Owais Ahmed" userId="6abc7d4556b3b071" providerId="LiveId" clId="{53B1629A-A9A8-4EA5-BFC7-E33077932B5F}" dt="2023-03-13T06:56:22.252" v="2764" actId="20577"/>
        <pc:sldMkLst>
          <pc:docMk/>
          <pc:sldMk cId="3325262481" sldId="2489"/>
        </pc:sldMkLst>
        <pc:spChg chg="mod">
          <ac:chgData name="Owais Ahmed" userId="6abc7d4556b3b071" providerId="LiveId" clId="{53B1629A-A9A8-4EA5-BFC7-E33077932B5F}" dt="2023-03-13T06:55:55.034" v="2703" actId="27636"/>
          <ac:spMkLst>
            <pc:docMk/>
            <pc:sldMk cId="3325262481" sldId="2489"/>
            <ac:spMk id="3" creationId="{4A1C0383-58FE-E486-295E-B33B8683B938}"/>
          </ac:spMkLst>
        </pc:spChg>
        <pc:spChg chg="mod">
          <ac:chgData name="Owais Ahmed" userId="6abc7d4556b3b071" providerId="LiveId" clId="{53B1629A-A9A8-4EA5-BFC7-E33077932B5F}" dt="2023-03-13T06:44:25.521" v="1461" actId="20577"/>
          <ac:spMkLst>
            <pc:docMk/>
            <pc:sldMk cId="3325262481" sldId="2489"/>
            <ac:spMk id="215" creationId="{00000000-0000-0000-0000-000000000000}"/>
          </ac:spMkLst>
        </pc:spChg>
      </pc:sldChg>
      <pc:sldChg chg="modSp add mod modAnim modNotesTx">
        <pc:chgData name="Owais Ahmed" userId="6abc7d4556b3b071" providerId="LiveId" clId="{53B1629A-A9A8-4EA5-BFC7-E33077932B5F}" dt="2023-03-13T06:55:32.617" v="2694" actId="6549"/>
        <pc:sldMkLst>
          <pc:docMk/>
          <pc:sldMk cId="2171066017" sldId="2490"/>
        </pc:sldMkLst>
        <pc:spChg chg="mod">
          <ac:chgData name="Owais Ahmed" userId="6abc7d4556b3b071" providerId="LiveId" clId="{53B1629A-A9A8-4EA5-BFC7-E33077932B5F}" dt="2023-03-13T06:53:21.975" v="2611" actId="20577"/>
          <ac:spMkLst>
            <pc:docMk/>
            <pc:sldMk cId="2171066017" sldId="2490"/>
            <ac:spMk id="3" creationId="{4A1C0383-58FE-E486-295E-B33B8683B938}"/>
          </ac:spMkLst>
        </pc:spChg>
        <pc:spChg chg="mod">
          <ac:chgData name="Owais Ahmed" userId="6abc7d4556b3b071" providerId="LiveId" clId="{53B1629A-A9A8-4EA5-BFC7-E33077932B5F}" dt="2023-03-13T06:52:02.705" v="2405" actId="20577"/>
          <ac:spMkLst>
            <pc:docMk/>
            <pc:sldMk cId="2171066017" sldId="2490"/>
            <ac:spMk id="215" creationId="{00000000-0000-0000-0000-000000000000}"/>
          </ac:spMkLst>
        </pc:spChg>
      </pc:sldChg>
      <pc:sldChg chg="modSp add mod modAnim modNotesTx">
        <pc:chgData name="Owais Ahmed" userId="6abc7d4556b3b071" providerId="LiveId" clId="{53B1629A-A9A8-4EA5-BFC7-E33077932B5F}" dt="2023-03-13T07:30:11.250" v="4946" actId="20577"/>
        <pc:sldMkLst>
          <pc:docMk/>
          <pc:sldMk cId="3542561392" sldId="2491"/>
        </pc:sldMkLst>
        <pc:spChg chg="mod">
          <ac:chgData name="Owais Ahmed" userId="6abc7d4556b3b071" providerId="LiveId" clId="{53B1629A-A9A8-4EA5-BFC7-E33077932B5F}" dt="2023-03-13T07:30:11.250" v="4946" actId="20577"/>
          <ac:spMkLst>
            <pc:docMk/>
            <pc:sldMk cId="3542561392" sldId="2491"/>
            <ac:spMk id="3" creationId="{4A1C0383-58FE-E486-295E-B33B8683B938}"/>
          </ac:spMkLst>
        </pc:spChg>
        <pc:spChg chg="mod">
          <ac:chgData name="Owais Ahmed" userId="6abc7d4556b3b071" providerId="LiveId" clId="{53B1629A-A9A8-4EA5-BFC7-E33077932B5F}" dt="2023-03-13T06:54:48.937" v="2648" actId="20577"/>
          <ac:spMkLst>
            <pc:docMk/>
            <pc:sldMk cId="3542561392" sldId="2491"/>
            <ac:spMk id="215" creationId="{00000000-0000-0000-0000-000000000000}"/>
          </ac:spMkLst>
        </pc:spChg>
      </pc:sldChg>
      <pc:sldChg chg="addSp modSp add mod modAnim modNotesTx">
        <pc:chgData name="Owais Ahmed" userId="6abc7d4556b3b071" providerId="LiveId" clId="{53B1629A-A9A8-4EA5-BFC7-E33077932B5F}" dt="2023-03-13T08:24:04.259" v="6339" actId="20577"/>
        <pc:sldMkLst>
          <pc:docMk/>
          <pc:sldMk cId="140807305" sldId="2492"/>
        </pc:sldMkLst>
        <pc:spChg chg="mod">
          <ac:chgData name="Owais Ahmed" userId="6abc7d4556b3b071" providerId="LiveId" clId="{53B1629A-A9A8-4EA5-BFC7-E33077932B5F}" dt="2023-03-13T07:42:09.786" v="5092" actId="14100"/>
          <ac:spMkLst>
            <pc:docMk/>
            <pc:sldMk cId="140807305" sldId="2492"/>
            <ac:spMk id="3" creationId="{4A1C0383-58FE-E486-295E-B33B8683B938}"/>
          </ac:spMkLst>
        </pc:spChg>
        <pc:spChg chg="mod">
          <ac:chgData name="Owais Ahmed" userId="6abc7d4556b3b071" providerId="LiveId" clId="{53B1629A-A9A8-4EA5-BFC7-E33077932B5F}" dt="2023-03-13T07:06:55.397" v="3324" actId="20577"/>
          <ac:spMkLst>
            <pc:docMk/>
            <pc:sldMk cId="140807305" sldId="2492"/>
            <ac:spMk id="215" creationId="{00000000-0000-0000-0000-000000000000}"/>
          </ac:spMkLst>
        </pc:spChg>
        <pc:picChg chg="add mod">
          <ac:chgData name="Owais Ahmed" userId="6abc7d4556b3b071" providerId="LiveId" clId="{53B1629A-A9A8-4EA5-BFC7-E33077932B5F}" dt="2023-03-13T07:42:03.977" v="5091" actId="14100"/>
          <ac:picMkLst>
            <pc:docMk/>
            <pc:sldMk cId="140807305" sldId="2492"/>
            <ac:picMk id="2050" creationId="{D23B55AE-3A55-14E2-D08A-BF9450B71776}"/>
          </ac:picMkLst>
        </pc:picChg>
      </pc:sldChg>
      <pc:sldChg chg="del">
        <pc:chgData name="Owais Ahmed" userId="6abc7d4556b3b071" providerId="LiveId" clId="{53B1629A-A9A8-4EA5-BFC7-E33077932B5F}" dt="2023-03-13T06:25:37.812" v="3" actId="47"/>
        <pc:sldMkLst>
          <pc:docMk/>
          <pc:sldMk cId="332028716" sldId="2492"/>
        </pc:sldMkLst>
      </pc:sldChg>
      <pc:sldChg chg="modSp add mod modAnim modNotesTx">
        <pc:chgData name="Owais Ahmed" userId="6abc7d4556b3b071" providerId="LiveId" clId="{53B1629A-A9A8-4EA5-BFC7-E33077932B5F}" dt="2023-03-13T07:22:50.335" v="4374" actId="20577"/>
        <pc:sldMkLst>
          <pc:docMk/>
          <pc:sldMk cId="291289866" sldId="2493"/>
        </pc:sldMkLst>
        <pc:spChg chg="mod">
          <ac:chgData name="Owais Ahmed" userId="6abc7d4556b3b071" providerId="LiveId" clId="{53B1629A-A9A8-4EA5-BFC7-E33077932B5F}" dt="2023-03-13T07:22:50.335" v="4374" actId="20577"/>
          <ac:spMkLst>
            <pc:docMk/>
            <pc:sldMk cId="291289866" sldId="2493"/>
            <ac:spMk id="3" creationId="{4A1C0383-58FE-E486-295E-B33B8683B938}"/>
          </ac:spMkLst>
        </pc:spChg>
        <pc:spChg chg="mod">
          <ac:chgData name="Owais Ahmed" userId="6abc7d4556b3b071" providerId="LiveId" clId="{53B1629A-A9A8-4EA5-BFC7-E33077932B5F}" dt="2023-03-13T07:12:29.537" v="3783" actId="20577"/>
          <ac:spMkLst>
            <pc:docMk/>
            <pc:sldMk cId="291289866" sldId="2493"/>
            <ac:spMk id="215" creationId="{00000000-0000-0000-0000-000000000000}"/>
          </ac:spMkLst>
        </pc:spChg>
      </pc:sldChg>
      <pc:sldChg chg="modSp add mod modAnim modNotesTx">
        <pc:chgData name="Owais Ahmed" userId="6abc7d4556b3b071" providerId="LiveId" clId="{53B1629A-A9A8-4EA5-BFC7-E33077932B5F}" dt="2023-03-13T07:30:29.612" v="4966" actId="20577"/>
        <pc:sldMkLst>
          <pc:docMk/>
          <pc:sldMk cId="768229774" sldId="2494"/>
        </pc:sldMkLst>
        <pc:spChg chg="mod">
          <ac:chgData name="Owais Ahmed" userId="6abc7d4556b3b071" providerId="LiveId" clId="{53B1629A-A9A8-4EA5-BFC7-E33077932B5F}" dt="2023-03-13T07:27:38.568" v="4908" actId="20577"/>
          <ac:spMkLst>
            <pc:docMk/>
            <pc:sldMk cId="768229774" sldId="2494"/>
            <ac:spMk id="3" creationId="{4A1C0383-58FE-E486-295E-B33B8683B938}"/>
          </ac:spMkLst>
        </pc:spChg>
        <pc:spChg chg="mod">
          <ac:chgData name="Owais Ahmed" userId="6abc7d4556b3b071" providerId="LiveId" clId="{53B1629A-A9A8-4EA5-BFC7-E33077932B5F}" dt="2023-03-13T07:30:29.612" v="4966" actId="20577"/>
          <ac:spMkLst>
            <pc:docMk/>
            <pc:sldMk cId="768229774" sldId="2494"/>
            <ac:spMk id="215" creationId="{00000000-0000-0000-0000-000000000000}"/>
          </ac:spMkLst>
        </pc:spChg>
      </pc:sldChg>
      <pc:sldChg chg="modSp add mod modAnim">
        <pc:chgData name="Owais Ahmed" userId="6abc7d4556b3b071" providerId="LiveId" clId="{53B1629A-A9A8-4EA5-BFC7-E33077932B5F}" dt="2023-03-13T08:07:37.935" v="5885" actId="20577"/>
        <pc:sldMkLst>
          <pc:docMk/>
          <pc:sldMk cId="232042637" sldId="2495"/>
        </pc:sldMkLst>
        <pc:spChg chg="mod">
          <ac:chgData name="Owais Ahmed" userId="6abc7d4556b3b071" providerId="LiveId" clId="{53B1629A-A9A8-4EA5-BFC7-E33077932B5F}" dt="2023-03-13T08:07:37.935" v="5885" actId="20577"/>
          <ac:spMkLst>
            <pc:docMk/>
            <pc:sldMk cId="232042637" sldId="2495"/>
            <ac:spMk id="3" creationId="{4A1C0383-58FE-E486-295E-B33B8683B938}"/>
          </ac:spMkLst>
        </pc:spChg>
        <pc:spChg chg="mod">
          <ac:chgData name="Owais Ahmed" userId="6abc7d4556b3b071" providerId="LiveId" clId="{53B1629A-A9A8-4EA5-BFC7-E33077932B5F}" dt="2023-03-13T08:01:43.042" v="5550" actId="20577"/>
          <ac:spMkLst>
            <pc:docMk/>
            <pc:sldMk cId="232042637" sldId="2495"/>
            <ac:spMk id="215" creationId="{00000000-0000-0000-0000-000000000000}"/>
          </ac:spMkLst>
        </pc:spChg>
      </pc:sldChg>
      <pc:sldChg chg="delSp modSp add mod modAnim">
        <pc:chgData name="Owais Ahmed" userId="6abc7d4556b3b071" providerId="LiveId" clId="{53B1629A-A9A8-4EA5-BFC7-E33077932B5F}" dt="2023-03-13T07:50:36.905" v="5532" actId="20577"/>
        <pc:sldMkLst>
          <pc:docMk/>
          <pc:sldMk cId="3980957688" sldId="2496"/>
        </pc:sldMkLst>
        <pc:spChg chg="mod">
          <ac:chgData name="Owais Ahmed" userId="6abc7d4556b3b071" providerId="LiveId" clId="{53B1629A-A9A8-4EA5-BFC7-E33077932B5F}" dt="2023-03-13T07:50:36.905" v="5532" actId="20577"/>
          <ac:spMkLst>
            <pc:docMk/>
            <pc:sldMk cId="3980957688" sldId="2496"/>
            <ac:spMk id="3" creationId="{4A1C0383-58FE-E486-295E-B33B8683B938}"/>
          </ac:spMkLst>
        </pc:spChg>
        <pc:picChg chg="del">
          <ac:chgData name="Owais Ahmed" userId="6abc7d4556b3b071" providerId="LiveId" clId="{53B1629A-A9A8-4EA5-BFC7-E33077932B5F}" dt="2023-03-13T07:45:25.963" v="5094" actId="478"/>
          <ac:picMkLst>
            <pc:docMk/>
            <pc:sldMk cId="3980957688" sldId="2496"/>
            <ac:picMk id="2050" creationId="{D23B55AE-3A55-14E2-D08A-BF9450B71776}"/>
          </ac:picMkLst>
        </pc:picChg>
      </pc:sldChg>
      <pc:sldChg chg="del">
        <pc:chgData name="Owais Ahmed" userId="6abc7d4556b3b071" providerId="LiveId" clId="{53B1629A-A9A8-4EA5-BFC7-E33077932B5F}" dt="2023-03-13T06:25:38.741" v="6" actId="47"/>
        <pc:sldMkLst>
          <pc:docMk/>
          <pc:sldMk cId="4183735996" sldId="2496"/>
        </pc:sldMkLst>
      </pc:sldChg>
      <pc:sldChg chg="del">
        <pc:chgData name="Owais Ahmed" userId="6abc7d4556b3b071" providerId="LiveId" clId="{53B1629A-A9A8-4EA5-BFC7-E33077932B5F}" dt="2023-03-13T06:25:39.228" v="7" actId="47"/>
        <pc:sldMkLst>
          <pc:docMk/>
          <pc:sldMk cId="2021183974" sldId="2497"/>
        </pc:sldMkLst>
      </pc:sldChg>
      <pc:sldChg chg="modSp add mod modAnim modNotesTx">
        <pc:chgData name="Owais Ahmed" userId="6abc7d4556b3b071" providerId="LiveId" clId="{53B1629A-A9A8-4EA5-BFC7-E33077932B5F}" dt="2023-03-13T08:52:55.619" v="7780" actId="403"/>
        <pc:sldMkLst>
          <pc:docMk/>
          <pc:sldMk cId="3124922675" sldId="2497"/>
        </pc:sldMkLst>
        <pc:spChg chg="mod">
          <ac:chgData name="Owais Ahmed" userId="6abc7d4556b3b071" providerId="LiveId" clId="{53B1629A-A9A8-4EA5-BFC7-E33077932B5F}" dt="2023-03-13T08:52:55.619" v="7780" actId="403"/>
          <ac:spMkLst>
            <pc:docMk/>
            <pc:sldMk cId="3124922675" sldId="2497"/>
            <ac:spMk id="3" creationId="{4A1C0383-58FE-E486-295E-B33B8683B938}"/>
          </ac:spMkLst>
        </pc:spChg>
        <pc:spChg chg="mod">
          <ac:chgData name="Owais Ahmed" userId="6abc7d4556b3b071" providerId="LiveId" clId="{53B1629A-A9A8-4EA5-BFC7-E33077932B5F}" dt="2023-03-13T08:35:20.434" v="6347" actId="20577"/>
          <ac:spMkLst>
            <pc:docMk/>
            <pc:sldMk cId="3124922675" sldId="2497"/>
            <ac:spMk id="215" creationId="{00000000-0000-0000-0000-000000000000}"/>
          </ac:spMkLst>
        </pc:spChg>
      </pc:sldChg>
      <pc:sldChg chg="modSp add mod modAnim modNotesTx">
        <pc:chgData name="Owais Ahmed" userId="6abc7d4556b3b071" providerId="LiveId" clId="{53B1629A-A9A8-4EA5-BFC7-E33077932B5F}" dt="2023-03-13T08:58:53.791" v="8384" actId="20577"/>
        <pc:sldMkLst>
          <pc:docMk/>
          <pc:sldMk cId="2737715429" sldId="2498"/>
        </pc:sldMkLst>
        <pc:spChg chg="mod">
          <ac:chgData name="Owais Ahmed" userId="6abc7d4556b3b071" providerId="LiveId" clId="{53B1629A-A9A8-4EA5-BFC7-E33077932B5F}" dt="2023-03-13T08:58:53.791" v="8384" actId="20577"/>
          <ac:spMkLst>
            <pc:docMk/>
            <pc:sldMk cId="2737715429" sldId="2498"/>
            <ac:spMk id="3" creationId="{4A1C0383-58FE-E486-295E-B33B8683B938}"/>
          </ac:spMkLst>
        </pc:spChg>
        <pc:spChg chg="mod">
          <ac:chgData name="Owais Ahmed" userId="6abc7d4556b3b071" providerId="LiveId" clId="{53B1629A-A9A8-4EA5-BFC7-E33077932B5F}" dt="2023-03-13T08:52:44.264" v="7778" actId="20577"/>
          <ac:spMkLst>
            <pc:docMk/>
            <pc:sldMk cId="2737715429" sldId="2498"/>
            <ac:spMk id="215" creationId="{00000000-0000-0000-0000-000000000000}"/>
          </ac:spMkLst>
        </pc:spChg>
      </pc:sldChg>
      <pc:sldChg chg="modSp add mod modAnim modNotesTx">
        <pc:chgData name="Owais Ahmed" userId="6abc7d4556b3b071" providerId="LiveId" clId="{53B1629A-A9A8-4EA5-BFC7-E33077932B5F}" dt="2023-03-13T09:10:48.046" v="9010" actId="20577"/>
        <pc:sldMkLst>
          <pc:docMk/>
          <pc:sldMk cId="1701565530" sldId="2499"/>
        </pc:sldMkLst>
        <pc:spChg chg="mod">
          <ac:chgData name="Owais Ahmed" userId="6abc7d4556b3b071" providerId="LiveId" clId="{53B1629A-A9A8-4EA5-BFC7-E33077932B5F}" dt="2023-03-13T09:10:23.407" v="8909" actId="20577"/>
          <ac:spMkLst>
            <pc:docMk/>
            <pc:sldMk cId="1701565530" sldId="2499"/>
            <ac:spMk id="3" creationId="{4A1C0383-58FE-E486-295E-B33B8683B938}"/>
          </ac:spMkLst>
        </pc:spChg>
        <pc:spChg chg="mod">
          <ac:chgData name="Owais Ahmed" userId="6abc7d4556b3b071" providerId="LiveId" clId="{53B1629A-A9A8-4EA5-BFC7-E33077932B5F}" dt="2023-03-13T09:03:52.685" v="8395" actId="20577"/>
          <ac:spMkLst>
            <pc:docMk/>
            <pc:sldMk cId="1701565530" sldId="2499"/>
            <ac:spMk id="215" creationId="{00000000-0000-0000-0000-000000000000}"/>
          </ac:spMkLst>
        </pc:spChg>
      </pc:sldChg>
      <pc:sldChg chg="modSp add mod addAnim delAnim modAnim modNotesTx">
        <pc:chgData name="Owais Ahmed" userId="6abc7d4556b3b071" providerId="LiveId" clId="{53B1629A-A9A8-4EA5-BFC7-E33077932B5F}" dt="2023-03-13T09:26:50.189" v="10297" actId="27636"/>
        <pc:sldMkLst>
          <pc:docMk/>
          <pc:sldMk cId="98145820" sldId="2500"/>
        </pc:sldMkLst>
        <pc:spChg chg="mod">
          <ac:chgData name="Owais Ahmed" userId="6abc7d4556b3b071" providerId="LiveId" clId="{53B1629A-A9A8-4EA5-BFC7-E33077932B5F}" dt="2023-03-13T09:26:50.189" v="10297" actId="27636"/>
          <ac:spMkLst>
            <pc:docMk/>
            <pc:sldMk cId="98145820" sldId="2500"/>
            <ac:spMk id="3" creationId="{4A1C0383-58FE-E486-295E-B33B8683B938}"/>
          </ac:spMkLst>
        </pc:spChg>
        <pc:spChg chg="mod">
          <ac:chgData name="Owais Ahmed" userId="6abc7d4556b3b071" providerId="LiveId" clId="{53B1629A-A9A8-4EA5-BFC7-E33077932B5F}" dt="2023-03-13T09:22:58.961" v="9960" actId="20577"/>
          <ac:spMkLst>
            <pc:docMk/>
            <pc:sldMk cId="98145820" sldId="2500"/>
            <ac:spMk id="215" creationId="{00000000-0000-0000-0000-000000000000}"/>
          </ac:spMkLst>
        </pc:spChg>
      </pc:sldChg>
      <pc:sldChg chg="del">
        <pc:chgData name="Owais Ahmed" userId="6abc7d4556b3b071" providerId="LiveId" clId="{53B1629A-A9A8-4EA5-BFC7-E33077932B5F}" dt="2023-03-13T06:25:38.161" v="5" actId="47"/>
        <pc:sldMkLst>
          <pc:docMk/>
          <pc:sldMk cId="910229267" sldId="2500"/>
        </pc:sldMkLst>
      </pc:sldChg>
      <pc:sldChg chg="add del">
        <pc:chgData name="Owais Ahmed" userId="6abc7d4556b3b071" providerId="LiveId" clId="{53B1629A-A9A8-4EA5-BFC7-E33077932B5F}" dt="2023-03-13T09:11:47.935" v="9012" actId="2890"/>
        <pc:sldMkLst>
          <pc:docMk/>
          <pc:sldMk cId="2494837473" sldId="2500"/>
        </pc:sldMkLst>
      </pc:sldChg>
      <pc:sldChg chg="modSp add mod modAnim modNotesTx">
        <pc:chgData name="Owais Ahmed" userId="6abc7d4556b3b071" providerId="LiveId" clId="{53B1629A-A9A8-4EA5-BFC7-E33077932B5F}" dt="2023-03-13T09:30:25.170" v="10669" actId="404"/>
        <pc:sldMkLst>
          <pc:docMk/>
          <pc:sldMk cId="349804789" sldId="2501"/>
        </pc:sldMkLst>
        <pc:spChg chg="mod">
          <ac:chgData name="Owais Ahmed" userId="6abc7d4556b3b071" providerId="LiveId" clId="{53B1629A-A9A8-4EA5-BFC7-E33077932B5F}" dt="2023-03-13T09:30:25.170" v="10669" actId="404"/>
          <ac:spMkLst>
            <pc:docMk/>
            <pc:sldMk cId="349804789" sldId="2501"/>
            <ac:spMk id="3" creationId="{4A1C0383-58FE-E486-295E-B33B8683B938}"/>
          </ac:spMkLst>
        </pc:spChg>
      </pc:sldChg>
      <pc:sldChg chg="del">
        <pc:chgData name="Owais Ahmed" userId="6abc7d4556b3b071" providerId="LiveId" clId="{53B1629A-A9A8-4EA5-BFC7-E33077932B5F}" dt="2023-03-13T06:25:37.987" v="4" actId="47"/>
        <pc:sldMkLst>
          <pc:docMk/>
          <pc:sldMk cId="1990280332" sldId="2501"/>
        </pc:sldMkLst>
      </pc:sldChg>
      <pc:sldChg chg="modSp add mod modAnim modNotesTx">
        <pc:chgData name="Owais Ahmed" userId="6abc7d4556b3b071" providerId="LiveId" clId="{53B1629A-A9A8-4EA5-BFC7-E33077932B5F}" dt="2023-03-13T10:06:29.183" v="11806" actId="20577"/>
        <pc:sldMkLst>
          <pc:docMk/>
          <pc:sldMk cId="366950723" sldId="2502"/>
        </pc:sldMkLst>
        <pc:spChg chg="mod">
          <ac:chgData name="Owais Ahmed" userId="6abc7d4556b3b071" providerId="LiveId" clId="{53B1629A-A9A8-4EA5-BFC7-E33077932B5F}" dt="2023-03-13T10:04:40.708" v="11603" actId="20577"/>
          <ac:spMkLst>
            <pc:docMk/>
            <pc:sldMk cId="366950723" sldId="2502"/>
            <ac:spMk id="3" creationId="{4A1C0383-58FE-E486-295E-B33B8683B938}"/>
          </ac:spMkLst>
        </pc:spChg>
      </pc:sldChg>
      <pc:sldChg chg="del">
        <pc:chgData name="Owais Ahmed" userId="6abc7d4556b3b071" providerId="LiveId" clId="{53B1629A-A9A8-4EA5-BFC7-E33077932B5F}" dt="2023-03-13T06:25:40.193" v="8" actId="47"/>
        <pc:sldMkLst>
          <pc:docMk/>
          <pc:sldMk cId="2738020370" sldId="2502"/>
        </pc:sldMkLst>
      </pc:sldChg>
      <pc:sldChg chg="modSp add mod modAnim modNotesTx">
        <pc:chgData name="Owais Ahmed" userId="6abc7d4556b3b071" providerId="LiveId" clId="{53B1629A-A9A8-4EA5-BFC7-E33077932B5F}" dt="2023-03-13T10:12:51.586" v="12526" actId="20577"/>
        <pc:sldMkLst>
          <pc:docMk/>
          <pc:sldMk cId="465789078" sldId="2503"/>
        </pc:sldMkLst>
        <pc:spChg chg="mod">
          <ac:chgData name="Owais Ahmed" userId="6abc7d4556b3b071" providerId="LiveId" clId="{53B1629A-A9A8-4EA5-BFC7-E33077932B5F}" dt="2023-03-13T10:12:51.586" v="12526" actId="20577"/>
          <ac:spMkLst>
            <pc:docMk/>
            <pc:sldMk cId="465789078" sldId="2503"/>
            <ac:spMk id="3" creationId="{4A1C0383-58FE-E486-295E-B33B8683B938}"/>
          </ac:spMkLst>
        </pc:spChg>
        <pc:spChg chg="mod">
          <ac:chgData name="Owais Ahmed" userId="6abc7d4556b3b071" providerId="LiveId" clId="{53B1629A-A9A8-4EA5-BFC7-E33077932B5F}" dt="2023-03-13T10:07:35.758" v="11824" actId="20577"/>
          <ac:spMkLst>
            <pc:docMk/>
            <pc:sldMk cId="465789078" sldId="2503"/>
            <ac:spMk id="215" creationId="{00000000-0000-0000-0000-000000000000}"/>
          </ac:spMkLst>
        </pc:spChg>
      </pc:sldChg>
      <pc:sldChg chg="del">
        <pc:chgData name="Owais Ahmed" userId="6abc7d4556b3b071" providerId="LiveId" clId="{53B1629A-A9A8-4EA5-BFC7-E33077932B5F}" dt="2023-03-13T06:25:41.751" v="9" actId="47"/>
        <pc:sldMkLst>
          <pc:docMk/>
          <pc:sldMk cId="1306189836" sldId="2503"/>
        </pc:sldMkLst>
      </pc:sldChg>
      <pc:sldChg chg="modSp add mod modAnim modNotesTx">
        <pc:chgData name="Owais Ahmed" userId="6abc7d4556b3b071" providerId="LiveId" clId="{53B1629A-A9A8-4EA5-BFC7-E33077932B5F}" dt="2023-03-13T10:21:37.602" v="13434" actId="20577"/>
        <pc:sldMkLst>
          <pc:docMk/>
          <pc:sldMk cId="4099730819" sldId="2504"/>
        </pc:sldMkLst>
        <pc:spChg chg="mod">
          <ac:chgData name="Owais Ahmed" userId="6abc7d4556b3b071" providerId="LiveId" clId="{53B1629A-A9A8-4EA5-BFC7-E33077932B5F}" dt="2023-03-13T10:21:37.602" v="13434" actId="20577"/>
          <ac:spMkLst>
            <pc:docMk/>
            <pc:sldMk cId="4099730819" sldId="2504"/>
            <ac:spMk id="3" creationId="{4A1C0383-58FE-E486-295E-B33B8683B938}"/>
          </ac:spMkLst>
        </pc:spChg>
      </pc:sldChg>
      <pc:sldChg chg="add del">
        <pc:chgData name="Owais Ahmed" userId="6abc7d4556b3b071" providerId="LiveId" clId="{53B1629A-A9A8-4EA5-BFC7-E33077932B5F}" dt="2023-03-13T10:18:11.279" v="12981" actId="2890"/>
        <pc:sldMkLst>
          <pc:docMk/>
          <pc:sldMk cId="3109491806" sldId="2505"/>
        </pc:sldMkLst>
      </pc:sldChg>
      <pc:sldMasterChg chg="delSldLayout">
        <pc:chgData name="Owais Ahmed" userId="6abc7d4556b3b071" providerId="LiveId" clId="{53B1629A-A9A8-4EA5-BFC7-E33077932B5F}" dt="2023-03-13T06:25:36.584" v="0" actId="47"/>
        <pc:sldMasterMkLst>
          <pc:docMk/>
          <pc:sldMasterMk cId="692820" sldId="2147483648"/>
        </pc:sldMasterMkLst>
        <pc:sldLayoutChg chg="del">
          <pc:chgData name="Owais Ahmed" userId="6abc7d4556b3b071" providerId="LiveId" clId="{53B1629A-A9A8-4EA5-BFC7-E33077932B5F}" dt="2023-03-13T06:25:36.584" v="0" actId="47"/>
          <pc:sldLayoutMkLst>
            <pc:docMk/>
            <pc:sldMasterMk cId="692820" sldId="2147483648"/>
            <pc:sldLayoutMk cId="561853196" sldId="2147483682"/>
          </pc:sldLayoutMkLst>
        </pc:sldLayoutChg>
      </pc:sldMasterChg>
    </pc:docChg>
  </pc:docChgLst>
  <pc:docChgLst>
    <pc:chgData name="Owais Ahmed" userId="6abc7d4556b3b071" providerId="LiveId" clId="{B8A8993C-AF3B-4CBF-ACB4-5397A5801735}"/>
    <pc:docChg chg="undo redo custSel addSld delSld modSld sldOrd">
      <pc:chgData name="Owais Ahmed" userId="6abc7d4556b3b071" providerId="LiveId" clId="{B8A8993C-AF3B-4CBF-ACB4-5397A5801735}" dt="2023-05-29T21:46:18.193" v="4648" actId="20577"/>
      <pc:docMkLst>
        <pc:docMk/>
      </pc:docMkLst>
      <pc:sldChg chg="modSp mod">
        <pc:chgData name="Owais Ahmed" userId="6abc7d4556b3b071" providerId="LiveId" clId="{B8A8993C-AF3B-4CBF-ACB4-5397A5801735}" dt="2023-05-29T21:09:41.523" v="3867" actId="20577"/>
        <pc:sldMkLst>
          <pc:docMk/>
          <pc:sldMk cId="690293853" sldId="2491"/>
        </pc:sldMkLst>
        <pc:spChg chg="mod">
          <ac:chgData name="Owais Ahmed" userId="6abc7d4556b3b071" providerId="LiveId" clId="{B8A8993C-AF3B-4CBF-ACB4-5397A5801735}" dt="2023-05-29T21:09:41.523" v="3867" actId="20577"/>
          <ac:spMkLst>
            <pc:docMk/>
            <pc:sldMk cId="690293853" sldId="2491"/>
            <ac:spMk id="6" creationId="{F3C89A40-EEAA-43AB-9A3A-B2CFDE450F1B}"/>
          </ac:spMkLst>
        </pc:spChg>
      </pc:sldChg>
      <pc:sldChg chg="modSp mod addAnim delAnim modAnim">
        <pc:chgData name="Owais Ahmed" userId="6abc7d4556b3b071" providerId="LiveId" clId="{B8A8993C-AF3B-4CBF-ACB4-5397A5801735}" dt="2023-05-23T18:45:16.470" v="1067" actId="20577"/>
        <pc:sldMkLst>
          <pc:docMk/>
          <pc:sldMk cId="3713406757" sldId="2505"/>
        </pc:sldMkLst>
        <pc:spChg chg="mod">
          <ac:chgData name="Owais Ahmed" userId="6abc7d4556b3b071" providerId="LiveId" clId="{B8A8993C-AF3B-4CBF-ACB4-5397A5801735}" dt="2023-05-23T18:45:15.921" v="1066" actId="20577"/>
          <ac:spMkLst>
            <pc:docMk/>
            <pc:sldMk cId="3713406757" sldId="2505"/>
            <ac:spMk id="3" creationId="{4A1C0383-58FE-E486-295E-B33B8683B938}"/>
          </ac:spMkLst>
        </pc:spChg>
      </pc:sldChg>
      <pc:sldChg chg="addSp modSp add mod modAnim modNotesTx">
        <pc:chgData name="Owais Ahmed" userId="6abc7d4556b3b071" providerId="LiveId" clId="{B8A8993C-AF3B-4CBF-ACB4-5397A5801735}" dt="2023-05-23T18:21:45.022" v="936" actId="20577"/>
        <pc:sldMkLst>
          <pc:docMk/>
          <pc:sldMk cId="3162643772" sldId="2506"/>
        </pc:sldMkLst>
        <pc:spChg chg="mod">
          <ac:chgData name="Owais Ahmed" userId="6abc7d4556b3b071" providerId="LiveId" clId="{B8A8993C-AF3B-4CBF-ACB4-5397A5801735}" dt="2023-05-23T18:21:45.022" v="936" actId="20577"/>
          <ac:spMkLst>
            <pc:docMk/>
            <pc:sldMk cId="3162643772" sldId="2506"/>
            <ac:spMk id="3" creationId="{4A1C0383-58FE-E486-295E-B33B8683B938}"/>
          </ac:spMkLst>
        </pc:spChg>
        <pc:spChg chg="add mod">
          <ac:chgData name="Owais Ahmed" userId="6abc7d4556b3b071" providerId="LiveId" clId="{B8A8993C-AF3B-4CBF-ACB4-5397A5801735}" dt="2023-05-23T18:21:08.008" v="845" actId="1076"/>
          <ac:spMkLst>
            <pc:docMk/>
            <pc:sldMk cId="3162643772" sldId="2506"/>
            <ac:spMk id="5" creationId="{3E995BB9-D163-A9BE-70BD-49175E4E6844}"/>
          </ac:spMkLst>
        </pc:spChg>
      </pc:sldChg>
      <pc:sldChg chg="addSp delSp modSp add mod ord delAnim modAnim">
        <pc:chgData name="Owais Ahmed" userId="6abc7d4556b3b071" providerId="LiveId" clId="{B8A8993C-AF3B-4CBF-ACB4-5397A5801735}" dt="2023-05-23T18:48:07.355" v="1511" actId="20577"/>
        <pc:sldMkLst>
          <pc:docMk/>
          <pc:sldMk cId="3134451264" sldId="2507"/>
        </pc:sldMkLst>
        <pc:spChg chg="del mod">
          <ac:chgData name="Owais Ahmed" userId="6abc7d4556b3b071" providerId="LiveId" clId="{B8A8993C-AF3B-4CBF-ACB4-5397A5801735}" dt="2023-05-23T18:45:36.399" v="1076" actId="478"/>
          <ac:spMkLst>
            <pc:docMk/>
            <pc:sldMk cId="3134451264" sldId="2507"/>
            <ac:spMk id="3" creationId="{4A1C0383-58FE-E486-295E-B33B8683B938}"/>
          </ac:spMkLst>
        </pc:spChg>
        <pc:spChg chg="add mod">
          <ac:chgData name="Owais Ahmed" userId="6abc7d4556b3b071" providerId="LiveId" clId="{B8A8993C-AF3B-4CBF-ACB4-5397A5801735}" dt="2023-05-23T18:48:07.355" v="1511" actId="20577"/>
          <ac:spMkLst>
            <pc:docMk/>
            <pc:sldMk cId="3134451264" sldId="2507"/>
            <ac:spMk id="4" creationId="{7E8FF945-769B-FFBA-CE7A-7A8F1E993449}"/>
          </ac:spMkLst>
        </pc:spChg>
      </pc:sldChg>
      <pc:sldChg chg="modSp del mod modAnim">
        <pc:chgData name="Owais Ahmed" userId="6abc7d4556b3b071" providerId="LiveId" clId="{B8A8993C-AF3B-4CBF-ACB4-5397A5801735}" dt="2023-05-29T21:09:23.028" v="3829" actId="47"/>
        <pc:sldMkLst>
          <pc:docMk/>
          <pc:sldMk cId="4035312321" sldId="2508"/>
        </pc:sldMkLst>
        <pc:spChg chg="mod">
          <ac:chgData name="Owais Ahmed" userId="6abc7d4556b3b071" providerId="LiveId" clId="{B8A8993C-AF3B-4CBF-ACB4-5397A5801735}" dt="2023-05-29T21:04:51.375" v="3828" actId="20577"/>
          <ac:spMkLst>
            <pc:docMk/>
            <pc:sldMk cId="4035312321" sldId="2508"/>
            <ac:spMk id="4" creationId="{7E8FF945-769B-FFBA-CE7A-7A8F1E993449}"/>
          </ac:spMkLst>
        </pc:spChg>
        <pc:spChg chg="mod">
          <ac:chgData name="Owais Ahmed" userId="6abc7d4556b3b071" providerId="LiveId" clId="{B8A8993C-AF3B-4CBF-ACB4-5397A5801735}" dt="2023-05-29T21:03:28.443" v="3766" actId="20577"/>
          <ac:spMkLst>
            <pc:docMk/>
            <pc:sldMk cId="4035312321" sldId="2508"/>
            <ac:spMk id="215" creationId="{00000000-0000-0000-0000-000000000000}"/>
          </ac:spMkLst>
        </pc:spChg>
      </pc:sldChg>
      <pc:sldChg chg="delSp modSp add mod ord modAnim modNotesTx">
        <pc:chgData name="Owais Ahmed" userId="6abc7d4556b3b071" providerId="LiveId" clId="{B8A8993C-AF3B-4CBF-ACB4-5397A5801735}" dt="2023-05-29T19:42:32.692" v="2315" actId="20577"/>
        <pc:sldMkLst>
          <pc:docMk/>
          <pc:sldMk cId="2865926363" sldId="2516"/>
        </pc:sldMkLst>
        <pc:spChg chg="mod">
          <ac:chgData name="Owais Ahmed" userId="6abc7d4556b3b071" providerId="LiveId" clId="{B8A8993C-AF3B-4CBF-ACB4-5397A5801735}" dt="2023-05-29T19:42:32.692" v="2315" actId="20577"/>
          <ac:spMkLst>
            <pc:docMk/>
            <pc:sldMk cId="2865926363" sldId="2516"/>
            <ac:spMk id="3" creationId="{4A1C0383-58FE-E486-295E-B33B8683B938}"/>
          </ac:spMkLst>
        </pc:spChg>
        <pc:spChg chg="del">
          <ac:chgData name="Owais Ahmed" userId="6abc7d4556b3b071" providerId="LiveId" clId="{B8A8993C-AF3B-4CBF-ACB4-5397A5801735}" dt="2023-05-29T19:30:23.638" v="1844" actId="478"/>
          <ac:spMkLst>
            <pc:docMk/>
            <pc:sldMk cId="2865926363" sldId="2516"/>
            <ac:spMk id="5" creationId="{3E995BB9-D163-A9BE-70BD-49175E4E6844}"/>
          </ac:spMkLst>
        </pc:spChg>
        <pc:spChg chg="mod">
          <ac:chgData name="Owais Ahmed" userId="6abc7d4556b3b071" providerId="LiveId" clId="{B8A8993C-AF3B-4CBF-ACB4-5397A5801735}" dt="2023-05-29T19:37:08.601" v="2062" actId="20577"/>
          <ac:spMkLst>
            <pc:docMk/>
            <pc:sldMk cId="2865926363" sldId="2516"/>
            <ac:spMk id="215" creationId="{00000000-0000-0000-0000-000000000000}"/>
          </ac:spMkLst>
        </pc:spChg>
      </pc:sldChg>
      <pc:sldChg chg="modSp add mod modAnim modNotesTx">
        <pc:chgData name="Owais Ahmed" userId="6abc7d4556b3b071" providerId="LiveId" clId="{B8A8993C-AF3B-4CBF-ACB4-5397A5801735}" dt="2023-05-29T19:59:44.103" v="3153" actId="20577"/>
        <pc:sldMkLst>
          <pc:docMk/>
          <pc:sldMk cId="2601870503" sldId="2517"/>
        </pc:sldMkLst>
        <pc:spChg chg="mod">
          <ac:chgData name="Owais Ahmed" userId="6abc7d4556b3b071" providerId="LiveId" clId="{B8A8993C-AF3B-4CBF-ACB4-5397A5801735}" dt="2023-05-29T19:59:44.103" v="3153" actId="20577"/>
          <ac:spMkLst>
            <pc:docMk/>
            <pc:sldMk cId="2601870503" sldId="2517"/>
            <ac:spMk id="3" creationId="{4A1C0383-58FE-E486-295E-B33B8683B938}"/>
          </ac:spMkLst>
        </pc:spChg>
      </pc:sldChg>
      <pc:sldChg chg="addSp delSp modSp add mod delAnim modNotesTx">
        <pc:chgData name="Owais Ahmed" userId="6abc7d4556b3b071" providerId="LiveId" clId="{B8A8993C-AF3B-4CBF-ACB4-5397A5801735}" dt="2023-05-29T19:56:00.027" v="2751" actId="20577"/>
        <pc:sldMkLst>
          <pc:docMk/>
          <pc:sldMk cId="2047840526" sldId="2518"/>
        </pc:sldMkLst>
        <pc:spChg chg="del">
          <ac:chgData name="Owais Ahmed" userId="6abc7d4556b3b071" providerId="LiveId" clId="{B8A8993C-AF3B-4CBF-ACB4-5397A5801735}" dt="2023-05-29T19:44:11.639" v="2437" actId="478"/>
          <ac:spMkLst>
            <pc:docMk/>
            <pc:sldMk cId="2047840526" sldId="2518"/>
            <ac:spMk id="3" creationId="{4A1C0383-58FE-E486-295E-B33B8683B938}"/>
          </ac:spMkLst>
        </pc:spChg>
        <pc:spChg chg="add mod">
          <ac:chgData name="Owais Ahmed" userId="6abc7d4556b3b071" providerId="LiveId" clId="{B8A8993C-AF3B-4CBF-ACB4-5397A5801735}" dt="2023-05-29T19:54:59.030" v="2728" actId="255"/>
          <ac:spMkLst>
            <pc:docMk/>
            <pc:sldMk cId="2047840526" sldId="2518"/>
            <ac:spMk id="5" creationId="{D2773EDF-83D7-8BF7-C627-52FB778686B9}"/>
          </ac:spMkLst>
        </pc:spChg>
      </pc:sldChg>
      <pc:sldChg chg="modSp add mod modNotesTx">
        <pc:chgData name="Owais Ahmed" userId="6abc7d4556b3b071" providerId="LiveId" clId="{B8A8993C-AF3B-4CBF-ACB4-5397A5801735}" dt="2023-05-29T20:00:15.650" v="3184" actId="6549"/>
        <pc:sldMkLst>
          <pc:docMk/>
          <pc:sldMk cId="4251408948" sldId="2519"/>
        </pc:sldMkLst>
        <pc:spChg chg="mod">
          <ac:chgData name="Owais Ahmed" userId="6abc7d4556b3b071" providerId="LiveId" clId="{B8A8993C-AF3B-4CBF-ACB4-5397A5801735}" dt="2023-05-29T20:00:15.650" v="3184" actId="6549"/>
          <ac:spMkLst>
            <pc:docMk/>
            <pc:sldMk cId="4251408948" sldId="2519"/>
            <ac:spMk id="5" creationId="{D2773EDF-83D7-8BF7-C627-52FB778686B9}"/>
          </ac:spMkLst>
        </pc:spChg>
        <pc:spChg chg="mod">
          <ac:chgData name="Owais Ahmed" userId="6abc7d4556b3b071" providerId="LiveId" clId="{B8A8993C-AF3B-4CBF-ACB4-5397A5801735}" dt="2023-05-29T19:54:44.574" v="2723" actId="20577"/>
          <ac:spMkLst>
            <pc:docMk/>
            <pc:sldMk cId="4251408948" sldId="2519"/>
            <ac:spMk id="215" creationId="{00000000-0000-0000-0000-000000000000}"/>
          </ac:spMkLst>
        </pc:spChg>
      </pc:sldChg>
      <pc:sldChg chg="modSp add mod ord modNotesTx">
        <pc:chgData name="Owais Ahmed" userId="6abc7d4556b3b071" providerId="LiveId" clId="{B8A8993C-AF3B-4CBF-ACB4-5397A5801735}" dt="2023-05-29T19:58:35.633" v="2941"/>
        <pc:sldMkLst>
          <pc:docMk/>
          <pc:sldMk cId="4202007914" sldId="2520"/>
        </pc:sldMkLst>
        <pc:spChg chg="mod">
          <ac:chgData name="Owais Ahmed" userId="6abc7d4556b3b071" providerId="LiveId" clId="{B8A8993C-AF3B-4CBF-ACB4-5397A5801735}" dt="2023-05-29T19:57:52.647" v="2878" actId="403"/>
          <ac:spMkLst>
            <pc:docMk/>
            <pc:sldMk cId="4202007914" sldId="2520"/>
            <ac:spMk id="5" creationId="{D2773EDF-83D7-8BF7-C627-52FB778686B9}"/>
          </ac:spMkLst>
        </pc:spChg>
      </pc:sldChg>
      <pc:sldChg chg="modSp add mod ord addAnim delAnim modAnim">
        <pc:chgData name="Owais Ahmed" userId="6abc7d4556b3b071" providerId="LiveId" clId="{B8A8993C-AF3B-4CBF-ACB4-5397A5801735}" dt="2023-05-29T21:18:38.538" v="4585" actId="403"/>
        <pc:sldMkLst>
          <pc:docMk/>
          <pc:sldMk cId="758999488" sldId="2521"/>
        </pc:sldMkLst>
        <pc:spChg chg="mod">
          <ac:chgData name="Owais Ahmed" userId="6abc7d4556b3b071" providerId="LiveId" clId="{B8A8993C-AF3B-4CBF-ACB4-5397A5801735}" dt="2023-05-29T21:18:38.538" v="4585" actId="403"/>
          <ac:spMkLst>
            <pc:docMk/>
            <pc:sldMk cId="758999488" sldId="2521"/>
            <ac:spMk id="3" creationId="{4A1C0383-58FE-E486-295E-B33B8683B938}"/>
          </ac:spMkLst>
        </pc:spChg>
      </pc:sldChg>
      <pc:sldChg chg="modSp add mod modAnim">
        <pc:chgData name="Owais Ahmed" userId="6abc7d4556b3b071" providerId="LiveId" clId="{B8A8993C-AF3B-4CBF-ACB4-5397A5801735}" dt="2023-05-29T21:46:18.193" v="4648" actId="20577"/>
        <pc:sldMkLst>
          <pc:docMk/>
          <pc:sldMk cId="2042830388" sldId="2522"/>
        </pc:sldMkLst>
        <pc:spChg chg="mod">
          <ac:chgData name="Owais Ahmed" userId="6abc7d4556b3b071" providerId="LiveId" clId="{B8A8993C-AF3B-4CBF-ACB4-5397A5801735}" dt="2023-05-29T21:46:18.193" v="4648" actId="20577"/>
          <ac:spMkLst>
            <pc:docMk/>
            <pc:sldMk cId="2042830388" sldId="2522"/>
            <ac:spMk id="3" creationId="{4A1C0383-58FE-E486-295E-B33B8683B938}"/>
          </ac:spMkLst>
        </pc:spChg>
        <pc:spChg chg="mod">
          <ac:chgData name="Owais Ahmed" userId="6abc7d4556b3b071" providerId="LiveId" clId="{B8A8993C-AF3B-4CBF-ACB4-5397A5801735}" dt="2023-05-29T21:10:24.290" v="3881"/>
          <ac:spMkLst>
            <pc:docMk/>
            <pc:sldMk cId="2042830388" sldId="2522"/>
            <ac:spMk id="215" creationId="{00000000-0000-0000-0000-000000000000}"/>
          </ac:spMkLst>
        </pc:spChg>
      </pc:sldChg>
      <pc:sldChg chg="addSp delSp modSp add mod ord delAnim modAnim">
        <pc:chgData name="Owais Ahmed" userId="6abc7d4556b3b071" providerId="LiveId" clId="{B8A8993C-AF3B-4CBF-ACB4-5397A5801735}" dt="2023-05-29T21:45:44.029" v="4646" actId="5793"/>
        <pc:sldMkLst>
          <pc:docMk/>
          <pc:sldMk cId="733251948" sldId="2523"/>
        </pc:sldMkLst>
        <pc:spChg chg="del mod">
          <ac:chgData name="Owais Ahmed" userId="6abc7d4556b3b071" providerId="LiveId" clId="{B8A8993C-AF3B-4CBF-ACB4-5397A5801735}" dt="2023-05-29T21:43:10.749" v="4606" actId="478"/>
          <ac:spMkLst>
            <pc:docMk/>
            <pc:sldMk cId="733251948" sldId="2523"/>
            <ac:spMk id="3" creationId="{4A1C0383-58FE-E486-295E-B33B8683B938}"/>
          </ac:spMkLst>
        </pc:spChg>
        <pc:spChg chg="add mod">
          <ac:chgData name="Owais Ahmed" userId="6abc7d4556b3b071" providerId="LiveId" clId="{B8A8993C-AF3B-4CBF-ACB4-5397A5801735}" dt="2023-05-29T21:45:44.029" v="4646" actId="5793"/>
          <ac:spMkLst>
            <pc:docMk/>
            <pc:sldMk cId="733251948" sldId="2523"/>
            <ac:spMk id="5" creationId="{FBCEC9B7-FCFB-C4D3-EE21-BE9FB47C7A0B}"/>
          </ac:spMkLst>
        </pc:spChg>
        <pc:spChg chg="del">
          <ac:chgData name="Owais Ahmed" userId="6abc7d4556b3b071" providerId="LiveId" clId="{B8A8993C-AF3B-4CBF-ACB4-5397A5801735}" dt="2023-05-29T21:44:49.378" v="4625" actId="478"/>
          <ac:spMkLst>
            <pc:docMk/>
            <pc:sldMk cId="733251948" sldId="2523"/>
            <ac:spMk id="214" creationId="{00000000-0000-0000-0000-000000000000}"/>
          </ac:spMkLst>
        </pc:spChg>
      </pc:sldChg>
      <pc:sldChg chg="delSp modSp add mod">
        <pc:chgData name="Owais Ahmed" userId="6abc7d4556b3b071" providerId="LiveId" clId="{B8A8993C-AF3B-4CBF-ACB4-5397A5801735}" dt="2023-05-29T21:45:58.851" v="4647" actId="20577"/>
        <pc:sldMkLst>
          <pc:docMk/>
          <pc:sldMk cId="2959669129" sldId="2524"/>
        </pc:sldMkLst>
        <pc:spChg chg="mod">
          <ac:chgData name="Owais Ahmed" userId="6abc7d4556b3b071" providerId="LiveId" clId="{B8A8993C-AF3B-4CBF-ACB4-5397A5801735}" dt="2023-05-29T21:45:58.851" v="4647" actId="20577"/>
          <ac:spMkLst>
            <pc:docMk/>
            <pc:sldMk cId="2959669129" sldId="2524"/>
            <ac:spMk id="5" creationId="{FBCEC9B7-FCFB-C4D3-EE21-BE9FB47C7A0B}"/>
          </ac:spMkLst>
        </pc:spChg>
        <pc:spChg chg="del">
          <ac:chgData name="Owais Ahmed" userId="6abc7d4556b3b071" providerId="LiveId" clId="{B8A8993C-AF3B-4CBF-ACB4-5397A5801735}" dt="2023-05-29T21:45:04.517" v="4627" actId="478"/>
          <ac:spMkLst>
            <pc:docMk/>
            <pc:sldMk cId="2959669129" sldId="2524"/>
            <ac:spMk id="214" creationId="{00000000-0000-0000-0000-000000000000}"/>
          </ac:spMkLst>
        </pc:spChg>
      </pc:sldChg>
    </pc:docChg>
  </pc:docChgLst>
  <pc:docChgLst>
    <pc:chgData name="Owais Ahmed" userId="6abc7d4556b3b071" providerId="LiveId" clId="{09A5E7AE-0561-4B38-8F49-6E75197F7AE7}"/>
    <pc:docChg chg="undo custSel addSld modSld sldOrd">
      <pc:chgData name="Owais Ahmed" userId="6abc7d4556b3b071" providerId="LiveId" clId="{09A5E7AE-0561-4B38-8F49-6E75197F7AE7}" dt="2023-05-30T19:25:49.769" v="1836" actId="20577"/>
      <pc:docMkLst>
        <pc:docMk/>
      </pc:docMkLst>
      <pc:sldChg chg="modSp mod">
        <pc:chgData name="Owais Ahmed" userId="6abc7d4556b3b071" providerId="LiveId" clId="{09A5E7AE-0561-4B38-8F49-6E75197F7AE7}" dt="2023-05-30T19:14:15.592" v="621" actId="20577"/>
        <pc:sldMkLst>
          <pc:docMk/>
          <pc:sldMk cId="690293853" sldId="2491"/>
        </pc:sldMkLst>
        <pc:spChg chg="mod">
          <ac:chgData name="Owais Ahmed" userId="6abc7d4556b3b071" providerId="LiveId" clId="{09A5E7AE-0561-4B38-8F49-6E75197F7AE7}" dt="2023-05-30T19:14:15.592" v="621" actId="20577"/>
          <ac:spMkLst>
            <pc:docMk/>
            <pc:sldMk cId="690293853" sldId="2491"/>
            <ac:spMk id="6" creationId="{F3C89A40-EEAA-43AB-9A3A-B2CFDE450F1B}"/>
          </ac:spMkLst>
        </pc:spChg>
      </pc:sldChg>
      <pc:sldChg chg="addSp modSp mod modAnim modNotesTx">
        <pc:chgData name="Owais Ahmed" userId="6abc7d4556b3b071" providerId="LiveId" clId="{09A5E7AE-0561-4B38-8F49-6E75197F7AE7}" dt="2023-05-30T19:13:49.656" v="584" actId="20577"/>
        <pc:sldMkLst>
          <pc:docMk/>
          <pc:sldMk cId="278989486" sldId="2517"/>
        </pc:sldMkLst>
        <pc:spChg chg="mod">
          <ac:chgData name="Owais Ahmed" userId="6abc7d4556b3b071" providerId="LiveId" clId="{09A5E7AE-0561-4B38-8F49-6E75197F7AE7}" dt="2023-05-30T19:10:40.060" v="414" actId="20577"/>
          <ac:spMkLst>
            <pc:docMk/>
            <pc:sldMk cId="278989486" sldId="2517"/>
            <ac:spMk id="4" creationId="{F65BF0C2-BAFD-340F-E601-CF132BA2373B}"/>
          </ac:spMkLst>
        </pc:spChg>
        <pc:spChg chg="add mod">
          <ac:chgData name="Owais Ahmed" userId="6abc7d4556b3b071" providerId="LiveId" clId="{09A5E7AE-0561-4B38-8F49-6E75197F7AE7}" dt="2023-05-30T19:09:35.160" v="318" actId="1076"/>
          <ac:spMkLst>
            <pc:docMk/>
            <pc:sldMk cId="278989486" sldId="2517"/>
            <ac:spMk id="5" creationId="{001BCC7A-72A7-6D16-0383-BE0398320E39}"/>
          </ac:spMkLst>
        </pc:spChg>
        <pc:spChg chg="mod">
          <ac:chgData name="Owais Ahmed" userId="6abc7d4556b3b071" providerId="LiveId" clId="{09A5E7AE-0561-4B38-8F49-6E75197F7AE7}" dt="2023-05-30T19:13:49.656" v="584" actId="20577"/>
          <ac:spMkLst>
            <pc:docMk/>
            <pc:sldMk cId="278989486" sldId="2517"/>
            <ac:spMk id="215" creationId="{00000000-0000-0000-0000-000000000000}"/>
          </ac:spMkLst>
        </pc:spChg>
      </pc:sldChg>
      <pc:sldChg chg="delSp modSp add mod modNotesTx">
        <pc:chgData name="Owais Ahmed" userId="6abc7d4556b3b071" providerId="LiveId" clId="{09A5E7AE-0561-4B38-8F49-6E75197F7AE7}" dt="2023-05-30T19:13:57.672" v="585"/>
        <pc:sldMkLst>
          <pc:docMk/>
          <pc:sldMk cId="673652502" sldId="2518"/>
        </pc:sldMkLst>
        <pc:spChg chg="mod">
          <ac:chgData name="Owais Ahmed" userId="6abc7d4556b3b071" providerId="LiveId" clId="{09A5E7AE-0561-4B38-8F49-6E75197F7AE7}" dt="2023-05-30T19:11:25.765" v="535" actId="27636"/>
          <ac:spMkLst>
            <pc:docMk/>
            <pc:sldMk cId="673652502" sldId="2518"/>
            <ac:spMk id="4" creationId="{F65BF0C2-BAFD-340F-E601-CF132BA2373B}"/>
          </ac:spMkLst>
        </pc:spChg>
        <pc:spChg chg="mod">
          <ac:chgData name="Owais Ahmed" userId="6abc7d4556b3b071" providerId="LiveId" clId="{09A5E7AE-0561-4B38-8F49-6E75197F7AE7}" dt="2023-05-30T19:12:27.665" v="546" actId="20577"/>
          <ac:spMkLst>
            <pc:docMk/>
            <pc:sldMk cId="673652502" sldId="2518"/>
            <ac:spMk id="5" creationId="{001BCC7A-72A7-6D16-0383-BE0398320E39}"/>
          </ac:spMkLst>
        </pc:spChg>
        <pc:spChg chg="del">
          <ac:chgData name="Owais Ahmed" userId="6abc7d4556b3b071" providerId="LiveId" clId="{09A5E7AE-0561-4B38-8F49-6E75197F7AE7}" dt="2023-05-30T19:12:36.262" v="547" actId="478"/>
          <ac:spMkLst>
            <pc:docMk/>
            <pc:sldMk cId="673652502" sldId="2518"/>
            <ac:spMk id="214" creationId="{00000000-0000-0000-0000-000000000000}"/>
          </ac:spMkLst>
        </pc:spChg>
        <pc:spChg chg="mod">
          <ac:chgData name="Owais Ahmed" userId="6abc7d4556b3b071" providerId="LiveId" clId="{09A5E7AE-0561-4B38-8F49-6E75197F7AE7}" dt="2023-05-30T19:13:57.672" v="585"/>
          <ac:spMkLst>
            <pc:docMk/>
            <pc:sldMk cId="673652502" sldId="2518"/>
            <ac:spMk id="215" creationId="{00000000-0000-0000-0000-000000000000}"/>
          </ac:spMkLst>
        </pc:spChg>
      </pc:sldChg>
      <pc:sldChg chg="delSp modSp add mod ord modAnim">
        <pc:chgData name="Owais Ahmed" userId="6abc7d4556b3b071" providerId="LiveId" clId="{09A5E7AE-0561-4B38-8F49-6E75197F7AE7}" dt="2023-05-30T19:18:45.536" v="983" actId="20577"/>
        <pc:sldMkLst>
          <pc:docMk/>
          <pc:sldMk cId="1624746766" sldId="2519"/>
        </pc:sldMkLst>
        <pc:spChg chg="mod">
          <ac:chgData name="Owais Ahmed" userId="6abc7d4556b3b071" providerId="LiveId" clId="{09A5E7AE-0561-4B38-8F49-6E75197F7AE7}" dt="2023-05-30T19:18:45.536" v="983" actId="20577"/>
          <ac:spMkLst>
            <pc:docMk/>
            <pc:sldMk cId="1624746766" sldId="2519"/>
            <ac:spMk id="4" creationId="{F65BF0C2-BAFD-340F-E601-CF132BA2373B}"/>
          </ac:spMkLst>
        </pc:spChg>
        <pc:spChg chg="del">
          <ac:chgData name="Owais Ahmed" userId="6abc7d4556b3b071" providerId="LiveId" clId="{09A5E7AE-0561-4B38-8F49-6E75197F7AE7}" dt="2023-05-30T19:13:38.446" v="569" actId="478"/>
          <ac:spMkLst>
            <pc:docMk/>
            <pc:sldMk cId="1624746766" sldId="2519"/>
            <ac:spMk id="5" creationId="{001BCC7A-72A7-6D16-0383-BE0398320E39}"/>
          </ac:spMkLst>
        </pc:spChg>
        <pc:spChg chg="mod">
          <ac:chgData name="Owais Ahmed" userId="6abc7d4556b3b071" providerId="LiveId" clId="{09A5E7AE-0561-4B38-8F49-6E75197F7AE7}" dt="2023-05-30T19:14:22.719" v="634" actId="20577"/>
          <ac:spMkLst>
            <pc:docMk/>
            <pc:sldMk cId="1624746766" sldId="2519"/>
            <ac:spMk id="215" creationId="{00000000-0000-0000-0000-000000000000}"/>
          </ac:spMkLst>
        </pc:spChg>
      </pc:sldChg>
      <pc:sldChg chg="addSp delSp modSp add mod modAnim">
        <pc:chgData name="Owais Ahmed" userId="6abc7d4556b3b071" providerId="LiveId" clId="{09A5E7AE-0561-4B38-8F49-6E75197F7AE7}" dt="2023-05-30T19:20:29.243" v="1112" actId="27636"/>
        <pc:sldMkLst>
          <pc:docMk/>
          <pc:sldMk cId="571825992" sldId="2520"/>
        </pc:sldMkLst>
        <pc:spChg chg="mod">
          <ac:chgData name="Owais Ahmed" userId="6abc7d4556b3b071" providerId="LiveId" clId="{09A5E7AE-0561-4B38-8F49-6E75197F7AE7}" dt="2023-05-30T19:20:29.243" v="1112" actId="27636"/>
          <ac:spMkLst>
            <pc:docMk/>
            <pc:sldMk cId="571825992" sldId="2520"/>
            <ac:spMk id="4" creationId="{F65BF0C2-BAFD-340F-E601-CF132BA2373B}"/>
          </ac:spMkLst>
        </pc:spChg>
        <pc:spChg chg="add del">
          <ac:chgData name="Owais Ahmed" userId="6abc7d4556b3b071" providerId="LiveId" clId="{09A5E7AE-0561-4B38-8F49-6E75197F7AE7}" dt="2023-05-30T19:19:46.945" v="1063" actId="22"/>
          <ac:spMkLst>
            <pc:docMk/>
            <pc:sldMk cId="571825992" sldId="2520"/>
            <ac:spMk id="5" creationId="{817C84BD-C99E-1E29-C4BA-242BCE032A3A}"/>
          </ac:spMkLst>
        </pc:spChg>
        <pc:spChg chg="add mod">
          <ac:chgData name="Owais Ahmed" userId="6abc7d4556b3b071" providerId="LiveId" clId="{09A5E7AE-0561-4B38-8F49-6E75197F7AE7}" dt="2023-05-30T19:20:18.530" v="1070" actId="1076"/>
          <ac:spMkLst>
            <pc:docMk/>
            <pc:sldMk cId="571825992" sldId="2520"/>
            <ac:spMk id="7" creationId="{2FA4464E-99F7-8E4D-7796-3115A45A0088}"/>
          </ac:spMkLst>
        </pc:spChg>
      </pc:sldChg>
      <pc:sldChg chg="modSp add mod ord modAnim">
        <pc:chgData name="Owais Ahmed" userId="6abc7d4556b3b071" providerId="LiveId" clId="{09A5E7AE-0561-4B38-8F49-6E75197F7AE7}" dt="2023-05-30T19:23:40.455" v="1499" actId="20577"/>
        <pc:sldMkLst>
          <pc:docMk/>
          <pc:sldMk cId="3974003065" sldId="2521"/>
        </pc:sldMkLst>
        <pc:spChg chg="mod">
          <ac:chgData name="Owais Ahmed" userId="6abc7d4556b3b071" providerId="LiveId" clId="{09A5E7AE-0561-4B38-8F49-6E75197F7AE7}" dt="2023-05-30T19:23:40.455" v="1499" actId="20577"/>
          <ac:spMkLst>
            <pc:docMk/>
            <pc:sldMk cId="3974003065" sldId="2521"/>
            <ac:spMk id="4" creationId="{F65BF0C2-BAFD-340F-E601-CF132BA2373B}"/>
          </ac:spMkLst>
        </pc:spChg>
      </pc:sldChg>
      <pc:sldChg chg="modSp add mod modAnim">
        <pc:chgData name="Owais Ahmed" userId="6abc7d4556b3b071" providerId="LiveId" clId="{09A5E7AE-0561-4B38-8F49-6E75197F7AE7}" dt="2023-05-30T19:25:49.769" v="1836" actId="20577"/>
        <pc:sldMkLst>
          <pc:docMk/>
          <pc:sldMk cId="3215178181" sldId="2522"/>
        </pc:sldMkLst>
        <pc:spChg chg="mod">
          <ac:chgData name="Owais Ahmed" userId="6abc7d4556b3b071" providerId="LiveId" clId="{09A5E7AE-0561-4B38-8F49-6E75197F7AE7}" dt="2023-05-30T19:25:49.769" v="1836" actId="20577"/>
          <ac:spMkLst>
            <pc:docMk/>
            <pc:sldMk cId="3215178181" sldId="2522"/>
            <ac:spMk id="4" creationId="{F65BF0C2-BAFD-340F-E601-CF132BA2373B}"/>
          </ac:spMkLst>
        </pc:spChg>
        <pc:spChg chg="mod">
          <ac:chgData name="Owais Ahmed" userId="6abc7d4556b3b071" providerId="LiveId" clId="{09A5E7AE-0561-4B38-8F49-6E75197F7AE7}" dt="2023-05-30T19:22:49.389" v="1311" actId="20577"/>
          <ac:spMkLst>
            <pc:docMk/>
            <pc:sldMk cId="3215178181" sldId="2522"/>
            <ac:spMk id="215" creationId="{00000000-0000-0000-0000-000000000000}"/>
          </ac:spMkLst>
        </pc:spChg>
      </pc:sldChg>
    </pc:docChg>
  </pc:docChgLst>
  <pc:docChgLst>
    <pc:chgData name="Owais Ahmed" userId="6abc7d4556b3b071" providerId="LiveId" clId="{4EE36761-EF4A-4530-92B3-3BC354DC65E4}"/>
    <pc:docChg chg="undo custSel addSld delSld modSld">
      <pc:chgData name="Owais Ahmed" userId="6abc7d4556b3b071" providerId="LiveId" clId="{4EE36761-EF4A-4530-92B3-3BC354DC65E4}" dt="2023-05-31T04:38:52.924" v="568"/>
      <pc:docMkLst>
        <pc:docMk/>
      </pc:docMkLst>
      <pc:sldChg chg="modSp mod">
        <pc:chgData name="Owais Ahmed" userId="6abc7d4556b3b071" providerId="LiveId" clId="{4EE36761-EF4A-4530-92B3-3BC354DC65E4}" dt="2023-05-30T08:53:43.301" v="92" actId="20577"/>
        <pc:sldMkLst>
          <pc:docMk/>
          <pc:sldMk cId="690293853" sldId="2491"/>
        </pc:sldMkLst>
        <pc:spChg chg="mod">
          <ac:chgData name="Owais Ahmed" userId="6abc7d4556b3b071" providerId="LiveId" clId="{4EE36761-EF4A-4530-92B3-3BC354DC65E4}" dt="2023-05-30T08:53:43.301" v="92" actId="20577"/>
          <ac:spMkLst>
            <pc:docMk/>
            <pc:sldMk cId="690293853" sldId="2491"/>
            <ac:spMk id="6" creationId="{F3C89A40-EEAA-43AB-9A3A-B2CFDE450F1B}"/>
          </ac:spMkLst>
        </pc:spChg>
      </pc:sldChg>
      <pc:sldChg chg="del">
        <pc:chgData name="Owais Ahmed" userId="6abc7d4556b3b071" providerId="LiveId" clId="{4EE36761-EF4A-4530-92B3-3BC354DC65E4}" dt="2023-05-30T08:52:40.472" v="1" actId="47"/>
        <pc:sldMkLst>
          <pc:docMk/>
          <pc:sldMk cId="3713406757" sldId="2505"/>
        </pc:sldMkLst>
      </pc:sldChg>
      <pc:sldChg chg="del">
        <pc:chgData name="Owais Ahmed" userId="6abc7d4556b3b071" providerId="LiveId" clId="{4EE36761-EF4A-4530-92B3-3BC354DC65E4}" dt="2023-05-30T08:52:40.472" v="1" actId="47"/>
        <pc:sldMkLst>
          <pc:docMk/>
          <pc:sldMk cId="3162643772" sldId="2506"/>
        </pc:sldMkLst>
      </pc:sldChg>
      <pc:sldChg chg="del">
        <pc:chgData name="Owais Ahmed" userId="6abc7d4556b3b071" providerId="LiveId" clId="{4EE36761-EF4A-4530-92B3-3BC354DC65E4}" dt="2023-05-30T08:52:40.472" v="1" actId="47"/>
        <pc:sldMkLst>
          <pc:docMk/>
          <pc:sldMk cId="3134451264" sldId="2507"/>
        </pc:sldMkLst>
      </pc:sldChg>
      <pc:sldChg chg="modAnim">
        <pc:chgData name="Owais Ahmed" userId="6abc7d4556b3b071" providerId="LiveId" clId="{4EE36761-EF4A-4530-92B3-3BC354DC65E4}" dt="2023-05-31T03:58:33.909" v="563"/>
        <pc:sldMkLst>
          <pc:docMk/>
          <pc:sldMk cId="3060736070" sldId="2510"/>
        </pc:sldMkLst>
      </pc:sldChg>
      <pc:sldChg chg="modAnim">
        <pc:chgData name="Owais Ahmed" userId="6abc7d4556b3b071" providerId="LiveId" clId="{4EE36761-EF4A-4530-92B3-3BC354DC65E4}" dt="2023-05-31T03:58:50.908" v="564"/>
        <pc:sldMkLst>
          <pc:docMk/>
          <pc:sldMk cId="624379840" sldId="2511"/>
        </pc:sldMkLst>
      </pc:sldChg>
      <pc:sldChg chg="addSp modSp mod modAnim">
        <pc:chgData name="Owais Ahmed" userId="6abc7d4556b3b071" providerId="LiveId" clId="{4EE36761-EF4A-4530-92B3-3BC354DC65E4}" dt="2023-05-30T09:01:10.569" v="441" actId="20577"/>
        <pc:sldMkLst>
          <pc:docMk/>
          <pc:sldMk cId="1767828976" sldId="2515"/>
        </pc:sldMkLst>
        <pc:spChg chg="mod">
          <ac:chgData name="Owais Ahmed" userId="6abc7d4556b3b071" providerId="LiveId" clId="{4EE36761-EF4A-4530-92B3-3BC354DC65E4}" dt="2023-05-30T09:01:10.569" v="441" actId="20577"/>
          <ac:spMkLst>
            <pc:docMk/>
            <pc:sldMk cId="1767828976" sldId="2515"/>
            <ac:spMk id="4" creationId="{F65BF0C2-BAFD-340F-E601-CF132BA2373B}"/>
          </ac:spMkLst>
        </pc:spChg>
        <pc:spChg chg="add mod">
          <ac:chgData name="Owais Ahmed" userId="6abc7d4556b3b071" providerId="LiveId" clId="{4EE36761-EF4A-4530-92B3-3BC354DC65E4}" dt="2023-05-30T09:00:00.116" v="351" actId="14100"/>
          <ac:spMkLst>
            <pc:docMk/>
            <pc:sldMk cId="1767828976" sldId="2515"/>
            <ac:spMk id="5" creationId="{27649C85-E209-EEE8-A1C8-B150E935C059}"/>
          </ac:spMkLst>
        </pc:spChg>
        <pc:spChg chg="mod">
          <ac:chgData name="Owais Ahmed" userId="6abc7d4556b3b071" providerId="LiveId" clId="{4EE36761-EF4A-4530-92B3-3BC354DC65E4}" dt="2023-05-30T08:53:04.957" v="33" actId="20577"/>
          <ac:spMkLst>
            <pc:docMk/>
            <pc:sldMk cId="1767828976" sldId="2515"/>
            <ac:spMk id="215" creationId="{00000000-0000-0000-0000-000000000000}"/>
          </ac:spMkLst>
        </pc:spChg>
      </pc:sldChg>
      <pc:sldChg chg="addSp delSp modSp add mod modAnim">
        <pc:chgData name="Owais Ahmed" userId="6abc7d4556b3b071" providerId="LiveId" clId="{4EE36761-EF4A-4530-92B3-3BC354DC65E4}" dt="2023-05-31T04:38:36.257" v="565"/>
        <pc:sldMkLst>
          <pc:docMk/>
          <pc:sldMk cId="2383949893" sldId="2516"/>
        </pc:sldMkLst>
        <pc:spChg chg="mod">
          <ac:chgData name="Owais Ahmed" userId="6abc7d4556b3b071" providerId="LiveId" clId="{4EE36761-EF4A-4530-92B3-3BC354DC65E4}" dt="2023-05-30T09:04:05.133" v="506" actId="20577"/>
          <ac:spMkLst>
            <pc:docMk/>
            <pc:sldMk cId="2383949893" sldId="2516"/>
            <ac:spMk id="4" creationId="{F65BF0C2-BAFD-340F-E601-CF132BA2373B}"/>
          </ac:spMkLst>
        </pc:spChg>
        <pc:spChg chg="add mod">
          <ac:chgData name="Owais Ahmed" userId="6abc7d4556b3b071" providerId="LiveId" clId="{4EE36761-EF4A-4530-92B3-3BC354DC65E4}" dt="2023-05-30T09:04:16.728" v="508" actId="403"/>
          <ac:spMkLst>
            <pc:docMk/>
            <pc:sldMk cId="2383949893" sldId="2516"/>
            <ac:spMk id="5" creationId="{B8418BB3-D495-7C70-CE1B-36F00BEEF7C3}"/>
          </ac:spMkLst>
        </pc:spChg>
        <pc:spChg chg="add del">
          <ac:chgData name="Owais Ahmed" userId="6abc7d4556b3b071" providerId="LiveId" clId="{4EE36761-EF4A-4530-92B3-3BC354DC65E4}" dt="2023-05-30T09:02:44.530" v="456"/>
          <ac:spMkLst>
            <pc:docMk/>
            <pc:sldMk cId="2383949893" sldId="2516"/>
            <ac:spMk id="6" creationId="{FE18C99C-3BE1-E8DF-3DDE-E0E2607B8109}"/>
          </ac:spMkLst>
        </pc:spChg>
        <pc:spChg chg="mod">
          <ac:chgData name="Owais Ahmed" userId="6abc7d4556b3b071" providerId="LiveId" clId="{4EE36761-EF4A-4530-92B3-3BC354DC65E4}" dt="2023-05-30T08:53:59.731" v="106" actId="20577"/>
          <ac:spMkLst>
            <pc:docMk/>
            <pc:sldMk cId="2383949893" sldId="2516"/>
            <ac:spMk id="215" creationId="{00000000-0000-0000-0000-000000000000}"/>
          </ac:spMkLst>
        </pc:spChg>
      </pc:sldChg>
      <pc:sldChg chg="del">
        <pc:chgData name="Owais Ahmed" userId="6abc7d4556b3b071" providerId="LiveId" clId="{4EE36761-EF4A-4530-92B3-3BC354DC65E4}" dt="2023-05-30T08:52:40.472" v="1" actId="47"/>
        <pc:sldMkLst>
          <pc:docMk/>
          <pc:sldMk cId="2865926363" sldId="2516"/>
        </pc:sldMkLst>
      </pc:sldChg>
      <pc:sldChg chg="delSp modSp add mod modAnim">
        <pc:chgData name="Owais Ahmed" userId="6abc7d4556b3b071" providerId="LiveId" clId="{4EE36761-EF4A-4530-92B3-3BC354DC65E4}" dt="2023-05-31T04:38:41.394" v="566"/>
        <pc:sldMkLst>
          <pc:docMk/>
          <pc:sldMk cId="278989486" sldId="2517"/>
        </pc:sldMkLst>
        <pc:spChg chg="mod">
          <ac:chgData name="Owais Ahmed" userId="6abc7d4556b3b071" providerId="LiveId" clId="{4EE36761-EF4A-4530-92B3-3BC354DC65E4}" dt="2023-05-30T10:26:44.432" v="560" actId="14100"/>
          <ac:spMkLst>
            <pc:docMk/>
            <pc:sldMk cId="278989486" sldId="2517"/>
            <ac:spMk id="4" creationId="{F65BF0C2-BAFD-340F-E601-CF132BA2373B}"/>
          </ac:spMkLst>
        </pc:spChg>
        <pc:spChg chg="del">
          <ac:chgData name="Owais Ahmed" userId="6abc7d4556b3b071" providerId="LiveId" clId="{4EE36761-EF4A-4530-92B3-3BC354DC65E4}" dt="2023-05-30T10:26:41.161" v="559" actId="478"/>
          <ac:spMkLst>
            <pc:docMk/>
            <pc:sldMk cId="278989486" sldId="2517"/>
            <ac:spMk id="5" creationId="{B8418BB3-D495-7C70-CE1B-36F00BEEF7C3}"/>
          </ac:spMkLst>
        </pc:spChg>
        <pc:spChg chg="mod">
          <ac:chgData name="Owais Ahmed" userId="6abc7d4556b3b071" providerId="LiveId" clId="{4EE36761-EF4A-4530-92B3-3BC354DC65E4}" dt="2023-05-30T09:28:13.648" v="554" actId="20577"/>
          <ac:spMkLst>
            <pc:docMk/>
            <pc:sldMk cId="278989486" sldId="2517"/>
            <ac:spMk id="215" creationId="{00000000-0000-0000-0000-000000000000}"/>
          </ac:spMkLst>
        </pc:spChg>
      </pc:sldChg>
      <pc:sldChg chg="del">
        <pc:chgData name="Owais Ahmed" userId="6abc7d4556b3b071" providerId="LiveId" clId="{4EE36761-EF4A-4530-92B3-3BC354DC65E4}" dt="2023-05-30T08:52:40.472" v="1" actId="47"/>
        <pc:sldMkLst>
          <pc:docMk/>
          <pc:sldMk cId="2601870503" sldId="2517"/>
        </pc:sldMkLst>
      </pc:sldChg>
      <pc:sldChg chg="modAnim">
        <pc:chgData name="Owais Ahmed" userId="6abc7d4556b3b071" providerId="LiveId" clId="{4EE36761-EF4A-4530-92B3-3BC354DC65E4}" dt="2023-05-31T04:38:46.768" v="567"/>
        <pc:sldMkLst>
          <pc:docMk/>
          <pc:sldMk cId="673652502" sldId="2518"/>
        </pc:sldMkLst>
      </pc:sldChg>
      <pc:sldChg chg="del">
        <pc:chgData name="Owais Ahmed" userId="6abc7d4556b3b071" providerId="LiveId" clId="{4EE36761-EF4A-4530-92B3-3BC354DC65E4}" dt="2023-05-30T08:52:40.472" v="1" actId="47"/>
        <pc:sldMkLst>
          <pc:docMk/>
          <pc:sldMk cId="2047840526" sldId="2518"/>
        </pc:sldMkLst>
      </pc:sldChg>
      <pc:sldChg chg="del">
        <pc:chgData name="Owais Ahmed" userId="6abc7d4556b3b071" providerId="LiveId" clId="{4EE36761-EF4A-4530-92B3-3BC354DC65E4}" dt="2023-05-30T08:52:40.472" v="1" actId="47"/>
        <pc:sldMkLst>
          <pc:docMk/>
          <pc:sldMk cId="4251408948" sldId="2519"/>
        </pc:sldMkLst>
      </pc:sldChg>
      <pc:sldChg chg="modAnim">
        <pc:chgData name="Owais Ahmed" userId="6abc7d4556b3b071" providerId="LiveId" clId="{4EE36761-EF4A-4530-92B3-3BC354DC65E4}" dt="2023-05-31T04:38:52.924" v="568"/>
        <pc:sldMkLst>
          <pc:docMk/>
          <pc:sldMk cId="571825992" sldId="2520"/>
        </pc:sldMkLst>
      </pc:sldChg>
      <pc:sldChg chg="del">
        <pc:chgData name="Owais Ahmed" userId="6abc7d4556b3b071" providerId="LiveId" clId="{4EE36761-EF4A-4530-92B3-3BC354DC65E4}" dt="2023-05-30T08:52:40.472" v="1" actId="47"/>
        <pc:sldMkLst>
          <pc:docMk/>
          <pc:sldMk cId="4202007914" sldId="2520"/>
        </pc:sldMkLst>
      </pc:sldChg>
      <pc:sldChg chg="del">
        <pc:chgData name="Owais Ahmed" userId="6abc7d4556b3b071" providerId="LiveId" clId="{4EE36761-EF4A-4530-92B3-3BC354DC65E4}" dt="2023-05-30T08:52:40.472" v="1" actId="47"/>
        <pc:sldMkLst>
          <pc:docMk/>
          <pc:sldMk cId="758999488" sldId="2521"/>
        </pc:sldMkLst>
      </pc:sldChg>
      <pc:sldChg chg="del">
        <pc:chgData name="Owais Ahmed" userId="6abc7d4556b3b071" providerId="LiveId" clId="{4EE36761-EF4A-4530-92B3-3BC354DC65E4}" dt="2023-05-30T08:52:40.472" v="1" actId="47"/>
        <pc:sldMkLst>
          <pc:docMk/>
          <pc:sldMk cId="2042830388" sldId="2522"/>
        </pc:sldMkLst>
      </pc:sldChg>
      <pc:sldChg chg="del">
        <pc:chgData name="Owais Ahmed" userId="6abc7d4556b3b071" providerId="LiveId" clId="{4EE36761-EF4A-4530-92B3-3BC354DC65E4}" dt="2023-05-30T08:52:40.472" v="1" actId="47"/>
        <pc:sldMkLst>
          <pc:docMk/>
          <pc:sldMk cId="733251948" sldId="2523"/>
        </pc:sldMkLst>
      </pc:sldChg>
      <pc:sldChg chg="del">
        <pc:chgData name="Owais Ahmed" userId="6abc7d4556b3b071" providerId="LiveId" clId="{4EE36761-EF4A-4530-92B3-3BC354DC65E4}" dt="2023-05-30T08:52:40.472" v="1" actId="47"/>
        <pc:sldMkLst>
          <pc:docMk/>
          <pc:sldMk cId="2959669129" sldId="2524"/>
        </pc:sldMkLst>
      </pc:sldChg>
    </pc:docChg>
  </pc:docChgLst>
  <pc:docChgLst>
    <pc:chgData name="Owais Ahmed" userId="6abc7d4556b3b071" providerId="LiveId" clId="{E61DD8BD-A17B-C544-A667-568CC8B5B2AF}"/>
    <pc:docChg chg="sldOrd">
      <pc:chgData name="Owais Ahmed" userId="6abc7d4556b3b071" providerId="LiveId" clId="{E61DD8BD-A17B-C544-A667-568CC8B5B2AF}" dt="2024-06-07T07:51:51.203" v="9" actId="20578"/>
      <pc:docMkLst>
        <pc:docMk/>
      </pc:docMkLst>
      <pc:sldChg chg="ord">
        <pc:chgData name="Owais Ahmed" userId="6abc7d4556b3b071" providerId="LiveId" clId="{E61DD8BD-A17B-C544-A667-568CC8B5B2AF}" dt="2024-06-07T07:51:51.203" v="9" actId="20578"/>
        <pc:sldMkLst>
          <pc:docMk/>
          <pc:sldMk cId="673652502" sldId="2518"/>
        </pc:sldMkLst>
      </pc:sldChg>
    </pc:docChg>
  </pc:docChgLst>
  <pc:docChgLst>
    <pc:chgData name="Owais Ahmed" userId="6abc7d4556b3b071" providerId="LiveId" clId="{7A2E326C-3728-4F4E-962A-C55BA8FCDEE3}"/>
    <pc:docChg chg="undo custSel addSld delSld modSld sldOrd">
      <pc:chgData name="Owais Ahmed" userId="6abc7d4556b3b071" providerId="LiveId" clId="{7A2E326C-3728-4F4E-962A-C55BA8FCDEE3}" dt="2023-03-14T10:02:41.932" v="5722" actId="20577"/>
      <pc:docMkLst>
        <pc:docMk/>
      </pc:docMkLst>
      <pc:sldChg chg="modSp mod">
        <pc:chgData name="Owais Ahmed" userId="6abc7d4556b3b071" providerId="LiveId" clId="{7A2E326C-3728-4F4E-962A-C55BA8FCDEE3}" dt="2023-03-14T08:55:57.593" v="2358" actId="20577"/>
        <pc:sldMkLst>
          <pc:docMk/>
          <pc:sldMk cId="1649098948" sldId="2462"/>
        </pc:sldMkLst>
        <pc:spChg chg="mod">
          <ac:chgData name="Owais Ahmed" userId="6abc7d4556b3b071" providerId="LiveId" clId="{7A2E326C-3728-4F4E-962A-C55BA8FCDEE3}" dt="2023-03-14T08:55:57.593" v="2358" actId="20577"/>
          <ac:spMkLst>
            <pc:docMk/>
            <pc:sldMk cId="1649098948" sldId="2462"/>
            <ac:spMk id="6" creationId="{F3C89A40-EEAA-43AB-9A3A-B2CFDE450F1B}"/>
          </ac:spMkLst>
        </pc:spChg>
      </pc:sldChg>
      <pc:sldChg chg="del">
        <pc:chgData name="Owais Ahmed" userId="6abc7d4556b3b071" providerId="LiveId" clId="{7A2E326C-3728-4F4E-962A-C55BA8FCDEE3}" dt="2023-03-14T08:08:31.898" v="67" actId="47"/>
        <pc:sldMkLst>
          <pc:docMk/>
          <pc:sldMk cId="2426892836" sldId="2485"/>
        </pc:sldMkLst>
      </pc:sldChg>
      <pc:sldChg chg="del">
        <pc:chgData name="Owais Ahmed" userId="6abc7d4556b3b071" providerId="LiveId" clId="{7A2E326C-3728-4F4E-962A-C55BA8FCDEE3}" dt="2023-03-14T08:08:31.648" v="66" actId="47"/>
        <pc:sldMkLst>
          <pc:docMk/>
          <pc:sldMk cId="2564503825" sldId="2486"/>
        </pc:sldMkLst>
      </pc:sldChg>
      <pc:sldChg chg="del">
        <pc:chgData name="Owais Ahmed" userId="6abc7d4556b3b071" providerId="LiveId" clId="{7A2E326C-3728-4F4E-962A-C55BA8FCDEE3}" dt="2023-03-14T08:08:32.130" v="68" actId="47"/>
        <pc:sldMkLst>
          <pc:docMk/>
          <pc:sldMk cId="4176642933" sldId="2487"/>
        </pc:sldMkLst>
      </pc:sldChg>
      <pc:sldChg chg="del">
        <pc:chgData name="Owais Ahmed" userId="6abc7d4556b3b071" providerId="LiveId" clId="{7A2E326C-3728-4F4E-962A-C55BA8FCDEE3}" dt="2023-03-14T08:08:32.736" v="69" actId="47"/>
        <pc:sldMkLst>
          <pc:docMk/>
          <pc:sldMk cId="4039704136" sldId="2488"/>
        </pc:sldMkLst>
      </pc:sldChg>
      <pc:sldChg chg="del">
        <pc:chgData name="Owais Ahmed" userId="6abc7d4556b3b071" providerId="LiveId" clId="{7A2E326C-3728-4F4E-962A-C55BA8FCDEE3}" dt="2023-03-14T08:08:33.891" v="70" actId="47"/>
        <pc:sldMkLst>
          <pc:docMk/>
          <pc:sldMk cId="3325262481" sldId="2489"/>
        </pc:sldMkLst>
      </pc:sldChg>
      <pc:sldChg chg="modSp mod ord modAnim modNotesTx">
        <pc:chgData name="Owais Ahmed" userId="6abc7d4556b3b071" providerId="LiveId" clId="{7A2E326C-3728-4F4E-962A-C55BA8FCDEE3}" dt="2023-03-14T09:03:41.655" v="3128" actId="20577"/>
        <pc:sldMkLst>
          <pc:docMk/>
          <pc:sldMk cId="2171066017" sldId="2490"/>
        </pc:sldMkLst>
        <pc:spChg chg="mod">
          <ac:chgData name="Owais Ahmed" userId="6abc7d4556b3b071" providerId="LiveId" clId="{7A2E326C-3728-4F4E-962A-C55BA8FCDEE3}" dt="2023-03-14T09:02:50.209" v="3016" actId="20577"/>
          <ac:spMkLst>
            <pc:docMk/>
            <pc:sldMk cId="2171066017" sldId="2490"/>
            <ac:spMk id="3" creationId="{4A1C0383-58FE-E486-295E-B33B8683B938}"/>
          </ac:spMkLst>
        </pc:spChg>
        <pc:spChg chg="mod">
          <ac:chgData name="Owais Ahmed" userId="6abc7d4556b3b071" providerId="LiveId" clId="{7A2E326C-3728-4F4E-962A-C55BA8FCDEE3}" dt="2023-03-14T08:09:26.937" v="168" actId="20577"/>
          <ac:spMkLst>
            <pc:docMk/>
            <pc:sldMk cId="2171066017" sldId="2490"/>
            <ac:spMk id="215" creationId="{00000000-0000-0000-0000-000000000000}"/>
          </ac:spMkLst>
        </pc:spChg>
      </pc:sldChg>
      <pc:sldChg chg="modSp add mod modAnim modNotesTx">
        <pc:chgData name="Owais Ahmed" userId="6abc7d4556b3b071" providerId="LiveId" clId="{7A2E326C-3728-4F4E-962A-C55BA8FCDEE3}" dt="2023-03-14T08:21:00.539" v="1181" actId="20577"/>
        <pc:sldMkLst>
          <pc:docMk/>
          <pc:sldMk cId="1034671824" sldId="2491"/>
        </pc:sldMkLst>
        <pc:spChg chg="mod">
          <ac:chgData name="Owais Ahmed" userId="6abc7d4556b3b071" providerId="LiveId" clId="{7A2E326C-3728-4F4E-962A-C55BA8FCDEE3}" dt="2023-03-14T08:21:00.539" v="1181" actId="20577"/>
          <ac:spMkLst>
            <pc:docMk/>
            <pc:sldMk cId="1034671824" sldId="2491"/>
            <ac:spMk id="3" creationId="{4A1C0383-58FE-E486-295E-B33B8683B938}"/>
          </ac:spMkLst>
        </pc:spChg>
        <pc:spChg chg="mod">
          <ac:chgData name="Owais Ahmed" userId="6abc7d4556b3b071" providerId="LiveId" clId="{7A2E326C-3728-4F4E-962A-C55BA8FCDEE3}" dt="2023-03-14T08:15:37.246" v="689" actId="20577"/>
          <ac:spMkLst>
            <pc:docMk/>
            <pc:sldMk cId="1034671824" sldId="2491"/>
            <ac:spMk id="215" creationId="{00000000-0000-0000-0000-000000000000}"/>
          </ac:spMkLst>
        </pc:spChg>
      </pc:sldChg>
      <pc:sldChg chg="del">
        <pc:chgData name="Owais Ahmed" userId="6abc7d4556b3b071" providerId="LiveId" clId="{7A2E326C-3728-4F4E-962A-C55BA8FCDEE3}" dt="2023-03-14T08:08:35.844" v="71" actId="47"/>
        <pc:sldMkLst>
          <pc:docMk/>
          <pc:sldMk cId="3542561392" sldId="2491"/>
        </pc:sldMkLst>
      </pc:sldChg>
      <pc:sldChg chg="del">
        <pc:chgData name="Owais Ahmed" userId="6abc7d4556b3b071" providerId="LiveId" clId="{7A2E326C-3728-4F4E-962A-C55BA8FCDEE3}" dt="2023-03-14T08:08:36.060" v="72" actId="47"/>
        <pc:sldMkLst>
          <pc:docMk/>
          <pc:sldMk cId="140807305" sldId="2492"/>
        </pc:sldMkLst>
      </pc:sldChg>
      <pc:sldChg chg="modSp add mod ord modAnim">
        <pc:chgData name="Owais Ahmed" userId="6abc7d4556b3b071" providerId="LiveId" clId="{7A2E326C-3728-4F4E-962A-C55BA8FCDEE3}" dt="2023-03-14T08:30:27.433" v="1592" actId="27636"/>
        <pc:sldMkLst>
          <pc:docMk/>
          <pc:sldMk cId="536030068" sldId="2492"/>
        </pc:sldMkLst>
        <pc:spChg chg="mod">
          <ac:chgData name="Owais Ahmed" userId="6abc7d4556b3b071" providerId="LiveId" clId="{7A2E326C-3728-4F4E-962A-C55BA8FCDEE3}" dt="2023-03-14T08:30:27.433" v="1592" actId="27636"/>
          <ac:spMkLst>
            <pc:docMk/>
            <pc:sldMk cId="536030068" sldId="2492"/>
            <ac:spMk id="3" creationId="{4A1C0383-58FE-E486-295E-B33B8683B938}"/>
          </ac:spMkLst>
        </pc:spChg>
        <pc:spChg chg="mod">
          <ac:chgData name="Owais Ahmed" userId="6abc7d4556b3b071" providerId="LiveId" clId="{7A2E326C-3728-4F4E-962A-C55BA8FCDEE3}" dt="2023-03-14T08:23:33.966" v="1217" actId="20577"/>
          <ac:spMkLst>
            <pc:docMk/>
            <pc:sldMk cId="536030068" sldId="2492"/>
            <ac:spMk id="215" creationId="{00000000-0000-0000-0000-000000000000}"/>
          </ac:spMkLst>
        </pc:spChg>
      </pc:sldChg>
      <pc:sldChg chg="del">
        <pc:chgData name="Owais Ahmed" userId="6abc7d4556b3b071" providerId="LiveId" clId="{7A2E326C-3728-4F4E-962A-C55BA8FCDEE3}" dt="2023-03-14T08:08:37.425" v="75" actId="47"/>
        <pc:sldMkLst>
          <pc:docMk/>
          <pc:sldMk cId="291289866" sldId="2493"/>
        </pc:sldMkLst>
      </pc:sldChg>
      <pc:sldChg chg="modSp add mod ord modAnim modNotesTx">
        <pc:chgData name="Owais Ahmed" userId="6abc7d4556b3b071" providerId="LiveId" clId="{7A2E326C-3728-4F4E-962A-C55BA8FCDEE3}" dt="2023-03-14T08:55:41.968" v="2327" actId="20577"/>
        <pc:sldMkLst>
          <pc:docMk/>
          <pc:sldMk cId="1385104569" sldId="2493"/>
        </pc:sldMkLst>
        <pc:spChg chg="mod">
          <ac:chgData name="Owais Ahmed" userId="6abc7d4556b3b071" providerId="LiveId" clId="{7A2E326C-3728-4F4E-962A-C55BA8FCDEE3}" dt="2023-03-14T08:52:20.531" v="2259" actId="20577"/>
          <ac:spMkLst>
            <pc:docMk/>
            <pc:sldMk cId="1385104569" sldId="2493"/>
            <ac:spMk id="3" creationId="{4A1C0383-58FE-E486-295E-B33B8683B938}"/>
          </ac:spMkLst>
        </pc:spChg>
        <pc:spChg chg="mod">
          <ac:chgData name="Owais Ahmed" userId="6abc7d4556b3b071" providerId="LiveId" clId="{7A2E326C-3728-4F4E-962A-C55BA8FCDEE3}" dt="2023-03-14T08:55:41.968" v="2327" actId="20577"/>
          <ac:spMkLst>
            <pc:docMk/>
            <pc:sldMk cId="1385104569" sldId="2493"/>
            <ac:spMk id="215" creationId="{00000000-0000-0000-0000-000000000000}"/>
          </ac:spMkLst>
        </pc:spChg>
      </pc:sldChg>
      <pc:sldChg chg="del">
        <pc:chgData name="Owais Ahmed" userId="6abc7d4556b3b071" providerId="LiveId" clId="{7A2E326C-3728-4F4E-962A-C55BA8FCDEE3}" dt="2023-03-14T08:08:38.043" v="78" actId="47"/>
        <pc:sldMkLst>
          <pc:docMk/>
          <pc:sldMk cId="768229774" sldId="2494"/>
        </pc:sldMkLst>
      </pc:sldChg>
      <pc:sldChg chg="add del">
        <pc:chgData name="Owais Ahmed" userId="6abc7d4556b3b071" providerId="LiveId" clId="{7A2E326C-3728-4F4E-962A-C55BA8FCDEE3}" dt="2023-03-14T08:58:46.348" v="2586" actId="2890"/>
        <pc:sldMkLst>
          <pc:docMk/>
          <pc:sldMk cId="1268028680" sldId="2494"/>
        </pc:sldMkLst>
      </pc:sldChg>
      <pc:sldChg chg="modSp add mod ord modAnim">
        <pc:chgData name="Owais Ahmed" userId="6abc7d4556b3b071" providerId="LiveId" clId="{7A2E326C-3728-4F4E-962A-C55BA8FCDEE3}" dt="2023-03-14T09:33:16.316" v="4057" actId="20577"/>
        <pc:sldMkLst>
          <pc:docMk/>
          <pc:sldMk cId="3703529031" sldId="2494"/>
        </pc:sldMkLst>
        <pc:spChg chg="mod">
          <ac:chgData name="Owais Ahmed" userId="6abc7d4556b3b071" providerId="LiveId" clId="{7A2E326C-3728-4F4E-962A-C55BA8FCDEE3}" dt="2023-03-14T09:33:16.316" v="4057" actId="20577"/>
          <ac:spMkLst>
            <pc:docMk/>
            <pc:sldMk cId="3703529031" sldId="2494"/>
            <ac:spMk id="3" creationId="{4A1C0383-58FE-E486-295E-B33B8683B938}"/>
          </ac:spMkLst>
        </pc:spChg>
        <pc:spChg chg="mod">
          <ac:chgData name="Owais Ahmed" userId="6abc7d4556b3b071" providerId="LiveId" clId="{7A2E326C-3728-4F4E-962A-C55BA8FCDEE3}" dt="2023-03-14T09:02:31.908" v="2965" actId="20577"/>
          <ac:spMkLst>
            <pc:docMk/>
            <pc:sldMk cId="3703529031" sldId="2494"/>
            <ac:spMk id="215" creationId="{00000000-0000-0000-0000-000000000000}"/>
          </ac:spMkLst>
        </pc:spChg>
      </pc:sldChg>
      <pc:sldChg chg="del">
        <pc:chgData name="Owais Ahmed" userId="6abc7d4556b3b071" providerId="LiveId" clId="{7A2E326C-3728-4F4E-962A-C55BA8FCDEE3}" dt="2023-03-14T08:08:38.285" v="79" actId="47"/>
        <pc:sldMkLst>
          <pc:docMk/>
          <pc:sldMk cId="232042637" sldId="2495"/>
        </pc:sldMkLst>
      </pc:sldChg>
      <pc:sldChg chg="modSp add mod modAnim modNotesTx">
        <pc:chgData name="Owais Ahmed" userId="6abc7d4556b3b071" providerId="LiveId" clId="{7A2E326C-3728-4F4E-962A-C55BA8FCDEE3}" dt="2023-03-14T09:52:40.543" v="4697" actId="20577"/>
        <pc:sldMkLst>
          <pc:docMk/>
          <pc:sldMk cId="1437269240" sldId="2495"/>
        </pc:sldMkLst>
        <pc:spChg chg="mod">
          <ac:chgData name="Owais Ahmed" userId="6abc7d4556b3b071" providerId="LiveId" clId="{7A2E326C-3728-4F4E-962A-C55BA8FCDEE3}" dt="2023-03-14T09:52:40.543" v="4697" actId="20577"/>
          <ac:spMkLst>
            <pc:docMk/>
            <pc:sldMk cId="1437269240" sldId="2495"/>
            <ac:spMk id="3" creationId="{4A1C0383-58FE-E486-295E-B33B8683B938}"/>
          </ac:spMkLst>
        </pc:spChg>
      </pc:sldChg>
      <pc:sldChg chg="new del">
        <pc:chgData name="Owais Ahmed" userId="6abc7d4556b3b071" providerId="LiveId" clId="{7A2E326C-3728-4F4E-962A-C55BA8FCDEE3}" dt="2023-03-14T09:01:03.883" v="2891" actId="680"/>
        <pc:sldMkLst>
          <pc:docMk/>
          <pc:sldMk cId="2318419270" sldId="2495"/>
        </pc:sldMkLst>
      </pc:sldChg>
      <pc:sldChg chg="modSp add mod modAnim modNotesTx">
        <pc:chgData name="Owais Ahmed" userId="6abc7d4556b3b071" providerId="LiveId" clId="{7A2E326C-3728-4F4E-962A-C55BA8FCDEE3}" dt="2023-03-14T10:02:41.932" v="5722" actId="20577"/>
        <pc:sldMkLst>
          <pc:docMk/>
          <pc:sldMk cId="3627983074" sldId="2496"/>
        </pc:sldMkLst>
        <pc:spChg chg="mod">
          <ac:chgData name="Owais Ahmed" userId="6abc7d4556b3b071" providerId="LiveId" clId="{7A2E326C-3728-4F4E-962A-C55BA8FCDEE3}" dt="2023-03-14T10:02:41.932" v="5722" actId="20577"/>
          <ac:spMkLst>
            <pc:docMk/>
            <pc:sldMk cId="3627983074" sldId="2496"/>
            <ac:spMk id="3" creationId="{4A1C0383-58FE-E486-295E-B33B8683B938}"/>
          </ac:spMkLst>
        </pc:spChg>
      </pc:sldChg>
      <pc:sldChg chg="del">
        <pc:chgData name="Owais Ahmed" userId="6abc7d4556b3b071" providerId="LiveId" clId="{7A2E326C-3728-4F4E-962A-C55BA8FCDEE3}" dt="2023-03-14T08:08:36.354" v="73" actId="47"/>
        <pc:sldMkLst>
          <pc:docMk/>
          <pc:sldMk cId="3980957688" sldId="2496"/>
        </pc:sldMkLst>
      </pc:sldChg>
      <pc:sldChg chg="del">
        <pc:chgData name="Owais Ahmed" userId="6abc7d4556b3b071" providerId="LiveId" clId="{7A2E326C-3728-4F4E-962A-C55BA8FCDEE3}" dt="2023-03-14T08:08:37.612" v="76" actId="47"/>
        <pc:sldMkLst>
          <pc:docMk/>
          <pc:sldMk cId="3124922675" sldId="2497"/>
        </pc:sldMkLst>
      </pc:sldChg>
      <pc:sldChg chg="del">
        <pc:chgData name="Owais Ahmed" userId="6abc7d4556b3b071" providerId="LiveId" clId="{7A2E326C-3728-4F4E-962A-C55BA8FCDEE3}" dt="2023-03-14T08:08:37.789" v="77" actId="47"/>
        <pc:sldMkLst>
          <pc:docMk/>
          <pc:sldMk cId="2737715429" sldId="2498"/>
        </pc:sldMkLst>
      </pc:sldChg>
      <pc:sldChg chg="del">
        <pc:chgData name="Owais Ahmed" userId="6abc7d4556b3b071" providerId="LiveId" clId="{7A2E326C-3728-4F4E-962A-C55BA8FCDEE3}" dt="2023-03-14T08:08:37.223" v="74" actId="47"/>
        <pc:sldMkLst>
          <pc:docMk/>
          <pc:sldMk cId="1701565530" sldId="2499"/>
        </pc:sldMkLst>
      </pc:sldChg>
      <pc:sldChg chg="del">
        <pc:chgData name="Owais Ahmed" userId="6abc7d4556b3b071" providerId="LiveId" clId="{7A2E326C-3728-4F4E-962A-C55BA8FCDEE3}" dt="2023-03-14T08:08:38.529" v="80" actId="47"/>
        <pc:sldMkLst>
          <pc:docMk/>
          <pc:sldMk cId="98145820" sldId="2500"/>
        </pc:sldMkLst>
      </pc:sldChg>
      <pc:sldChg chg="del">
        <pc:chgData name="Owais Ahmed" userId="6abc7d4556b3b071" providerId="LiveId" clId="{7A2E326C-3728-4F4E-962A-C55BA8FCDEE3}" dt="2023-03-14T08:08:40.399" v="81" actId="47"/>
        <pc:sldMkLst>
          <pc:docMk/>
          <pc:sldMk cId="349804789" sldId="2501"/>
        </pc:sldMkLst>
      </pc:sldChg>
      <pc:sldChg chg="del">
        <pc:chgData name="Owais Ahmed" userId="6abc7d4556b3b071" providerId="LiveId" clId="{7A2E326C-3728-4F4E-962A-C55BA8FCDEE3}" dt="2023-03-14T08:08:41.244" v="82" actId="47"/>
        <pc:sldMkLst>
          <pc:docMk/>
          <pc:sldMk cId="366950723" sldId="2502"/>
        </pc:sldMkLst>
      </pc:sldChg>
      <pc:sldChg chg="del">
        <pc:chgData name="Owais Ahmed" userId="6abc7d4556b3b071" providerId="LiveId" clId="{7A2E326C-3728-4F4E-962A-C55BA8FCDEE3}" dt="2023-03-14T08:08:42.509" v="83" actId="47"/>
        <pc:sldMkLst>
          <pc:docMk/>
          <pc:sldMk cId="465789078" sldId="2503"/>
        </pc:sldMkLst>
      </pc:sldChg>
      <pc:sldChg chg="del">
        <pc:chgData name="Owais Ahmed" userId="6abc7d4556b3b071" providerId="LiveId" clId="{7A2E326C-3728-4F4E-962A-C55BA8FCDEE3}" dt="2023-03-14T08:08:43.518" v="84" actId="47"/>
        <pc:sldMkLst>
          <pc:docMk/>
          <pc:sldMk cId="4099730819" sldId="2504"/>
        </pc:sldMkLst>
      </pc:sldChg>
    </pc:docChg>
  </pc:docChgLst>
  <pc:docChgLst>
    <pc:chgData name="Owais Ahmed" userId="6abc7d4556b3b071" providerId="LiveId" clId="{72A5D510-D15E-4C47-B907-4B704437BB50}"/>
    <pc:docChg chg="modSld">
      <pc:chgData name="Owais Ahmed" userId="6abc7d4556b3b071" providerId="LiveId" clId="{72A5D510-D15E-4C47-B907-4B704437BB50}" dt="2023-10-07T07:18:18.937" v="0"/>
      <pc:docMkLst>
        <pc:docMk/>
      </pc:docMkLst>
      <pc:sldChg chg="modSp mod">
        <pc:chgData name="Owais Ahmed" userId="6abc7d4556b3b071" providerId="LiveId" clId="{72A5D510-D15E-4C47-B907-4B704437BB50}" dt="2023-10-07T07:18:18.937" v="0"/>
        <pc:sldMkLst>
          <pc:docMk/>
          <pc:sldMk cId="3927832306" sldId="2448"/>
        </pc:sldMkLst>
        <pc:spChg chg="mod">
          <ac:chgData name="Owais Ahmed" userId="6abc7d4556b3b071" providerId="LiveId" clId="{72A5D510-D15E-4C47-B907-4B704437BB50}" dt="2023-10-07T07:18:18.937" v="0"/>
          <ac:spMkLst>
            <pc:docMk/>
            <pc:sldMk cId="3927832306" sldId="2448"/>
            <ac:spMk id="9" creationId="{79DC1498-E692-42BA-B69F-6D37E6CFACA0}"/>
          </ac:spMkLst>
        </pc:spChg>
      </pc:sldChg>
    </pc:docChg>
  </pc:docChgLst>
  <pc:docChgLst>
    <pc:chgData name="Owais Ahmed" userId="6abc7d4556b3b071" providerId="LiveId" clId="{CDD2107F-F1EF-4E07-8778-193EA5F6744D}"/>
    <pc:docChg chg="undo custSel addSld delSld modSld sldOrd">
      <pc:chgData name="Owais Ahmed" userId="6abc7d4556b3b071" providerId="LiveId" clId="{CDD2107F-F1EF-4E07-8778-193EA5F6744D}" dt="2023-05-29T09:34:19.959" v="3457" actId="27636"/>
      <pc:docMkLst>
        <pc:docMk/>
      </pc:docMkLst>
      <pc:sldChg chg="modSp mod">
        <pc:chgData name="Owais Ahmed" userId="6abc7d4556b3b071" providerId="LiveId" clId="{CDD2107F-F1EF-4E07-8778-193EA5F6744D}" dt="2023-05-29T05:39:36.969" v="1448" actId="20577"/>
        <pc:sldMkLst>
          <pc:docMk/>
          <pc:sldMk cId="690293853" sldId="2491"/>
        </pc:sldMkLst>
        <pc:spChg chg="mod">
          <ac:chgData name="Owais Ahmed" userId="6abc7d4556b3b071" providerId="LiveId" clId="{CDD2107F-F1EF-4E07-8778-193EA5F6744D}" dt="2023-05-29T05:39:36.969" v="1448" actId="20577"/>
          <ac:spMkLst>
            <pc:docMk/>
            <pc:sldMk cId="690293853" sldId="2491"/>
            <ac:spMk id="6" creationId="{F3C89A40-EEAA-43AB-9A3A-B2CFDE450F1B}"/>
          </ac:spMkLst>
        </pc:spChg>
      </pc:sldChg>
      <pc:sldChg chg="modSp mod modAnim">
        <pc:chgData name="Owais Ahmed" userId="6abc7d4556b3b071" providerId="LiveId" clId="{CDD2107F-F1EF-4E07-8778-193EA5F6744D}" dt="2023-05-22T06:03:50.209" v="359" actId="20577"/>
        <pc:sldMkLst>
          <pc:docMk/>
          <pc:sldMk cId="3713406757" sldId="2505"/>
        </pc:sldMkLst>
        <pc:spChg chg="mod">
          <ac:chgData name="Owais Ahmed" userId="6abc7d4556b3b071" providerId="LiveId" clId="{CDD2107F-F1EF-4E07-8778-193EA5F6744D}" dt="2023-05-22T06:03:50.209" v="359" actId="20577"/>
          <ac:spMkLst>
            <pc:docMk/>
            <pc:sldMk cId="3713406757" sldId="2505"/>
            <ac:spMk id="3" creationId="{4A1C0383-58FE-E486-295E-B33B8683B938}"/>
          </ac:spMkLst>
        </pc:spChg>
        <pc:spChg chg="mod">
          <ac:chgData name="Owais Ahmed" userId="6abc7d4556b3b071" providerId="LiveId" clId="{CDD2107F-F1EF-4E07-8778-193EA5F6744D}" dt="2023-05-22T06:02:31.432" v="183"/>
          <ac:spMkLst>
            <pc:docMk/>
            <pc:sldMk cId="3713406757" sldId="2505"/>
            <ac:spMk id="215" creationId="{00000000-0000-0000-0000-000000000000}"/>
          </ac:spMkLst>
        </pc:spChg>
      </pc:sldChg>
      <pc:sldChg chg="del">
        <pc:chgData name="Owais Ahmed" userId="6abc7d4556b3b071" providerId="LiveId" clId="{CDD2107F-F1EF-4E07-8778-193EA5F6744D}" dt="2023-05-17T08:06:15.865" v="0" actId="47"/>
        <pc:sldMkLst>
          <pc:docMk/>
          <pc:sldMk cId="1520441757" sldId="2506"/>
        </pc:sldMkLst>
      </pc:sldChg>
      <pc:sldChg chg="modSp add del mod">
        <pc:chgData name="Owais Ahmed" userId="6abc7d4556b3b071" providerId="LiveId" clId="{CDD2107F-F1EF-4E07-8778-193EA5F6744D}" dt="2023-05-23T04:59:35.101" v="370" actId="2890"/>
        <pc:sldMkLst>
          <pc:docMk/>
          <pc:sldMk cId="3022366674" sldId="2506"/>
        </pc:sldMkLst>
        <pc:spChg chg="mod">
          <ac:chgData name="Owais Ahmed" userId="6abc7d4556b3b071" providerId="LiveId" clId="{CDD2107F-F1EF-4E07-8778-193EA5F6744D}" dt="2023-05-23T04:59:32.994" v="369" actId="20577"/>
          <ac:spMkLst>
            <pc:docMk/>
            <pc:sldMk cId="3022366674" sldId="2506"/>
            <ac:spMk id="215" creationId="{00000000-0000-0000-0000-000000000000}"/>
          </ac:spMkLst>
        </pc:spChg>
      </pc:sldChg>
      <pc:sldChg chg="modSp add mod modAnim">
        <pc:chgData name="Owais Ahmed" userId="6abc7d4556b3b071" providerId="LiveId" clId="{CDD2107F-F1EF-4E07-8778-193EA5F6744D}" dt="2023-05-29T05:20:18.137" v="392" actId="20577"/>
        <pc:sldMkLst>
          <pc:docMk/>
          <pc:sldMk cId="4035312321" sldId="2508"/>
        </pc:sldMkLst>
        <pc:spChg chg="mod">
          <ac:chgData name="Owais Ahmed" userId="6abc7d4556b3b071" providerId="LiveId" clId="{CDD2107F-F1EF-4E07-8778-193EA5F6744D}" dt="2023-05-29T05:20:14.791" v="387" actId="27636"/>
          <ac:spMkLst>
            <pc:docMk/>
            <pc:sldMk cId="4035312321" sldId="2508"/>
            <ac:spMk id="4" creationId="{7E8FF945-769B-FFBA-CE7A-7A8F1E993449}"/>
          </ac:spMkLst>
        </pc:spChg>
        <pc:spChg chg="mod">
          <ac:chgData name="Owais Ahmed" userId="6abc7d4556b3b071" providerId="LiveId" clId="{CDD2107F-F1EF-4E07-8778-193EA5F6744D}" dt="2023-05-29T05:20:18.137" v="392" actId="20577"/>
          <ac:spMkLst>
            <pc:docMk/>
            <pc:sldMk cId="4035312321" sldId="2508"/>
            <ac:spMk id="215" creationId="{00000000-0000-0000-0000-000000000000}"/>
          </ac:spMkLst>
        </pc:spChg>
      </pc:sldChg>
      <pc:sldChg chg="modSp add mod modAnim">
        <pc:chgData name="Owais Ahmed" userId="6abc7d4556b3b071" providerId="LiveId" clId="{CDD2107F-F1EF-4E07-8778-193EA5F6744D}" dt="2023-05-29T05:30:13.267" v="999" actId="403"/>
        <pc:sldMkLst>
          <pc:docMk/>
          <pc:sldMk cId="541868745" sldId="2509"/>
        </pc:sldMkLst>
        <pc:spChg chg="mod">
          <ac:chgData name="Owais Ahmed" userId="6abc7d4556b3b071" providerId="LiveId" clId="{CDD2107F-F1EF-4E07-8778-193EA5F6744D}" dt="2023-05-29T05:30:13.267" v="999" actId="403"/>
          <ac:spMkLst>
            <pc:docMk/>
            <pc:sldMk cId="541868745" sldId="2509"/>
            <ac:spMk id="4" creationId="{7E8FF945-769B-FFBA-CE7A-7A8F1E993449}"/>
          </ac:spMkLst>
        </pc:spChg>
        <pc:spChg chg="mod">
          <ac:chgData name="Owais Ahmed" userId="6abc7d4556b3b071" providerId="LiveId" clId="{CDD2107F-F1EF-4E07-8778-193EA5F6744D}" dt="2023-05-29T05:20:22.306" v="404" actId="20577"/>
          <ac:spMkLst>
            <pc:docMk/>
            <pc:sldMk cId="541868745" sldId="2509"/>
            <ac:spMk id="215" creationId="{00000000-0000-0000-0000-000000000000}"/>
          </ac:spMkLst>
        </pc:spChg>
      </pc:sldChg>
      <pc:sldChg chg="modSp add mod modAnim">
        <pc:chgData name="Owais Ahmed" userId="6abc7d4556b3b071" providerId="LiveId" clId="{CDD2107F-F1EF-4E07-8778-193EA5F6744D}" dt="2023-05-29T05:59:12.920" v="1892" actId="20577"/>
        <pc:sldMkLst>
          <pc:docMk/>
          <pc:sldMk cId="3060736070" sldId="2510"/>
        </pc:sldMkLst>
        <pc:spChg chg="mod">
          <ac:chgData name="Owais Ahmed" userId="6abc7d4556b3b071" providerId="LiveId" clId="{CDD2107F-F1EF-4E07-8778-193EA5F6744D}" dt="2023-05-29T05:59:12.920" v="1892" actId="20577"/>
          <ac:spMkLst>
            <pc:docMk/>
            <pc:sldMk cId="3060736070" sldId="2510"/>
            <ac:spMk id="4" creationId="{7E8FF945-769B-FFBA-CE7A-7A8F1E993449}"/>
          </ac:spMkLst>
        </pc:spChg>
      </pc:sldChg>
      <pc:sldChg chg="modSp add mod ord addAnim delAnim modAnim modNotesTx">
        <pc:chgData name="Owais Ahmed" userId="6abc7d4556b3b071" providerId="LiveId" clId="{CDD2107F-F1EF-4E07-8778-193EA5F6744D}" dt="2023-05-29T09:20:09.142" v="2924" actId="27636"/>
        <pc:sldMkLst>
          <pc:docMk/>
          <pc:sldMk cId="624379840" sldId="2511"/>
        </pc:sldMkLst>
        <pc:spChg chg="mod">
          <ac:chgData name="Owais Ahmed" userId="6abc7d4556b3b071" providerId="LiveId" clId="{CDD2107F-F1EF-4E07-8778-193EA5F6744D}" dt="2023-05-29T09:20:09.142" v="2924" actId="27636"/>
          <ac:spMkLst>
            <pc:docMk/>
            <pc:sldMk cId="624379840" sldId="2511"/>
            <ac:spMk id="4" creationId="{7E8FF945-769B-FFBA-CE7A-7A8F1E993449}"/>
          </ac:spMkLst>
        </pc:spChg>
        <pc:spChg chg="mod">
          <ac:chgData name="Owais Ahmed" userId="6abc7d4556b3b071" providerId="LiveId" clId="{CDD2107F-F1EF-4E07-8778-193EA5F6744D}" dt="2023-05-29T05:39:28.950" v="1446" actId="20577"/>
          <ac:spMkLst>
            <pc:docMk/>
            <pc:sldMk cId="624379840" sldId="2511"/>
            <ac:spMk id="215" creationId="{00000000-0000-0000-0000-000000000000}"/>
          </ac:spMkLst>
        </pc:spChg>
      </pc:sldChg>
      <pc:sldChg chg="delSp modSp add del mod modAnim">
        <pc:chgData name="Owais Ahmed" userId="6abc7d4556b3b071" providerId="LiveId" clId="{CDD2107F-F1EF-4E07-8778-193EA5F6744D}" dt="2023-05-29T09:14:45.127" v="2541" actId="47"/>
        <pc:sldMkLst>
          <pc:docMk/>
          <pc:sldMk cId="115729105" sldId="2512"/>
        </pc:sldMkLst>
        <pc:spChg chg="mod">
          <ac:chgData name="Owais Ahmed" userId="6abc7d4556b3b071" providerId="LiveId" clId="{CDD2107F-F1EF-4E07-8778-193EA5F6744D}" dt="2023-05-29T09:14:29.220" v="2533" actId="20577"/>
          <ac:spMkLst>
            <pc:docMk/>
            <pc:sldMk cId="115729105" sldId="2512"/>
            <ac:spMk id="4" creationId="{7E8FF945-769B-FFBA-CE7A-7A8F1E993449}"/>
          </ac:spMkLst>
        </pc:spChg>
        <pc:spChg chg="del mod">
          <ac:chgData name="Owais Ahmed" userId="6abc7d4556b3b071" providerId="LiveId" clId="{CDD2107F-F1EF-4E07-8778-193EA5F6744D}" dt="2023-05-29T09:14:41.955" v="2539"/>
          <ac:spMkLst>
            <pc:docMk/>
            <pc:sldMk cId="115729105" sldId="2512"/>
            <ac:spMk id="215" creationId="{00000000-0000-0000-0000-000000000000}"/>
          </ac:spMkLst>
        </pc:spChg>
      </pc:sldChg>
      <pc:sldChg chg="addSp delSp modSp add mod ord delAnim modAnim">
        <pc:chgData name="Owais Ahmed" userId="6abc7d4556b3b071" providerId="LiveId" clId="{CDD2107F-F1EF-4E07-8778-193EA5F6744D}" dt="2023-05-29T09:29:09.913" v="3269" actId="20577"/>
        <pc:sldMkLst>
          <pc:docMk/>
          <pc:sldMk cId="4088170244" sldId="2513"/>
        </pc:sldMkLst>
        <pc:spChg chg="del mod">
          <ac:chgData name="Owais Ahmed" userId="6abc7d4556b3b071" providerId="LiveId" clId="{CDD2107F-F1EF-4E07-8778-193EA5F6744D}" dt="2023-05-29T09:15:02.151" v="2543" actId="478"/>
          <ac:spMkLst>
            <pc:docMk/>
            <pc:sldMk cId="4088170244" sldId="2513"/>
            <ac:spMk id="3" creationId="{4A1C0383-58FE-E486-295E-B33B8683B938}"/>
          </ac:spMkLst>
        </pc:spChg>
        <pc:spChg chg="add del mod">
          <ac:chgData name="Owais Ahmed" userId="6abc7d4556b3b071" providerId="LiveId" clId="{CDD2107F-F1EF-4E07-8778-193EA5F6744D}" dt="2023-05-29T09:29:09.913" v="3269" actId="20577"/>
          <ac:spMkLst>
            <pc:docMk/>
            <pc:sldMk cId="4088170244" sldId="2513"/>
            <ac:spMk id="4" creationId="{F65BF0C2-BAFD-340F-E601-CF132BA2373B}"/>
          </ac:spMkLst>
        </pc:spChg>
        <pc:spChg chg="add del">
          <ac:chgData name="Owais Ahmed" userId="6abc7d4556b3b071" providerId="LiveId" clId="{CDD2107F-F1EF-4E07-8778-193EA5F6744D}" dt="2023-05-29T09:23:34.011" v="2987"/>
          <ac:spMkLst>
            <pc:docMk/>
            <pc:sldMk cId="4088170244" sldId="2513"/>
            <ac:spMk id="5" creationId="{0B672662-560D-234B-7CBB-CA061D5E76A8}"/>
          </ac:spMkLst>
        </pc:spChg>
        <pc:spChg chg="add del mod">
          <ac:chgData name="Owais Ahmed" userId="6abc7d4556b3b071" providerId="LiveId" clId="{CDD2107F-F1EF-4E07-8778-193EA5F6744D}" dt="2023-05-29T09:23:33.478" v="2986"/>
          <ac:spMkLst>
            <pc:docMk/>
            <pc:sldMk cId="4088170244" sldId="2513"/>
            <ac:spMk id="6" creationId="{50BC3A5D-7F40-05E1-2772-F7C12DA166DE}"/>
          </ac:spMkLst>
        </pc:spChg>
        <pc:spChg chg="mod">
          <ac:chgData name="Owais Ahmed" userId="6abc7d4556b3b071" providerId="LiveId" clId="{CDD2107F-F1EF-4E07-8778-193EA5F6744D}" dt="2023-05-29T09:14:43.661" v="2540"/>
          <ac:spMkLst>
            <pc:docMk/>
            <pc:sldMk cId="4088170244" sldId="2513"/>
            <ac:spMk id="215" creationId="{00000000-0000-0000-0000-000000000000}"/>
          </ac:spMkLst>
        </pc:spChg>
      </pc:sldChg>
      <pc:sldChg chg="modSp add mod modAnim">
        <pc:chgData name="Owais Ahmed" userId="6abc7d4556b3b071" providerId="LiveId" clId="{CDD2107F-F1EF-4E07-8778-193EA5F6744D}" dt="2023-05-29T09:29:20.569" v="3281" actId="20577"/>
        <pc:sldMkLst>
          <pc:docMk/>
          <pc:sldMk cId="3125892796" sldId="2514"/>
        </pc:sldMkLst>
        <pc:spChg chg="mod">
          <ac:chgData name="Owais Ahmed" userId="6abc7d4556b3b071" providerId="LiveId" clId="{CDD2107F-F1EF-4E07-8778-193EA5F6744D}" dt="2023-05-29T09:29:20.569" v="3281" actId="20577"/>
          <ac:spMkLst>
            <pc:docMk/>
            <pc:sldMk cId="3125892796" sldId="2514"/>
            <ac:spMk id="4" creationId="{F65BF0C2-BAFD-340F-E601-CF132BA2373B}"/>
          </ac:spMkLst>
        </pc:spChg>
      </pc:sldChg>
      <pc:sldChg chg="modSp add mod ord modAnim">
        <pc:chgData name="Owais Ahmed" userId="6abc7d4556b3b071" providerId="LiveId" clId="{CDD2107F-F1EF-4E07-8778-193EA5F6744D}" dt="2023-05-29T09:34:19.959" v="3457" actId="27636"/>
        <pc:sldMkLst>
          <pc:docMk/>
          <pc:sldMk cId="1767828976" sldId="2515"/>
        </pc:sldMkLst>
        <pc:spChg chg="mod">
          <ac:chgData name="Owais Ahmed" userId="6abc7d4556b3b071" providerId="LiveId" clId="{CDD2107F-F1EF-4E07-8778-193EA5F6744D}" dt="2023-05-29T09:34:19.959" v="3457" actId="27636"/>
          <ac:spMkLst>
            <pc:docMk/>
            <pc:sldMk cId="1767828976" sldId="2515"/>
            <ac:spMk id="4" creationId="{F65BF0C2-BAFD-340F-E601-CF132BA2373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6/7/24</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6/7/24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1827662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014909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366094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Note: this example covers unit testing in Expo framework. There might be other requirements for CLI-based projects.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716735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Disclaimer: </a:t>
            </a:r>
            <a:r>
              <a:rPr lang="en-US" sz="1200" dirty="0" err="1"/>
              <a:t>ChatGPT</a:t>
            </a:r>
            <a:r>
              <a:rPr lang="en-US" sz="1200" dirty="0"/>
              <a:t> was used to generate some part of the solution. YOU SHOULD TOO</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589773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942420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18630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195805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3382752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512896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4192143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4198985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169878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hdphoto" Target="../media/hdphoto1.wdp"/><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MOBILE APPLICATION </a:t>
            </a:r>
            <a:r>
              <a:rPr lang="en-US" sz="5400" b="1"/>
              <a:t>Development (114155)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1760219"/>
            <a:ext cx="4114800" cy="4454853"/>
          </a:xfrm>
        </p:spPr>
        <p:txBody>
          <a:bodyPr/>
          <a:lstStyle/>
          <a:p>
            <a:r>
              <a:rPr lang="en-US" dirty="0">
                <a:solidFill>
                  <a:srgbClr val="404040"/>
                </a:solidFill>
                <a:latin typeface="Trebuchet MS" panose="020B0603020202020204" pitchFamily="34" charset="0"/>
              </a:rPr>
              <a:t>Unit Testing</a:t>
            </a:r>
          </a:p>
          <a:p>
            <a:r>
              <a:rPr lang="en-US" dirty="0">
                <a:solidFill>
                  <a:srgbClr val="404040"/>
                </a:solidFill>
                <a:latin typeface="Trebuchet MS" panose="020B0603020202020204" pitchFamily="34" charset="0"/>
              </a:rPr>
              <a:t>Unit Testing in React Native</a:t>
            </a:r>
          </a:p>
          <a:p>
            <a:r>
              <a:rPr lang="en-US" dirty="0">
                <a:solidFill>
                  <a:srgbClr val="404040"/>
                </a:solidFill>
                <a:latin typeface="Trebuchet MS" panose="020B0603020202020204" pitchFamily="34" charset="0"/>
              </a:rPr>
              <a:t>Writing your First Unit Test</a:t>
            </a:r>
          </a:p>
          <a:p>
            <a:r>
              <a:rPr lang="en-US" dirty="0">
                <a:solidFill>
                  <a:srgbClr val="404040"/>
                </a:solidFill>
                <a:latin typeface="Trebuchet MS" panose="020B0603020202020204" pitchFamily="34" charset="0"/>
              </a:rPr>
              <a:t>Snapshot Test</a:t>
            </a:r>
          </a:p>
          <a:p>
            <a:r>
              <a:rPr lang="en-US" dirty="0">
                <a:solidFill>
                  <a:srgbClr val="404040"/>
                </a:solidFill>
                <a:latin typeface="Trebuchet MS" panose="020B0603020202020204" pitchFamily="34" charset="0"/>
              </a:rPr>
              <a:t>Advanced Tests</a:t>
            </a:r>
          </a:p>
          <a:p>
            <a:r>
              <a:rPr lang="en-US" dirty="0">
                <a:solidFill>
                  <a:srgbClr val="404040"/>
                </a:solidFill>
                <a:latin typeface="Trebuchet MS" panose="020B0603020202020204" pitchFamily="34" charset="0"/>
              </a:rPr>
              <a:t>Test Coverage</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69029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Unit testing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7E8FF945-769B-FFBA-CE7A-7A8F1E993449}"/>
              </a:ext>
            </a:extLst>
          </p:cNvPr>
          <p:cNvSpPr txBox="1">
            <a:spLocks/>
          </p:cNvSpPr>
          <p:nvPr/>
        </p:nvSpPr>
        <p:spPr>
          <a:xfrm>
            <a:off x="220384" y="1532586"/>
            <a:ext cx="11743016" cy="4942830"/>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Unit testing is the activity of writing code to test your code. This sounds strange, but this way, we ensure that there are no bugs in the existing functionality of the API if and when any changes are made.</a:t>
            </a:r>
          </a:p>
          <a:p>
            <a:pPr>
              <a:lnSpc>
                <a:spcPct val="120000"/>
              </a:lnSpc>
              <a:buFont typeface="Wingdings" panose="05000000000000000000" pitchFamily="2" charset="2"/>
              <a:buChar char="§"/>
            </a:pPr>
            <a:r>
              <a:rPr lang="en-US" sz="2800" dirty="0"/>
              <a:t>For example, if you write a function:</a:t>
            </a:r>
          </a:p>
          <a:p>
            <a:pPr marL="0" indent="0">
              <a:lnSpc>
                <a:spcPct val="120000"/>
              </a:lnSpc>
              <a:buNone/>
            </a:pPr>
            <a:r>
              <a:rPr lang="en-US" sz="2200" dirty="0">
                <a:latin typeface="Cascadia Code" panose="020B0609020000020004" pitchFamily="49" charset="0"/>
                <a:ea typeface="Cascadia Code" panose="020B0609020000020004" pitchFamily="49" charset="0"/>
                <a:cs typeface="Cascadia Code" panose="020B0609020000020004" pitchFamily="49" charset="0"/>
              </a:rPr>
              <a:t>const </a:t>
            </a:r>
            <a:r>
              <a:rPr lang="en-US" sz="2200" dirty="0" err="1">
                <a:latin typeface="Cascadia Code" panose="020B0609020000020004" pitchFamily="49" charset="0"/>
                <a:ea typeface="Cascadia Code" panose="020B0609020000020004" pitchFamily="49" charset="0"/>
                <a:cs typeface="Cascadia Code" panose="020B0609020000020004" pitchFamily="49" charset="0"/>
              </a:rPr>
              <a:t>validate_email</a:t>
            </a:r>
            <a:r>
              <a:rPr lang="en-US" sz="2200" dirty="0">
                <a:latin typeface="Cascadia Code" panose="020B0609020000020004" pitchFamily="49" charset="0"/>
                <a:ea typeface="Cascadia Code" panose="020B0609020000020004" pitchFamily="49" charset="0"/>
                <a:cs typeface="Cascadia Code" panose="020B0609020000020004" pitchFamily="49" charset="0"/>
              </a:rPr>
              <a:t> = (email) = {</a:t>
            </a:r>
          </a:p>
          <a:p>
            <a:pPr marL="0" indent="0">
              <a:lnSpc>
                <a:spcPct val="120000"/>
              </a:lnSpc>
              <a:buNone/>
            </a:pPr>
            <a:r>
              <a:rPr lang="en-US" sz="2200" dirty="0">
                <a:latin typeface="Cascadia Code" panose="020B0609020000020004" pitchFamily="49" charset="0"/>
                <a:ea typeface="Cascadia Code" panose="020B0609020000020004" pitchFamily="49" charset="0"/>
                <a:cs typeface="Cascadia Code" panose="020B0609020000020004" pitchFamily="49" charset="0"/>
              </a:rPr>
              <a:t>   </a:t>
            </a:r>
            <a:r>
              <a:rPr lang="en-US" sz="2200" dirty="0" err="1">
                <a:latin typeface="Cascadia Code" panose="020B0609020000020004" pitchFamily="49" charset="0"/>
                <a:ea typeface="Cascadia Code" panose="020B0609020000020004" pitchFamily="49" charset="0"/>
                <a:cs typeface="Cascadia Code" panose="020B0609020000020004" pitchFamily="49" charset="0"/>
              </a:rPr>
              <a:t>emailRegex</a:t>
            </a:r>
            <a:r>
              <a:rPr lang="en-US" sz="2200" dirty="0">
                <a:latin typeface="Cascadia Code" panose="020B0609020000020004" pitchFamily="49" charset="0"/>
                <a:ea typeface="Cascadia Code" panose="020B0609020000020004" pitchFamily="49" charset="0"/>
                <a:cs typeface="Cascadia Code" panose="020B0609020000020004" pitchFamily="49" charset="0"/>
              </a:rPr>
              <a:t> = "^[0-9A-Za-z._+]+@[A-Za-z0-9]+.[A-Za-z0-9]+$“;</a:t>
            </a:r>
          </a:p>
          <a:p>
            <a:pPr marL="0" indent="0">
              <a:lnSpc>
                <a:spcPct val="120000"/>
              </a:lnSpc>
              <a:buNone/>
            </a:pPr>
            <a:r>
              <a:rPr lang="en-US" sz="2200" dirty="0">
                <a:latin typeface="Cascadia Code" panose="020B0609020000020004" pitchFamily="49" charset="0"/>
                <a:ea typeface="Cascadia Code" panose="020B0609020000020004" pitchFamily="49" charset="0"/>
                <a:cs typeface="Cascadia Code" panose="020B0609020000020004" pitchFamily="49" charset="0"/>
              </a:rPr>
              <a:t>   return </a:t>
            </a:r>
            <a:r>
              <a:rPr lang="en-US" sz="2200" dirty="0" err="1">
                <a:latin typeface="Cascadia Code" panose="020B0609020000020004" pitchFamily="49" charset="0"/>
                <a:ea typeface="Cascadia Code" panose="020B0609020000020004" pitchFamily="49" charset="0"/>
                <a:cs typeface="Cascadia Code" panose="020B0609020000020004" pitchFamily="49" charset="0"/>
              </a:rPr>
              <a:t>email.match</a:t>
            </a:r>
            <a:r>
              <a:rPr lang="en-US" sz="2200" dirty="0">
                <a:latin typeface="Cascadia Code" panose="020B0609020000020004" pitchFamily="49" charset="0"/>
                <a:ea typeface="Cascadia Code" panose="020B0609020000020004" pitchFamily="49" charset="0"/>
                <a:cs typeface="Cascadia Code" panose="020B0609020000020004" pitchFamily="49" charset="0"/>
              </a:rPr>
              <a:t>(</a:t>
            </a:r>
            <a:r>
              <a:rPr lang="en-US" sz="2200" dirty="0" err="1">
                <a:latin typeface="Cascadia Code" panose="020B0609020000020004" pitchFamily="49" charset="0"/>
                <a:ea typeface="Cascadia Code" panose="020B0609020000020004" pitchFamily="49" charset="0"/>
                <a:cs typeface="Cascadia Code" panose="020B0609020000020004" pitchFamily="49" charset="0"/>
              </a:rPr>
              <a:t>emailRegex</a:t>
            </a:r>
            <a:r>
              <a:rPr lang="en-US" sz="22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nSpc>
                <a:spcPct val="120000"/>
              </a:lnSpc>
              <a:buNone/>
            </a:pPr>
            <a:r>
              <a:rPr lang="en-US" sz="2200" dirty="0">
                <a:latin typeface="Cascadia Code" panose="020B0609020000020004" pitchFamily="49" charset="0"/>
                <a:ea typeface="Cascadia Code" panose="020B0609020000020004" pitchFamily="49" charset="0"/>
                <a:cs typeface="Cascadia Code" panose="020B0609020000020004" pitchFamily="49" charset="0"/>
              </a:rPr>
              <a:t>}</a:t>
            </a:r>
          </a:p>
          <a:p>
            <a:pPr>
              <a:lnSpc>
                <a:spcPct val="120000"/>
              </a:lnSpc>
              <a:buFont typeface="Wingdings" panose="05000000000000000000" pitchFamily="2" charset="2"/>
              <a:buChar char="§"/>
            </a:pPr>
            <a:r>
              <a:rPr lang="en-US" sz="2800" dirty="0"/>
              <a:t>Usually, you use the UI to test whether this function validates the email addresses correctly or not. Unit testing says you should write another function to test this automatically.</a:t>
            </a:r>
          </a:p>
        </p:txBody>
      </p:sp>
    </p:spTree>
    <p:extLst>
      <p:ext uri="{BB962C8B-B14F-4D97-AF65-F5344CB8AC3E}">
        <p14:creationId xmlns:p14="http://schemas.microsoft.com/office/powerpoint/2010/main" val="54186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Unit testing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7E8FF945-769B-FFBA-CE7A-7A8F1E993449}"/>
              </a:ext>
            </a:extLst>
          </p:cNvPr>
          <p:cNvSpPr txBox="1">
            <a:spLocks/>
          </p:cNvSpPr>
          <p:nvPr/>
        </p:nvSpPr>
        <p:spPr>
          <a:xfrm>
            <a:off x="220384" y="1532586"/>
            <a:ext cx="11743016" cy="494283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Test if the </a:t>
            </a:r>
            <a:r>
              <a:rPr lang="en-US" sz="2800" dirty="0" err="1"/>
              <a:t>valid_email</a:t>
            </a:r>
            <a:r>
              <a:rPr lang="en-US" sz="2800" dirty="0"/>
              <a:t> returns true on valid email and returns false on invalid one:</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test('Should return true for valid email and false for an invalid email ', () =&gt; {</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  let </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isValid</a:t>
            </a:r>
            <a:r>
              <a:rPr lang="en-US" sz="1900" dirty="0">
                <a:latin typeface="Cascadia Code" panose="020B0609020000020004" pitchFamily="49" charset="0"/>
                <a:ea typeface="Cascadia Code" panose="020B0609020000020004" pitchFamily="49" charset="0"/>
                <a:cs typeface="Cascadia Code" panose="020B0609020000020004" pitchFamily="49" charset="0"/>
              </a:rPr>
              <a:t> = </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validate_email</a:t>
            </a:r>
            <a:r>
              <a:rPr lang="en-US" sz="1900" dirty="0">
                <a:latin typeface="Cascadia Code" panose="020B0609020000020004" pitchFamily="49" charset="0"/>
                <a:ea typeface="Cascadia Code" panose="020B0609020000020004" pitchFamily="49" charset="0"/>
                <a:cs typeface="Cascadia Code" panose="020B0609020000020004" pitchFamily="49" charset="0"/>
              </a:rPr>
              <a:t>('admin@dareecha.com');</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  expect(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isValid</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toBeTruthy</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  </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isValid</a:t>
            </a:r>
            <a:r>
              <a:rPr lang="en-US" sz="1900" dirty="0">
                <a:latin typeface="Cascadia Code" panose="020B0609020000020004" pitchFamily="49" charset="0"/>
                <a:ea typeface="Cascadia Code" panose="020B0609020000020004" pitchFamily="49" charset="0"/>
                <a:cs typeface="Cascadia Code" panose="020B0609020000020004" pitchFamily="49" charset="0"/>
              </a:rPr>
              <a:t> = </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validate_email</a:t>
            </a:r>
            <a:r>
              <a:rPr lang="en-US" sz="1900" dirty="0">
                <a:latin typeface="Cascadia Code" panose="020B0609020000020004" pitchFamily="49" charset="0"/>
                <a:ea typeface="Cascadia Code" panose="020B0609020000020004" pitchFamily="49" charset="0"/>
                <a:cs typeface="Cascadia Code" panose="020B0609020000020004" pitchFamily="49" charset="0"/>
              </a:rPr>
              <a:t>('owais.hussain@kiet.edu.pk');</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  expect(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isValid</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toBeTruthy</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  </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isValid</a:t>
            </a:r>
            <a:r>
              <a:rPr lang="en-US" sz="1900" dirty="0">
                <a:latin typeface="Cascadia Code" panose="020B0609020000020004" pitchFamily="49" charset="0"/>
                <a:ea typeface="Cascadia Code" panose="020B0609020000020004" pitchFamily="49" charset="0"/>
                <a:cs typeface="Cascadia Code" panose="020B0609020000020004" pitchFamily="49" charset="0"/>
              </a:rPr>
              <a:t> = </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validate_email</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definitely_an_invalid_email_address</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  expect(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isValid</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r>
              <a:rPr lang="en-US" sz="1900" dirty="0" err="1">
                <a:latin typeface="Cascadia Code" panose="020B0609020000020004" pitchFamily="49" charset="0"/>
                <a:ea typeface="Cascadia Code" panose="020B0609020000020004" pitchFamily="49" charset="0"/>
                <a:cs typeface="Cascadia Code" panose="020B0609020000020004" pitchFamily="49" charset="0"/>
              </a:rPr>
              <a:t>toBeFalsy</a:t>
            </a:r>
            <a:r>
              <a:rPr lang="en-US" sz="1900" dirty="0">
                <a:latin typeface="Cascadia Code" panose="020B0609020000020004" pitchFamily="49" charset="0"/>
                <a:ea typeface="Cascadia Code" panose="020B0609020000020004" pitchFamily="49" charset="0"/>
                <a:cs typeface="Cascadia Code" panose="020B0609020000020004" pitchFamily="49" charset="0"/>
              </a:rPr>
              <a:t>();</a:t>
            </a:r>
          </a:p>
          <a:p>
            <a:pPr marL="0" indent="0">
              <a:lnSpc>
                <a:spcPct val="120000"/>
              </a:lnSpc>
              <a:buNone/>
            </a:pPr>
            <a:r>
              <a:rPr lang="en-US" sz="1900" dirty="0">
                <a:latin typeface="Cascadia Code" panose="020B0609020000020004" pitchFamily="49" charset="0"/>
                <a:ea typeface="Cascadia Code" panose="020B0609020000020004" pitchFamily="49" charset="0"/>
                <a:cs typeface="Cascadia Code" panose="020B0609020000020004" pitchFamily="49" charset="0"/>
              </a:rPr>
              <a:t>});</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6073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Unit Testing in React Native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7E8FF945-769B-FFBA-CE7A-7A8F1E993449}"/>
              </a:ext>
            </a:extLst>
          </p:cNvPr>
          <p:cNvSpPr txBox="1">
            <a:spLocks/>
          </p:cNvSpPr>
          <p:nvPr/>
        </p:nvSpPr>
        <p:spPr>
          <a:xfrm>
            <a:off x="220384" y="1532586"/>
            <a:ext cx="11743016"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The first requirement is to install “Jest”, which is a popular unit testing framework, as well as the native testing library:</a:t>
            </a:r>
          </a:p>
          <a:p>
            <a:pPr marL="0" indent="0">
              <a:lnSpc>
                <a:spcPct val="120000"/>
              </a:lnSpc>
              <a:buNone/>
            </a:pPr>
            <a:r>
              <a:rPr lang="en-US" sz="2800" dirty="0" err="1">
                <a:latin typeface="Cascadia Code" panose="020B0609020000020004" pitchFamily="49" charset="0"/>
                <a:ea typeface="Cascadia Code" panose="020B0609020000020004" pitchFamily="49" charset="0"/>
                <a:cs typeface="Cascadia Code" panose="020B0609020000020004" pitchFamily="49" charset="0"/>
              </a:rPr>
              <a:t>npx</a:t>
            </a:r>
            <a:r>
              <a:rPr lang="en-US" sz="2800" dirty="0">
                <a:latin typeface="Cascadia Code" panose="020B0609020000020004" pitchFamily="49" charset="0"/>
                <a:ea typeface="Cascadia Code" panose="020B0609020000020004" pitchFamily="49" charset="0"/>
                <a:cs typeface="Cascadia Code" panose="020B0609020000020004" pitchFamily="49" charset="0"/>
              </a:rPr>
              <a:t> expo install jest jest-expo</a:t>
            </a:r>
          </a:p>
          <a:p>
            <a:pPr marL="0" indent="0">
              <a:lnSpc>
                <a:spcPct val="120000"/>
              </a:lnSpc>
              <a:buNone/>
            </a:pPr>
            <a:r>
              <a:rPr lang="en-GB" sz="2800" dirty="0" err="1">
                <a:latin typeface="Cascadia Code" panose="020B0609020000020004" pitchFamily="49" charset="0"/>
                <a:ea typeface="Cascadia Code" panose="020B0609020000020004" pitchFamily="49" charset="0"/>
                <a:cs typeface="Cascadia Code" panose="020B0609020000020004" pitchFamily="49" charset="0"/>
              </a:rPr>
              <a:t>npm</a:t>
            </a:r>
            <a:r>
              <a:rPr lang="en-GB" sz="2800" dirty="0">
                <a:latin typeface="Cascadia Code" panose="020B0609020000020004" pitchFamily="49" charset="0"/>
                <a:ea typeface="Cascadia Code" panose="020B0609020000020004" pitchFamily="49" charset="0"/>
                <a:cs typeface="Cascadia Code" panose="020B0609020000020004" pitchFamily="49" charset="0"/>
              </a:rPr>
              <a:t> install --save-dev jest react-test-renderer @testing-library/react-native @jest/types</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2800" dirty="0"/>
              <a:t>Create a file named “jest.config.js” and add the following:</a:t>
            </a:r>
          </a:p>
          <a:p>
            <a:pPr marL="0" indent="0">
              <a:lnSpc>
                <a:spcPct val="120000"/>
              </a:lnSpc>
              <a:spcBef>
                <a:spcPts val="400"/>
              </a:spcBef>
              <a:buNone/>
            </a:pPr>
            <a:r>
              <a:rPr lang="en-US" sz="2400" dirty="0"/>
              <a:t> </a:t>
            </a:r>
            <a:r>
              <a:rPr lang="en-US" sz="2400" dirty="0" err="1"/>
              <a:t>module.exports</a:t>
            </a:r>
            <a:r>
              <a:rPr lang="en-US" sz="2400" dirty="0"/>
              <a:t> = {</a:t>
            </a:r>
          </a:p>
          <a:p>
            <a:pPr marL="0" indent="0">
              <a:lnSpc>
                <a:spcPct val="120000"/>
              </a:lnSpc>
              <a:spcBef>
                <a:spcPts val="400"/>
              </a:spcBef>
              <a:buNone/>
            </a:pPr>
            <a:r>
              <a:rPr lang="en-US" sz="2400" dirty="0"/>
              <a:t>  preset: 'jest-expo',</a:t>
            </a:r>
          </a:p>
          <a:p>
            <a:pPr marL="0" indent="0">
              <a:lnSpc>
                <a:spcPct val="120000"/>
              </a:lnSpc>
              <a:spcBef>
                <a:spcPts val="400"/>
              </a:spcBef>
              <a:buNone/>
            </a:pPr>
            <a:r>
              <a:rPr lang="en-US" sz="2400" dirty="0"/>
              <a:t>  </a:t>
            </a:r>
            <a:r>
              <a:rPr lang="en-US" sz="2400" dirty="0" err="1"/>
              <a:t>testEnvironment</a:t>
            </a:r>
            <a:r>
              <a:rPr lang="en-US" sz="2400" dirty="0"/>
              <a:t>: 'node',</a:t>
            </a:r>
          </a:p>
          <a:p>
            <a:pPr marL="0" indent="0">
              <a:lnSpc>
                <a:spcPct val="120000"/>
              </a:lnSpc>
              <a:spcBef>
                <a:spcPts val="400"/>
              </a:spcBef>
              <a:buNone/>
            </a:pPr>
            <a:r>
              <a:rPr lang="en-US" sz="2400" dirty="0"/>
              <a:t>  </a:t>
            </a:r>
            <a:r>
              <a:rPr lang="en-US" sz="2400" dirty="0" err="1"/>
              <a:t>transformIgnorePatterns</a:t>
            </a:r>
            <a:r>
              <a:rPr lang="en-US" sz="2400" dirty="0"/>
              <a:t>: [</a:t>
            </a:r>
          </a:p>
          <a:p>
            <a:pPr marL="0" indent="0">
              <a:lnSpc>
                <a:spcPct val="120000"/>
              </a:lnSpc>
              <a:spcBef>
                <a:spcPts val="400"/>
              </a:spcBef>
              <a:buNone/>
            </a:pPr>
            <a:r>
              <a:rPr lang="en-US" sz="2400" dirty="0"/>
              <a:t>    '</a:t>
            </a:r>
            <a:r>
              <a:rPr lang="en-US" sz="2400" dirty="0" err="1"/>
              <a:t>node_modules</a:t>
            </a:r>
            <a:r>
              <a:rPr lang="en-US" sz="2400" dirty="0"/>
              <a:t>/(?!(</a:t>
            </a:r>
            <a:r>
              <a:rPr lang="en-US" sz="2400" dirty="0" err="1"/>
              <a:t>react-native|react-navigation|other-module|expo</a:t>
            </a:r>
            <a:r>
              <a:rPr lang="en-US" sz="2400" dirty="0"/>
              <a:t>(</a:t>
            </a:r>
            <a:r>
              <a:rPr lang="en-US" sz="2400" dirty="0" err="1"/>
              <a:t>nent</a:t>
            </a:r>
            <a:r>
              <a:rPr lang="en-US" sz="2400" dirty="0"/>
              <a:t>)?|@expo(nent)?/.*|@expo-google-fonts/.*|react-navigation|@react-navigation/.*|@unimodules/.*|unimodules|sentry-expo|native-base|react-native-svg)/)'</a:t>
            </a:r>
          </a:p>
          <a:p>
            <a:pPr marL="0" indent="0">
              <a:lnSpc>
                <a:spcPct val="120000"/>
              </a:lnSpc>
              <a:spcBef>
                <a:spcPts val="400"/>
              </a:spcBef>
              <a:buNone/>
            </a:pPr>
            <a:r>
              <a:rPr lang="en-US" sz="2400" dirty="0"/>
              <a:t>  ],</a:t>
            </a:r>
          </a:p>
          <a:p>
            <a:pPr marL="0" indent="0">
              <a:lnSpc>
                <a:spcPct val="120000"/>
              </a:lnSpc>
              <a:spcBef>
                <a:spcPts val="400"/>
              </a:spcBef>
              <a:buNone/>
            </a:pPr>
            <a:r>
              <a:rPr lang="en-US" sz="2400" dirty="0"/>
              <a:t>};</a:t>
            </a:r>
          </a:p>
        </p:txBody>
      </p:sp>
    </p:spTree>
    <p:extLst>
      <p:ext uri="{BB962C8B-B14F-4D97-AF65-F5344CB8AC3E}">
        <p14:creationId xmlns:p14="http://schemas.microsoft.com/office/powerpoint/2010/main" val="62437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Advanced Tests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103759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Now adding a test which checks if the Login component navigates to Menu after successful login.</a:t>
            </a:r>
          </a:p>
        </p:txBody>
      </p:sp>
      <p:sp>
        <p:nvSpPr>
          <p:cNvPr id="5" name="TextBox 4">
            <a:extLst>
              <a:ext uri="{FF2B5EF4-FFF2-40B4-BE49-F238E27FC236}">
                <a16:creationId xmlns:a16="http://schemas.microsoft.com/office/drawing/2014/main" id="{001BCC7A-72A7-6D16-0383-BE0398320E39}"/>
              </a:ext>
            </a:extLst>
          </p:cNvPr>
          <p:cNvSpPr txBox="1"/>
          <p:nvPr/>
        </p:nvSpPr>
        <p:spPr>
          <a:xfrm>
            <a:off x="218875" y="2570179"/>
            <a:ext cx="11734800" cy="4278094"/>
          </a:xfrm>
          <a:prstGeom prst="rect">
            <a:avLst/>
          </a:prstGeom>
          <a:noFill/>
        </p:spPr>
        <p:txBody>
          <a:bodyPr wrap="square">
            <a:spAutoFit/>
          </a:bodyPr>
          <a:lstStyle/>
          <a:p>
            <a:r>
              <a:rPr lang="en-US" sz="1600" b="0" dirty="0">
                <a:solidFill>
                  <a:srgbClr val="795E26"/>
                </a:solidFill>
                <a:effectLst/>
                <a:latin typeface="Consolas" panose="020B0609020204030204" pitchFamily="49" charset="0"/>
              </a:rPr>
              <a:t>test</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'That Login navigates to the menu on successful login'</a:t>
            </a:r>
            <a:r>
              <a:rPr lang="en-US" sz="1600" b="0" dirty="0">
                <a:solidFill>
                  <a:srgbClr val="3B3B3B"/>
                </a:solidFill>
                <a:effectLst/>
                <a:latin typeface="Consolas" panose="020B0609020204030204" pitchFamily="49" charset="0"/>
              </a:rPr>
              <a:t>, () </a:t>
            </a:r>
            <a:r>
              <a:rPr lang="en-US" sz="1600" b="0" dirty="0">
                <a:solidFill>
                  <a:srgbClr val="0000FF"/>
                </a:solidFill>
                <a:effectLst/>
                <a:latin typeface="Consolas" panose="020B0609020204030204" pitchFamily="49" charset="0"/>
              </a:rPr>
              <a:t>=&gt;</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Create a mock/dummy navigation object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navigationMock</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 </a:t>
            </a:r>
            <a:r>
              <a:rPr lang="en-US" sz="1600" b="0" dirty="0">
                <a:solidFill>
                  <a:srgbClr val="001080"/>
                </a:solidFill>
                <a:effectLst/>
                <a:latin typeface="Consolas" panose="020B0609020204030204" pitchFamily="49" charset="0"/>
              </a:rPr>
              <a:t>navigate:</a:t>
            </a:r>
            <a:r>
              <a:rPr lang="en-US" sz="1600" b="0" dirty="0">
                <a:solidFill>
                  <a:srgbClr val="3B3B3B"/>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jest</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fn</a:t>
            </a:r>
            <a:r>
              <a:rPr lang="en-US" sz="1600" b="0" dirty="0">
                <a:solidFill>
                  <a:srgbClr val="3B3B3B"/>
                </a:solidFill>
                <a:effectLst/>
                <a:latin typeface="Consolas" panose="020B0609020204030204" pitchFamily="49" charset="0"/>
              </a:rPr>
              <a:t>(), };</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Render Login component with mock navigation so that its child components can be fetched</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getByPlaceholderText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getByText</a:t>
            </a:r>
            <a:r>
              <a:rPr lang="en-US" sz="1600" b="0" dirty="0">
                <a:solidFill>
                  <a:srgbClr val="3B3B3B"/>
                </a:solidFill>
                <a:effectLst/>
                <a:latin typeface="Consolas" panose="020B0609020204030204" pitchFamily="49" charset="0"/>
              </a:rPr>
              <a:t> }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render</a:t>
            </a:r>
            <a:r>
              <a:rPr lang="en-US" sz="1600" b="0" dirty="0">
                <a:solidFill>
                  <a:srgbClr val="3B3B3B"/>
                </a:solidFill>
                <a:effectLst/>
                <a:latin typeface="Consolas" panose="020B0609020204030204" pitchFamily="49" charset="0"/>
              </a:rPr>
              <a:t>(</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 </a:t>
            </a:r>
            <a:r>
              <a:rPr lang="en-US" sz="1600" b="0" dirty="0">
                <a:solidFill>
                  <a:srgbClr val="E50000"/>
                </a:solidFill>
                <a:effectLst/>
                <a:latin typeface="Consolas" panose="020B0609020204030204" pitchFamily="49" charset="0"/>
              </a:rPr>
              <a:t>navigation</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navigationMock</a:t>
            </a:r>
            <a:r>
              <a:rPr lang="en-US" sz="1600" b="0" dirty="0">
                <a:solidFill>
                  <a:srgbClr val="0000FF"/>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a:solidFill>
                  <a:srgbClr val="800000"/>
                </a:solidFill>
                <a:effectLst/>
                <a:latin typeface="Consolas" panose="020B0609020204030204" pitchFamily="49" charset="0"/>
              </a:rPr>
              <a:t>/&gt;</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Get the email and password input components by placeholder text as reference</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emailInput</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getByPlaceholderText</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'baham.user@kiet.edu.pk'</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passwordInput</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getByPlaceholderText</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'Password1234'</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Get login pressable by Text</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3B3B3B"/>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loginButton</a:t>
            </a:r>
            <a:r>
              <a:rPr lang="en-US" sz="1600" b="0" dirty="0">
                <a:solidFill>
                  <a:srgbClr val="3B3B3B"/>
                </a:solidFill>
                <a:effectLst/>
                <a:latin typeface="Consolas" panose="020B0609020204030204" pitchFamily="49" charset="0"/>
              </a:rPr>
              <a:t> </a:t>
            </a:r>
            <a:r>
              <a:rPr lang="en-US" sz="1600" b="0" dirty="0">
                <a:solidFill>
                  <a:srgbClr val="000000"/>
                </a:solidFill>
                <a:effectLst/>
                <a:latin typeface="Consolas" panose="020B0609020204030204" pitchFamily="49" charset="0"/>
              </a:rPr>
              <a:t>=</a:t>
            </a:r>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getByText</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'Login'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Simulate user interaction by changing the input values</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fireEvent</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changeText</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emailInput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'admin@dareecha.com'</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fireEvent</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changeText</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passwordInput</a:t>
            </a:r>
            <a:r>
              <a:rPr lang="en-US" sz="1600" b="0" dirty="0">
                <a:solidFill>
                  <a:srgbClr val="3B3B3B"/>
                </a:solidFill>
                <a:effectLst/>
                <a:latin typeface="Consolas" panose="020B0609020204030204" pitchFamily="49" charset="0"/>
              </a:rPr>
              <a:t>, </a:t>
            </a:r>
            <a:r>
              <a:rPr lang="en-US" sz="1600" b="0" dirty="0">
                <a:solidFill>
                  <a:srgbClr val="A31515"/>
                </a:solidFill>
                <a:effectLst/>
                <a:latin typeface="Consolas" panose="020B0609020204030204" pitchFamily="49" charset="0"/>
              </a:rPr>
              <a:t>'Password123'</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008000"/>
                </a:solidFill>
                <a:effectLst/>
                <a:latin typeface="Consolas" panose="020B0609020204030204" pitchFamily="49" charset="0"/>
              </a:rPr>
              <a:t>// Simulate the Login button press</a:t>
            </a:r>
            <a:endParaRPr lang="en-US" sz="1600" b="0" dirty="0">
              <a:solidFill>
                <a:srgbClr val="3B3B3B"/>
              </a:solidFill>
              <a:effectLst/>
              <a:latin typeface="Consolas" panose="020B0609020204030204" pitchFamily="49" charset="0"/>
            </a:endParaRPr>
          </a:p>
          <a:p>
            <a:r>
              <a:rPr lang="en-US" sz="1600" b="0" dirty="0">
                <a:solidFill>
                  <a:srgbClr val="3B3B3B"/>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fireEvent</a:t>
            </a:r>
            <a:r>
              <a:rPr lang="en-US" sz="1600" b="0" dirty="0" err="1">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press</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loginButton</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r>
              <a:rPr lang="en-US" sz="1600" b="0" dirty="0">
                <a:solidFill>
                  <a:srgbClr val="795E26"/>
                </a:solidFill>
                <a:effectLst/>
                <a:latin typeface="Consolas" panose="020B0609020204030204" pitchFamily="49" charset="0"/>
              </a:rPr>
              <a:t>expect</a:t>
            </a:r>
            <a:r>
              <a:rPr lang="en-US" sz="1600" b="0" dirty="0">
                <a:solidFill>
                  <a:srgbClr val="3B3B3B"/>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navigationMock</a:t>
            </a:r>
            <a:r>
              <a:rPr lang="en-US" sz="1600" b="0" dirty="0" err="1">
                <a:solidFill>
                  <a:srgbClr val="3B3B3B"/>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navigate</a:t>
            </a:r>
            <a:r>
              <a:rPr lang="en-US" sz="1600" b="0" dirty="0">
                <a:solidFill>
                  <a:srgbClr val="3B3B3B"/>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toHaveBeenCalledWith</a:t>
            </a:r>
            <a:r>
              <a:rPr lang="en-US" sz="1600" b="0" dirty="0">
                <a:solidFill>
                  <a:srgbClr val="3B3B3B"/>
                </a:solidFill>
                <a:effectLst/>
                <a:latin typeface="Consolas" panose="020B0609020204030204" pitchFamily="49" charset="0"/>
              </a:rPr>
              <a:t>(</a:t>
            </a:r>
            <a:r>
              <a:rPr lang="en-US" sz="1600" b="0" dirty="0">
                <a:solidFill>
                  <a:srgbClr val="A31515"/>
                </a:solidFill>
                <a:effectLst/>
                <a:latin typeface="Consolas" panose="020B0609020204030204" pitchFamily="49" charset="0"/>
              </a:rPr>
              <a:t>'Menu'</a:t>
            </a:r>
            <a:r>
              <a:rPr lang="en-US" sz="1600" b="0" dirty="0">
                <a:solidFill>
                  <a:srgbClr val="3B3B3B"/>
                </a:solidFill>
                <a:effectLst/>
                <a:latin typeface="Consolas" panose="020B0609020204030204" pitchFamily="49" charset="0"/>
              </a:rPr>
              <a:t>);</a:t>
            </a:r>
          </a:p>
          <a:p>
            <a:r>
              <a:rPr lang="en-US" sz="16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67365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Unit Testing in React Native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494283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The next library to install is </a:t>
            </a:r>
            <a:r>
              <a:rPr lang="en-US" sz="3800" b="1" dirty="0"/>
              <a:t>react-test-renderer</a:t>
            </a:r>
            <a:r>
              <a:rPr lang="en-US" sz="3800" dirty="0"/>
              <a:t>. However, it must be EXACTLY of the same version as React. Therefore, check the React version from </a:t>
            </a:r>
            <a:r>
              <a:rPr lang="en-US" sz="3800" dirty="0" err="1"/>
              <a:t>package.json</a:t>
            </a:r>
            <a:r>
              <a:rPr lang="en-US" sz="3800" dirty="0"/>
              <a:t> to specify the version:</a:t>
            </a:r>
          </a:p>
          <a:p>
            <a:pPr marL="0" indent="0">
              <a:lnSpc>
                <a:spcPct val="120000"/>
              </a:lnSpc>
              <a:buNone/>
            </a:pPr>
            <a:r>
              <a:rPr lang="en-US" sz="3800" dirty="0" err="1">
                <a:latin typeface="Cascadia Code" panose="020B0609020000020004" pitchFamily="49" charset="0"/>
                <a:ea typeface="Cascadia Code" panose="020B0609020000020004" pitchFamily="49" charset="0"/>
                <a:cs typeface="Cascadia Code" panose="020B0609020000020004" pitchFamily="49" charset="0"/>
              </a:rPr>
              <a:t>npm</a:t>
            </a:r>
            <a:r>
              <a:rPr lang="en-US" sz="3800" dirty="0">
                <a:latin typeface="Cascadia Code" panose="020B0609020000020004" pitchFamily="49" charset="0"/>
                <a:ea typeface="Cascadia Code" panose="020B0609020000020004" pitchFamily="49" charset="0"/>
                <a:cs typeface="Cascadia Code" panose="020B0609020000020004" pitchFamily="49" charset="0"/>
              </a:rPr>
              <a:t> install react-test-renderer@18.2.0</a:t>
            </a:r>
            <a:r>
              <a:rPr lang="en-US" sz="3800" dirty="0"/>
              <a:t> (or whichever version of React you have)</a:t>
            </a:r>
          </a:p>
          <a:p>
            <a:pPr>
              <a:lnSpc>
                <a:spcPct val="120000"/>
              </a:lnSpc>
              <a:buFont typeface="Wingdings" panose="05000000000000000000" pitchFamily="2" charset="2"/>
              <a:buChar char="§"/>
            </a:pPr>
            <a:r>
              <a:rPr lang="en-US" sz="3800" dirty="0"/>
              <a:t>Another setting which we require in “</a:t>
            </a:r>
            <a:r>
              <a:rPr lang="en-US" sz="3800" dirty="0" err="1"/>
              <a:t>package.json</a:t>
            </a:r>
            <a:r>
              <a:rPr lang="en-US" sz="3800" dirty="0"/>
              <a:t>” is adding a command for testing in scripts:</a:t>
            </a:r>
            <a:br>
              <a:rPr lang="en-US" sz="3800" dirty="0"/>
            </a:br>
            <a:r>
              <a:rPr lang="en-GB" sz="3800" dirty="0"/>
              <a:t>"scripts": {</a:t>
            </a:r>
          </a:p>
          <a:p>
            <a:pPr marL="0" indent="0">
              <a:lnSpc>
                <a:spcPct val="120000"/>
              </a:lnSpc>
              <a:buNone/>
            </a:pPr>
            <a:r>
              <a:rPr lang="en-GB" sz="3800" dirty="0"/>
              <a:t>  	"test": "jest",</a:t>
            </a:r>
          </a:p>
          <a:p>
            <a:pPr marL="0" indent="0">
              <a:lnSpc>
                <a:spcPct val="120000"/>
              </a:lnSpc>
              <a:buNone/>
            </a:pPr>
            <a:r>
              <a:rPr lang="en-GB" sz="3800" dirty="0"/>
              <a:t>	"</a:t>
            </a:r>
            <a:r>
              <a:rPr lang="en-GB" sz="3800" dirty="0" err="1"/>
              <a:t>test:watch</a:t>
            </a:r>
            <a:r>
              <a:rPr lang="en-GB" sz="3800" dirty="0"/>
              <a:t>": "jest --watch"</a:t>
            </a:r>
          </a:p>
          <a:p>
            <a:pPr marL="0" indent="0">
              <a:lnSpc>
                <a:spcPct val="120000"/>
              </a:lnSpc>
              <a:buNone/>
            </a:pPr>
            <a:r>
              <a:rPr lang="en-GB" sz="3800" dirty="0"/>
              <a:t>}</a:t>
            </a:r>
          </a:p>
        </p:txBody>
      </p:sp>
    </p:spTree>
    <p:extLst>
      <p:ext uri="{BB962C8B-B14F-4D97-AF65-F5344CB8AC3E}">
        <p14:creationId xmlns:p14="http://schemas.microsoft.com/office/powerpoint/2010/main" val="408817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Writing your First Unit Test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7"/>
            <a:ext cx="11743016" cy="1050296"/>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Create a file called “App.test.js” and add a basic test for About component. You can run the test with “</a:t>
            </a:r>
            <a:r>
              <a:rPr lang="en-US" sz="3800" dirty="0" err="1"/>
              <a:t>npm</a:t>
            </a:r>
            <a:r>
              <a:rPr lang="en-US" sz="3800" dirty="0"/>
              <a:t> run test” and read the output on console.</a:t>
            </a:r>
            <a:endParaRPr lang="en-US" sz="4000" dirty="0"/>
          </a:p>
        </p:txBody>
      </p:sp>
      <p:sp>
        <p:nvSpPr>
          <p:cNvPr id="5" name="TextBox 4">
            <a:extLst>
              <a:ext uri="{FF2B5EF4-FFF2-40B4-BE49-F238E27FC236}">
                <a16:creationId xmlns:a16="http://schemas.microsoft.com/office/drawing/2014/main" id="{27649C85-E209-EEE8-A1C8-B150E935C059}"/>
              </a:ext>
            </a:extLst>
          </p:cNvPr>
          <p:cNvSpPr txBox="1"/>
          <p:nvPr/>
        </p:nvSpPr>
        <p:spPr>
          <a:xfrm>
            <a:off x="228600" y="2582882"/>
            <a:ext cx="11743016" cy="3970318"/>
          </a:xfrm>
          <a:prstGeom prst="rect">
            <a:avLst/>
          </a:prstGeom>
          <a:noFill/>
        </p:spPr>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renderer</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'react-test-renderer'</a:t>
            </a:r>
            <a:r>
              <a:rPr lang="en-US" b="0" dirty="0">
                <a:solidFill>
                  <a:srgbClr val="3B3B3B"/>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'./App'</a:t>
            </a:r>
            <a:r>
              <a:rPr lang="en-US" b="0" dirty="0">
                <a:solidFill>
                  <a:srgbClr val="3B3B3B"/>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About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'./About'</a:t>
            </a:r>
            <a:r>
              <a:rPr lang="en-US" b="0" dirty="0">
                <a:solidFill>
                  <a:srgbClr val="3B3B3B"/>
                </a:solidFill>
                <a:effectLst/>
                <a:latin typeface="Consolas" panose="020B0609020204030204" pitchFamily="49" charset="0"/>
              </a:rPr>
              <a:t>;</a:t>
            </a:r>
          </a:p>
          <a:p>
            <a:r>
              <a:rPr lang="en-US" b="0" dirty="0">
                <a:solidFill>
                  <a:srgbClr val="795E26"/>
                </a:solidFill>
                <a:effectLst/>
                <a:latin typeface="Consolas" panose="020B0609020204030204" pitchFamily="49" charset="0"/>
              </a:rPr>
              <a:t>describe</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'App test'</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beforeAll</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 </a:t>
            </a:r>
            <a:r>
              <a:rPr lang="en-US" b="0" dirty="0">
                <a:solidFill>
                  <a:srgbClr val="008000"/>
                </a:solidFill>
                <a:effectLst/>
                <a:latin typeface="Consolas" panose="020B0609020204030204" pitchFamily="49" charset="0"/>
              </a:rPr>
              <a:t>/* Runs before all tests */</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afterAll</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 </a:t>
            </a:r>
            <a:r>
              <a:rPr lang="en-US" b="0" dirty="0">
                <a:solidFill>
                  <a:srgbClr val="008000"/>
                </a:solidFill>
                <a:effectLst/>
                <a:latin typeface="Consolas" panose="020B0609020204030204" pitchFamily="49" charset="0"/>
              </a:rPr>
              <a:t>/* Runs after all tests */</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beforeEach</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 </a:t>
            </a:r>
            <a:r>
              <a:rPr lang="en-US" b="0" dirty="0">
                <a:solidFill>
                  <a:srgbClr val="008000"/>
                </a:solidFill>
                <a:effectLst/>
                <a:latin typeface="Consolas" panose="020B0609020204030204" pitchFamily="49" charset="0"/>
              </a:rPr>
              <a:t>/* Runs before each test */</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afterEach</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 </a:t>
            </a:r>
            <a:r>
              <a:rPr lang="en-US" b="0" dirty="0">
                <a:solidFill>
                  <a:srgbClr val="008000"/>
                </a:solidFill>
                <a:effectLst/>
                <a:latin typeface="Consolas" panose="020B0609020204030204" pitchFamily="49" charset="0"/>
              </a:rPr>
              <a:t>/* Runs after each test */</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'That About component has more than 1 child'</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a:solidFill>
                  <a:srgbClr val="0070C1"/>
                </a:solidFill>
                <a:effectLst/>
                <a:latin typeface="Consolas" panose="020B0609020204030204" pitchFamily="49" charset="0"/>
              </a:rPr>
              <a:t>tree</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renderer</a:t>
            </a:r>
            <a:r>
              <a:rPr lang="en-US" b="0" dirty="0" err="1">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create</a:t>
            </a:r>
            <a:r>
              <a:rPr lang="en-US" b="0" dirty="0">
                <a:solidFill>
                  <a:srgbClr val="3B3B3B"/>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About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toJSON</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3B3B3B"/>
                </a:solidFill>
                <a:effectLst/>
                <a:latin typeface="Consolas" panose="020B0609020204030204" pitchFamily="49" charset="0"/>
              </a:rPr>
              <a:t>(</a:t>
            </a:r>
            <a:r>
              <a:rPr lang="en-US" b="0" dirty="0" err="1">
                <a:solidFill>
                  <a:srgbClr val="0070C1"/>
                </a:solidFill>
                <a:effectLst/>
                <a:latin typeface="Consolas" panose="020B0609020204030204" pitchFamily="49" charset="0"/>
              </a:rPr>
              <a:t>tree</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children</a:t>
            </a:r>
            <a:r>
              <a:rPr lang="en-US" b="0" dirty="0" err="1">
                <a:solidFill>
                  <a:srgbClr val="3B3B3B"/>
                </a:solidFill>
                <a:effectLst/>
                <a:latin typeface="Consolas" panose="020B0609020204030204" pitchFamily="49" charset="0"/>
              </a:rPr>
              <a:t>.</a:t>
            </a:r>
            <a:r>
              <a:rPr lang="en-US" b="0" dirty="0" err="1">
                <a:solidFill>
                  <a:srgbClr val="001080"/>
                </a:solidFill>
                <a:effectLst/>
                <a:latin typeface="Consolas" panose="020B0609020204030204" pitchFamily="49" charset="0"/>
              </a:rPr>
              <a:t>length</a:t>
            </a:r>
            <a:r>
              <a:rPr lang="en-US" b="0" dirty="0">
                <a:solidFill>
                  <a:srgbClr val="3B3B3B"/>
                </a:solidFill>
                <a:effectLst/>
                <a:latin typeface="Consolas" panose="020B0609020204030204" pitchFamily="49" charset="0"/>
              </a:rPr>
              <a:t>).</a:t>
            </a:r>
            <a:r>
              <a:rPr lang="en-US" b="0" dirty="0" err="1">
                <a:solidFill>
                  <a:srgbClr val="795E26"/>
                </a:solidFill>
                <a:effectLst/>
                <a:latin typeface="Consolas" panose="020B0609020204030204" pitchFamily="49" charset="0"/>
              </a:rPr>
              <a:t>toBeGreaterThan</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176782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Snapshot Test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3065194"/>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Snapshot test ensures that UI stays consistent; must use when resources are shared across components in the app.</a:t>
            </a:r>
          </a:p>
          <a:p>
            <a:pPr>
              <a:lnSpc>
                <a:spcPct val="120000"/>
              </a:lnSpc>
              <a:buFont typeface="Wingdings" panose="05000000000000000000" pitchFamily="2" charset="2"/>
              <a:buChar char="§"/>
            </a:pPr>
            <a:r>
              <a:rPr lang="en-US" sz="3800" dirty="0"/>
              <a:t>Instead of rendering the GUI, which requires building the app, we can run a test to quickly generate a serializable value for React tree.</a:t>
            </a:r>
          </a:p>
          <a:p>
            <a:pPr>
              <a:lnSpc>
                <a:spcPct val="120000"/>
              </a:lnSpc>
              <a:buFont typeface="Wingdings" panose="05000000000000000000" pitchFamily="2" charset="2"/>
              <a:buChar char="§"/>
            </a:pPr>
            <a:r>
              <a:rPr lang="en-US" sz="3800" dirty="0"/>
              <a:t>Consider this example test for App component:</a:t>
            </a:r>
          </a:p>
        </p:txBody>
      </p:sp>
      <p:sp>
        <p:nvSpPr>
          <p:cNvPr id="5" name="TextBox 4">
            <a:extLst>
              <a:ext uri="{FF2B5EF4-FFF2-40B4-BE49-F238E27FC236}">
                <a16:creationId xmlns:a16="http://schemas.microsoft.com/office/drawing/2014/main" id="{B8418BB3-D495-7C70-CE1B-36F00BEEF7C3}"/>
              </a:ext>
            </a:extLst>
          </p:cNvPr>
          <p:cNvSpPr txBox="1"/>
          <p:nvPr/>
        </p:nvSpPr>
        <p:spPr>
          <a:xfrm>
            <a:off x="224492" y="4758766"/>
            <a:ext cx="11743015" cy="1323439"/>
          </a:xfrm>
          <a:prstGeom prst="rect">
            <a:avLst/>
          </a:prstGeom>
          <a:noFill/>
        </p:spPr>
        <p:txBody>
          <a:bodyPr wrap="square">
            <a:spAutoFit/>
          </a:bodyPr>
          <a:lstStyle/>
          <a:p>
            <a:r>
              <a:rPr lang="en-US" sz="2000" b="0" dirty="0">
                <a:solidFill>
                  <a:srgbClr val="795E26"/>
                </a:solidFill>
                <a:effectLst/>
                <a:latin typeface="Consolas" panose="020B0609020204030204" pitchFamily="49" charset="0"/>
              </a:rPr>
              <a:t>test</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'That App renders correctly'</a:t>
            </a:r>
            <a:r>
              <a:rPr lang="en-US" sz="2000" b="0" dirty="0">
                <a:solidFill>
                  <a:srgbClr val="3B3B3B"/>
                </a:solidFill>
                <a:effectLst/>
                <a:latin typeface="Consolas" panose="020B0609020204030204" pitchFamily="49" charset="0"/>
              </a:rPr>
              <a:t>, () </a:t>
            </a:r>
            <a:r>
              <a:rPr lang="en-US" sz="2000" b="0" dirty="0">
                <a:solidFill>
                  <a:srgbClr val="0000FF"/>
                </a:solidFill>
                <a:effectLst/>
                <a:latin typeface="Consolas" panose="020B0609020204030204" pitchFamily="49" charset="0"/>
              </a:rPr>
              <a:t>=&gt;</a:t>
            </a:r>
            <a:r>
              <a:rPr lang="en-US" sz="2000" b="0" dirty="0">
                <a:solidFill>
                  <a:srgbClr val="3B3B3B"/>
                </a:solidFill>
                <a:effectLst/>
                <a:latin typeface="Consolas" panose="020B0609020204030204" pitchFamily="49" charset="0"/>
              </a:rPr>
              <a:t> {</a:t>
            </a:r>
          </a:p>
          <a:p>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tree</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renderer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create</a:t>
            </a:r>
            <a:r>
              <a:rPr lang="en-US" sz="2000" b="0" dirty="0">
                <a:solidFill>
                  <a:srgbClr val="3B3B3B"/>
                </a:solidFill>
                <a:effectLst/>
                <a:latin typeface="Consolas" panose="020B0609020204030204" pitchFamily="49" charset="0"/>
              </a:rPr>
              <a:t>(</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App</a:t>
            </a: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r>
              <a:rPr lang="en-US" sz="2000" b="0" dirty="0">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toJSON</a:t>
            </a:r>
            <a:r>
              <a:rPr lang="en-US" sz="2000" b="0" dirty="0">
                <a:solidFill>
                  <a:srgbClr val="3B3B3B"/>
                </a:solidFill>
                <a:effectLst/>
                <a:latin typeface="Consolas" panose="020B0609020204030204" pitchFamily="49" charset="0"/>
              </a:rPr>
              <a:t>();</a:t>
            </a:r>
          </a:p>
          <a:p>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expect</a:t>
            </a:r>
            <a:r>
              <a:rPr lang="en-US" sz="2000" b="0" dirty="0">
                <a:solidFill>
                  <a:srgbClr val="3B3B3B"/>
                </a:solidFill>
                <a:effectLst/>
                <a:latin typeface="Consolas" panose="020B0609020204030204" pitchFamily="49" charset="0"/>
              </a:rPr>
              <a:t>(</a:t>
            </a:r>
            <a:r>
              <a:rPr lang="en-US" sz="2000" b="0" dirty="0">
                <a:solidFill>
                  <a:srgbClr val="0070C1"/>
                </a:solidFill>
                <a:effectLst/>
                <a:latin typeface="Consolas" panose="020B0609020204030204" pitchFamily="49" charset="0"/>
              </a:rPr>
              <a:t>tree</a:t>
            </a:r>
            <a:r>
              <a:rPr lang="en-US" sz="2000" b="0" dirty="0">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toMatchSnapshot</a:t>
            </a:r>
            <a:r>
              <a:rPr lang="en-US" sz="2000" b="0" dirty="0">
                <a:solidFill>
                  <a:srgbClr val="3B3B3B"/>
                </a:solidFill>
                <a:effectLst/>
                <a:latin typeface="Consolas" panose="020B0609020204030204" pitchFamily="49" charset="0"/>
              </a:rPr>
              <a:t>();</a:t>
            </a:r>
          </a:p>
          <a:p>
            <a:r>
              <a:rPr lang="en-US" sz="2000"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38394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Advanced Tests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1619526"/>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We need some new imports from testing-library which will help us render components and trigger events.</a:t>
            </a:r>
          </a:p>
        </p:txBody>
      </p:sp>
      <p:sp>
        <p:nvSpPr>
          <p:cNvPr id="5" name="TextBox 4">
            <a:extLst>
              <a:ext uri="{FF2B5EF4-FFF2-40B4-BE49-F238E27FC236}">
                <a16:creationId xmlns:a16="http://schemas.microsoft.com/office/drawing/2014/main" id="{001BCC7A-72A7-6D16-0383-BE0398320E39}"/>
              </a:ext>
            </a:extLst>
          </p:cNvPr>
          <p:cNvSpPr txBox="1"/>
          <p:nvPr/>
        </p:nvSpPr>
        <p:spPr>
          <a:xfrm>
            <a:off x="218875" y="3152112"/>
            <a:ext cx="11734800" cy="3139321"/>
          </a:xfrm>
          <a:prstGeom prst="rect">
            <a:avLst/>
          </a:prstGeom>
          <a:noFill/>
        </p:spPr>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a:solidFill>
                  <a:srgbClr val="001080"/>
                </a:solidFill>
                <a:effectLst/>
                <a:latin typeface="Consolas" panose="020B0609020204030204" pitchFamily="49" charset="0"/>
              </a:rPr>
              <a:t>render</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fireEvent</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'@testing-library/react-native'</a:t>
            </a:r>
            <a:r>
              <a:rPr lang="en-US" b="0" dirty="0">
                <a:solidFill>
                  <a:srgbClr val="3B3B3B"/>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Login</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'./Login'</a:t>
            </a:r>
            <a:r>
              <a:rPr lang="en-US" b="0" dirty="0">
                <a:solidFill>
                  <a:srgbClr val="3B3B3B"/>
                </a:solidFill>
                <a:effectLst/>
                <a:latin typeface="Consolas" panose="020B0609020204030204" pitchFamily="49" charset="0"/>
              </a:rPr>
              <a:t>;</a:t>
            </a:r>
          </a:p>
          <a:p>
            <a:br>
              <a:rPr lang="en-US" b="0" dirty="0">
                <a:solidFill>
                  <a:srgbClr val="3B3B3B"/>
                </a:solidFill>
                <a:effectLst/>
                <a:latin typeface="Consolas" panose="020B0609020204030204" pitchFamily="49" charset="0"/>
              </a:rPr>
            </a:br>
            <a:r>
              <a:rPr lang="en-US" b="0" dirty="0">
                <a:solidFill>
                  <a:srgbClr val="795E26"/>
                </a:solidFill>
                <a:effectLst/>
                <a:latin typeface="Consolas" panose="020B0609020204030204" pitchFamily="49" charset="0"/>
              </a:rPr>
              <a:t>describe</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'Login'</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3B3B3B"/>
                </a:solidFill>
                <a:effectLst/>
                <a:latin typeface="Consolas" panose="020B0609020204030204" pitchFamily="49" charset="0"/>
              </a:rPr>
              <a:t>(</a:t>
            </a:r>
            <a:r>
              <a:rPr lang="en-US" b="0" dirty="0">
                <a:solidFill>
                  <a:srgbClr val="A31515"/>
                </a:solidFill>
                <a:effectLst/>
                <a:latin typeface="Consolas" panose="020B0609020204030204" pitchFamily="49" charset="0"/>
              </a:rPr>
              <a:t>'That Login renders without crashing'</a:t>
            </a:r>
            <a:r>
              <a:rPr lang="en-US" b="0" dirty="0">
                <a:solidFill>
                  <a:srgbClr val="3B3B3B"/>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render</a:t>
            </a:r>
            <a:r>
              <a:rPr lang="en-US" b="0" dirty="0">
                <a:solidFill>
                  <a:srgbClr val="3B3B3B"/>
                </a:solidFill>
                <a:effectLst/>
                <a:latin typeface="Consolas" panose="020B0609020204030204" pitchFamily="49" charset="0"/>
              </a:rPr>
              <a:t>(</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Login</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p>
          <a:p>
            <a:br>
              <a:rPr lang="en-US" b="0" dirty="0">
                <a:solidFill>
                  <a:srgbClr val="3B3B3B"/>
                </a:solidFill>
                <a:effectLst/>
                <a:latin typeface="Consolas" panose="020B0609020204030204" pitchFamily="49" charset="0"/>
              </a:rPr>
            </a:br>
            <a:r>
              <a:rPr lang="en-US" b="0" dirty="0">
                <a:solidFill>
                  <a:srgbClr val="3B3B3B"/>
                </a:solidFill>
                <a:effectLst/>
                <a:latin typeface="Consolas" panose="020B0609020204030204" pitchFamily="49" charset="0"/>
              </a:rPr>
              <a:t>});</a:t>
            </a:r>
            <a:endParaRPr lang="en-US" dirty="0">
              <a:solidFill>
                <a:srgbClr val="3B3B3B"/>
              </a:solidFill>
              <a:latin typeface="Consolas" panose="020B0609020204030204" pitchFamily="49" charset="0"/>
            </a:endParaRPr>
          </a:p>
        </p:txBody>
      </p:sp>
    </p:spTree>
    <p:extLst>
      <p:ext uri="{BB962C8B-B14F-4D97-AF65-F5344CB8AC3E}">
        <p14:creationId xmlns:p14="http://schemas.microsoft.com/office/powerpoint/2010/main" val="278989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Test Coverage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5020614"/>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Test coverage is a quality metric which explains how much code has been covered in unit tests.</a:t>
            </a:r>
          </a:p>
          <a:p>
            <a:pPr>
              <a:lnSpc>
                <a:spcPct val="120000"/>
              </a:lnSpc>
              <a:buFont typeface="Wingdings" panose="05000000000000000000" pitchFamily="2" charset="2"/>
              <a:buChar char="§"/>
            </a:pPr>
            <a:r>
              <a:rPr lang="en-US" sz="3800" dirty="0"/>
              <a:t>It is good practice to keep the test coverage between 60% and 80%</a:t>
            </a:r>
          </a:p>
          <a:p>
            <a:pPr>
              <a:lnSpc>
                <a:spcPct val="120000"/>
              </a:lnSpc>
              <a:buFont typeface="Wingdings" panose="05000000000000000000" pitchFamily="2" charset="2"/>
              <a:buChar char="§"/>
            </a:pPr>
            <a:r>
              <a:rPr lang="en-US" sz="3800" dirty="0"/>
              <a:t>Jest library comes with coverage report, but a few additional settings have to be supplied in the “jest” object inside </a:t>
            </a:r>
            <a:r>
              <a:rPr lang="en-US" sz="3800" dirty="0" err="1"/>
              <a:t>package.json</a:t>
            </a:r>
            <a:r>
              <a:rPr lang="en-US" sz="3800" dirty="0"/>
              <a:t> file</a:t>
            </a:r>
          </a:p>
        </p:txBody>
      </p:sp>
    </p:spTree>
    <p:extLst>
      <p:ext uri="{BB962C8B-B14F-4D97-AF65-F5344CB8AC3E}">
        <p14:creationId xmlns:p14="http://schemas.microsoft.com/office/powerpoint/2010/main" val="162474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Test Coverage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766552"/>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Append coverage properties to “jest” object; it should look like:</a:t>
            </a:r>
          </a:p>
        </p:txBody>
      </p:sp>
      <p:sp>
        <p:nvSpPr>
          <p:cNvPr id="7" name="TextBox 6">
            <a:extLst>
              <a:ext uri="{FF2B5EF4-FFF2-40B4-BE49-F238E27FC236}">
                <a16:creationId xmlns:a16="http://schemas.microsoft.com/office/drawing/2014/main" id="{2FA4464E-99F7-8E4D-7796-3115A45A0088}"/>
              </a:ext>
            </a:extLst>
          </p:cNvPr>
          <p:cNvSpPr txBox="1"/>
          <p:nvPr/>
        </p:nvSpPr>
        <p:spPr>
          <a:xfrm>
            <a:off x="220384" y="2460124"/>
            <a:ext cx="11751232" cy="3970318"/>
          </a:xfrm>
          <a:prstGeom prst="rect">
            <a:avLst/>
          </a:prstGeom>
          <a:noFill/>
        </p:spPr>
        <p:txBody>
          <a:bodyPr wrap="square">
            <a:spAutoFit/>
          </a:bodyPr>
          <a:lstStyle/>
          <a:p>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"jest"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"preset"</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"jest-expo"</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err="1">
                <a:solidFill>
                  <a:srgbClr val="0451A5"/>
                </a:solidFill>
                <a:effectLst/>
                <a:latin typeface="Consolas" panose="020B0609020204030204" pitchFamily="49" charset="0"/>
              </a:rPr>
              <a:t>transformIgnorePatterns</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node_modules</a:t>
            </a:r>
            <a:r>
              <a:rPr lang="en-US" b="0" dirty="0">
                <a:solidFill>
                  <a:srgbClr val="A31515"/>
                </a:solidFill>
                <a:effectLst/>
                <a:latin typeface="Consolas" panose="020B0609020204030204" pitchFamily="49" charset="0"/>
              </a:rPr>
              <a:t>/(?!((jest-)?react-native|@react-native(-community)?)|expo(</a:t>
            </a:r>
            <a:r>
              <a:rPr lang="en-US" b="0" dirty="0" err="1">
                <a:solidFill>
                  <a:srgbClr val="A31515"/>
                </a:solidFill>
                <a:effectLst/>
                <a:latin typeface="Consolas" panose="020B0609020204030204" pitchFamily="49" charset="0"/>
              </a:rPr>
              <a:t>nent</a:t>
            </a:r>
            <a:r>
              <a:rPr lang="en-US" b="0" dirty="0">
                <a:solidFill>
                  <a:srgbClr val="A31515"/>
                </a:solidFill>
                <a:effectLst/>
                <a:latin typeface="Consolas" panose="020B0609020204030204" pitchFamily="49" charset="0"/>
              </a:rPr>
              <a:t>)?|@expo(nent)?/.*|@expo-google-fonts/.*|react-navigation|@react-navigation/.*|@unimodules/.*|unimodules|sentry-expo|native-base|react-native-svg)"</a:t>
            </a:r>
            <a:endParaRPr lang="en-US" b="0" dirty="0">
              <a:solidFill>
                <a:srgbClr val="3B3B3B"/>
              </a:solidFill>
              <a:effectLst/>
              <a:latin typeface="Consolas" panose="020B0609020204030204" pitchFamily="49" charset="0"/>
            </a:endParaRPr>
          </a:p>
          <a:p>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err="1">
                <a:solidFill>
                  <a:srgbClr val="0451A5"/>
                </a:solidFill>
                <a:effectLst/>
                <a:latin typeface="Consolas" panose="020B0609020204030204" pitchFamily="49" charset="0"/>
              </a:rPr>
              <a:t>collectCoverage</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true</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0451A5"/>
                </a:solidFill>
                <a:effectLst/>
                <a:latin typeface="Consolas" panose="020B0609020204030204" pitchFamily="49" charset="0"/>
              </a:rPr>
              <a:t>"</a:t>
            </a:r>
            <a:r>
              <a:rPr lang="en-US" b="0" dirty="0" err="1">
                <a:solidFill>
                  <a:srgbClr val="0451A5"/>
                </a:solidFill>
                <a:effectLst/>
                <a:latin typeface="Consolas" panose="020B0609020204030204" pitchFamily="49" charset="0"/>
              </a:rPr>
              <a:t>collectCoverageFrom</a:t>
            </a:r>
            <a:r>
              <a:rPr lang="en-US" b="0" dirty="0">
                <a:solidFill>
                  <a:srgbClr val="0451A5"/>
                </a:solidFill>
                <a:effectLst/>
                <a:latin typeface="Consolas" panose="020B0609020204030204" pitchFamily="49" charset="0"/>
              </a:rPr>
              <a:t>"</a:t>
            </a:r>
            <a:r>
              <a:rPr lang="en-US" b="0" dirty="0">
                <a:solidFill>
                  <a:srgbClr val="3B3B3B"/>
                </a:solidFill>
                <a:effectLst/>
                <a:latin typeface="Consolas" panose="020B0609020204030204" pitchFamily="49" charset="0"/>
              </a:rPr>
              <a:t>: [</a:t>
            </a:r>
          </a:p>
          <a:p>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js,jsx</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"!**/coverage/**"</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node_modules</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"!**/babel.config.js"</a:t>
            </a:r>
            <a:r>
              <a:rPr lang="en-US" b="0" dirty="0">
                <a:solidFill>
                  <a:srgbClr val="3B3B3B"/>
                </a:solidFill>
                <a:effectLst/>
                <a:latin typeface="Consolas" panose="020B0609020204030204" pitchFamily="49" charset="0"/>
              </a:rPr>
              <a:t>,</a:t>
            </a:r>
          </a:p>
          <a:p>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"!**/jest.setup.js"</a:t>
            </a:r>
            <a:r>
              <a:rPr lang="en-US" b="0" dirty="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57182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Test Coverage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5020614"/>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Run the same command again and notice the detailed report explaining what percentage of the code has been tested and what remains:</a:t>
            </a:r>
          </a:p>
          <a:p>
            <a:pPr marL="0" indent="0">
              <a:lnSpc>
                <a:spcPct val="120000"/>
              </a:lnSpc>
              <a:buNone/>
            </a:pPr>
            <a:r>
              <a:rPr lang="en-US" sz="3800" dirty="0" err="1">
                <a:latin typeface="Cascadia Code" panose="020B0609020000020004" pitchFamily="49" charset="0"/>
                <a:ea typeface="Cascadia Code" panose="020B0609020000020004" pitchFamily="49" charset="0"/>
                <a:cs typeface="Cascadia Code" panose="020B0609020000020004" pitchFamily="49" charset="0"/>
              </a:rPr>
              <a:t>npm</a:t>
            </a:r>
            <a:r>
              <a:rPr lang="en-US" sz="3800" dirty="0">
                <a:latin typeface="Cascadia Code" panose="020B0609020000020004" pitchFamily="49" charset="0"/>
                <a:ea typeface="Cascadia Code" panose="020B0609020000020004" pitchFamily="49" charset="0"/>
                <a:cs typeface="Cascadia Code" panose="020B0609020000020004" pitchFamily="49" charset="0"/>
              </a:rPr>
              <a:t> run test</a:t>
            </a:r>
            <a:endParaRPr lang="en-US" sz="3800" dirty="0"/>
          </a:p>
          <a:p>
            <a:pPr>
              <a:lnSpc>
                <a:spcPct val="120000"/>
              </a:lnSpc>
              <a:buFont typeface="Wingdings" panose="05000000000000000000" pitchFamily="2" charset="2"/>
              <a:buChar char="§"/>
            </a:pPr>
            <a:r>
              <a:rPr lang="en-US" sz="3800" dirty="0"/>
              <a:t>Remember! Isolate components and utility functions so that testing could be made easy.</a:t>
            </a:r>
          </a:p>
          <a:p>
            <a:pPr>
              <a:lnSpc>
                <a:spcPct val="120000"/>
              </a:lnSpc>
              <a:buFont typeface="Wingdings" panose="05000000000000000000" pitchFamily="2" charset="2"/>
              <a:buChar char="§"/>
            </a:pPr>
            <a:r>
              <a:rPr lang="en-US" sz="3800" dirty="0"/>
              <a:t>Unit testing is also a great way to learn the art of writing clean code.</a:t>
            </a:r>
          </a:p>
          <a:p>
            <a:pPr marL="0" indent="0">
              <a:lnSpc>
                <a:spcPct val="120000"/>
              </a:lnSpc>
              <a:buNone/>
            </a:pPr>
            <a:endParaRPr lang="en-US" sz="38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97400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F65BF0C2-BAFD-340F-E601-CF132BA2373B}"/>
              </a:ext>
            </a:extLst>
          </p:cNvPr>
          <p:cNvSpPr txBox="1">
            <a:spLocks/>
          </p:cNvSpPr>
          <p:nvPr/>
        </p:nvSpPr>
        <p:spPr>
          <a:xfrm>
            <a:off x="220384" y="1532586"/>
            <a:ext cx="11743016" cy="5020614"/>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800" dirty="0"/>
              <a:t>Test Asynchronous REST API calls via unit testing.</a:t>
            </a:r>
          </a:p>
          <a:p>
            <a:pPr>
              <a:lnSpc>
                <a:spcPct val="120000"/>
              </a:lnSpc>
              <a:buFont typeface="Wingdings" panose="05000000000000000000" pitchFamily="2" charset="2"/>
              <a:buChar char="§"/>
            </a:pPr>
            <a:r>
              <a:rPr lang="en-US" sz="3800" dirty="0"/>
              <a:t>Remember to Mock external resources and dependencies and test only the code you wrote.</a:t>
            </a:r>
          </a:p>
          <a:p>
            <a:pPr>
              <a:lnSpc>
                <a:spcPct val="120000"/>
              </a:lnSpc>
              <a:buFont typeface="Wingdings" panose="05000000000000000000" pitchFamily="2" charset="2"/>
              <a:buChar char="§"/>
            </a:pPr>
            <a:r>
              <a:rPr lang="en-US" sz="3800" dirty="0"/>
              <a:t>Test the correct case, meaning the code should run successfully on valid data.</a:t>
            </a:r>
          </a:p>
          <a:p>
            <a:pPr>
              <a:lnSpc>
                <a:spcPct val="120000"/>
              </a:lnSpc>
              <a:buFont typeface="Wingdings" panose="05000000000000000000" pitchFamily="2" charset="2"/>
              <a:buChar char="§"/>
            </a:pPr>
            <a:r>
              <a:rPr lang="en-US" sz="3800" dirty="0"/>
              <a:t>Test the incorrect case, meaning the code </a:t>
            </a:r>
            <a:r>
              <a:rPr lang="en-US" sz="3800"/>
              <a:t>should throw error on invalid </a:t>
            </a:r>
            <a:r>
              <a:rPr lang="en-US" sz="3800" dirty="0"/>
              <a:t>data.</a:t>
            </a:r>
          </a:p>
          <a:p>
            <a:pPr>
              <a:lnSpc>
                <a:spcPct val="120000"/>
              </a:lnSpc>
              <a:buFont typeface="Wingdings" panose="05000000000000000000" pitchFamily="2" charset="2"/>
              <a:buChar char="§"/>
            </a:pPr>
            <a:endParaRPr lang="en-US" sz="3800" dirty="0"/>
          </a:p>
        </p:txBody>
      </p:sp>
    </p:spTree>
    <p:extLst>
      <p:ext uri="{BB962C8B-B14F-4D97-AF65-F5344CB8AC3E}">
        <p14:creationId xmlns:p14="http://schemas.microsoft.com/office/powerpoint/2010/main" val="321517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3080</TotalTime>
  <Words>1390</Words>
  <Application>Microsoft Macintosh PowerPoint</Application>
  <PresentationFormat>Widescreen</PresentationFormat>
  <Paragraphs>161</Paragraphs>
  <Slides>15</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Biome Light</vt:lpstr>
      <vt:lpstr>Calibri</vt:lpstr>
      <vt:lpstr>Calibri Light</vt:lpstr>
      <vt:lpstr>Cascadia Code</vt:lpstr>
      <vt:lpstr>Consolas</vt:lpstr>
      <vt:lpstr>Trebuchet MS</vt:lpstr>
      <vt:lpstr>Wingdings</vt:lpstr>
      <vt:lpstr>Office Theme</vt:lpstr>
      <vt:lpstr>MOBILE APPLICATION Development (114155)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243</cp:revision>
  <dcterms:created xsi:type="dcterms:W3CDTF">2022-11-22T20:08:03Z</dcterms:created>
  <dcterms:modified xsi:type="dcterms:W3CDTF">2024-06-07T07:51:57Z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