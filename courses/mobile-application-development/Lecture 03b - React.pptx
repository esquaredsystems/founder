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handoutMasterIdLst>
    <p:handoutMasterId r:id="rId31"/>
  </p:handoutMasterIdLst>
  <p:sldIdLst>
    <p:sldId id="2448" r:id="rId5"/>
    <p:sldId id="2462" r:id="rId6"/>
    <p:sldId id="2498" r:id="rId7"/>
    <p:sldId id="2490" r:id="rId8"/>
    <p:sldId id="2511" r:id="rId9"/>
    <p:sldId id="2512" r:id="rId10"/>
    <p:sldId id="2491" r:id="rId11"/>
    <p:sldId id="2493" r:id="rId12"/>
    <p:sldId id="2499" r:id="rId13"/>
    <p:sldId id="2497" r:id="rId14"/>
    <p:sldId id="2496" r:id="rId15"/>
    <p:sldId id="2494" r:id="rId16"/>
    <p:sldId id="2495" r:id="rId17"/>
    <p:sldId id="2502" r:id="rId18"/>
    <p:sldId id="2508" r:id="rId19"/>
    <p:sldId id="2507" r:id="rId20"/>
    <p:sldId id="2500" r:id="rId21"/>
    <p:sldId id="2501" r:id="rId22"/>
    <p:sldId id="2503" r:id="rId23"/>
    <p:sldId id="2504" r:id="rId24"/>
    <p:sldId id="2505" r:id="rId25"/>
    <p:sldId id="2506" r:id="rId26"/>
    <p:sldId id="2510" r:id="rId27"/>
    <p:sldId id="2509" r:id="rId28"/>
    <p:sldId id="243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F43922-61CC-4586-88B7-9D49385E516D}" v="1241" dt="2023-11-13T07:18:25.6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44" autoAdjust="0"/>
    <p:restoredTop sz="91114" autoAdjust="0"/>
  </p:normalViewPr>
  <p:slideViewPr>
    <p:cSldViewPr snapToGrid="0">
      <p:cViewPr varScale="1">
        <p:scale>
          <a:sx n="75" d="100"/>
          <a:sy n="75" d="100"/>
        </p:scale>
        <p:origin x="667" y="53"/>
      </p:cViewPr>
      <p:guideLst>
        <p:guide orient="horz" pos="1992"/>
        <p:guide pos="3840"/>
        <p:guide orient="horz" pos="1416"/>
      </p:guideLst>
    </p:cSldViewPr>
  </p:slideViewPr>
  <p:outlineViewPr>
    <p:cViewPr>
      <p:scale>
        <a:sx n="33" d="100"/>
        <a:sy n="33" d="100"/>
      </p:scale>
      <p:origin x="0" y="-5189"/>
    </p:cViewPr>
  </p:outlineViewPr>
  <p:notesTextViewPr>
    <p:cViewPr>
      <p:scale>
        <a:sx n="3" d="2"/>
        <a:sy n="3" d="2"/>
      </p:scale>
      <p:origin x="0" y="-38"/>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31FF0103-B0ED-446C-9E77-45E322E404ED}"/>
    <pc:docChg chg="undo redo custSel addSld delSld modSld sldOrd">
      <pc:chgData name="Owais Ahmed" userId="6abc7d4556b3b071" providerId="LiveId" clId="{31FF0103-B0ED-446C-9E77-45E322E404ED}" dt="2023-03-07T10:13:56.929" v="2125" actId="20577"/>
      <pc:docMkLst>
        <pc:docMk/>
      </pc:docMkLst>
      <pc:sldChg chg="del">
        <pc:chgData name="Owais Ahmed" userId="6abc7d4556b3b071" providerId="LiveId" clId="{31FF0103-B0ED-446C-9E77-45E322E404ED}" dt="2023-03-07T09:10:09.196" v="5" actId="47"/>
        <pc:sldMkLst>
          <pc:docMk/>
          <pc:sldMk cId="4226644250" sldId="256"/>
        </pc:sldMkLst>
      </pc:sldChg>
      <pc:sldChg chg="modSp mod">
        <pc:chgData name="Owais Ahmed" userId="6abc7d4556b3b071" providerId="LiveId" clId="{31FF0103-B0ED-446C-9E77-45E322E404ED}" dt="2023-03-07T10:05:04.527" v="1091" actId="20577"/>
        <pc:sldMkLst>
          <pc:docMk/>
          <pc:sldMk cId="1649098948" sldId="2462"/>
        </pc:sldMkLst>
        <pc:spChg chg="mod">
          <ac:chgData name="Owais Ahmed" userId="6abc7d4556b3b071" providerId="LiveId" clId="{31FF0103-B0ED-446C-9E77-45E322E404ED}" dt="2023-03-07T10:05:04.527" v="1091" actId="20577"/>
          <ac:spMkLst>
            <pc:docMk/>
            <pc:sldMk cId="1649098948" sldId="2462"/>
            <ac:spMk id="6" creationId="{F3C89A40-EEAA-43AB-9A3A-B2CFDE450F1B}"/>
          </ac:spMkLst>
        </pc:spChg>
      </pc:sldChg>
      <pc:sldChg chg="add">
        <pc:chgData name="Owais Ahmed" userId="6abc7d4556b3b071" providerId="LiveId" clId="{31FF0103-B0ED-446C-9E77-45E322E404ED}" dt="2023-03-07T09:10:30.938" v="12"/>
        <pc:sldMkLst>
          <pc:docMk/>
          <pc:sldMk cId="2835548672" sldId="2467"/>
        </pc:sldMkLst>
      </pc:sldChg>
      <pc:sldChg chg="add del">
        <pc:chgData name="Owais Ahmed" userId="6abc7d4556b3b071" providerId="LiveId" clId="{31FF0103-B0ED-446C-9E77-45E322E404ED}" dt="2023-03-07T09:11:04.853" v="16" actId="47"/>
        <pc:sldMkLst>
          <pc:docMk/>
          <pc:sldMk cId="2564172473" sldId="2468"/>
        </pc:sldMkLst>
      </pc:sldChg>
      <pc:sldChg chg="del">
        <pc:chgData name="Owais Ahmed" userId="6abc7d4556b3b071" providerId="LiveId" clId="{31FF0103-B0ED-446C-9E77-45E322E404ED}" dt="2023-03-07T09:10:10.602" v="7" actId="47"/>
        <pc:sldMkLst>
          <pc:docMk/>
          <pc:sldMk cId="641030253" sldId="2479"/>
        </pc:sldMkLst>
      </pc:sldChg>
      <pc:sldChg chg="add">
        <pc:chgData name="Owais Ahmed" userId="6abc7d4556b3b071" providerId="LiveId" clId="{31FF0103-B0ED-446C-9E77-45E322E404ED}" dt="2023-03-07T09:10:30.938" v="12"/>
        <pc:sldMkLst>
          <pc:docMk/>
          <pc:sldMk cId="1810203590" sldId="2482"/>
        </pc:sldMkLst>
      </pc:sldChg>
      <pc:sldChg chg="add">
        <pc:chgData name="Owais Ahmed" userId="6abc7d4556b3b071" providerId="LiveId" clId="{31FF0103-B0ED-446C-9E77-45E322E404ED}" dt="2023-03-07T09:10:30.938" v="12"/>
        <pc:sldMkLst>
          <pc:docMk/>
          <pc:sldMk cId="2426892836" sldId="2485"/>
        </pc:sldMkLst>
      </pc:sldChg>
      <pc:sldChg chg="add">
        <pc:chgData name="Owais Ahmed" userId="6abc7d4556b3b071" providerId="LiveId" clId="{31FF0103-B0ED-446C-9E77-45E322E404ED}" dt="2023-03-07T09:10:30.938" v="12"/>
        <pc:sldMkLst>
          <pc:docMk/>
          <pc:sldMk cId="2392008630" sldId="2486"/>
        </pc:sldMkLst>
      </pc:sldChg>
      <pc:sldChg chg="add del">
        <pc:chgData name="Owais Ahmed" userId="6abc7d4556b3b071" providerId="LiveId" clId="{31FF0103-B0ED-446C-9E77-45E322E404ED}" dt="2023-03-07T09:11:04.010" v="15" actId="47"/>
        <pc:sldMkLst>
          <pc:docMk/>
          <pc:sldMk cId="2180074341" sldId="2487"/>
        </pc:sldMkLst>
      </pc:sldChg>
      <pc:sldChg chg="add del">
        <pc:chgData name="Owais Ahmed" userId="6abc7d4556b3b071" providerId="LiveId" clId="{31FF0103-B0ED-446C-9E77-45E322E404ED}" dt="2023-03-07T09:11:17.225" v="18" actId="47"/>
        <pc:sldMkLst>
          <pc:docMk/>
          <pc:sldMk cId="692629543" sldId="2490"/>
        </pc:sldMkLst>
      </pc:sldChg>
      <pc:sldChg chg="add del">
        <pc:chgData name="Owais Ahmed" userId="6abc7d4556b3b071" providerId="LiveId" clId="{31FF0103-B0ED-446C-9E77-45E322E404ED}" dt="2023-03-07T09:11:07.496" v="17" actId="47"/>
        <pc:sldMkLst>
          <pc:docMk/>
          <pc:sldMk cId="1357650666" sldId="2491"/>
        </pc:sldMkLst>
      </pc:sldChg>
      <pc:sldChg chg="add">
        <pc:chgData name="Owais Ahmed" userId="6abc7d4556b3b071" providerId="LiveId" clId="{31FF0103-B0ED-446C-9E77-45E322E404ED}" dt="2023-03-07T09:10:30.938" v="12"/>
        <pc:sldMkLst>
          <pc:docMk/>
          <pc:sldMk cId="332028716" sldId="2492"/>
        </pc:sldMkLst>
      </pc:sldChg>
      <pc:sldChg chg="del">
        <pc:chgData name="Owais Ahmed" userId="6abc7d4556b3b071" providerId="LiveId" clId="{31FF0103-B0ED-446C-9E77-45E322E404ED}" dt="2023-03-07T09:10:09.571" v="6" actId="47"/>
        <pc:sldMkLst>
          <pc:docMk/>
          <pc:sldMk cId="1339872144" sldId="2493"/>
        </pc:sldMkLst>
      </pc:sldChg>
      <pc:sldChg chg="add del">
        <pc:chgData name="Owais Ahmed" userId="6abc7d4556b3b071" providerId="LiveId" clId="{31FF0103-B0ED-446C-9E77-45E322E404ED}" dt="2023-03-07T09:16:46.132" v="342" actId="47"/>
        <pc:sldMkLst>
          <pc:docMk/>
          <pc:sldMk cId="2744016673" sldId="2493"/>
        </pc:sldMkLst>
      </pc:sldChg>
      <pc:sldChg chg="add del">
        <pc:chgData name="Owais Ahmed" userId="6abc7d4556b3b071" providerId="LiveId" clId="{31FF0103-B0ED-446C-9E77-45E322E404ED}" dt="2023-03-07T09:10:34.215" v="13" actId="47"/>
        <pc:sldMkLst>
          <pc:docMk/>
          <pc:sldMk cId="1031269857" sldId="2494"/>
        </pc:sldMkLst>
      </pc:sldChg>
      <pc:sldChg chg="del">
        <pc:chgData name="Owais Ahmed" userId="6abc7d4556b3b071" providerId="LiveId" clId="{31FF0103-B0ED-446C-9E77-45E322E404ED}" dt="2023-03-07T09:10:16.041" v="10" actId="47"/>
        <pc:sldMkLst>
          <pc:docMk/>
          <pc:sldMk cId="4264242367" sldId="2495"/>
        </pc:sldMkLst>
      </pc:sldChg>
      <pc:sldChg chg="del">
        <pc:chgData name="Owais Ahmed" userId="6abc7d4556b3b071" providerId="LiveId" clId="{31FF0103-B0ED-446C-9E77-45E322E404ED}" dt="2023-03-07T09:10:16.745" v="11" actId="47"/>
        <pc:sldMkLst>
          <pc:docMk/>
          <pc:sldMk cId="973217284" sldId="2496"/>
        </pc:sldMkLst>
      </pc:sldChg>
      <pc:sldChg chg="add">
        <pc:chgData name="Owais Ahmed" userId="6abc7d4556b3b071" providerId="LiveId" clId="{31FF0103-B0ED-446C-9E77-45E322E404ED}" dt="2023-03-07T09:10:30.938" v="12"/>
        <pc:sldMkLst>
          <pc:docMk/>
          <pc:sldMk cId="4183735996" sldId="2496"/>
        </pc:sldMkLst>
      </pc:sldChg>
      <pc:sldChg chg="add">
        <pc:chgData name="Owais Ahmed" userId="6abc7d4556b3b071" providerId="LiveId" clId="{31FF0103-B0ED-446C-9E77-45E322E404ED}" dt="2023-03-07T09:10:30.938" v="12"/>
        <pc:sldMkLst>
          <pc:docMk/>
          <pc:sldMk cId="2021183974" sldId="2497"/>
        </pc:sldMkLst>
      </pc:sldChg>
      <pc:sldChg chg="add del">
        <pc:chgData name="Owais Ahmed" userId="6abc7d4556b3b071" providerId="LiveId" clId="{31FF0103-B0ED-446C-9E77-45E322E404ED}" dt="2023-03-07T09:10:45.140" v="14" actId="47"/>
        <pc:sldMkLst>
          <pc:docMk/>
          <pc:sldMk cId="2461819977" sldId="2499"/>
        </pc:sldMkLst>
      </pc:sldChg>
      <pc:sldChg chg="add">
        <pc:chgData name="Owais Ahmed" userId="6abc7d4556b3b071" providerId="LiveId" clId="{31FF0103-B0ED-446C-9E77-45E322E404ED}" dt="2023-03-07T09:10:30.938" v="12"/>
        <pc:sldMkLst>
          <pc:docMk/>
          <pc:sldMk cId="910229267" sldId="2500"/>
        </pc:sldMkLst>
      </pc:sldChg>
      <pc:sldChg chg="add del">
        <pc:chgData name="Owais Ahmed" userId="6abc7d4556b3b071" providerId="LiveId" clId="{31FF0103-B0ED-446C-9E77-45E322E404ED}" dt="2023-03-07T09:11:21.152" v="19" actId="47"/>
        <pc:sldMkLst>
          <pc:docMk/>
          <pc:sldMk cId="1735756904" sldId="2501"/>
        </pc:sldMkLst>
      </pc:sldChg>
      <pc:sldChg chg="modSp add mod modAnim modNotesTx">
        <pc:chgData name="Owais Ahmed" userId="6abc7d4556b3b071" providerId="LiveId" clId="{31FF0103-B0ED-446C-9E77-45E322E404ED}" dt="2023-03-07T09:18:23.935" v="457" actId="20577"/>
        <pc:sldMkLst>
          <pc:docMk/>
          <pc:sldMk cId="1990280332" sldId="2501"/>
        </pc:sldMkLst>
        <pc:spChg chg="mod">
          <ac:chgData name="Owais Ahmed" userId="6abc7d4556b3b071" providerId="LiveId" clId="{31FF0103-B0ED-446C-9E77-45E322E404ED}" dt="2023-03-07T09:18:23.935" v="457" actId="20577"/>
          <ac:spMkLst>
            <pc:docMk/>
            <pc:sldMk cId="1990280332" sldId="2501"/>
            <ac:spMk id="3" creationId="{4A1C0383-58FE-E486-295E-B33B8683B938}"/>
          </ac:spMkLst>
        </pc:spChg>
        <pc:spChg chg="mod">
          <ac:chgData name="Owais Ahmed" userId="6abc7d4556b3b071" providerId="LiveId" clId="{31FF0103-B0ED-446C-9E77-45E322E404ED}" dt="2023-03-07T09:13:27.530" v="128" actId="20577"/>
          <ac:spMkLst>
            <pc:docMk/>
            <pc:sldMk cId="1990280332" sldId="2501"/>
            <ac:spMk id="215" creationId="{00000000-0000-0000-0000-000000000000}"/>
          </ac:spMkLst>
        </pc:spChg>
      </pc:sldChg>
      <pc:sldChg chg="modSp add mod ord modAnim">
        <pc:chgData name="Owais Ahmed" userId="6abc7d4556b3b071" providerId="LiveId" clId="{31FF0103-B0ED-446C-9E77-45E322E404ED}" dt="2023-03-07T10:11:34.699" v="1897" actId="20577"/>
        <pc:sldMkLst>
          <pc:docMk/>
          <pc:sldMk cId="2738020370" sldId="2502"/>
        </pc:sldMkLst>
        <pc:spChg chg="mod">
          <ac:chgData name="Owais Ahmed" userId="6abc7d4556b3b071" providerId="LiveId" clId="{31FF0103-B0ED-446C-9E77-45E322E404ED}" dt="2023-03-07T10:11:34.699" v="1897" actId="20577"/>
          <ac:spMkLst>
            <pc:docMk/>
            <pc:sldMk cId="2738020370" sldId="2502"/>
            <ac:spMk id="3" creationId="{4A1C0383-58FE-E486-295E-B33B8683B938}"/>
          </ac:spMkLst>
        </pc:spChg>
        <pc:spChg chg="mod">
          <ac:chgData name="Owais Ahmed" userId="6abc7d4556b3b071" providerId="LiveId" clId="{31FF0103-B0ED-446C-9E77-45E322E404ED}" dt="2023-03-07T10:04:39.350" v="1076" actId="20577"/>
          <ac:spMkLst>
            <pc:docMk/>
            <pc:sldMk cId="2738020370" sldId="2502"/>
            <ac:spMk id="215" creationId="{00000000-0000-0000-0000-000000000000}"/>
          </ac:spMkLst>
        </pc:spChg>
      </pc:sldChg>
      <pc:sldChg chg="modSp add modAnim">
        <pc:chgData name="Owais Ahmed" userId="6abc7d4556b3b071" providerId="LiveId" clId="{31FF0103-B0ED-446C-9E77-45E322E404ED}" dt="2023-03-07T10:13:56.929" v="2125" actId="20577"/>
        <pc:sldMkLst>
          <pc:docMk/>
          <pc:sldMk cId="1306189836" sldId="2503"/>
        </pc:sldMkLst>
        <pc:spChg chg="mod">
          <ac:chgData name="Owais Ahmed" userId="6abc7d4556b3b071" providerId="LiveId" clId="{31FF0103-B0ED-446C-9E77-45E322E404ED}" dt="2023-03-07T10:13:56.929" v="2125" actId="20577"/>
          <ac:spMkLst>
            <pc:docMk/>
            <pc:sldMk cId="1306189836" sldId="2503"/>
            <ac:spMk id="3" creationId="{4A1C0383-58FE-E486-295E-B33B8683B938}"/>
          </ac:spMkLst>
        </pc:spChg>
      </pc:sldChg>
      <pc:sldChg chg="addSp delSp modSp add del mod modAnim">
        <pc:chgData name="Owais Ahmed" userId="6abc7d4556b3b071" providerId="LiveId" clId="{31FF0103-B0ED-446C-9E77-45E322E404ED}" dt="2023-03-07T09:47:19.019" v="576" actId="47"/>
        <pc:sldMkLst>
          <pc:docMk/>
          <pc:sldMk cId="2502545026" sldId="2503"/>
        </pc:sldMkLst>
        <pc:spChg chg="mod">
          <ac:chgData name="Owais Ahmed" userId="6abc7d4556b3b071" providerId="LiveId" clId="{31FF0103-B0ED-446C-9E77-45E322E404ED}" dt="2023-03-07T09:46:27.824" v="534" actId="6549"/>
          <ac:spMkLst>
            <pc:docMk/>
            <pc:sldMk cId="2502545026" sldId="2503"/>
            <ac:spMk id="3" creationId="{4A1C0383-58FE-E486-295E-B33B8683B938}"/>
          </ac:spMkLst>
        </pc:spChg>
        <pc:spChg chg="mod">
          <ac:chgData name="Owais Ahmed" userId="6abc7d4556b3b071" providerId="LiveId" clId="{31FF0103-B0ED-446C-9E77-45E322E404ED}" dt="2023-03-07T09:46:59.970" v="570" actId="20577"/>
          <ac:spMkLst>
            <pc:docMk/>
            <pc:sldMk cId="2502545026" sldId="2503"/>
            <ac:spMk id="215" creationId="{00000000-0000-0000-0000-000000000000}"/>
          </ac:spMkLst>
        </pc:spChg>
        <pc:picChg chg="add del mod">
          <ac:chgData name="Owais Ahmed" userId="6abc7d4556b3b071" providerId="LiveId" clId="{31FF0103-B0ED-446C-9E77-45E322E404ED}" dt="2023-03-07T09:47:17.151" v="575" actId="478"/>
          <ac:picMkLst>
            <pc:docMk/>
            <pc:sldMk cId="2502545026" sldId="2503"/>
            <ac:picMk id="5" creationId="{0A45C2C8-8C66-AADB-0F26-2FFD9391090C}"/>
          </ac:picMkLst>
        </pc:picChg>
      </pc:sldChg>
      <pc:sldMasterChg chg="addSldLayout delSldLayout">
        <pc:chgData name="Owais Ahmed" userId="6abc7d4556b3b071" providerId="LiveId" clId="{31FF0103-B0ED-446C-9E77-45E322E404ED}" dt="2023-03-07T09:10:14.760" v="9" actId="47"/>
        <pc:sldMasterMkLst>
          <pc:docMk/>
          <pc:sldMasterMk cId="692820" sldId="2147483648"/>
        </pc:sldMasterMkLst>
        <pc:sldLayoutChg chg="add del">
          <pc:chgData name="Owais Ahmed" userId="6abc7d4556b3b071" providerId="LiveId" clId="{31FF0103-B0ED-446C-9E77-45E322E404ED}" dt="2023-03-07T09:10:14.760" v="9" actId="47"/>
          <pc:sldLayoutMkLst>
            <pc:docMk/>
            <pc:sldMasterMk cId="692820" sldId="2147483648"/>
            <pc:sldLayoutMk cId="3227223299" sldId="2147483681"/>
          </pc:sldLayoutMkLst>
        </pc:sldLayoutChg>
        <pc:sldLayoutChg chg="del">
          <pc:chgData name="Owais Ahmed" userId="6abc7d4556b3b071" providerId="LiveId" clId="{31FF0103-B0ED-446C-9E77-45E322E404ED}" dt="2023-03-07T09:10:09.571" v="6" actId="47"/>
          <pc:sldLayoutMkLst>
            <pc:docMk/>
            <pc:sldMasterMk cId="692820" sldId="2147483648"/>
            <pc:sldLayoutMk cId="105451964" sldId="2147483682"/>
          </pc:sldLayoutMkLst>
        </pc:sldLayoutChg>
      </pc:sldMasterChg>
    </pc:docChg>
  </pc:docChgLst>
  <pc:docChgLst>
    <pc:chgData name="Owais Ahmed" userId="6abc7d4556b3b071" providerId="LiveId" clId="{E2F43922-61CC-4586-88B7-9D49385E516D}"/>
    <pc:docChg chg="undo custSel addSld modSld modShowInfo">
      <pc:chgData name="Owais Ahmed" userId="6abc7d4556b3b071" providerId="LiveId" clId="{E2F43922-61CC-4586-88B7-9D49385E516D}" dt="2023-11-13T07:18:25.014" v="1756" actId="5793"/>
      <pc:docMkLst>
        <pc:docMk/>
      </pc:docMkLst>
      <pc:sldChg chg="modSp modNotesTx">
        <pc:chgData name="Owais Ahmed" userId="6abc7d4556b3b071" providerId="LiveId" clId="{E2F43922-61CC-4586-88B7-9D49385E516D}" dt="2023-10-21T06:27:17.952" v="223" actId="20577"/>
        <pc:sldMkLst>
          <pc:docMk/>
          <pc:sldMk cId="2171066017" sldId="2490"/>
        </pc:sldMkLst>
        <pc:spChg chg="mod">
          <ac:chgData name="Owais Ahmed" userId="6abc7d4556b3b071" providerId="LiveId" clId="{E2F43922-61CC-4586-88B7-9D49385E516D}" dt="2023-10-14T06:28:26.919" v="3" actId="5793"/>
          <ac:spMkLst>
            <pc:docMk/>
            <pc:sldMk cId="2171066017" sldId="2490"/>
            <ac:spMk id="3" creationId="{4A1C0383-58FE-E486-295E-B33B8683B938}"/>
          </ac:spMkLst>
        </pc:spChg>
      </pc:sldChg>
      <pc:sldChg chg="modAnim">
        <pc:chgData name="Owais Ahmed" userId="6abc7d4556b3b071" providerId="LiveId" clId="{E2F43922-61CC-4586-88B7-9D49385E516D}" dt="2023-10-21T08:15:35.970" v="1729"/>
        <pc:sldMkLst>
          <pc:docMk/>
          <pc:sldMk cId="1034671824" sldId="2491"/>
        </pc:sldMkLst>
      </pc:sldChg>
      <pc:sldChg chg="modSp">
        <pc:chgData name="Owais Ahmed" userId="6abc7d4556b3b071" providerId="LiveId" clId="{E2F43922-61CC-4586-88B7-9D49385E516D}" dt="2023-10-21T07:30:50.785" v="1635" actId="20577"/>
        <pc:sldMkLst>
          <pc:docMk/>
          <pc:sldMk cId="3703529031" sldId="2494"/>
        </pc:sldMkLst>
        <pc:spChg chg="mod">
          <ac:chgData name="Owais Ahmed" userId="6abc7d4556b3b071" providerId="LiveId" clId="{E2F43922-61CC-4586-88B7-9D49385E516D}" dt="2023-10-21T07:30:50.785" v="1635" actId="20577"/>
          <ac:spMkLst>
            <pc:docMk/>
            <pc:sldMk cId="3703529031" sldId="2494"/>
            <ac:spMk id="3" creationId="{4A1C0383-58FE-E486-295E-B33B8683B938}"/>
          </ac:spMkLst>
        </pc:spChg>
      </pc:sldChg>
      <pc:sldChg chg="modNotesTx">
        <pc:chgData name="Owais Ahmed" userId="6abc7d4556b3b071" providerId="LiveId" clId="{E2F43922-61CC-4586-88B7-9D49385E516D}" dt="2023-10-21T07:34:37.521" v="1719" actId="20577"/>
        <pc:sldMkLst>
          <pc:docMk/>
          <pc:sldMk cId="1437269240" sldId="2495"/>
        </pc:sldMkLst>
      </pc:sldChg>
      <pc:sldChg chg="modAnim">
        <pc:chgData name="Owais Ahmed" userId="6abc7d4556b3b071" providerId="LiveId" clId="{E2F43922-61CC-4586-88B7-9D49385E516D}" dt="2023-10-14T06:30:17.539" v="4"/>
        <pc:sldMkLst>
          <pc:docMk/>
          <pc:sldMk cId="1874989714" sldId="2497"/>
        </pc:sldMkLst>
      </pc:sldChg>
      <pc:sldChg chg="modAnim modNotesTx">
        <pc:chgData name="Owais Ahmed" userId="6abc7d4556b3b071" providerId="LiveId" clId="{E2F43922-61CC-4586-88B7-9D49385E516D}" dt="2023-11-04T07:10:55.183" v="1744" actId="255"/>
        <pc:sldMkLst>
          <pc:docMk/>
          <pc:sldMk cId="3287753391" sldId="2508"/>
        </pc:sldMkLst>
      </pc:sldChg>
      <pc:sldChg chg="modSp add mod modAnim modNotesTx">
        <pc:chgData name="Owais Ahmed" userId="6abc7d4556b3b071" providerId="LiveId" clId="{E2F43922-61CC-4586-88B7-9D49385E516D}" dt="2023-10-21T06:37:58.970" v="1209" actId="20577"/>
        <pc:sldMkLst>
          <pc:docMk/>
          <pc:sldMk cId="3193933913" sldId="2511"/>
        </pc:sldMkLst>
        <pc:spChg chg="mod">
          <ac:chgData name="Owais Ahmed" userId="6abc7d4556b3b071" providerId="LiveId" clId="{E2F43922-61CC-4586-88B7-9D49385E516D}" dt="2023-10-21T06:37:22.203" v="1060" actId="20577"/>
          <ac:spMkLst>
            <pc:docMk/>
            <pc:sldMk cId="3193933913" sldId="2511"/>
            <ac:spMk id="3" creationId="{4A1C0383-58FE-E486-295E-B33B8683B938}"/>
          </ac:spMkLst>
        </pc:spChg>
        <pc:spChg chg="mod">
          <ac:chgData name="Owais Ahmed" userId="6abc7d4556b3b071" providerId="LiveId" clId="{E2F43922-61CC-4586-88B7-9D49385E516D}" dt="2023-10-21T06:31:50.447" v="237" actId="20577"/>
          <ac:spMkLst>
            <pc:docMk/>
            <pc:sldMk cId="3193933913" sldId="2511"/>
            <ac:spMk id="215" creationId="{00000000-0000-0000-0000-000000000000}"/>
          </ac:spMkLst>
        </pc:spChg>
      </pc:sldChg>
      <pc:sldChg chg="addSp delSp modSp add mod modAnim modNotesTx">
        <pc:chgData name="Owais Ahmed" userId="6abc7d4556b3b071" providerId="LiveId" clId="{E2F43922-61CC-4586-88B7-9D49385E516D}" dt="2023-11-13T07:18:25.014" v="1756" actId="5793"/>
        <pc:sldMkLst>
          <pc:docMk/>
          <pc:sldMk cId="3915255625" sldId="2512"/>
        </pc:sldMkLst>
        <pc:spChg chg="mod">
          <ac:chgData name="Owais Ahmed" userId="6abc7d4556b3b071" providerId="LiveId" clId="{E2F43922-61CC-4586-88B7-9D49385E516D}" dt="2023-10-21T06:46:47.185" v="1628" actId="20577"/>
          <ac:spMkLst>
            <pc:docMk/>
            <pc:sldMk cId="3915255625" sldId="2512"/>
            <ac:spMk id="3" creationId="{4A1C0383-58FE-E486-295E-B33B8683B938}"/>
          </ac:spMkLst>
        </pc:spChg>
        <pc:spChg chg="add mod">
          <ac:chgData name="Owais Ahmed" userId="6abc7d4556b3b071" providerId="LiveId" clId="{E2F43922-61CC-4586-88B7-9D49385E516D}" dt="2023-10-21T06:41:37.494" v="1392"/>
          <ac:spMkLst>
            <pc:docMk/>
            <pc:sldMk cId="3915255625" sldId="2512"/>
            <ac:spMk id="4" creationId="{337677F7-529F-D749-B760-BD9FF543AC0F}"/>
          </ac:spMkLst>
        </pc:spChg>
        <pc:spChg chg="del">
          <ac:chgData name="Owais Ahmed" userId="6abc7d4556b3b071" providerId="LiveId" clId="{E2F43922-61CC-4586-88B7-9D49385E516D}" dt="2023-10-21T06:38:43.133" v="1228" actId="478"/>
          <ac:spMkLst>
            <pc:docMk/>
            <pc:sldMk cId="3915255625" sldId="2512"/>
            <ac:spMk id="214" creationId="{00000000-0000-0000-0000-000000000000}"/>
          </ac:spMkLst>
        </pc:spChg>
        <pc:spChg chg="mod">
          <ac:chgData name="Owais Ahmed" userId="6abc7d4556b3b071" providerId="LiveId" clId="{E2F43922-61CC-4586-88B7-9D49385E516D}" dt="2023-10-21T06:38:09.272" v="1218" actId="20577"/>
          <ac:spMkLst>
            <pc:docMk/>
            <pc:sldMk cId="3915255625" sldId="2512"/>
            <ac:spMk id="215" creationId="{00000000-0000-0000-0000-000000000000}"/>
          </ac:spMkLst>
        </pc:spChg>
        <pc:picChg chg="add del">
          <ac:chgData name="Owais Ahmed" userId="6abc7d4556b3b071" providerId="LiveId" clId="{E2F43922-61CC-4586-88B7-9D49385E516D}" dt="2023-10-21T06:38:15.980" v="1220"/>
          <ac:picMkLst>
            <pc:docMk/>
            <pc:sldMk cId="3915255625" sldId="2512"/>
            <ac:picMk id="1026" creationId="{C966C963-FEA5-E6A6-629B-D7DD497065BF}"/>
          </ac:picMkLst>
        </pc:picChg>
        <pc:picChg chg="add mod">
          <ac:chgData name="Owais Ahmed" userId="6abc7d4556b3b071" providerId="LiveId" clId="{E2F43922-61CC-4586-88B7-9D49385E516D}" dt="2023-10-21T06:45:14.269" v="1473" actId="1076"/>
          <ac:picMkLst>
            <pc:docMk/>
            <pc:sldMk cId="3915255625" sldId="2512"/>
            <ac:picMk id="1028" creationId="{16745832-6E07-484F-64B9-E68271D7E025}"/>
          </ac:picMkLst>
        </pc:picChg>
      </pc:sldChg>
    </pc:docChg>
  </pc:docChgLst>
  <pc:docChgLst>
    <pc:chgData name="Owais Ahmed" userId="6abc7d4556b3b071" providerId="LiveId" clId="{53B1629A-A9A8-4EA5-BFC7-E33077932B5F}"/>
    <pc:docChg chg="undo custSel addSld delSld modSld sldOrd">
      <pc:chgData name="Owais Ahmed" userId="6abc7d4556b3b071" providerId="LiveId" clId="{53B1629A-A9A8-4EA5-BFC7-E33077932B5F}" dt="2023-03-13T10:21:37.602" v="13434" actId="20577"/>
      <pc:docMkLst>
        <pc:docMk/>
      </pc:docMkLst>
      <pc:sldChg chg="modSp mod">
        <pc:chgData name="Owais Ahmed" userId="6abc7d4556b3b071" providerId="LiveId" clId="{53B1629A-A9A8-4EA5-BFC7-E33077932B5F}" dt="2023-03-13T08:52:28.723" v="7768" actId="14100"/>
        <pc:sldMkLst>
          <pc:docMk/>
          <pc:sldMk cId="1649098948" sldId="2462"/>
        </pc:sldMkLst>
        <pc:spChg chg="mod">
          <ac:chgData name="Owais Ahmed" userId="6abc7d4556b3b071" providerId="LiveId" clId="{53B1629A-A9A8-4EA5-BFC7-E33077932B5F}" dt="2023-03-13T08:52:28.723" v="7768" actId="14100"/>
          <ac:spMkLst>
            <pc:docMk/>
            <pc:sldMk cId="1649098948" sldId="2462"/>
            <ac:spMk id="6" creationId="{F3C89A40-EEAA-43AB-9A3A-B2CFDE450F1B}"/>
          </ac:spMkLst>
        </pc:spChg>
      </pc:sldChg>
      <pc:sldChg chg="del">
        <pc:chgData name="Owais Ahmed" userId="6abc7d4556b3b071" providerId="LiveId" clId="{53B1629A-A9A8-4EA5-BFC7-E33077932B5F}" dt="2023-03-13T06:25:36.584" v="0" actId="47"/>
        <pc:sldMkLst>
          <pc:docMk/>
          <pc:sldMk cId="2835548672" sldId="2467"/>
        </pc:sldMkLst>
      </pc:sldChg>
      <pc:sldChg chg="del">
        <pc:chgData name="Owais Ahmed" userId="6abc7d4556b3b071" providerId="LiveId" clId="{53B1629A-A9A8-4EA5-BFC7-E33077932B5F}" dt="2023-03-13T06:25:37.635" v="2" actId="47"/>
        <pc:sldMkLst>
          <pc:docMk/>
          <pc:sldMk cId="1810203590" sldId="2482"/>
        </pc:sldMkLst>
      </pc:sldChg>
      <pc:sldChg chg="modSp mod ord modAnim modNotesTx">
        <pc:chgData name="Owais Ahmed" userId="6abc7d4556b3b071" providerId="LiveId" clId="{53B1629A-A9A8-4EA5-BFC7-E33077932B5F}" dt="2023-03-13T06:39:15.142" v="972" actId="20577"/>
        <pc:sldMkLst>
          <pc:docMk/>
          <pc:sldMk cId="2426892836" sldId="2485"/>
        </pc:sldMkLst>
        <pc:spChg chg="mod">
          <ac:chgData name="Owais Ahmed" userId="6abc7d4556b3b071" providerId="LiveId" clId="{53B1629A-A9A8-4EA5-BFC7-E33077932B5F}" dt="2023-03-13T06:39:15.142" v="972" actId="20577"/>
          <ac:spMkLst>
            <pc:docMk/>
            <pc:sldMk cId="2426892836" sldId="2485"/>
            <ac:spMk id="3" creationId="{4A1C0383-58FE-E486-295E-B33B8683B938}"/>
          </ac:spMkLst>
        </pc:spChg>
        <pc:spChg chg="mod">
          <ac:chgData name="Owais Ahmed" userId="6abc7d4556b3b071" providerId="LiveId" clId="{53B1629A-A9A8-4EA5-BFC7-E33077932B5F}" dt="2023-03-13T06:27:38.970" v="85" actId="20577"/>
          <ac:spMkLst>
            <pc:docMk/>
            <pc:sldMk cId="2426892836" sldId="2485"/>
            <ac:spMk id="215" creationId="{00000000-0000-0000-0000-000000000000}"/>
          </ac:spMkLst>
        </pc:spChg>
      </pc:sldChg>
      <pc:sldChg chg="del">
        <pc:chgData name="Owais Ahmed" userId="6abc7d4556b3b071" providerId="LiveId" clId="{53B1629A-A9A8-4EA5-BFC7-E33077932B5F}" dt="2023-03-13T06:25:37.467" v="1" actId="47"/>
        <pc:sldMkLst>
          <pc:docMk/>
          <pc:sldMk cId="2392008630" sldId="2486"/>
        </pc:sldMkLst>
      </pc:sldChg>
      <pc:sldChg chg="addSp delSp modSp add mod addAnim delAnim modAnim modNotesTx">
        <pc:chgData name="Owais Ahmed" userId="6abc7d4556b3b071" providerId="LiveId" clId="{53B1629A-A9A8-4EA5-BFC7-E33077932B5F}" dt="2023-03-13T06:39:33.411" v="989" actId="6549"/>
        <pc:sldMkLst>
          <pc:docMk/>
          <pc:sldMk cId="2564503825" sldId="2486"/>
        </pc:sldMkLst>
        <pc:spChg chg="mod">
          <ac:chgData name="Owais Ahmed" userId="6abc7d4556b3b071" providerId="LiveId" clId="{53B1629A-A9A8-4EA5-BFC7-E33077932B5F}" dt="2023-03-13T06:39:33.411" v="989" actId="6549"/>
          <ac:spMkLst>
            <pc:docMk/>
            <pc:sldMk cId="2564503825" sldId="2486"/>
            <ac:spMk id="3" creationId="{4A1C0383-58FE-E486-295E-B33B8683B938}"/>
          </ac:spMkLst>
        </pc:spChg>
        <pc:spChg chg="mod">
          <ac:chgData name="Owais Ahmed" userId="6abc7d4556b3b071" providerId="LiveId" clId="{53B1629A-A9A8-4EA5-BFC7-E33077932B5F}" dt="2023-03-13T06:29:06.800" v="108" actId="14100"/>
          <ac:spMkLst>
            <pc:docMk/>
            <pc:sldMk cId="2564503825" sldId="2486"/>
            <ac:spMk id="215" creationId="{00000000-0000-0000-0000-000000000000}"/>
          </ac:spMkLst>
        </pc:spChg>
        <pc:picChg chg="add del">
          <ac:chgData name="Owais Ahmed" userId="6abc7d4556b3b071" providerId="LiveId" clId="{53B1629A-A9A8-4EA5-BFC7-E33077932B5F}" dt="2023-03-13T06:27:52.701" v="90"/>
          <ac:picMkLst>
            <pc:docMk/>
            <pc:sldMk cId="2564503825" sldId="2486"/>
            <ac:picMk id="1026" creationId="{125F49AE-40C7-E916-3A5D-3F6B1A8A92A1}"/>
          </ac:picMkLst>
        </pc:picChg>
        <pc:picChg chg="add del mod">
          <ac:chgData name="Owais Ahmed" userId="6abc7d4556b3b071" providerId="LiveId" clId="{53B1629A-A9A8-4EA5-BFC7-E33077932B5F}" dt="2023-03-13T06:28:10.158" v="97"/>
          <ac:picMkLst>
            <pc:docMk/>
            <pc:sldMk cId="2564503825" sldId="2486"/>
            <ac:picMk id="1028" creationId="{4FF0696B-3F3E-A622-CF80-0D04EAFD5737}"/>
          </ac:picMkLst>
        </pc:picChg>
        <pc:picChg chg="add mod">
          <ac:chgData name="Owais Ahmed" userId="6abc7d4556b3b071" providerId="LiveId" clId="{53B1629A-A9A8-4EA5-BFC7-E33077932B5F}" dt="2023-03-13T06:34:47.167" v="525" actId="14100"/>
          <ac:picMkLst>
            <pc:docMk/>
            <pc:sldMk cId="2564503825" sldId="2486"/>
            <ac:picMk id="1030" creationId="{777C734F-CDB0-F074-AD54-5FB998243985}"/>
          </ac:picMkLst>
        </pc:picChg>
      </pc:sldChg>
      <pc:sldChg chg="modSp add mod modAnim">
        <pc:chgData name="Owais Ahmed" userId="6abc7d4556b3b071" providerId="LiveId" clId="{53B1629A-A9A8-4EA5-BFC7-E33077932B5F}" dt="2023-03-13T06:43:05.045" v="1274" actId="20577"/>
        <pc:sldMkLst>
          <pc:docMk/>
          <pc:sldMk cId="4176642933" sldId="2487"/>
        </pc:sldMkLst>
        <pc:spChg chg="mod">
          <ac:chgData name="Owais Ahmed" userId="6abc7d4556b3b071" providerId="LiveId" clId="{53B1629A-A9A8-4EA5-BFC7-E33077932B5F}" dt="2023-03-13T06:43:05.045" v="1274" actId="20577"/>
          <ac:spMkLst>
            <pc:docMk/>
            <pc:sldMk cId="4176642933" sldId="2487"/>
            <ac:spMk id="3" creationId="{4A1C0383-58FE-E486-295E-B33B8683B938}"/>
          </ac:spMkLst>
        </pc:spChg>
      </pc:sldChg>
      <pc:sldChg chg="modSp add mod modAnim">
        <pc:chgData name="Owais Ahmed" userId="6abc7d4556b3b071" providerId="LiveId" clId="{53B1629A-A9A8-4EA5-BFC7-E33077932B5F}" dt="2023-03-13T06:44:43.767" v="1486" actId="403"/>
        <pc:sldMkLst>
          <pc:docMk/>
          <pc:sldMk cId="4039704136" sldId="2488"/>
        </pc:sldMkLst>
        <pc:spChg chg="mod">
          <ac:chgData name="Owais Ahmed" userId="6abc7d4556b3b071" providerId="LiveId" clId="{53B1629A-A9A8-4EA5-BFC7-E33077932B5F}" dt="2023-03-13T06:44:43.767" v="1486" actId="403"/>
          <ac:spMkLst>
            <pc:docMk/>
            <pc:sldMk cId="4039704136" sldId="2488"/>
            <ac:spMk id="3" creationId="{4A1C0383-58FE-E486-295E-B33B8683B938}"/>
          </ac:spMkLst>
        </pc:spChg>
        <pc:spChg chg="mod">
          <ac:chgData name="Owais Ahmed" userId="6abc7d4556b3b071" providerId="LiveId" clId="{53B1629A-A9A8-4EA5-BFC7-E33077932B5F}" dt="2023-03-13T06:44:36.698" v="1481" actId="5793"/>
          <ac:spMkLst>
            <pc:docMk/>
            <pc:sldMk cId="4039704136" sldId="2488"/>
            <ac:spMk id="215" creationId="{00000000-0000-0000-0000-000000000000}"/>
          </ac:spMkLst>
        </pc:spChg>
      </pc:sldChg>
      <pc:sldChg chg="modSp add del modAnim">
        <pc:chgData name="Owais Ahmed" userId="6abc7d4556b3b071" providerId="LiveId" clId="{53B1629A-A9A8-4EA5-BFC7-E33077932B5F}" dt="2023-03-13T06:43:19.944" v="1294" actId="47"/>
        <pc:sldMkLst>
          <pc:docMk/>
          <pc:sldMk cId="2832387727" sldId="2489"/>
        </pc:sldMkLst>
        <pc:spChg chg="mod">
          <ac:chgData name="Owais Ahmed" userId="6abc7d4556b3b071" providerId="LiveId" clId="{53B1629A-A9A8-4EA5-BFC7-E33077932B5F}" dt="2023-03-13T06:43:16.186" v="1293" actId="20577"/>
          <ac:spMkLst>
            <pc:docMk/>
            <pc:sldMk cId="2832387727" sldId="2489"/>
            <ac:spMk id="3" creationId="{4A1C0383-58FE-E486-295E-B33B8683B938}"/>
          </ac:spMkLst>
        </pc:spChg>
      </pc:sldChg>
      <pc:sldChg chg="modSp add mod modAnim modNotesTx">
        <pc:chgData name="Owais Ahmed" userId="6abc7d4556b3b071" providerId="LiveId" clId="{53B1629A-A9A8-4EA5-BFC7-E33077932B5F}" dt="2023-03-13T06:56:22.252" v="2764" actId="20577"/>
        <pc:sldMkLst>
          <pc:docMk/>
          <pc:sldMk cId="3325262481" sldId="2489"/>
        </pc:sldMkLst>
        <pc:spChg chg="mod">
          <ac:chgData name="Owais Ahmed" userId="6abc7d4556b3b071" providerId="LiveId" clId="{53B1629A-A9A8-4EA5-BFC7-E33077932B5F}" dt="2023-03-13T06:55:55.034" v="2703" actId="27636"/>
          <ac:spMkLst>
            <pc:docMk/>
            <pc:sldMk cId="3325262481" sldId="2489"/>
            <ac:spMk id="3" creationId="{4A1C0383-58FE-E486-295E-B33B8683B938}"/>
          </ac:spMkLst>
        </pc:spChg>
        <pc:spChg chg="mod">
          <ac:chgData name="Owais Ahmed" userId="6abc7d4556b3b071" providerId="LiveId" clId="{53B1629A-A9A8-4EA5-BFC7-E33077932B5F}" dt="2023-03-13T06:44:25.521" v="1461" actId="20577"/>
          <ac:spMkLst>
            <pc:docMk/>
            <pc:sldMk cId="3325262481" sldId="2489"/>
            <ac:spMk id="215" creationId="{00000000-0000-0000-0000-000000000000}"/>
          </ac:spMkLst>
        </pc:spChg>
      </pc:sldChg>
      <pc:sldChg chg="modSp add mod modAnim modNotesTx">
        <pc:chgData name="Owais Ahmed" userId="6abc7d4556b3b071" providerId="LiveId" clId="{53B1629A-A9A8-4EA5-BFC7-E33077932B5F}" dt="2023-03-13T06:55:32.617" v="2694" actId="6549"/>
        <pc:sldMkLst>
          <pc:docMk/>
          <pc:sldMk cId="2171066017" sldId="2490"/>
        </pc:sldMkLst>
        <pc:spChg chg="mod">
          <ac:chgData name="Owais Ahmed" userId="6abc7d4556b3b071" providerId="LiveId" clId="{53B1629A-A9A8-4EA5-BFC7-E33077932B5F}" dt="2023-03-13T06:53:21.975" v="2611" actId="20577"/>
          <ac:spMkLst>
            <pc:docMk/>
            <pc:sldMk cId="2171066017" sldId="2490"/>
            <ac:spMk id="3" creationId="{4A1C0383-58FE-E486-295E-B33B8683B938}"/>
          </ac:spMkLst>
        </pc:spChg>
        <pc:spChg chg="mod">
          <ac:chgData name="Owais Ahmed" userId="6abc7d4556b3b071" providerId="LiveId" clId="{53B1629A-A9A8-4EA5-BFC7-E33077932B5F}" dt="2023-03-13T06:52:02.705" v="2405" actId="20577"/>
          <ac:spMkLst>
            <pc:docMk/>
            <pc:sldMk cId="2171066017" sldId="2490"/>
            <ac:spMk id="215" creationId="{00000000-0000-0000-0000-000000000000}"/>
          </ac:spMkLst>
        </pc:spChg>
      </pc:sldChg>
      <pc:sldChg chg="modSp add mod modAnim modNotesTx">
        <pc:chgData name="Owais Ahmed" userId="6abc7d4556b3b071" providerId="LiveId" clId="{53B1629A-A9A8-4EA5-BFC7-E33077932B5F}" dt="2023-03-13T07:30:11.250" v="4946" actId="20577"/>
        <pc:sldMkLst>
          <pc:docMk/>
          <pc:sldMk cId="3542561392" sldId="2491"/>
        </pc:sldMkLst>
        <pc:spChg chg="mod">
          <ac:chgData name="Owais Ahmed" userId="6abc7d4556b3b071" providerId="LiveId" clId="{53B1629A-A9A8-4EA5-BFC7-E33077932B5F}" dt="2023-03-13T07:30:11.250" v="4946" actId="20577"/>
          <ac:spMkLst>
            <pc:docMk/>
            <pc:sldMk cId="3542561392" sldId="2491"/>
            <ac:spMk id="3" creationId="{4A1C0383-58FE-E486-295E-B33B8683B938}"/>
          </ac:spMkLst>
        </pc:spChg>
        <pc:spChg chg="mod">
          <ac:chgData name="Owais Ahmed" userId="6abc7d4556b3b071" providerId="LiveId" clId="{53B1629A-A9A8-4EA5-BFC7-E33077932B5F}" dt="2023-03-13T06:54:48.937" v="2648" actId="20577"/>
          <ac:spMkLst>
            <pc:docMk/>
            <pc:sldMk cId="3542561392" sldId="2491"/>
            <ac:spMk id="215" creationId="{00000000-0000-0000-0000-000000000000}"/>
          </ac:spMkLst>
        </pc:spChg>
      </pc:sldChg>
      <pc:sldChg chg="addSp modSp add mod modAnim modNotesTx">
        <pc:chgData name="Owais Ahmed" userId="6abc7d4556b3b071" providerId="LiveId" clId="{53B1629A-A9A8-4EA5-BFC7-E33077932B5F}" dt="2023-03-13T08:24:04.259" v="6339" actId="20577"/>
        <pc:sldMkLst>
          <pc:docMk/>
          <pc:sldMk cId="140807305" sldId="2492"/>
        </pc:sldMkLst>
        <pc:spChg chg="mod">
          <ac:chgData name="Owais Ahmed" userId="6abc7d4556b3b071" providerId="LiveId" clId="{53B1629A-A9A8-4EA5-BFC7-E33077932B5F}" dt="2023-03-13T07:42:09.786" v="5092" actId="14100"/>
          <ac:spMkLst>
            <pc:docMk/>
            <pc:sldMk cId="140807305" sldId="2492"/>
            <ac:spMk id="3" creationId="{4A1C0383-58FE-E486-295E-B33B8683B938}"/>
          </ac:spMkLst>
        </pc:spChg>
        <pc:spChg chg="mod">
          <ac:chgData name="Owais Ahmed" userId="6abc7d4556b3b071" providerId="LiveId" clId="{53B1629A-A9A8-4EA5-BFC7-E33077932B5F}" dt="2023-03-13T07:06:55.397" v="3324" actId="20577"/>
          <ac:spMkLst>
            <pc:docMk/>
            <pc:sldMk cId="140807305" sldId="2492"/>
            <ac:spMk id="215" creationId="{00000000-0000-0000-0000-000000000000}"/>
          </ac:spMkLst>
        </pc:spChg>
        <pc:picChg chg="add mod">
          <ac:chgData name="Owais Ahmed" userId="6abc7d4556b3b071" providerId="LiveId" clId="{53B1629A-A9A8-4EA5-BFC7-E33077932B5F}" dt="2023-03-13T07:42:03.977" v="5091" actId="14100"/>
          <ac:picMkLst>
            <pc:docMk/>
            <pc:sldMk cId="140807305" sldId="2492"/>
            <ac:picMk id="2050" creationId="{D23B55AE-3A55-14E2-D08A-BF9450B71776}"/>
          </ac:picMkLst>
        </pc:picChg>
      </pc:sldChg>
      <pc:sldChg chg="del">
        <pc:chgData name="Owais Ahmed" userId="6abc7d4556b3b071" providerId="LiveId" clId="{53B1629A-A9A8-4EA5-BFC7-E33077932B5F}" dt="2023-03-13T06:25:37.812" v="3" actId="47"/>
        <pc:sldMkLst>
          <pc:docMk/>
          <pc:sldMk cId="332028716" sldId="2492"/>
        </pc:sldMkLst>
      </pc:sldChg>
      <pc:sldChg chg="modSp add mod modAnim modNotesTx">
        <pc:chgData name="Owais Ahmed" userId="6abc7d4556b3b071" providerId="LiveId" clId="{53B1629A-A9A8-4EA5-BFC7-E33077932B5F}" dt="2023-03-13T07:22:50.335" v="4374" actId="20577"/>
        <pc:sldMkLst>
          <pc:docMk/>
          <pc:sldMk cId="291289866" sldId="2493"/>
        </pc:sldMkLst>
        <pc:spChg chg="mod">
          <ac:chgData name="Owais Ahmed" userId="6abc7d4556b3b071" providerId="LiveId" clId="{53B1629A-A9A8-4EA5-BFC7-E33077932B5F}" dt="2023-03-13T07:22:50.335" v="4374" actId="20577"/>
          <ac:spMkLst>
            <pc:docMk/>
            <pc:sldMk cId="291289866" sldId="2493"/>
            <ac:spMk id="3" creationId="{4A1C0383-58FE-E486-295E-B33B8683B938}"/>
          </ac:spMkLst>
        </pc:spChg>
        <pc:spChg chg="mod">
          <ac:chgData name="Owais Ahmed" userId="6abc7d4556b3b071" providerId="LiveId" clId="{53B1629A-A9A8-4EA5-BFC7-E33077932B5F}" dt="2023-03-13T07:12:29.537" v="3783" actId="20577"/>
          <ac:spMkLst>
            <pc:docMk/>
            <pc:sldMk cId="291289866" sldId="2493"/>
            <ac:spMk id="215" creationId="{00000000-0000-0000-0000-000000000000}"/>
          </ac:spMkLst>
        </pc:spChg>
      </pc:sldChg>
      <pc:sldChg chg="modSp add mod modAnim modNotesTx">
        <pc:chgData name="Owais Ahmed" userId="6abc7d4556b3b071" providerId="LiveId" clId="{53B1629A-A9A8-4EA5-BFC7-E33077932B5F}" dt="2023-03-13T07:30:29.612" v="4966" actId="20577"/>
        <pc:sldMkLst>
          <pc:docMk/>
          <pc:sldMk cId="768229774" sldId="2494"/>
        </pc:sldMkLst>
        <pc:spChg chg="mod">
          <ac:chgData name="Owais Ahmed" userId="6abc7d4556b3b071" providerId="LiveId" clId="{53B1629A-A9A8-4EA5-BFC7-E33077932B5F}" dt="2023-03-13T07:27:38.568" v="4908" actId="20577"/>
          <ac:spMkLst>
            <pc:docMk/>
            <pc:sldMk cId="768229774" sldId="2494"/>
            <ac:spMk id="3" creationId="{4A1C0383-58FE-E486-295E-B33B8683B938}"/>
          </ac:spMkLst>
        </pc:spChg>
        <pc:spChg chg="mod">
          <ac:chgData name="Owais Ahmed" userId="6abc7d4556b3b071" providerId="LiveId" clId="{53B1629A-A9A8-4EA5-BFC7-E33077932B5F}" dt="2023-03-13T07:30:29.612" v="4966" actId="20577"/>
          <ac:spMkLst>
            <pc:docMk/>
            <pc:sldMk cId="768229774" sldId="2494"/>
            <ac:spMk id="215" creationId="{00000000-0000-0000-0000-000000000000}"/>
          </ac:spMkLst>
        </pc:spChg>
      </pc:sldChg>
      <pc:sldChg chg="modSp add mod modAnim">
        <pc:chgData name="Owais Ahmed" userId="6abc7d4556b3b071" providerId="LiveId" clId="{53B1629A-A9A8-4EA5-BFC7-E33077932B5F}" dt="2023-03-13T08:07:37.935" v="5885" actId="20577"/>
        <pc:sldMkLst>
          <pc:docMk/>
          <pc:sldMk cId="232042637" sldId="2495"/>
        </pc:sldMkLst>
        <pc:spChg chg="mod">
          <ac:chgData name="Owais Ahmed" userId="6abc7d4556b3b071" providerId="LiveId" clId="{53B1629A-A9A8-4EA5-BFC7-E33077932B5F}" dt="2023-03-13T08:07:37.935" v="5885" actId="20577"/>
          <ac:spMkLst>
            <pc:docMk/>
            <pc:sldMk cId="232042637" sldId="2495"/>
            <ac:spMk id="3" creationId="{4A1C0383-58FE-E486-295E-B33B8683B938}"/>
          </ac:spMkLst>
        </pc:spChg>
        <pc:spChg chg="mod">
          <ac:chgData name="Owais Ahmed" userId="6abc7d4556b3b071" providerId="LiveId" clId="{53B1629A-A9A8-4EA5-BFC7-E33077932B5F}" dt="2023-03-13T08:01:43.042" v="5550" actId="20577"/>
          <ac:spMkLst>
            <pc:docMk/>
            <pc:sldMk cId="232042637" sldId="2495"/>
            <ac:spMk id="215" creationId="{00000000-0000-0000-0000-000000000000}"/>
          </ac:spMkLst>
        </pc:spChg>
      </pc:sldChg>
      <pc:sldChg chg="delSp modSp add mod modAnim">
        <pc:chgData name="Owais Ahmed" userId="6abc7d4556b3b071" providerId="LiveId" clId="{53B1629A-A9A8-4EA5-BFC7-E33077932B5F}" dt="2023-03-13T07:50:36.905" v="5532" actId="20577"/>
        <pc:sldMkLst>
          <pc:docMk/>
          <pc:sldMk cId="3980957688" sldId="2496"/>
        </pc:sldMkLst>
        <pc:spChg chg="mod">
          <ac:chgData name="Owais Ahmed" userId="6abc7d4556b3b071" providerId="LiveId" clId="{53B1629A-A9A8-4EA5-BFC7-E33077932B5F}" dt="2023-03-13T07:50:36.905" v="5532" actId="20577"/>
          <ac:spMkLst>
            <pc:docMk/>
            <pc:sldMk cId="3980957688" sldId="2496"/>
            <ac:spMk id="3" creationId="{4A1C0383-58FE-E486-295E-B33B8683B938}"/>
          </ac:spMkLst>
        </pc:spChg>
        <pc:picChg chg="del">
          <ac:chgData name="Owais Ahmed" userId="6abc7d4556b3b071" providerId="LiveId" clId="{53B1629A-A9A8-4EA5-BFC7-E33077932B5F}" dt="2023-03-13T07:45:25.963" v="5094" actId="478"/>
          <ac:picMkLst>
            <pc:docMk/>
            <pc:sldMk cId="3980957688" sldId="2496"/>
            <ac:picMk id="2050" creationId="{D23B55AE-3A55-14E2-D08A-BF9450B71776}"/>
          </ac:picMkLst>
        </pc:picChg>
      </pc:sldChg>
      <pc:sldChg chg="del">
        <pc:chgData name="Owais Ahmed" userId="6abc7d4556b3b071" providerId="LiveId" clId="{53B1629A-A9A8-4EA5-BFC7-E33077932B5F}" dt="2023-03-13T06:25:38.741" v="6" actId="47"/>
        <pc:sldMkLst>
          <pc:docMk/>
          <pc:sldMk cId="4183735996" sldId="2496"/>
        </pc:sldMkLst>
      </pc:sldChg>
      <pc:sldChg chg="del">
        <pc:chgData name="Owais Ahmed" userId="6abc7d4556b3b071" providerId="LiveId" clId="{53B1629A-A9A8-4EA5-BFC7-E33077932B5F}" dt="2023-03-13T06:25:39.228" v="7" actId="47"/>
        <pc:sldMkLst>
          <pc:docMk/>
          <pc:sldMk cId="2021183974" sldId="2497"/>
        </pc:sldMkLst>
      </pc:sldChg>
      <pc:sldChg chg="modSp add mod modAnim modNotesTx">
        <pc:chgData name="Owais Ahmed" userId="6abc7d4556b3b071" providerId="LiveId" clId="{53B1629A-A9A8-4EA5-BFC7-E33077932B5F}" dt="2023-03-13T08:52:55.619" v="7780" actId="403"/>
        <pc:sldMkLst>
          <pc:docMk/>
          <pc:sldMk cId="3124922675" sldId="2497"/>
        </pc:sldMkLst>
        <pc:spChg chg="mod">
          <ac:chgData name="Owais Ahmed" userId="6abc7d4556b3b071" providerId="LiveId" clId="{53B1629A-A9A8-4EA5-BFC7-E33077932B5F}" dt="2023-03-13T08:52:55.619" v="7780" actId="403"/>
          <ac:spMkLst>
            <pc:docMk/>
            <pc:sldMk cId="3124922675" sldId="2497"/>
            <ac:spMk id="3" creationId="{4A1C0383-58FE-E486-295E-B33B8683B938}"/>
          </ac:spMkLst>
        </pc:spChg>
        <pc:spChg chg="mod">
          <ac:chgData name="Owais Ahmed" userId="6abc7d4556b3b071" providerId="LiveId" clId="{53B1629A-A9A8-4EA5-BFC7-E33077932B5F}" dt="2023-03-13T08:35:20.434" v="6347" actId="20577"/>
          <ac:spMkLst>
            <pc:docMk/>
            <pc:sldMk cId="3124922675" sldId="2497"/>
            <ac:spMk id="215" creationId="{00000000-0000-0000-0000-000000000000}"/>
          </ac:spMkLst>
        </pc:spChg>
      </pc:sldChg>
      <pc:sldChg chg="modSp add mod modAnim modNotesTx">
        <pc:chgData name="Owais Ahmed" userId="6abc7d4556b3b071" providerId="LiveId" clId="{53B1629A-A9A8-4EA5-BFC7-E33077932B5F}" dt="2023-03-13T08:58:53.791" v="8384" actId="20577"/>
        <pc:sldMkLst>
          <pc:docMk/>
          <pc:sldMk cId="2737715429" sldId="2498"/>
        </pc:sldMkLst>
        <pc:spChg chg="mod">
          <ac:chgData name="Owais Ahmed" userId="6abc7d4556b3b071" providerId="LiveId" clId="{53B1629A-A9A8-4EA5-BFC7-E33077932B5F}" dt="2023-03-13T08:58:53.791" v="8384" actId="20577"/>
          <ac:spMkLst>
            <pc:docMk/>
            <pc:sldMk cId="2737715429" sldId="2498"/>
            <ac:spMk id="3" creationId="{4A1C0383-58FE-E486-295E-B33B8683B938}"/>
          </ac:spMkLst>
        </pc:spChg>
        <pc:spChg chg="mod">
          <ac:chgData name="Owais Ahmed" userId="6abc7d4556b3b071" providerId="LiveId" clId="{53B1629A-A9A8-4EA5-BFC7-E33077932B5F}" dt="2023-03-13T08:52:44.264" v="7778" actId="20577"/>
          <ac:spMkLst>
            <pc:docMk/>
            <pc:sldMk cId="2737715429" sldId="2498"/>
            <ac:spMk id="215" creationId="{00000000-0000-0000-0000-000000000000}"/>
          </ac:spMkLst>
        </pc:spChg>
      </pc:sldChg>
      <pc:sldChg chg="modSp add mod modAnim modNotesTx">
        <pc:chgData name="Owais Ahmed" userId="6abc7d4556b3b071" providerId="LiveId" clId="{53B1629A-A9A8-4EA5-BFC7-E33077932B5F}" dt="2023-03-13T09:10:48.046" v="9010" actId="20577"/>
        <pc:sldMkLst>
          <pc:docMk/>
          <pc:sldMk cId="1701565530" sldId="2499"/>
        </pc:sldMkLst>
        <pc:spChg chg="mod">
          <ac:chgData name="Owais Ahmed" userId="6abc7d4556b3b071" providerId="LiveId" clId="{53B1629A-A9A8-4EA5-BFC7-E33077932B5F}" dt="2023-03-13T09:10:23.407" v="8909" actId="20577"/>
          <ac:spMkLst>
            <pc:docMk/>
            <pc:sldMk cId="1701565530" sldId="2499"/>
            <ac:spMk id="3" creationId="{4A1C0383-58FE-E486-295E-B33B8683B938}"/>
          </ac:spMkLst>
        </pc:spChg>
        <pc:spChg chg="mod">
          <ac:chgData name="Owais Ahmed" userId="6abc7d4556b3b071" providerId="LiveId" clId="{53B1629A-A9A8-4EA5-BFC7-E33077932B5F}" dt="2023-03-13T09:03:52.685" v="8395" actId="20577"/>
          <ac:spMkLst>
            <pc:docMk/>
            <pc:sldMk cId="1701565530" sldId="2499"/>
            <ac:spMk id="215" creationId="{00000000-0000-0000-0000-000000000000}"/>
          </ac:spMkLst>
        </pc:spChg>
      </pc:sldChg>
      <pc:sldChg chg="modSp add mod addAnim delAnim modAnim modNotesTx">
        <pc:chgData name="Owais Ahmed" userId="6abc7d4556b3b071" providerId="LiveId" clId="{53B1629A-A9A8-4EA5-BFC7-E33077932B5F}" dt="2023-03-13T09:26:50.189" v="10297" actId="27636"/>
        <pc:sldMkLst>
          <pc:docMk/>
          <pc:sldMk cId="98145820" sldId="2500"/>
        </pc:sldMkLst>
        <pc:spChg chg="mod">
          <ac:chgData name="Owais Ahmed" userId="6abc7d4556b3b071" providerId="LiveId" clId="{53B1629A-A9A8-4EA5-BFC7-E33077932B5F}" dt="2023-03-13T09:26:50.189" v="10297" actId="27636"/>
          <ac:spMkLst>
            <pc:docMk/>
            <pc:sldMk cId="98145820" sldId="2500"/>
            <ac:spMk id="3" creationId="{4A1C0383-58FE-E486-295E-B33B8683B938}"/>
          </ac:spMkLst>
        </pc:spChg>
        <pc:spChg chg="mod">
          <ac:chgData name="Owais Ahmed" userId="6abc7d4556b3b071" providerId="LiveId" clId="{53B1629A-A9A8-4EA5-BFC7-E33077932B5F}" dt="2023-03-13T09:22:58.961" v="9960" actId="20577"/>
          <ac:spMkLst>
            <pc:docMk/>
            <pc:sldMk cId="98145820" sldId="2500"/>
            <ac:spMk id="215" creationId="{00000000-0000-0000-0000-000000000000}"/>
          </ac:spMkLst>
        </pc:spChg>
      </pc:sldChg>
      <pc:sldChg chg="del">
        <pc:chgData name="Owais Ahmed" userId="6abc7d4556b3b071" providerId="LiveId" clId="{53B1629A-A9A8-4EA5-BFC7-E33077932B5F}" dt="2023-03-13T06:25:38.161" v="5" actId="47"/>
        <pc:sldMkLst>
          <pc:docMk/>
          <pc:sldMk cId="910229267" sldId="2500"/>
        </pc:sldMkLst>
      </pc:sldChg>
      <pc:sldChg chg="add del">
        <pc:chgData name="Owais Ahmed" userId="6abc7d4556b3b071" providerId="LiveId" clId="{53B1629A-A9A8-4EA5-BFC7-E33077932B5F}" dt="2023-03-13T09:11:47.935" v="9012" actId="2890"/>
        <pc:sldMkLst>
          <pc:docMk/>
          <pc:sldMk cId="2494837473" sldId="2500"/>
        </pc:sldMkLst>
      </pc:sldChg>
      <pc:sldChg chg="modSp add mod modAnim modNotesTx">
        <pc:chgData name="Owais Ahmed" userId="6abc7d4556b3b071" providerId="LiveId" clId="{53B1629A-A9A8-4EA5-BFC7-E33077932B5F}" dt="2023-03-13T09:30:25.170" v="10669" actId="404"/>
        <pc:sldMkLst>
          <pc:docMk/>
          <pc:sldMk cId="349804789" sldId="2501"/>
        </pc:sldMkLst>
        <pc:spChg chg="mod">
          <ac:chgData name="Owais Ahmed" userId="6abc7d4556b3b071" providerId="LiveId" clId="{53B1629A-A9A8-4EA5-BFC7-E33077932B5F}" dt="2023-03-13T09:30:25.170" v="10669" actId="404"/>
          <ac:spMkLst>
            <pc:docMk/>
            <pc:sldMk cId="349804789" sldId="2501"/>
            <ac:spMk id="3" creationId="{4A1C0383-58FE-E486-295E-B33B8683B938}"/>
          </ac:spMkLst>
        </pc:spChg>
      </pc:sldChg>
      <pc:sldChg chg="del">
        <pc:chgData name="Owais Ahmed" userId="6abc7d4556b3b071" providerId="LiveId" clId="{53B1629A-A9A8-4EA5-BFC7-E33077932B5F}" dt="2023-03-13T06:25:37.987" v="4" actId="47"/>
        <pc:sldMkLst>
          <pc:docMk/>
          <pc:sldMk cId="1990280332" sldId="2501"/>
        </pc:sldMkLst>
      </pc:sldChg>
      <pc:sldChg chg="modSp add mod modAnim modNotesTx">
        <pc:chgData name="Owais Ahmed" userId="6abc7d4556b3b071" providerId="LiveId" clId="{53B1629A-A9A8-4EA5-BFC7-E33077932B5F}" dt="2023-03-13T10:06:29.183" v="11806" actId="20577"/>
        <pc:sldMkLst>
          <pc:docMk/>
          <pc:sldMk cId="366950723" sldId="2502"/>
        </pc:sldMkLst>
        <pc:spChg chg="mod">
          <ac:chgData name="Owais Ahmed" userId="6abc7d4556b3b071" providerId="LiveId" clId="{53B1629A-A9A8-4EA5-BFC7-E33077932B5F}" dt="2023-03-13T10:04:40.708" v="11603" actId="20577"/>
          <ac:spMkLst>
            <pc:docMk/>
            <pc:sldMk cId="366950723" sldId="2502"/>
            <ac:spMk id="3" creationId="{4A1C0383-58FE-E486-295E-B33B8683B938}"/>
          </ac:spMkLst>
        </pc:spChg>
      </pc:sldChg>
      <pc:sldChg chg="del">
        <pc:chgData name="Owais Ahmed" userId="6abc7d4556b3b071" providerId="LiveId" clId="{53B1629A-A9A8-4EA5-BFC7-E33077932B5F}" dt="2023-03-13T06:25:40.193" v="8" actId="47"/>
        <pc:sldMkLst>
          <pc:docMk/>
          <pc:sldMk cId="2738020370" sldId="2502"/>
        </pc:sldMkLst>
      </pc:sldChg>
      <pc:sldChg chg="modSp add mod modAnim modNotesTx">
        <pc:chgData name="Owais Ahmed" userId="6abc7d4556b3b071" providerId="LiveId" clId="{53B1629A-A9A8-4EA5-BFC7-E33077932B5F}" dt="2023-03-13T10:12:51.586" v="12526" actId="20577"/>
        <pc:sldMkLst>
          <pc:docMk/>
          <pc:sldMk cId="465789078" sldId="2503"/>
        </pc:sldMkLst>
        <pc:spChg chg="mod">
          <ac:chgData name="Owais Ahmed" userId="6abc7d4556b3b071" providerId="LiveId" clId="{53B1629A-A9A8-4EA5-BFC7-E33077932B5F}" dt="2023-03-13T10:12:51.586" v="12526" actId="20577"/>
          <ac:spMkLst>
            <pc:docMk/>
            <pc:sldMk cId="465789078" sldId="2503"/>
            <ac:spMk id="3" creationId="{4A1C0383-58FE-E486-295E-B33B8683B938}"/>
          </ac:spMkLst>
        </pc:spChg>
        <pc:spChg chg="mod">
          <ac:chgData name="Owais Ahmed" userId="6abc7d4556b3b071" providerId="LiveId" clId="{53B1629A-A9A8-4EA5-BFC7-E33077932B5F}" dt="2023-03-13T10:07:35.758" v="11824" actId="20577"/>
          <ac:spMkLst>
            <pc:docMk/>
            <pc:sldMk cId="465789078" sldId="2503"/>
            <ac:spMk id="215" creationId="{00000000-0000-0000-0000-000000000000}"/>
          </ac:spMkLst>
        </pc:spChg>
      </pc:sldChg>
      <pc:sldChg chg="del">
        <pc:chgData name="Owais Ahmed" userId="6abc7d4556b3b071" providerId="LiveId" clId="{53B1629A-A9A8-4EA5-BFC7-E33077932B5F}" dt="2023-03-13T06:25:41.751" v="9" actId="47"/>
        <pc:sldMkLst>
          <pc:docMk/>
          <pc:sldMk cId="1306189836" sldId="2503"/>
        </pc:sldMkLst>
      </pc:sldChg>
      <pc:sldChg chg="modSp add mod modAnim modNotesTx">
        <pc:chgData name="Owais Ahmed" userId="6abc7d4556b3b071" providerId="LiveId" clId="{53B1629A-A9A8-4EA5-BFC7-E33077932B5F}" dt="2023-03-13T10:21:37.602" v="13434" actId="20577"/>
        <pc:sldMkLst>
          <pc:docMk/>
          <pc:sldMk cId="4099730819" sldId="2504"/>
        </pc:sldMkLst>
        <pc:spChg chg="mod">
          <ac:chgData name="Owais Ahmed" userId="6abc7d4556b3b071" providerId="LiveId" clId="{53B1629A-A9A8-4EA5-BFC7-E33077932B5F}" dt="2023-03-13T10:21:37.602" v="13434" actId="20577"/>
          <ac:spMkLst>
            <pc:docMk/>
            <pc:sldMk cId="4099730819" sldId="2504"/>
            <ac:spMk id="3" creationId="{4A1C0383-58FE-E486-295E-B33B8683B938}"/>
          </ac:spMkLst>
        </pc:spChg>
      </pc:sldChg>
      <pc:sldChg chg="add del">
        <pc:chgData name="Owais Ahmed" userId="6abc7d4556b3b071" providerId="LiveId" clId="{53B1629A-A9A8-4EA5-BFC7-E33077932B5F}" dt="2023-03-13T10:18:11.279" v="12981" actId="2890"/>
        <pc:sldMkLst>
          <pc:docMk/>
          <pc:sldMk cId="3109491806" sldId="2505"/>
        </pc:sldMkLst>
      </pc:sldChg>
      <pc:sldMasterChg chg="delSldLayout">
        <pc:chgData name="Owais Ahmed" userId="6abc7d4556b3b071" providerId="LiveId" clId="{53B1629A-A9A8-4EA5-BFC7-E33077932B5F}" dt="2023-03-13T06:25:36.584" v="0" actId="47"/>
        <pc:sldMasterMkLst>
          <pc:docMk/>
          <pc:sldMasterMk cId="692820" sldId="2147483648"/>
        </pc:sldMasterMkLst>
        <pc:sldLayoutChg chg="del">
          <pc:chgData name="Owais Ahmed" userId="6abc7d4556b3b071" providerId="LiveId" clId="{53B1629A-A9A8-4EA5-BFC7-E33077932B5F}" dt="2023-03-13T06:25:36.584" v="0" actId="47"/>
          <pc:sldLayoutMkLst>
            <pc:docMk/>
            <pc:sldMasterMk cId="692820" sldId="2147483648"/>
            <pc:sldLayoutMk cId="561853196" sldId="2147483682"/>
          </pc:sldLayoutMkLst>
        </pc:sldLayoutChg>
      </pc:sldMasterChg>
    </pc:docChg>
  </pc:docChgLst>
  <pc:docChgLst>
    <pc:chgData name="Owais Ahmed" userId="6abc7d4556b3b071" providerId="LiveId" clId="{7A2E326C-3728-4F4E-962A-C55BA8FCDEE3}"/>
    <pc:docChg chg="undo custSel addSld delSld modSld sldOrd">
      <pc:chgData name="Owais Ahmed" userId="6abc7d4556b3b071" providerId="LiveId" clId="{7A2E326C-3728-4F4E-962A-C55BA8FCDEE3}" dt="2023-03-14T10:02:41.932" v="5722" actId="20577"/>
      <pc:docMkLst>
        <pc:docMk/>
      </pc:docMkLst>
      <pc:sldChg chg="modSp mod">
        <pc:chgData name="Owais Ahmed" userId="6abc7d4556b3b071" providerId="LiveId" clId="{7A2E326C-3728-4F4E-962A-C55BA8FCDEE3}" dt="2023-03-14T08:55:57.593" v="2358" actId="20577"/>
        <pc:sldMkLst>
          <pc:docMk/>
          <pc:sldMk cId="1649098948" sldId="2462"/>
        </pc:sldMkLst>
        <pc:spChg chg="mod">
          <ac:chgData name="Owais Ahmed" userId="6abc7d4556b3b071" providerId="LiveId" clId="{7A2E326C-3728-4F4E-962A-C55BA8FCDEE3}" dt="2023-03-14T08:55:57.593" v="2358" actId="20577"/>
          <ac:spMkLst>
            <pc:docMk/>
            <pc:sldMk cId="1649098948" sldId="2462"/>
            <ac:spMk id="6" creationId="{F3C89A40-EEAA-43AB-9A3A-B2CFDE450F1B}"/>
          </ac:spMkLst>
        </pc:spChg>
      </pc:sldChg>
      <pc:sldChg chg="del">
        <pc:chgData name="Owais Ahmed" userId="6abc7d4556b3b071" providerId="LiveId" clId="{7A2E326C-3728-4F4E-962A-C55BA8FCDEE3}" dt="2023-03-14T08:08:31.898" v="67" actId="47"/>
        <pc:sldMkLst>
          <pc:docMk/>
          <pc:sldMk cId="2426892836" sldId="2485"/>
        </pc:sldMkLst>
      </pc:sldChg>
      <pc:sldChg chg="del">
        <pc:chgData name="Owais Ahmed" userId="6abc7d4556b3b071" providerId="LiveId" clId="{7A2E326C-3728-4F4E-962A-C55BA8FCDEE3}" dt="2023-03-14T08:08:31.648" v="66" actId="47"/>
        <pc:sldMkLst>
          <pc:docMk/>
          <pc:sldMk cId="2564503825" sldId="2486"/>
        </pc:sldMkLst>
      </pc:sldChg>
      <pc:sldChg chg="del">
        <pc:chgData name="Owais Ahmed" userId="6abc7d4556b3b071" providerId="LiveId" clId="{7A2E326C-3728-4F4E-962A-C55BA8FCDEE3}" dt="2023-03-14T08:08:32.130" v="68" actId="47"/>
        <pc:sldMkLst>
          <pc:docMk/>
          <pc:sldMk cId="4176642933" sldId="2487"/>
        </pc:sldMkLst>
      </pc:sldChg>
      <pc:sldChg chg="del">
        <pc:chgData name="Owais Ahmed" userId="6abc7d4556b3b071" providerId="LiveId" clId="{7A2E326C-3728-4F4E-962A-C55BA8FCDEE3}" dt="2023-03-14T08:08:32.736" v="69" actId="47"/>
        <pc:sldMkLst>
          <pc:docMk/>
          <pc:sldMk cId="4039704136" sldId="2488"/>
        </pc:sldMkLst>
      </pc:sldChg>
      <pc:sldChg chg="del">
        <pc:chgData name="Owais Ahmed" userId="6abc7d4556b3b071" providerId="LiveId" clId="{7A2E326C-3728-4F4E-962A-C55BA8FCDEE3}" dt="2023-03-14T08:08:33.891" v="70" actId="47"/>
        <pc:sldMkLst>
          <pc:docMk/>
          <pc:sldMk cId="3325262481" sldId="2489"/>
        </pc:sldMkLst>
      </pc:sldChg>
      <pc:sldChg chg="modSp mod ord modAnim modNotesTx">
        <pc:chgData name="Owais Ahmed" userId="6abc7d4556b3b071" providerId="LiveId" clId="{7A2E326C-3728-4F4E-962A-C55BA8FCDEE3}" dt="2023-03-14T09:03:41.655" v="3128" actId="20577"/>
        <pc:sldMkLst>
          <pc:docMk/>
          <pc:sldMk cId="2171066017" sldId="2490"/>
        </pc:sldMkLst>
        <pc:spChg chg="mod">
          <ac:chgData name="Owais Ahmed" userId="6abc7d4556b3b071" providerId="LiveId" clId="{7A2E326C-3728-4F4E-962A-C55BA8FCDEE3}" dt="2023-03-14T09:02:50.209" v="3016" actId="20577"/>
          <ac:spMkLst>
            <pc:docMk/>
            <pc:sldMk cId="2171066017" sldId="2490"/>
            <ac:spMk id="3" creationId="{4A1C0383-58FE-E486-295E-B33B8683B938}"/>
          </ac:spMkLst>
        </pc:spChg>
        <pc:spChg chg="mod">
          <ac:chgData name="Owais Ahmed" userId="6abc7d4556b3b071" providerId="LiveId" clId="{7A2E326C-3728-4F4E-962A-C55BA8FCDEE3}" dt="2023-03-14T08:09:26.937" v="168" actId="20577"/>
          <ac:spMkLst>
            <pc:docMk/>
            <pc:sldMk cId="2171066017" sldId="2490"/>
            <ac:spMk id="215" creationId="{00000000-0000-0000-0000-000000000000}"/>
          </ac:spMkLst>
        </pc:spChg>
      </pc:sldChg>
      <pc:sldChg chg="modSp add mod modAnim modNotesTx">
        <pc:chgData name="Owais Ahmed" userId="6abc7d4556b3b071" providerId="LiveId" clId="{7A2E326C-3728-4F4E-962A-C55BA8FCDEE3}" dt="2023-03-14T08:21:00.539" v="1181" actId="20577"/>
        <pc:sldMkLst>
          <pc:docMk/>
          <pc:sldMk cId="1034671824" sldId="2491"/>
        </pc:sldMkLst>
        <pc:spChg chg="mod">
          <ac:chgData name="Owais Ahmed" userId="6abc7d4556b3b071" providerId="LiveId" clId="{7A2E326C-3728-4F4E-962A-C55BA8FCDEE3}" dt="2023-03-14T08:21:00.539" v="1181" actId="20577"/>
          <ac:spMkLst>
            <pc:docMk/>
            <pc:sldMk cId="1034671824" sldId="2491"/>
            <ac:spMk id="3" creationId="{4A1C0383-58FE-E486-295E-B33B8683B938}"/>
          </ac:spMkLst>
        </pc:spChg>
        <pc:spChg chg="mod">
          <ac:chgData name="Owais Ahmed" userId="6abc7d4556b3b071" providerId="LiveId" clId="{7A2E326C-3728-4F4E-962A-C55BA8FCDEE3}" dt="2023-03-14T08:15:37.246" v="689" actId="20577"/>
          <ac:spMkLst>
            <pc:docMk/>
            <pc:sldMk cId="1034671824" sldId="2491"/>
            <ac:spMk id="215" creationId="{00000000-0000-0000-0000-000000000000}"/>
          </ac:spMkLst>
        </pc:spChg>
      </pc:sldChg>
      <pc:sldChg chg="del">
        <pc:chgData name="Owais Ahmed" userId="6abc7d4556b3b071" providerId="LiveId" clId="{7A2E326C-3728-4F4E-962A-C55BA8FCDEE3}" dt="2023-03-14T08:08:35.844" v="71" actId="47"/>
        <pc:sldMkLst>
          <pc:docMk/>
          <pc:sldMk cId="3542561392" sldId="2491"/>
        </pc:sldMkLst>
      </pc:sldChg>
      <pc:sldChg chg="del">
        <pc:chgData name="Owais Ahmed" userId="6abc7d4556b3b071" providerId="LiveId" clId="{7A2E326C-3728-4F4E-962A-C55BA8FCDEE3}" dt="2023-03-14T08:08:36.060" v="72" actId="47"/>
        <pc:sldMkLst>
          <pc:docMk/>
          <pc:sldMk cId="140807305" sldId="2492"/>
        </pc:sldMkLst>
      </pc:sldChg>
      <pc:sldChg chg="modSp add mod ord modAnim">
        <pc:chgData name="Owais Ahmed" userId="6abc7d4556b3b071" providerId="LiveId" clId="{7A2E326C-3728-4F4E-962A-C55BA8FCDEE3}" dt="2023-03-14T08:30:27.433" v="1592" actId="27636"/>
        <pc:sldMkLst>
          <pc:docMk/>
          <pc:sldMk cId="536030068" sldId="2492"/>
        </pc:sldMkLst>
        <pc:spChg chg="mod">
          <ac:chgData name="Owais Ahmed" userId="6abc7d4556b3b071" providerId="LiveId" clId="{7A2E326C-3728-4F4E-962A-C55BA8FCDEE3}" dt="2023-03-14T08:30:27.433" v="1592" actId="27636"/>
          <ac:spMkLst>
            <pc:docMk/>
            <pc:sldMk cId="536030068" sldId="2492"/>
            <ac:spMk id="3" creationId="{4A1C0383-58FE-E486-295E-B33B8683B938}"/>
          </ac:spMkLst>
        </pc:spChg>
        <pc:spChg chg="mod">
          <ac:chgData name="Owais Ahmed" userId="6abc7d4556b3b071" providerId="LiveId" clId="{7A2E326C-3728-4F4E-962A-C55BA8FCDEE3}" dt="2023-03-14T08:23:33.966" v="1217" actId="20577"/>
          <ac:spMkLst>
            <pc:docMk/>
            <pc:sldMk cId="536030068" sldId="2492"/>
            <ac:spMk id="215" creationId="{00000000-0000-0000-0000-000000000000}"/>
          </ac:spMkLst>
        </pc:spChg>
      </pc:sldChg>
      <pc:sldChg chg="del">
        <pc:chgData name="Owais Ahmed" userId="6abc7d4556b3b071" providerId="LiveId" clId="{7A2E326C-3728-4F4E-962A-C55BA8FCDEE3}" dt="2023-03-14T08:08:37.425" v="75" actId="47"/>
        <pc:sldMkLst>
          <pc:docMk/>
          <pc:sldMk cId="291289866" sldId="2493"/>
        </pc:sldMkLst>
      </pc:sldChg>
      <pc:sldChg chg="modSp add mod ord modAnim modNotesTx">
        <pc:chgData name="Owais Ahmed" userId="6abc7d4556b3b071" providerId="LiveId" clId="{7A2E326C-3728-4F4E-962A-C55BA8FCDEE3}" dt="2023-03-14T08:55:41.968" v="2327" actId="20577"/>
        <pc:sldMkLst>
          <pc:docMk/>
          <pc:sldMk cId="1385104569" sldId="2493"/>
        </pc:sldMkLst>
        <pc:spChg chg="mod">
          <ac:chgData name="Owais Ahmed" userId="6abc7d4556b3b071" providerId="LiveId" clId="{7A2E326C-3728-4F4E-962A-C55BA8FCDEE3}" dt="2023-03-14T08:52:20.531" v="2259" actId="20577"/>
          <ac:spMkLst>
            <pc:docMk/>
            <pc:sldMk cId="1385104569" sldId="2493"/>
            <ac:spMk id="3" creationId="{4A1C0383-58FE-E486-295E-B33B8683B938}"/>
          </ac:spMkLst>
        </pc:spChg>
        <pc:spChg chg="mod">
          <ac:chgData name="Owais Ahmed" userId="6abc7d4556b3b071" providerId="LiveId" clId="{7A2E326C-3728-4F4E-962A-C55BA8FCDEE3}" dt="2023-03-14T08:55:41.968" v="2327" actId="20577"/>
          <ac:spMkLst>
            <pc:docMk/>
            <pc:sldMk cId="1385104569" sldId="2493"/>
            <ac:spMk id="215" creationId="{00000000-0000-0000-0000-000000000000}"/>
          </ac:spMkLst>
        </pc:spChg>
      </pc:sldChg>
      <pc:sldChg chg="del">
        <pc:chgData name="Owais Ahmed" userId="6abc7d4556b3b071" providerId="LiveId" clId="{7A2E326C-3728-4F4E-962A-C55BA8FCDEE3}" dt="2023-03-14T08:08:38.043" v="78" actId="47"/>
        <pc:sldMkLst>
          <pc:docMk/>
          <pc:sldMk cId="768229774" sldId="2494"/>
        </pc:sldMkLst>
      </pc:sldChg>
      <pc:sldChg chg="add del">
        <pc:chgData name="Owais Ahmed" userId="6abc7d4556b3b071" providerId="LiveId" clId="{7A2E326C-3728-4F4E-962A-C55BA8FCDEE3}" dt="2023-03-14T08:58:46.348" v="2586" actId="2890"/>
        <pc:sldMkLst>
          <pc:docMk/>
          <pc:sldMk cId="1268028680" sldId="2494"/>
        </pc:sldMkLst>
      </pc:sldChg>
      <pc:sldChg chg="modSp add mod ord modAnim">
        <pc:chgData name="Owais Ahmed" userId="6abc7d4556b3b071" providerId="LiveId" clId="{7A2E326C-3728-4F4E-962A-C55BA8FCDEE3}" dt="2023-03-14T09:33:16.316" v="4057" actId="20577"/>
        <pc:sldMkLst>
          <pc:docMk/>
          <pc:sldMk cId="3703529031" sldId="2494"/>
        </pc:sldMkLst>
        <pc:spChg chg="mod">
          <ac:chgData name="Owais Ahmed" userId="6abc7d4556b3b071" providerId="LiveId" clId="{7A2E326C-3728-4F4E-962A-C55BA8FCDEE3}" dt="2023-03-14T09:33:16.316" v="4057" actId="20577"/>
          <ac:spMkLst>
            <pc:docMk/>
            <pc:sldMk cId="3703529031" sldId="2494"/>
            <ac:spMk id="3" creationId="{4A1C0383-58FE-E486-295E-B33B8683B938}"/>
          </ac:spMkLst>
        </pc:spChg>
        <pc:spChg chg="mod">
          <ac:chgData name="Owais Ahmed" userId="6abc7d4556b3b071" providerId="LiveId" clId="{7A2E326C-3728-4F4E-962A-C55BA8FCDEE3}" dt="2023-03-14T09:02:31.908" v="2965" actId="20577"/>
          <ac:spMkLst>
            <pc:docMk/>
            <pc:sldMk cId="3703529031" sldId="2494"/>
            <ac:spMk id="215" creationId="{00000000-0000-0000-0000-000000000000}"/>
          </ac:spMkLst>
        </pc:spChg>
      </pc:sldChg>
      <pc:sldChg chg="del">
        <pc:chgData name="Owais Ahmed" userId="6abc7d4556b3b071" providerId="LiveId" clId="{7A2E326C-3728-4F4E-962A-C55BA8FCDEE3}" dt="2023-03-14T08:08:38.285" v="79" actId="47"/>
        <pc:sldMkLst>
          <pc:docMk/>
          <pc:sldMk cId="232042637" sldId="2495"/>
        </pc:sldMkLst>
      </pc:sldChg>
      <pc:sldChg chg="modSp add mod modAnim modNotesTx">
        <pc:chgData name="Owais Ahmed" userId="6abc7d4556b3b071" providerId="LiveId" clId="{7A2E326C-3728-4F4E-962A-C55BA8FCDEE3}" dt="2023-03-14T09:52:40.543" v="4697" actId="20577"/>
        <pc:sldMkLst>
          <pc:docMk/>
          <pc:sldMk cId="1437269240" sldId="2495"/>
        </pc:sldMkLst>
        <pc:spChg chg="mod">
          <ac:chgData name="Owais Ahmed" userId="6abc7d4556b3b071" providerId="LiveId" clId="{7A2E326C-3728-4F4E-962A-C55BA8FCDEE3}" dt="2023-03-14T09:52:40.543" v="4697" actId="20577"/>
          <ac:spMkLst>
            <pc:docMk/>
            <pc:sldMk cId="1437269240" sldId="2495"/>
            <ac:spMk id="3" creationId="{4A1C0383-58FE-E486-295E-B33B8683B938}"/>
          </ac:spMkLst>
        </pc:spChg>
      </pc:sldChg>
      <pc:sldChg chg="new del">
        <pc:chgData name="Owais Ahmed" userId="6abc7d4556b3b071" providerId="LiveId" clId="{7A2E326C-3728-4F4E-962A-C55BA8FCDEE3}" dt="2023-03-14T09:01:03.883" v="2891" actId="680"/>
        <pc:sldMkLst>
          <pc:docMk/>
          <pc:sldMk cId="2318419270" sldId="2495"/>
        </pc:sldMkLst>
      </pc:sldChg>
      <pc:sldChg chg="modSp add mod modAnim modNotesTx">
        <pc:chgData name="Owais Ahmed" userId="6abc7d4556b3b071" providerId="LiveId" clId="{7A2E326C-3728-4F4E-962A-C55BA8FCDEE3}" dt="2023-03-14T10:02:41.932" v="5722" actId="20577"/>
        <pc:sldMkLst>
          <pc:docMk/>
          <pc:sldMk cId="3627983074" sldId="2496"/>
        </pc:sldMkLst>
        <pc:spChg chg="mod">
          <ac:chgData name="Owais Ahmed" userId="6abc7d4556b3b071" providerId="LiveId" clId="{7A2E326C-3728-4F4E-962A-C55BA8FCDEE3}" dt="2023-03-14T10:02:41.932" v="5722" actId="20577"/>
          <ac:spMkLst>
            <pc:docMk/>
            <pc:sldMk cId="3627983074" sldId="2496"/>
            <ac:spMk id="3" creationId="{4A1C0383-58FE-E486-295E-B33B8683B938}"/>
          </ac:spMkLst>
        </pc:spChg>
      </pc:sldChg>
      <pc:sldChg chg="del">
        <pc:chgData name="Owais Ahmed" userId="6abc7d4556b3b071" providerId="LiveId" clId="{7A2E326C-3728-4F4E-962A-C55BA8FCDEE3}" dt="2023-03-14T08:08:36.354" v="73" actId="47"/>
        <pc:sldMkLst>
          <pc:docMk/>
          <pc:sldMk cId="3980957688" sldId="2496"/>
        </pc:sldMkLst>
      </pc:sldChg>
      <pc:sldChg chg="del">
        <pc:chgData name="Owais Ahmed" userId="6abc7d4556b3b071" providerId="LiveId" clId="{7A2E326C-3728-4F4E-962A-C55BA8FCDEE3}" dt="2023-03-14T08:08:37.612" v="76" actId="47"/>
        <pc:sldMkLst>
          <pc:docMk/>
          <pc:sldMk cId="3124922675" sldId="2497"/>
        </pc:sldMkLst>
      </pc:sldChg>
      <pc:sldChg chg="del">
        <pc:chgData name="Owais Ahmed" userId="6abc7d4556b3b071" providerId="LiveId" clId="{7A2E326C-3728-4F4E-962A-C55BA8FCDEE3}" dt="2023-03-14T08:08:37.789" v="77" actId="47"/>
        <pc:sldMkLst>
          <pc:docMk/>
          <pc:sldMk cId="2737715429" sldId="2498"/>
        </pc:sldMkLst>
      </pc:sldChg>
      <pc:sldChg chg="del">
        <pc:chgData name="Owais Ahmed" userId="6abc7d4556b3b071" providerId="LiveId" clId="{7A2E326C-3728-4F4E-962A-C55BA8FCDEE3}" dt="2023-03-14T08:08:37.223" v="74" actId="47"/>
        <pc:sldMkLst>
          <pc:docMk/>
          <pc:sldMk cId="1701565530" sldId="2499"/>
        </pc:sldMkLst>
      </pc:sldChg>
      <pc:sldChg chg="del">
        <pc:chgData name="Owais Ahmed" userId="6abc7d4556b3b071" providerId="LiveId" clId="{7A2E326C-3728-4F4E-962A-C55BA8FCDEE3}" dt="2023-03-14T08:08:38.529" v="80" actId="47"/>
        <pc:sldMkLst>
          <pc:docMk/>
          <pc:sldMk cId="98145820" sldId="2500"/>
        </pc:sldMkLst>
      </pc:sldChg>
      <pc:sldChg chg="del">
        <pc:chgData name="Owais Ahmed" userId="6abc7d4556b3b071" providerId="LiveId" clId="{7A2E326C-3728-4F4E-962A-C55BA8FCDEE3}" dt="2023-03-14T08:08:40.399" v="81" actId="47"/>
        <pc:sldMkLst>
          <pc:docMk/>
          <pc:sldMk cId="349804789" sldId="2501"/>
        </pc:sldMkLst>
      </pc:sldChg>
      <pc:sldChg chg="del">
        <pc:chgData name="Owais Ahmed" userId="6abc7d4556b3b071" providerId="LiveId" clId="{7A2E326C-3728-4F4E-962A-C55BA8FCDEE3}" dt="2023-03-14T08:08:41.244" v="82" actId="47"/>
        <pc:sldMkLst>
          <pc:docMk/>
          <pc:sldMk cId="366950723" sldId="2502"/>
        </pc:sldMkLst>
      </pc:sldChg>
      <pc:sldChg chg="del">
        <pc:chgData name="Owais Ahmed" userId="6abc7d4556b3b071" providerId="LiveId" clId="{7A2E326C-3728-4F4E-962A-C55BA8FCDEE3}" dt="2023-03-14T08:08:42.509" v="83" actId="47"/>
        <pc:sldMkLst>
          <pc:docMk/>
          <pc:sldMk cId="465789078" sldId="2503"/>
        </pc:sldMkLst>
      </pc:sldChg>
      <pc:sldChg chg="del">
        <pc:chgData name="Owais Ahmed" userId="6abc7d4556b3b071" providerId="LiveId" clId="{7A2E326C-3728-4F4E-962A-C55BA8FCDEE3}" dt="2023-03-14T08:08:43.518" v="84" actId="47"/>
        <pc:sldMkLst>
          <pc:docMk/>
          <pc:sldMk cId="4099730819" sldId="2504"/>
        </pc:sldMkLst>
      </pc:sldChg>
    </pc:docChg>
  </pc:docChgLst>
  <pc:docChgLst>
    <pc:chgData name="Owais Ahmed" userId="6abc7d4556b3b071" providerId="LiveId" clId="{AB6DC2C0-2B82-4469-807F-AF9BAF6596AB}"/>
    <pc:docChg chg="modSld">
      <pc:chgData name="Owais Ahmed" userId="6abc7d4556b3b071" providerId="LiveId" clId="{AB6DC2C0-2B82-4469-807F-AF9BAF6596AB}" dt="2023-10-07T07:19:11.764" v="0"/>
      <pc:docMkLst>
        <pc:docMk/>
      </pc:docMkLst>
      <pc:sldChg chg="modSp mod">
        <pc:chgData name="Owais Ahmed" userId="6abc7d4556b3b071" providerId="LiveId" clId="{AB6DC2C0-2B82-4469-807F-AF9BAF6596AB}" dt="2023-10-07T07:19:11.764" v="0"/>
        <pc:sldMkLst>
          <pc:docMk/>
          <pc:sldMk cId="3927832306" sldId="2448"/>
        </pc:sldMkLst>
        <pc:spChg chg="mod">
          <ac:chgData name="Owais Ahmed" userId="6abc7d4556b3b071" providerId="LiveId" clId="{AB6DC2C0-2B82-4469-807F-AF9BAF6596AB}" dt="2023-10-07T07:19:11.764" v="0"/>
          <ac:spMkLst>
            <pc:docMk/>
            <pc:sldMk cId="3927832306" sldId="2448"/>
            <ac:spMk id="9" creationId="{79DC1498-E692-42BA-B69F-6D37E6CFACA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13-Nov-23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13-Nov-23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Angular JS is one stop shop for building SPA’s. React is only a client-side library and uses plenty of 3</a:t>
            </a:r>
            <a:r>
              <a:rPr lang="en-US" baseline="30000" dirty="0"/>
              <a:t>rd</a:t>
            </a:r>
            <a:r>
              <a:rPr lang="en-US" dirty="0"/>
              <a:t> party components like Redux and </a:t>
            </a:r>
            <a:r>
              <a:rPr lang="en-US" dirty="0" err="1"/>
              <a:t>Axios</a:t>
            </a:r>
            <a:r>
              <a:rPr lang="en-US" dirty="0"/>
              <a:t> to achieve the same objectives.</a:t>
            </a:r>
          </a:p>
          <a:p>
            <a:pPr marL="228600" indent="-228600">
              <a:buAutoNum type="arabicPeriod"/>
            </a:pPr>
            <a:r>
              <a:rPr lang="en-US" dirty="0"/>
              <a:t>These days, JS libraries and frameworks are popping like corn in microwave oven. I hear good things about Next.JS and Bun, but as a beginner, you must be cautious.</a:t>
            </a:r>
          </a:p>
          <a:p>
            <a:pPr marL="228600" indent="-228600">
              <a:buAutoNum type="arabicPeriod"/>
            </a:pPr>
            <a:r>
              <a:rPr lang="en-US" dirty="0"/>
              <a:t>React updates DOM only when needed, otherwise in-memory virtual DOMs are used.</a:t>
            </a:r>
          </a:p>
          <a:p>
            <a:pPr marL="228600" indent="-228600">
              <a:buAutoNum type="arabicPeriod"/>
            </a:pPr>
            <a:r>
              <a:rPr lang="en-US" dirty="0"/>
              <a:t>Visit https://create-react-app.dev</a:t>
            </a:r>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3438186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Bear in mind that the virtual DOMs are not required for non-SPA’s as the whole document gets refreshed on each action anyway.</a:t>
            </a:r>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4117527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t>Bear in mind that the virtual DOMs are not required for non-SPA’s as the whole document gets refreshed on each action anyway.</a:t>
            </a:r>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2496786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3372477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The </a:t>
            </a:r>
            <a:r>
              <a:rPr lang="en-US" dirty="0" err="1"/>
              <a:t>npm</a:t>
            </a:r>
            <a:r>
              <a:rPr lang="en-US" dirty="0"/>
              <a:t> comes with Node.JS as a package manager for people to share their code packages.</a:t>
            </a:r>
          </a:p>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2804349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1539329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4065568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Package file </a:t>
            </a:r>
            <a:r>
              <a:rPr lang="en-US" sz="1200" dirty="0"/>
              <a:t>contains information including name, version, dependency libraries, settings for development, testing and production environments, and more</a:t>
            </a:r>
          </a:p>
          <a:p>
            <a:pPr marL="228600" indent="-228600">
              <a:buAutoNum type="arabicPeriod"/>
            </a:pPr>
            <a:r>
              <a:rPr lang="en-US" sz="1200" dirty="0"/>
              <a:t>README.md is Markdown file for project documentation.</a:t>
            </a:r>
          </a:p>
          <a:p>
            <a:pPr marL="228600" indent="-228600">
              <a:buAutoNum type="arabicPeriod"/>
            </a:pPr>
            <a:r>
              <a:rPr lang="en-US" sz="1200" dirty="0"/>
              <a:t>.</a:t>
            </a:r>
            <a:r>
              <a:rPr lang="en-US" sz="1200" dirty="0" err="1"/>
              <a:t>gitignore</a:t>
            </a:r>
            <a:r>
              <a:rPr lang="en-US" sz="1200" dirty="0"/>
              <a:t> is used by Git to skip all files and directories which will not be tracked.</a:t>
            </a:r>
          </a:p>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2776515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The </a:t>
            </a:r>
            <a:r>
              <a:rPr lang="en-US" dirty="0" err="1"/>
              <a:t>npm</a:t>
            </a:r>
            <a:r>
              <a:rPr lang="en-US" dirty="0"/>
              <a:t> comes with Node.JS as a package manager for people to share their code packages.</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16910589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Switch to </a:t>
            </a:r>
            <a:r>
              <a:rPr lang="en-US" dirty="0" err="1"/>
              <a:t>VSCode</a:t>
            </a:r>
            <a:r>
              <a:rPr lang="en-US" dirty="0"/>
              <a:t> and explain index.js</a:t>
            </a:r>
          </a:p>
          <a:p>
            <a:pPr marL="228600" indent="-228600">
              <a:buAutoNum type="arabicPeriod"/>
            </a:pPr>
            <a:r>
              <a:rPr lang="en-US" dirty="0"/>
              <a:t>The HTML-looking code inside App.js is NOT HTML, but JSX (JavaScript XML). It’s a combination of JavaScript and HTML tags. JSX is case-sensitive.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t>The component names must start with Capital letter. </a:t>
            </a:r>
            <a:r>
              <a:rPr lang="en-US" dirty="0"/>
              <a:t>Low-case components are considered regular HTML elements by React</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err="1"/>
              <a:t>Transpiling</a:t>
            </a:r>
            <a:r>
              <a:rPr lang="en-US" dirty="0"/>
              <a:t> is the process of interpreting code from programming language and translating into code of another programming language. Babel is a popular JS </a:t>
            </a:r>
            <a:r>
              <a:rPr lang="en-US" dirty="0" err="1"/>
              <a:t>transpiler</a:t>
            </a:r>
            <a:r>
              <a:rPr lang="en-US" dirty="0"/>
              <a:t>.</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19279625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2266050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800" dirty="0"/>
              <a:t>If the child component is allowed to change the status to “inactive”, then Companion may or may not have “inactive” as its status, depending on whether Owner has changed the status or not. This will basically turn status into a global variable, which leads to inconsistent behaviour.</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30268578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1184835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15269039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29069033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Routers are not built-in. You need to install them using: </a:t>
            </a:r>
            <a:r>
              <a:rPr lang="en-US" dirty="0" err="1"/>
              <a:t>npm</a:t>
            </a:r>
            <a:r>
              <a:rPr lang="en-US" dirty="0"/>
              <a:t> install react-router-dom@6</a:t>
            </a:r>
          </a:p>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33278691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20</a:t>
            </a:fld>
            <a:endParaRPr lang="en-US" dirty="0"/>
          </a:p>
        </p:txBody>
      </p:sp>
    </p:spTree>
    <p:extLst>
      <p:ext uri="{BB962C8B-B14F-4D97-AF65-F5344CB8AC3E}">
        <p14:creationId xmlns:p14="http://schemas.microsoft.com/office/powerpoint/2010/main" val="2874381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21</a:t>
            </a:fld>
            <a:endParaRPr lang="en-US" dirty="0"/>
          </a:p>
        </p:txBody>
      </p:sp>
    </p:spTree>
    <p:extLst>
      <p:ext uri="{BB962C8B-B14F-4D97-AF65-F5344CB8AC3E}">
        <p14:creationId xmlns:p14="http://schemas.microsoft.com/office/powerpoint/2010/main" val="23062281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22</a:t>
            </a:fld>
            <a:endParaRPr lang="en-US" dirty="0"/>
          </a:p>
        </p:txBody>
      </p:sp>
    </p:spTree>
    <p:extLst>
      <p:ext uri="{BB962C8B-B14F-4D97-AF65-F5344CB8AC3E}">
        <p14:creationId xmlns:p14="http://schemas.microsoft.com/office/powerpoint/2010/main" val="21379328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23</a:t>
            </a:fld>
            <a:endParaRPr lang="en-US" dirty="0"/>
          </a:p>
        </p:txBody>
      </p:sp>
    </p:spTree>
    <p:extLst>
      <p:ext uri="{BB962C8B-B14F-4D97-AF65-F5344CB8AC3E}">
        <p14:creationId xmlns:p14="http://schemas.microsoft.com/office/powerpoint/2010/main" val="1396238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24</a:t>
            </a:fld>
            <a:endParaRPr lang="en-US" dirty="0"/>
          </a:p>
        </p:txBody>
      </p:sp>
    </p:spTree>
    <p:extLst>
      <p:ext uri="{BB962C8B-B14F-4D97-AF65-F5344CB8AC3E}">
        <p14:creationId xmlns:p14="http://schemas.microsoft.com/office/powerpoint/2010/main" val="580456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image" Target="../media/image8.png"/><Relationship Id="rId3" Type="http://schemas.microsoft.com/office/2007/relationships/hdphoto" Target="../media/hdphoto1.wdp"/><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MOBILE APPLICATION </a:t>
            </a:r>
            <a:r>
              <a:rPr lang="en-US" sz="5400" b="1"/>
              <a:t>Development (114155)</a:t>
            </a:r>
            <a:endParaRPr lang="en-US" sz="5400" b="1" dirty="0"/>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392783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20" y="1811215"/>
            <a:ext cx="4114800" cy="4403858"/>
          </a:xfrm>
        </p:spPr>
        <p:txBody>
          <a:bodyPr/>
          <a:lstStyle/>
          <a:p>
            <a:r>
              <a:rPr lang="en-US" dirty="0">
                <a:solidFill>
                  <a:srgbClr val="404040"/>
                </a:solidFill>
                <a:latin typeface="Trebuchet MS" panose="020B0603020202020204" pitchFamily="34" charset="0"/>
              </a:rPr>
              <a:t>Introduction to React</a:t>
            </a:r>
          </a:p>
          <a:p>
            <a:r>
              <a:rPr lang="en-US" dirty="0">
                <a:solidFill>
                  <a:srgbClr val="404040"/>
                </a:solidFill>
                <a:latin typeface="Trebuchet MS" panose="020B0603020202020204" pitchFamily="34" charset="0"/>
              </a:rPr>
              <a:t>Pre-requisites</a:t>
            </a:r>
          </a:p>
          <a:p>
            <a:r>
              <a:rPr lang="en-US" dirty="0">
                <a:solidFill>
                  <a:srgbClr val="404040"/>
                </a:solidFill>
                <a:latin typeface="Trebuchet MS" panose="020B0603020202020204" pitchFamily="34" charset="0"/>
              </a:rPr>
              <a:t>Creating a React App</a:t>
            </a:r>
          </a:p>
          <a:p>
            <a:r>
              <a:rPr lang="en-US" dirty="0">
                <a:solidFill>
                  <a:srgbClr val="404040"/>
                </a:solidFill>
                <a:latin typeface="Trebuchet MS" panose="020B0603020202020204" pitchFamily="34" charset="0"/>
              </a:rPr>
              <a:t>React Components</a:t>
            </a:r>
          </a:p>
          <a:p>
            <a:r>
              <a:rPr lang="en-US" dirty="0">
                <a:solidFill>
                  <a:srgbClr val="404040"/>
                </a:solidFill>
                <a:latin typeface="Trebuchet MS" panose="020B0603020202020204" pitchFamily="34" charset="0"/>
              </a:rPr>
              <a:t>Props</a:t>
            </a:r>
          </a:p>
          <a:p>
            <a:r>
              <a:rPr lang="en-US" dirty="0">
                <a:solidFill>
                  <a:srgbClr val="404040"/>
                </a:solidFill>
                <a:latin typeface="Trebuchet MS" panose="020B0603020202020204" pitchFamily="34" charset="0"/>
              </a:rPr>
              <a:t>Styling in React</a:t>
            </a:r>
          </a:p>
          <a:p>
            <a:r>
              <a:rPr lang="en-US" dirty="0">
                <a:solidFill>
                  <a:srgbClr val="404040"/>
                </a:solidFill>
                <a:latin typeface="Trebuchet MS" panose="020B0603020202020204" pitchFamily="34" charset="0"/>
              </a:rPr>
              <a:t>Handling Events</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20" y="1811215"/>
            <a:ext cx="4114800" cy="4403858"/>
          </a:xfrm>
        </p:spPr>
        <p:txBody>
          <a:bodyPr/>
          <a:lstStyle/>
          <a:p>
            <a:r>
              <a:rPr lang="en-US" dirty="0">
                <a:solidFill>
                  <a:srgbClr val="404040"/>
                </a:solidFill>
                <a:latin typeface="Trebuchet MS" panose="020B0603020202020204" pitchFamily="34" charset="0"/>
              </a:rPr>
              <a:t>Unidirectional Data Flow</a:t>
            </a:r>
          </a:p>
          <a:p>
            <a:r>
              <a:rPr lang="en-US" dirty="0">
                <a:solidFill>
                  <a:srgbClr val="404040"/>
                </a:solidFill>
                <a:latin typeface="Trebuchet MS" panose="020B0603020202020204" pitchFamily="34" charset="0"/>
              </a:rPr>
              <a:t>States/State Hook</a:t>
            </a:r>
          </a:p>
          <a:p>
            <a:r>
              <a:rPr lang="en-US" dirty="0">
                <a:solidFill>
                  <a:srgbClr val="404040"/>
                </a:solidFill>
                <a:latin typeface="Trebuchet MS" panose="020B0603020202020204" pitchFamily="34" charset="0"/>
              </a:rPr>
              <a:t>Linking and Routing</a:t>
            </a:r>
          </a:p>
          <a:p>
            <a:r>
              <a:rPr lang="en-US" dirty="0">
                <a:solidFill>
                  <a:srgbClr val="404040"/>
                </a:solidFill>
                <a:latin typeface="Trebuchet MS" panose="020B0603020202020204" pitchFamily="34" charset="0"/>
              </a:rPr>
              <a:t>Managing Assets</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3</a:t>
            </a:fld>
            <a:endParaRPr lang="en-US" dirty="0"/>
          </a:p>
        </p:txBody>
      </p:sp>
    </p:spTree>
    <p:extLst>
      <p:ext uri="{BB962C8B-B14F-4D97-AF65-F5344CB8AC3E}">
        <p14:creationId xmlns:p14="http://schemas.microsoft.com/office/powerpoint/2010/main" val="2566728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Introduction to React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4000" dirty="0"/>
              <a:t>Facebook, after spending a decade on its first version on PHP moved to a home-built Web App library</a:t>
            </a:r>
          </a:p>
          <a:p>
            <a:pPr>
              <a:lnSpc>
                <a:spcPct val="120000"/>
              </a:lnSpc>
              <a:buFont typeface="Wingdings" panose="05000000000000000000" pitchFamily="2" charset="2"/>
              <a:buChar char="§"/>
            </a:pPr>
            <a:r>
              <a:rPr lang="en-US" sz="4000" dirty="0"/>
              <a:t>Facebook, Instagram, Messenger, Airbnb, …</a:t>
            </a:r>
          </a:p>
          <a:p>
            <a:pPr>
              <a:lnSpc>
                <a:spcPct val="120000"/>
              </a:lnSpc>
              <a:buFont typeface="Wingdings" panose="05000000000000000000" pitchFamily="2" charset="2"/>
              <a:buChar char="§"/>
            </a:pPr>
            <a:r>
              <a:rPr lang="en-US" sz="4000" dirty="0"/>
              <a:t>React is an open-source JavaScript Library with a strong community and plenty of 3</a:t>
            </a:r>
            <a:r>
              <a:rPr lang="en-US" sz="4000" baseline="30000" dirty="0"/>
              <a:t>rd</a:t>
            </a:r>
            <a:r>
              <a:rPr lang="en-US" sz="4000" dirty="0"/>
              <a:t> party plugins</a:t>
            </a:r>
          </a:p>
          <a:p>
            <a:pPr>
              <a:lnSpc>
                <a:spcPct val="120000"/>
              </a:lnSpc>
              <a:buFont typeface="Wingdings" panose="05000000000000000000" pitchFamily="2" charset="2"/>
              <a:buChar char="§"/>
            </a:pPr>
            <a:r>
              <a:rPr lang="en-US" sz="3800" dirty="0"/>
              <a:t>NOT an OOP language. Rather uses Compositions (like Legos)</a:t>
            </a:r>
          </a:p>
          <a:p>
            <a:pPr>
              <a:lnSpc>
                <a:spcPct val="120000"/>
              </a:lnSpc>
              <a:buFont typeface="Wingdings" panose="05000000000000000000" pitchFamily="2" charset="2"/>
              <a:buChar char="§"/>
            </a:pPr>
            <a:r>
              <a:rPr lang="en-US" sz="3800" dirty="0"/>
              <a:t>React is NOT like AngularJS</a:t>
            </a:r>
          </a:p>
          <a:p>
            <a:pPr>
              <a:lnSpc>
                <a:spcPct val="120000"/>
              </a:lnSpc>
              <a:buFont typeface="Wingdings" panose="05000000000000000000" pitchFamily="2" charset="2"/>
              <a:buChar char="§"/>
            </a:pPr>
            <a:r>
              <a:rPr lang="en-US" sz="3800" dirty="0"/>
              <a:t>Single-Page Apps</a:t>
            </a:r>
          </a:p>
          <a:p>
            <a:pPr>
              <a:lnSpc>
                <a:spcPct val="120000"/>
              </a:lnSpc>
              <a:buFont typeface="Wingdings" panose="05000000000000000000" pitchFamily="2" charset="2"/>
              <a:buChar char="§"/>
            </a:pPr>
            <a:r>
              <a:rPr lang="en-US" sz="3800" dirty="0"/>
              <a:t>Virtual DOMs, the heart of React</a:t>
            </a:r>
          </a:p>
        </p:txBody>
      </p:sp>
    </p:spTree>
    <p:extLst>
      <p:ext uri="{BB962C8B-B14F-4D97-AF65-F5344CB8AC3E}">
        <p14:creationId xmlns:p14="http://schemas.microsoft.com/office/powerpoint/2010/main" val="2171066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DOM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DOM or Document-Object Model is one of the bottlenecks when using JavaScript to interact with HTML.</a:t>
            </a:r>
          </a:p>
          <a:p>
            <a:pPr>
              <a:lnSpc>
                <a:spcPct val="120000"/>
              </a:lnSpc>
              <a:buFont typeface="Wingdings" panose="05000000000000000000" pitchFamily="2" charset="2"/>
              <a:buChar char="§"/>
            </a:pPr>
            <a:r>
              <a:rPr lang="en-US" sz="3800" dirty="0"/>
              <a:t>HTML document is a file in XML format.</a:t>
            </a:r>
          </a:p>
          <a:p>
            <a:pPr>
              <a:lnSpc>
                <a:spcPct val="120000"/>
              </a:lnSpc>
              <a:buFont typeface="Wingdings" panose="05000000000000000000" pitchFamily="2" charset="2"/>
              <a:buChar char="§"/>
            </a:pPr>
            <a:r>
              <a:rPr lang="en-US" sz="3800" dirty="0"/>
              <a:t>JavaScript is a programming language which uses objects.</a:t>
            </a:r>
          </a:p>
          <a:p>
            <a:pPr>
              <a:lnSpc>
                <a:spcPct val="120000"/>
              </a:lnSpc>
              <a:buFont typeface="Wingdings" panose="05000000000000000000" pitchFamily="2" charset="2"/>
              <a:buChar char="§"/>
            </a:pPr>
            <a:r>
              <a:rPr lang="en-US" sz="3800" dirty="0"/>
              <a:t>Both are incompatible. Therefore, DOM is used to act as a broker. In the simplest terms, DOM is a data structure, which converts a JavaScript object into HTML document and vice versa.</a:t>
            </a:r>
          </a:p>
          <a:p>
            <a:pPr>
              <a:lnSpc>
                <a:spcPct val="120000"/>
              </a:lnSpc>
              <a:buFont typeface="Wingdings" panose="05000000000000000000" pitchFamily="2" charset="2"/>
              <a:buChar char="§"/>
            </a:pPr>
            <a:r>
              <a:rPr lang="en-US" sz="3800" dirty="0"/>
              <a:t>The problem? Each time there’s a change in JavaScript object, the DOM must be updated and search/update in an HTML document is slow.</a:t>
            </a:r>
          </a:p>
        </p:txBody>
      </p:sp>
    </p:spTree>
    <p:extLst>
      <p:ext uri="{BB962C8B-B14F-4D97-AF65-F5344CB8AC3E}">
        <p14:creationId xmlns:p14="http://schemas.microsoft.com/office/powerpoint/2010/main" val="3193933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Virtual DOM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1473865"/>
          </a:xfrm>
          <a:prstGeom prst="rect">
            <a:avLst/>
          </a:prstGeom>
        </p:spPr>
        <p:txBody>
          <a:bodyPr numCol="2">
            <a:normAutofit fontScale="5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err="1"/>
              <a:t>React’s</a:t>
            </a:r>
            <a:r>
              <a:rPr lang="en-US" sz="3800" dirty="0"/>
              <a:t> solution. Keep a copy of DOM in memory as tree.</a:t>
            </a:r>
          </a:p>
          <a:p>
            <a:pPr>
              <a:lnSpc>
                <a:spcPct val="120000"/>
              </a:lnSpc>
              <a:buFont typeface="Wingdings" panose="05000000000000000000" pitchFamily="2" charset="2"/>
              <a:buChar char="§"/>
            </a:pPr>
            <a:r>
              <a:rPr lang="en-US" sz="3800" dirty="0"/>
              <a:t>Web page is compared with V-DOM on event triggers to see which element to update.</a:t>
            </a:r>
          </a:p>
          <a:p>
            <a:pPr>
              <a:lnSpc>
                <a:spcPct val="120000"/>
              </a:lnSpc>
              <a:buFont typeface="Wingdings" panose="05000000000000000000" pitchFamily="2" charset="2"/>
              <a:buChar char="§"/>
            </a:pPr>
            <a:r>
              <a:rPr lang="en-US" sz="3800" dirty="0"/>
              <a:t>Update the actual DOM when necessary, in the background.</a:t>
            </a:r>
          </a:p>
        </p:txBody>
      </p:sp>
      <p:pic>
        <p:nvPicPr>
          <p:cNvPr id="1028" name="Picture 4" descr="What is the virtual DOM? How does react use the virtual DOM to render ...">
            <a:extLst>
              <a:ext uri="{FF2B5EF4-FFF2-40B4-BE49-F238E27FC236}">
                <a16:creationId xmlns:a16="http://schemas.microsoft.com/office/drawing/2014/main" id="{16745832-6E07-484F-64B9-E68271D7E02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49" t="28027" r="9972" b="6751"/>
          <a:stretch/>
        </p:blipFill>
        <p:spPr bwMode="auto">
          <a:xfrm>
            <a:off x="2312263" y="3084236"/>
            <a:ext cx="7567473" cy="339118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37677F7-529F-D749-B760-BD9FF543AC0F}"/>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3915255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Pre-requisites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numCol="2">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4000" dirty="0"/>
              <a:t>HTML5</a:t>
            </a:r>
          </a:p>
          <a:p>
            <a:pPr lvl="1">
              <a:lnSpc>
                <a:spcPct val="120000"/>
              </a:lnSpc>
              <a:buFont typeface="Wingdings" panose="05000000000000000000" pitchFamily="2" charset="2"/>
              <a:buChar char="§"/>
            </a:pPr>
            <a:r>
              <a:rPr lang="en-US" sz="3800" dirty="0"/>
              <a:t>Layouts and Styles</a:t>
            </a:r>
          </a:p>
          <a:p>
            <a:pPr lvl="1">
              <a:lnSpc>
                <a:spcPct val="120000"/>
              </a:lnSpc>
              <a:buFont typeface="Wingdings" panose="05000000000000000000" pitchFamily="2" charset="2"/>
              <a:buChar char="§"/>
            </a:pPr>
            <a:r>
              <a:rPr lang="en-US" sz="3800" dirty="0"/>
              <a:t>Text formatting and lists</a:t>
            </a:r>
          </a:p>
          <a:p>
            <a:pPr lvl="1">
              <a:lnSpc>
                <a:spcPct val="120000"/>
              </a:lnSpc>
              <a:buFont typeface="Wingdings" panose="05000000000000000000" pitchFamily="2" charset="2"/>
              <a:buChar char="§"/>
            </a:pPr>
            <a:r>
              <a:rPr lang="en-US" sz="3800" dirty="0"/>
              <a:t>Images, linking and metadata</a:t>
            </a:r>
          </a:p>
          <a:p>
            <a:pPr>
              <a:lnSpc>
                <a:spcPct val="120000"/>
              </a:lnSpc>
              <a:buFont typeface="Wingdings" panose="05000000000000000000" pitchFamily="2" charset="2"/>
              <a:buChar char="§"/>
            </a:pPr>
            <a:r>
              <a:rPr lang="en-US" sz="3800" dirty="0"/>
              <a:t>CSS</a:t>
            </a:r>
          </a:p>
          <a:p>
            <a:pPr lvl="1">
              <a:lnSpc>
                <a:spcPct val="120000"/>
              </a:lnSpc>
              <a:buFont typeface="Wingdings" panose="05000000000000000000" pitchFamily="2" charset="2"/>
              <a:buChar char="§"/>
            </a:pPr>
            <a:r>
              <a:rPr lang="en-US" sz="3600" dirty="0"/>
              <a:t>Font Styling, </a:t>
            </a:r>
            <a:r>
              <a:rPr lang="en-US" sz="3600" dirty="0" err="1"/>
              <a:t>Colours</a:t>
            </a:r>
            <a:r>
              <a:rPr lang="en-US" sz="3600" dirty="0"/>
              <a:t> and Icons</a:t>
            </a:r>
          </a:p>
          <a:p>
            <a:pPr lvl="1">
              <a:lnSpc>
                <a:spcPct val="120000"/>
              </a:lnSpc>
              <a:buFont typeface="Wingdings" panose="05000000000000000000" pitchFamily="2" charset="2"/>
              <a:buChar char="§"/>
            </a:pPr>
            <a:r>
              <a:rPr lang="en-US" sz="3600" dirty="0"/>
              <a:t>Flex Box Layouts</a:t>
            </a:r>
          </a:p>
          <a:p>
            <a:pPr lvl="1">
              <a:lnSpc>
                <a:spcPct val="120000"/>
              </a:lnSpc>
              <a:buFont typeface="Wingdings" panose="05000000000000000000" pitchFamily="2" charset="2"/>
              <a:buChar char="§"/>
            </a:pPr>
            <a:r>
              <a:rPr lang="en-US" sz="3600" dirty="0"/>
              <a:t>CSS Selectors</a:t>
            </a:r>
          </a:p>
          <a:p>
            <a:pPr lvl="1">
              <a:lnSpc>
                <a:spcPct val="120000"/>
              </a:lnSpc>
              <a:buFont typeface="Wingdings" panose="05000000000000000000" pitchFamily="2" charset="2"/>
              <a:buChar char="§"/>
            </a:pPr>
            <a:r>
              <a:rPr lang="en-US" sz="3600" dirty="0"/>
              <a:t>Position, Padding, Margins</a:t>
            </a:r>
          </a:p>
          <a:p>
            <a:pPr>
              <a:lnSpc>
                <a:spcPct val="120000"/>
              </a:lnSpc>
              <a:buFont typeface="Wingdings" panose="05000000000000000000" pitchFamily="2" charset="2"/>
              <a:buChar char="§"/>
            </a:pPr>
            <a:r>
              <a:rPr lang="en-US" sz="3800" dirty="0"/>
              <a:t>JavaScript ES6</a:t>
            </a:r>
          </a:p>
          <a:p>
            <a:pPr lvl="1">
              <a:lnSpc>
                <a:spcPct val="120000"/>
              </a:lnSpc>
              <a:buFont typeface="Wingdings" panose="05000000000000000000" pitchFamily="2" charset="2"/>
              <a:buChar char="§"/>
            </a:pPr>
            <a:r>
              <a:rPr lang="en-US" sz="3600" dirty="0"/>
              <a:t>Data types</a:t>
            </a:r>
          </a:p>
          <a:p>
            <a:pPr lvl="1">
              <a:lnSpc>
                <a:spcPct val="120000"/>
              </a:lnSpc>
              <a:buFont typeface="Wingdings" panose="05000000000000000000" pitchFamily="2" charset="2"/>
              <a:buChar char="§"/>
            </a:pPr>
            <a:r>
              <a:rPr lang="en-US" sz="3600" dirty="0"/>
              <a:t>Using var, let, const</a:t>
            </a:r>
          </a:p>
          <a:p>
            <a:pPr lvl="1">
              <a:lnSpc>
                <a:spcPct val="120000"/>
              </a:lnSpc>
              <a:buFont typeface="Wingdings" panose="05000000000000000000" pitchFamily="2" charset="2"/>
              <a:buChar char="§"/>
            </a:pPr>
            <a:r>
              <a:rPr lang="en-US" sz="3600" dirty="0"/>
              <a:t>Conditions and loops</a:t>
            </a:r>
          </a:p>
          <a:p>
            <a:pPr lvl="1">
              <a:lnSpc>
                <a:spcPct val="120000"/>
              </a:lnSpc>
              <a:buFont typeface="Wingdings" panose="05000000000000000000" pitchFamily="2" charset="2"/>
              <a:buChar char="§"/>
            </a:pPr>
            <a:r>
              <a:rPr lang="en-US" sz="3600" dirty="0"/>
              <a:t>Objects, arrays, functions</a:t>
            </a:r>
          </a:p>
          <a:p>
            <a:pPr lvl="1">
              <a:lnSpc>
                <a:spcPct val="120000"/>
              </a:lnSpc>
              <a:buFont typeface="Wingdings" panose="05000000000000000000" pitchFamily="2" charset="2"/>
              <a:buChar char="§"/>
            </a:pPr>
            <a:r>
              <a:rPr lang="en-US" sz="3600" dirty="0"/>
              <a:t>Arrow functions</a:t>
            </a:r>
          </a:p>
          <a:p>
            <a:pPr lvl="1">
              <a:lnSpc>
                <a:spcPct val="120000"/>
              </a:lnSpc>
              <a:buFont typeface="Wingdings" panose="05000000000000000000" pitchFamily="2" charset="2"/>
              <a:buChar char="§"/>
            </a:pPr>
            <a:r>
              <a:rPr lang="en-US" sz="3600" dirty="0"/>
              <a:t>map(), reduce(), </a:t>
            </a:r>
            <a:r>
              <a:rPr lang="en-US" sz="3600" dirty="0" err="1"/>
              <a:t>forEach</a:t>
            </a:r>
            <a:r>
              <a:rPr lang="en-US" sz="3600" dirty="0"/>
              <a:t>()</a:t>
            </a:r>
          </a:p>
          <a:p>
            <a:pPr lvl="1">
              <a:lnSpc>
                <a:spcPct val="120000"/>
              </a:lnSpc>
              <a:buFont typeface="Wingdings" panose="05000000000000000000" pitchFamily="2" charset="2"/>
              <a:buChar char="§"/>
            </a:pPr>
            <a:r>
              <a:rPr lang="en-US" sz="3600" dirty="0"/>
              <a:t>Promises</a:t>
            </a:r>
          </a:p>
          <a:p>
            <a:pPr lvl="1">
              <a:lnSpc>
                <a:spcPct val="120000"/>
              </a:lnSpc>
              <a:buFont typeface="Wingdings" panose="05000000000000000000" pitchFamily="2" charset="2"/>
              <a:buChar char="§"/>
            </a:pPr>
            <a:r>
              <a:rPr lang="en-US" sz="3600" dirty="0"/>
              <a:t>Error handling</a:t>
            </a:r>
          </a:p>
          <a:p>
            <a:pPr>
              <a:lnSpc>
                <a:spcPct val="120000"/>
              </a:lnSpc>
              <a:buFont typeface="Wingdings" panose="05000000000000000000" pitchFamily="2" charset="2"/>
              <a:buChar char="§"/>
            </a:pPr>
            <a:r>
              <a:rPr lang="en-US" sz="3800" dirty="0"/>
              <a:t>Package Manager (Node + </a:t>
            </a:r>
            <a:r>
              <a:rPr lang="en-US" sz="3800" dirty="0" err="1"/>
              <a:t>npm</a:t>
            </a:r>
            <a:r>
              <a:rPr lang="en-US" sz="3800" dirty="0"/>
              <a:t>)</a:t>
            </a:r>
          </a:p>
          <a:p>
            <a:pPr lvl="1">
              <a:lnSpc>
                <a:spcPct val="120000"/>
              </a:lnSpc>
              <a:buFont typeface="Wingdings" panose="05000000000000000000" pitchFamily="2" charset="2"/>
              <a:buChar char="§"/>
            </a:pPr>
            <a:r>
              <a:rPr lang="en-US" sz="3600" dirty="0"/>
              <a:t>Create, install, run, update commands</a:t>
            </a:r>
          </a:p>
        </p:txBody>
      </p:sp>
    </p:spTree>
    <p:extLst>
      <p:ext uri="{BB962C8B-B14F-4D97-AF65-F5344CB8AC3E}">
        <p14:creationId xmlns:p14="http://schemas.microsoft.com/office/powerpoint/2010/main" val="1034671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5" end="15"/>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18" end="18"/>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Creating a React App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4000" dirty="0"/>
              <a:t>Install Visual Studio Code</a:t>
            </a:r>
          </a:p>
          <a:p>
            <a:pPr lvl="1">
              <a:lnSpc>
                <a:spcPct val="120000"/>
              </a:lnSpc>
              <a:buFont typeface="Wingdings" panose="05000000000000000000" pitchFamily="2" charset="2"/>
              <a:buChar char="§"/>
            </a:pPr>
            <a:r>
              <a:rPr lang="en-US" sz="3800" dirty="0"/>
              <a:t>Install Extensions: “Code Runner”, “Live Server”, “HTML CSS Support”, “HTML Snippets”, “ES7+ React/Redux/React-Native snippets”</a:t>
            </a:r>
          </a:p>
          <a:p>
            <a:pPr>
              <a:lnSpc>
                <a:spcPct val="120000"/>
              </a:lnSpc>
              <a:buFont typeface="Wingdings" panose="05000000000000000000" pitchFamily="2" charset="2"/>
              <a:buChar char="§"/>
            </a:pPr>
            <a:r>
              <a:rPr lang="en-US" sz="4000" dirty="0"/>
              <a:t>Install Node.JS</a:t>
            </a:r>
          </a:p>
          <a:p>
            <a:pPr lvl="1">
              <a:lnSpc>
                <a:spcPct val="120000"/>
              </a:lnSpc>
              <a:buFont typeface="Wingdings" panose="05000000000000000000" pitchFamily="2" charset="2"/>
              <a:buChar char="§"/>
            </a:pPr>
            <a:r>
              <a:rPr lang="en-US" sz="3600" dirty="0"/>
              <a:t>On windows 11, you can use “</a:t>
            </a:r>
            <a:r>
              <a:rPr lang="en-US" sz="3600" dirty="0" err="1"/>
              <a:t>winget</a:t>
            </a:r>
            <a:r>
              <a:rPr lang="en-US" sz="3600" dirty="0"/>
              <a:t> install node.js”</a:t>
            </a:r>
          </a:p>
          <a:p>
            <a:pPr lvl="1">
              <a:lnSpc>
                <a:spcPct val="120000"/>
              </a:lnSpc>
              <a:buFont typeface="Wingdings" panose="05000000000000000000" pitchFamily="2" charset="2"/>
              <a:buChar char="§"/>
            </a:pPr>
            <a:r>
              <a:rPr lang="en-US" sz="3600" dirty="0"/>
              <a:t>Check versions: “node --version &amp;&amp; </a:t>
            </a:r>
            <a:r>
              <a:rPr lang="en-US" sz="3600" dirty="0" err="1"/>
              <a:t>npm</a:t>
            </a:r>
            <a:r>
              <a:rPr lang="en-US" sz="3600" dirty="0"/>
              <a:t> --version”</a:t>
            </a:r>
          </a:p>
          <a:p>
            <a:pPr>
              <a:lnSpc>
                <a:spcPct val="120000"/>
              </a:lnSpc>
              <a:buFont typeface="Wingdings" panose="05000000000000000000" pitchFamily="2" charset="2"/>
              <a:buChar char="§"/>
            </a:pPr>
            <a:r>
              <a:rPr lang="en-US" sz="3800" dirty="0"/>
              <a:t>Create </a:t>
            </a:r>
            <a:r>
              <a:rPr lang="en-US" sz="3800" dirty="0" err="1"/>
              <a:t>Baham</a:t>
            </a:r>
            <a:r>
              <a:rPr lang="en-US" sz="3800" dirty="0"/>
              <a:t> React App: “</a:t>
            </a:r>
            <a:r>
              <a:rPr lang="en-US" sz="3800" dirty="0" err="1"/>
              <a:t>npm</a:t>
            </a:r>
            <a:r>
              <a:rPr lang="en-US" sz="3800" dirty="0"/>
              <a:t> create-react-app </a:t>
            </a:r>
            <a:r>
              <a:rPr lang="en-US" sz="3800" dirty="0" err="1"/>
              <a:t>baham</a:t>
            </a:r>
            <a:r>
              <a:rPr lang="en-US" sz="3800" dirty="0"/>
              <a:t>” on </a:t>
            </a:r>
            <a:r>
              <a:rPr lang="en-US" sz="3800" dirty="0" err="1"/>
              <a:t>VSCode</a:t>
            </a:r>
            <a:r>
              <a:rPr lang="en-US" sz="3800" dirty="0"/>
              <a:t> Terminal</a:t>
            </a:r>
          </a:p>
          <a:p>
            <a:pPr>
              <a:lnSpc>
                <a:spcPct val="120000"/>
              </a:lnSpc>
              <a:buFont typeface="Wingdings" panose="05000000000000000000" pitchFamily="2" charset="2"/>
              <a:buChar char="§"/>
            </a:pPr>
            <a:r>
              <a:rPr lang="en-US" sz="3800" dirty="0"/>
              <a:t>Go to the newly created directory: “cd </a:t>
            </a:r>
            <a:r>
              <a:rPr lang="en-US" sz="3800" dirty="0" err="1"/>
              <a:t>baham</a:t>
            </a:r>
            <a:r>
              <a:rPr lang="en-US" sz="3800" dirty="0"/>
              <a:t>”</a:t>
            </a:r>
          </a:p>
          <a:p>
            <a:pPr>
              <a:lnSpc>
                <a:spcPct val="120000"/>
              </a:lnSpc>
              <a:buFont typeface="Wingdings" panose="05000000000000000000" pitchFamily="2" charset="2"/>
              <a:buChar char="§"/>
            </a:pPr>
            <a:r>
              <a:rPr lang="en-US" sz="3800" dirty="0"/>
              <a:t>Run the app: “</a:t>
            </a:r>
            <a:r>
              <a:rPr lang="en-US" sz="3800" dirty="0" err="1"/>
              <a:t>npm</a:t>
            </a:r>
            <a:r>
              <a:rPr lang="en-US" sz="3800" dirty="0"/>
              <a:t> start”</a:t>
            </a:r>
          </a:p>
          <a:p>
            <a:pPr>
              <a:lnSpc>
                <a:spcPct val="120000"/>
              </a:lnSpc>
              <a:buFont typeface="Wingdings" panose="05000000000000000000" pitchFamily="2" charset="2"/>
              <a:buChar char="§"/>
            </a:pPr>
            <a:r>
              <a:rPr lang="en-US" sz="3800" dirty="0"/>
              <a:t>The default app should launch on your Browser window</a:t>
            </a:r>
          </a:p>
        </p:txBody>
      </p:sp>
    </p:spTree>
    <p:extLst>
      <p:ext uri="{BB962C8B-B14F-4D97-AF65-F5344CB8AC3E}">
        <p14:creationId xmlns:p14="http://schemas.microsoft.com/office/powerpoint/2010/main" val="1385104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pPr algn="ctr"/>
            <a:r>
              <a:rPr lang="en-US" sz="3200" i="1" dirty="0">
                <a:solidFill>
                  <a:srgbClr val="FFFFFF"/>
                </a:solidFill>
                <a:latin typeface="Arial"/>
                <a:cs typeface="Arial"/>
              </a:rPr>
              <a:t>Before we begin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React has Component classes.</a:t>
            </a:r>
          </a:p>
          <a:p>
            <a:pPr marL="0" indent="0">
              <a:lnSpc>
                <a:spcPct val="120000"/>
              </a:lnSpc>
              <a:buNone/>
            </a:pPr>
            <a:r>
              <a:rPr lang="en-US" sz="2800" dirty="0">
                <a:latin typeface="Cascadia Mono SemiLight" panose="020B0609020000020004" pitchFamily="49" charset="0"/>
                <a:cs typeface="Cascadia Mono SemiLight" panose="020B0609020000020004" pitchFamily="49" charset="0"/>
              </a:rPr>
              <a:t>class </a:t>
            </a:r>
            <a:r>
              <a:rPr lang="en-US" sz="2800" dirty="0" err="1">
                <a:latin typeface="Cascadia Mono SemiLight" panose="020B0609020000020004" pitchFamily="49" charset="0"/>
                <a:cs typeface="Cascadia Mono SemiLight" panose="020B0609020000020004" pitchFamily="49" charset="0"/>
              </a:rPr>
              <a:t>MyComponent</a:t>
            </a:r>
            <a:r>
              <a:rPr lang="en-US" sz="2800" dirty="0">
                <a:latin typeface="Cascadia Mono SemiLight" panose="020B0609020000020004" pitchFamily="49" charset="0"/>
                <a:cs typeface="Cascadia Mono SemiLight" panose="020B0609020000020004" pitchFamily="49" charset="0"/>
              </a:rPr>
              <a:t> extends </a:t>
            </a:r>
            <a:r>
              <a:rPr lang="en-US" sz="2800" dirty="0" err="1">
                <a:latin typeface="Cascadia Mono SemiLight" panose="020B0609020000020004" pitchFamily="49" charset="0"/>
                <a:cs typeface="Cascadia Mono SemiLight" panose="020B0609020000020004" pitchFamily="49" charset="0"/>
              </a:rPr>
              <a:t>React.Component</a:t>
            </a:r>
            <a:r>
              <a:rPr lang="en-US" sz="2800" dirty="0">
                <a:latin typeface="Cascadia Mono SemiLight" panose="020B0609020000020004" pitchFamily="49" charset="0"/>
                <a:cs typeface="Cascadia Mono SemiLight" panose="020B0609020000020004" pitchFamily="49" charset="0"/>
              </a:rPr>
              <a:t> {}</a:t>
            </a:r>
          </a:p>
          <a:p>
            <a:pPr>
              <a:lnSpc>
                <a:spcPct val="120000"/>
              </a:lnSpc>
              <a:buFont typeface="Wingdings" panose="05000000000000000000" pitchFamily="2" charset="2"/>
              <a:buChar char="§"/>
            </a:pPr>
            <a:r>
              <a:rPr lang="en-US" sz="3800" dirty="0"/>
              <a:t>React also has functional components.</a:t>
            </a:r>
          </a:p>
          <a:p>
            <a:pPr marL="0" indent="0">
              <a:lnSpc>
                <a:spcPct val="120000"/>
              </a:lnSpc>
              <a:buNone/>
            </a:pPr>
            <a:r>
              <a:rPr lang="en-US" sz="2800" dirty="0">
                <a:latin typeface="Cascadia Mono SemiLight" panose="020B0609020000020004" pitchFamily="49" charset="0"/>
                <a:cs typeface="Cascadia Mono SemiLight" panose="020B0609020000020004" pitchFamily="49" charset="0"/>
              </a:rPr>
              <a:t>function </a:t>
            </a:r>
            <a:r>
              <a:rPr lang="en-US" sz="2800" dirty="0" err="1">
                <a:latin typeface="Cascadia Mono SemiLight" panose="020B0609020000020004" pitchFamily="49" charset="0"/>
                <a:cs typeface="Cascadia Mono SemiLight" panose="020B0609020000020004" pitchFamily="49" charset="0"/>
              </a:rPr>
              <a:t>MyComponent</a:t>
            </a:r>
            <a:r>
              <a:rPr lang="en-US" sz="2800" dirty="0">
                <a:latin typeface="Cascadia Mono SemiLight" panose="020B0609020000020004" pitchFamily="49" charset="0"/>
                <a:cs typeface="Cascadia Mono SemiLight" panose="020B0609020000020004" pitchFamily="49" charset="0"/>
              </a:rPr>
              <a:t>() {}</a:t>
            </a:r>
            <a:endParaRPr lang="en-US" sz="2400" dirty="0"/>
          </a:p>
          <a:p>
            <a:pPr>
              <a:lnSpc>
                <a:spcPct val="120000"/>
              </a:lnSpc>
              <a:buFont typeface="Wingdings" panose="05000000000000000000" pitchFamily="2" charset="2"/>
              <a:buChar char="§"/>
            </a:pPr>
            <a:r>
              <a:rPr lang="en-US" sz="3800" dirty="0"/>
              <a:t>We will use functional components because they use Hooks.</a:t>
            </a:r>
          </a:p>
          <a:p>
            <a:pPr>
              <a:lnSpc>
                <a:spcPct val="120000"/>
              </a:lnSpc>
              <a:buFont typeface="Wingdings" panose="05000000000000000000" pitchFamily="2" charset="2"/>
              <a:buChar char="§"/>
            </a:pPr>
            <a:r>
              <a:rPr lang="en-US" sz="3800" dirty="0"/>
              <a:t>Hooks allow us to manipulate the state of a component outside constructors in fewer lines of code.</a:t>
            </a:r>
          </a:p>
        </p:txBody>
      </p:sp>
    </p:spTree>
    <p:extLst>
      <p:ext uri="{BB962C8B-B14F-4D97-AF65-F5344CB8AC3E}">
        <p14:creationId xmlns:p14="http://schemas.microsoft.com/office/powerpoint/2010/main" val="3197656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pPr algn="ctr"/>
            <a:r>
              <a:rPr lang="en-US" sz="3200" i="1" dirty="0">
                <a:solidFill>
                  <a:srgbClr val="FFFFFF"/>
                </a:solidFill>
                <a:latin typeface="Arial"/>
                <a:cs typeface="Arial"/>
              </a:rPr>
              <a:t>Before we begin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Some common must-know ES6 features:</a:t>
            </a:r>
          </a:p>
          <a:p>
            <a:pPr>
              <a:lnSpc>
                <a:spcPct val="120000"/>
              </a:lnSpc>
              <a:buFont typeface="Wingdings" panose="05000000000000000000" pitchFamily="2" charset="2"/>
              <a:buChar char="§"/>
            </a:pPr>
            <a:r>
              <a:rPr lang="en-US" sz="3800" dirty="0"/>
              <a:t>Array methods: map(), </a:t>
            </a:r>
            <a:r>
              <a:rPr lang="en-US" sz="3800" dirty="0" err="1"/>
              <a:t>forEach</a:t>
            </a:r>
            <a:r>
              <a:rPr lang="en-US" sz="3800" dirty="0"/>
              <a:t>(), reduce().</a:t>
            </a:r>
          </a:p>
          <a:p>
            <a:pPr lvl="1">
              <a:lnSpc>
                <a:spcPct val="120000"/>
              </a:lnSpc>
              <a:buFont typeface="Wingdings" panose="05000000000000000000" pitchFamily="2" charset="2"/>
              <a:buChar char="§"/>
            </a:pPr>
            <a:r>
              <a:rPr lang="en-US" sz="2600" dirty="0">
                <a:latin typeface="Cascadia Code SemiLight" panose="020B0609020000020004" pitchFamily="49" charset="0"/>
                <a:cs typeface="Cascadia Code SemiLight" panose="020B0609020000020004" pitchFamily="49" charset="0"/>
              </a:rPr>
              <a:t>const </a:t>
            </a:r>
            <a:r>
              <a:rPr lang="en-US" sz="2600" dirty="0" err="1">
                <a:latin typeface="Cascadia Code SemiLight" panose="020B0609020000020004" pitchFamily="49" charset="0"/>
                <a:cs typeface="Cascadia Code SemiLight" panose="020B0609020000020004" pitchFamily="49" charset="0"/>
              </a:rPr>
              <a:t>arr</a:t>
            </a:r>
            <a:r>
              <a:rPr lang="en-US" sz="2600" dirty="0">
                <a:latin typeface="Cascadia Code SemiLight" panose="020B0609020000020004" pitchFamily="49" charset="0"/>
                <a:cs typeface="Cascadia Code SemiLight" panose="020B0609020000020004" pitchFamily="49" charset="0"/>
              </a:rPr>
              <a:t> = [2, 3, 5, 8];</a:t>
            </a:r>
          </a:p>
          <a:p>
            <a:pPr lvl="1">
              <a:lnSpc>
                <a:spcPct val="120000"/>
              </a:lnSpc>
              <a:buFont typeface="Wingdings" panose="05000000000000000000" pitchFamily="2" charset="2"/>
              <a:buChar char="§"/>
            </a:pPr>
            <a:r>
              <a:rPr lang="en-US" sz="2600" dirty="0">
                <a:latin typeface="Cascadia Code SemiLight" panose="020B0609020000020004" pitchFamily="49" charset="0"/>
                <a:cs typeface="Cascadia Code SemiLight" panose="020B0609020000020004" pitchFamily="49" charset="0"/>
              </a:rPr>
              <a:t>const </a:t>
            </a:r>
            <a:r>
              <a:rPr lang="en-US" sz="2600" dirty="0" err="1">
                <a:latin typeface="Cascadia Code SemiLight" panose="020B0609020000020004" pitchFamily="49" charset="0"/>
                <a:cs typeface="Cascadia Code SemiLight" panose="020B0609020000020004" pitchFamily="49" charset="0"/>
              </a:rPr>
              <a:t>sqrd</a:t>
            </a:r>
            <a:r>
              <a:rPr lang="en-US" sz="2600" dirty="0">
                <a:latin typeface="Cascadia Code SemiLight" panose="020B0609020000020004" pitchFamily="49" charset="0"/>
                <a:cs typeface="Cascadia Code SemiLight" panose="020B0609020000020004" pitchFamily="49" charset="0"/>
              </a:rPr>
              <a:t> = </a:t>
            </a:r>
            <a:r>
              <a:rPr lang="en-US" sz="2600" dirty="0" err="1">
                <a:latin typeface="Cascadia Code SemiLight" panose="020B0609020000020004" pitchFamily="49" charset="0"/>
                <a:cs typeface="Cascadia Code SemiLight" panose="020B0609020000020004" pitchFamily="49" charset="0"/>
              </a:rPr>
              <a:t>arr.map</a:t>
            </a:r>
            <a:r>
              <a:rPr lang="en-US" sz="2600" dirty="0">
                <a:latin typeface="Cascadia Code SemiLight" panose="020B0609020000020004" pitchFamily="49" charset="0"/>
                <a:cs typeface="Cascadia Code SemiLight" panose="020B0609020000020004" pitchFamily="49" charset="0"/>
              </a:rPr>
              <a:t>(x =&gt; x * x); // </a:t>
            </a:r>
            <a:r>
              <a:rPr lang="en-US" sz="2600" dirty="0" err="1">
                <a:latin typeface="Cascadia Code SemiLight" panose="020B0609020000020004" pitchFamily="49" charset="0"/>
                <a:cs typeface="Cascadia Code SemiLight" panose="020B0609020000020004" pitchFamily="49" charset="0"/>
              </a:rPr>
              <a:t>sqrd</a:t>
            </a:r>
            <a:r>
              <a:rPr lang="en-US" sz="2600" dirty="0">
                <a:latin typeface="Cascadia Code SemiLight" panose="020B0609020000020004" pitchFamily="49" charset="0"/>
                <a:cs typeface="Cascadia Code SemiLight" panose="020B0609020000020004" pitchFamily="49" charset="0"/>
              </a:rPr>
              <a:t> = [4, 9, 25,64]</a:t>
            </a:r>
          </a:p>
          <a:p>
            <a:pPr lvl="1">
              <a:lnSpc>
                <a:spcPct val="120000"/>
              </a:lnSpc>
              <a:buFont typeface="Wingdings" panose="05000000000000000000" pitchFamily="2" charset="2"/>
              <a:buChar char="§"/>
            </a:pPr>
            <a:r>
              <a:rPr lang="en-US" sz="2600" dirty="0">
                <a:latin typeface="Cascadia Code SemiLight" panose="020B0609020000020004" pitchFamily="49" charset="0"/>
                <a:cs typeface="Cascadia Code SemiLight" panose="020B0609020000020004" pitchFamily="49" charset="0"/>
              </a:rPr>
              <a:t>const sum = </a:t>
            </a:r>
            <a:r>
              <a:rPr lang="en-US" sz="2600" dirty="0" err="1">
                <a:latin typeface="Cascadia Code SemiLight" panose="020B0609020000020004" pitchFamily="49" charset="0"/>
                <a:cs typeface="Cascadia Code SemiLight" panose="020B0609020000020004" pitchFamily="49" charset="0"/>
              </a:rPr>
              <a:t>arr.reduce</a:t>
            </a:r>
            <a:r>
              <a:rPr lang="en-US" sz="2600" dirty="0">
                <a:latin typeface="Cascadia Code SemiLight" panose="020B0609020000020004" pitchFamily="49" charset="0"/>
                <a:cs typeface="Cascadia Code SemiLight" panose="020B0609020000020004" pitchFamily="49" charset="0"/>
              </a:rPr>
              <a:t>((accumulator, x) =&gt; accumulator + x); // sum = 18</a:t>
            </a:r>
          </a:p>
          <a:p>
            <a:pPr lvl="1">
              <a:lnSpc>
                <a:spcPct val="120000"/>
              </a:lnSpc>
              <a:buFont typeface="Wingdings" panose="05000000000000000000" pitchFamily="2" charset="2"/>
              <a:buChar char="§"/>
            </a:pPr>
            <a:r>
              <a:rPr lang="en-US" sz="2600" dirty="0">
                <a:latin typeface="Cascadia Code SemiLight" panose="020B0609020000020004" pitchFamily="49" charset="0"/>
                <a:cs typeface="Cascadia Code SemiLight" panose="020B0609020000020004" pitchFamily="49" charset="0"/>
              </a:rPr>
              <a:t>const even = </a:t>
            </a:r>
            <a:r>
              <a:rPr lang="en-US" sz="2600" dirty="0" err="1">
                <a:latin typeface="Cascadia Code SemiLight" panose="020B0609020000020004" pitchFamily="49" charset="0"/>
                <a:cs typeface="Cascadia Code SemiLight" panose="020B0609020000020004" pitchFamily="49" charset="0"/>
              </a:rPr>
              <a:t>arr.filter</a:t>
            </a:r>
            <a:r>
              <a:rPr lang="en-US" sz="2600" dirty="0">
                <a:latin typeface="Cascadia Code SemiLight" panose="020B0609020000020004" pitchFamily="49" charset="0"/>
                <a:cs typeface="Cascadia Code SemiLight" panose="020B0609020000020004" pitchFamily="49" charset="0"/>
              </a:rPr>
              <a:t>(x =&gt; x % 2 == 0); // even = [2,8]</a:t>
            </a:r>
          </a:p>
          <a:p>
            <a:pPr lvl="1">
              <a:lnSpc>
                <a:spcPct val="120000"/>
              </a:lnSpc>
              <a:buFont typeface="Wingdings" panose="05000000000000000000" pitchFamily="2" charset="2"/>
              <a:buChar char="§"/>
            </a:pPr>
            <a:r>
              <a:rPr lang="en-US" sz="2600" dirty="0" err="1">
                <a:latin typeface="Cascadia Code SemiLight" panose="020B0609020000020004" pitchFamily="49" charset="0"/>
                <a:cs typeface="Cascadia Code SemiLight" panose="020B0609020000020004" pitchFamily="49" charset="0"/>
              </a:rPr>
              <a:t>arr.forEach</a:t>
            </a:r>
            <a:r>
              <a:rPr lang="en-US" sz="2600" dirty="0">
                <a:latin typeface="Cascadia Code SemiLight" panose="020B0609020000020004" pitchFamily="49" charset="0"/>
                <a:cs typeface="Cascadia Code SemiLight" panose="020B0609020000020004" pitchFamily="49" charset="0"/>
              </a:rPr>
              <a:t>(x =&gt; alert(x)); // 4 alerts showing each number</a:t>
            </a:r>
          </a:p>
          <a:p>
            <a:pPr>
              <a:lnSpc>
                <a:spcPct val="120000"/>
              </a:lnSpc>
              <a:buFont typeface="Wingdings" panose="05000000000000000000" pitchFamily="2" charset="2"/>
              <a:buChar char="§"/>
            </a:pPr>
            <a:r>
              <a:rPr lang="en-US" sz="3800" dirty="0" err="1"/>
              <a:t>Destructuring</a:t>
            </a:r>
            <a:r>
              <a:rPr lang="en-US" sz="3800" dirty="0"/>
              <a:t>: assigning array values to separate variables</a:t>
            </a:r>
          </a:p>
          <a:p>
            <a:pPr lvl="1">
              <a:lnSpc>
                <a:spcPct val="120000"/>
              </a:lnSpc>
              <a:buFont typeface="Wingdings" panose="05000000000000000000" pitchFamily="2" charset="2"/>
              <a:buChar char="§"/>
            </a:pPr>
            <a:r>
              <a:rPr lang="en-US" sz="2600" dirty="0">
                <a:latin typeface="Cascadia Code SemiLight" panose="020B0609020000020004" pitchFamily="49" charset="0"/>
                <a:cs typeface="Cascadia Code SemiLight" panose="020B0609020000020004" pitchFamily="49" charset="0"/>
              </a:rPr>
              <a:t>const two, three, five, eight = </a:t>
            </a:r>
            <a:r>
              <a:rPr lang="en-US" sz="2600" dirty="0" err="1">
                <a:latin typeface="Cascadia Code SemiLight" panose="020B0609020000020004" pitchFamily="49" charset="0"/>
                <a:cs typeface="Cascadia Code SemiLight" panose="020B0609020000020004" pitchFamily="49" charset="0"/>
              </a:rPr>
              <a:t>arr</a:t>
            </a:r>
            <a:r>
              <a:rPr lang="en-US" sz="2600" dirty="0">
                <a:latin typeface="Cascadia Code SemiLight" panose="020B0609020000020004" pitchFamily="49" charset="0"/>
                <a:cs typeface="Cascadia Code SemiLight" panose="020B0609020000020004" pitchFamily="49" charset="0"/>
              </a:rPr>
              <a:t>; // two = 2, three = 3, five = 5, eight = 8</a:t>
            </a:r>
          </a:p>
          <a:p>
            <a:pPr>
              <a:lnSpc>
                <a:spcPct val="120000"/>
              </a:lnSpc>
              <a:buFont typeface="Wingdings" panose="05000000000000000000" pitchFamily="2" charset="2"/>
              <a:buChar char="§"/>
            </a:pPr>
            <a:r>
              <a:rPr lang="en-US" sz="3800" dirty="0"/>
              <a:t>Spread operator</a:t>
            </a:r>
          </a:p>
          <a:p>
            <a:pPr lvl="1">
              <a:lnSpc>
                <a:spcPct val="120000"/>
              </a:lnSpc>
              <a:buFont typeface="Wingdings" panose="05000000000000000000" pitchFamily="2" charset="2"/>
              <a:buChar char="§"/>
            </a:pPr>
            <a:r>
              <a:rPr lang="en-US" sz="2600" dirty="0">
                <a:latin typeface="Cascadia Code SemiLight" panose="020B0609020000020004" pitchFamily="49" charset="0"/>
                <a:cs typeface="Cascadia Code SemiLight" panose="020B0609020000020004" pitchFamily="49" charset="0"/>
              </a:rPr>
              <a:t>const first, second, …rest = </a:t>
            </a:r>
            <a:r>
              <a:rPr lang="en-US" sz="2600" dirty="0" err="1">
                <a:latin typeface="Cascadia Code SemiLight" panose="020B0609020000020004" pitchFamily="49" charset="0"/>
                <a:cs typeface="Cascadia Code SemiLight" panose="020B0609020000020004" pitchFamily="49" charset="0"/>
              </a:rPr>
              <a:t>arr</a:t>
            </a:r>
            <a:r>
              <a:rPr lang="en-US" sz="2600" dirty="0">
                <a:latin typeface="Cascadia Code SemiLight" panose="020B0609020000020004" pitchFamily="49" charset="0"/>
                <a:cs typeface="Cascadia Code SemiLight" panose="020B0609020000020004" pitchFamily="49" charset="0"/>
              </a:rPr>
              <a:t>; // first = 2, second = 3, rest = [5, 8]</a:t>
            </a:r>
          </a:p>
          <a:p>
            <a:pPr>
              <a:lnSpc>
                <a:spcPct val="120000"/>
              </a:lnSpc>
              <a:buFont typeface="Wingdings" panose="05000000000000000000" pitchFamily="2" charset="2"/>
              <a:buChar char="§"/>
            </a:pPr>
            <a:endParaRPr lang="en-US" sz="3800" dirty="0"/>
          </a:p>
        </p:txBody>
      </p:sp>
    </p:spTree>
    <p:extLst>
      <p:ext uri="{BB962C8B-B14F-4D97-AF65-F5344CB8AC3E}">
        <p14:creationId xmlns:p14="http://schemas.microsoft.com/office/powerpoint/2010/main" val="1874989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Creating a React App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5020613"/>
          </a:xfrm>
          <a:prstGeom prst="rect">
            <a:avLst/>
          </a:prstGeom>
        </p:spPr>
        <p:txBody>
          <a:bodyPr>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4000" dirty="0"/>
              <a:t>Code Structure</a:t>
            </a:r>
          </a:p>
          <a:p>
            <a:pPr lvl="1">
              <a:lnSpc>
                <a:spcPct val="120000"/>
              </a:lnSpc>
              <a:buFont typeface="Wingdings" panose="05000000000000000000" pitchFamily="2" charset="2"/>
              <a:buChar char="§"/>
            </a:pPr>
            <a:r>
              <a:rPr lang="en-US" sz="3600" i="1" dirty="0" err="1"/>
              <a:t>node_modules</a:t>
            </a:r>
            <a:r>
              <a:rPr lang="en-US" sz="3600" dirty="0"/>
              <a:t> folder: contains some packages provided by Node.JS which are required by React</a:t>
            </a:r>
          </a:p>
          <a:p>
            <a:pPr lvl="1">
              <a:lnSpc>
                <a:spcPct val="120000"/>
              </a:lnSpc>
              <a:buFont typeface="Wingdings" panose="05000000000000000000" pitchFamily="2" charset="2"/>
              <a:buChar char="§"/>
            </a:pPr>
            <a:r>
              <a:rPr lang="en-US" sz="3600" i="1" dirty="0"/>
              <a:t>public</a:t>
            </a:r>
            <a:r>
              <a:rPr lang="en-US" sz="3600" dirty="0"/>
              <a:t> folder: contains different static assets for the app</a:t>
            </a:r>
          </a:p>
          <a:p>
            <a:pPr lvl="1">
              <a:lnSpc>
                <a:spcPct val="120000"/>
              </a:lnSpc>
              <a:buFont typeface="Wingdings" panose="05000000000000000000" pitchFamily="2" charset="2"/>
              <a:buChar char="§"/>
            </a:pPr>
            <a:r>
              <a:rPr lang="en-US" sz="3600" i="1" dirty="0" err="1"/>
              <a:t>src</a:t>
            </a:r>
            <a:r>
              <a:rPr lang="en-US" sz="3600" dirty="0"/>
              <a:t> folder: contains all source files</a:t>
            </a:r>
          </a:p>
          <a:p>
            <a:pPr lvl="1">
              <a:lnSpc>
                <a:spcPct val="120000"/>
              </a:lnSpc>
              <a:buFont typeface="Wingdings" panose="05000000000000000000" pitchFamily="2" charset="2"/>
              <a:buChar char="§"/>
            </a:pPr>
            <a:r>
              <a:rPr lang="en-US" sz="3600" dirty="0"/>
              <a:t>App.css contains styles used in the entire app</a:t>
            </a:r>
          </a:p>
          <a:p>
            <a:pPr lvl="1">
              <a:lnSpc>
                <a:spcPct val="120000"/>
              </a:lnSpc>
              <a:buFont typeface="Wingdings" panose="05000000000000000000" pitchFamily="2" charset="2"/>
              <a:buChar char="§"/>
            </a:pPr>
            <a:r>
              <a:rPr lang="en-US" sz="3600" dirty="0"/>
              <a:t>App.test.js and setupTest.js provide unit testing</a:t>
            </a:r>
          </a:p>
          <a:p>
            <a:pPr lvl="1">
              <a:lnSpc>
                <a:spcPct val="120000"/>
              </a:lnSpc>
              <a:buFont typeface="Wingdings" panose="05000000000000000000" pitchFamily="2" charset="2"/>
              <a:buChar char="§"/>
            </a:pPr>
            <a:r>
              <a:rPr lang="en-US" sz="3600" dirty="0"/>
              <a:t>reportWebVitals.js are related to performance testing</a:t>
            </a:r>
          </a:p>
          <a:p>
            <a:pPr lvl="1">
              <a:lnSpc>
                <a:spcPct val="120000"/>
              </a:lnSpc>
              <a:buFont typeface="Wingdings" panose="05000000000000000000" pitchFamily="2" charset="2"/>
              <a:buChar char="§"/>
            </a:pPr>
            <a:r>
              <a:rPr lang="en-US" sz="3600" dirty="0"/>
              <a:t>The index.js file is the most important file, which attaches the components to root element</a:t>
            </a:r>
          </a:p>
          <a:p>
            <a:pPr>
              <a:lnSpc>
                <a:spcPct val="120000"/>
              </a:lnSpc>
              <a:buFont typeface="Wingdings" panose="05000000000000000000" pitchFamily="2" charset="2"/>
              <a:buChar char="§"/>
            </a:pPr>
            <a:r>
              <a:rPr lang="en-US" sz="3800" i="1" dirty="0" err="1"/>
              <a:t>package.json</a:t>
            </a:r>
            <a:r>
              <a:rPr lang="en-US" sz="3800" dirty="0"/>
              <a:t> file contains all metadata about the application</a:t>
            </a:r>
          </a:p>
          <a:p>
            <a:pPr>
              <a:lnSpc>
                <a:spcPct val="120000"/>
              </a:lnSpc>
              <a:buFont typeface="Wingdings" panose="05000000000000000000" pitchFamily="2" charset="2"/>
              <a:buChar char="§"/>
            </a:pPr>
            <a:r>
              <a:rPr lang="en-US" sz="3800" i="1" dirty="0"/>
              <a:t>package-</a:t>
            </a:r>
            <a:r>
              <a:rPr lang="en-US" sz="3800" i="1" dirty="0" err="1"/>
              <a:t>lock.json</a:t>
            </a:r>
            <a:r>
              <a:rPr lang="en-US" sz="3800" i="1" dirty="0"/>
              <a:t> </a:t>
            </a:r>
            <a:r>
              <a:rPr lang="en-US" sz="3800" dirty="0"/>
              <a:t>is a saved state of </a:t>
            </a:r>
            <a:r>
              <a:rPr lang="en-US" sz="3800" dirty="0" err="1"/>
              <a:t>package.json</a:t>
            </a:r>
            <a:r>
              <a:rPr lang="en-US" sz="3800" dirty="0"/>
              <a:t> file so that the project can </a:t>
            </a:r>
            <a:r>
              <a:rPr lang="en-US" sz="3800"/>
              <a:t>be rebuilt</a:t>
            </a:r>
            <a:endParaRPr lang="en-US" sz="3800" dirty="0"/>
          </a:p>
        </p:txBody>
      </p:sp>
    </p:spTree>
    <p:extLst>
      <p:ext uri="{BB962C8B-B14F-4D97-AF65-F5344CB8AC3E}">
        <p14:creationId xmlns:p14="http://schemas.microsoft.com/office/powerpoint/2010/main" val="3627983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React Components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A React App is composed of several independent, reusable, pluggable Components</a:t>
            </a:r>
          </a:p>
          <a:p>
            <a:pPr>
              <a:lnSpc>
                <a:spcPct val="120000"/>
              </a:lnSpc>
              <a:buFont typeface="Wingdings" panose="05000000000000000000" pitchFamily="2" charset="2"/>
              <a:buChar char="§"/>
            </a:pPr>
            <a:r>
              <a:rPr lang="en-US" sz="3800" dirty="0"/>
              <a:t>Components act much like a JavaScript objects</a:t>
            </a:r>
          </a:p>
          <a:p>
            <a:pPr>
              <a:lnSpc>
                <a:spcPct val="120000"/>
              </a:lnSpc>
              <a:buFont typeface="Wingdings" panose="05000000000000000000" pitchFamily="2" charset="2"/>
              <a:buChar char="§"/>
            </a:pPr>
            <a:r>
              <a:rPr lang="en-US" sz="3800" dirty="0"/>
              <a:t>Header, Footer, Navbar, Side bar, Main section, Sub-sections within Main, etc. are all separate components</a:t>
            </a:r>
          </a:p>
          <a:p>
            <a:pPr>
              <a:lnSpc>
                <a:spcPct val="120000"/>
              </a:lnSpc>
              <a:buFont typeface="Wingdings" panose="05000000000000000000" pitchFamily="2" charset="2"/>
              <a:buChar char="§"/>
            </a:pPr>
            <a:r>
              <a:rPr lang="en-US" sz="3800" dirty="0"/>
              <a:t>React components can be exported and imported</a:t>
            </a:r>
          </a:p>
          <a:p>
            <a:pPr lvl="1">
              <a:lnSpc>
                <a:spcPct val="120000"/>
              </a:lnSpc>
              <a:buFont typeface="Wingdings" panose="05000000000000000000" pitchFamily="2" charset="2"/>
              <a:buChar char="§"/>
            </a:pPr>
            <a:r>
              <a:rPr lang="en-US" sz="3600" dirty="0"/>
              <a:t>Exporting single Component: “export default {</a:t>
            </a:r>
            <a:r>
              <a:rPr lang="en-US" sz="3600" dirty="0" err="1"/>
              <a:t>MyComponent</a:t>
            </a:r>
            <a:r>
              <a:rPr lang="en-US" sz="3600" dirty="0"/>
              <a:t>};”</a:t>
            </a:r>
          </a:p>
          <a:p>
            <a:pPr lvl="1">
              <a:lnSpc>
                <a:spcPct val="120000"/>
              </a:lnSpc>
              <a:buFont typeface="Wingdings" panose="05000000000000000000" pitchFamily="2" charset="2"/>
              <a:buChar char="§"/>
            </a:pPr>
            <a:r>
              <a:rPr lang="en-US" sz="3600" dirty="0"/>
              <a:t>Exporting multiple Components: “export default {Component1, Component2};”</a:t>
            </a:r>
          </a:p>
          <a:p>
            <a:pPr lvl="1">
              <a:lnSpc>
                <a:spcPct val="120000"/>
              </a:lnSpc>
              <a:buFont typeface="Wingdings" panose="05000000000000000000" pitchFamily="2" charset="2"/>
              <a:buChar char="§"/>
            </a:pPr>
            <a:r>
              <a:rPr lang="en-US" sz="3600" dirty="0"/>
              <a:t>If your file name is same as the component name, you can simply do: “export default </a:t>
            </a:r>
            <a:r>
              <a:rPr lang="en-US" sz="3600" dirty="0" err="1"/>
              <a:t>MyComponent</a:t>
            </a:r>
            <a:r>
              <a:rPr lang="en-US" sz="3600" dirty="0"/>
              <a:t>;”</a:t>
            </a:r>
          </a:p>
        </p:txBody>
      </p:sp>
    </p:spTree>
    <p:extLst>
      <p:ext uri="{BB962C8B-B14F-4D97-AF65-F5344CB8AC3E}">
        <p14:creationId xmlns:p14="http://schemas.microsoft.com/office/powerpoint/2010/main" val="3703529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React Components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Functional Components</a:t>
            </a:r>
          </a:p>
          <a:p>
            <a:pPr marL="0" indent="0">
              <a:lnSpc>
                <a:spcPct val="120000"/>
              </a:lnSpc>
              <a:buNone/>
            </a:pPr>
            <a:r>
              <a:rPr lang="en-US" sz="2400" dirty="0">
                <a:latin typeface="Cascadia Code SemiLight" panose="020B0609020000020004" pitchFamily="49" charset="0"/>
                <a:ea typeface="Cascadia Code SemiLight" panose="020B0609020000020004" pitchFamily="49" charset="0"/>
                <a:cs typeface="Cascadia Code SemiLight" panose="020B0609020000020004" pitchFamily="49" charset="0"/>
              </a:rPr>
              <a:t>function Hello() { return &lt;h1&gt;Hello </a:t>
            </a:r>
            <a:r>
              <a:rPr lang="en-US" sz="2400" dirty="0" err="1">
                <a:latin typeface="Cascadia Code SemiLight" panose="020B0609020000020004" pitchFamily="49" charset="0"/>
                <a:ea typeface="Cascadia Code SemiLight" panose="020B0609020000020004" pitchFamily="49" charset="0"/>
                <a:cs typeface="Cascadia Code SemiLight" panose="020B0609020000020004" pitchFamily="49" charset="0"/>
              </a:rPr>
              <a:t>Baham</a:t>
            </a:r>
            <a:r>
              <a:rPr lang="en-US" sz="2400" dirty="0">
                <a:latin typeface="Cascadia Code SemiLight" panose="020B0609020000020004" pitchFamily="49" charset="0"/>
                <a:ea typeface="Cascadia Code SemiLight" panose="020B0609020000020004" pitchFamily="49" charset="0"/>
                <a:cs typeface="Cascadia Code SemiLight" panose="020B0609020000020004" pitchFamily="49" charset="0"/>
              </a:rPr>
              <a:t>&lt;/h1&gt; }</a:t>
            </a:r>
          </a:p>
          <a:p>
            <a:pPr>
              <a:lnSpc>
                <a:spcPct val="120000"/>
              </a:lnSpc>
              <a:buFont typeface="Wingdings" panose="05000000000000000000" pitchFamily="2" charset="2"/>
              <a:buChar char="§"/>
            </a:pPr>
            <a:r>
              <a:rPr lang="en-US" sz="3800" dirty="0"/>
              <a:t>Class Components (deprecated approach)</a:t>
            </a:r>
          </a:p>
          <a:p>
            <a:pPr marL="0" indent="0">
              <a:lnSpc>
                <a:spcPct val="120000"/>
              </a:lnSpc>
              <a:buNone/>
            </a:pPr>
            <a:r>
              <a:rPr lang="en-US" sz="2400" dirty="0">
                <a:latin typeface="Cascadia Code SemiLight" panose="020B0609020000020004" pitchFamily="49" charset="0"/>
                <a:ea typeface="Cascadia Code SemiLight" panose="020B0609020000020004" pitchFamily="49" charset="0"/>
                <a:cs typeface="Cascadia Code SemiLight" panose="020B0609020000020004" pitchFamily="49" charset="0"/>
              </a:rPr>
              <a:t>class Hello extends </a:t>
            </a:r>
            <a:r>
              <a:rPr lang="en-US" sz="2400" dirty="0" err="1">
                <a:latin typeface="Cascadia Code SemiLight" panose="020B0609020000020004" pitchFamily="49" charset="0"/>
                <a:ea typeface="Cascadia Code SemiLight" panose="020B0609020000020004" pitchFamily="49" charset="0"/>
                <a:cs typeface="Cascadia Code SemiLight" panose="020B0609020000020004" pitchFamily="49" charset="0"/>
              </a:rPr>
              <a:t>React.Component</a:t>
            </a:r>
            <a:r>
              <a:rPr lang="en-US" sz="2400" dirty="0">
                <a:latin typeface="Cascadia Code SemiLight" panose="020B0609020000020004" pitchFamily="49" charset="0"/>
                <a:ea typeface="Cascadia Code SemiLight" panose="020B0609020000020004" pitchFamily="49" charset="0"/>
                <a:cs typeface="Cascadia Code SemiLight" panose="020B0609020000020004" pitchFamily="49" charset="0"/>
              </a:rPr>
              <a:t> {</a:t>
            </a:r>
          </a:p>
          <a:p>
            <a:pPr marL="0" indent="0">
              <a:lnSpc>
                <a:spcPct val="120000"/>
              </a:lnSpc>
              <a:buNone/>
            </a:pPr>
            <a:r>
              <a:rPr lang="en-US" sz="2400" dirty="0">
                <a:latin typeface="Cascadia Code SemiLight" panose="020B0609020000020004" pitchFamily="49" charset="0"/>
                <a:ea typeface="Cascadia Code SemiLight" panose="020B0609020000020004" pitchFamily="49" charset="0"/>
                <a:cs typeface="Cascadia Code SemiLight" panose="020B0609020000020004" pitchFamily="49" charset="0"/>
              </a:rPr>
              <a:t>   render() { return &lt;h1&gt;Hello </a:t>
            </a:r>
            <a:r>
              <a:rPr lang="en-US" sz="2400" dirty="0" err="1">
                <a:latin typeface="Cascadia Code SemiLight" panose="020B0609020000020004" pitchFamily="49" charset="0"/>
                <a:ea typeface="Cascadia Code SemiLight" panose="020B0609020000020004" pitchFamily="49" charset="0"/>
                <a:cs typeface="Cascadia Code SemiLight" panose="020B0609020000020004" pitchFamily="49" charset="0"/>
              </a:rPr>
              <a:t>Baham</a:t>
            </a:r>
            <a:r>
              <a:rPr lang="en-US" sz="2400" dirty="0">
                <a:latin typeface="Cascadia Code SemiLight" panose="020B0609020000020004" pitchFamily="49" charset="0"/>
                <a:ea typeface="Cascadia Code SemiLight" panose="020B0609020000020004" pitchFamily="49" charset="0"/>
                <a:cs typeface="Cascadia Code SemiLight" panose="020B0609020000020004" pitchFamily="49" charset="0"/>
              </a:rPr>
              <a:t>&lt;/h1&gt; }</a:t>
            </a:r>
          </a:p>
          <a:p>
            <a:pPr marL="0" indent="0">
              <a:lnSpc>
                <a:spcPct val="120000"/>
              </a:lnSpc>
              <a:buNone/>
            </a:pPr>
            <a:r>
              <a:rPr lang="en-US" sz="2400" dirty="0">
                <a:latin typeface="Cascadia Code SemiLight" panose="020B0609020000020004" pitchFamily="49" charset="0"/>
                <a:ea typeface="Cascadia Code SemiLight" panose="020B0609020000020004" pitchFamily="49" charset="0"/>
                <a:cs typeface="Cascadia Code SemiLight" panose="020B0609020000020004" pitchFamily="49" charset="0"/>
              </a:rPr>
              <a:t>}</a:t>
            </a:r>
          </a:p>
          <a:p>
            <a:pPr>
              <a:lnSpc>
                <a:spcPct val="120000"/>
              </a:lnSpc>
              <a:buFont typeface="Wingdings" panose="05000000000000000000" pitchFamily="2" charset="2"/>
              <a:buChar char="§"/>
            </a:pPr>
            <a:r>
              <a:rPr lang="en-US" sz="3800" dirty="0"/>
              <a:t>The “root” element is mandatory. The same as in public/index.html file</a:t>
            </a:r>
          </a:p>
          <a:p>
            <a:pPr>
              <a:lnSpc>
                <a:spcPct val="120000"/>
              </a:lnSpc>
              <a:buFont typeface="Wingdings" panose="05000000000000000000" pitchFamily="2" charset="2"/>
              <a:buChar char="§"/>
            </a:pPr>
            <a:r>
              <a:rPr lang="en-US" sz="3800" dirty="0"/>
              <a:t>The App.js component is attached to root and rendered</a:t>
            </a:r>
          </a:p>
          <a:p>
            <a:pPr>
              <a:lnSpc>
                <a:spcPct val="120000"/>
              </a:lnSpc>
              <a:buFont typeface="Wingdings" panose="05000000000000000000" pitchFamily="2" charset="2"/>
              <a:buChar char="§"/>
            </a:pPr>
            <a:r>
              <a:rPr lang="en-US" sz="3800" dirty="0"/>
              <a:t>Variables can be accessed within tags using curly brackets {}</a:t>
            </a:r>
          </a:p>
          <a:p>
            <a:pPr>
              <a:lnSpc>
                <a:spcPct val="120000"/>
              </a:lnSpc>
              <a:buFont typeface="Wingdings" panose="05000000000000000000" pitchFamily="2" charset="2"/>
              <a:buChar char="§"/>
            </a:pPr>
            <a:r>
              <a:rPr lang="en-US" sz="3800" dirty="0"/>
              <a:t>React </a:t>
            </a:r>
            <a:r>
              <a:rPr lang="en-US" sz="3800" i="1" dirty="0" err="1"/>
              <a:t>Transpiles</a:t>
            </a:r>
            <a:r>
              <a:rPr lang="en-US" sz="3800" dirty="0"/>
              <a:t> the JSX code into HTML</a:t>
            </a:r>
          </a:p>
        </p:txBody>
      </p:sp>
    </p:spTree>
    <p:extLst>
      <p:ext uri="{BB962C8B-B14F-4D97-AF65-F5344CB8AC3E}">
        <p14:creationId xmlns:p14="http://schemas.microsoft.com/office/powerpoint/2010/main" val="1437269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React Props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Props are properties used to pass on data from parent component to its children.</a:t>
            </a:r>
          </a:p>
          <a:p>
            <a:pPr>
              <a:lnSpc>
                <a:spcPct val="120000"/>
              </a:lnSpc>
              <a:buFont typeface="Wingdings" panose="05000000000000000000" pitchFamily="2" charset="2"/>
              <a:buChar char="§"/>
            </a:pPr>
            <a:r>
              <a:rPr lang="en-US" sz="3800" dirty="0"/>
              <a:t>For props to work, the child component should accept “props” in parameter and use its properties like: {</a:t>
            </a:r>
            <a:r>
              <a:rPr lang="en-US" sz="3800" dirty="0" err="1"/>
              <a:t>props.sittingCapacity</a:t>
            </a:r>
            <a:r>
              <a:rPr lang="en-US" sz="3800" dirty="0"/>
              <a:t>}</a:t>
            </a:r>
          </a:p>
          <a:p>
            <a:pPr>
              <a:lnSpc>
                <a:spcPct val="120000"/>
              </a:lnSpc>
              <a:buFont typeface="Wingdings" panose="05000000000000000000" pitchFamily="2" charset="2"/>
              <a:buChar char="§"/>
            </a:pPr>
            <a:r>
              <a:rPr lang="en-US" sz="3800" dirty="0"/>
              <a:t>The parent component sets these properties when calling child component like: &lt;Vehicle </a:t>
            </a:r>
            <a:r>
              <a:rPr lang="en-US" sz="3800" dirty="0" err="1"/>
              <a:t>sittingCapacity</a:t>
            </a:r>
            <a:r>
              <a:rPr lang="en-US" sz="3800" dirty="0"/>
              <a:t>=4 /&gt;</a:t>
            </a:r>
          </a:p>
          <a:p>
            <a:pPr>
              <a:lnSpc>
                <a:spcPct val="120000"/>
              </a:lnSpc>
              <a:buFont typeface="Wingdings" panose="05000000000000000000" pitchFamily="2" charset="2"/>
              <a:buChar char="§"/>
            </a:pPr>
            <a:r>
              <a:rPr lang="en-US" sz="3800" dirty="0"/>
              <a:t>Props can be used to pass literals, objects, styles, JSX expressions, and even functions</a:t>
            </a:r>
          </a:p>
          <a:p>
            <a:pPr>
              <a:lnSpc>
                <a:spcPct val="120000"/>
              </a:lnSpc>
              <a:buFont typeface="Wingdings" panose="05000000000000000000" pitchFamily="2" charset="2"/>
              <a:buChar char="§"/>
            </a:pPr>
            <a:r>
              <a:rPr lang="en-US" sz="3800" dirty="0"/>
              <a:t>DIY: Learn about special props: </a:t>
            </a:r>
            <a:r>
              <a:rPr lang="en-US" sz="3800" dirty="0" err="1"/>
              <a:t>props.children</a:t>
            </a:r>
            <a:endParaRPr lang="en-US" sz="3800" dirty="0"/>
          </a:p>
        </p:txBody>
      </p:sp>
    </p:spTree>
    <p:extLst>
      <p:ext uri="{BB962C8B-B14F-4D97-AF65-F5344CB8AC3E}">
        <p14:creationId xmlns:p14="http://schemas.microsoft.com/office/powerpoint/2010/main" val="1120164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Unidirectional flow</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875616" cy="4887878"/>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In react, the data flows from parent to child components. This is why props are immutable (unchangeable)</a:t>
            </a:r>
          </a:p>
          <a:p>
            <a:pPr>
              <a:lnSpc>
                <a:spcPct val="120000"/>
              </a:lnSpc>
              <a:buFont typeface="Wingdings" panose="05000000000000000000" pitchFamily="2" charset="2"/>
              <a:buChar char="§"/>
            </a:pPr>
            <a:r>
              <a:rPr lang="en-US" sz="3800" dirty="0"/>
              <a:t>Why?</a:t>
            </a:r>
          </a:p>
          <a:p>
            <a:pPr lvl="1">
              <a:lnSpc>
                <a:spcPct val="120000"/>
              </a:lnSpc>
              <a:buFont typeface="Wingdings" panose="05000000000000000000" pitchFamily="2" charset="2"/>
              <a:buChar char="§"/>
            </a:pPr>
            <a:r>
              <a:rPr lang="en-US" sz="3600" dirty="0"/>
              <a:t>Consistency: if parent is assigning value for child, and child is then also assigning value for parent, other children will have inconsistent data.</a:t>
            </a:r>
          </a:p>
          <a:p>
            <a:pPr lvl="1">
              <a:lnSpc>
                <a:spcPct val="120000"/>
              </a:lnSpc>
              <a:buFont typeface="Wingdings" panose="05000000000000000000" pitchFamily="2" charset="2"/>
              <a:buChar char="§"/>
            </a:pPr>
            <a:r>
              <a:rPr lang="en-US" sz="3600" dirty="0"/>
              <a:t>Simplicity: the implementation logic is simplified, and the code is more readable.</a:t>
            </a:r>
          </a:p>
        </p:txBody>
      </p:sp>
      <p:sp>
        <p:nvSpPr>
          <p:cNvPr id="7" name="TextBox 6">
            <a:extLst>
              <a:ext uri="{FF2B5EF4-FFF2-40B4-BE49-F238E27FC236}">
                <a16:creationId xmlns:a16="http://schemas.microsoft.com/office/drawing/2014/main" id="{455D345D-F774-614C-B4B4-8E055ED47AD8}"/>
              </a:ext>
            </a:extLst>
          </p:cNvPr>
          <p:cNvSpPr txBox="1"/>
          <p:nvPr/>
        </p:nvSpPr>
        <p:spPr>
          <a:xfrm>
            <a:off x="6083902" y="1579392"/>
            <a:ext cx="6106510" cy="5062924"/>
          </a:xfrm>
          <a:prstGeom prst="rect">
            <a:avLst/>
          </a:prstGeom>
          <a:noFill/>
        </p:spPr>
        <p:txBody>
          <a:bodyPr wrap="square">
            <a:spAutoFit/>
          </a:bodyPr>
          <a:lstStyle/>
          <a:p>
            <a:pPr>
              <a:lnSpc>
                <a:spcPts val="1425"/>
              </a:lnSpc>
              <a:spcAft>
                <a:spcPts val="800"/>
              </a:spcAft>
            </a:pPr>
            <a:r>
              <a:rPr lang="en-US" sz="1600" kern="0" dirty="0">
                <a:solidFill>
                  <a:srgbClr val="0000FF"/>
                </a:solidFill>
                <a:effectLst/>
                <a:latin typeface="Consolas" panose="020B0609020204030204" pitchFamily="49" charset="0"/>
                <a:ea typeface="Times New Roman" panose="02020603050405020304" pitchFamily="18" charset="0"/>
                <a:cs typeface="Times New Roman" panose="02020603050405020304" pitchFamily="18" charset="0"/>
              </a:rPr>
              <a:t>function</a:t>
            </a: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kern="0" dirty="0">
                <a:solidFill>
                  <a:srgbClr val="008080"/>
                </a:solidFill>
                <a:effectLst/>
                <a:latin typeface="Consolas" panose="020B0609020204030204" pitchFamily="49" charset="0"/>
                <a:ea typeface="Times New Roman" panose="02020603050405020304" pitchFamily="18" charset="0"/>
                <a:cs typeface="Times New Roman" panose="02020603050405020304" pitchFamily="18" charset="0"/>
              </a:rPr>
              <a:t>User</a:t>
            </a: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a:t>
            </a:r>
          </a:p>
          <a:p>
            <a:pPr>
              <a:lnSpc>
                <a:spcPts val="1425"/>
              </a:lnSpc>
              <a:spcAft>
                <a:spcPts val="800"/>
              </a:spcAft>
            </a:pPr>
            <a:r>
              <a:rPr lang="en-US" sz="1600" kern="0" dirty="0">
                <a:solidFill>
                  <a:srgbClr val="0000FF"/>
                </a:solidFill>
                <a:latin typeface="Consolas" panose="020B0609020204030204" pitchFamily="49" charset="0"/>
                <a:ea typeface="Times New Roman" panose="02020603050405020304" pitchFamily="18" charset="0"/>
                <a:cs typeface="Times New Roman" panose="02020603050405020304" pitchFamily="18" charset="0"/>
              </a:rPr>
              <a:t>   </a:t>
            </a:r>
            <a:r>
              <a:rPr lang="en-US" sz="1600" kern="0" dirty="0">
                <a:solidFill>
                  <a:srgbClr val="0000FF"/>
                </a:solidFill>
                <a:effectLst/>
                <a:latin typeface="Consolas" panose="020B0609020204030204" pitchFamily="49" charset="0"/>
                <a:ea typeface="Times New Roman" panose="02020603050405020304" pitchFamily="18" charset="0"/>
                <a:cs typeface="Times New Roman" panose="02020603050405020304" pitchFamily="18" charset="0"/>
              </a:rPr>
              <a:t>let</a:t>
            </a: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status = </a:t>
            </a:r>
            <a:r>
              <a:rPr lang="en-US" sz="1600" kern="0" dirty="0">
                <a:solidFill>
                  <a:srgbClr val="A31515"/>
                </a:solidFill>
                <a:latin typeface="Consolas" panose="020B0609020204030204" pitchFamily="49" charset="0"/>
                <a:ea typeface="Times New Roman" panose="02020603050405020304" pitchFamily="18" charset="0"/>
                <a:cs typeface="Times New Roman" panose="02020603050405020304" pitchFamily="18" charset="0"/>
              </a:rPr>
              <a:t>"</a:t>
            </a:r>
            <a:r>
              <a:rPr lang="en-US" sz="1600" kern="0" dirty="0">
                <a:solidFill>
                  <a:srgbClr val="A31515"/>
                </a:solidFill>
                <a:effectLst/>
                <a:latin typeface="Consolas" panose="020B0609020204030204" pitchFamily="49" charset="0"/>
                <a:ea typeface="Times New Roman" panose="02020603050405020304" pitchFamily="18" charset="0"/>
                <a:cs typeface="Times New Roman" panose="02020603050405020304" pitchFamily="18" charset="0"/>
              </a:rPr>
              <a:t>active";</a:t>
            </a:r>
            <a:endParaRPr lang="en-PK" sz="1600" kern="100" dirty="0">
              <a:effectLst/>
              <a:latin typeface="Calibri" panose="020F0502020204030204" pitchFamily="34" charset="0"/>
              <a:ea typeface="Calibri" panose="020F0502020204030204" pitchFamily="34" charset="0"/>
              <a:cs typeface="Arial" panose="020B0604020202020204" pitchFamily="34" charset="0"/>
            </a:endParaRPr>
          </a:p>
          <a:p>
            <a:pPr>
              <a:lnSpc>
                <a:spcPts val="1425"/>
              </a:lnSpc>
              <a:spcAft>
                <a:spcPts val="800"/>
              </a:spcAft>
            </a:pP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kern="0" dirty="0">
                <a:solidFill>
                  <a:srgbClr val="0000FF"/>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PK" sz="1600" kern="100" dirty="0">
              <a:effectLst/>
              <a:latin typeface="Calibri" panose="020F0502020204030204" pitchFamily="34" charset="0"/>
              <a:ea typeface="Calibri" panose="020F0502020204030204" pitchFamily="34" charset="0"/>
              <a:cs typeface="Arial" panose="020B0604020202020204" pitchFamily="34" charset="0"/>
            </a:endParaRPr>
          </a:p>
          <a:p>
            <a:pPr>
              <a:lnSpc>
                <a:spcPts val="1425"/>
              </a:lnSpc>
              <a:spcAft>
                <a:spcPts val="800"/>
              </a:spcAft>
            </a:pP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&lt;</a:t>
            </a:r>
            <a:r>
              <a:rPr lang="en-US" sz="1600" kern="0" dirty="0">
                <a:solidFill>
                  <a:srgbClr val="008080"/>
                </a:solidFill>
                <a:effectLst/>
                <a:latin typeface="Consolas" panose="020B0609020204030204" pitchFamily="49" charset="0"/>
                <a:ea typeface="Times New Roman" panose="02020603050405020304" pitchFamily="18" charset="0"/>
                <a:cs typeface="Times New Roman" panose="02020603050405020304" pitchFamily="18" charset="0"/>
              </a:rPr>
              <a:t>div</a:t>
            </a: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&gt;</a:t>
            </a:r>
            <a:endParaRPr lang="en-PK" sz="1600" kern="100" dirty="0">
              <a:effectLst/>
              <a:latin typeface="Calibri" panose="020F0502020204030204" pitchFamily="34" charset="0"/>
              <a:ea typeface="Calibri" panose="020F0502020204030204" pitchFamily="34" charset="0"/>
              <a:cs typeface="Arial" panose="020B0604020202020204" pitchFamily="34" charset="0"/>
            </a:endParaRPr>
          </a:p>
          <a:p>
            <a:pPr>
              <a:lnSpc>
                <a:spcPts val="1425"/>
              </a:lnSpc>
              <a:spcAft>
                <a:spcPts val="800"/>
              </a:spcAft>
            </a:pP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&lt;</a:t>
            </a:r>
            <a:r>
              <a:rPr lang="en-US" sz="1600" kern="0" dirty="0">
                <a:solidFill>
                  <a:srgbClr val="008080"/>
                </a:solidFill>
                <a:effectLst/>
                <a:latin typeface="Consolas" panose="020B0609020204030204" pitchFamily="49" charset="0"/>
                <a:ea typeface="Times New Roman" panose="02020603050405020304" pitchFamily="18" charset="0"/>
                <a:cs typeface="Times New Roman" panose="02020603050405020304" pitchFamily="18" charset="0"/>
              </a:rPr>
              <a:t>Owner</a:t>
            </a: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name=</a:t>
            </a:r>
            <a:r>
              <a:rPr lang="en-US" sz="1600" kern="0" dirty="0">
                <a:solidFill>
                  <a:srgbClr val="A31515"/>
                </a:solidFill>
                <a:effectLst/>
                <a:latin typeface="Consolas" panose="020B0609020204030204" pitchFamily="49" charset="0"/>
                <a:ea typeface="Times New Roman" panose="02020603050405020304" pitchFamily="18" charset="0"/>
                <a:cs typeface="Times New Roman" panose="02020603050405020304" pitchFamily="18" charset="0"/>
              </a:rPr>
              <a:t>"Ali"</a:t>
            </a: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status={status} /&gt;</a:t>
            </a:r>
            <a:endParaRPr lang="en-PK" sz="1600" kern="100" dirty="0">
              <a:effectLst/>
              <a:latin typeface="Calibri" panose="020F0502020204030204" pitchFamily="34" charset="0"/>
              <a:ea typeface="Calibri" panose="020F0502020204030204" pitchFamily="34" charset="0"/>
              <a:cs typeface="Arial" panose="020B0604020202020204" pitchFamily="34" charset="0"/>
            </a:endParaRPr>
          </a:p>
          <a:p>
            <a:pPr>
              <a:lnSpc>
                <a:spcPts val="1425"/>
              </a:lnSpc>
              <a:spcAft>
                <a:spcPts val="800"/>
              </a:spcAft>
            </a:pP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&lt;</a:t>
            </a:r>
            <a:r>
              <a:rPr lang="en-US" sz="1600" kern="0" dirty="0">
                <a:solidFill>
                  <a:srgbClr val="008080"/>
                </a:solidFill>
                <a:effectLst/>
                <a:latin typeface="Consolas" panose="020B0609020204030204" pitchFamily="49" charset="0"/>
                <a:ea typeface="Times New Roman" panose="02020603050405020304" pitchFamily="18" charset="0"/>
                <a:cs typeface="Times New Roman" panose="02020603050405020304" pitchFamily="18" charset="0"/>
              </a:rPr>
              <a:t>Companion</a:t>
            </a: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name=</a:t>
            </a:r>
            <a:r>
              <a:rPr lang="en-US" sz="1600" kern="0" dirty="0">
                <a:solidFill>
                  <a:srgbClr val="A31515"/>
                </a:solidFill>
                <a:effectLst/>
                <a:latin typeface="Consolas" panose="020B0609020204030204" pitchFamily="49" charset="0"/>
                <a:ea typeface="Times New Roman" panose="02020603050405020304" pitchFamily="18" charset="0"/>
                <a:cs typeface="Times New Roman" panose="02020603050405020304" pitchFamily="18" charset="0"/>
              </a:rPr>
              <a:t>"Dua"</a:t>
            </a: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status={status} /&gt;</a:t>
            </a:r>
            <a:endParaRPr lang="en-PK" sz="1600" kern="100" dirty="0">
              <a:effectLst/>
              <a:latin typeface="Calibri" panose="020F0502020204030204" pitchFamily="34" charset="0"/>
              <a:ea typeface="Calibri" panose="020F0502020204030204" pitchFamily="34" charset="0"/>
              <a:cs typeface="Arial" panose="020B0604020202020204" pitchFamily="34" charset="0"/>
            </a:endParaRPr>
          </a:p>
          <a:p>
            <a:pPr>
              <a:lnSpc>
                <a:spcPts val="1425"/>
              </a:lnSpc>
              <a:spcAft>
                <a:spcPts val="800"/>
              </a:spcAft>
            </a:pP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&lt;</a:t>
            </a:r>
            <a:r>
              <a:rPr lang="en-US" sz="1600" kern="0" dirty="0">
                <a:solidFill>
                  <a:srgbClr val="008080"/>
                </a:solidFill>
                <a:effectLst/>
                <a:latin typeface="Consolas" panose="020B0609020204030204" pitchFamily="49" charset="0"/>
                <a:ea typeface="Times New Roman" panose="02020603050405020304" pitchFamily="18" charset="0"/>
                <a:cs typeface="Times New Roman" panose="02020603050405020304" pitchFamily="18" charset="0"/>
              </a:rPr>
              <a:t>div</a:t>
            </a: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/&gt;</a:t>
            </a:r>
            <a:endParaRPr lang="en-PK" sz="1600" kern="100" dirty="0">
              <a:effectLst/>
              <a:latin typeface="Calibri" panose="020F0502020204030204" pitchFamily="34" charset="0"/>
              <a:ea typeface="Calibri" panose="020F0502020204030204" pitchFamily="34" charset="0"/>
              <a:cs typeface="Arial" panose="020B0604020202020204" pitchFamily="34" charset="0"/>
            </a:endParaRPr>
          </a:p>
          <a:p>
            <a:pPr>
              <a:lnSpc>
                <a:spcPts val="1425"/>
              </a:lnSpc>
              <a:spcAft>
                <a:spcPts val="800"/>
              </a:spcAft>
            </a:pP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PK" sz="1600" kern="100" dirty="0">
              <a:effectLst/>
              <a:latin typeface="Calibri" panose="020F0502020204030204" pitchFamily="34" charset="0"/>
              <a:ea typeface="Calibri" panose="020F0502020204030204" pitchFamily="34" charset="0"/>
              <a:cs typeface="Arial" panose="020B0604020202020204" pitchFamily="34" charset="0"/>
            </a:endParaRPr>
          </a:p>
          <a:p>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p>
          <a:p>
            <a:pPr>
              <a:lnSpc>
                <a:spcPts val="1425"/>
              </a:lnSpc>
              <a:spcAft>
                <a:spcPts val="800"/>
              </a:spcAft>
            </a:pPr>
            <a:endParaRPr lang="en-US" sz="1600" kern="0" dirty="0">
              <a:solidFill>
                <a:srgbClr val="0000FF"/>
              </a:solidFill>
              <a:effectLst/>
              <a:latin typeface="Consolas" panose="020B0609020204030204" pitchFamily="49" charset="0"/>
              <a:ea typeface="Times New Roman" panose="02020603050405020304" pitchFamily="18" charset="0"/>
              <a:cs typeface="Times New Roman" panose="02020603050405020304" pitchFamily="18" charset="0"/>
            </a:endParaRPr>
          </a:p>
          <a:p>
            <a:pPr>
              <a:lnSpc>
                <a:spcPts val="1425"/>
              </a:lnSpc>
              <a:spcAft>
                <a:spcPts val="800"/>
              </a:spcAft>
            </a:pPr>
            <a:r>
              <a:rPr lang="en-US" sz="1600" kern="0" dirty="0">
                <a:solidFill>
                  <a:srgbClr val="0000FF"/>
                </a:solidFill>
                <a:effectLst/>
                <a:latin typeface="Consolas" panose="020B0609020204030204" pitchFamily="49" charset="0"/>
                <a:ea typeface="Times New Roman" panose="02020603050405020304" pitchFamily="18" charset="0"/>
                <a:cs typeface="Times New Roman" panose="02020603050405020304" pitchFamily="18" charset="0"/>
              </a:rPr>
              <a:t>function</a:t>
            </a: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kern="0" dirty="0">
                <a:solidFill>
                  <a:srgbClr val="008080"/>
                </a:solidFill>
                <a:effectLst/>
                <a:latin typeface="Consolas" panose="020B0609020204030204" pitchFamily="49" charset="0"/>
                <a:ea typeface="Times New Roman" panose="02020603050405020304" pitchFamily="18" charset="0"/>
                <a:cs typeface="Times New Roman" panose="02020603050405020304" pitchFamily="18" charset="0"/>
              </a:rPr>
              <a:t>Owner</a:t>
            </a: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(props) {</a:t>
            </a:r>
            <a:endParaRPr lang="en-PK" sz="1600" kern="100" dirty="0">
              <a:effectLst/>
              <a:latin typeface="Calibri" panose="020F0502020204030204" pitchFamily="34" charset="0"/>
              <a:ea typeface="Calibri" panose="020F0502020204030204" pitchFamily="34" charset="0"/>
              <a:cs typeface="Arial" panose="020B0604020202020204" pitchFamily="34" charset="0"/>
            </a:endParaRPr>
          </a:p>
          <a:p>
            <a:pPr>
              <a:lnSpc>
                <a:spcPts val="1425"/>
              </a:lnSpc>
              <a:spcAft>
                <a:spcPts val="800"/>
              </a:spcAft>
            </a:pP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kern="0" dirty="0">
                <a:solidFill>
                  <a:srgbClr val="0000FF"/>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PK" sz="1600" kern="100" dirty="0">
              <a:effectLst/>
              <a:latin typeface="Calibri" panose="020F0502020204030204" pitchFamily="34" charset="0"/>
              <a:ea typeface="Calibri" panose="020F0502020204030204" pitchFamily="34" charset="0"/>
              <a:cs typeface="Arial" panose="020B0604020202020204" pitchFamily="34" charset="0"/>
            </a:endParaRPr>
          </a:p>
          <a:p>
            <a:pPr>
              <a:lnSpc>
                <a:spcPts val="1425"/>
              </a:lnSpc>
              <a:spcAft>
                <a:spcPts val="800"/>
              </a:spcAft>
            </a:pP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&lt;</a:t>
            </a:r>
            <a:r>
              <a:rPr lang="en-US" sz="1600" kern="0" dirty="0">
                <a:solidFill>
                  <a:srgbClr val="008080"/>
                </a:solidFill>
                <a:effectLst/>
                <a:latin typeface="Consolas" panose="020B0609020204030204" pitchFamily="49" charset="0"/>
                <a:ea typeface="Times New Roman" panose="02020603050405020304" pitchFamily="18" charset="0"/>
                <a:cs typeface="Times New Roman" panose="02020603050405020304" pitchFamily="18" charset="0"/>
              </a:rPr>
              <a:t>div</a:t>
            </a: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&gt;</a:t>
            </a:r>
            <a:endParaRPr lang="en-PK" sz="1600" kern="100" dirty="0">
              <a:effectLst/>
              <a:latin typeface="Calibri" panose="020F0502020204030204" pitchFamily="34" charset="0"/>
              <a:ea typeface="Calibri" panose="020F0502020204030204" pitchFamily="34" charset="0"/>
              <a:cs typeface="Arial" panose="020B0604020202020204" pitchFamily="34" charset="0"/>
            </a:endParaRPr>
          </a:p>
          <a:p>
            <a:pPr>
              <a:lnSpc>
                <a:spcPts val="1425"/>
              </a:lnSpc>
              <a:spcAft>
                <a:spcPts val="800"/>
              </a:spcAft>
            </a:pP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&lt;</a:t>
            </a:r>
            <a:r>
              <a:rPr lang="en-US" sz="1600" kern="0" dirty="0">
                <a:solidFill>
                  <a:srgbClr val="008080"/>
                </a:solidFill>
                <a:effectLst/>
                <a:latin typeface="Consolas" panose="020B0609020204030204" pitchFamily="49" charset="0"/>
                <a:ea typeface="Times New Roman" panose="02020603050405020304" pitchFamily="18" charset="0"/>
                <a:cs typeface="Times New Roman" panose="02020603050405020304" pitchFamily="18" charset="0"/>
              </a:rPr>
              <a:t>h2</a:t>
            </a: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&gt;{props.name} is {</a:t>
            </a:r>
            <a:r>
              <a:rPr lang="en-US" sz="1600" kern="0" dirty="0" err="1">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props.status</a:t>
            </a: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/&gt;</a:t>
            </a:r>
            <a:endParaRPr lang="en-PK" sz="1600" kern="100" dirty="0">
              <a:effectLst/>
              <a:latin typeface="Calibri" panose="020F0502020204030204" pitchFamily="34" charset="0"/>
              <a:ea typeface="Calibri" panose="020F0502020204030204" pitchFamily="34" charset="0"/>
              <a:cs typeface="Arial" panose="020B0604020202020204" pitchFamily="34" charset="0"/>
            </a:endParaRPr>
          </a:p>
          <a:p>
            <a:pPr>
              <a:lnSpc>
                <a:spcPts val="1425"/>
              </a:lnSpc>
              <a:spcAft>
                <a:spcPts val="800"/>
              </a:spcAft>
            </a:pP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&lt;</a:t>
            </a:r>
            <a:r>
              <a:rPr lang="en-US" sz="1600" kern="0" dirty="0">
                <a:solidFill>
                  <a:srgbClr val="008080"/>
                </a:solidFill>
                <a:effectLst/>
                <a:latin typeface="Consolas" panose="020B0609020204030204" pitchFamily="49" charset="0"/>
                <a:ea typeface="Times New Roman" panose="02020603050405020304" pitchFamily="18" charset="0"/>
                <a:cs typeface="Times New Roman" panose="02020603050405020304" pitchFamily="18" charset="0"/>
              </a:rPr>
              <a:t>div</a:t>
            </a: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/&gt;</a:t>
            </a:r>
            <a:endParaRPr lang="en-PK" sz="1600" kern="100" dirty="0">
              <a:effectLst/>
              <a:latin typeface="Calibri" panose="020F0502020204030204" pitchFamily="34" charset="0"/>
              <a:ea typeface="Calibri" panose="020F0502020204030204" pitchFamily="34" charset="0"/>
              <a:cs typeface="Arial" panose="020B0604020202020204" pitchFamily="34" charset="0"/>
            </a:endParaRPr>
          </a:p>
          <a:p>
            <a:pPr>
              <a:lnSpc>
                <a:spcPts val="1425"/>
              </a:lnSpc>
              <a:spcAft>
                <a:spcPts val="800"/>
              </a:spcAft>
            </a:pPr>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PK" sz="1600" kern="100" dirty="0">
              <a:effectLst/>
              <a:latin typeface="Calibri" panose="020F0502020204030204" pitchFamily="34" charset="0"/>
              <a:ea typeface="Calibri" panose="020F0502020204030204" pitchFamily="34" charset="0"/>
              <a:cs typeface="Arial" panose="020B0604020202020204" pitchFamily="34" charset="0"/>
            </a:endParaRPr>
          </a:p>
          <a:p>
            <a:r>
              <a:rPr lang="en-US" sz="16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a:t>
            </a:r>
          </a:p>
          <a:p>
            <a:r>
              <a:rPr lang="en-US" sz="1600" kern="0" dirty="0">
                <a:solidFill>
                  <a:srgbClr val="000000"/>
                </a:solidFill>
                <a:latin typeface="Consolas" panose="020B0609020204030204" pitchFamily="49" charset="0"/>
                <a:cs typeface="Times New Roman" panose="02020603050405020304" pitchFamily="18" charset="0"/>
              </a:rPr>
              <a:t>// What will happen if Owner changes the status?</a:t>
            </a:r>
            <a:endParaRPr lang="en-PK" sz="1600" dirty="0"/>
          </a:p>
        </p:txBody>
      </p:sp>
    </p:spTree>
    <p:extLst>
      <p:ext uri="{BB962C8B-B14F-4D97-AF65-F5344CB8AC3E}">
        <p14:creationId xmlns:p14="http://schemas.microsoft.com/office/powerpoint/2010/main" val="3287753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States / State Hook</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Props do not allow child to change a parent property pushed to it via props. States are an alternative, which are mutable.</a:t>
            </a:r>
          </a:p>
          <a:p>
            <a:pPr>
              <a:lnSpc>
                <a:spcPct val="120000"/>
              </a:lnSpc>
              <a:buFont typeface="Wingdings" panose="05000000000000000000" pitchFamily="2" charset="2"/>
              <a:buChar char="§"/>
            </a:pPr>
            <a:r>
              <a:rPr lang="en-US" sz="3800" dirty="0"/>
              <a:t>A state consists of single property and its handler function that sets its value. Child components can call the handler function to set the parent value.</a:t>
            </a:r>
          </a:p>
          <a:p>
            <a:pPr>
              <a:lnSpc>
                <a:spcPct val="120000"/>
              </a:lnSpc>
              <a:buFont typeface="Wingdings" panose="05000000000000000000" pitchFamily="2" charset="2"/>
              <a:buChar char="§"/>
            </a:pPr>
            <a:r>
              <a:rPr lang="en-US" sz="3800" dirty="0"/>
              <a:t>The given example uses states to input passenger names in an input text and add them to list of passengers of a vehicle on button click. The button is disabled as soon as all seats are full.</a:t>
            </a:r>
          </a:p>
        </p:txBody>
      </p:sp>
    </p:spTree>
    <p:extLst>
      <p:ext uri="{BB962C8B-B14F-4D97-AF65-F5344CB8AC3E}">
        <p14:creationId xmlns:p14="http://schemas.microsoft.com/office/powerpoint/2010/main" val="2740390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States / State Hook</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7" name="TextBox 6">
            <a:extLst>
              <a:ext uri="{FF2B5EF4-FFF2-40B4-BE49-F238E27FC236}">
                <a16:creationId xmlns:a16="http://schemas.microsoft.com/office/drawing/2014/main" id="{38E8550A-F824-8693-2D14-4DB68BD997F6}"/>
              </a:ext>
            </a:extLst>
          </p:cNvPr>
          <p:cNvSpPr txBox="1"/>
          <p:nvPr/>
        </p:nvSpPr>
        <p:spPr>
          <a:xfrm>
            <a:off x="220384" y="1511409"/>
            <a:ext cx="11751232" cy="4524315"/>
          </a:xfrm>
          <a:prstGeom prst="rect">
            <a:avLst/>
          </a:prstGeom>
          <a:noFill/>
        </p:spPr>
        <p:txBody>
          <a:bodyPr wrap="square">
            <a:spAutoFit/>
          </a:bodyPr>
          <a:lstStyle/>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'./App.css'</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Import CSS</a:t>
            </a:r>
            <a:endParaRPr lang="en-US" b="0" dirty="0">
              <a:solidFill>
                <a:srgbClr val="000000"/>
              </a:solidFill>
              <a:effectLst/>
              <a:latin typeface="Consolas" panose="020B0609020204030204" pitchFamily="49" charset="0"/>
            </a:endParaRPr>
          </a:p>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useId</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useState</a:t>
            </a:r>
            <a:r>
              <a:rPr lang="en-US" b="0" dirty="0">
                <a:solidFill>
                  <a:srgbClr val="000000"/>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Import hooks</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App</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Render Vehicle component as child and pass 3 values in props, the last one is an object representing vehicle owner</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a:t>
            </a:r>
            <a:r>
              <a:rPr lang="en-US" b="0" dirty="0">
                <a:solidFill>
                  <a:srgbClr val="000000"/>
                </a:solidFill>
                <a:effectLst/>
                <a:latin typeface="Consolas" panose="020B0609020204030204" pitchFamily="49" charset="0"/>
              </a:rPr>
              <a:t> </a:t>
            </a:r>
            <a:r>
              <a:rPr lang="en-US" b="0" dirty="0" err="1">
                <a:solidFill>
                  <a:srgbClr val="E50000"/>
                </a:solidFill>
                <a:effectLst/>
                <a:latin typeface="Consolas" panose="020B0609020204030204" pitchFamily="49" charset="0"/>
              </a:rPr>
              <a:t>className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"App"</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&lt;h1&gt;</a:t>
            </a:r>
            <a:r>
              <a:rPr lang="en-US" b="0" dirty="0">
                <a:solidFill>
                  <a:srgbClr val="000000"/>
                </a:solidFill>
                <a:effectLst/>
                <a:latin typeface="Consolas" panose="020B0609020204030204" pitchFamily="49" charset="0"/>
              </a:rPr>
              <a:t>Welcome to </a:t>
            </a:r>
            <a:r>
              <a:rPr lang="en-US" b="0" dirty="0" err="1">
                <a:solidFill>
                  <a:srgbClr val="000000"/>
                </a:solidFill>
                <a:effectLst/>
                <a:latin typeface="Consolas" panose="020B0609020204030204" pitchFamily="49" charset="0"/>
              </a:rPr>
              <a:t>Baham</a:t>
            </a:r>
            <a:r>
              <a:rPr lang="en-US" b="0" dirty="0">
                <a:solidFill>
                  <a:srgbClr val="800000"/>
                </a:solidFill>
                <a:effectLst/>
                <a:latin typeface="Consolas" panose="020B0609020204030204" pitchFamily="49" charset="0"/>
              </a:rPr>
              <a:t>&lt;/h1&gt;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Vehicle</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car</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"White Honda </a:t>
            </a:r>
            <a:r>
              <a:rPr lang="en-US" b="0" dirty="0" err="1">
                <a:solidFill>
                  <a:srgbClr val="A31515"/>
                </a:solidFill>
                <a:effectLst/>
                <a:latin typeface="Consolas" panose="020B0609020204030204" pitchFamily="49" charset="0"/>
              </a:rPr>
              <a:t>Vezel</a:t>
            </a:r>
            <a:r>
              <a:rPr lang="en-US" b="0" dirty="0">
                <a:solidFill>
                  <a:srgbClr val="A31515"/>
                </a:solidFill>
                <a:effectLst/>
                <a:latin typeface="Consolas" panose="020B0609020204030204" pitchFamily="49" charset="0"/>
              </a:rPr>
              <a:t> (HVZ-888)"</a:t>
            </a:r>
            <a:r>
              <a:rPr lang="en-US" b="0" dirty="0">
                <a:solidFill>
                  <a:srgbClr val="000000"/>
                </a:solidFill>
                <a:effectLst/>
                <a:latin typeface="Consolas" panose="020B0609020204030204" pitchFamily="49" charset="0"/>
              </a:rPr>
              <a:t> </a:t>
            </a:r>
            <a:r>
              <a:rPr lang="en-US" b="0" dirty="0" err="1">
                <a:solidFill>
                  <a:srgbClr val="E50000"/>
                </a:solidFill>
                <a:effectLst/>
                <a:latin typeface="Consolas" panose="020B0609020204030204" pitchFamily="49" charset="0"/>
              </a:rPr>
              <a:t>seatsAvailable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098658"/>
                </a:solidFill>
                <a:effectLst/>
                <a:latin typeface="Consolas" panose="020B0609020204030204" pitchFamily="49" charset="0"/>
              </a:rPr>
              <a:t>3</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owner</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name:</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"Owais"</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role:</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"Owner"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a:p>
            <a:endParaRPr lang="en-US" dirty="0">
              <a:solidFill>
                <a:srgbClr val="000000"/>
              </a:solidFill>
              <a:latin typeface="Consolas" panose="020B0609020204030204" pitchFamily="49" charset="0"/>
            </a:endParaRPr>
          </a:p>
          <a:p>
            <a:r>
              <a:rPr lang="en-US" b="0" dirty="0">
                <a:solidFill>
                  <a:srgbClr val="000000"/>
                </a:solidFill>
                <a:effectLst/>
                <a:latin typeface="Consolas" panose="020B0609020204030204" pitchFamily="49" charset="0"/>
              </a:rPr>
              <a:t>Cont.. on next slide</a:t>
            </a:r>
          </a:p>
        </p:txBody>
      </p:sp>
    </p:spTree>
    <p:extLst>
      <p:ext uri="{BB962C8B-B14F-4D97-AF65-F5344CB8AC3E}">
        <p14:creationId xmlns:p14="http://schemas.microsoft.com/office/powerpoint/2010/main" val="16121764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States / State Hook</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7" name="TextBox 6">
            <a:extLst>
              <a:ext uri="{FF2B5EF4-FFF2-40B4-BE49-F238E27FC236}">
                <a16:creationId xmlns:a16="http://schemas.microsoft.com/office/drawing/2014/main" id="{38E8550A-F824-8693-2D14-4DB68BD997F6}"/>
              </a:ext>
            </a:extLst>
          </p:cNvPr>
          <p:cNvSpPr txBox="1"/>
          <p:nvPr/>
        </p:nvSpPr>
        <p:spPr>
          <a:xfrm>
            <a:off x="220384" y="1511409"/>
            <a:ext cx="11751232" cy="5293757"/>
          </a:xfrm>
          <a:prstGeom prst="rect">
            <a:avLst/>
          </a:prstGeom>
          <a:noFill/>
        </p:spPr>
        <p:txBody>
          <a:bodyPr wrap="square">
            <a:spAutoFit/>
          </a:bodyPr>
          <a:lstStyle/>
          <a:p>
            <a:r>
              <a:rPr lang="en-US" sz="1300" b="0" dirty="0">
                <a:solidFill>
                  <a:srgbClr val="0000FF"/>
                </a:solidFill>
                <a:effectLst/>
                <a:latin typeface="Consolas" panose="020B0609020204030204" pitchFamily="49" charset="0"/>
              </a:rPr>
              <a:t>const</a:t>
            </a:r>
            <a:r>
              <a:rPr lang="en-US" sz="1300" b="0" dirty="0">
                <a:solidFill>
                  <a:srgbClr val="000000"/>
                </a:solidFill>
                <a:effectLst/>
                <a:latin typeface="Consolas" panose="020B0609020204030204" pitchFamily="49" charset="0"/>
              </a:rPr>
              <a:t> </a:t>
            </a:r>
            <a:r>
              <a:rPr lang="en-US" sz="1300" b="0" dirty="0">
                <a:solidFill>
                  <a:srgbClr val="795E26"/>
                </a:solidFill>
                <a:effectLst/>
                <a:latin typeface="Consolas" panose="020B0609020204030204" pitchFamily="49" charset="0"/>
              </a:rPr>
              <a:t>Vehicle</a:t>
            </a:r>
            <a:r>
              <a:rPr lang="en-US" sz="1300" b="0" dirty="0">
                <a:solidFill>
                  <a:srgbClr val="000000"/>
                </a:solidFill>
                <a:effectLst/>
                <a:latin typeface="Consolas" panose="020B0609020204030204" pitchFamily="49" charset="0"/>
              </a:rPr>
              <a:t> = (</a:t>
            </a:r>
            <a:r>
              <a:rPr lang="en-US" sz="1300" b="0" dirty="0">
                <a:solidFill>
                  <a:srgbClr val="001080"/>
                </a:solidFill>
                <a:effectLst/>
                <a:latin typeface="Consolas" panose="020B0609020204030204" pitchFamily="49" charset="0"/>
              </a:rPr>
              <a:t>props</a:t>
            </a:r>
            <a:r>
              <a:rPr lang="en-US" sz="1300" b="0" dirty="0">
                <a:solidFill>
                  <a:srgbClr val="000000"/>
                </a:solidFill>
                <a:effectLst/>
                <a:latin typeface="Consolas" panose="020B0609020204030204" pitchFamily="49" charset="0"/>
              </a:rPr>
              <a:t>) </a:t>
            </a:r>
            <a:r>
              <a:rPr lang="en-US" sz="1300" b="0" dirty="0">
                <a:solidFill>
                  <a:srgbClr val="0000FF"/>
                </a:solidFill>
                <a:effectLst/>
                <a:latin typeface="Consolas" panose="020B0609020204030204" pitchFamily="49" charset="0"/>
              </a:rPr>
              <a:t>=&gt;</a:t>
            </a:r>
            <a:r>
              <a:rPr lang="en-US" sz="1300" b="0" dirty="0">
                <a:solidFill>
                  <a:srgbClr val="000000"/>
                </a:solidFill>
                <a:effectLst/>
                <a:latin typeface="Consolas" panose="020B0609020204030204" pitchFamily="49" charset="0"/>
              </a:rPr>
              <a:t> {</a:t>
            </a:r>
          </a:p>
          <a:p>
            <a:r>
              <a:rPr lang="en-US" sz="1300" b="0" dirty="0">
                <a:solidFill>
                  <a:srgbClr val="000000"/>
                </a:solidFill>
                <a:effectLst/>
                <a:latin typeface="Consolas" panose="020B0609020204030204" pitchFamily="49" charset="0"/>
              </a:rPr>
              <a:t>  </a:t>
            </a:r>
            <a:r>
              <a:rPr lang="en-US" sz="1300" b="0" dirty="0">
                <a:solidFill>
                  <a:srgbClr val="0000FF"/>
                </a:solidFill>
                <a:effectLst/>
                <a:latin typeface="Consolas" panose="020B0609020204030204" pitchFamily="49" charset="0"/>
              </a:rPr>
              <a:t>const</a:t>
            </a:r>
            <a:r>
              <a:rPr lang="en-US" sz="1300" b="0" dirty="0">
                <a:solidFill>
                  <a:srgbClr val="000000"/>
                </a:solidFill>
                <a:effectLst/>
                <a:latin typeface="Consolas" panose="020B0609020204030204" pitchFamily="49" charset="0"/>
              </a:rPr>
              <a:t> [</a:t>
            </a:r>
            <a:r>
              <a:rPr lang="en-US" sz="1300" b="0" dirty="0">
                <a:solidFill>
                  <a:srgbClr val="0070C1"/>
                </a:solidFill>
                <a:effectLst/>
                <a:latin typeface="Consolas" panose="020B0609020204030204" pitchFamily="49" charset="0"/>
              </a:rPr>
              <a:t>passengers</a:t>
            </a:r>
            <a:r>
              <a:rPr lang="en-US" sz="1300" b="0" dirty="0">
                <a:solidFill>
                  <a:srgbClr val="000000"/>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setPassengers</a:t>
            </a:r>
            <a:r>
              <a:rPr lang="en-US" sz="1300" b="0" dirty="0">
                <a:solidFill>
                  <a:srgbClr val="000000"/>
                </a:solidFill>
                <a:effectLst/>
                <a:latin typeface="Consolas" panose="020B0609020204030204" pitchFamily="49" charset="0"/>
              </a:rPr>
              <a:t>] = </a:t>
            </a:r>
            <a:r>
              <a:rPr lang="en-US" sz="1300" b="0" dirty="0" err="1">
                <a:solidFill>
                  <a:srgbClr val="795E26"/>
                </a:solidFill>
                <a:effectLst/>
                <a:latin typeface="Consolas" panose="020B0609020204030204" pitchFamily="49" charset="0"/>
              </a:rPr>
              <a:t>useState</a:t>
            </a:r>
            <a:r>
              <a:rPr lang="en-US" sz="1300" b="0" dirty="0">
                <a:solidFill>
                  <a:srgbClr val="000000"/>
                </a:solidFill>
                <a:effectLst/>
                <a:latin typeface="Consolas" panose="020B0609020204030204" pitchFamily="49" charset="0"/>
              </a:rPr>
              <a:t>([</a:t>
            </a:r>
            <a:r>
              <a:rPr lang="en-US" sz="1300" b="0" dirty="0" err="1">
                <a:solidFill>
                  <a:srgbClr val="001080"/>
                </a:solidFill>
                <a:effectLst/>
                <a:latin typeface="Consolas" panose="020B0609020204030204" pitchFamily="49" charset="0"/>
              </a:rPr>
              <a:t>props</a:t>
            </a:r>
            <a:r>
              <a:rPr lang="en-US" sz="1300" b="0" dirty="0" err="1">
                <a:solidFill>
                  <a:srgbClr val="000000"/>
                </a:solidFill>
                <a:effectLst/>
                <a:latin typeface="Consolas" panose="020B0609020204030204" pitchFamily="49" charset="0"/>
              </a:rPr>
              <a:t>.</a:t>
            </a:r>
            <a:r>
              <a:rPr lang="en-US" sz="1300" b="0" dirty="0" err="1">
                <a:solidFill>
                  <a:srgbClr val="001080"/>
                </a:solidFill>
                <a:effectLst/>
                <a:latin typeface="Consolas" panose="020B0609020204030204" pitchFamily="49" charset="0"/>
              </a:rPr>
              <a:t>owner</a:t>
            </a:r>
            <a:r>
              <a:rPr lang="en-US" sz="1300" b="0" dirty="0">
                <a:solidFill>
                  <a:srgbClr val="000000"/>
                </a:solidFill>
                <a:effectLst/>
                <a:latin typeface="Consolas" panose="020B0609020204030204" pitchFamily="49" charset="0"/>
              </a:rPr>
              <a:t>]); </a:t>
            </a:r>
            <a:r>
              <a:rPr lang="en-US" sz="1300" b="0" dirty="0">
                <a:solidFill>
                  <a:srgbClr val="008000"/>
                </a:solidFill>
                <a:effectLst/>
                <a:latin typeface="Consolas" panose="020B0609020204030204" pitchFamily="49" charset="0"/>
              </a:rPr>
              <a:t>// State hook, passengers is initialized as array</a:t>
            </a:r>
            <a:endParaRPr lang="en-US" sz="1300" b="0" dirty="0">
              <a:solidFill>
                <a:srgbClr val="000000"/>
              </a:solidFill>
              <a:effectLst/>
              <a:latin typeface="Consolas" panose="020B0609020204030204" pitchFamily="49" charset="0"/>
            </a:endParaRPr>
          </a:p>
          <a:p>
            <a:r>
              <a:rPr lang="en-US" sz="1300" b="0" dirty="0">
                <a:solidFill>
                  <a:srgbClr val="000000"/>
                </a:solidFill>
                <a:effectLst/>
                <a:latin typeface="Consolas" panose="020B0609020204030204" pitchFamily="49" charset="0"/>
              </a:rPr>
              <a:t>  </a:t>
            </a:r>
            <a:r>
              <a:rPr lang="en-US" sz="1300" b="0" dirty="0">
                <a:solidFill>
                  <a:srgbClr val="0000FF"/>
                </a:solidFill>
                <a:effectLst/>
                <a:latin typeface="Consolas" panose="020B0609020204030204" pitchFamily="49" charset="0"/>
              </a:rPr>
              <a:t>const</a:t>
            </a:r>
            <a:r>
              <a:rPr lang="en-US" sz="1300" b="0" dirty="0">
                <a:solidFill>
                  <a:srgbClr val="000000"/>
                </a:solidFill>
                <a:effectLst/>
                <a:latin typeface="Consolas" panose="020B0609020204030204" pitchFamily="49" charset="0"/>
              </a:rPr>
              <a:t> [</a:t>
            </a:r>
            <a:r>
              <a:rPr lang="en-US" sz="1300" b="0" dirty="0" err="1">
                <a:solidFill>
                  <a:srgbClr val="0070C1"/>
                </a:solidFill>
                <a:effectLst/>
                <a:latin typeface="Consolas" panose="020B0609020204030204" pitchFamily="49" charset="0"/>
              </a:rPr>
              <a:t>nameInput</a:t>
            </a:r>
            <a:r>
              <a:rPr lang="en-US" sz="1300" b="0" dirty="0">
                <a:solidFill>
                  <a:srgbClr val="000000"/>
                </a:solidFill>
                <a:effectLst/>
                <a:latin typeface="Consolas" panose="020B0609020204030204" pitchFamily="49" charset="0"/>
              </a:rPr>
              <a:t>, </a:t>
            </a:r>
            <a:r>
              <a:rPr lang="en-US" sz="1300" b="0" dirty="0" err="1">
                <a:solidFill>
                  <a:srgbClr val="0070C1"/>
                </a:solidFill>
                <a:effectLst/>
                <a:latin typeface="Consolas" panose="020B0609020204030204" pitchFamily="49" charset="0"/>
              </a:rPr>
              <a:t>addButton</a:t>
            </a:r>
            <a:r>
              <a:rPr lang="en-US" sz="1300" b="0" dirty="0">
                <a:solidFill>
                  <a:srgbClr val="000000"/>
                </a:solidFill>
                <a:effectLst/>
                <a:latin typeface="Consolas" panose="020B0609020204030204" pitchFamily="49" charset="0"/>
              </a:rPr>
              <a:t>] = </a:t>
            </a:r>
            <a:r>
              <a:rPr lang="en-US" sz="1300" b="0" dirty="0" err="1">
                <a:solidFill>
                  <a:srgbClr val="795E26"/>
                </a:solidFill>
                <a:effectLst/>
                <a:latin typeface="Consolas" panose="020B0609020204030204" pitchFamily="49" charset="0"/>
              </a:rPr>
              <a:t>useId</a:t>
            </a:r>
            <a:r>
              <a:rPr lang="en-US" sz="1300" b="0" dirty="0">
                <a:solidFill>
                  <a:srgbClr val="000000"/>
                </a:solidFill>
                <a:effectLst/>
                <a:latin typeface="Consolas" panose="020B0609020204030204" pitchFamily="49" charset="0"/>
              </a:rPr>
              <a:t>(); </a:t>
            </a:r>
            <a:r>
              <a:rPr lang="en-US" sz="1300" b="0" dirty="0">
                <a:solidFill>
                  <a:srgbClr val="008000"/>
                </a:solidFill>
                <a:effectLst/>
                <a:latin typeface="Consolas" panose="020B0609020204030204" pitchFamily="49" charset="0"/>
              </a:rPr>
              <a:t>// Id hook is used to track elements by their Id</a:t>
            </a:r>
            <a:endParaRPr lang="en-US" sz="1300" b="0" dirty="0">
              <a:solidFill>
                <a:srgbClr val="000000"/>
              </a:solidFill>
              <a:effectLst/>
              <a:latin typeface="Consolas" panose="020B0609020204030204" pitchFamily="49" charset="0"/>
            </a:endParaRPr>
          </a:p>
          <a:p>
            <a:r>
              <a:rPr lang="en-US" sz="1300" b="0" dirty="0">
                <a:solidFill>
                  <a:srgbClr val="000000"/>
                </a:solidFill>
                <a:effectLst/>
                <a:latin typeface="Consolas" panose="020B0609020204030204" pitchFamily="49" charset="0"/>
              </a:rPr>
              <a:t>  </a:t>
            </a:r>
            <a:r>
              <a:rPr lang="en-US" sz="1300" b="0" dirty="0">
                <a:solidFill>
                  <a:srgbClr val="008000"/>
                </a:solidFill>
                <a:effectLst/>
                <a:latin typeface="Consolas" panose="020B0609020204030204" pitchFamily="49" charset="0"/>
              </a:rPr>
              <a:t>// Click handler</a:t>
            </a:r>
            <a:endParaRPr lang="en-US" sz="1300" b="0" dirty="0">
              <a:solidFill>
                <a:srgbClr val="000000"/>
              </a:solidFill>
              <a:effectLst/>
              <a:latin typeface="Consolas" panose="020B0609020204030204" pitchFamily="49" charset="0"/>
            </a:endParaRPr>
          </a:p>
          <a:p>
            <a:r>
              <a:rPr lang="en-US" sz="1300" b="0" dirty="0">
                <a:solidFill>
                  <a:srgbClr val="000000"/>
                </a:solidFill>
                <a:effectLst/>
                <a:latin typeface="Consolas" panose="020B0609020204030204" pitchFamily="49" charset="0"/>
              </a:rPr>
              <a:t>  </a:t>
            </a:r>
            <a:r>
              <a:rPr lang="en-US" sz="1300" b="0" dirty="0">
                <a:solidFill>
                  <a:srgbClr val="0000FF"/>
                </a:solidFill>
                <a:effectLst/>
                <a:latin typeface="Consolas" panose="020B0609020204030204" pitchFamily="49" charset="0"/>
              </a:rPr>
              <a:t>function</a:t>
            </a:r>
            <a:r>
              <a:rPr lang="en-US" sz="1300" b="0" dirty="0">
                <a:solidFill>
                  <a:srgbClr val="000000"/>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addCompanionButtonHandler</a:t>
            </a:r>
            <a:r>
              <a:rPr lang="en-US" sz="1300" b="0" dirty="0">
                <a:solidFill>
                  <a:srgbClr val="000000"/>
                </a:solidFill>
                <a:effectLst/>
                <a:latin typeface="Consolas" panose="020B0609020204030204" pitchFamily="49" charset="0"/>
              </a:rPr>
              <a:t>(</a:t>
            </a:r>
            <a:r>
              <a:rPr lang="en-US" sz="1300" b="0" dirty="0">
                <a:solidFill>
                  <a:srgbClr val="001080"/>
                </a:solidFill>
                <a:effectLst/>
                <a:latin typeface="Consolas" panose="020B0609020204030204" pitchFamily="49" charset="0"/>
              </a:rPr>
              <a:t>e</a:t>
            </a:r>
            <a:r>
              <a:rPr lang="en-US" sz="1300" b="0" dirty="0">
                <a:solidFill>
                  <a:srgbClr val="000000"/>
                </a:solidFill>
                <a:effectLst/>
                <a:latin typeface="Consolas" panose="020B0609020204030204" pitchFamily="49" charset="0"/>
              </a:rPr>
              <a:t>) {</a:t>
            </a:r>
          </a:p>
          <a:p>
            <a:r>
              <a:rPr lang="en-US" sz="1300" b="0" dirty="0">
                <a:solidFill>
                  <a:srgbClr val="000000"/>
                </a:solidFill>
                <a:effectLst/>
                <a:latin typeface="Consolas" panose="020B0609020204030204" pitchFamily="49" charset="0"/>
              </a:rPr>
              <a:t>      </a:t>
            </a:r>
            <a:r>
              <a:rPr lang="en-US" sz="1300" b="0" dirty="0">
                <a:solidFill>
                  <a:srgbClr val="0000FF"/>
                </a:solidFill>
                <a:effectLst/>
                <a:latin typeface="Consolas" panose="020B0609020204030204" pitchFamily="49" charset="0"/>
              </a:rPr>
              <a:t>const</a:t>
            </a:r>
            <a:r>
              <a:rPr lang="en-US" sz="1300" b="0" dirty="0">
                <a:solidFill>
                  <a:srgbClr val="000000"/>
                </a:solidFill>
                <a:effectLst/>
                <a:latin typeface="Consolas" panose="020B0609020204030204" pitchFamily="49" charset="0"/>
              </a:rPr>
              <a:t> </a:t>
            </a:r>
            <a:r>
              <a:rPr lang="en-US" sz="1300" b="0" dirty="0">
                <a:solidFill>
                  <a:srgbClr val="0070C1"/>
                </a:solidFill>
                <a:effectLst/>
                <a:latin typeface="Consolas" panose="020B0609020204030204" pitchFamily="49" charset="0"/>
              </a:rPr>
              <a:t>name</a:t>
            </a:r>
            <a:r>
              <a:rPr lang="en-US" sz="1300" b="0" dirty="0">
                <a:solidFill>
                  <a:srgbClr val="000000"/>
                </a:solidFill>
                <a:effectLst/>
                <a:latin typeface="Consolas" panose="020B0609020204030204" pitchFamily="49" charset="0"/>
              </a:rPr>
              <a:t> = </a:t>
            </a:r>
            <a:r>
              <a:rPr lang="en-US" sz="1300" b="0" dirty="0" err="1">
                <a:solidFill>
                  <a:srgbClr val="001080"/>
                </a:solidFill>
                <a:effectLst/>
                <a:latin typeface="Consolas" panose="020B0609020204030204" pitchFamily="49" charset="0"/>
              </a:rPr>
              <a:t>document</a:t>
            </a:r>
            <a:r>
              <a:rPr lang="en-US" sz="1300" b="0" dirty="0" err="1">
                <a:solidFill>
                  <a:srgbClr val="000000"/>
                </a:solidFill>
                <a:effectLst/>
                <a:latin typeface="Consolas" panose="020B0609020204030204" pitchFamily="49" charset="0"/>
              </a:rPr>
              <a:t>.</a:t>
            </a:r>
            <a:r>
              <a:rPr lang="en-US" sz="1300" b="0" dirty="0" err="1">
                <a:solidFill>
                  <a:srgbClr val="795E26"/>
                </a:solidFill>
                <a:effectLst/>
                <a:latin typeface="Consolas" panose="020B0609020204030204" pitchFamily="49" charset="0"/>
              </a:rPr>
              <a:t>getElementById</a:t>
            </a:r>
            <a:r>
              <a:rPr lang="en-US" sz="1300" b="0" dirty="0">
                <a:solidFill>
                  <a:srgbClr val="000000"/>
                </a:solidFill>
                <a:effectLst/>
                <a:latin typeface="Consolas" panose="020B0609020204030204" pitchFamily="49" charset="0"/>
              </a:rPr>
              <a:t>(</a:t>
            </a:r>
            <a:r>
              <a:rPr lang="en-US" sz="1300" b="0" dirty="0" err="1">
                <a:solidFill>
                  <a:srgbClr val="0070C1"/>
                </a:solidFill>
                <a:effectLst/>
                <a:latin typeface="Consolas" panose="020B0609020204030204" pitchFamily="49" charset="0"/>
              </a:rPr>
              <a:t>nameInput</a:t>
            </a:r>
            <a:r>
              <a:rPr lang="en-US" sz="1300" b="0" dirty="0">
                <a:solidFill>
                  <a:srgbClr val="000000"/>
                </a:solidFill>
                <a:effectLst/>
                <a:latin typeface="Consolas" panose="020B0609020204030204" pitchFamily="49" charset="0"/>
              </a:rPr>
              <a:t>).</a:t>
            </a:r>
            <a:r>
              <a:rPr lang="en-US" sz="1300" b="0" dirty="0">
                <a:solidFill>
                  <a:srgbClr val="001080"/>
                </a:solidFill>
                <a:effectLst/>
                <a:latin typeface="Consolas" panose="020B0609020204030204" pitchFamily="49" charset="0"/>
              </a:rPr>
              <a:t>value</a:t>
            </a:r>
            <a:r>
              <a:rPr lang="en-US" sz="1300" b="0" dirty="0">
                <a:solidFill>
                  <a:srgbClr val="000000"/>
                </a:solidFill>
                <a:effectLst/>
                <a:latin typeface="Consolas" panose="020B0609020204030204" pitchFamily="49" charset="0"/>
              </a:rPr>
              <a:t>; </a:t>
            </a:r>
            <a:r>
              <a:rPr lang="en-US" sz="1300" b="0" dirty="0">
                <a:solidFill>
                  <a:srgbClr val="008000"/>
                </a:solidFill>
                <a:effectLst/>
                <a:latin typeface="Consolas" panose="020B0609020204030204" pitchFamily="49" charset="0"/>
              </a:rPr>
              <a:t>// Get the value entered in the input box</a:t>
            </a:r>
            <a:endParaRPr lang="en-US" sz="1300" b="0" dirty="0">
              <a:solidFill>
                <a:srgbClr val="000000"/>
              </a:solidFill>
              <a:effectLst/>
              <a:latin typeface="Consolas" panose="020B0609020204030204" pitchFamily="49" charset="0"/>
            </a:endParaRPr>
          </a:p>
          <a:p>
            <a:r>
              <a:rPr lang="en-US" sz="1300" b="0" dirty="0">
                <a:solidFill>
                  <a:srgbClr val="000000"/>
                </a:solidFill>
                <a:effectLst/>
                <a:latin typeface="Consolas" panose="020B0609020204030204" pitchFamily="49" charset="0"/>
              </a:rPr>
              <a:t>      </a:t>
            </a:r>
            <a:r>
              <a:rPr lang="en-US" sz="1300" b="0" dirty="0">
                <a:solidFill>
                  <a:srgbClr val="0000FF"/>
                </a:solidFill>
                <a:effectLst/>
                <a:latin typeface="Consolas" panose="020B0609020204030204" pitchFamily="49" charset="0"/>
              </a:rPr>
              <a:t>const</a:t>
            </a:r>
            <a:r>
              <a:rPr lang="en-US" sz="1300" b="0" dirty="0">
                <a:solidFill>
                  <a:srgbClr val="000000"/>
                </a:solidFill>
                <a:effectLst/>
                <a:latin typeface="Consolas" panose="020B0609020204030204" pitchFamily="49" charset="0"/>
              </a:rPr>
              <a:t> </a:t>
            </a:r>
            <a:r>
              <a:rPr lang="en-US" sz="1300" b="0" dirty="0" err="1">
                <a:solidFill>
                  <a:srgbClr val="0070C1"/>
                </a:solidFill>
                <a:effectLst/>
                <a:latin typeface="Consolas" panose="020B0609020204030204" pitchFamily="49" charset="0"/>
              </a:rPr>
              <a:t>newPerson</a:t>
            </a:r>
            <a:r>
              <a:rPr lang="en-US" sz="1300" b="0" dirty="0">
                <a:solidFill>
                  <a:srgbClr val="000000"/>
                </a:solidFill>
                <a:effectLst/>
                <a:latin typeface="Consolas" panose="020B0609020204030204" pitchFamily="49" charset="0"/>
              </a:rPr>
              <a:t> = {</a:t>
            </a:r>
            <a:r>
              <a:rPr lang="en-US" sz="1300" b="0" dirty="0">
                <a:solidFill>
                  <a:srgbClr val="001080"/>
                </a:solidFill>
                <a:effectLst/>
                <a:latin typeface="Consolas" panose="020B0609020204030204" pitchFamily="49" charset="0"/>
              </a:rPr>
              <a:t>name:</a:t>
            </a:r>
            <a:r>
              <a:rPr lang="en-US" sz="1300" b="0" dirty="0">
                <a:solidFill>
                  <a:srgbClr val="000000"/>
                </a:solidFill>
                <a:effectLst/>
                <a:latin typeface="Consolas" panose="020B0609020204030204" pitchFamily="49" charset="0"/>
              </a:rPr>
              <a:t> </a:t>
            </a:r>
            <a:r>
              <a:rPr lang="en-US" sz="1300" b="0" dirty="0">
                <a:solidFill>
                  <a:srgbClr val="0070C1"/>
                </a:solidFill>
                <a:effectLst/>
                <a:latin typeface="Consolas" panose="020B0609020204030204" pitchFamily="49" charset="0"/>
              </a:rPr>
              <a:t>name</a:t>
            </a:r>
            <a:r>
              <a:rPr lang="en-US" sz="1300" b="0" dirty="0">
                <a:solidFill>
                  <a:srgbClr val="000000"/>
                </a:solidFill>
                <a:effectLst/>
                <a:latin typeface="Consolas" panose="020B0609020204030204" pitchFamily="49" charset="0"/>
              </a:rPr>
              <a:t>, </a:t>
            </a:r>
            <a:r>
              <a:rPr lang="en-US" sz="1300" b="0" dirty="0">
                <a:solidFill>
                  <a:srgbClr val="001080"/>
                </a:solidFill>
                <a:effectLst/>
                <a:latin typeface="Consolas" panose="020B0609020204030204" pitchFamily="49" charset="0"/>
              </a:rPr>
              <a:t>role:</a:t>
            </a:r>
            <a:r>
              <a:rPr lang="en-US" sz="1300" b="0" dirty="0">
                <a:solidFill>
                  <a:srgbClr val="000000"/>
                </a:solidFill>
                <a:effectLst/>
                <a:latin typeface="Consolas" panose="020B0609020204030204" pitchFamily="49" charset="0"/>
              </a:rPr>
              <a:t> </a:t>
            </a:r>
            <a:r>
              <a:rPr lang="en-US" sz="1300" b="0" dirty="0">
                <a:solidFill>
                  <a:srgbClr val="A31515"/>
                </a:solidFill>
                <a:effectLst/>
                <a:latin typeface="Consolas" panose="020B0609020204030204" pitchFamily="49" charset="0"/>
              </a:rPr>
              <a:t>"Companion"</a:t>
            </a:r>
            <a:r>
              <a:rPr lang="en-US" sz="1300" b="0" dirty="0">
                <a:solidFill>
                  <a:srgbClr val="000000"/>
                </a:solidFill>
                <a:effectLst/>
                <a:latin typeface="Consolas" panose="020B0609020204030204" pitchFamily="49" charset="0"/>
              </a:rPr>
              <a:t>} </a:t>
            </a:r>
            <a:r>
              <a:rPr lang="en-US" sz="1300" b="0" dirty="0">
                <a:solidFill>
                  <a:srgbClr val="008000"/>
                </a:solidFill>
                <a:effectLst/>
                <a:latin typeface="Consolas" panose="020B0609020204030204" pitchFamily="49" charset="0"/>
              </a:rPr>
              <a:t>// Create new object to be pushed to passengers</a:t>
            </a:r>
            <a:endParaRPr lang="en-US" sz="1300" b="0" dirty="0">
              <a:solidFill>
                <a:srgbClr val="000000"/>
              </a:solidFill>
              <a:effectLst/>
              <a:latin typeface="Consolas" panose="020B0609020204030204" pitchFamily="49" charset="0"/>
            </a:endParaRPr>
          </a:p>
          <a:p>
            <a:r>
              <a:rPr lang="en-US" sz="1300" b="0" dirty="0">
                <a:solidFill>
                  <a:srgbClr val="000000"/>
                </a:solidFill>
                <a:effectLst/>
                <a:latin typeface="Consolas" panose="020B0609020204030204" pitchFamily="49" charset="0"/>
              </a:rPr>
              <a:t>      </a:t>
            </a:r>
            <a:r>
              <a:rPr lang="en-US" sz="1300" b="0" dirty="0" err="1">
                <a:solidFill>
                  <a:srgbClr val="795E26"/>
                </a:solidFill>
                <a:effectLst/>
                <a:latin typeface="Consolas" panose="020B0609020204030204" pitchFamily="49" charset="0"/>
              </a:rPr>
              <a:t>setPassengers</a:t>
            </a:r>
            <a:r>
              <a:rPr lang="en-US" sz="1300" b="0" dirty="0">
                <a:solidFill>
                  <a:srgbClr val="000000"/>
                </a:solidFill>
                <a:effectLst/>
                <a:latin typeface="Consolas" panose="020B0609020204030204" pitchFamily="49" charset="0"/>
              </a:rPr>
              <a:t>([</a:t>
            </a:r>
            <a:r>
              <a:rPr lang="en-US" sz="1300" b="0" dirty="0" err="1">
                <a:solidFill>
                  <a:srgbClr val="0070C1"/>
                </a:solidFill>
                <a:effectLst/>
                <a:latin typeface="Consolas" panose="020B0609020204030204" pitchFamily="49" charset="0"/>
              </a:rPr>
              <a:t>newPerson</a:t>
            </a:r>
            <a:r>
              <a:rPr lang="en-US" sz="1300" b="0" dirty="0">
                <a:solidFill>
                  <a:srgbClr val="000000"/>
                </a:solidFill>
                <a:effectLst/>
                <a:latin typeface="Consolas" panose="020B0609020204030204" pitchFamily="49" charset="0"/>
              </a:rPr>
              <a:t>, ...</a:t>
            </a:r>
            <a:r>
              <a:rPr lang="en-US" sz="1300" b="0" dirty="0">
                <a:solidFill>
                  <a:srgbClr val="0070C1"/>
                </a:solidFill>
                <a:effectLst/>
                <a:latin typeface="Consolas" panose="020B0609020204030204" pitchFamily="49" charset="0"/>
              </a:rPr>
              <a:t>passengers</a:t>
            </a:r>
            <a:r>
              <a:rPr lang="en-US" sz="1300" b="0" dirty="0">
                <a:solidFill>
                  <a:srgbClr val="000000"/>
                </a:solidFill>
                <a:effectLst/>
                <a:latin typeface="Consolas" panose="020B0609020204030204" pitchFamily="49" charset="0"/>
              </a:rPr>
              <a:t>]); </a:t>
            </a:r>
            <a:r>
              <a:rPr lang="en-US" sz="1300" b="0" dirty="0">
                <a:solidFill>
                  <a:srgbClr val="008000"/>
                </a:solidFill>
                <a:effectLst/>
                <a:latin typeface="Consolas" panose="020B0609020204030204" pitchFamily="49" charset="0"/>
              </a:rPr>
              <a:t>// Prepend the new object to passengers list</a:t>
            </a:r>
            <a:endParaRPr lang="en-US" sz="1300" b="0" dirty="0">
              <a:solidFill>
                <a:srgbClr val="000000"/>
              </a:solidFill>
              <a:effectLst/>
              <a:latin typeface="Consolas" panose="020B0609020204030204" pitchFamily="49" charset="0"/>
            </a:endParaRPr>
          </a:p>
          <a:p>
            <a:r>
              <a:rPr lang="en-US" sz="1300" b="0" dirty="0">
                <a:solidFill>
                  <a:srgbClr val="000000"/>
                </a:solidFill>
                <a:effectLst/>
                <a:latin typeface="Consolas" panose="020B0609020204030204" pitchFamily="49" charset="0"/>
              </a:rPr>
              <a:t>      </a:t>
            </a:r>
            <a:r>
              <a:rPr lang="en-US" sz="1300" b="0" dirty="0" err="1">
                <a:solidFill>
                  <a:srgbClr val="001080"/>
                </a:solidFill>
                <a:effectLst/>
                <a:latin typeface="Consolas" panose="020B0609020204030204" pitchFamily="49" charset="0"/>
              </a:rPr>
              <a:t>document</a:t>
            </a:r>
            <a:r>
              <a:rPr lang="en-US" sz="1300" b="0" dirty="0" err="1">
                <a:solidFill>
                  <a:srgbClr val="000000"/>
                </a:solidFill>
                <a:effectLst/>
                <a:latin typeface="Consolas" panose="020B0609020204030204" pitchFamily="49" charset="0"/>
              </a:rPr>
              <a:t>.</a:t>
            </a:r>
            <a:r>
              <a:rPr lang="en-US" sz="1300" b="0" dirty="0" err="1">
                <a:solidFill>
                  <a:srgbClr val="795E26"/>
                </a:solidFill>
                <a:effectLst/>
                <a:latin typeface="Consolas" panose="020B0609020204030204" pitchFamily="49" charset="0"/>
              </a:rPr>
              <a:t>getElementById</a:t>
            </a:r>
            <a:r>
              <a:rPr lang="en-US" sz="1300" b="0" dirty="0">
                <a:solidFill>
                  <a:srgbClr val="000000"/>
                </a:solidFill>
                <a:effectLst/>
                <a:latin typeface="Consolas" panose="020B0609020204030204" pitchFamily="49" charset="0"/>
              </a:rPr>
              <a:t>(</a:t>
            </a:r>
            <a:r>
              <a:rPr lang="en-US" sz="1300" b="0" dirty="0" err="1">
                <a:solidFill>
                  <a:srgbClr val="0070C1"/>
                </a:solidFill>
                <a:effectLst/>
                <a:latin typeface="Consolas" panose="020B0609020204030204" pitchFamily="49" charset="0"/>
              </a:rPr>
              <a:t>nameInput</a:t>
            </a:r>
            <a:r>
              <a:rPr lang="en-US" sz="1300" b="0" dirty="0">
                <a:solidFill>
                  <a:srgbClr val="000000"/>
                </a:solidFill>
                <a:effectLst/>
                <a:latin typeface="Consolas" panose="020B0609020204030204" pitchFamily="49" charset="0"/>
              </a:rPr>
              <a:t>).</a:t>
            </a:r>
            <a:r>
              <a:rPr lang="en-US" sz="1300" b="0" dirty="0">
                <a:solidFill>
                  <a:srgbClr val="001080"/>
                </a:solidFill>
                <a:effectLst/>
                <a:latin typeface="Consolas" panose="020B0609020204030204" pitchFamily="49" charset="0"/>
              </a:rPr>
              <a:t>value</a:t>
            </a:r>
            <a:r>
              <a:rPr lang="en-US" sz="1300" b="0" dirty="0">
                <a:solidFill>
                  <a:srgbClr val="000000"/>
                </a:solidFill>
                <a:effectLst/>
                <a:latin typeface="Consolas" panose="020B0609020204030204" pitchFamily="49" charset="0"/>
              </a:rPr>
              <a:t> = </a:t>
            </a:r>
            <a:r>
              <a:rPr lang="en-US" sz="1300" b="0" dirty="0">
                <a:solidFill>
                  <a:srgbClr val="A31515"/>
                </a:solidFill>
                <a:effectLst/>
                <a:latin typeface="Consolas" panose="020B0609020204030204" pitchFamily="49" charset="0"/>
              </a:rPr>
              <a:t>""</a:t>
            </a:r>
            <a:r>
              <a:rPr lang="en-US" sz="1300" b="0" dirty="0">
                <a:solidFill>
                  <a:srgbClr val="000000"/>
                </a:solidFill>
                <a:effectLst/>
                <a:latin typeface="Consolas" panose="020B0609020204030204" pitchFamily="49" charset="0"/>
              </a:rPr>
              <a:t>; </a:t>
            </a:r>
            <a:r>
              <a:rPr lang="en-US" sz="1300" b="0" dirty="0">
                <a:solidFill>
                  <a:srgbClr val="008000"/>
                </a:solidFill>
                <a:effectLst/>
                <a:latin typeface="Consolas" panose="020B0609020204030204" pitchFamily="49" charset="0"/>
              </a:rPr>
              <a:t>// Empty the text box</a:t>
            </a:r>
            <a:endParaRPr lang="en-US" sz="1300" b="0" dirty="0">
              <a:solidFill>
                <a:srgbClr val="000000"/>
              </a:solidFill>
              <a:effectLst/>
              <a:latin typeface="Consolas" panose="020B0609020204030204" pitchFamily="49" charset="0"/>
            </a:endParaRPr>
          </a:p>
          <a:p>
            <a:r>
              <a:rPr lang="en-US" sz="1300" b="0" dirty="0">
                <a:solidFill>
                  <a:srgbClr val="000000"/>
                </a:solidFill>
                <a:effectLst/>
                <a:latin typeface="Consolas" panose="020B0609020204030204" pitchFamily="49" charset="0"/>
              </a:rPr>
              <a:t>      </a:t>
            </a:r>
            <a:r>
              <a:rPr lang="en-US" sz="1300" b="0" dirty="0" err="1">
                <a:solidFill>
                  <a:srgbClr val="001080"/>
                </a:solidFill>
                <a:effectLst/>
                <a:latin typeface="Consolas" panose="020B0609020204030204" pitchFamily="49" charset="0"/>
              </a:rPr>
              <a:t>document</a:t>
            </a:r>
            <a:r>
              <a:rPr lang="en-US" sz="1300" b="0" dirty="0" err="1">
                <a:solidFill>
                  <a:srgbClr val="000000"/>
                </a:solidFill>
                <a:effectLst/>
                <a:latin typeface="Consolas" panose="020B0609020204030204" pitchFamily="49" charset="0"/>
              </a:rPr>
              <a:t>.</a:t>
            </a:r>
            <a:r>
              <a:rPr lang="en-US" sz="1300" b="0" dirty="0" err="1">
                <a:solidFill>
                  <a:srgbClr val="795E26"/>
                </a:solidFill>
                <a:effectLst/>
                <a:latin typeface="Consolas" panose="020B0609020204030204" pitchFamily="49" charset="0"/>
              </a:rPr>
              <a:t>getElementById</a:t>
            </a:r>
            <a:r>
              <a:rPr lang="en-US" sz="1300" b="0" dirty="0">
                <a:solidFill>
                  <a:srgbClr val="000000"/>
                </a:solidFill>
                <a:effectLst/>
                <a:latin typeface="Consolas" panose="020B0609020204030204" pitchFamily="49" charset="0"/>
              </a:rPr>
              <a:t>(</a:t>
            </a:r>
            <a:r>
              <a:rPr lang="en-US" sz="1300" b="0" dirty="0" err="1">
                <a:solidFill>
                  <a:srgbClr val="0070C1"/>
                </a:solidFill>
                <a:effectLst/>
                <a:latin typeface="Consolas" panose="020B0609020204030204" pitchFamily="49" charset="0"/>
              </a:rPr>
              <a:t>addButton</a:t>
            </a:r>
            <a:r>
              <a:rPr lang="en-US" sz="1300" b="0" dirty="0">
                <a:solidFill>
                  <a:srgbClr val="000000"/>
                </a:solidFill>
                <a:effectLst/>
                <a:latin typeface="Consolas" panose="020B0609020204030204" pitchFamily="49" charset="0"/>
              </a:rPr>
              <a:t>).</a:t>
            </a:r>
            <a:r>
              <a:rPr lang="en-US" sz="1300" b="0" dirty="0">
                <a:solidFill>
                  <a:srgbClr val="001080"/>
                </a:solidFill>
                <a:effectLst/>
                <a:latin typeface="Consolas" panose="020B0609020204030204" pitchFamily="49" charset="0"/>
              </a:rPr>
              <a:t>disabled</a:t>
            </a:r>
            <a:r>
              <a:rPr lang="en-US" sz="1300" b="0" dirty="0">
                <a:solidFill>
                  <a:srgbClr val="000000"/>
                </a:solidFill>
                <a:effectLst/>
                <a:latin typeface="Consolas" panose="020B0609020204030204" pitchFamily="49" charset="0"/>
              </a:rPr>
              <a:t> = </a:t>
            </a:r>
            <a:r>
              <a:rPr lang="en-US" sz="1300" b="0" dirty="0" err="1">
                <a:solidFill>
                  <a:srgbClr val="0070C1"/>
                </a:solidFill>
                <a:effectLst/>
                <a:latin typeface="Consolas" panose="020B0609020204030204" pitchFamily="49" charset="0"/>
              </a:rPr>
              <a:t>passengers</a:t>
            </a:r>
            <a:r>
              <a:rPr lang="en-US" sz="1300" b="0" dirty="0" err="1">
                <a:solidFill>
                  <a:srgbClr val="000000"/>
                </a:solidFill>
                <a:effectLst/>
                <a:latin typeface="Consolas" panose="020B0609020204030204" pitchFamily="49" charset="0"/>
              </a:rPr>
              <a:t>.</a:t>
            </a:r>
            <a:r>
              <a:rPr lang="en-US" sz="1300" b="0" dirty="0" err="1">
                <a:solidFill>
                  <a:srgbClr val="001080"/>
                </a:solidFill>
                <a:effectLst/>
                <a:latin typeface="Consolas" panose="020B0609020204030204" pitchFamily="49" charset="0"/>
              </a:rPr>
              <a:t>length</a:t>
            </a:r>
            <a:r>
              <a:rPr lang="en-US" sz="1300" b="0" dirty="0">
                <a:solidFill>
                  <a:srgbClr val="000000"/>
                </a:solidFill>
                <a:effectLst/>
                <a:latin typeface="Consolas" panose="020B0609020204030204" pitchFamily="49" charset="0"/>
              </a:rPr>
              <a:t> === </a:t>
            </a:r>
            <a:r>
              <a:rPr lang="en-US" sz="1300" b="0" dirty="0" err="1">
                <a:solidFill>
                  <a:srgbClr val="001080"/>
                </a:solidFill>
                <a:effectLst/>
                <a:latin typeface="Consolas" panose="020B0609020204030204" pitchFamily="49" charset="0"/>
              </a:rPr>
              <a:t>props</a:t>
            </a:r>
            <a:r>
              <a:rPr lang="en-US" sz="1300" b="0" dirty="0" err="1">
                <a:solidFill>
                  <a:srgbClr val="000000"/>
                </a:solidFill>
                <a:effectLst/>
                <a:latin typeface="Consolas" panose="020B0609020204030204" pitchFamily="49" charset="0"/>
              </a:rPr>
              <a:t>.</a:t>
            </a:r>
            <a:r>
              <a:rPr lang="en-US" sz="1300" b="0" dirty="0" err="1">
                <a:solidFill>
                  <a:srgbClr val="001080"/>
                </a:solidFill>
                <a:effectLst/>
                <a:latin typeface="Consolas" panose="020B0609020204030204" pitchFamily="49" charset="0"/>
              </a:rPr>
              <a:t>seatsAvailable</a:t>
            </a:r>
            <a:r>
              <a:rPr lang="en-US" sz="1300" b="0" dirty="0">
                <a:solidFill>
                  <a:srgbClr val="000000"/>
                </a:solidFill>
                <a:effectLst/>
                <a:latin typeface="Consolas" panose="020B0609020204030204" pitchFamily="49" charset="0"/>
              </a:rPr>
              <a:t>; </a:t>
            </a:r>
            <a:r>
              <a:rPr lang="en-US" sz="1300" b="0" dirty="0">
                <a:solidFill>
                  <a:srgbClr val="008000"/>
                </a:solidFill>
                <a:effectLst/>
                <a:latin typeface="Consolas" panose="020B0609020204030204" pitchFamily="49" charset="0"/>
              </a:rPr>
              <a:t>// Disable if limit reached</a:t>
            </a:r>
            <a:endParaRPr lang="en-US" sz="1300" b="0" dirty="0">
              <a:solidFill>
                <a:srgbClr val="000000"/>
              </a:solidFill>
              <a:effectLst/>
              <a:latin typeface="Consolas" panose="020B0609020204030204" pitchFamily="49" charset="0"/>
            </a:endParaRPr>
          </a:p>
          <a:p>
            <a:r>
              <a:rPr lang="en-US" sz="1300" b="0" dirty="0">
                <a:solidFill>
                  <a:srgbClr val="000000"/>
                </a:solidFill>
                <a:effectLst/>
                <a:latin typeface="Consolas" panose="020B0609020204030204" pitchFamily="49" charset="0"/>
              </a:rPr>
              <a:t>  }</a:t>
            </a:r>
          </a:p>
          <a:p>
            <a:r>
              <a:rPr lang="en-US" sz="1300" b="0" dirty="0">
                <a:solidFill>
                  <a:srgbClr val="000000"/>
                </a:solidFill>
                <a:effectLst/>
                <a:latin typeface="Consolas" panose="020B0609020204030204" pitchFamily="49" charset="0"/>
              </a:rPr>
              <a:t>  </a:t>
            </a:r>
            <a:r>
              <a:rPr lang="en-US" sz="1300" b="0" dirty="0">
                <a:solidFill>
                  <a:srgbClr val="AF00DB"/>
                </a:solidFill>
                <a:effectLst/>
                <a:latin typeface="Consolas" panose="020B0609020204030204" pitchFamily="49" charset="0"/>
              </a:rPr>
              <a:t>return</a:t>
            </a:r>
            <a:r>
              <a:rPr lang="en-US" sz="1300" b="0" dirty="0">
                <a:solidFill>
                  <a:srgbClr val="000000"/>
                </a:solidFill>
                <a:effectLst/>
                <a:latin typeface="Consolas" panose="020B0609020204030204" pitchFamily="49" charset="0"/>
              </a:rPr>
              <a:t> (</a:t>
            </a:r>
          </a:p>
          <a:p>
            <a:r>
              <a:rPr lang="en-US" sz="1300" b="0" dirty="0">
                <a:solidFill>
                  <a:srgbClr val="000000"/>
                </a:solidFill>
                <a:effectLst/>
                <a:latin typeface="Consolas" panose="020B0609020204030204" pitchFamily="49" charset="0"/>
              </a:rPr>
              <a:t>      </a:t>
            </a:r>
            <a:r>
              <a:rPr lang="en-US" sz="1300" b="0" dirty="0">
                <a:solidFill>
                  <a:srgbClr val="800000"/>
                </a:solidFill>
                <a:effectLst/>
                <a:latin typeface="Consolas" panose="020B0609020204030204" pitchFamily="49" charset="0"/>
              </a:rPr>
              <a:t>&lt;div&gt;</a:t>
            </a:r>
            <a:endParaRPr lang="en-US" sz="1300" b="0" dirty="0">
              <a:solidFill>
                <a:srgbClr val="000000"/>
              </a:solidFill>
              <a:effectLst/>
              <a:latin typeface="Consolas" panose="020B0609020204030204" pitchFamily="49" charset="0"/>
            </a:endParaRPr>
          </a:p>
          <a:p>
            <a:r>
              <a:rPr lang="en-US" sz="1300" b="0" dirty="0">
                <a:solidFill>
                  <a:srgbClr val="000000"/>
                </a:solidFill>
                <a:effectLst/>
                <a:latin typeface="Consolas" panose="020B0609020204030204" pitchFamily="49" charset="0"/>
              </a:rPr>
              <a:t>          </a:t>
            </a:r>
            <a:r>
              <a:rPr lang="en-US" sz="1300" b="0" dirty="0">
                <a:solidFill>
                  <a:srgbClr val="800000"/>
                </a:solidFill>
                <a:effectLst/>
                <a:latin typeface="Consolas" panose="020B0609020204030204" pitchFamily="49" charset="0"/>
              </a:rPr>
              <a:t>&lt;h2&gt;</a:t>
            </a:r>
            <a:r>
              <a:rPr lang="en-US" sz="1300" b="0" dirty="0">
                <a:solidFill>
                  <a:srgbClr val="0000FF"/>
                </a:solidFill>
                <a:effectLst/>
                <a:latin typeface="Consolas" panose="020B0609020204030204" pitchFamily="49" charset="0"/>
              </a:rPr>
              <a:t>{</a:t>
            </a:r>
            <a:r>
              <a:rPr lang="en-US" sz="1300" b="0" dirty="0" err="1">
                <a:solidFill>
                  <a:srgbClr val="001080"/>
                </a:solidFill>
                <a:effectLst/>
                <a:latin typeface="Consolas" panose="020B0609020204030204" pitchFamily="49" charset="0"/>
              </a:rPr>
              <a:t>props</a:t>
            </a:r>
            <a:r>
              <a:rPr lang="en-US" sz="1300" b="0" dirty="0" err="1">
                <a:solidFill>
                  <a:srgbClr val="000000"/>
                </a:solidFill>
                <a:effectLst/>
                <a:latin typeface="Consolas" panose="020B0609020204030204" pitchFamily="49" charset="0"/>
              </a:rPr>
              <a:t>.</a:t>
            </a:r>
            <a:r>
              <a:rPr lang="en-US" sz="1300" b="0" dirty="0" err="1">
                <a:solidFill>
                  <a:srgbClr val="001080"/>
                </a:solidFill>
                <a:effectLst/>
                <a:latin typeface="Consolas" panose="020B0609020204030204" pitchFamily="49" charset="0"/>
              </a:rPr>
              <a:t>car</a:t>
            </a:r>
            <a:r>
              <a:rPr lang="en-US" sz="1300" b="0" dirty="0">
                <a:solidFill>
                  <a:srgbClr val="0000FF"/>
                </a:solidFill>
                <a:effectLst/>
                <a:latin typeface="Consolas" panose="020B0609020204030204" pitchFamily="49" charset="0"/>
              </a:rPr>
              <a:t>}</a:t>
            </a:r>
            <a:r>
              <a:rPr lang="en-US" sz="1300" b="0" dirty="0">
                <a:solidFill>
                  <a:srgbClr val="800000"/>
                </a:solidFill>
                <a:effectLst/>
                <a:latin typeface="Consolas" panose="020B0609020204030204" pitchFamily="49" charset="0"/>
              </a:rPr>
              <a:t>&lt;/h2&gt;</a:t>
            </a:r>
            <a:endParaRPr lang="en-US" sz="1300" b="0" dirty="0">
              <a:solidFill>
                <a:srgbClr val="000000"/>
              </a:solidFill>
              <a:effectLst/>
              <a:latin typeface="Consolas" panose="020B0609020204030204" pitchFamily="49" charset="0"/>
            </a:endParaRPr>
          </a:p>
          <a:p>
            <a:r>
              <a:rPr lang="en-US" sz="1300" b="0" dirty="0">
                <a:solidFill>
                  <a:srgbClr val="000000"/>
                </a:solidFill>
                <a:effectLst/>
                <a:latin typeface="Consolas" panose="020B0609020204030204" pitchFamily="49" charset="0"/>
              </a:rPr>
              <a:t>          </a:t>
            </a:r>
            <a:r>
              <a:rPr lang="en-US" sz="1300" b="0" dirty="0">
                <a:solidFill>
                  <a:srgbClr val="800000"/>
                </a:solidFill>
                <a:effectLst/>
                <a:latin typeface="Consolas" panose="020B0609020204030204" pitchFamily="49" charset="0"/>
              </a:rPr>
              <a:t>&lt;input</a:t>
            </a:r>
            <a:r>
              <a:rPr lang="en-US" sz="1300" b="0" dirty="0">
                <a:solidFill>
                  <a:srgbClr val="000000"/>
                </a:solidFill>
                <a:effectLst/>
                <a:latin typeface="Consolas" panose="020B0609020204030204" pitchFamily="49" charset="0"/>
              </a:rPr>
              <a:t> </a:t>
            </a:r>
            <a:r>
              <a:rPr lang="en-US" sz="1300" b="0" dirty="0">
                <a:solidFill>
                  <a:srgbClr val="E50000"/>
                </a:solidFill>
                <a:effectLst/>
                <a:latin typeface="Consolas" panose="020B0609020204030204" pitchFamily="49" charset="0"/>
              </a:rPr>
              <a:t>id</a:t>
            </a:r>
            <a:r>
              <a:rPr lang="en-US" sz="1300" b="0" dirty="0">
                <a:solidFill>
                  <a:srgbClr val="000000"/>
                </a:solidFill>
                <a:effectLst/>
                <a:latin typeface="Consolas" panose="020B0609020204030204" pitchFamily="49" charset="0"/>
              </a:rPr>
              <a:t>=</a:t>
            </a:r>
            <a:r>
              <a:rPr lang="en-US" sz="1300" b="0" dirty="0">
                <a:solidFill>
                  <a:srgbClr val="0000FF"/>
                </a:solidFill>
                <a:effectLst/>
                <a:latin typeface="Consolas" panose="020B0609020204030204" pitchFamily="49" charset="0"/>
              </a:rPr>
              <a:t>{</a:t>
            </a:r>
            <a:r>
              <a:rPr lang="en-US" sz="1300" b="0" dirty="0" err="1">
                <a:solidFill>
                  <a:srgbClr val="0070C1"/>
                </a:solidFill>
                <a:effectLst/>
                <a:latin typeface="Consolas" panose="020B0609020204030204" pitchFamily="49" charset="0"/>
              </a:rPr>
              <a:t>nameInput</a:t>
            </a:r>
            <a:r>
              <a:rPr lang="en-US" sz="1300" b="0" dirty="0">
                <a:solidFill>
                  <a:srgbClr val="0000FF"/>
                </a:solidFill>
                <a:effectLst/>
                <a:latin typeface="Consolas" panose="020B0609020204030204" pitchFamily="49" charset="0"/>
              </a:rPr>
              <a:t>}</a:t>
            </a:r>
            <a:r>
              <a:rPr lang="en-US" sz="1300" b="0" dirty="0">
                <a:solidFill>
                  <a:srgbClr val="000000"/>
                </a:solidFill>
                <a:effectLst/>
                <a:latin typeface="Consolas" panose="020B0609020204030204" pitchFamily="49" charset="0"/>
              </a:rPr>
              <a:t> </a:t>
            </a:r>
            <a:r>
              <a:rPr lang="en-US" sz="1300" b="0" dirty="0">
                <a:solidFill>
                  <a:srgbClr val="E50000"/>
                </a:solidFill>
                <a:effectLst/>
                <a:latin typeface="Consolas" panose="020B0609020204030204" pitchFamily="49" charset="0"/>
              </a:rPr>
              <a:t>placeholder</a:t>
            </a:r>
            <a:r>
              <a:rPr lang="en-US" sz="1300" b="0" dirty="0">
                <a:solidFill>
                  <a:srgbClr val="000000"/>
                </a:solidFill>
                <a:effectLst/>
                <a:latin typeface="Consolas" panose="020B0609020204030204" pitchFamily="49" charset="0"/>
              </a:rPr>
              <a:t>=</a:t>
            </a:r>
            <a:r>
              <a:rPr lang="en-US" sz="1300" b="0" dirty="0">
                <a:solidFill>
                  <a:srgbClr val="A31515"/>
                </a:solidFill>
                <a:effectLst/>
                <a:latin typeface="Consolas" panose="020B0609020204030204" pitchFamily="49" charset="0"/>
              </a:rPr>
              <a:t>"Companion name"</a:t>
            </a:r>
            <a:r>
              <a:rPr lang="en-US" sz="1300" b="0" dirty="0">
                <a:solidFill>
                  <a:srgbClr val="800000"/>
                </a:solidFill>
                <a:effectLst/>
                <a:latin typeface="Consolas" panose="020B0609020204030204" pitchFamily="49" charset="0"/>
              </a:rPr>
              <a:t>&gt;&lt;/input&gt;</a:t>
            </a:r>
            <a:endParaRPr lang="en-US" sz="1300" b="0" dirty="0">
              <a:solidFill>
                <a:srgbClr val="000000"/>
              </a:solidFill>
              <a:effectLst/>
              <a:latin typeface="Consolas" panose="020B0609020204030204" pitchFamily="49" charset="0"/>
            </a:endParaRPr>
          </a:p>
          <a:p>
            <a:r>
              <a:rPr lang="en-US" sz="1300" b="0" dirty="0">
                <a:solidFill>
                  <a:srgbClr val="000000"/>
                </a:solidFill>
                <a:effectLst/>
                <a:latin typeface="Consolas" panose="020B0609020204030204" pitchFamily="49" charset="0"/>
              </a:rPr>
              <a:t>          </a:t>
            </a:r>
            <a:r>
              <a:rPr lang="en-US" sz="1300" b="0" dirty="0">
                <a:solidFill>
                  <a:srgbClr val="800000"/>
                </a:solidFill>
                <a:effectLst/>
                <a:latin typeface="Consolas" panose="020B0609020204030204" pitchFamily="49" charset="0"/>
              </a:rPr>
              <a:t>&lt;button</a:t>
            </a:r>
            <a:r>
              <a:rPr lang="en-US" sz="1300" b="0" dirty="0">
                <a:solidFill>
                  <a:srgbClr val="000000"/>
                </a:solidFill>
                <a:effectLst/>
                <a:latin typeface="Consolas" panose="020B0609020204030204" pitchFamily="49" charset="0"/>
              </a:rPr>
              <a:t> </a:t>
            </a:r>
            <a:r>
              <a:rPr lang="en-US" sz="1300" b="0" dirty="0">
                <a:solidFill>
                  <a:srgbClr val="E50000"/>
                </a:solidFill>
                <a:effectLst/>
                <a:latin typeface="Consolas" panose="020B0609020204030204" pitchFamily="49" charset="0"/>
              </a:rPr>
              <a:t>id</a:t>
            </a:r>
            <a:r>
              <a:rPr lang="en-US" sz="1300" b="0" dirty="0">
                <a:solidFill>
                  <a:srgbClr val="000000"/>
                </a:solidFill>
                <a:effectLst/>
                <a:latin typeface="Consolas" panose="020B0609020204030204" pitchFamily="49" charset="0"/>
              </a:rPr>
              <a:t>=</a:t>
            </a:r>
            <a:r>
              <a:rPr lang="en-US" sz="1300" b="0" dirty="0">
                <a:solidFill>
                  <a:srgbClr val="0000FF"/>
                </a:solidFill>
                <a:effectLst/>
                <a:latin typeface="Consolas" panose="020B0609020204030204" pitchFamily="49" charset="0"/>
              </a:rPr>
              <a:t>{</a:t>
            </a:r>
            <a:r>
              <a:rPr lang="en-US" sz="1300" b="0" dirty="0" err="1">
                <a:solidFill>
                  <a:srgbClr val="0070C1"/>
                </a:solidFill>
                <a:effectLst/>
                <a:latin typeface="Consolas" panose="020B0609020204030204" pitchFamily="49" charset="0"/>
              </a:rPr>
              <a:t>addButton</a:t>
            </a:r>
            <a:r>
              <a:rPr lang="en-US" sz="1300" b="0" dirty="0">
                <a:solidFill>
                  <a:srgbClr val="0000FF"/>
                </a:solidFill>
                <a:effectLst/>
                <a:latin typeface="Consolas" panose="020B0609020204030204" pitchFamily="49" charset="0"/>
              </a:rPr>
              <a:t>}</a:t>
            </a:r>
            <a:r>
              <a:rPr lang="en-US" sz="1300" b="0" dirty="0">
                <a:solidFill>
                  <a:srgbClr val="000000"/>
                </a:solidFill>
                <a:effectLst/>
                <a:latin typeface="Consolas" panose="020B0609020204030204" pitchFamily="49" charset="0"/>
              </a:rPr>
              <a:t> </a:t>
            </a:r>
            <a:r>
              <a:rPr lang="en-US" sz="1300" b="0" dirty="0" err="1">
                <a:solidFill>
                  <a:srgbClr val="E50000"/>
                </a:solidFill>
                <a:effectLst/>
                <a:latin typeface="Consolas" panose="020B0609020204030204" pitchFamily="49" charset="0"/>
              </a:rPr>
              <a:t>onClick</a:t>
            </a:r>
            <a:r>
              <a:rPr lang="en-US" sz="1300" b="0" dirty="0">
                <a:solidFill>
                  <a:srgbClr val="000000"/>
                </a:solidFill>
                <a:effectLst/>
                <a:latin typeface="Consolas" panose="020B0609020204030204" pitchFamily="49" charset="0"/>
              </a:rPr>
              <a:t>=</a:t>
            </a:r>
            <a:r>
              <a:rPr lang="en-US" sz="1300" b="0" dirty="0">
                <a:solidFill>
                  <a:srgbClr val="0000FF"/>
                </a:solidFill>
                <a:effectLst/>
                <a:latin typeface="Consolas" panose="020B0609020204030204" pitchFamily="49" charset="0"/>
              </a:rPr>
              <a:t>{</a:t>
            </a:r>
            <a:r>
              <a:rPr lang="en-US" sz="1300" b="0" dirty="0" err="1">
                <a:solidFill>
                  <a:srgbClr val="795E26"/>
                </a:solidFill>
                <a:effectLst/>
                <a:latin typeface="Consolas" panose="020B0609020204030204" pitchFamily="49" charset="0"/>
              </a:rPr>
              <a:t>addCompanionButtonHandler</a:t>
            </a:r>
            <a:r>
              <a:rPr lang="en-US" sz="1300" b="0" dirty="0">
                <a:solidFill>
                  <a:srgbClr val="0000FF"/>
                </a:solidFill>
                <a:effectLst/>
                <a:latin typeface="Consolas" panose="020B0609020204030204" pitchFamily="49" charset="0"/>
              </a:rPr>
              <a:t>}</a:t>
            </a:r>
            <a:r>
              <a:rPr lang="en-US" sz="1300" b="0" dirty="0">
                <a:solidFill>
                  <a:srgbClr val="800000"/>
                </a:solidFill>
                <a:effectLst/>
                <a:latin typeface="Consolas" panose="020B0609020204030204" pitchFamily="49" charset="0"/>
              </a:rPr>
              <a:t>&gt;</a:t>
            </a:r>
            <a:r>
              <a:rPr lang="en-US" sz="1300" b="0" dirty="0">
                <a:solidFill>
                  <a:srgbClr val="000000"/>
                </a:solidFill>
                <a:effectLst/>
                <a:latin typeface="Consolas" panose="020B0609020204030204" pitchFamily="49" charset="0"/>
              </a:rPr>
              <a:t>Add new Companion</a:t>
            </a:r>
            <a:r>
              <a:rPr lang="en-US" sz="1300" b="0" dirty="0">
                <a:solidFill>
                  <a:srgbClr val="800000"/>
                </a:solidFill>
                <a:effectLst/>
                <a:latin typeface="Consolas" panose="020B0609020204030204" pitchFamily="49" charset="0"/>
              </a:rPr>
              <a:t>&lt;/button&gt;</a:t>
            </a:r>
            <a:endParaRPr lang="en-US" sz="1300" b="0" dirty="0">
              <a:solidFill>
                <a:srgbClr val="000000"/>
              </a:solidFill>
              <a:effectLst/>
              <a:latin typeface="Consolas" panose="020B0609020204030204" pitchFamily="49" charset="0"/>
            </a:endParaRPr>
          </a:p>
          <a:p>
            <a:r>
              <a:rPr lang="en-US" sz="1300" b="0" dirty="0">
                <a:solidFill>
                  <a:srgbClr val="000000"/>
                </a:solidFill>
                <a:effectLst/>
                <a:latin typeface="Consolas" panose="020B0609020204030204" pitchFamily="49" charset="0"/>
              </a:rPr>
              <a:t>          </a:t>
            </a:r>
            <a:r>
              <a:rPr lang="en-US" sz="1300" b="0" dirty="0">
                <a:solidFill>
                  <a:srgbClr val="800000"/>
                </a:solidFill>
                <a:effectLst/>
                <a:latin typeface="Consolas" panose="020B0609020204030204" pitchFamily="49" charset="0"/>
              </a:rPr>
              <a:t>&lt;</a:t>
            </a:r>
            <a:r>
              <a:rPr lang="en-US" sz="1300" b="0" dirty="0" err="1">
                <a:solidFill>
                  <a:srgbClr val="800000"/>
                </a:solidFill>
                <a:effectLst/>
                <a:latin typeface="Consolas" panose="020B0609020204030204" pitchFamily="49" charset="0"/>
              </a:rPr>
              <a:t>ul</a:t>
            </a:r>
            <a:r>
              <a:rPr lang="en-US" sz="1300" b="0" dirty="0">
                <a:solidFill>
                  <a:srgbClr val="800000"/>
                </a:solidFill>
                <a:effectLst/>
                <a:latin typeface="Consolas" panose="020B0609020204030204" pitchFamily="49" charset="0"/>
              </a:rPr>
              <a:t>&gt;</a:t>
            </a:r>
            <a:endParaRPr lang="en-US" sz="1300" b="0" dirty="0">
              <a:solidFill>
                <a:srgbClr val="000000"/>
              </a:solidFill>
              <a:effectLst/>
              <a:latin typeface="Consolas" panose="020B0609020204030204" pitchFamily="49" charset="0"/>
            </a:endParaRPr>
          </a:p>
          <a:p>
            <a:r>
              <a:rPr lang="en-US" sz="1300" b="0" dirty="0">
                <a:solidFill>
                  <a:srgbClr val="000000"/>
                </a:solidFill>
                <a:effectLst/>
                <a:latin typeface="Consolas" panose="020B0609020204030204" pitchFamily="49" charset="0"/>
              </a:rPr>
              <a:t>              </a:t>
            </a:r>
            <a:r>
              <a:rPr lang="en-US" sz="1300" b="0" dirty="0">
                <a:solidFill>
                  <a:srgbClr val="0000FF"/>
                </a:solidFill>
                <a:effectLst/>
                <a:latin typeface="Consolas" panose="020B0609020204030204" pitchFamily="49" charset="0"/>
              </a:rPr>
              <a:t>{</a:t>
            </a:r>
            <a:r>
              <a:rPr lang="en-US" sz="1300" b="0" dirty="0">
                <a:solidFill>
                  <a:srgbClr val="008000"/>
                </a:solidFill>
                <a:effectLst/>
                <a:latin typeface="Consolas" panose="020B0609020204030204" pitchFamily="49" charset="0"/>
              </a:rPr>
              <a:t>/* Use map function to populate items in passengers list */</a:t>
            </a:r>
            <a:r>
              <a:rPr lang="en-US" sz="1300" b="0" dirty="0">
                <a:solidFill>
                  <a:srgbClr val="0000FF"/>
                </a:solidFill>
                <a:effectLst/>
                <a:latin typeface="Consolas" panose="020B0609020204030204" pitchFamily="49" charset="0"/>
              </a:rPr>
              <a:t>}</a:t>
            </a:r>
            <a:endParaRPr lang="en-US" sz="1300" b="0" dirty="0">
              <a:solidFill>
                <a:srgbClr val="000000"/>
              </a:solidFill>
              <a:effectLst/>
              <a:latin typeface="Consolas" panose="020B0609020204030204" pitchFamily="49" charset="0"/>
            </a:endParaRPr>
          </a:p>
          <a:p>
            <a:r>
              <a:rPr lang="en-US" sz="1300" b="0" dirty="0">
                <a:solidFill>
                  <a:srgbClr val="000000"/>
                </a:solidFill>
                <a:effectLst/>
                <a:latin typeface="Consolas" panose="020B0609020204030204" pitchFamily="49" charset="0"/>
              </a:rPr>
              <a:t>              </a:t>
            </a:r>
            <a:r>
              <a:rPr lang="en-US" sz="1300" b="0" dirty="0">
                <a:solidFill>
                  <a:srgbClr val="0000FF"/>
                </a:solidFill>
                <a:effectLst/>
                <a:latin typeface="Consolas" panose="020B0609020204030204" pitchFamily="49" charset="0"/>
              </a:rPr>
              <a:t>{</a:t>
            </a:r>
            <a:r>
              <a:rPr lang="en-US" sz="1300" b="0" dirty="0" err="1">
                <a:solidFill>
                  <a:srgbClr val="0070C1"/>
                </a:solidFill>
                <a:effectLst/>
                <a:latin typeface="Consolas" panose="020B0609020204030204" pitchFamily="49" charset="0"/>
              </a:rPr>
              <a:t>passengers</a:t>
            </a:r>
            <a:r>
              <a:rPr lang="en-US" sz="1300" b="0" dirty="0" err="1">
                <a:solidFill>
                  <a:srgbClr val="000000"/>
                </a:solidFill>
                <a:effectLst/>
                <a:latin typeface="Consolas" panose="020B0609020204030204" pitchFamily="49" charset="0"/>
              </a:rPr>
              <a:t>.</a:t>
            </a:r>
            <a:r>
              <a:rPr lang="en-US" sz="1300" b="0" dirty="0" err="1">
                <a:solidFill>
                  <a:srgbClr val="795E26"/>
                </a:solidFill>
                <a:effectLst/>
                <a:latin typeface="Consolas" panose="020B0609020204030204" pitchFamily="49" charset="0"/>
              </a:rPr>
              <a:t>map</a:t>
            </a:r>
            <a:r>
              <a:rPr lang="en-US" sz="1300" b="0" dirty="0">
                <a:solidFill>
                  <a:srgbClr val="000000"/>
                </a:solidFill>
                <a:effectLst/>
                <a:latin typeface="Consolas" panose="020B0609020204030204" pitchFamily="49" charset="0"/>
              </a:rPr>
              <a:t>(</a:t>
            </a:r>
            <a:r>
              <a:rPr lang="en-US" sz="1300" b="0" dirty="0">
                <a:solidFill>
                  <a:srgbClr val="001080"/>
                </a:solidFill>
                <a:effectLst/>
                <a:latin typeface="Consolas" panose="020B0609020204030204" pitchFamily="49" charset="0"/>
              </a:rPr>
              <a:t>person</a:t>
            </a:r>
            <a:r>
              <a:rPr lang="en-US" sz="1300" b="0" dirty="0">
                <a:solidFill>
                  <a:srgbClr val="000000"/>
                </a:solidFill>
                <a:effectLst/>
                <a:latin typeface="Consolas" panose="020B0609020204030204" pitchFamily="49" charset="0"/>
              </a:rPr>
              <a:t> </a:t>
            </a:r>
            <a:r>
              <a:rPr lang="en-US" sz="1300" b="0" dirty="0">
                <a:solidFill>
                  <a:srgbClr val="0000FF"/>
                </a:solidFill>
                <a:effectLst/>
                <a:latin typeface="Consolas" panose="020B0609020204030204" pitchFamily="49" charset="0"/>
              </a:rPr>
              <a:t>=&gt;</a:t>
            </a:r>
            <a:r>
              <a:rPr lang="en-US" sz="1300" b="0" dirty="0">
                <a:solidFill>
                  <a:srgbClr val="000000"/>
                </a:solidFill>
                <a:effectLst/>
                <a:latin typeface="Consolas" panose="020B0609020204030204" pitchFamily="49" charset="0"/>
              </a:rPr>
              <a:t> (</a:t>
            </a:r>
            <a:r>
              <a:rPr lang="en-US" sz="1300" b="0" dirty="0">
                <a:solidFill>
                  <a:srgbClr val="800000"/>
                </a:solidFill>
                <a:effectLst/>
                <a:latin typeface="Consolas" panose="020B0609020204030204" pitchFamily="49" charset="0"/>
              </a:rPr>
              <a:t>&lt;li</a:t>
            </a:r>
            <a:r>
              <a:rPr lang="en-US" sz="1300" b="0" dirty="0">
                <a:solidFill>
                  <a:srgbClr val="000000"/>
                </a:solidFill>
                <a:effectLst/>
                <a:latin typeface="Consolas" panose="020B0609020204030204" pitchFamily="49" charset="0"/>
              </a:rPr>
              <a:t> </a:t>
            </a:r>
            <a:r>
              <a:rPr lang="en-US" sz="1300" b="0" dirty="0">
                <a:solidFill>
                  <a:srgbClr val="E50000"/>
                </a:solidFill>
                <a:effectLst/>
                <a:latin typeface="Consolas" panose="020B0609020204030204" pitchFamily="49" charset="0"/>
              </a:rPr>
              <a:t>key</a:t>
            </a:r>
            <a:r>
              <a:rPr lang="en-US" sz="1300" b="0" dirty="0">
                <a:solidFill>
                  <a:srgbClr val="000000"/>
                </a:solidFill>
                <a:effectLst/>
                <a:latin typeface="Consolas" panose="020B0609020204030204" pitchFamily="49" charset="0"/>
              </a:rPr>
              <a:t>=</a:t>
            </a:r>
            <a:r>
              <a:rPr lang="en-US" sz="1300" b="0" dirty="0">
                <a:solidFill>
                  <a:srgbClr val="0000FF"/>
                </a:solidFill>
                <a:effectLst/>
                <a:latin typeface="Consolas" panose="020B0609020204030204" pitchFamily="49" charset="0"/>
              </a:rPr>
              <a:t>{</a:t>
            </a:r>
            <a:r>
              <a:rPr lang="en-US" sz="1300" b="0" dirty="0" err="1">
                <a:solidFill>
                  <a:srgbClr val="001080"/>
                </a:solidFill>
                <a:effectLst/>
                <a:latin typeface="Consolas" panose="020B0609020204030204" pitchFamily="49" charset="0"/>
              </a:rPr>
              <a:t>person</a:t>
            </a:r>
            <a:r>
              <a:rPr lang="en-US" sz="1300" b="0" dirty="0" err="1">
                <a:solidFill>
                  <a:srgbClr val="000000"/>
                </a:solidFill>
                <a:effectLst/>
                <a:latin typeface="Consolas" panose="020B0609020204030204" pitchFamily="49" charset="0"/>
              </a:rPr>
              <a:t>.</a:t>
            </a:r>
            <a:r>
              <a:rPr lang="en-US" sz="1300" b="0" dirty="0" err="1">
                <a:solidFill>
                  <a:srgbClr val="001080"/>
                </a:solidFill>
                <a:effectLst/>
                <a:latin typeface="Consolas" panose="020B0609020204030204" pitchFamily="49" charset="0"/>
              </a:rPr>
              <a:t>index</a:t>
            </a:r>
            <a:r>
              <a:rPr lang="en-US" sz="1300" b="0" dirty="0">
                <a:solidFill>
                  <a:srgbClr val="0000FF"/>
                </a:solidFill>
                <a:effectLst/>
                <a:latin typeface="Consolas" panose="020B0609020204030204" pitchFamily="49" charset="0"/>
              </a:rPr>
              <a:t>}</a:t>
            </a:r>
            <a:r>
              <a:rPr lang="en-US" sz="1300" b="0" dirty="0">
                <a:solidFill>
                  <a:srgbClr val="800000"/>
                </a:solidFill>
                <a:effectLst/>
                <a:latin typeface="Consolas" panose="020B0609020204030204" pitchFamily="49" charset="0"/>
              </a:rPr>
              <a:t>&gt;</a:t>
            </a:r>
            <a:r>
              <a:rPr lang="en-US" sz="1300" b="0" dirty="0">
                <a:solidFill>
                  <a:srgbClr val="0000FF"/>
                </a:solidFill>
                <a:effectLst/>
                <a:latin typeface="Consolas" panose="020B0609020204030204" pitchFamily="49" charset="0"/>
              </a:rPr>
              <a:t>{</a:t>
            </a:r>
            <a:r>
              <a:rPr lang="en-US" sz="1300" b="0" dirty="0">
                <a:solidFill>
                  <a:srgbClr val="001080"/>
                </a:solidFill>
                <a:effectLst/>
                <a:latin typeface="Consolas" panose="020B0609020204030204" pitchFamily="49" charset="0"/>
              </a:rPr>
              <a:t>person</a:t>
            </a:r>
            <a:r>
              <a:rPr lang="en-US" sz="1300" b="0" dirty="0">
                <a:solidFill>
                  <a:srgbClr val="000000"/>
                </a:solidFill>
                <a:effectLst/>
                <a:latin typeface="Consolas" panose="020B0609020204030204" pitchFamily="49" charset="0"/>
              </a:rPr>
              <a:t>.</a:t>
            </a:r>
            <a:r>
              <a:rPr lang="en-US" sz="1300" b="0" dirty="0">
                <a:solidFill>
                  <a:srgbClr val="001080"/>
                </a:solidFill>
                <a:effectLst/>
                <a:latin typeface="Consolas" panose="020B0609020204030204" pitchFamily="49" charset="0"/>
              </a:rPr>
              <a:t>name</a:t>
            </a:r>
            <a:r>
              <a:rPr lang="en-US" sz="1300" b="0" dirty="0">
                <a:solidFill>
                  <a:srgbClr val="0000FF"/>
                </a:solidFill>
                <a:effectLst/>
                <a:latin typeface="Consolas" panose="020B0609020204030204" pitchFamily="49" charset="0"/>
              </a:rPr>
              <a:t>}</a:t>
            </a:r>
            <a:r>
              <a:rPr lang="en-US" sz="1300" b="0" dirty="0">
                <a:solidFill>
                  <a:srgbClr val="000000"/>
                </a:solidFill>
                <a:effectLst/>
                <a:latin typeface="Consolas" panose="020B0609020204030204" pitchFamily="49" charset="0"/>
              </a:rPr>
              <a:t> - </a:t>
            </a:r>
            <a:r>
              <a:rPr lang="en-US" sz="1300" b="0" dirty="0">
                <a:solidFill>
                  <a:srgbClr val="0000FF"/>
                </a:solidFill>
                <a:effectLst/>
                <a:latin typeface="Consolas" panose="020B0609020204030204" pitchFamily="49" charset="0"/>
              </a:rPr>
              <a:t>{</a:t>
            </a:r>
            <a:r>
              <a:rPr lang="en-US" sz="1300" b="0" dirty="0" err="1">
                <a:solidFill>
                  <a:srgbClr val="001080"/>
                </a:solidFill>
                <a:effectLst/>
                <a:latin typeface="Consolas" panose="020B0609020204030204" pitchFamily="49" charset="0"/>
              </a:rPr>
              <a:t>person</a:t>
            </a:r>
            <a:r>
              <a:rPr lang="en-US" sz="1300" b="0" dirty="0" err="1">
                <a:solidFill>
                  <a:srgbClr val="000000"/>
                </a:solidFill>
                <a:effectLst/>
                <a:latin typeface="Consolas" panose="020B0609020204030204" pitchFamily="49" charset="0"/>
              </a:rPr>
              <a:t>.</a:t>
            </a:r>
            <a:r>
              <a:rPr lang="en-US" sz="1300" b="0" dirty="0" err="1">
                <a:solidFill>
                  <a:srgbClr val="001080"/>
                </a:solidFill>
                <a:effectLst/>
                <a:latin typeface="Consolas" panose="020B0609020204030204" pitchFamily="49" charset="0"/>
              </a:rPr>
              <a:t>role</a:t>
            </a:r>
            <a:r>
              <a:rPr lang="en-US" sz="1300" b="0" dirty="0">
                <a:solidFill>
                  <a:srgbClr val="0000FF"/>
                </a:solidFill>
                <a:effectLst/>
                <a:latin typeface="Consolas" panose="020B0609020204030204" pitchFamily="49" charset="0"/>
              </a:rPr>
              <a:t>}</a:t>
            </a:r>
            <a:r>
              <a:rPr lang="en-US" sz="1300" b="0" dirty="0">
                <a:solidFill>
                  <a:srgbClr val="800000"/>
                </a:solidFill>
                <a:effectLst/>
                <a:latin typeface="Consolas" panose="020B0609020204030204" pitchFamily="49" charset="0"/>
              </a:rPr>
              <a:t>&lt;/li&gt;</a:t>
            </a:r>
            <a:r>
              <a:rPr lang="en-US" sz="1300" b="0" dirty="0">
                <a:solidFill>
                  <a:srgbClr val="000000"/>
                </a:solidFill>
                <a:effectLst/>
                <a:latin typeface="Consolas" panose="020B0609020204030204" pitchFamily="49" charset="0"/>
              </a:rPr>
              <a:t>))</a:t>
            </a:r>
            <a:r>
              <a:rPr lang="en-US" sz="1300" b="0" dirty="0">
                <a:solidFill>
                  <a:srgbClr val="0000FF"/>
                </a:solidFill>
                <a:effectLst/>
                <a:latin typeface="Consolas" panose="020B0609020204030204" pitchFamily="49" charset="0"/>
              </a:rPr>
              <a:t>}</a:t>
            </a:r>
            <a:endParaRPr lang="en-US" sz="1300" b="0" dirty="0">
              <a:solidFill>
                <a:srgbClr val="000000"/>
              </a:solidFill>
              <a:effectLst/>
              <a:latin typeface="Consolas" panose="020B0609020204030204" pitchFamily="49" charset="0"/>
            </a:endParaRPr>
          </a:p>
          <a:p>
            <a:r>
              <a:rPr lang="en-US" sz="1300" b="0" dirty="0">
                <a:solidFill>
                  <a:srgbClr val="000000"/>
                </a:solidFill>
                <a:effectLst/>
                <a:latin typeface="Consolas" panose="020B0609020204030204" pitchFamily="49" charset="0"/>
              </a:rPr>
              <a:t>          </a:t>
            </a:r>
            <a:r>
              <a:rPr lang="en-US" sz="1300" b="0" dirty="0">
                <a:solidFill>
                  <a:srgbClr val="800000"/>
                </a:solidFill>
                <a:effectLst/>
                <a:latin typeface="Consolas" panose="020B0609020204030204" pitchFamily="49" charset="0"/>
              </a:rPr>
              <a:t>&lt;/</a:t>
            </a:r>
            <a:r>
              <a:rPr lang="en-US" sz="1300" b="0" dirty="0" err="1">
                <a:solidFill>
                  <a:srgbClr val="800000"/>
                </a:solidFill>
                <a:effectLst/>
                <a:latin typeface="Consolas" panose="020B0609020204030204" pitchFamily="49" charset="0"/>
              </a:rPr>
              <a:t>ul</a:t>
            </a:r>
            <a:r>
              <a:rPr lang="en-US" sz="1300" b="0" dirty="0">
                <a:solidFill>
                  <a:srgbClr val="800000"/>
                </a:solidFill>
                <a:effectLst/>
                <a:latin typeface="Consolas" panose="020B0609020204030204" pitchFamily="49" charset="0"/>
              </a:rPr>
              <a:t>&gt;</a:t>
            </a:r>
            <a:endParaRPr lang="en-US" sz="1300" b="0" dirty="0">
              <a:solidFill>
                <a:srgbClr val="000000"/>
              </a:solidFill>
              <a:effectLst/>
              <a:latin typeface="Consolas" panose="020B0609020204030204" pitchFamily="49" charset="0"/>
            </a:endParaRPr>
          </a:p>
          <a:p>
            <a:r>
              <a:rPr lang="en-US" sz="1300" b="0" dirty="0">
                <a:solidFill>
                  <a:srgbClr val="000000"/>
                </a:solidFill>
                <a:effectLst/>
                <a:latin typeface="Consolas" panose="020B0609020204030204" pitchFamily="49" charset="0"/>
              </a:rPr>
              <a:t>          </a:t>
            </a:r>
            <a:r>
              <a:rPr lang="en-US" sz="1300" b="0" dirty="0">
                <a:solidFill>
                  <a:srgbClr val="800000"/>
                </a:solidFill>
                <a:effectLst/>
                <a:latin typeface="Consolas" panose="020B0609020204030204" pitchFamily="49" charset="0"/>
              </a:rPr>
              <a:t>&lt;p&gt;</a:t>
            </a:r>
            <a:r>
              <a:rPr lang="en-US" sz="1300" b="0" dirty="0">
                <a:solidFill>
                  <a:srgbClr val="000000"/>
                </a:solidFill>
                <a:effectLst/>
                <a:latin typeface="Consolas" panose="020B0609020204030204" pitchFamily="49" charset="0"/>
              </a:rPr>
              <a:t>Total passengers: </a:t>
            </a:r>
            <a:r>
              <a:rPr lang="en-US" sz="1300" b="0" dirty="0">
                <a:solidFill>
                  <a:srgbClr val="0000FF"/>
                </a:solidFill>
                <a:effectLst/>
                <a:latin typeface="Consolas" panose="020B0609020204030204" pitchFamily="49" charset="0"/>
              </a:rPr>
              <a:t>{</a:t>
            </a:r>
            <a:r>
              <a:rPr lang="en-US" sz="1300" b="0" dirty="0" err="1">
                <a:solidFill>
                  <a:srgbClr val="0070C1"/>
                </a:solidFill>
                <a:effectLst/>
                <a:latin typeface="Consolas" panose="020B0609020204030204" pitchFamily="49" charset="0"/>
              </a:rPr>
              <a:t>passengers</a:t>
            </a:r>
            <a:r>
              <a:rPr lang="en-US" sz="1300" b="0" dirty="0" err="1">
                <a:solidFill>
                  <a:srgbClr val="000000"/>
                </a:solidFill>
                <a:effectLst/>
                <a:latin typeface="Consolas" panose="020B0609020204030204" pitchFamily="49" charset="0"/>
              </a:rPr>
              <a:t>.</a:t>
            </a:r>
            <a:r>
              <a:rPr lang="en-US" sz="1300" b="0" dirty="0" err="1">
                <a:solidFill>
                  <a:srgbClr val="001080"/>
                </a:solidFill>
                <a:effectLst/>
                <a:latin typeface="Consolas" panose="020B0609020204030204" pitchFamily="49" charset="0"/>
              </a:rPr>
              <a:t>length</a:t>
            </a:r>
            <a:r>
              <a:rPr lang="en-US" sz="1300" b="0" dirty="0">
                <a:solidFill>
                  <a:srgbClr val="0000FF"/>
                </a:solidFill>
                <a:effectLst/>
                <a:latin typeface="Consolas" panose="020B0609020204030204" pitchFamily="49" charset="0"/>
              </a:rPr>
              <a:t>}</a:t>
            </a:r>
            <a:r>
              <a:rPr lang="en-US" sz="1300" b="0" dirty="0">
                <a:solidFill>
                  <a:srgbClr val="800000"/>
                </a:solidFill>
                <a:effectLst/>
                <a:latin typeface="Consolas" panose="020B0609020204030204" pitchFamily="49" charset="0"/>
              </a:rPr>
              <a:t>&lt;/p&gt;</a:t>
            </a:r>
            <a:endParaRPr lang="en-US" sz="1300" b="0" dirty="0">
              <a:solidFill>
                <a:srgbClr val="000000"/>
              </a:solidFill>
              <a:effectLst/>
              <a:latin typeface="Consolas" panose="020B0609020204030204" pitchFamily="49" charset="0"/>
            </a:endParaRPr>
          </a:p>
          <a:p>
            <a:r>
              <a:rPr lang="en-US" sz="1300" b="0" dirty="0">
                <a:solidFill>
                  <a:srgbClr val="000000"/>
                </a:solidFill>
                <a:effectLst/>
                <a:latin typeface="Consolas" panose="020B0609020204030204" pitchFamily="49" charset="0"/>
              </a:rPr>
              <a:t>      </a:t>
            </a:r>
            <a:r>
              <a:rPr lang="en-US" sz="1300" b="0" dirty="0">
                <a:solidFill>
                  <a:srgbClr val="800000"/>
                </a:solidFill>
                <a:effectLst/>
                <a:latin typeface="Consolas" panose="020B0609020204030204" pitchFamily="49" charset="0"/>
              </a:rPr>
              <a:t>&lt;/div&gt;</a:t>
            </a:r>
            <a:endParaRPr lang="en-US" sz="1300" b="0" dirty="0">
              <a:solidFill>
                <a:srgbClr val="000000"/>
              </a:solidFill>
              <a:effectLst/>
              <a:latin typeface="Consolas" panose="020B0609020204030204" pitchFamily="49" charset="0"/>
            </a:endParaRPr>
          </a:p>
          <a:p>
            <a:r>
              <a:rPr lang="en-US" sz="1300" b="0" dirty="0">
                <a:solidFill>
                  <a:srgbClr val="000000"/>
                </a:solidFill>
                <a:effectLst/>
                <a:latin typeface="Consolas" panose="020B0609020204030204" pitchFamily="49" charset="0"/>
              </a:rPr>
              <a:t>  );</a:t>
            </a:r>
          </a:p>
          <a:p>
            <a:r>
              <a:rPr lang="en-US" sz="1300" b="0" dirty="0">
                <a:solidFill>
                  <a:srgbClr val="000000"/>
                </a:solidFill>
                <a:effectLst/>
                <a:latin typeface="Consolas" panose="020B0609020204030204" pitchFamily="49" charset="0"/>
              </a:rPr>
              <a:t>}</a:t>
            </a:r>
          </a:p>
          <a:p>
            <a:r>
              <a:rPr lang="en-US" sz="1300" b="0" dirty="0">
                <a:solidFill>
                  <a:srgbClr val="AF00DB"/>
                </a:solidFill>
                <a:effectLst/>
                <a:latin typeface="Consolas" panose="020B0609020204030204" pitchFamily="49" charset="0"/>
              </a:rPr>
              <a:t>export</a:t>
            </a:r>
            <a:r>
              <a:rPr lang="en-US" sz="1300" b="0" dirty="0">
                <a:solidFill>
                  <a:srgbClr val="000000"/>
                </a:solidFill>
                <a:effectLst/>
                <a:latin typeface="Consolas" panose="020B0609020204030204" pitchFamily="49" charset="0"/>
              </a:rPr>
              <a:t> </a:t>
            </a:r>
            <a:r>
              <a:rPr lang="en-US" sz="1300" b="0" dirty="0">
                <a:solidFill>
                  <a:srgbClr val="AF00DB"/>
                </a:solidFill>
                <a:effectLst/>
                <a:latin typeface="Consolas" panose="020B0609020204030204" pitchFamily="49" charset="0"/>
              </a:rPr>
              <a:t>default</a:t>
            </a:r>
            <a:r>
              <a:rPr lang="en-US" sz="1300" b="0" dirty="0">
                <a:solidFill>
                  <a:srgbClr val="000000"/>
                </a:solidFill>
                <a:effectLst/>
                <a:latin typeface="Consolas" panose="020B0609020204030204" pitchFamily="49" charset="0"/>
              </a:rPr>
              <a:t> </a:t>
            </a:r>
            <a:r>
              <a:rPr lang="en-US" sz="1300" b="0" dirty="0">
                <a:solidFill>
                  <a:srgbClr val="795E26"/>
                </a:solidFill>
                <a:effectLst/>
                <a:latin typeface="Consolas" panose="020B0609020204030204" pitchFamily="49" charset="0"/>
              </a:rPr>
              <a:t>App</a:t>
            </a:r>
            <a:r>
              <a:rPr lang="en-US" sz="13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161321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Linking and Routing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Single Page Applications are designed to dynamically update only the parts of the page as required.</a:t>
            </a:r>
          </a:p>
          <a:p>
            <a:pPr>
              <a:lnSpc>
                <a:spcPct val="120000"/>
              </a:lnSpc>
              <a:buFont typeface="Wingdings" panose="05000000000000000000" pitchFamily="2" charset="2"/>
              <a:buChar char="§"/>
            </a:pPr>
            <a:r>
              <a:rPr lang="en-US" sz="3800" dirty="0"/>
              <a:t>React does not use Anchor tags, as they refresh the whole page. Instead, a list of Routers are defined, which are then used in Link JSX tags:</a:t>
            </a:r>
          </a:p>
          <a:p>
            <a:pPr>
              <a:lnSpc>
                <a:spcPct val="120000"/>
              </a:lnSpc>
              <a:buFont typeface="Wingdings" panose="05000000000000000000" pitchFamily="2" charset="2"/>
              <a:buChar char="§"/>
            </a:pPr>
            <a:r>
              <a:rPr lang="en-US" sz="3800" dirty="0"/>
              <a:t>&lt;Link to='/' </a:t>
            </a:r>
            <a:r>
              <a:rPr lang="en-US" sz="3800" dirty="0" err="1"/>
              <a:t>className</a:t>
            </a:r>
            <a:r>
              <a:rPr lang="en-US" sz="3800" dirty="0"/>
              <a:t>="Navbar-item" &gt;Home&lt;/Link&gt;</a:t>
            </a:r>
            <a:br>
              <a:rPr lang="en-US" sz="3800" dirty="0"/>
            </a:br>
            <a:r>
              <a:rPr lang="en-US" sz="3800" dirty="0"/>
              <a:t>&lt;Link to=‘/about-us' </a:t>
            </a:r>
            <a:r>
              <a:rPr lang="en-US" sz="3800" dirty="0" err="1"/>
              <a:t>className</a:t>
            </a:r>
            <a:r>
              <a:rPr lang="en-US" sz="3800" dirty="0"/>
              <a:t>="Navbar-item" &gt;Home&lt;/Link&gt;</a:t>
            </a:r>
            <a:br>
              <a:rPr lang="en-US" sz="3800" dirty="0"/>
            </a:br>
            <a:r>
              <a:rPr lang="en-US" sz="3800" dirty="0"/>
              <a:t>&lt;Routers&gt;</a:t>
            </a:r>
            <a:br>
              <a:rPr lang="en-US" sz="3800" dirty="0"/>
            </a:br>
            <a:r>
              <a:rPr lang="en-US" sz="3800" dirty="0"/>
              <a:t>&lt;Router path=“/” element={&lt;Home /&gt;}&gt;</a:t>
            </a:r>
            <a:br>
              <a:rPr lang="en-US" sz="3800" dirty="0"/>
            </a:br>
            <a:r>
              <a:rPr lang="en-US" sz="3800" dirty="0"/>
              <a:t>&lt;Router path=“/about-us” element={&lt;</a:t>
            </a:r>
            <a:r>
              <a:rPr lang="en-US" sz="3800" dirty="0" err="1"/>
              <a:t>AboutUs</a:t>
            </a:r>
            <a:r>
              <a:rPr lang="en-US" sz="3800" dirty="0"/>
              <a:t> /&gt;}&gt;</a:t>
            </a:r>
            <a:br>
              <a:rPr lang="en-US" sz="3800" dirty="0"/>
            </a:br>
            <a:r>
              <a:rPr lang="en-US" sz="3800" dirty="0"/>
              <a:t>&lt;/Routers&gt;</a:t>
            </a:r>
          </a:p>
          <a:p>
            <a:pPr>
              <a:lnSpc>
                <a:spcPct val="120000"/>
              </a:lnSpc>
              <a:buFont typeface="Wingdings" panose="05000000000000000000" pitchFamily="2" charset="2"/>
              <a:buChar char="§"/>
            </a:pPr>
            <a:r>
              <a:rPr lang="en-US" sz="3800" dirty="0"/>
              <a:t>React loads one or more components in the root element at a time, depending on what routes the links are pointing to.</a:t>
            </a:r>
          </a:p>
        </p:txBody>
      </p:sp>
    </p:spTree>
    <p:extLst>
      <p:ext uri="{BB962C8B-B14F-4D97-AF65-F5344CB8AC3E}">
        <p14:creationId xmlns:p14="http://schemas.microsoft.com/office/powerpoint/2010/main" val="1374174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Linking and Routing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7" name="TextBox 6">
            <a:extLst>
              <a:ext uri="{FF2B5EF4-FFF2-40B4-BE49-F238E27FC236}">
                <a16:creationId xmlns:a16="http://schemas.microsoft.com/office/drawing/2014/main" id="{38E8550A-F824-8693-2D14-4DB68BD997F6}"/>
              </a:ext>
            </a:extLst>
          </p:cNvPr>
          <p:cNvSpPr txBox="1"/>
          <p:nvPr/>
        </p:nvSpPr>
        <p:spPr>
          <a:xfrm>
            <a:off x="220384" y="1511409"/>
            <a:ext cx="11751232" cy="5047536"/>
          </a:xfrm>
          <a:prstGeom prst="rect">
            <a:avLst/>
          </a:prstGeom>
          <a:noFill/>
        </p:spPr>
        <p:txBody>
          <a:bodyPr wrap="square">
            <a:spAutoFit/>
          </a:bodyPr>
          <a:lstStyle/>
          <a:p>
            <a:r>
              <a:rPr lang="en-US" sz="1400" b="0" dirty="0">
                <a:solidFill>
                  <a:srgbClr val="AF00DB"/>
                </a:solidFill>
                <a:effectLst/>
                <a:latin typeface="Consolas" panose="020B0609020204030204" pitchFamily="49" charset="0"/>
              </a:rPr>
              <a:t>import</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'../App.css'</a:t>
            </a:r>
            <a:r>
              <a:rPr lang="en-US" sz="1400" b="0" dirty="0">
                <a:solidFill>
                  <a:srgbClr val="000000"/>
                </a:solidFill>
                <a:effectLst/>
                <a:latin typeface="Consolas" panose="020B0609020204030204" pitchFamily="49" charset="0"/>
              </a:rPr>
              <a:t>;</a:t>
            </a:r>
          </a:p>
          <a:p>
            <a:r>
              <a:rPr lang="en-US" sz="1400" b="0" dirty="0">
                <a:solidFill>
                  <a:srgbClr val="AF00DB"/>
                </a:solidFill>
                <a:effectLst/>
                <a:latin typeface="Consolas" panose="020B0609020204030204" pitchFamily="49" charset="0"/>
              </a:rPr>
              <a:t>import</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Link</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Route</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Routes</a:t>
            </a:r>
            <a:r>
              <a:rPr lang="en-US" sz="1400" b="0" dirty="0">
                <a:solidFill>
                  <a:srgbClr val="000000"/>
                </a:solidFill>
                <a:effectLst/>
                <a:latin typeface="Consolas" panose="020B0609020204030204" pitchFamily="49" charset="0"/>
              </a:rPr>
              <a:t> } </a:t>
            </a:r>
            <a:r>
              <a:rPr lang="en-US" sz="1400" b="0" dirty="0">
                <a:solidFill>
                  <a:srgbClr val="AF00DB"/>
                </a:solidFill>
                <a:effectLst/>
                <a:latin typeface="Consolas" panose="020B0609020204030204" pitchFamily="49" charset="0"/>
              </a:rPr>
              <a:t>from</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'react-router-</a:t>
            </a:r>
            <a:r>
              <a:rPr lang="en-US" sz="1400" b="0" dirty="0" err="1">
                <a:solidFill>
                  <a:srgbClr val="A31515"/>
                </a:solidFill>
                <a:effectLst/>
                <a:latin typeface="Consolas" panose="020B0609020204030204" pitchFamily="49" charset="0"/>
              </a:rPr>
              <a:t>dom</a:t>
            </a:r>
            <a:r>
              <a:rPr lang="en-US" sz="1400" b="0" dirty="0">
                <a:solidFill>
                  <a:srgbClr val="A31515"/>
                </a:solidFill>
                <a:effectLst/>
                <a:latin typeface="Consolas" panose="020B0609020204030204" pitchFamily="49" charset="0"/>
              </a:rPr>
              <a:t>'</a:t>
            </a:r>
            <a:r>
              <a:rPr lang="en-US" sz="1400" b="0" dirty="0">
                <a:solidFill>
                  <a:srgbClr val="000000"/>
                </a:solidFill>
                <a:effectLst/>
                <a:latin typeface="Consolas" panose="020B0609020204030204" pitchFamily="49" charset="0"/>
              </a:rPr>
              <a:t>;</a:t>
            </a:r>
          </a:p>
          <a:p>
            <a:r>
              <a:rPr lang="en-US" sz="1400" b="0" dirty="0">
                <a:solidFill>
                  <a:srgbClr val="AF00DB"/>
                </a:solidFill>
                <a:effectLst/>
                <a:latin typeface="Consolas" panose="020B0609020204030204" pitchFamily="49" charset="0"/>
              </a:rPr>
              <a:t>import</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App</a:t>
            </a:r>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from</a:t>
            </a:r>
            <a:r>
              <a:rPr lang="en-US" sz="1400" b="0" dirty="0">
                <a:solidFill>
                  <a:srgbClr val="000000"/>
                </a:solidFill>
                <a:effectLst/>
                <a:latin typeface="Consolas" panose="020B0609020204030204" pitchFamily="49" charset="0"/>
              </a:rPr>
              <a:t> </a:t>
            </a:r>
            <a:r>
              <a:rPr lang="en-US" sz="1400" b="0" dirty="0">
                <a:solidFill>
                  <a:srgbClr val="A31515"/>
                </a:solidFill>
                <a:effectLst/>
                <a:latin typeface="Consolas" panose="020B0609020204030204" pitchFamily="49" charset="0"/>
              </a:rPr>
              <a:t>'../App'</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FF"/>
                </a:solidFill>
                <a:effectLst/>
                <a:latin typeface="Consolas" panose="020B0609020204030204" pitchFamily="49" charset="0"/>
              </a:rPr>
              <a:t>function</a:t>
            </a:r>
            <a:r>
              <a:rPr lang="en-US" sz="1400" b="0" dirty="0">
                <a:solidFill>
                  <a:srgbClr val="000000"/>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NavigationBar</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&lt;div</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className</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"Navbar"</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267F99"/>
                </a:solidFill>
                <a:effectLst/>
                <a:latin typeface="Consolas" panose="020B0609020204030204" pitchFamily="49" charset="0"/>
              </a:rPr>
              <a:t>ThemeToggler</a:t>
            </a: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Link</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to</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className</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"Navbar-item"</a:t>
            </a:r>
            <a:r>
              <a:rPr lang="en-US" sz="1400" b="0" dirty="0">
                <a:solidFill>
                  <a:srgbClr val="800000"/>
                </a:solidFill>
                <a:effectLst/>
                <a:latin typeface="Consolas" panose="020B0609020204030204" pitchFamily="49" charset="0"/>
              </a:rPr>
              <a:t>&gt;</a:t>
            </a:r>
            <a:r>
              <a:rPr lang="en-US" sz="1400" b="0" dirty="0">
                <a:solidFill>
                  <a:srgbClr val="000000"/>
                </a:solidFill>
                <a:effectLst/>
                <a:latin typeface="Consolas" panose="020B0609020204030204" pitchFamily="49" charset="0"/>
              </a:rPr>
              <a:t>Home</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Link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Link</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to</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'/about-us'</a:t>
            </a:r>
            <a:r>
              <a:rPr lang="en-US" sz="1400" b="0" dirty="0">
                <a:solidFill>
                  <a:srgbClr val="000000"/>
                </a:solidFill>
                <a:effectLst/>
                <a:latin typeface="Consolas" panose="020B0609020204030204" pitchFamily="49" charset="0"/>
              </a:rPr>
              <a:t>  </a:t>
            </a:r>
            <a:r>
              <a:rPr lang="en-US" sz="1400" b="0" dirty="0" err="1">
                <a:solidFill>
                  <a:srgbClr val="E50000"/>
                </a:solidFill>
                <a:effectLst/>
                <a:latin typeface="Consolas" panose="020B0609020204030204" pitchFamily="49" charset="0"/>
              </a:rPr>
              <a:t>className</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"Navbar-item"</a:t>
            </a:r>
            <a:r>
              <a:rPr lang="en-US" sz="1400" b="0" dirty="0">
                <a:solidFill>
                  <a:srgbClr val="800000"/>
                </a:solidFill>
                <a:effectLst/>
                <a:latin typeface="Consolas" panose="020B0609020204030204" pitchFamily="49" charset="0"/>
              </a:rPr>
              <a:t>&gt;</a:t>
            </a:r>
            <a:r>
              <a:rPr lang="en-US" sz="1400" b="0" dirty="0">
                <a:solidFill>
                  <a:srgbClr val="000000"/>
                </a:solidFill>
                <a:effectLst/>
                <a:latin typeface="Consolas" panose="020B0609020204030204" pitchFamily="49" charset="0"/>
              </a:rPr>
              <a:t>About Us</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Link</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err="1">
                <a:solidFill>
                  <a:srgbClr val="267F99"/>
                </a:solidFill>
                <a:effectLst/>
                <a:latin typeface="Consolas" panose="020B0609020204030204" pitchFamily="49" charset="0"/>
              </a:rPr>
              <a:t>SearchBar</a:t>
            </a: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Routes</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Route</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path</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element</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App</a:t>
            </a:r>
            <a:r>
              <a:rPr lang="en-US" sz="1400" b="0" dirty="0">
                <a:solidFill>
                  <a:srgbClr val="800000"/>
                </a:solidFill>
                <a:effectLst/>
                <a:latin typeface="Consolas" panose="020B0609020204030204" pitchFamily="49" charset="0"/>
              </a:rPr>
              <a:t>/&gt;</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Route</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path</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'/about-us'</a:t>
            </a:r>
            <a:r>
              <a:rPr lang="en-US" sz="1400" b="0" dirty="0">
                <a:solidFill>
                  <a:srgbClr val="000000"/>
                </a:solidFill>
                <a:effectLst/>
                <a:latin typeface="Consolas" panose="020B0609020204030204" pitchFamily="49" charset="0"/>
              </a:rPr>
              <a:t> </a:t>
            </a:r>
            <a:r>
              <a:rPr lang="en-US" sz="1400" b="0" dirty="0">
                <a:solidFill>
                  <a:srgbClr val="E50000"/>
                </a:solidFill>
                <a:effectLst/>
                <a:latin typeface="Consolas" panose="020B0609020204030204" pitchFamily="49" charset="0"/>
              </a:rPr>
              <a:t>element</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a:t>
            </a:r>
            <a:r>
              <a:rPr lang="en-US" sz="1400" b="0" dirty="0">
                <a:solidFill>
                  <a:srgbClr val="800000"/>
                </a:solidFill>
                <a:effectLst/>
                <a:latin typeface="Consolas" panose="020B0609020204030204" pitchFamily="49" charset="0"/>
              </a:rPr>
              <a:t>&lt;</a:t>
            </a:r>
            <a:r>
              <a:rPr lang="en-US" sz="1400" b="0" dirty="0" err="1">
                <a:solidFill>
                  <a:srgbClr val="267F99"/>
                </a:solidFill>
                <a:effectLst/>
                <a:latin typeface="Consolas" panose="020B0609020204030204" pitchFamily="49" charset="0"/>
              </a:rPr>
              <a:t>AboutUs</a:t>
            </a:r>
            <a:r>
              <a:rPr lang="en-US" sz="1400" b="0" dirty="0">
                <a:solidFill>
                  <a:srgbClr val="800000"/>
                </a:solidFill>
                <a:effectLst/>
                <a:latin typeface="Consolas" panose="020B0609020204030204" pitchFamily="49" charset="0"/>
              </a:rPr>
              <a:t>/&gt;</a:t>
            </a:r>
            <a:r>
              <a:rPr lang="en-US" sz="1400" b="0" dirty="0">
                <a:solidFill>
                  <a:srgbClr val="0000F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a:t>
            </a:r>
            <a:r>
              <a:rPr lang="en-US" sz="1400" b="0" dirty="0">
                <a:solidFill>
                  <a:srgbClr val="267F99"/>
                </a:solidFill>
                <a:effectLst/>
                <a:latin typeface="Consolas" panose="020B0609020204030204" pitchFamily="49" charset="0"/>
              </a:rPr>
              <a:t>Routes</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800000"/>
                </a:solidFill>
                <a:effectLst/>
                <a:latin typeface="Consolas" panose="020B0609020204030204" pitchFamily="49" charset="0"/>
              </a:rPr>
              <a:t>&lt;/div&gt;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a:t>
            </a:r>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a:p>
            <a:r>
              <a:rPr lang="en-US" sz="1400" b="0" dirty="0">
                <a:solidFill>
                  <a:srgbClr val="AF00DB"/>
                </a:solidFill>
                <a:effectLst/>
                <a:latin typeface="Consolas" panose="020B0609020204030204" pitchFamily="49" charset="0"/>
              </a:rPr>
              <a:t>export</a:t>
            </a:r>
            <a:r>
              <a:rPr lang="en-US" sz="1400" b="0" dirty="0">
                <a:solidFill>
                  <a:srgbClr val="000000"/>
                </a:solidFill>
                <a:effectLst/>
                <a:latin typeface="Consolas" panose="020B0609020204030204" pitchFamily="49" charset="0"/>
              </a:rPr>
              <a:t> </a:t>
            </a:r>
            <a:r>
              <a:rPr lang="en-US" sz="1400" b="0" dirty="0">
                <a:solidFill>
                  <a:srgbClr val="AF00DB"/>
                </a:solidFill>
                <a:effectLst/>
                <a:latin typeface="Consolas" panose="020B0609020204030204" pitchFamily="49" charset="0"/>
              </a:rPr>
              <a:t>default</a:t>
            </a:r>
            <a:r>
              <a:rPr lang="en-US" sz="1400" b="0" dirty="0">
                <a:solidFill>
                  <a:srgbClr val="000000"/>
                </a:solidFill>
                <a:effectLst/>
                <a:latin typeface="Consolas" panose="020B0609020204030204" pitchFamily="49" charset="0"/>
              </a:rPr>
              <a:t> </a:t>
            </a:r>
            <a:r>
              <a:rPr lang="en-US" sz="1400" b="0" dirty="0" err="1">
                <a:solidFill>
                  <a:srgbClr val="795E26"/>
                </a:solidFill>
                <a:effectLst/>
                <a:latin typeface="Consolas" panose="020B0609020204030204" pitchFamily="49" charset="0"/>
              </a:rPr>
              <a:t>NavigationBar</a:t>
            </a:r>
            <a:r>
              <a:rPr lang="en-US"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991561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Managing Assets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Assets are resources used by components at runtime. These can be images, style sheets, fonts, and other media files.</a:t>
            </a:r>
          </a:p>
          <a:p>
            <a:pPr>
              <a:lnSpc>
                <a:spcPct val="120000"/>
              </a:lnSpc>
              <a:buFont typeface="Wingdings" panose="05000000000000000000" pitchFamily="2" charset="2"/>
              <a:buChar char="§"/>
            </a:pPr>
            <a:r>
              <a:rPr lang="en-US" sz="3800" dirty="0"/>
              <a:t>Icons, logos, Generally kept in public folder. For the rest, we create a folder named “assets”.</a:t>
            </a:r>
          </a:p>
          <a:p>
            <a:pPr>
              <a:lnSpc>
                <a:spcPct val="120000"/>
              </a:lnSpc>
              <a:buFont typeface="Wingdings" panose="05000000000000000000" pitchFamily="2" charset="2"/>
              <a:buChar char="§"/>
            </a:pPr>
            <a:endParaRPr lang="en-US" sz="3800" dirty="0"/>
          </a:p>
        </p:txBody>
      </p:sp>
    </p:spTree>
    <p:extLst>
      <p:ext uri="{BB962C8B-B14F-4D97-AF65-F5344CB8AC3E}">
        <p14:creationId xmlns:p14="http://schemas.microsoft.com/office/powerpoint/2010/main" val="3893410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Managing Assets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Assets are resources used by components at runtime. These can be images, style sheets, fonts, and other media files.</a:t>
            </a:r>
          </a:p>
          <a:p>
            <a:pPr>
              <a:lnSpc>
                <a:spcPct val="120000"/>
              </a:lnSpc>
              <a:buFont typeface="Wingdings" panose="05000000000000000000" pitchFamily="2" charset="2"/>
              <a:buChar char="§"/>
            </a:pPr>
            <a:r>
              <a:rPr lang="en-US" sz="3800" dirty="0"/>
              <a:t>Icons, logos, Generally kept in public folder. For the rest, we create a folder named “assets”.</a:t>
            </a:r>
          </a:p>
          <a:p>
            <a:pPr>
              <a:lnSpc>
                <a:spcPct val="120000"/>
              </a:lnSpc>
              <a:buFont typeface="Wingdings" panose="05000000000000000000" pitchFamily="2" charset="2"/>
              <a:buChar char="§"/>
            </a:pPr>
            <a:r>
              <a:rPr lang="en-US" sz="3800" dirty="0"/>
              <a:t>The assets can then be imported just like modules:</a:t>
            </a:r>
          </a:p>
          <a:p>
            <a:pPr marL="0" indent="0">
              <a:lnSpc>
                <a:spcPct val="120000"/>
              </a:lnSpc>
              <a:buNone/>
            </a:pPr>
            <a:r>
              <a:rPr lang="en-US" sz="3800" dirty="0"/>
              <a:t>import </a:t>
            </a:r>
            <a:r>
              <a:rPr lang="en-US" sz="3800" dirty="0" err="1"/>
              <a:t>suvicon</a:t>
            </a:r>
            <a:r>
              <a:rPr lang="en-US" sz="3800" dirty="0"/>
              <a:t> from ‘./assets/images/suvicon.png’</a:t>
            </a:r>
          </a:p>
          <a:p>
            <a:pPr marL="0" indent="0">
              <a:lnSpc>
                <a:spcPct val="120000"/>
              </a:lnSpc>
              <a:buNone/>
            </a:pPr>
            <a:r>
              <a:rPr lang="en-US" sz="3800" dirty="0"/>
              <a:t>… &lt;</a:t>
            </a:r>
            <a:r>
              <a:rPr lang="en-US" sz="3800" dirty="0" err="1"/>
              <a:t>img</a:t>
            </a:r>
            <a:r>
              <a:rPr lang="en-US" sz="3800" dirty="0"/>
              <a:t> </a:t>
            </a:r>
            <a:r>
              <a:rPr lang="en-US" sz="3800" dirty="0" err="1"/>
              <a:t>src</a:t>
            </a:r>
            <a:r>
              <a:rPr lang="en-US" sz="3800" dirty="0"/>
              <a:t>={</a:t>
            </a:r>
            <a:r>
              <a:rPr lang="en-US" sz="3800" dirty="0" err="1"/>
              <a:t>suvicon</a:t>
            </a:r>
            <a:r>
              <a:rPr lang="en-US" sz="3800" dirty="0"/>
              <a:t>} alt=“An icon for an SUV” /&gt;</a:t>
            </a:r>
          </a:p>
          <a:p>
            <a:pPr>
              <a:lnSpc>
                <a:spcPct val="120000"/>
              </a:lnSpc>
              <a:buFont typeface="Wingdings" panose="05000000000000000000" pitchFamily="2" charset="2"/>
              <a:buChar char="§"/>
            </a:pPr>
            <a:r>
              <a:rPr lang="en-US" sz="3800" dirty="0"/>
              <a:t>Alternatively (not preferably), you can use embedded assets directly:</a:t>
            </a:r>
          </a:p>
          <a:p>
            <a:pPr marL="0" indent="0">
              <a:lnSpc>
                <a:spcPct val="120000"/>
              </a:lnSpc>
              <a:buNone/>
            </a:pPr>
            <a:r>
              <a:rPr lang="en-US" sz="3800" dirty="0"/>
              <a:t>… &lt;</a:t>
            </a:r>
            <a:r>
              <a:rPr lang="en-US" sz="3800" dirty="0" err="1"/>
              <a:t>img</a:t>
            </a:r>
            <a:r>
              <a:rPr lang="en-US" sz="3800" dirty="0"/>
              <a:t> </a:t>
            </a:r>
            <a:r>
              <a:rPr lang="en-US" sz="3800" dirty="0" err="1"/>
              <a:t>src</a:t>
            </a:r>
            <a:r>
              <a:rPr lang="en-US" sz="3800" dirty="0"/>
              <a:t>={require(‘./assets/images/suvicon.png’)} alt=“An icon for an SUV” /&gt;</a:t>
            </a:r>
          </a:p>
        </p:txBody>
      </p:sp>
    </p:spTree>
    <p:extLst>
      <p:ext uri="{BB962C8B-B14F-4D97-AF65-F5344CB8AC3E}">
        <p14:creationId xmlns:p14="http://schemas.microsoft.com/office/powerpoint/2010/main" val="253610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Extras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How to use React Bootstrap</a:t>
            </a:r>
          </a:p>
          <a:p>
            <a:pPr>
              <a:lnSpc>
                <a:spcPct val="120000"/>
              </a:lnSpc>
              <a:buFont typeface="Wingdings" panose="05000000000000000000" pitchFamily="2" charset="2"/>
              <a:buChar char="§"/>
            </a:pPr>
            <a:r>
              <a:rPr lang="en-US" sz="3800" dirty="0"/>
              <a:t>Playing </a:t>
            </a:r>
            <a:r>
              <a:rPr lang="en-US" sz="3800" dirty="0" err="1"/>
              <a:t>Youtube</a:t>
            </a:r>
            <a:r>
              <a:rPr lang="en-US" sz="3800" dirty="0"/>
              <a:t>/Facebook videos using react player</a:t>
            </a:r>
          </a:p>
          <a:p>
            <a:pPr marL="0" indent="0">
              <a:lnSpc>
                <a:spcPct val="120000"/>
              </a:lnSpc>
              <a:buNone/>
            </a:pPr>
            <a:r>
              <a:rPr lang="en-US" sz="3800" dirty="0"/>
              <a:t>&lt;</a:t>
            </a:r>
            <a:r>
              <a:rPr lang="en-US" sz="3800" dirty="0" err="1"/>
              <a:t>ReactPlayer</a:t>
            </a:r>
            <a:r>
              <a:rPr lang="en-US" sz="3800"/>
              <a:t>&gt;</a:t>
            </a:r>
            <a:endParaRPr lang="en-US" sz="3800" dirty="0"/>
          </a:p>
        </p:txBody>
      </p:sp>
    </p:spTree>
    <p:extLst>
      <p:ext uri="{BB962C8B-B14F-4D97-AF65-F5344CB8AC3E}">
        <p14:creationId xmlns:p14="http://schemas.microsoft.com/office/powerpoint/2010/main" val="1059588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lnSpc>
                <a:spcPct val="120000"/>
              </a:lnSpc>
              <a:buFont typeface="+mj-lt"/>
              <a:buAutoNum type="arabicPeriod"/>
            </a:pPr>
            <a:r>
              <a:rPr lang="en-US" sz="3800" dirty="0"/>
              <a:t>Create a new react app called exercises:</a:t>
            </a:r>
          </a:p>
          <a:p>
            <a:pPr marL="742950" indent="-742950">
              <a:lnSpc>
                <a:spcPct val="120000"/>
              </a:lnSpc>
              <a:buFont typeface="+mj-lt"/>
              <a:buAutoNum type="arabicPeriod"/>
            </a:pPr>
            <a:r>
              <a:rPr lang="en-US" sz="3800" dirty="0"/>
              <a:t>Create a component called Header and import in App. Header component should display a heading and a slogan.</a:t>
            </a:r>
          </a:p>
          <a:p>
            <a:pPr marL="742950" indent="-742950">
              <a:lnSpc>
                <a:spcPct val="120000"/>
              </a:lnSpc>
              <a:buFont typeface="+mj-lt"/>
              <a:buAutoNum type="arabicPeriod"/>
            </a:pPr>
            <a:r>
              <a:rPr lang="en-US" sz="3800" dirty="0"/>
              <a:t>Use props to set heading and slogan.</a:t>
            </a:r>
          </a:p>
          <a:p>
            <a:pPr marL="742950" indent="-742950">
              <a:lnSpc>
                <a:spcPct val="120000"/>
              </a:lnSpc>
              <a:buFont typeface="+mj-lt"/>
              <a:buAutoNum type="arabicPeriod"/>
            </a:pPr>
            <a:r>
              <a:rPr lang="en-US" sz="3800" dirty="0"/>
              <a:t>Use State hook to manage style of heading and slogan.</a:t>
            </a:r>
          </a:p>
          <a:p>
            <a:pPr marL="742950" indent="-742950">
              <a:lnSpc>
                <a:spcPct val="120000"/>
              </a:lnSpc>
              <a:buFont typeface="+mj-lt"/>
              <a:buAutoNum type="arabicPeriod"/>
            </a:pPr>
            <a:r>
              <a:rPr lang="en-US" sz="3800" dirty="0"/>
              <a:t>Add a button to App that switches theme between “Dark” and “Light” using event handlers.</a:t>
            </a:r>
          </a:p>
          <a:p>
            <a:pPr marL="742950" indent="-742950">
              <a:lnSpc>
                <a:spcPct val="120000"/>
              </a:lnSpc>
              <a:buFont typeface="+mj-lt"/>
              <a:buAutoNum type="arabicPeriod"/>
            </a:pPr>
            <a:r>
              <a:rPr lang="en-US" sz="3800" dirty="0"/>
              <a:t>Create a Navigation bar component and About Us component. </a:t>
            </a:r>
          </a:p>
          <a:p>
            <a:pPr marL="742950" indent="-742950">
              <a:lnSpc>
                <a:spcPct val="120000"/>
              </a:lnSpc>
              <a:buFont typeface="+mj-lt"/>
              <a:buAutoNum type="arabicPeriod"/>
            </a:pPr>
            <a:r>
              <a:rPr lang="en-US" sz="3800" dirty="0"/>
              <a:t>Use Routes and Links to load About Us component on press.</a:t>
            </a:r>
          </a:p>
          <a:p>
            <a:pPr marL="742950" indent="-742950">
              <a:lnSpc>
                <a:spcPct val="120000"/>
              </a:lnSpc>
              <a:buFont typeface="+mj-lt"/>
              <a:buAutoNum type="arabicPeriod"/>
            </a:pPr>
            <a:endParaRPr lang="en-US" sz="3800" dirty="0"/>
          </a:p>
        </p:txBody>
      </p:sp>
    </p:spTree>
    <p:extLst>
      <p:ext uri="{BB962C8B-B14F-4D97-AF65-F5344CB8AC3E}">
        <p14:creationId xmlns:p14="http://schemas.microsoft.com/office/powerpoint/2010/main" val="9423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3.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presentation</Template>
  <TotalTime>2547</TotalTime>
  <Words>2722</Words>
  <Application>Microsoft Office PowerPoint</Application>
  <PresentationFormat>Widescreen</PresentationFormat>
  <Paragraphs>299</Paragraphs>
  <Slides>25</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Calibri</vt:lpstr>
      <vt:lpstr>Calibri Light</vt:lpstr>
      <vt:lpstr>Cascadia Code SemiLight</vt:lpstr>
      <vt:lpstr>Cascadia Mono SemiLight</vt:lpstr>
      <vt:lpstr>Consolas</vt:lpstr>
      <vt:lpstr>Trebuchet MS</vt:lpstr>
      <vt:lpstr>Wingdings</vt:lpstr>
      <vt:lpstr>Office Theme</vt:lpstr>
      <vt:lpstr>MOBILE APPLICATION Development (114155)</vt:lpstr>
      <vt:lpstr>Agenda</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215</cp:revision>
  <dcterms:created xsi:type="dcterms:W3CDTF">2022-11-22T20:08:03Z</dcterms:created>
  <dcterms:modified xsi:type="dcterms:W3CDTF">2023-11-13T07:18:28Z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