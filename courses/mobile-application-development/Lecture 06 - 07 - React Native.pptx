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448" r:id="rId5"/>
    <p:sldId id="2462" r:id="rId6"/>
    <p:sldId id="2490" r:id="rId7"/>
    <p:sldId id="2492" r:id="rId8"/>
    <p:sldId id="2493" r:id="rId9"/>
    <p:sldId id="2495" r:id="rId10"/>
    <p:sldId id="2496" r:id="rId11"/>
    <p:sldId id="2497" r:id="rId12"/>
    <p:sldId id="2500" r:id="rId13"/>
    <p:sldId id="2499" r:id="rId14"/>
    <p:sldId id="2501" r:id="rId15"/>
    <p:sldId id="2505" r:id="rId16"/>
    <p:sldId id="2498" r:id="rId17"/>
    <p:sldId id="2502" r:id="rId18"/>
    <p:sldId id="2506" r:id="rId19"/>
    <p:sldId id="2503" r:id="rId20"/>
    <p:sldId id="2504" r:id="rId21"/>
    <p:sldId id="2507" r:id="rId22"/>
    <p:sldId id="243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7A3B64-6796-4E33-AA0E-AB101B00CBF2}" v="976" dt="2023-11-11T09:53:19.0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78" autoAdjust="0"/>
    <p:restoredTop sz="89150" autoAdjust="0"/>
  </p:normalViewPr>
  <p:slideViewPr>
    <p:cSldViewPr snapToGrid="0">
      <p:cViewPr varScale="1">
        <p:scale>
          <a:sx n="73" d="100"/>
          <a:sy n="73" d="100"/>
        </p:scale>
        <p:origin x="768" y="7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31FF0103-B0ED-446C-9E77-45E322E404ED}"/>
    <pc:docChg chg="undo redo custSel addSld delSld modSld sldOrd">
      <pc:chgData name="Owais Ahmed" userId="6abc7d4556b3b071" providerId="LiveId" clId="{31FF0103-B0ED-446C-9E77-45E322E404ED}" dt="2023-03-07T10:13:56.929" v="2125" actId="20577"/>
      <pc:docMkLst>
        <pc:docMk/>
      </pc:docMkLst>
      <pc:sldChg chg="del">
        <pc:chgData name="Owais Ahmed" userId="6abc7d4556b3b071" providerId="LiveId" clId="{31FF0103-B0ED-446C-9E77-45E322E404ED}" dt="2023-03-07T09:10:09.196" v="5" actId="47"/>
        <pc:sldMkLst>
          <pc:docMk/>
          <pc:sldMk cId="4226644250" sldId="256"/>
        </pc:sldMkLst>
      </pc:sldChg>
      <pc:sldChg chg="modSp mod">
        <pc:chgData name="Owais Ahmed" userId="6abc7d4556b3b071" providerId="LiveId" clId="{31FF0103-B0ED-446C-9E77-45E322E404ED}" dt="2023-03-07T10:05:04.527" v="1091" actId="20577"/>
        <pc:sldMkLst>
          <pc:docMk/>
          <pc:sldMk cId="1649098948" sldId="2462"/>
        </pc:sldMkLst>
        <pc:spChg chg="mod">
          <ac:chgData name="Owais Ahmed" userId="6abc7d4556b3b071" providerId="LiveId" clId="{31FF0103-B0ED-446C-9E77-45E322E404ED}" dt="2023-03-07T10:05:04.527" v="109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835548672" sldId="2467"/>
        </pc:sldMkLst>
      </pc:sldChg>
      <pc:sldChg chg="add del">
        <pc:chgData name="Owais Ahmed" userId="6abc7d4556b3b071" providerId="LiveId" clId="{31FF0103-B0ED-446C-9E77-45E322E404ED}" dt="2023-03-07T09:11:04.853" v="16" actId="47"/>
        <pc:sldMkLst>
          <pc:docMk/>
          <pc:sldMk cId="2564172473" sldId="2468"/>
        </pc:sldMkLst>
      </pc:sldChg>
      <pc:sldChg chg="del">
        <pc:chgData name="Owais Ahmed" userId="6abc7d4556b3b071" providerId="LiveId" clId="{31FF0103-B0ED-446C-9E77-45E322E404ED}" dt="2023-03-07T09:10:10.602" v="7" actId="47"/>
        <pc:sldMkLst>
          <pc:docMk/>
          <pc:sldMk cId="641030253" sldId="2479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1810203590" sldId="2482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426892836" sldId="2485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392008630" sldId="2486"/>
        </pc:sldMkLst>
      </pc:sldChg>
      <pc:sldChg chg="add del">
        <pc:chgData name="Owais Ahmed" userId="6abc7d4556b3b071" providerId="LiveId" clId="{31FF0103-B0ED-446C-9E77-45E322E404ED}" dt="2023-03-07T09:11:04.010" v="15" actId="47"/>
        <pc:sldMkLst>
          <pc:docMk/>
          <pc:sldMk cId="2180074341" sldId="2487"/>
        </pc:sldMkLst>
      </pc:sldChg>
      <pc:sldChg chg="add del">
        <pc:chgData name="Owais Ahmed" userId="6abc7d4556b3b071" providerId="LiveId" clId="{31FF0103-B0ED-446C-9E77-45E322E404ED}" dt="2023-03-07T09:11:17.225" v="18" actId="47"/>
        <pc:sldMkLst>
          <pc:docMk/>
          <pc:sldMk cId="692629543" sldId="2490"/>
        </pc:sldMkLst>
      </pc:sldChg>
      <pc:sldChg chg="add del">
        <pc:chgData name="Owais Ahmed" userId="6abc7d4556b3b071" providerId="LiveId" clId="{31FF0103-B0ED-446C-9E77-45E322E404ED}" dt="2023-03-07T09:11:07.496" v="17" actId="47"/>
        <pc:sldMkLst>
          <pc:docMk/>
          <pc:sldMk cId="1357650666" sldId="2491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332028716" sldId="2492"/>
        </pc:sldMkLst>
      </pc:sldChg>
      <pc:sldChg chg="del">
        <pc:chgData name="Owais Ahmed" userId="6abc7d4556b3b071" providerId="LiveId" clId="{31FF0103-B0ED-446C-9E77-45E322E404ED}" dt="2023-03-07T09:10:09.571" v="6" actId="47"/>
        <pc:sldMkLst>
          <pc:docMk/>
          <pc:sldMk cId="1339872144" sldId="2493"/>
        </pc:sldMkLst>
      </pc:sldChg>
      <pc:sldChg chg="add del">
        <pc:chgData name="Owais Ahmed" userId="6abc7d4556b3b071" providerId="LiveId" clId="{31FF0103-B0ED-446C-9E77-45E322E404ED}" dt="2023-03-07T09:16:46.132" v="342" actId="47"/>
        <pc:sldMkLst>
          <pc:docMk/>
          <pc:sldMk cId="2744016673" sldId="2493"/>
        </pc:sldMkLst>
      </pc:sldChg>
      <pc:sldChg chg="add del">
        <pc:chgData name="Owais Ahmed" userId="6abc7d4556b3b071" providerId="LiveId" clId="{31FF0103-B0ED-446C-9E77-45E322E404ED}" dt="2023-03-07T09:10:34.215" v="13" actId="47"/>
        <pc:sldMkLst>
          <pc:docMk/>
          <pc:sldMk cId="1031269857" sldId="2494"/>
        </pc:sldMkLst>
      </pc:sldChg>
      <pc:sldChg chg="del">
        <pc:chgData name="Owais Ahmed" userId="6abc7d4556b3b071" providerId="LiveId" clId="{31FF0103-B0ED-446C-9E77-45E322E404ED}" dt="2023-03-07T09:10:16.041" v="10" actId="47"/>
        <pc:sldMkLst>
          <pc:docMk/>
          <pc:sldMk cId="4264242367" sldId="2495"/>
        </pc:sldMkLst>
      </pc:sldChg>
      <pc:sldChg chg="del">
        <pc:chgData name="Owais Ahmed" userId="6abc7d4556b3b071" providerId="LiveId" clId="{31FF0103-B0ED-446C-9E77-45E322E404ED}" dt="2023-03-07T09:10:16.745" v="11" actId="47"/>
        <pc:sldMkLst>
          <pc:docMk/>
          <pc:sldMk cId="973217284" sldId="2496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4183735996" sldId="2496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021183974" sldId="2497"/>
        </pc:sldMkLst>
      </pc:sldChg>
      <pc:sldChg chg="add del">
        <pc:chgData name="Owais Ahmed" userId="6abc7d4556b3b071" providerId="LiveId" clId="{31FF0103-B0ED-446C-9E77-45E322E404ED}" dt="2023-03-07T09:10:45.140" v="14" actId="47"/>
        <pc:sldMkLst>
          <pc:docMk/>
          <pc:sldMk cId="2461819977" sldId="2499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910229267" sldId="2500"/>
        </pc:sldMkLst>
      </pc:sldChg>
      <pc:sldChg chg="add del">
        <pc:chgData name="Owais Ahmed" userId="6abc7d4556b3b071" providerId="LiveId" clId="{31FF0103-B0ED-446C-9E77-45E322E404ED}" dt="2023-03-07T09:11:21.152" v="19" actId="47"/>
        <pc:sldMkLst>
          <pc:docMk/>
          <pc:sldMk cId="1735756904" sldId="2501"/>
        </pc:sldMkLst>
      </pc:sldChg>
      <pc:sldChg chg="modSp add mod modAnim modNotesTx">
        <pc:chgData name="Owais Ahmed" userId="6abc7d4556b3b071" providerId="LiveId" clId="{31FF0103-B0ED-446C-9E77-45E322E404ED}" dt="2023-03-07T09:18:23.935" v="457" actId="20577"/>
        <pc:sldMkLst>
          <pc:docMk/>
          <pc:sldMk cId="1990280332" sldId="2501"/>
        </pc:sldMkLst>
        <pc:spChg chg="mod">
          <ac:chgData name="Owais Ahmed" userId="6abc7d4556b3b071" providerId="LiveId" clId="{31FF0103-B0ED-446C-9E77-45E322E404ED}" dt="2023-03-07T09:18:23.935" v="457" actId="20577"/>
          <ac:spMkLst>
            <pc:docMk/>
            <pc:sldMk cId="1990280332" sldId="2501"/>
            <ac:spMk id="3" creationId="{4A1C0383-58FE-E486-295E-B33B8683B938}"/>
          </ac:spMkLst>
        </pc:spChg>
        <pc:spChg chg="mod">
          <ac:chgData name="Owais Ahmed" userId="6abc7d4556b3b071" providerId="LiveId" clId="{31FF0103-B0ED-446C-9E77-45E322E404ED}" dt="2023-03-07T09:13:27.530" v="128" actId="20577"/>
          <ac:spMkLst>
            <pc:docMk/>
            <pc:sldMk cId="1990280332" sldId="2501"/>
            <ac:spMk id="215" creationId="{00000000-0000-0000-0000-000000000000}"/>
          </ac:spMkLst>
        </pc:spChg>
      </pc:sldChg>
      <pc:sldChg chg="modSp add mod ord modAnim">
        <pc:chgData name="Owais Ahmed" userId="6abc7d4556b3b071" providerId="LiveId" clId="{31FF0103-B0ED-446C-9E77-45E322E404ED}" dt="2023-03-07T10:11:34.699" v="1897" actId="20577"/>
        <pc:sldMkLst>
          <pc:docMk/>
          <pc:sldMk cId="2738020370" sldId="2502"/>
        </pc:sldMkLst>
        <pc:spChg chg="mod">
          <ac:chgData name="Owais Ahmed" userId="6abc7d4556b3b071" providerId="LiveId" clId="{31FF0103-B0ED-446C-9E77-45E322E404ED}" dt="2023-03-07T10:11:34.699" v="1897" actId="20577"/>
          <ac:spMkLst>
            <pc:docMk/>
            <pc:sldMk cId="2738020370" sldId="2502"/>
            <ac:spMk id="3" creationId="{4A1C0383-58FE-E486-295E-B33B8683B938}"/>
          </ac:spMkLst>
        </pc:spChg>
        <pc:spChg chg="mod">
          <ac:chgData name="Owais Ahmed" userId="6abc7d4556b3b071" providerId="LiveId" clId="{31FF0103-B0ED-446C-9E77-45E322E404ED}" dt="2023-03-07T10:04:39.350" v="1076" actId="20577"/>
          <ac:spMkLst>
            <pc:docMk/>
            <pc:sldMk cId="2738020370" sldId="2502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31FF0103-B0ED-446C-9E77-45E322E404ED}" dt="2023-03-07T10:13:56.929" v="2125" actId="20577"/>
        <pc:sldMkLst>
          <pc:docMk/>
          <pc:sldMk cId="1306189836" sldId="2503"/>
        </pc:sldMkLst>
        <pc:spChg chg="mod">
          <ac:chgData name="Owais Ahmed" userId="6abc7d4556b3b071" providerId="LiveId" clId="{31FF0103-B0ED-446C-9E77-45E322E404ED}" dt="2023-03-07T10:13:56.929" v="2125" actId="20577"/>
          <ac:spMkLst>
            <pc:docMk/>
            <pc:sldMk cId="1306189836" sldId="2503"/>
            <ac:spMk id="3" creationId="{4A1C0383-58FE-E486-295E-B33B8683B938}"/>
          </ac:spMkLst>
        </pc:spChg>
      </pc:sldChg>
      <pc:sldChg chg="addSp delSp modSp add del mod modAnim">
        <pc:chgData name="Owais Ahmed" userId="6abc7d4556b3b071" providerId="LiveId" clId="{31FF0103-B0ED-446C-9E77-45E322E404ED}" dt="2023-03-07T09:47:19.019" v="576" actId="47"/>
        <pc:sldMkLst>
          <pc:docMk/>
          <pc:sldMk cId="2502545026" sldId="2503"/>
        </pc:sldMkLst>
        <pc:spChg chg="mod">
          <ac:chgData name="Owais Ahmed" userId="6abc7d4556b3b071" providerId="LiveId" clId="{31FF0103-B0ED-446C-9E77-45E322E404ED}" dt="2023-03-07T09:46:27.824" v="534" actId="6549"/>
          <ac:spMkLst>
            <pc:docMk/>
            <pc:sldMk cId="2502545026" sldId="2503"/>
            <ac:spMk id="3" creationId="{4A1C0383-58FE-E486-295E-B33B8683B938}"/>
          </ac:spMkLst>
        </pc:spChg>
        <pc:spChg chg="mod">
          <ac:chgData name="Owais Ahmed" userId="6abc7d4556b3b071" providerId="LiveId" clId="{31FF0103-B0ED-446C-9E77-45E322E404ED}" dt="2023-03-07T09:46:59.970" v="570" actId="20577"/>
          <ac:spMkLst>
            <pc:docMk/>
            <pc:sldMk cId="2502545026" sldId="2503"/>
            <ac:spMk id="215" creationId="{00000000-0000-0000-0000-000000000000}"/>
          </ac:spMkLst>
        </pc:spChg>
        <pc:picChg chg="add del mod">
          <ac:chgData name="Owais Ahmed" userId="6abc7d4556b3b071" providerId="LiveId" clId="{31FF0103-B0ED-446C-9E77-45E322E404ED}" dt="2023-03-07T09:47:17.151" v="575" actId="478"/>
          <ac:picMkLst>
            <pc:docMk/>
            <pc:sldMk cId="2502545026" sldId="2503"/>
            <ac:picMk id="5" creationId="{0A45C2C8-8C66-AADB-0F26-2FFD9391090C}"/>
          </ac:picMkLst>
        </pc:picChg>
      </pc:sldChg>
      <pc:sldMasterChg chg="addSldLayout delSldLayout">
        <pc:chgData name="Owais Ahmed" userId="6abc7d4556b3b071" providerId="LiveId" clId="{31FF0103-B0ED-446C-9E77-45E322E404ED}" dt="2023-03-07T09:10:14.760" v="9" actId="47"/>
        <pc:sldMasterMkLst>
          <pc:docMk/>
          <pc:sldMasterMk cId="692820" sldId="2147483648"/>
        </pc:sldMasterMkLst>
        <pc:sldLayoutChg chg="add del">
          <pc:chgData name="Owais Ahmed" userId="6abc7d4556b3b071" providerId="LiveId" clId="{31FF0103-B0ED-446C-9E77-45E322E404ED}" dt="2023-03-07T09:10:14.760" v="9" actId="47"/>
          <pc:sldLayoutMkLst>
            <pc:docMk/>
            <pc:sldMasterMk cId="692820" sldId="2147483648"/>
            <pc:sldLayoutMk cId="3227223299" sldId="2147483681"/>
          </pc:sldLayoutMkLst>
        </pc:sldLayoutChg>
        <pc:sldLayoutChg chg="del">
          <pc:chgData name="Owais Ahmed" userId="6abc7d4556b3b071" providerId="LiveId" clId="{31FF0103-B0ED-446C-9E77-45E322E404ED}" dt="2023-03-07T09:10:09.571" v="6" actId="47"/>
          <pc:sldLayoutMkLst>
            <pc:docMk/>
            <pc:sldMasterMk cId="692820" sldId="2147483648"/>
            <pc:sldLayoutMk cId="105451964" sldId="2147483682"/>
          </pc:sldLayoutMkLst>
        </pc:sldLayoutChg>
      </pc:sldMasterChg>
    </pc:docChg>
  </pc:docChgLst>
  <pc:docChgLst>
    <pc:chgData name="Owais Ahmed" userId="6abc7d4556b3b071" providerId="LiveId" clId="{0F71DC50-43CA-44D8-A7D5-D72E6551D56F}"/>
    <pc:docChg chg="modSld">
      <pc:chgData name="Owais Ahmed" userId="6abc7d4556b3b071" providerId="LiveId" clId="{0F71DC50-43CA-44D8-A7D5-D72E6551D56F}" dt="2023-10-07T07:19:05.181" v="0"/>
      <pc:docMkLst>
        <pc:docMk/>
      </pc:docMkLst>
      <pc:sldChg chg="modSp mod">
        <pc:chgData name="Owais Ahmed" userId="6abc7d4556b3b071" providerId="LiveId" clId="{0F71DC50-43CA-44D8-A7D5-D72E6551D56F}" dt="2023-10-07T07:19:05.181" v="0"/>
        <pc:sldMkLst>
          <pc:docMk/>
          <pc:sldMk cId="3927832306" sldId="2448"/>
        </pc:sldMkLst>
        <pc:spChg chg="mod">
          <ac:chgData name="Owais Ahmed" userId="6abc7d4556b3b071" providerId="LiveId" clId="{0F71DC50-43CA-44D8-A7D5-D72E6551D56F}" dt="2023-10-07T07:19:05.181" v="0"/>
          <ac:spMkLst>
            <pc:docMk/>
            <pc:sldMk cId="3927832306" sldId="2448"/>
            <ac:spMk id="9" creationId="{79DC1498-E692-42BA-B69F-6D37E6CFACA0}"/>
          </ac:spMkLst>
        </pc:spChg>
      </pc:sldChg>
    </pc:docChg>
  </pc:docChgLst>
  <pc:docChgLst>
    <pc:chgData name="Owais Ahmed" userId="6abc7d4556b3b071" providerId="LiveId" clId="{53B1629A-A9A8-4EA5-BFC7-E33077932B5F}"/>
    <pc:docChg chg="undo custSel addSld delSld modSld sldOrd">
      <pc:chgData name="Owais Ahmed" userId="6abc7d4556b3b071" providerId="LiveId" clId="{53B1629A-A9A8-4EA5-BFC7-E33077932B5F}" dt="2023-03-13T10:21:37.602" v="13434" actId="20577"/>
      <pc:docMkLst>
        <pc:docMk/>
      </pc:docMkLst>
      <pc:sldChg chg="modSp mod">
        <pc:chgData name="Owais Ahmed" userId="6abc7d4556b3b071" providerId="LiveId" clId="{53B1629A-A9A8-4EA5-BFC7-E33077932B5F}" dt="2023-03-13T08:52:28.723" v="7768" actId="14100"/>
        <pc:sldMkLst>
          <pc:docMk/>
          <pc:sldMk cId="1649098948" sldId="2462"/>
        </pc:sldMkLst>
        <pc:spChg chg="mod">
          <ac:chgData name="Owais Ahmed" userId="6abc7d4556b3b071" providerId="LiveId" clId="{53B1629A-A9A8-4EA5-BFC7-E33077932B5F}" dt="2023-03-13T08:52:28.723" v="7768" actId="14100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53B1629A-A9A8-4EA5-BFC7-E33077932B5F}" dt="2023-03-13T06:25:36.584" v="0" actId="47"/>
        <pc:sldMkLst>
          <pc:docMk/>
          <pc:sldMk cId="2835548672" sldId="2467"/>
        </pc:sldMkLst>
      </pc:sldChg>
      <pc:sldChg chg="del">
        <pc:chgData name="Owais Ahmed" userId="6abc7d4556b3b071" providerId="LiveId" clId="{53B1629A-A9A8-4EA5-BFC7-E33077932B5F}" dt="2023-03-13T06:25:37.635" v="2" actId="47"/>
        <pc:sldMkLst>
          <pc:docMk/>
          <pc:sldMk cId="1810203590" sldId="2482"/>
        </pc:sldMkLst>
      </pc:sldChg>
      <pc:sldChg chg="modSp mod ord modAnim modNotesTx">
        <pc:chgData name="Owais Ahmed" userId="6abc7d4556b3b071" providerId="LiveId" clId="{53B1629A-A9A8-4EA5-BFC7-E33077932B5F}" dt="2023-03-13T06:39:15.142" v="972" actId="20577"/>
        <pc:sldMkLst>
          <pc:docMk/>
          <pc:sldMk cId="2426892836" sldId="2485"/>
        </pc:sldMkLst>
        <pc:spChg chg="mod">
          <ac:chgData name="Owais Ahmed" userId="6abc7d4556b3b071" providerId="LiveId" clId="{53B1629A-A9A8-4EA5-BFC7-E33077932B5F}" dt="2023-03-13T06:39:15.142" v="972" actId="20577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27:38.970" v="85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del">
        <pc:chgData name="Owais Ahmed" userId="6abc7d4556b3b071" providerId="LiveId" clId="{53B1629A-A9A8-4EA5-BFC7-E33077932B5F}" dt="2023-03-13T06:25:37.467" v="1" actId="47"/>
        <pc:sldMkLst>
          <pc:docMk/>
          <pc:sldMk cId="2392008630" sldId="2486"/>
        </pc:sldMkLst>
      </pc:sldChg>
      <pc:sldChg chg="addSp delSp modSp add mod addAnim delAnim modAnim modNotesTx">
        <pc:chgData name="Owais Ahmed" userId="6abc7d4556b3b071" providerId="LiveId" clId="{53B1629A-A9A8-4EA5-BFC7-E33077932B5F}" dt="2023-03-13T06:39:33.411" v="989" actId="6549"/>
        <pc:sldMkLst>
          <pc:docMk/>
          <pc:sldMk cId="2564503825" sldId="2486"/>
        </pc:sldMkLst>
        <pc:spChg chg="mod">
          <ac:chgData name="Owais Ahmed" userId="6abc7d4556b3b071" providerId="LiveId" clId="{53B1629A-A9A8-4EA5-BFC7-E33077932B5F}" dt="2023-03-13T06:39:33.411" v="989" actId="6549"/>
          <ac:spMkLst>
            <pc:docMk/>
            <pc:sldMk cId="2564503825" sldId="2486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29:06.800" v="108" actId="14100"/>
          <ac:spMkLst>
            <pc:docMk/>
            <pc:sldMk cId="2564503825" sldId="2486"/>
            <ac:spMk id="215" creationId="{00000000-0000-0000-0000-000000000000}"/>
          </ac:spMkLst>
        </pc:spChg>
        <pc:picChg chg="add del">
          <ac:chgData name="Owais Ahmed" userId="6abc7d4556b3b071" providerId="LiveId" clId="{53B1629A-A9A8-4EA5-BFC7-E33077932B5F}" dt="2023-03-13T06:27:52.701" v="90"/>
          <ac:picMkLst>
            <pc:docMk/>
            <pc:sldMk cId="2564503825" sldId="2486"/>
            <ac:picMk id="1026" creationId="{125F49AE-40C7-E916-3A5D-3F6B1A8A92A1}"/>
          </ac:picMkLst>
        </pc:picChg>
        <pc:picChg chg="add del mod">
          <ac:chgData name="Owais Ahmed" userId="6abc7d4556b3b071" providerId="LiveId" clId="{53B1629A-A9A8-4EA5-BFC7-E33077932B5F}" dt="2023-03-13T06:28:10.158" v="97"/>
          <ac:picMkLst>
            <pc:docMk/>
            <pc:sldMk cId="2564503825" sldId="2486"/>
            <ac:picMk id="1028" creationId="{4FF0696B-3F3E-A622-CF80-0D04EAFD5737}"/>
          </ac:picMkLst>
        </pc:picChg>
        <pc:picChg chg="add mod">
          <ac:chgData name="Owais Ahmed" userId="6abc7d4556b3b071" providerId="LiveId" clId="{53B1629A-A9A8-4EA5-BFC7-E33077932B5F}" dt="2023-03-13T06:34:47.167" v="525" actId="14100"/>
          <ac:picMkLst>
            <pc:docMk/>
            <pc:sldMk cId="2564503825" sldId="2486"/>
            <ac:picMk id="1030" creationId="{777C734F-CDB0-F074-AD54-5FB998243985}"/>
          </ac:picMkLst>
        </pc:picChg>
      </pc:sldChg>
      <pc:sldChg chg="modSp add mod modAnim">
        <pc:chgData name="Owais Ahmed" userId="6abc7d4556b3b071" providerId="LiveId" clId="{53B1629A-A9A8-4EA5-BFC7-E33077932B5F}" dt="2023-03-13T06:43:05.045" v="1274" actId="20577"/>
        <pc:sldMkLst>
          <pc:docMk/>
          <pc:sldMk cId="4176642933" sldId="2487"/>
        </pc:sldMkLst>
        <pc:spChg chg="mod">
          <ac:chgData name="Owais Ahmed" userId="6abc7d4556b3b071" providerId="LiveId" clId="{53B1629A-A9A8-4EA5-BFC7-E33077932B5F}" dt="2023-03-13T06:43:05.045" v="1274" actId="20577"/>
          <ac:spMkLst>
            <pc:docMk/>
            <pc:sldMk cId="4176642933" sldId="2487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53B1629A-A9A8-4EA5-BFC7-E33077932B5F}" dt="2023-03-13T06:44:43.767" v="1486" actId="403"/>
        <pc:sldMkLst>
          <pc:docMk/>
          <pc:sldMk cId="4039704136" sldId="2488"/>
        </pc:sldMkLst>
        <pc:spChg chg="mod">
          <ac:chgData name="Owais Ahmed" userId="6abc7d4556b3b071" providerId="LiveId" clId="{53B1629A-A9A8-4EA5-BFC7-E33077932B5F}" dt="2023-03-13T06:44:43.767" v="1486" actId="403"/>
          <ac:spMkLst>
            <pc:docMk/>
            <pc:sldMk cId="4039704136" sldId="2488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44:36.698" v="1481" actId="5793"/>
          <ac:spMkLst>
            <pc:docMk/>
            <pc:sldMk cId="4039704136" sldId="2488"/>
            <ac:spMk id="215" creationId="{00000000-0000-0000-0000-000000000000}"/>
          </ac:spMkLst>
        </pc:spChg>
      </pc:sldChg>
      <pc:sldChg chg="modSp add del modAnim">
        <pc:chgData name="Owais Ahmed" userId="6abc7d4556b3b071" providerId="LiveId" clId="{53B1629A-A9A8-4EA5-BFC7-E33077932B5F}" dt="2023-03-13T06:43:19.944" v="1294" actId="47"/>
        <pc:sldMkLst>
          <pc:docMk/>
          <pc:sldMk cId="2832387727" sldId="2489"/>
        </pc:sldMkLst>
        <pc:spChg chg="mod">
          <ac:chgData name="Owais Ahmed" userId="6abc7d4556b3b071" providerId="LiveId" clId="{53B1629A-A9A8-4EA5-BFC7-E33077932B5F}" dt="2023-03-13T06:43:16.186" v="1293" actId="20577"/>
          <ac:spMkLst>
            <pc:docMk/>
            <pc:sldMk cId="2832387727" sldId="2489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53B1629A-A9A8-4EA5-BFC7-E33077932B5F}" dt="2023-03-13T06:56:22.252" v="2764" actId="20577"/>
        <pc:sldMkLst>
          <pc:docMk/>
          <pc:sldMk cId="3325262481" sldId="2489"/>
        </pc:sldMkLst>
        <pc:spChg chg="mod">
          <ac:chgData name="Owais Ahmed" userId="6abc7d4556b3b071" providerId="LiveId" clId="{53B1629A-A9A8-4EA5-BFC7-E33077932B5F}" dt="2023-03-13T06:55:55.034" v="2703" actId="27636"/>
          <ac:spMkLst>
            <pc:docMk/>
            <pc:sldMk cId="3325262481" sldId="2489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44:25.521" v="1461" actId="20577"/>
          <ac:spMkLst>
            <pc:docMk/>
            <pc:sldMk cId="3325262481" sldId="2489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6:55:32.617" v="2694" actId="6549"/>
        <pc:sldMkLst>
          <pc:docMk/>
          <pc:sldMk cId="2171066017" sldId="2490"/>
        </pc:sldMkLst>
        <pc:spChg chg="mod">
          <ac:chgData name="Owais Ahmed" userId="6abc7d4556b3b071" providerId="LiveId" clId="{53B1629A-A9A8-4EA5-BFC7-E33077932B5F}" dt="2023-03-13T06:53:21.975" v="2611" actId="20577"/>
          <ac:spMkLst>
            <pc:docMk/>
            <pc:sldMk cId="2171066017" sldId="2490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52:02.705" v="2405" actId="20577"/>
          <ac:spMkLst>
            <pc:docMk/>
            <pc:sldMk cId="2171066017" sldId="2490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7:30:11.250" v="4946" actId="20577"/>
        <pc:sldMkLst>
          <pc:docMk/>
          <pc:sldMk cId="3542561392" sldId="2491"/>
        </pc:sldMkLst>
        <pc:spChg chg="mod">
          <ac:chgData name="Owais Ahmed" userId="6abc7d4556b3b071" providerId="LiveId" clId="{53B1629A-A9A8-4EA5-BFC7-E33077932B5F}" dt="2023-03-13T07:30:11.250" v="4946" actId="20577"/>
          <ac:spMkLst>
            <pc:docMk/>
            <pc:sldMk cId="3542561392" sldId="2491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54:48.937" v="2648" actId="20577"/>
          <ac:spMkLst>
            <pc:docMk/>
            <pc:sldMk cId="3542561392" sldId="2491"/>
            <ac:spMk id="215" creationId="{00000000-0000-0000-0000-000000000000}"/>
          </ac:spMkLst>
        </pc:spChg>
      </pc:sldChg>
      <pc:sldChg chg="addSp modSp add mod modAnim modNotesTx">
        <pc:chgData name="Owais Ahmed" userId="6abc7d4556b3b071" providerId="LiveId" clId="{53B1629A-A9A8-4EA5-BFC7-E33077932B5F}" dt="2023-03-13T08:24:04.259" v="6339" actId="20577"/>
        <pc:sldMkLst>
          <pc:docMk/>
          <pc:sldMk cId="140807305" sldId="2492"/>
        </pc:sldMkLst>
        <pc:spChg chg="mod">
          <ac:chgData name="Owais Ahmed" userId="6abc7d4556b3b071" providerId="LiveId" clId="{53B1629A-A9A8-4EA5-BFC7-E33077932B5F}" dt="2023-03-13T07:42:09.786" v="5092" actId="14100"/>
          <ac:spMkLst>
            <pc:docMk/>
            <pc:sldMk cId="140807305" sldId="2492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7:06:55.397" v="3324" actId="20577"/>
          <ac:spMkLst>
            <pc:docMk/>
            <pc:sldMk cId="140807305" sldId="2492"/>
            <ac:spMk id="215" creationId="{00000000-0000-0000-0000-000000000000}"/>
          </ac:spMkLst>
        </pc:spChg>
        <pc:picChg chg="add mod">
          <ac:chgData name="Owais Ahmed" userId="6abc7d4556b3b071" providerId="LiveId" clId="{53B1629A-A9A8-4EA5-BFC7-E33077932B5F}" dt="2023-03-13T07:42:03.977" v="5091" actId="14100"/>
          <ac:picMkLst>
            <pc:docMk/>
            <pc:sldMk cId="140807305" sldId="2492"/>
            <ac:picMk id="2050" creationId="{D23B55AE-3A55-14E2-D08A-BF9450B71776}"/>
          </ac:picMkLst>
        </pc:picChg>
      </pc:sldChg>
      <pc:sldChg chg="del">
        <pc:chgData name="Owais Ahmed" userId="6abc7d4556b3b071" providerId="LiveId" clId="{53B1629A-A9A8-4EA5-BFC7-E33077932B5F}" dt="2023-03-13T06:25:37.812" v="3" actId="47"/>
        <pc:sldMkLst>
          <pc:docMk/>
          <pc:sldMk cId="332028716" sldId="2492"/>
        </pc:sldMkLst>
      </pc:sldChg>
      <pc:sldChg chg="modSp add mod modAnim modNotesTx">
        <pc:chgData name="Owais Ahmed" userId="6abc7d4556b3b071" providerId="LiveId" clId="{53B1629A-A9A8-4EA5-BFC7-E33077932B5F}" dt="2023-03-13T07:22:50.335" v="4374" actId="20577"/>
        <pc:sldMkLst>
          <pc:docMk/>
          <pc:sldMk cId="291289866" sldId="2493"/>
        </pc:sldMkLst>
        <pc:spChg chg="mod">
          <ac:chgData name="Owais Ahmed" userId="6abc7d4556b3b071" providerId="LiveId" clId="{53B1629A-A9A8-4EA5-BFC7-E33077932B5F}" dt="2023-03-13T07:22:50.335" v="4374" actId="20577"/>
          <ac:spMkLst>
            <pc:docMk/>
            <pc:sldMk cId="291289866" sldId="2493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7:12:29.537" v="3783" actId="20577"/>
          <ac:spMkLst>
            <pc:docMk/>
            <pc:sldMk cId="291289866" sldId="2493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7:30:29.612" v="4966" actId="20577"/>
        <pc:sldMkLst>
          <pc:docMk/>
          <pc:sldMk cId="768229774" sldId="2494"/>
        </pc:sldMkLst>
        <pc:spChg chg="mod">
          <ac:chgData name="Owais Ahmed" userId="6abc7d4556b3b071" providerId="LiveId" clId="{53B1629A-A9A8-4EA5-BFC7-E33077932B5F}" dt="2023-03-13T07:27:38.568" v="4908" actId="20577"/>
          <ac:spMkLst>
            <pc:docMk/>
            <pc:sldMk cId="768229774" sldId="2494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7:30:29.612" v="4966" actId="20577"/>
          <ac:spMkLst>
            <pc:docMk/>
            <pc:sldMk cId="768229774" sldId="2494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53B1629A-A9A8-4EA5-BFC7-E33077932B5F}" dt="2023-03-13T08:07:37.935" v="5885" actId="20577"/>
        <pc:sldMkLst>
          <pc:docMk/>
          <pc:sldMk cId="232042637" sldId="2495"/>
        </pc:sldMkLst>
        <pc:spChg chg="mod">
          <ac:chgData name="Owais Ahmed" userId="6abc7d4556b3b071" providerId="LiveId" clId="{53B1629A-A9A8-4EA5-BFC7-E33077932B5F}" dt="2023-03-13T08:07:37.935" v="5885" actId="20577"/>
          <ac:spMkLst>
            <pc:docMk/>
            <pc:sldMk cId="232042637" sldId="2495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8:01:43.042" v="5550" actId="20577"/>
          <ac:spMkLst>
            <pc:docMk/>
            <pc:sldMk cId="232042637" sldId="2495"/>
            <ac:spMk id="215" creationId="{00000000-0000-0000-0000-000000000000}"/>
          </ac:spMkLst>
        </pc:spChg>
      </pc:sldChg>
      <pc:sldChg chg="delSp modSp add mod modAnim">
        <pc:chgData name="Owais Ahmed" userId="6abc7d4556b3b071" providerId="LiveId" clId="{53B1629A-A9A8-4EA5-BFC7-E33077932B5F}" dt="2023-03-13T07:50:36.905" v="5532" actId="20577"/>
        <pc:sldMkLst>
          <pc:docMk/>
          <pc:sldMk cId="3980957688" sldId="2496"/>
        </pc:sldMkLst>
        <pc:spChg chg="mod">
          <ac:chgData name="Owais Ahmed" userId="6abc7d4556b3b071" providerId="LiveId" clId="{53B1629A-A9A8-4EA5-BFC7-E33077932B5F}" dt="2023-03-13T07:50:36.905" v="5532" actId="20577"/>
          <ac:spMkLst>
            <pc:docMk/>
            <pc:sldMk cId="3980957688" sldId="2496"/>
            <ac:spMk id="3" creationId="{4A1C0383-58FE-E486-295E-B33B8683B938}"/>
          </ac:spMkLst>
        </pc:spChg>
        <pc:picChg chg="del">
          <ac:chgData name="Owais Ahmed" userId="6abc7d4556b3b071" providerId="LiveId" clId="{53B1629A-A9A8-4EA5-BFC7-E33077932B5F}" dt="2023-03-13T07:45:25.963" v="5094" actId="478"/>
          <ac:picMkLst>
            <pc:docMk/>
            <pc:sldMk cId="3980957688" sldId="2496"/>
            <ac:picMk id="2050" creationId="{D23B55AE-3A55-14E2-D08A-BF9450B71776}"/>
          </ac:picMkLst>
        </pc:picChg>
      </pc:sldChg>
      <pc:sldChg chg="del">
        <pc:chgData name="Owais Ahmed" userId="6abc7d4556b3b071" providerId="LiveId" clId="{53B1629A-A9A8-4EA5-BFC7-E33077932B5F}" dt="2023-03-13T06:25:38.741" v="6" actId="47"/>
        <pc:sldMkLst>
          <pc:docMk/>
          <pc:sldMk cId="4183735996" sldId="2496"/>
        </pc:sldMkLst>
      </pc:sldChg>
      <pc:sldChg chg="del">
        <pc:chgData name="Owais Ahmed" userId="6abc7d4556b3b071" providerId="LiveId" clId="{53B1629A-A9A8-4EA5-BFC7-E33077932B5F}" dt="2023-03-13T06:25:39.228" v="7" actId="47"/>
        <pc:sldMkLst>
          <pc:docMk/>
          <pc:sldMk cId="2021183974" sldId="2497"/>
        </pc:sldMkLst>
      </pc:sldChg>
      <pc:sldChg chg="modSp add mod modAnim modNotesTx">
        <pc:chgData name="Owais Ahmed" userId="6abc7d4556b3b071" providerId="LiveId" clId="{53B1629A-A9A8-4EA5-BFC7-E33077932B5F}" dt="2023-03-13T08:52:55.619" v="7780" actId="403"/>
        <pc:sldMkLst>
          <pc:docMk/>
          <pc:sldMk cId="3124922675" sldId="2497"/>
        </pc:sldMkLst>
        <pc:spChg chg="mod">
          <ac:chgData name="Owais Ahmed" userId="6abc7d4556b3b071" providerId="LiveId" clId="{53B1629A-A9A8-4EA5-BFC7-E33077932B5F}" dt="2023-03-13T08:52:55.619" v="7780" actId="403"/>
          <ac:spMkLst>
            <pc:docMk/>
            <pc:sldMk cId="3124922675" sldId="2497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8:35:20.434" v="6347" actId="20577"/>
          <ac:spMkLst>
            <pc:docMk/>
            <pc:sldMk cId="3124922675" sldId="2497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8:58:53.791" v="8384" actId="20577"/>
        <pc:sldMkLst>
          <pc:docMk/>
          <pc:sldMk cId="2737715429" sldId="2498"/>
        </pc:sldMkLst>
        <pc:spChg chg="mod">
          <ac:chgData name="Owais Ahmed" userId="6abc7d4556b3b071" providerId="LiveId" clId="{53B1629A-A9A8-4EA5-BFC7-E33077932B5F}" dt="2023-03-13T08:58:53.791" v="8384" actId="20577"/>
          <ac:spMkLst>
            <pc:docMk/>
            <pc:sldMk cId="2737715429" sldId="2498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8:52:44.264" v="7778" actId="20577"/>
          <ac:spMkLst>
            <pc:docMk/>
            <pc:sldMk cId="2737715429" sldId="2498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9:10:48.046" v="9010" actId="20577"/>
        <pc:sldMkLst>
          <pc:docMk/>
          <pc:sldMk cId="1701565530" sldId="2499"/>
        </pc:sldMkLst>
        <pc:spChg chg="mod">
          <ac:chgData name="Owais Ahmed" userId="6abc7d4556b3b071" providerId="LiveId" clId="{53B1629A-A9A8-4EA5-BFC7-E33077932B5F}" dt="2023-03-13T09:10:23.407" v="8909" actId="20577"/>
          <ac:spMkLst>
            <pc:docMk/>
            <pc:sldMk cId="1701565530" sldId="2499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9:03:52.685" v="8395" actId="20577"/>
          <ac:spMkLst>
            <pc:docMk/>
            <pc:sldMk cId="1701565530" sldId="2499"/>
            <ac:spMk id="215" creationId="{00000000-0000-0000-0000-000000000000}"/>
          </ac:spMkLst>
        </pc:spChg>
      </pc:sldChg>
      <pc:sldChg chg="modSp add mod addAnim delAnim modAnim modNotesTx">
        <pc:chgData name="Owais Ahmed" userId="6abc7d4556b3b071" providerId="LiveId" clId="{53B1629A-A9A8-4EA5-BFC7-E33077932B5F}" dt="2023-03-13T09:26:50.189" v="10297" actId="27636"/>
        <pc:sldMkLst>
          <pc:docMk/>
          <pc:sldMk cId="98145820" sldId="2500"/>
        </pc:sldMkLst>
        <pc:spChg chg="mod">
          <ac:chgData name="Owais Ahmed" userId="6abc7d4556b3b071" providerId="LiveId" clId="{53B1629A-A9A8-4EA5-BFC7-E33077932B5F}" dt="2023-03-13T09:26:50.189" v="10297" actId="27636"/>
          <ac:spMkLst>
            <pc:docMk/>
            <pc:sldMk cId="98145820" sldId="2500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9:22:58.961" v="9960" actId="20577"/>
          <ac:spMkLst>
            <pc:docMk/>
            <pc:sldMk cId="98145820" sldId="2500"/>
            <ac:spMk id="215" creationId="{00000000-0000-0000-0000-000000000000}"/>
          </ac:spMkLst>
        </pc:spChg>
      </pc:sldChg>
      <pc:sldChg chg="del">
        <pc:chgData name="Owais Ahmed" userId="6abc7d4556b3b071" providerId="LiveId" clId="{53B1629A-A9A8-4EA5-BFC7-E33077932B5F}" dt="2023-03-13T06:25:38.161" v="5" actId="47"/>
        <pc:sldMkLst>
          <pc:docMk/>
          <pc:sldMk cId="910229267" sldId="2500"/>
        </pc:sldMkLst>
      </pc:sldChg>
      <pc:sldChg chg="add del">
        <pc:chgData name="Owais Ahmed" userId="6abc7d4556b3b071" providerId="LiveId" clId="{53B1629A-A9A8-4EA5-BFC7-E33077932B5F}" dt="2023-03-13T09:11:47.935" v="9012" actId="2890"/>
        <pc:sldMkLst>
          <pc:docMk/>
          <pc:sldMk cId="2494837473" sldId="2500"/>
        </pc:sldMkLst>
      </pc:sldChg>
      <pc:sldChg chg="modSp add mod modAnim modNotesTx">
        <pc:chgData name="Owais Ahmed" userId="6abc7d4556b3b071" providerId="LiveId" clId="{53B1629A-A9A8-4EA5-BFC7-E33077932B5F}" dt="2023-03-13T09:30:25.170" v="10669" actId="404"/>
        <pc:sldMkLst>
          <pc:docMk/>
          <pc:sldMk cId="349804789" sldId="2501"/>
        </pc:sldMkLst>
        <pc:spChg chg="mod">
          <ac:chgData name="Owais Ahmed" userId="6abc7d4556b3b071" providerId="LiveId" clId="{53B1629A-A9A8-4EA5-BFC7-E33077932B5F}" dt="2023-03-13T09:30:25.170" v="10669" actId="404"/>
          <ac:spMkLst>
            <pc:docMk/>
            <pc:sldMk cId="349804789" sldId="2501"/>
            <ac:spMk id="3" creationId="{4A1C0383-58FE-E486-295E-B33B8683B938}"/>
          </ac:spMkLst>
        </pc:spChg>
      </pc:sldChg>
      <pc:sldChg chg="del">
        <pc:chgData name="Owais Ahmed" userId="6abc7d4556b3b071" providerId="LiveId" clId="{53B1629A-A9A8-4EA5-BFC7-E33077932B5F}" dt="2023-03-13T06:25:37.987" v="4" actId="47"/>
        <pc:sldMkLst>
          <pc:docMk/>
          <pc:sldMk cId="1990280332" sldId="2501"/>
        </pc:sldMkLst>
      </pc:sldChg>
      <pc:sldChg chg="modSp add mod modAnim modNotesTx">
        <pc:chgData name="Owais Ahmed" userId="6abc7d4556b3b071" providerId="LiveId" clId="{53B1629A-A9A8-4EA5-BFC7-E33077932B5F}" dt="2023-03-13T10:06:29.183" v="11806" actId="20577"/>
        <pc:sldMkLst>
          <pc:docMk/>
          <pc:sldMk cId="366950723" sldId="2502"/>
        </pc:sldMkLst>
        <pc:spChg chg="mod">
          <ac:chgData name="Owais Ahmed" userId="6abc7d4556b3b071" providerId="LiveId" clId="{53B1629A-A9A8-4EA5-BFC7-E33077932B5F}" dt="2023-03-13T10:04:40.708" v="11603" actId="20577"/>
          <ac:spMkLst>
            <pc:docMk/>
            <pc:sldMk cId="366950723" sldId="2502"/>
            <ac:spMk id="3" creationId="{4A1C0383-58FE-E486-295E-B33B8683B938}"/>
          </ac:spMkLst>
        </pc:spChg>
      </pc:sldChg>
      <pc:sldChg chg="del">
        <pc:chgData name="Owais Ahmed" userId="6abc7d4556b3b071" providerId="LiveId" clId="{53B1629A-A9A8-4EA5-BFC7-E33077932B5F}" dt="2023-03-13T06:25:40.193" v="8" actId="47"/>
        <pc:sldMkLst>
          <pc:docMk/>
          <pc:sldMk cId="2738020370" sldId="2502"/>
        </pc:sldMkLst>
      </pc:sldChg>
      <pc:sldChg chg="modSp add mod modAnim modNotesTx">
        <pc:chgData name="Owais Ahmed" userId="6abc7d4556b3b071" providerId="LiveId" clId="{53B1629A-A9A8-4EA5-BFC7-E33077932B5F}" dt="2023-03-13T10:12:51.586" v="12526" actId="20577"/>
        <pc:sldMkLst>
          <pc:docMk/>
          <pc:sldMk cId="465789078" sldId="2503"/>
        </pc:sldMkLst>
        <pc:spChg chg="mod">
          <ac:chgData name="Owais Ahmed" userId="6abc7d4556b3b071" providerId="LiveId" clId="{53B1629A-A9A8-4EA5-BFC7-E33077932B5F}" dt="2023-03-13T10:12:51.586" v="12526" actId="20577"/>
          <ac:spMkLst>
            <pc:docMk/>
            <pc:sldMk cId="465789078" sldId="2503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10:07:35.758" v="11824" actId="20577"/>
          <ac:spMkLst>
            <pc:docMk/>
            <pc:sldMk cId="465789078" sldId="2503"/>
            <ac:spMk id="215" creationId="{00000000-0000-0000-0000-000000000000}"/>
          </ac:spMkLst>
        </pc:spChg>
      </pc:sldChg>
      <pc:sldChg chg="del">
        <pc:chgData name="Owais Ahmed" userId="6abc7d4556b3b071" providerId="LiveId" clId="{53B1629A-A9A8-4EA5-BFC7-E33077932B5F}" dt="2023-03-13T06:25:41.751" v="9" actId="47"/>
        <pc:sldMkLst>
          <pc:docMk/>
          <pc:sldMk cId="1306189836" sldId="2503"/>
        </pc:sldMkLst>
      </pc:sldChg>
      <pc:sldChg chg="modSp add mod modAnim modNotesTx">
        <pc:chgData name="Owais Ahmed" userId="6abc7d4556b3b071" providerId="LiveId" clId="{53B1629A-A9A8-4EA5-BFC7-E33077932B5F}" dt="2023-03-13T10:21:37.602" v="13434" actId="20577"/>
        <pc:sldMkLst>
          <pc:docMk/>
          <pc:sldMk cId="4099730819" sldId="2504"/>
        </pc:sldMkLst>
        <pc:spChg chg="mod">
          <ac:chgData name="Owais Ahmed" userId="6abc7d4556b3b071" providerId="LiveId" clId="{53B1629A-A9A8-4EA5-BFC7-E33077932B5F}" dt="2023-03-13T10:21:37.602" v="13434" actId="20577"/>
          <ac:spMkLst>
            <pc:docMk/>
            <pc:sldMk cId="4099730819" sldId="2504"/>
            <ac:spMk id="3" creationId="{4A1C0383-58FE-E486-295E-B33B8683B938}"/>
          </ac:spMkLst>
        </pc:spChg>
      </pc:sldChg>
      <pc:sldChg chg="add del">
        <pc:chgData name="Owais Ahmed" userId="6abc7d4556b3b071" providerId="LiveId" clId="{53B1629A-A9A8-4EA5-BFC7-E33077932B5F}" dt="2023-03-13T10:18:11.279" v="12981" actId="2890"/>
        <pc:sldMkLst>
          <pc:docMk/>
          <pc:sldMk cId="3109491806" sldId="2505"/>
        </pc:sldMkLst>
      </pc:sldChg>
      <pc:sldMasterChg chg="delSldLayout">
        <pc:chgData name="Owais Ahmed" userId="6abc7d4556b3b071" providerId="LiveId" clId="{53B1629A-A9A8-4EA5-BFC7-E33077932B5F}" dt="2023-03-13T06:25:36.584" v="0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53B1629A-A9A8-4EA5-BFC7-E33077932B5F}" dt="2023-03-13T06:25:36.584" v="0" actId="47"/>
          <pc:sldLayoutMkLst>
            <pc:docMk/>
            <pc:sldMasterMk cId="692820" sldId="2147483648"/>
            <pc:sldLayoutMk cId="561853196" sldId="2147483682"/>
          </pc:sldLayoutMkLst>
        </pc:sldLayoutChg>
      </pc:sldMasterChg>
    </pc:docChg>
  </pc:docChgLst>
  <pc:docChgLst>
    <pc:chgData name="Owais Ahmed" userId="6abc7d4556b3b071" providerId="LiveId" clId="{0E7A3B64-6796-4E33-AA0E-AB101B00CBF2}"/>
    <pc:docChg chg="undo custSel addSld modSld">
      <pc:chgData name="Owais Ahmed" userId="6abc7d4556b3b071" providerId="LiveId" clId="{0E7A3B64-6796-4E33-AA0E-AB101B00CBF2}" dt="2023-11-11T09:53:15.677" v="1015" actId="20577"/>
      <pc:docMkLst>
        <pc:docMk/>
      </pc:docMkLst>
      <pc:sldChg chg="modSp mod modAnim">
        <pc:chgData name="Owais Ahmed" userId="6abc7d4556b3b071" providerId="LiveId" clId="{0E7A3B64-6796-4E33-AA0E-AB101B00CBF2}" dt="2023-11-11T09:45:54.286" v="550" actId="27636"/>
        <pc:sldMkLst>
          <pc:docMk/>
          <pc:sldMk cId="1749428006" sldId="2502"/>
        </pc:sldMkLst>
        <pc:spChg chg="mod">
          <ac:chgData name="Owais Ahmed" userId="6abc7d4556b3b071" providerId="LiveId" clId="{0E7A3B64-6796-4E33-AA0E-AB101B00CBF2}" dt="2023-11-11T09:45:54.286" v="550" actId="27636"/>
          <ac:spMkLst>
            <pc:docMk/>
            <pc:sldMk cId="1749428006" sldId="2502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0E7A3B64-6796-4E33-AA0E-AB101B00CBF2}" dt="2023-11-11T09:52:26.518" v="948" actId="20577"/>
        <pc:sldMkLst>
          <pc:docMk/>
          <pc:sldMk cId="2316233877" sldId="2504"/>
        </pc:sldMkLst>
        <pc:spChg chg="mod">
          <ac:chgData name="Owais Ahmed" userId="6abc7d4556b3b071" providerId="LiveId" clId="{0E7A3B64-6796-4E33-AA0E-AB101B00CBF2}" dt="2023-11-11T09:52:26.518" v="948" actId="20577"/>
          <ac:spMkLst>
            <pc:docMk/>
            <pc:sldMk cId="2316233877" sldId="2504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0E7A3B64-6796-4E33-AA0E-AB101B00CBF2}" dt="2023-11-04T09:59:15.765" v="512" actId="20577"/>
        <pc:sldMkLst>
          <pc:docMk/>
          <pc:sldMk cId="1029527864" sldId="2505"/>
        </pc:sldMkLst>
        <pc:spChg chg="mod">
          <ac:chgData name="Owais Ahmed" userId="6abc7d4556b3b071" providerId="LiveId" clId="{0E7A3B64-6796-4E33-AA0E-AB101B00CBF2}" dt="2023-11-04T09:59:15.765" v="512" actId="20577"/>
          <ac:spMkLst>
            <pc:docMk/>
            <pc:sldMk cId="1029527864" sldId="2505"/>
            <ac:spMk id="3" creationId="{4A1C0383-58FE-E486-295E-B33B8683B938}"/>
          </ac:spMkLst>
        </pc:spChg>
        <pc:spChg chg="mod">
          <ac:chgData name="Owais Ahmed" userId="6abc7d4556b3b071" providerId="LiveId" clId="{0E7A3B64-6796-4E33-AA0E-AB101B00CBF2}" dt="2023-11-04T09:57:07.321" v="17" actId="20577"/>
          <ac:spMkLst>
            <pc:docMk/>
            <pc:sldMk cId="1029527864" sldId="2505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0E7A3B64-6796-4E33-AA0E-AB101B00CBF2}" dt="2023-11-11T09:51:03.479" v="876" actId="20577"/>
        <pc:sldMkLst>
          <pc:docMk/>
          <pc:sldMk cId="3778334261" sldId="2506"/>
        </pc:sldMkLst>
        <pc:spChg chg="mod">
          <ac:chgData name="Owais Ahmed" userId="6abc7d4556b3b071" providerId="LiveId" clId="{0E7A3B64-6796-4E33-AA0E-AB101B00CBF2}" dt="2023-11-11T09:51:03.479" v="876" actId="20577"/>
          <ac:spMkLst>
            <pc:docMk/>
            <pc:sldMk cId="3778334261" sldId="2506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0E7A3B64-6796-4E33-AA0E-AB101B00CBF2}" dt="2023-11-11T09:53:15.677" v="1015" actId="20577"/>
        <pc:sldMkLst>
          <pc:docMk/>
          <pc:sldMk cId="3163193565" sldId="2507"/>
        </pc:sldMkLst>
        <pc:spChg chg="mod">
          <ac:chgData name="Owais Ahmed" userId="6abc7d4556b3b071" providerId="LiveId" clId="{0E7A3B64-6796-4E33-AA0E-AB101B00CBF2}" dt="2023-11-11T09:53:15.677" v="1015" actId="20577"/>
          <ac:spMkLst>
            <pc:docMk/>
            <pc:sldMk cId="3163193565" sldId="2507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7A2E326C-3728-4F4E-962A-C55BA8FCDEE3}"/>
    <pc:docChg chg="undo custSel addSld delSld modSld sldOrd">
      <pc:chgData name="Owais Ahmed" userId="6abc7d4556b3b071" providerId="LiveId" clId="{7A2E326C-3728-4F4E-962A-C55BA8FCDEE3}" dt="2023-03-14T10:02:41.932" v="5722" actId="20577"/>
      <pc:docMkLst>
        <pc:docMk/>
      </pc:docMkLst>
      <pc:sldChg chg="modSp mod">
        <pc:chgData name="Owais Ahmed" userId="6abc7d4556b3b071" providerId="LiveId" clId="{7A2E326C-3728-4F4E-962A-C55BA8FCDEE3}" dt="2023-03-14T08:55:57.593" v="2358" actId="20577"/>
        <pc:sldMkLst>
          <pc:docMk/>
          <pc:sldMk cId="1649098948" sldId="2462"/>
        </pc:sldMkLst>
        <pc:spChg chg="mod">
          <ac:chgData name="Owais Ahmed" userId="6abc7d4556b3b071" providerId="LiveId" clId="{7A2E326C-3728-4F4E-962A-C55BA8FCDEE3}" dt="2023-03-14T08:55:57.593" v="2358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7A2E326C-3728-4F4E-962A-C55BA8FCDEE3}" dt="2023-03-14T08:08:31.898" v="67" actId="47"/>
        <pc:sldMkLst>
          <pc:docMk/>
          <pc:sldMk cId="2426892836" sldId="2485"/>
        </pc:sldMkLst>
      </pc:sldChg>
      <pc:sldChg chg="del">
        <pc:chgData name="Owais Ahmed" userId="6abc7d4556b3b071" providerId="LiveId" clId="{7A2E326C-3728-4F4E-962A-C55BA8FCDEE3}" dt="2023-03-14T08:08:31.648" v="66" actId="47"/>
        <pc:sldMkLst>
          <pc:docMk/>
          <pc:sldMk cId="2564503825" sldId="2486"/>
        </pc:sldMkLst>
      </pc:sldChg>
      <pc:sldChg chg="del">
        <pc:chgData name="Owais Ahmed" userId="6abc7d4556b3b071" providerId="LiveId" clId="{7A2E326C-3728-4F4E-962A-C55BA8FCDEE3}" dt="2023-03-14T08:08:32.130" v="68" actId="47"/>
        <pc:sldMkLst>
          <pc:docMk/>
          <pc:sldMk cId="4176642933" sldId="2487"/>
        </pc:sldMkLst>
      </pc:sldChg>
      <pc:sldChg chg="del">
        <pc:chgData name="Owais Ahmed" userId="6abc7d4556b3b071" providerId="LiveId" clId="{7A2E326C-3728-4F4E-962A-C55BA8FCDEE3}" dt="2023-03-14T08:08:32.736" v="69" actId="47"/>
        <pc:sldMkLst>
          <pc:docMk/>
          <pc:sldMk cId="4039704136" sldId="2488"/>
        </pc:sldMkLst>
      </pc:sldChg>
      <pc:sldChg chg="del">
        <pc:chgData name="Owais Ahmed" userId="6abc7d4556b3b071" providerId="LiveId" clId="{7A2E326C-3728-4F4E-962A-C55BA8FCDEE3}" dt="2023-03-14T08:08:33.891" v="70" actId="47"/>
        <pc:sldMkLst>
          <pc:docMk/>
          <pc:sldMk cId="3325262481" sldId="2489"/>
        </pc:sldMkLst>
      </pc:sldChg>
      <pc:sldChg chg="modSp mod ord modAnim modNotesTx">
        <pc:chgData name="Owais Ahmed" userId="6abc7d4556b3b071" providerId="LiveId" clId="{7A2E326C-3728-4F4E-962A-C55BA8FCDEE3}" dt="2023-03-14T09:03:41.655" v="3128" actId="20577"/>
        <pc:sldMkLst>
          <pc:docMk/>
          <pc:sldMk cId="2171066017" sldId="2490"/>
        </pc:sldMkLst>
        <pc:spChg chg="mod">
          <ac:chgData name="Owais Ahmed" userId="6abc7d4556b3b071" providerId="LiveId" clId="{7A2E326C-3728-4F4E-962A-C55BA8FCDEE3}" dt="2023-03-14T09:02:50.209" v="3016" actId="20577"/>
          <ac:spMkLst>
            <pc:docMk/>
            <pc:sldMk cId="2171066017" sldId="2490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09:26.937" v="168" actId="20577"/>
          <ac:spMkLst>
            <pc:docMk/>
            <pc:sldMk cId="2171066017" sldId="2490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7A2E326C-3728-4F4E-962A-C55BA8FCDEE3}" dt="2023-03-14T08:21:00.539" v="1181" actId="20577"/>
        <pc:sldMkLst>
          <pc:docMk/>
          <pc:sldMk cId="1034671824" sldId="2491"/>
        </pc:sldMkLst>
        <pc:spChg chg="mod">
          <ac:chgData name="Owais Ahmed" userId="6abc7d4556b3b071" providerId="LiveId" clId="{7A2E326C-3728-4F4E-962A-C55BA8FCDEE3}" dt="2023-03-14T08:21:00.539" v="1181" actId="20577"/>
          <ac:spMkLst>
            <pc:docMk/>
            <pc:sldMk cId="1034671824" sldId="2491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15:37.246" v="689" actId="20577"/>
          <ac:spMkLst>
            <pc:docMk/>
            <pc:sldMk cId="1034671824" sldId="2491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5.844" v="71" actId="47"/>
        <pc:sldMkLst>
          <pc:docMk/>
          <pc:sldMk cId="3542561392" sldId="2491"/>
        </pc:sldMkLst>
      </pc:sldChg>
      <pc:sldChg chg="del">
        <pc:chgData name="Owais Ahmed" userId="6abc7d4556b3b071" providerId="LiveId" clId="{7A2E326C-3728-4F4E-962A-C55BA8FCDEE3}" dt="2023-03-14T08:08:36.060" v="72" actId="47"/>
        <pc:sldMkLst>
          <pc:docMk/>
          <pc:sldMk cId="140807305" sldId="2492"/>
        </pc:sldMkLst>
      </pc:sldChg>
      <pc:sldChg chg="modSp add mod ord modAnim">
        <pc:chgData name="Owais Ahmed" userId="6abc7d4556b3b071" providerId="LiveId" clId="{7A2E326C-3728-4F4E-962A-C55BA8FCDEE3}" dt="2023-03-14T08:30:27.433" v="1592" actId="27636"/>
        <pc:sldMkLst>
          <pc:docMk/>
          <pc:sldMk cId="536030068" sldId="2492"/>
        </pc:sldMkLst>
        <pc:spChg chg="mod">
          <ac:chgData name="Owais Ahmed" userId="6abc7d4556b3b071" providerId="LiveId" clId="{7A2E326C-3728-4F4E-962A-C55BA8FCDEE3}" dt="2023-03-14T08:30:27.433" v="1592" actId="27636"/>
          <ac:spMkLst>
            <pc:docMk/>
            <pc:sldMk cId="536030068" sldId="2492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23:33.966" v="1217" actId="20577"/>
          <ac:spMkLst>
            <pc:docMk/>
            <pc:sldMk cId="536030068" sldId="2492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7.425" v="75" actId="47"/>
        <pc:sldMkLst>
          <pc:docMk/>
          <pc:sldMk cId="291289866" sldId="2493"/>
        </pc:sldMkLst>
      </pc:sldChg>
      <pc:sldChg chg="modSp add mod ord modAnim modNotesTx">
        <pc:chgData name="Owais Ahmed" userId="6abc7d4556b3b071" providerId="LiveId" clId="{7A2E326C-3728-4F4E-962A-C55BA8FCDEE3}" dt="2023-03-14T08:55:41.968" v="2327" actId="20577"/>
        <pc:sldMkLst>
          <pc:docMk/>
          <pc:sldMk cId="1385104569" sldId="2493"/>
        </pc:sldMkLst>
        <pc:spChg chg="mod">
          <ac:chgData name="Owais Ahmed" userId="6abc7d4556b3b071" providerId="LiveId" clId="{7A2E326C-3728-4F4E-962A-C55BA8FCDEE3}" dt="2023-03-14T08:52:20.531" v="2259" actId="20577"/>
          <ac:spMkLst>
            <pc:docMk/>
            <pc:sldMk cId="1385104569" sldId="2493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55:41.968" v="2327" actId="20577"/>
          <ac:spMkLst>
            <pc:docMk/>
            <pc:sldMk cId="1385104569" sldId="2493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8.043" v="78" actId="47"/>
        <pc:sldMkLst>
          <pc:docMk/>
          <pc:sldMk cId="768229774" sldId="2494"/>
        </pc:sldMkLst>
      </pc:sldChg>
      <pc:sldChg chg="add del">
        <pc:chgData name="Owais Ahmed" userId="6abc7d4556b3b071" providerId="LiveId" clId="{7A2E326C-3728-4F4E-962A-C55BA8FCDEE3}" dt="2023-03-14T08:58:46.348" v="2586" actId="2890"/>
        <pc:sldMkLst>
          <pc:docMk/>
          <pc:sldMk cId="1268028680" sldId="2494"/>
        </pc:sldMkLst>
      </pc:sldChg>
      <pc:sldChg chg="modSp add mod ord modAnim">
        <pc:chgData name="Owais Ahmed" userId="6abc7d4556b3b071" providerId="LiveId" clId="{7A2E326C-3728-4F4E-962A-C55BA8FCDEE3}" dt="2023-03-14T09:33:16.316" v="4057" actId="20577"/>
        <pc:sldMkLst>
          <pc:docMk/>
          <pc:sldMk cId="3703529031" sldId="2494"/>
        </pc:sldMkLst>
        <pc:spChg chg="mod">
          <ac:chgData name="Owais Ahmed" userId="6abc7d4556b3b071" providerId="LiveId" clId="{7A2E326C-3728-4F4E-962A-C55BA8FCDEE3}" dt="2023-03-14T09:33:16.316" v="4057" actId="20577"/>
          <ac:spMkLst>
            <pc:docMk/>
            <pc:sldMk cId="3703529031" sldId="2494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9:02:31.908" v="2965" actId="20577"/>
          <ac:spMkLst>
            <pc:docMk/>
            <pc:sldMk cId="3703529031" sldId="2494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8.285" v="79" actId="47"/>
        <pc:sldMkLst>
          <pc:docMk/>
          <pc:sldMk cId="232042637" sldId="2495"/>
        </pc:sldMkLst>
      </pc:sldChg>
      <pc:sldChg chg="modSp add mod modAnim modNotesTx">
        <pc:chgData name="Owais Ahmed" userId="6abc7d4556b3b071" providerId="LiveId" clId="{7A2E326C-3728-4F4E-962A-C55BA8FCDEE3}" dt="2023-03-14T09:52:40.543" v="4697" actId="20577"/>
        <pc:sldMkLst>
          <pc:docMk/>
          <pc:sldMk cId="1437269240" sldId="2495"/>
        </pc:sldMkLst>
        <pc:spChg chg="mod">
          <ac:chgData name="Owais Ahmed" userId="6abc7d4556b3b071" providerId="LiveId" clId="{7A2E326C-3728-4F4E-962A-C55BA8FCDEE3}" dt="2023-03-14T09:52:40.543" v="4697" actId="20577"/>
          <ac:spMkLst>
            <pc:docMk/>
            <pc:sldMk cId="1437269240" sldId="2495"/>
            <ac:spMk id="3" creationId="{4A1C0383-58FE-E486-295E-B33B8683B938}"/>
          </ac:spMkLst>
        </pc:spChg>
      </pc:sldChg>
      <pc:sldChg chg="new del">
        <pc:chgData name="Owais Ahmed" userId="6abc7d4556b3b071" providerId="LiveId" clId="{7A2E326C-3728-4F4E-962A-C55BA8FCDEE3}" dt="2023-03-14T09:01:03.883" v="2891" actId="680"/>
        <pc:sldMkLst>
          <pc:docMk/>
          <pc:sldMk cId="2318419270" sldId="2495"/>
        </pc:sldMkLst>
      </pc:sldChg>
      <pc:sldChg chg="modSp add mod modAnim modNotesTx">
        <pc:chgData name="Owais Ahmed" userId="6abc7d4556b3b071" providerId="LiveId" clId="{7A2E326C-3728-4F4E-962A-C55BA8FCDEE3}" dt="2023-03-14T10:02:41.932" v="5722" actId="20577"/>
        <pc:sldMkLst>
          <pc:docMk/>
          <pc:sldMk cId="3627983074" sldId="2496"/>
        </pc:sldMkLst>
        <pc:spChg chg="mod">
          <ac:chgData name="Owais Ahmed" userId="6abc7d4556b3b071" providerId="LiveId" clId="{7A2E326C-3728-4F4E-962A-C55BA8FCDEE3}" dt="2023-03-14T10:02:41.932" v="5722" actId="20577"/>
          <ac:spMkLst>
            <pc:docMk/>
            <pc:sldMk cId="3627983074" sldId="2496"/>
            <ac:spMk id="3" creationId="{4A1C0383-58FE-E486-295E-B33B8683B938}"/>
          </ac:spMkLst>
        </pc:spChg>
      </pc:sldChg>
      <pc:sldChg chg="del">
        <pc:chgData name="Owais Ahmed" userId="6abc7d4556b3b071" providerId="LiveId" clId="{7A2E326C-3728-4F4E-962A-C55BA8FCDEE3}" dt="2023-03-14T08:08:36.354" v="73" actId="47"/>
        <pc:sldMkLst>
          <pc:docMk/>
          <pc:sldMk cId="3980957688" sldId="2496"/>
        </pc:sldMkLst>
      </pc:sldChg>
      <pc:sldChg chg="del">
        <pc:chgData name="Owais Ahmed" userId="6abc7d4556b3b071" providerId="LiveId" clId="{7A2E326C-3728-4F4E-962A-C55BA8FCDEE3}" dt="2023-03-14T08:08:37.612" v="76" actId="47"/>
        <pc:sldMkLst>
          <pc:docMk/>
          <pc:sldMk cId="3124922675" sldId="2497"/>
        </pc:sldMkLst>
      </pc:sldChg>
      <pc:sldChg chg="del">
        <pc:chgData name="Owais Ahmed" userId="6abc7d4556b3b071" providerId="LiveId" clId="{7A2E326C-3728-4F4E-962A-C55BA8FCDEE3}" dt="2023-03-14T08:08:37.789" v="77" actId="47"/>
        <pc:sldMkLst>
          <pc:docMk/>
          <pc:sldMk cId="2737715429" sldId="2498"/>
        </pc:sldMkLst>
      </pc:sldChg>
      <pc:sldChg chg="del">
        <pc:chgData name="Owais Ahmed" userId="6abc7d4556b3b071" providerId="LiveId" clId="{7A2E326C-3728-4F4E-962A-C55BA8FCDEE3}" dt="2023-03-14T08:08:37.223" v="74" actId="47"/>
        <pc:sldMkLst>
          <pc:docMk/>
          <pc:sldMk cId="1701565530" sldId="2499"/>
        </pc:sldMkLst>
      </pc:sldChg>
      <pc:sldChg chg="del">
        <pc:chgData name="Owais Ahmed" userId="6abc7d4556b3b071" providerId="LiveId" clId="{7A2E326C-3728-4F4E-962A-C55BA8FCDEE3}" dt="2023-03-14T08:08:38.529" v="80" actId="47"/>
        <pc:sldMkLst>
          <pc:docMk/>
          <pc:sldMk cId="98145820" sldId="2500"/>
        </pc:sldMkLst>
      </pc:sldChg>
      <pc:sldChg chg="del">
        <pc:chgData name="Owais Ahmed" userId="6abc7d4556b3b071" providerId="LiveId" clId="{7A2E326C-3728-4F4E-962A-C55BA8FCDEE3}" dt="2023-03-14T08:08:40.399" v="81" actId="47"/>
        <pc:sldMkLst>
          <pc:docMk/>
          <pc:sldMk cId="349804789" sldId="2501"/>
        </pc:sldMkLst>
      </pc:sldChg>
      <pc:sldChg chg="del">
        <pc:chgData name="Owais Ahmed" userId="6abc7d4556b3b071" providerId="LiveId" clId="{7A2E326C-3728-4F4E-962A-C55BA8FCDEE3}" dt="2023-03-14T08:08:41.244" v="82" actId="47"/>
        <pc:sldMkLst>
          <pc:docMk/>
          <pc:sldMk cId="366950723" sldId="2502"/>
        </pc:sldMkLst>
      </pc:sldChg>
      <pc:sldChg chg="del">
        <pc:chgData name="Owais Ahmed" userId="6abc7d4556b3b071" providerId="LiveId" clId="{7A2E326C-3728-4F4E-962A-C55BA8FCDEE3}" dt="2023-03-14T08:08:42.509" v="83" actId="47"/>
        <pc:sldMkLst>
          <pc:docMk/>
          <pc:sldMk cId="465789078" sldId="2503"/>
        </pc:sldMkLst>
      </pc:sldChg>
      <pc:sldChg chg="del">
        <pc:chgData name="Owais Ahmed" userId="6abc7d4556b3b071" providerId="LiveId" clId="{7A2E326C-3728-4F4E-962A-C55BA8FCDEE3}" dt="2023-03-14T08:08:43.518" v="84" actId="47"/>
        <pc:sldMkLst>
          <pc:docMk/>
          <pc:sldMk cId="4099730819" sldId="2504"/>
        </pc:sldMkLst>
      </pc:sldChg>
    </pc:docChg>
  </pc:docChgLst>
  <pc:docChgLst>
    <pc:chgData name="Owais Ahmed" userId="6abc7d4556b3b071" providerId="LiveId" clId="{D64FA66E-CB33-4616-A9DC-46931F3C542A}"/>
    <pc:docChg chg="modSld">
      <pc:chgData name="Owais Ahmed" userId="6abc7d4556b3b071" providerId="LiveId" clId="{D64FA66E-CB33-4616-A9DC-46931F3C542A}" dt="2023-05-23T04:52:09.148" v="0" actId="20577"/>
      <pc:docMkLst>
        <pc:docMk/>
      </pc:docMkLst>
      <pc:sldChg chg="modSp mod">
        <pc:chgData name="Owais Ahmed" userId="6abc7d4556b3b071" providerId="LiveId" clId="{D64FA66E-CB33-4616-A9DC-46931F3C542A}" dt="2023-05-23T04:52:09.148" v="0" actId="20577"/>
        <pc:sldMkLst>
          <pc:docMk/>
          <pc:sldMk cId="1649098948" sldId="2462"/>
        </pc:sldMkLst>
        <pc:spChg chg="mod">
          <ac:chgData name="Owais Ahmed" userId="6abc7d4556b3b071" providerId="LiveId" clId="{D64FA66E-CB33-4616-A9DC-46931F3C542A}" dt="2023-05-23T04:52:09.148" v="0" actId="20577"/>
          <ac:spMkLst>
            <pc:docMk/>
            <pc:sldMk cId="1649098948" sldId="2462"/>
            <ac:spMk id="6" creationId="{F3C89A40-EEAA-43AB-9A3A-B2CFDE450F1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11-Nov-23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11-Nov-23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186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412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We will discuss some of the Expo features as we move on in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446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78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6767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057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flex: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marginTop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backgroundColor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'gold'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flex: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backgroundColor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'beige'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flex: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backgroundColor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'fuchsia'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065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747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dirty="0"/>
              <a:t>Tip! To restrict the text to fixed lines, use property: </a:t>
            </a:r>
            <a:r>
              <a:rPr lang="en-US" sz="1200" dirty="0" err="1"/>
              <a:t>numberOfLines</a:t>
            </a:r>
            <a:r>
              <a:rPr lang="en-US" sz="1200" dirty="0"/>
              <a:t>. E.g. &lt;Text </a:t>
            </a:r>
            <a:r>
              <a:rPr lang="en-US" sz="1200" dirty="0" err="1"/>
              <a:t>numberOfLines</a:t>
            </a:r>
            <a:r>
              <a:rPr lang="en-US" sz="1200" dirty="0"/>
              <a:t>={2}&gt;write in under two lines&lt;/Text&gt;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76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dirty="0"/>
              <a:t>Tip! To restrict the text to fixed lines, use property: </a:t>
            </a:r>
            <a:r>
              <a:rPr lang="en-US" sz="1200" dirty="0" err="1"/>
              <a:t>numberOfLines</a:t>
            </a:r>
            <a:r>
              <a:rPr lang="en-US" sz="1200" dirty="0"/>
              <a:t>. E.g. &lt;Text </a:t>
            </a:r>
            <a:r>
              <a:rPr lang="en-US" sz="1200" dirty="0" err="1"/>
              <a:t>numberOfLines</a:t>
            </a:r>
            <a:r>
              <a:rPr lang="en-US" sz="1200" dirty="0"/>
              <a:t>={2}&gt;write in under two lines&lt;/Text&gt;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0587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Binding height means the height should be bounded by either the parent or this </a:t>
            </a:r>
            <a:r>
              <a:rPr lang="en-US" dirty="0" err="1"/>
              <a:t>ScrollView</a:t>
            </a:r>
            <a:r>
              <a:rPr lang="en-US" dirty="0"/>
              <a:t> itself. The best option is to just use container style with flex: 1 (or any other value).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5679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3363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642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3811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3729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605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MOBILE APPLICATION </a:t>
            </a:r>
            <a:r>
              <a:rPr lang="en-US" sz="5400" b="1"/>
              <a:t>Development (114155)</a:t>
            </a:r>
            <a:endParaRPr lang="en-US" sz="5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1817369"/>
            <a:ext cx="4114800" cy="4397703"/>
          </a:xfrm>
        </p:spPr>
        <p:txBody>
          <a:bodyPr/>
          <a:lstStyle/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React vs React Native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Components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Expo Go Platform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Creating React App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Views</a:t>
            </a:r>
            <a:r>
              <a:rPr lang="en-US">
                <a:solidFill>
                  <a:srgbClr val="404040"/>
                </a:solidFill>
                <a:latin typeface="Trebuchet MS" panose="020B0603020202020204" pitchFamily="34" charset="0"/>
              </a:rPr>
              <a:t>, Text</a:t>
            </a:r>
            <a:endParaRPr lang="en-US" dirty="0">
              <a:solidFill>
                <a:srgbClr val="404040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React vs React Native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An extension of React Library to build cross-platform applications.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Does not contain 100% of React code; has additional mobile-specific APIs.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Renders UI components using native components rather than web view for better performance and native look and feel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Lighter stack and custom styling (no bootstrap 😞)</a:t>
            </a:r>
          </a:p>
        </p:txBody>
      </p:sp>
    </p:spTree>
    <p:extLst>
      <p:ext uri="{BB962C8B-B14F-4D97-AF65-F5344CB8AC3E}">
        <p14:creationId xmlns:p14="http://schemas.microsoft.com/office/powerpoint/2010/main" val="2171066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Components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Components in React Native are same as in React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Core Components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Built-in ready-to-use components that come with React Native library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Translate into native Android and iOS components without additional work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Community Components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Provided by the open-source community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Navigation, Maps, Videos, and many more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Prone to stability, performance and dependency issues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Native Components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Custom written in Native iOS (Swift) or Android (Java/Kotlin) code</a:t>
            </a:r>
          </a:p>
        </p:txBody>
      </p:sp>
    </p:spTree>
    <p:extLst>
      <p:ext uri="{BB962C8B-B14F-4D97-AF65-F5344CB8AC3E}">
        <p14:creationId xmlns:p14="http://schemas.microsoft.com/office/powerpoint/2010/main" val="147117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Expo Platform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A rapid building alternative to React Native CLI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It is an open-source platform built on top of React Native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Supports OTA updates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Start </a:t>
            </a:r>
            <a:r>
              <a:rPr lang="en-US" sz="4000"/>
              <a:t>in minutes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4271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Creating React App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Using React Native CLI: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Install dependencies: Node.js, OpenJDK-11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Install and configure Android Studio SDK (Platform 33)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Install latest Android build tools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</a:t>
            </a:r>
            <a:r>
              <a:rPr lang="en-US" sz="2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npx</a:t>
            </a:r>
            <a:r>
              <a:rPr lang="en-US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react-native@latest</a:t>
            </a:r>
            <a:r>
              <a:rPr lang="en-US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baham</a:t>
            </a:r>
            <a:r>
              <a:rPr lang="en-US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-mobile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</a:t>
            </a:r>
            <a:r>
              <a:rPr lang="en-US" sz="2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npx</a:t>
            </a:r>
            <a:r>
              <a:rPr lang="en-US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react-native run-android</a:t>
            </a:r>
          </a:p>
        </p:txBody>
      </p:sp>
    </p:spTree>
    <p:extLst>
      <p:ext uri="{BB962C8B-B14F-4D97-AF65-F5344CB8AC3E}">
        <p14:creationId xmlns:p14="http://schemas.microsoft.com/office/powerpoint/2010/main" val="380447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Creating React App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Using Expo Go CLI: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Install expo if it doesn’t exist: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</a:t>
            </a:r>
            <a:r>
              <a:rPr lang="en-US" sz="2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npx</a:t>
            </a:r>
            <a:r>
              <a:rPr lang="en-US" sz="2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install expo</a:t>
            </a:r>
            <a:endParaRPr lang="en-US" sz="36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</a:t>
            </a:r>
            <a:r>
              <a:rPr lang="en-US" sz="2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npx</a:t>
            </a:r>
            <a:r>
              <a:rPr lang="en-US" sz="2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expo –h</a:t>
            </a:r>
            <a:endParaRPr lang="en-US" sz="36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</a:t>
            </a:r>
            <a:r>
              <a:rPr lang="en-US" sz="2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npx</a:t>
            </a:r>
            <a:r>
              <a:rPr lang="en-US" sz="2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create-expo-app </a:t>
            </a:r>
            <a:r>
              <a:rPr lang="en-US" sz="2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baham</a:t>
            </a:r>
            <a:r>
              <a:rPr lang="en-US" sz="2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-mobile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$cd </a:t>
            </a:r>
            <a:r>
              <a:rPr lang="en-US" sz="2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baham</a:t>
            </a:r>
            <a:r>
              <a:rPr lang="en-US" sz="2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-mobile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</a:t>
            </a:r>
            <a:r>
              <a:rPr lang="en-US" sz="2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npm</a:t>
            </a:r>
            <a:r>
              <a:rPr lang="en-US" sz="2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start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Once the app is started, press ‘a’ to launch on Android phone or Emulator (Launch from </a:t>
            </a:r>
            <a:r>
              <a:rPr lang="en-US" sz="4000" dirty="0" err="1"/>
              <a:t>Andriod</a:t>
            </a:r>
            <a:r>
              <a:rPr lang="en-US" sz="4000" dirty="0"/>
              <a:t> Studio)</a:t>
            </a:r>
          </a:p>
        </p:txBody>
      </p:sp>
    </p:spTree>
    <p:extLst>
      <p:ext uri="{BB962C8B-B14F-4D97-AF65-F5344CB8AC3E}">
        <p14:creationId xmlns:p14="http://schemas.microsoft.com/office/powerpoint/2010/main" val="147863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View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View: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The basic block of UI, represented as a rectangle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A non-scrollable container (like &lt;div&gt;)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Supports Nesting, Styling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For in-line View, use style attribute {</a:t>
            </a:r>
            <a:r>
              <a:rPr lang="en-US" sz="3800" dirty="0" err="1"/>
              <a:t>flexDirection</a:t>
            </a:r>
            <a:r>
              <a:rPr lang="en-US" sz="3800" dirty="0"/>
              <a:t>: row}</a:t>
            </a:r>
          </a:p>
        </p:txBody>
      </p:sp>
    </p:spTree>
    <p:extLst>
      <p:ext uri="{BB962C8B-B14F-4D97-AF65-F5344CB8AC3E}">
        <p14:creationId xmlns:p14="http://schemas.microsoft.com/office/powerpoint/2010/main" val="120904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View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Create 3 new Views in App.js and set their background colors: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Top view should be 20% of total height with ‘gold’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Middle should be 75% of total height with ‘beige’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Bottom should be 5% of total height with ‘fuchsia’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Watch that top view starts from top of the screen. How will you ensure that no content is being cut?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3483547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Text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Supports Styling, Nesting, Touch handling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 err="1"/>
              <a:t>fontStyles</a:t>
            </a:r>
            <a:r>
              <a:rPr lang="en-US" sz="4000" dirty="0"/>
              <a:t> = ['normal', 'italic’]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 err="1"/>
              <a:t>fontVariants</a:t>
            </a:r>
            <a:r>
              <a:rPr lang="en-US" sz="4000" dirty="0"/>
              <a:t> = ['small-caps', '</a:t>
            </a:r>
            <a:r>
              <a:rPr lang="en-US" sz="4000" dirty="0" err="1"/>
              <a:t>oldstyle-nums</a:t>
            </a:r>
            <a:r>
              <a:rPr lang="en-US" sz="4000" dirty="0"/>
              <a:t>', 'lining-</a:t>
            </a:r>
            <a:r>
              <a:rPr lang="en-US" sz="4000" dirty="0" err="1"/>
              <a:t>nums</a:t>
            </a:r>
            <a:r>
              <a:rPr lang="en-US" sz="4000" dirty="0"/>
              <a:t>', 'tabular-</a:t>
            </a:r>
            <a:r>
              <a:rPr lang="en-US" sz="4000" dirty="0" err="1"/>
              <a:t>nums</a:t>
            </a:r>
            <a:r>
              <a:rPr lang="en-US" sz="4000" dirty="0"/>
              <a:t>', 'proportional-</a:t>
            </a:r>
            <a:r>
              <a:rPr lang="en-US" sz="4000" dirty="0" err="1"/>
              <a:t>nums</a:t>
            </a:r>
            <a:r>
              <a:rPr lang="en-US" sz="4000" dirty="0"/>
              <a:t>’]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 err="1"/>
              <a:t>fontWeights</a:t>
            </a:r>
            <a:r>
              <a:rPr lang="en-US" sz="4000" dirty="0"/>
              <a:t> = ['normal', 'bold', '100', '200’, …]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 err="1"/>
              <a:t>textAlignments</a:t>
            </a:r>
            <a:r>
              <a:rPr lang="en-US" sz="4000" dirty="0"/>
              <a:t> = ['auto', 'left', 'right', 'center', 'justify’]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 err="1"/>
              <a:t>textTransformations</a:t>
            </a:r>
            <a:r>
              <a:rPr lang="en-US" sz="4000" dirty="0"/>
              <a:t> = ['none', 'uppercase', 'lowercase', 'capitalize’]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 err="1"/>
              <a:t>writingDirections</a:t>
            </a:r>
            <a:r>
              <a:rPr lang="en-US" sz="4000" dirty="0"/>
              <a:t> = ['auto', '</a:t>
            </a:r>
            <a:r>
              <a:rPr lang="en-US" sz="4000" dirty="0" err="1"/>
              <a:t>ltr</a:t>
            </a:r>
            <a:r>
              <a:rPr lang="en-US" sz="4000" dirty="0"/>
              <a:t>', '</a:t>
            </a:r>
            <a:r>
              <a:rPr lang="en-US" sz="4000" dirty="0" err="1"/>
              <a:t>rtl</a:t>
            </a:r>
            <a:r>
              <a:rPr lang="en-US" sz="4000" dirty="0"/>
              <a:t>’]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Nested Text: &lt;Text&gt;I’m the parent text of &lt;Text&gt;this child&lt;/Text&gt; text.&lt;/Text&gt;</a:t>
            </a:r>
          </a:p>
        </p:txBody>
      </p:sp>
    </p:spTree>
    <p:extLst>
      <p:ext uri="{BB962C8B-B14F-4D97-AF65-F5344CB8AC3E}">
        <p14:creationId xmlns:p14="http://schemas.microsoft.com/office/powerpoint/2010/main" val="2130743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Text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For the three views created earlier: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Define App name as heading in Italic in header view</a:t>
            </a:r>
            <a:endParaRPr lang="en-US" sz="4000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Define copyright, year and App version in footer view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In the middle view, write a brief description about the </a:t>
            </a:r>
            <a:r>
              <a:rPr lang="en-US" sz="4000" dirty="0" err="1"/>
              <a:t>Baham</a:t>
            </a:r>
            <a:r>
              <a:rPr lang="en-US" sz="4000" dirty="0"/>
              <a:t> app. Use nesting to highlight slogan, or italicize a specific phrase.</a:t>
            </a:r>
          </a:p>
        </p:txBody>
      </p:sp>
    </p:spTree>
    <p:extLst>
      <p:ext uri="{BB962C8B-B14F-4D97-AF65-F5344CB8AC3E}">
        <p14:creationId xmlns:p14="http://schemas.microsoft.com/office/powerpoint/2010/main" val="325680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Header and Footer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Create separate components in new files named AppHeader.js and AppFooter.js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Each file should only contain single component.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Define heading and slogan in header with custom style.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Define footer text in footer with custom style.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Attach both components in App.js.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Play around so that the header is on top and footer at the bottom. Leave room in the middle for </a:t>
            </a:r>
            <a:r>
              <a:rPr lang="en-US" sz="4000"/>
              <a:t>main content.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29527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Scrollable Components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ScrollView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 err="1"/>
              <a:t>ScrollView</a:t>
            </a:r>
            <a:r>
              <a:rPr lang="en-US" sz="4000" dirty="0"/>
              <a:t> allows the view to be scrollable.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It must be bounded by Height.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Property “horizontal” can be set to true to switch scrolling from vertical to horizontal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Should be used only when the number of items is more than a View can show, but not too long.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14238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Scrollable Components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ScrollView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Change the main View to </a:t>
            </a:r>
            <a:r>
              <a:rPr lang="en-US" sz="4000" dirty="0" err="1"/>
              <a:t>ScrollView</a:t>
            </a:r>
            <a:r>
              <a:rPr lang="en-US" sz="4000" dirty="0"/>
              <a:t> and add: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A list of Vehicle Models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A list of all vehicle models should appear as separate Text Components.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The items should be hard-coded as an array. Use JS-6 map function to iterate for all items.</a:t>
            </a:r>
          </a:p>
        </p:txBody>
      </p:sp>
    </p:spTree>
    <p:extLst>
      <p:ext uri="{BB962C8B-B14F-4D97-AF65-F5344CB8AC3E}">
        <p14:creationId xmlns:p14="http://schemas.microsoft.com/office/powerpoint/2010/main" val="1749428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Scrollable Components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ScrollView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3800" dirty="0"/>
              <a:t>Refactoring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Create a separate file “data.js” and export the list of vehicle models.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Import it and use in </a:t>
            </a:r>
            <a:r>
              <a:rPr lang="en-US" sz="3800" dirty="0" err="1"/>
              <a:t>ScrollView</a:t>
            </a:r>
            <a:endParaRPr lang="en-US" sz="3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Convert </a:t>
            </a:r>
            <a:r>
              <a:rPr lang="en-US" sz="3800" dirty="0" err="1"/>
              <a:t>ScrollView</a:t>
            </a:r>
            <a:r>
              <a:rPr lang="en-US" sz="3800" dirty="0"/>
              <a:t> into a separate component in a separate file “VehicleModelScrollView.js”</a:t>
            </a:r>
          </a:p>
        </p:txBody>
      </p:sp>
    </p:spTree>
    <p:extLst>
      <p:ext uri="{BB962C8B-B14F-4D97-AF65-F5344CB8AC3E}">
        <p14:creationId xmlns:p14="http://schemas.microsoft.com/office/powerpoint/2010/main" val="3778334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Scrollable Components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FlatList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 err="1"/>
              <a:t>FlatList</a:t>
            </a:r>
            <a:r>
              <a:rPr lang="en-US" sz="4000" dirty="0"/>
              <a:t> extends </a:t>
            </a:r>
            <a:r>
              <a:rPr lang="en-US" sz="4000" dirty="0" err="1"/>
              <a:t>ScrollView</a:t>
            </a:r>
            <a:r>
              <a:rPr lang="en-US" sz="4000" dirty="0"/>
              <a:t>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Supports Lazy rendering, i.e., only the required items are loaded into the memory instead. Items are removed as soon as the user scrolls away from them.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Used when the list of items is large, or unknown. Props: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data: the list of items to be attached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 err="1"/>
              <a:t>renderItem</a:t>
            </a:r>
            <a:r>
              <a:rPr lang="en-US" sz="3800" dirty="0"/>
              <a:t>({item, index, separators}):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item inputs the single list item to display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index defines its position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separator (optional) to highlight/unhighlight item</a:t>
            </a:r>
          </a:p>
        </p:txBody>
      </p:sp>
    </p:spTree>
    <p:extLst>
      <p:ext uri="{BB962C8B-B14F-4D97-AF65-F5344CB8AC3E}">
        <p14:creationId xmlns:p14="http://schemas.microsoft.com/office/powerpoint/2010/main" val="224305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Scrollable Components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FlatList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Change the main </a:t>
            </a:r>
            <a:r>
              <a:rPr lang="en-US" sz="4000" dirty="0" err="1"/>
              <a:t>ScrollView</a:t>
            </a:r>
            <a:r>
              <a:rPr lang="en-US" sz="4000" dirty="0"/>
              <a:t> (created earlier) to </a:t>
            </a:r>
            <a:r>
              <a:rPr lang="en-US" sz="4000" dirty="0" err="1"/>
              <a:t>FlatList</a:t>
            </a:r>
            <a:r>
              <a:rPr lang="en-US" sz="4000" dirty="0"/>
              <a:t> and add: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A list of Vehicles with ID and sitting capacity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A list of all vehicles and their capacities should appear as Components.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Each component should contain a View, inside which a Text component will be rendered to display the Vehicle Ids, names and capacities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The list of vehicles should be hard-coded as an array of objects like: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const </a:t>
            </a:r>
            <a:r>
              <a:rPr lang="en-US" sz="2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allVehicles</a:t>
            </a: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{ 'id': 1, 'name': "Honda CD70", 'capacity': 2 },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{ 'id': 2, 'name': "Honda CG125", 'capacity': 2 },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2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{ 'id': 3, 'name’: “Toyota Vitz", 'capacity': 4 }, …]</a:t>
            </a:r>
          </a:p>
        </p:txBody>
      </p:sp>
    </p:spTree>
    <p:extLst>
      <p:ext uri="{BB962C8B-B14F-4D97-AF65-F5344CB8AC3E}">
        <p14:creationId xmlns:p14="http://schemas.microsoft.com/office/powerpoint/2010/main" val="2316233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Scrollable Components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FlatList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4000" dirty="0"/>
              <a:t>Refactoring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Move the </a:t>
            </a:r>
            <a:r>
              <a:rPr lang="en-US" sz="4000" dirty="0" err="1"/>
              <a:t>allVehicles</a:t>
            </a:r>
            <a:r>
              <a:rPr lang="en-US" sz="4000" dirty="0"/>
              <a:t> object to “data.js” and export it.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Import it and use in </a:t>
            </a:r>
            <a:r>
              <a:rPr lang="en-US" sz="4000" dirty="0" err="1"/>
              <a:t>FlatList</a:t>
            </a:r>
            <a:endParaRPr lang="en-US" sz="40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4000" dirty="0"/>
              <a:t>Convert </a:t>
            </a:r>
            <a:r>
              <a:rPr lang="en-US" sz="4000" dirty="0" err="1"/>
              <a:t>FlatList</a:t>
            </a:r>
            <a:r>
              <a:rPr lang="en-US" sz="4000" dirty="0"/>
              <a:t> into a separate component in a separate file “VehicleFlatList.js”</a:t>
            </a:r>
          </a:p>
        </p:txBody>
      </p:sp>
    </p:spTree>
    <p:extLst>
      <p:ext uri="{BB962C8B-B14F-4D97-AF65-F5344CB8AC3E}">
        <p14:creationId xmlns:p14="http://schemas.microsoft.com/office/powerpoint/2010/main" val="316319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2688</TotalTime>
  <Words>1278</Words>
  <Application>Microsoft Office PowerPoint</Application>
  <PresentationFormat>Widescreen</PresentationFormat>
  <Paragraphs>162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Cascadia Code</vt:lpstr>
      <vt:lpstr>Consolas</vt:lpstr>
      <vt:lpstr>Trebuchet MS</vt:lpstr>
      <vt:lpstr>Wingdings</vt:lpstr>
      <vt:lpstr>Office Theme</vt:lpstr>
      <vt:lpstr>MOBILE APPLICATION Development (114155)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240</cp:revision>
  <dcterms:created xsi:type="dcterms:W3CDTF">2022-11-22T20:08:03Z</dcterms:created>
  <dcterms:modified xsi:type="dcterms:W3CDTF">2023-11-11T09:53:54Z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