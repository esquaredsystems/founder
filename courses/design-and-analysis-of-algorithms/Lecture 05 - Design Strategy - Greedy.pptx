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503" r:id="rId5"/>
    <p:sldId id="2462" r:id="rId6"/>
    <p:sldId id="2557" r:id="rId7"/>
    <p:sldId id="2558" r:id="rId8"/>
    <p:sldId id="2559" r:id="rId9"/>
    <p:sldId id="2560" r:id="rId10"/>
    <p:sldId id="2561" r:id="rId11"/>
    <p:sldId id="2562" r:id="rId12"/>
    <p:sldId id="2563" r:id="rId13"/>
    <p:sldId id="2564" r:id="rId14"/>
    <p:sldId id="2565" r:id="rId15"/>
    <p:sldId id="2566" r:id="rId16"/>
    <p:sldId id="2567" r:id="rId17"/>
    <p:sldId id="2568" r:id="rId18"/>
    <p:sldId id="2569" r:id="rId19"/>
    <p:sldId id="2570" r:id="rId20"/>
    <p:sldId id="2571" r:id="rId21"/>
    <p:sldId id="2572" r:id="rId22"/>
    <p:sldId id="243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6FFEF911-251B-49DA-B0A6-87E57D1363F0}"/>
    <pc:docChg chg="undo redo custSel addSld delSld modSld sldOrd">
      <pc:chgData name="Owais Ahmed" userId="6abc7d4556b3b071" providerId="LiveId" clId="{6FFEF911-251B-49DA-B0A6-87E57D1363F0}" dt="2023-12-06T11:03:20.848" v="4258"/>
      <pc:docMkLst>
        <pc:docMk/>
      </pc:docMkLst>
      <pc:sldChg chg="modSp mod">
        <pc:chgData name="Owais Ahmed" userId="6abc7d4556b3b071" providerId="LiveId" clId="{6FFEF911-251B-49DA-B0A6-87E57D1363F0}" dt="2023-10-31T19:33:52.239" v="3241" actId="20577"/>
        <pc:sldMkLst>
          <pc:docMk/>
          <pc:sldMk cId="1649098948" sldId="2462"/>
        </pc:sldMkLst>
        <pc:spChg chg="mod">
          <ac:chgData name="Owais Ahmed" userId="6abc7d4556b3b071" providerId="LiveId" clId="{6FFEF911-251B-49DA-B0A6-87E57D1363F0}" dt="2023-10-31T19:33:52.239" v="3241" actId="20577"/>
          <ac:spMkLst>
            <pc:docMk/>
            <pc:sldMk cId="1649098948" sldId="2462"/>
            <ac:spMk id="6" creationId="{F3C89A40-EEAA-43AB-9A3A-B2CFDE450F1B}"/>
          </ac:spMkLst>
        </pc:spChg>
      </pc:sldChg>
      <pc:sldChg chg="modSp mod">
        <pc:chgData name="Owais Ahmed" userId="6abc7d4556b3b071" providerId="LiveId" clId="{6FFEF911-251B-49DA-B0A6-87E57D1363F0}" dt="2023-12-06T11:03:20.848" v="4258"/>
        <pc:sldMkLst>
          <pc:docMk/>
          <pc:sldMk cId="146856052" sldId="2503"/>
        </pc:sldMkLst>
        <pc:spChg chg="mod">
          <ac:chgData name="Owais Ahmed" userId="6abc7d4556b3b071" providerId="LiveId" clId="{6FFEF911-251B-49DA-B0A6-87E57D1363F0}" dt="2023-12-06T11:03:20.848" v="4258"/>
          <ac:spMkLst>
            <pc:docMk/>
            <pc:sldMk cId="146856052" sldId="2503"/>
            <ac:spMk id="9" creationId="{79DC1498-E692-42BA-B69F-6D37E6CFACA0}"/>
          </ac:spMkLst>
        </pc:spChg>
      </pc:sldChg>
      <pc:sldChg chg="modSp mod modAnim">
        <pc:chgData name="Owais Ahmed" userId="6abc7d4556b3b071" providerId="LiveId" clId="{6FFEF911-251B-49DA-B0A6-87E57D1363F0}" dt="2023-10-31T17:44:42.968" v="265" actId="20577"/>
        <pc:sldMkLst>
          <pc:docMk/>
          <pc:sldMk cId="296501705" sldId="2557"/>
        </pc:sldMkLst>
        <pc:spChg chg="mod">
          <ac:chgData name="Owais Ahmed" userId="6abc7d4556b3b071" providerId="LiveId" clId="{6FFEF911-251B-49DA-B0A6-87E57D1363F0}" dt="2023-10-31T17:44:42.968" v="265" actId="20577"/>
          <ac:spMkLst>
            <pc:docMk/>
            <pc:sldMk cId="296501705" sldId="2557"/>
            <ac:spMk id="3" creationId="{4A1C0383-58FE-E486-295E-B33B8683B938}"/>
          </ac:spMkLst>
        </pc:spChg>
      </pc:sldChg>
      <pc:sldChg chg="modSp add mod modAnim">
        <pc:chgData name="Owais Ahmed" userId="6abc7d4556b3b071" providerId="LiveId" clId="{6FFEF911-251B-49DA-B0A6-87E57D1363F0}" dt="2023-10-31T18:31:36.081" v="1303" actId="20577"/>
        <pc:sldMkLst>
          <pc:docMk/>
          <pc:sldMk cId="1466069214" sldId="2558"/>
        </pc:sldMkLst>
        <pc:spChg chg="mod">
          <ac:chgData name="Owais Ahmed" userId="6abc7d4556b3b071" providerId="LiveId" clId="{6FFEF911-251B-49DA-B0A6-87E57D1363F0}" dt="2023-10-31T18:31:36.081" v="1303" actId="20577"/>
          <ac:spMkLst>
            <pc:docMk/>
            <pc:sldMk cId="1466069214" sldId="2558"/>
            <ac:spMk id="3" creationId="{4A1C0383-58FE-E486-295E-B33B8683B938}"/>
          </ac:spMkLst>
        </pc:spChg>
        <pc:spChg chg="mod">
          <ac:chgData name="Owais Ahmed" userId="6abc7d4556b3b071" providerId="LiveId" clId="{6FFEF911-251B-49DA-B0A6-87E57D1363F0}" dt="2023-10-31T17:45:49.391" v="292" actId="20577"/>
          <ac:spMkLst>
            <pc:docMk/>
            <pc:sldMk cId="1466069214" sldId="2558"/>
            <ac:spMk id="215" creationId="{00000000-0000-0000-0000-000000000000}"/>
          </ac:spMkLst>
        </pc:spChg>
      </pc:sldChg>
      <pc:sldChg chg="add del">
        <pc:chgData name="Owais Ahmed" userId="6abc7d4556b3b071" providerId="LiveId" clId="{6FFEF911-251B-49DA-B0A6-87E57D1363F0}" dt="2023-10-31T18:14:15.120" v="869" actId="2890"/>
        <pc:sldMkLst>
          <pc:docMk/>
          <pc:sldMk cId="1262923380" sldId="2559"/>
        </pc:sldMkLst>
      </pc:sldChg>
      <pc:sldChg chg="modSp add mod modAnim">
        <pc:chgData name="Owais Ahmed" userId="6abc7d4556b3b071" providerId="LiveId" clId="{6FFEF911-251B-49DA-B0A6-87E57D1363F0}" dt="2023-10-31T19:23:41.358" v="2473" actId="27636"/>
        <pc:sldMkLst>
          <pc:docMk/>
          <pc:sldMk cId="3962249788" sldId="2559"/>
        </pc:sldMkLst>
        <pc:spChg chg="mod">
          <ac:chgData name="Owais Ahmed" userId="6abc7d4556b3b071" providerId="LiveId" clId="{6FFEF911-251B-49DA-B0A6-87E57D1363F0}" dt="2023-10-31T19:23:41.358" v="2473" actId="27636"/>
          <ac:spMkLst>
            <pc:docMk/>
            <pc:sldMk cId="3962249788" sldId="2559"/>
            <ac:spMk id="3" creationId="{4A1C0383-58FE-E486-295E-B33B8683B938}"/>
          </ac:spMkLst>
        </pc:spChg>
      </pc:sldChg>
      <pc:sldChg chg="modSp add mod modAnim modNotesTx">
        <pc:chgData name="Owais Ahmed" userId="6abc7d4556b3b071" providerId="LiveId" clId="{6FFEF911-251B-49DA-B0A6-87E57D1363F0}" dt="2023-10-31T19:46:23.719" v="3974" actId="20577"/>
        <pc:sldMkLst>
          <pc:docMk/>
          <pc:sldMk cId="2599850084" sldId="2560"/>
        </pc:sldMkLst>
        <pc:spChg chg="mod">
          <ac:chgData name="Owais Ahmed" userId="6abc7d4556b3b071" providerId="LiveId" clId="{6FFEF911-251B-49DA-B0A6-87E57D1363F0}" dt="2023-10-31T19:46:23.719" v="3974" actId="20577"/>
          <ac:spMkLst>
            <pc:docMk/>
            <pc:sldMk cId="2599850084" sldId="2560"/>
            <ac:spMk id="3" creationId="{4A1C0383-58FE-E486-295E-B33B8683B938}"/>
          </ac:spMkLst>
        </pc:spChg>
      </pc:sldChg>
      <pc:sldChg chg="modSp add del mod modAnim modNotesTx">
        <pc:chgData name="Owais Ahmed" userId="6abc7d4556b3b071" providerId="LiveId" clId="{6FFEF911-251B-49DA-B0A6-87E57D1363F0}" dt="2023-10-31T20:22:00.218" v="4003" actId="20577"/>
        <pc:sldMkLst>
          <pc:docMk/>
          <pc:sldMk cId="1963263386" sldId="2561"/>
        </pc:sldMkLst>
        <pc:spChg chg="mod">
          <ac:chgData name="Owais Ahmed" userId="6abc7d4556b3b071" providerId="LiveId" clId="{6FFEF911-251B-49DA-B0A6-87E57D1363F0}" dt="2023-10-31T20:21:59.418" v="4002" actId="20577"/>
          <ac:spMkLst>
            <pc:docMk/>
            <pc:sldMk cId="1963263386" sldId="2561"/>
            <ac:spMk id="3" creationId="{4A1C0383-58FE-E486-295E-B33B8683B938}"/>
          </ac:spMkLst>
        </pc:spChg>
        <pc:spChg chg="mod">
          <ac:chgData name="Owais Ahmed" userId="6abc7d4556b3b071" providerId="LiveId" clId="{6FFEF911-251B-49DA-B0A6-87E57D1363F0}" dt="2023-10-31T19:33:58.599" v="3242"/>
          <ac:spMkLst>
            <pc:docMk/>
            <pc:sldMk cId="1963263386" sldId="2561"/>
            <ac:spMk id="215" creationId="{00000000-0000-0000-0000-000000000000}"/>
          </ac:spMkLst>
        </pc:spChg>
      </pc:sldChg>
      <pc:sldChg chg="modSp add mod ord modAnim">
        <pc:chgData name="Owais Ahmed" userId="6abc7d4556b3b071" providerId="LiveId" clId="{6FFEF911-251B-49DA-B0A6-87E57D1363F0}" dt="2023-10-31T20:29:35.599" v="4253" actId="20577"/>
        <pc:sldMkLst>
          <pc:docMk/>
          <pc:sldMk cId="3931964295" sldId="2562"/>
        </pc:sldMkLst>
        <pc:spChg chg="mod">
          <ac:chgData name="Owais Ahmed" userId="6abc7d4556b3b071" providerId="LiveId" clId="{6FFEF911-251B-49DA-B0A6-87E57D1363F0}" dt="2023-10-31T20:29:35.599" v="4253" actId="20577"/>
          <ac:spMkLst>
            <pc:docMk/>
            <pc:sldMk cId="3931964295" sldId="2562"/>
            <ac:spMk id="3" creationId="{4A1C0383-58FE-E486-295E-B33B8683B938}"/>
          </ac:spMkLst>
        </pc:spChg>
        <pc:spChg chg="mod">
          <ac:chgData name="Owais Ahmed" userId="6abc7d4556b3b071" providerId="LiveId" clId="{6FFEF911-251B-49DA-B0A6-87E57D1363F0}" dt="2023-10-31T20:22:13.853" v="4018" actId="20577"/>
          <ac:spMkLst>
            <pc:docMk/>
            <pc:sldMk cId="3931964295" sldId="2562"/>
            <ac:spMk id="215" creationId="{00000000-0000-0000-0000-000000000000}"/>
          </ac:spMkLst>
        </pc:spChg>
      </pc:sldChg>
      <pc:sldChg chg="modSp modAnim">
        <pc:chgData name="Owais Ahmed" userId="6abc7d4556b3b071" providerId="LiveId" clId="{6FFEF911-251B-49DA-B0A6-87E57D1363F0}" dt="2023-11-15T15:10:23.058" v="4257" actId="20577"/>
        <pc:sldMkLst>
          <pc:docMk/>
          <pc:sldMk cId="2248356840" sldId="2572"/>
        </pc:sldMkLst>
        <pc:spChg chg="mod">
          <ac:chgData name="Owais Ahmed" userId="6abc7d4556b3b071" providerId="LiveId" clId="{6FFEF911-251B-49DA-B0A6-87E57D1363F0}" dt="2023-11-15T15:10:23.058" v="4257" actId="20577"/>
          <ac:spMkLst>
            <pc:docMk/>
            <pc:sldMk cId="2248356840" sldId="2572"/>
            <ac:spMk id="3" creationId="{4A1C0383-58FE-E486-295E-B33B8683B938}"/>
          </ac:spMkLst>
        </pc:spChg>
      </pc:sldChg>
    </pc:docChg>
  </pc:docChgLst>
  <pc:docChgLst>
    <pc:chgData name="Owais Ahmed" userId="6abc7d4556b3b071" providerId="LiveId" clId="{121F522D-F26C-4013-A2DF-2A6E836927F8}"/>
    <pc:docChg chg="custSel delSld modSld">
      <pc:chgData name="Owais Ahmed" userId="6abc7d4556b3b071" providerId="LiveId" clId="{121F522D-F26C-4013-A2DF-2A6E836927F8}" dt="2023-10-04T10:40:48.401" v="895" actId="47"/>
      <pc:docMkLst>
        <pc:docMk/>
      </pc:docMkLst>
      <pc:sldChg chg="modSp mod">
        <pc:chgData name="Owais Ahmed" userId="6abc7d4556b3b071" providerId="LiveId" clId="{121F522D-F26C-4013-A2DF-2A6E836927F8}" dt="2023-10-04T10:22:52.379" v="31" actId="20577"/>
        <pc:sldMkLst>
          <pc:docMk/>
          <pc:sldMk cId="1649098948" sldId="2462"/>
        </pc:sldMkLst>
        <pc:spChg chg="mod">
          <ac:chgData name="Owais Ahmed" userId="6abc7d4556b3b071" providerId="LiveId" clId="{121F522D-F26C-4013-A2DF-2A6E836927F8}" dt="2023-10-04T10:22:52.379" v="31" actId="20577"/>
          <ac:spMkLst>
            <pc:docMk/>
            <pc:sldMk cId="1649098948" sldId="2462"/>
            <ac:spMk id="6" creationId="{F3C89A40-EEAA-43AB-9A3A-B2CFDE450F1B}"/>
          </ac:spMkLst>
        </pc:spChg>
      </pc:sldChg>
      <pc:sldChg chg="modSp mod modAnim">
        <pc:chgData name="Owais Ahmed" userId="6abc7d4556b3b071" providerId="LiveId" clId="{121F522D-F26C-4013-A2DF-2A6E836927F8}" dt="2023-10-04T10:31:43.246" v="889" actId="20577"/>
        <pc:sldMkLst>
          <pc:docMk/>
          <pc:sldMk cId="296501705" sldId="2557"/>
        </pc:sldMkLst>
        <pc:spChg chg="mod">
          <ac:chgData name="Owais Ahmed" userId="6abc7d4556b3b071" providerId="LiveId" clId="{121F522D-F26C-4013-A2DF-2A6E836927F8}" dt="2023-10-04T10:31:43.246" v="889" actId="20577"/>
          <ac:spMkLst>
            <pc:docMk/>
            <pc:sldMk cId="296501705" sldId="2557"/>
            <ac:spMk id="3" creationId="{4A1C0383-58FE-E486-295E-B33B8683B938}"/>
          </ac:spMkLst>
        </pc:spChg>
        <pc:spChg chg="mod">
          <ac:chgData name="Owais Ahmed" userId="6abc7d4556b3b071" providerId="LiveId" clId="{121F522D-F26C-4013-A2DF-2A6E836927F8}" dt="2023-10-04T10:24:28.472" v="58" actId="20577"/>
          <ac:spMkLst>
            <pc:docMk/>
            <pc:sldMk cId="296501705" sldId="2557"/>
            <ac:spMk id="215" creationId="{00000000-0000-0000-0000-000000000000}"/>
          </ac:spMkLst>
        </pc:spChg>
      </pc:sldChg>
      <pc:sldChg chg="del">
        <pc:chgData name="Owais Ahmed" userId="6abc7d4556b3b071" providerId="LiveId" clId="{121F522D-F26C-4013-A2DF-2A6E836927F8}" dt="2023-10-04T10:40:26.628" v="890" actId="47"/>
        <pc:sldMkLst>
          <pc:docMk/>
          <pc:sldMk cId="434899577" sldId="2558"/>
        </pc:sldMkLst>
      </pc:sldChg>
      <pc:sldChg chg="del">
        <pc:chgData name="Owais Ahmed" userId="6abc7d4556b3b071" providerId="LiveId" clId="{121F522D-F26C-4013-A2DF-2A6E836927F8}" dt="2023-10-04T10:40:26.628" v="890" actId="47"/>
        <pc:sldMkLst>
          <pc:docMk/>
          <pc:sldMk cId="3699905756" sldId="2559"/>
        </pc:sldMkLst>
      </pc:sldChg>
      <pc:sldChg chg="del">
        <pc:chgData name="Owais Ahmed" userId="6abc7d4556b3b071" providerId="LiveId" clId="{121F522D-F26C-4013-A2DF-2A6E836927F8}" dt="2023-10-04T10:40:26.628" v="890" actId="47"/>
        <pc:sldMkLst>
          <pc:docMk/>
          <pc:sldMk cId="2653031371" sldId="2560"/>
        </pc:sldMkLst>
      </pc:sldChg>
      <pc:sldChg chg="del">
        <pc:chgData name="Owais Ahmed" userId="6abc7d4556b3b071" providerId="LiveId" clId="{121F522D-F26C-4013-A2DF-2A6E836927F8}" dt="2023-10-04T10:40:26.628" v="890" actId="47"/>
        <pc:sldMkLst>
          <pc:docMk/>
          <pc:sldMk cId="224988690" sldId="2561"/>
        </pc:sldMkLst>
      </pc:sldChg>
      <pc:sldChg chg="del">
        <pc:chgData name="Owais Ahmed" userId="6abc7d4556b3b071" providerId="LiveId" clId="{121F522D-F26C-4013-A2DF-2A6E836927F8}" dt="2023-10-04T10:40:26.628" v="890" actId="47"/>
        <pc:sldMkLst>
          <pc:docMk/>
          <pc:sldMk cId="3132273384" sldId="2562"/>
        </pc:sldMkLst>
      </pc:sldChg>
      <pc:sldChg chg="del">
        <pc:chgData name="Owais Ahmed" userId="6abc7d4556b3b071" providerId="LiveId" clId="{121F522D-F26C-4013-A2DF-2A6E836927F8}" dt="2023-10-04T10:40:26.628" v="890" actId="47"/>
        <pc:sldMkLst>
          <pc:docMk/>
          <pc:sldMk cId="3330436801" sldId="2563"/>
        </pc:sldMkLst>
      </pc:sldChg>
      <pc:sldChg chg="del">
        <pc:chgData name="Owais Ahmed" userId="6abc7d4556b3b071" providerId="LiveId" clId="{121F522D-F26C-4013-A2DF-2A6E836927F8}" dt="2023-10-04T10:40:30.474" v="891" actId="47"/>
        <pc:sldMkLst>
          <pc:docMk/>
          <pc:sldMk cId="1325755899" sldId="2564"/>
        </pc:sldMkLst>
      </pc:sldChg>
      <pc:sldChg chg="del">
        <pc:chgData name="Owais Ahmed" userId="6abc7d4556b3b071" providerId="LiveId" clId="{121F522D-F26C-4013-A2DF-2A6E836927F8}" dt="2023-10-04T10:40:30.474" v="891" actId="47"/>
        <pc:sldMkLst>
          <pc:docMk/>
          <pc:sldMk cId="2136095335" sldId="2565"/>
        </pc:sldMkLst>
      </pc:sldChg>
      <pc:sldChg chg="del">
        <pc:chgData name="Owais Ahmed" userId="6abc7d4556b3b071" providerId="LiveId" clId="{121F522D-F26C-4013-A2DF-2A6E836927F8}" dt="2023-10-04T10:40:30.474" v="891" actId="47"/>
        <pc:sldMkLst>
          <pc:docMk/>
          <pc:sldMk cId="786819306" sldId="2566"/>
        </pc:sldMkLst>
      </pc:sldChg>
      <pc:sldChg chg="del">
        <pc:chgData name="Owais Ahmed" userId="6abc7d4556b3b071" providerId="LiveId" clId="{121F522D-F26C-4013-A2DF-2A6E836927F8}" dt="2023-10-04T10:40:30.474" v="891" actId="47"/>
        <pc:sldMkLst>
          <pc:docMk/>
          <pc:sldMk cId="1120982729" sldId="2568"/>
        </pc:sldMkLst>
      </pc:sldChg>
      <pc:sldChg chg="del">
        <pc:chgData name="Owais Ahmed" userId="6abc7d4556b3b071" providerId="LiveId" clId="{121F522D-F26C-4013-A2DF-2A6E836927F8}" dt="2023-10-04T10:40:34.565" v="892" actId="47"/>
        <pc:sldMkLst>
          <pc:docMk/>
          <pc:sldMk cId="3259772413" sldId="2569"/>
        </pc:sldMkLst>
      </pc:sldChg>
      <pc:sldChg chg="del">
        <pc:chgData name="Owais Ahmed" userId="6abc7d4556b3b071" providerId="LiveId" clId="{121F522D-F26C-4013-A2DF-2A6E836927F8}" dt="2023-10-04T10:40:34.565" v="892" actId="47"/>
        <pc:sldMkLst>
          <pc:docMk/>
          <pc:sldMk cId="345547534" sldId="2570"/>
        </pc:sldMkLst>
      </pc:sldChg>
      <pc:sldChg chg="del">
        <pc:chgData name="Owais Ahmed" userId="6abc7d4556b3b071" providerId="LiveId" clId="{121F522D-F26C-4013-A2DF-2A6E836927F8}" dt="2023-10-04T10:40:48.401" v="895" actId="47"/>
        <pc:sldMkLst>
          <pc:docMk/>
          <pc:sldMk cId="2705189823" sldId="2571"/>
        </pc:sldMkLst>
      </pc:sldChg>
      <pc:sldChg chg="del">
        <pc:chgData name="Owais Ahmed" userId="6abc7d4556b3b071" providerId="LiveId" clId="{121F522D-F26C-4013-A2DF-2A6E836927F8}" dt="2023-10-04T10:40:45.936" v="894" actId="47"/>
        <pc:sldMkLst>
          <pc:docMk/>
          <pc:sldMk cId="195981011" sldId="2572"/>
        </pc:sldMkLst>
      </pc:sldChg>
      <pc:sldChg chg="del">
        <pc:chgData name="Owais Ahmed" userId="6abc7d4556b3b071" providerId="LiveId" clId="{121F522D-F26C-4013-A2DF-2A6E836927F8}" dt="2023-10-04T10:40:44.784" v="893" actId="47"/>
        <pc:sldMkLst>
          <pc:docMk/>
          <pc:sldMk cId="3050182891" sldId="2573"/>
        </pc:sldMkLst>
      </pc:sldChg>
      <pc:sldChg chg="del">
        <pc:chgData name="Owais Ahmed" userId="6abc7d4556b3b071" providerId="LiveId" clId="{121F522D-F26C-4013-A2DF-2A6E836927F8}" dt="2023-10-04T10:40:30.474" v="891" actId="47"/>
        <pc:sldMkLst>
          <pc:docMk/>
          <pc:sldMk cId="1835063850" sldId="2578"/>
        </pc:sldMkLst>
      </pc:sldChg>
      <pc:sldChg chg="del">
        <pc:chgData name="Owais Ahmed" userId="6abc7d4556b3b071" providerId="LiveId" clId="{121F522D-F26C-4013-A2DF-2A6E836927F8}" dt="2023-10-04T10:40:30.474" v="891" actId="47"/>
        <pc:sldMkLst>
          <pc:docMk/>
          <pc:sldMk cId="150925741" sldId="2579"/>
        </pc:sldMkLst>
      </pc:sldChg>
      <pc:sldChg chg="del">
        <pc:chgData name="Owais Ahmed" userId="6abc7d4556b3b071" providerId="LiveId" clId="{121F522D-F26C-4013-A2DF-2A6E836927F8}" dt="2023-10-04T10:40:30.474" v="891" actId="47"/>
        <pc:sldMkLst>
          <pc:docMk/>
          <pc:sldMk cId="3164841762" sldId="2580"/>
        </pc:sldMkLst>
      </pc:sldChg>
      <pc:sldChg chg="del">
        <pc:chgData name="Owais Ahmed" userId="6abc7d4556b3b071" providerId="LiveId" clId="{121F522D-F26C-4013-A2DF-2A6E836927F8}" dt="2023-10-04T10:40:30.474" v="891" actId="47"/>
        <pc:sldMkLst>
          <pc:docMk/>
          <pc:sldMk cId="4253636147" sldId="2581"/>
        </pc:sldMkLst>
      </pc:sldChg>
      <pc:sldChg chg="del">
        <pc:chgData name="Owais Ahmed" userId="6abc7d4556b3b071" providerId="LiveId" clId="{121F522D-F26C-4013-A2DF-2A6E836927F8}" dt="2023-10-04T10:40:34.565" v="892" actId="47"/>
        <pc:sldMkLst>
          <pc:docMk/>
          <pc:sldMk cId="2684752333" sldId="2582"/>
        </pc:sldMkLst>
      </pc:sldChg>
      <pc:sldChg chg="del">
        <pc:chgData name="Owais Ahmed" userId="6abc7d4556b3b071" providerId="LiveId" clId="{121F522D-F26C-4013-A2DF-2A6E836927F8}" dt="2023-10-04T10:40:34.565" v="892" actId="47"/>
        <pc:sldMkLst>
          <pc:docMk/>
          <pc:sldMk cId="213204764" sldId="2584"/>
        </pc:sldMkLst>
      </pc:sldChg>
      <pc:sldChg chg="del">
        <pc:chgData name="Owais Ahmed" userId="6abc7d4556b3b071" providerId="LiveId" clId="{121F522D-F26C-4013-A2DF-2A6E836927F8}" dt="2023-10-04T10:40:34.565" v="892" actId="47"/>
        <pc:sldMkLst>
          <pc:docMk/>
          <pc:sldMk cId="3970414602" sldId="2585"/>
        </pc:sldMkLst>
      </pc:sldChg>
      <pc:sldChg chg="del">
        <pc:chgData name="Owais Ahmed" userId="6abc7d4556b3b071" providerId="LiveId" clId="{121F522D-F26C-4013-A2DF-2A6E836927F8}" dt="2023-10-04T10:40:34.565" v="892" actId="47"/>
        <pc:sldMkLst>
          <pc:docMk/>
          <pc:sldMk cId="2285914733" sldId="2586"/>
        </pc:sldMkLst>
      </pc:sldChg>
      <pc:sldChg chg="del">
        <pc:chgData name="Owais Ahmed" userId="6abc7d4556b3b071" providerId="LiveId" clId="{121F522D-F26C-4013-A2DF-2A6E836927F8}" dt="2023-10-04T10:40:34.565" v="892" actId="47"/>
        <pc:sldMkLst>
          <pc:docMk/>
          <pc:sldMk cId="1201433262" sldId="2587"/>
        </pc:sldMkLst>
      </pc:sldChg>
      <pc:sldChg chg="del">
        <pc:chgData name="Owais Ahmed" userId="6abc7d4556b3b071" providerId="LiveId" clId="{121F522D-F26C-4013-A2DF-2A6E836927F8}" dt="2023-10-04T10:40:34.565" v="892" actId="47"/>
        <pc:sldMkLst>
          <pc:docMk/>
          <pc:sldMk cId="2208228190" sldId="2588"/>
        </pc:sldMkLst>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A73E0D9C-676C-43B7-9A99-875A4AA67F46}"/>
    <pc:docChg chg="undo redo custSel addSld delSld modSld sldOrd">
      <pc:chgData name="Owais Ahmed" userId="6abc7d4556b3b071" providerId="LiveId" clId="{A73E0D9C-676C-43B7-9A99-875A4AA67F46}" dt="2023-11-27T08:53:32.175" v="8787" actId="20577"/>
      <pc:docMkLst>
        <pc:docMk/>
      </pc:docMkLst>
      <pc:sldChg chg="modSp mod">
        <pc:chgData name="Owais Ahmed" userId="6abc7d4556b3b071" providerId="LiveId" clId="{A73E0D9C-676C-43B7-9A99-875A4AA67F46}" dt="2023-11-01T10:36:41.330" v="6107" actId="20577"/>
        <pc:sldMkLst>
          <pc:docMk/>
          <pc:sldMk cId="1649098948" sldId="2462"/>
        </pc:sldMkLst>
        <pc:spChg chg="mod">
          <ac:chgData name="Owais Ahmed" userId="6abc7d4556b3b071" providerId="LiveId" clId="{A73E0D9C-676C-43B7-9A99-875A4AA67F46}" dt="2023-11-01T10:36:41.330" v="6107" actId="20577"/>
          <ac:spMkLst>
            <pc:docMk/>
            <pc:sldMk cId="1649098948" sldId="2462"/>
            <ac:spMk id="6" creationId="{F3C89A40-EEAA-43AB-9A3A-B2CFDE450F1B}"/>
          </ac:spMkLst>
        </pc:spChg>
      </pc:sldChg>
      <pc:sldChg chg="modSp mod modAnim">
        <pc:chgData name="Owais Ahmed" userId="6abc7d4556b3b071" providerId="LiveId" clId="{A73E0D9C-676C-43B7-9A99-875A4AA67F46}" dt="2023-10-31T11:00:49.625" v="219" actId="20577"/>
        <pc:sldMkLst>
          <pc:docMk/>
          <pc:sldMk cId="296501705" sldId="2557"/>
        </pc:sldMkLst>
        <pc:spChg chg="mod">
          <ac:chgData name="Owais Ahmed" userId="6abc7d4556b3b071" providerId="LiveId" clId="{A73E0D9C-676C-43B7-9A99-875A4AA67F46}" dt="2023-10-31T11:00:49.625" v="219" actId="20577"/>
          <ac:spMkLst>
            <pc:docMk/>
            <pc:sldMk cId="296501705" sldId="2557"/>
            <ac:spMk id="3" creationId="{4A1C0383-58FE-E486-295E-B33B8683B938}"/>
          </ac:spMkLst>
        </pc:spChg>
        <pc:spChg chg="mod">
          <ac:chgData name="Owais Ahmed" userId="6abc7d4556b3b071" providerId="LiveId" clId="{A73E0D9C-676C-43B7-9A99-875A4AA67F46}" dt="2023-10-31T10:59:48.407" v="53" actId="20577"/>
          <ac:spMkLst>
            <pc:docMk/>
            <pc:sldMk cId="296501705" sldId="2557"/>
            <ac:spMk id="215" creationId="{00000000-0000-0000-0000-000000000000}"/>
          </ac:spMkLst>
        </pc:spChg>
      </pc:sldChg>
      <pc:sldChg chg="modSp mod modAnim">
        <pc:chgData name="Owais Ahmed" userId="6abc7d4556b3b071" providerId="LiveId" clId="{A73E0D9C-676C-43B7-9A99-875A4AA67F46}" dt="2023-11-02T07:32:13.823" v="6109" actId="20577"/>
        <pc:sldMkLst>
          <pc:docMk/>
          <pc:sldMk cId="1466069214" sldId="2558"/>
        </pc:sldMkLst>
        <pc:spChg chg="mod">
          <ac:chgData name="Owais Ahmed" userId="6abc7d4556b3b071" providerId="LiveId" clId="{A73E0D9C-676C-43B7-9A99-875A4AA67F46}" dt="2023-11-02T07:32:13.823" v="6109" actId="20577"/>
          <ac:spMkLst>
            <pc:docMk/>
            <pc:sldMk cId="1466069214" sldId="2558"/>
            <ac:spMk id="3" creationId="{4A1C0383-58FE-E486-295E-B33B8683B938}"/>
          </ac:spMkLst>
        </pc:spChg>
      </pc:sldChg>
      <pc:sldChg chg="modSp">
        <pc:chgData name="Owais Ahmed" userId="6abc7d4556b3b071" providerId="LiveId" clId="{A73E0D9C-676C-43B7-9A99-875A4AA67F46}" dt="2023-11-02T07:32:22.396" v="6110" actId="20577"/>
        <pc:sldMkLst>
          <pc:docMk/>
          <pc:sldMk cId="3962249788" sldId="2559"/>
        </pc:sldMkLst>
        <pc:spChg chg="mod">
          <ac:chgData name="Owais Ahmed" userId="6abc7d4556b3b071" providerId="LiveId" clId="{A73E0D9C-676C-43B7-9A99-875A4AA67F46}" dt="2023-11-02T07:32:22.396" v="6110" actId="20577"/>
          <ac:spMkLst>
            <pc:docMk/>
            <pc:sldMk cId="3962249788" sldId="2559"/>
            <ac:spMk id="3" creationId="{4A1C0383-58FE-E486-295E-B33B8683B938}"/>
          </ac:spMkLst>
        </pc:spChg>
      </pc:sldChg>
      <pc:sldChg chg="modSp">
        <pc:chgData name="Owais Ahmed" userId="6abc7d4556b3b071" providerId="LiveId" clId="{A73E0D9C-676C-43B7-9A99-875A4AA67F46}" dt="2023-11-02T07:32:54.228" v="6131" actId="20577"/>
        <pc:sldMkLst>
          <pc:docMk/>
          <pc:sldMk cId="2599850084" sldId="2560"/>
        </pc:sldMkLst>
        <pc:spChg chg="mod">
          <ac:chgData name="Owais Ahmed" userId="6abc7d4556b3b071" providerId="LiveId" clId="{A73E0D9C-676C-43B7-9A99-875A4AA67F46}" dt="2023-11-02T07:32:54.228" v="6131" actId="20577"/>
          <ac:spMkLst>
            <pc:docMk/>
            <pc:sldMk cId="2599850084" sldId="2560"/>
            <ac:spMk id="3" creationId="{4A1C0383-58FE-E486-295E-B33B8683B938}"/>
          </ac:spMkLst>
        </pc:spChg>
      </pc:sldChg>
      <pc:sldChg chg="modSp mod modAnim">
        <pc:chgData name="Owais Ahmed" userId="6abc7d4556b3b071" providerId="LiveId" clId="{A73E0D9C-676C-43B7-9A99-875A4AA67F46}" dt="2023-11-01T08:44:23.401" v="1903"/>
        <pc:sldMkLst>
          <pc:docMk/>
          <pc:sldMk cId="1963263386" sldId="2561"/>
        </pc:sldMkLst>
        <pc:spChg chg="mod">
          <ac:chgData name="Owais Ahmed" userId="6abc7d4556b3b071" providerId="LiveId" clId="{A73E0D9C-676C-43B7-9A99-875A4AA67F46}" dt="2023-11-01T06:59:20.319" v="373" actId="27636"/>
          <ac:spMkLst>
            <pc:docMk/>
            <pc:sldMk cId="1963263386" sldId="2561"/>
            <ac:spMk id="3" creationId="{4A1C0383-58FE-E486-295E-B33B8683B938}"/>
          </ac:spMkLst>
        </pc:spChg>
      </pc:sldChg>
      <pc:sldChg chg="modSp modAnim">
        <pc:chgData name="Owais Ahmed" userId="6abc7d4556b3b071" providerId="LiveId" clId="{A73E0D9C-676C-43B7-9A99-875A4AA67F46}" dt="2023-11-01T07:00:22.101" v="546" actId="20577"/>
        <pc:sldMkLst>
          <pc:docMk/>
          <pc:sldMk cId="3931964295" sldId="2562"/>
        </pc:sldMkLst>
        <pc:spChg chg="mod">
          <ac:chgData name="Owais Ahmed" userId="6abc7d4556b3b071" providerId="LiveId" clId="{A73E0D9C-676C-43B7-9A99-875A4AA67F46}" dt="2023-11-01T07:00:22.101" v="546" actId="20577"/>
          <ac:spMkLst>
            <pc:docMk/>
            <pc:sldMk cId="3931964295" sldId="2562"/>
            <ac:spMk id="3" creationId="{4A1C0383-58FE-E486-295E-B33B8683B938}"/>
          </ac:spMkLst>
        </pc:spChg>
      </pc:sldChg>
      <pc:sldChg chg="modSp add mod ord modAnim">
        <pc:chgData name="Owais Ahmed" userId="6abc7d4556b3b071" providerId="LiveId" clId="{A73E0D9C-676C-43B7-9A99-875A4AA67F46}" dt="2023-11-08T10:51:21.154" v="7329"/>
        <pc:sldMkLst>
          <pc:docMk/>
          <pc:sldMk cId="2389114497" sldId="2563"/>
        </pc:sldMkLst>
        <pc:spChg chg="mod">
          <ac:chgData name="Owais Ahmed" userId="6abc7d4556b3b071" providerId="LiveId" clId="{A73E0D9C-676C-43B7-9A99-875A4AA67F46}" dt="2023-11-08T10:51:21.154" v="7329"/>
          <ac:spMkLst>
            <pc:docMk/>
            <pc:sldMk cId="2389114497" sldId="2563"/>
            <ac:spMk id="3" creationId="{4A1C0383-58FE-E486-295E-B33B8683B938}"/>
          </ac:spMkLst>
        </pc:spChg>
        <pc:spChg chg="mod">
          <ac:chgData name="Owais Ahmed" userId="6abc7d4556b3b071" providerId="LiveId" clId="{A73E0D9C-676C-43B7-9A99-875A4AA67F46}" dt="2023-11-01T07:06:40.851" v="566" actId="20577"/>
          <ac:spMkLst>
            <pc:docMk/>
            <pc:sldMk cId="2389114497" sldId="2563"/>
            <ac:spMk id="215" creationId="{00000000-0000-0000-0000-000000000000}"/>
          </ac:spMkLst>
        </pc:spChg>
      </pc:sldChg>
      <pc:sldChg chg="addSp modSp add mod modAnim modNotesTx">
        <pc:chgData name="Owais Ahmed" userId="6abc7d4556b3b071" providerId="LiveId" clId="{A73E0D9C-676C-43B7-9A99-875A4AA67F46}" dt="2023-11-01T09:11:25.859" v="3616" actId="20577"/>
        <pc:sldMkLst>
          <pc:docMk/>
          <pc:sldMk cId="3353402870" sldId="2564"/>
        </pc:sldMkLst>
        <pc:spChg chg="mod">
          <ac:chgData name="Owais Ahmed" userId="6abc7d4556b3b071" providerId="LiveId" clId="{A73E0D9C-676C-43B7-9A99-875A4AA67F46}" dt="2023-11-01T09:10:29.513" v="3594" actId="20577"/>
          <ac:spMkLst>
            <pc:docMk/>
            <pc:sldMk cId="3353402870" sldId="2564"/>
            <ac:spMk id="3" creationId="{4A1C0383-58FE-E486-295E-B33B8683B938}"/>
          </ac:spMkLst>
        </pc:spChg>
        <pc:graphicFrameChg chg="add mod modGraphic">
          <ac:chgData name="Owais Ahmed" userId="6abc7d4556b3b071" providerId="LiveId" clId="{A73E0D9C-676C-43B7-9A99-875A4AA67F46}" dt="2023-11-01T09:11:25.859" v="3616" actId="20577"/>
          <ac:graphicFrameMkLst>
            <pc:docMk/>
            <pc:sldMk cId="3353402870" sldId="2564"/>
            <ac:graphicFrameMk id="4" creationId="{90A278D2-EC83-AE47-5102-39FCC71464CE}"/>
          </ac:graphicFrameMkLst>
        </pc:graphicFrameChg>
      </pc:sldChg>
      <pc:sldChg chg="delSp modSp add mod delAnim modAnim modNotesTx">
        <pc:chgData name="Owais Ahmed" userId="6abc7d4556b3b071" providerId="LiveId" clId="{A73E0D9C-676C-43B7-9A99-875A4AA67F46}" dt="2023-11-01T10:35:10.811" v="6003" actId="20577"/>
        <pc:sldMkLst>
          <pc:docMk/>
          <pc:sldMk cId="503313006" sldId="2565"/>
        </pc:sldMkLst>
        <pc:spChg chg="mod">
          <ac:chgData name="Owais Ahmed" userId="6abc7d4556b3b071" providerId="LiveId" clId="{A73E0D9C-676C-43B7-9A99-875A4AA67F46}" dt="2023-11-01T10:35:10.811" v="6003" actId="20577"/>
          <ac:spMkLst>
            <pc:docMk/>
            <pc:sldMk cId="503313006" sldId="2565"/>
            <ac:spMk id="3" creationId="{4A1C0383-58FE-E486-295E-B33B8683B938}"/>
          </ac:spMkLst>
        </pc:spChg>
        <pc:graphicFrameChg chg="del">
          <ac:chgData name="Owais Ahmed" userId="6abc7d4556b3b071" providerId="LiveId" clId="{A73E0D9C-676C-43B7-9A99-875A4AA67F46}" dt="2023-11-01T08:47:14.182" v="2190" actId="478"/>
          <ac:graphicFrameMkLst>
            <pc:docMk/>
            <pc:sldMk cId="503313006" sldId="2565"/>
            <ac:graphicFrameMk id="4" creationId="{90A278D2-EC83-AE47-5102-39FCC71464CE}"/>
          </ac:graphicFrameMkLst>
        </pc:graphicFrameChg>
      </pc:sldChg>
      <pc:sldChg chg="modSp add mod modAnim">
        <pc:chgData name="Owais Ahmed" userId="6abc7d4556b3b071" providerId="LiveId" clId="{A73E0D9C-676C-43B7-9A99-875A4AA67F46}" dt="2023-11-01T09:03:45.256" v="3321" actId="20577"/>
        <pc:sldMkLst>
          <pc:docMk/>
          <pc:sldMk cId="3854100598" sldId="2566"/>
        </pc:sldMkLst>
        <pc:spChg chg="mod">
          <ac:chgData name="Owais Ahmed" userId="6abc7d4556b3b071" providerId="LiveId" clId="{A73E0D9C-676C-43B7-9A99-875A4AA67F46}" dt="2023-11-01T09:03:45.256" v="3321" actId="20577"/>
          <ac:spMkLst>
            <pc:docMk/>
            <pc:sldMk cId="3854100598" sldId="2566"/>
            <ac:spMk id="3" creationId="{4A1C0383-58FE-E486-295E-B33B8683B938}"/>
          </ac:spMkLst>
        </pc:spChg>
      </pc:sldChg>
      <pc:sldChg chg="add del">
        <pc:chgData name="Owais Ahmed" userId="6abc7d4556b3b071" providerId="LiveId" clId="{A73E0D9C-676C-43B7-9A99-875A4AA67F46}" dt="2023-11-01T09:04:06.567" v="3325" actId="2890"/>
        <pc:sldMkLst>
          <pc:docMk/>
          <pc:sldMk cId="1315436998" sldId="2567"/>
        </pc:sldMkLst>
      </pc:sldChg>
      <pc:sldChg chg="addSp delSp modSp add mod ord addAnim delAnim modAnim">
        <pc:chgData name="Owais Ahmed" userId="6abc7d4556b3b071" providerId="LiveId" clId="{A73E0D9C-676C-43B7-9A99-875A4AA67F46}" dt="2023-11-01T10:18:27.425" v="4674" actId="1076"/>
        <pc:sldMkLst>
          <pc:docMk/>
          <pc:sldMk cId="3011284567" sldId="2567"/>
        </pc:sldMkLst>
        <pc:spChg chg="add del mod">
          <ac:chgData name="Owais Ahmed" userId="6abc7d4556b3b071" providerId="LiveId" clId="{A73E0D9C-676C-43B7-9A99-875A4AA67F46}" dt="2023-11-01T10:18:16.532" v="4670" actId="20577"/>
          <ac:spMkLst>
            <pc:docMk/>
            <pc:sldMk cId="3011284567" sldId="2567"/>
            <ac:spMk id="3" creationId="{4A1C0383-58FE-E486-295E-B33B8683B938}"/>
          </ac:spMkLst>
        </pc:spChg>
        <pc:spChg chg="add del mod">
          <ac:chgData name="Owais Ahmed" userId="6abc7d4556b3b071" providerId="LiveId" clId="{A73E0D9C-676C-43B7-9A99-875A4AA67F46}" dt="2023-11-01T10:17:53.841" v="4637" actId="478"/>
          <ac:spMkLst>
            <pc:docMk/>
            <pc:sldMk cId="3011284567" sldId="2567"/>
            <ac:spMk id="6" creationId="{A37A02BB-2A7C-4A7A-CF92-D4F9A758A1C5}"/>
          </ac:spMkLst>
        </pc:spChg>
        <pc:spChg chg="add del mod">
          <ac:chgData name="Owais Ahmed" userId="6abc7d4556b3b071" providerId="LiveId" clId="{A73E0D9C-676C-43B7-9A99-875A4AA67F46}" dt="2023-11-01T09:29:37.079" v="3956" actId="478"/>
          <ac:spMkLst>
            <pc:docMk/>
            <pc:sldMk cId="3011284567" sldId="2567"/>
            <ac:spMk id="8" creationId="{B51B7434-9668-112D-1DBA-DC27B6C9B120}"/>
          </ac:spMkLst>
        </pc:spChg>
        <pc:spChg chg="add del mod">
          <ac:chgData name="Owais Ahmed" userId="6abc7d4556b3b071" providerId="LiveId" clId="{A73E0D9C-676C-43B7-9A99-875A4AA67F46}" dt="2023-11-01T09:28:52.165" v="3949"/>
          <ac:spMkLst>
            <pc:docMk/>
            <pc:sldMk cId="3011284567" sldId="2567"/>
            <ac:spMk id="9" creationId="{FC85F41C-FB33-6F53-25E4-6F1937BDBDB1}"/>
          </ac:spMkLst>
        </pc:spChg>
        <pc:spChg chg="add del mod">
          <ac:chgData name="Owais Ahmed" userId="6abc7d4556b3b071" providerId="LiveId" clId="{A73E0D9C-676C-43B7-9A99-875A4AA67F46}" dt="2023-11-01T09:31:05.127" v="3978" actId="478"/>
          <ac:spMkLst>
            <pc:docMk/>
            <pc:sldMk cId="3011284567" sldId="2567"/>
            <ac:spMk id="10" creationId="{FCAAA679-2BFE-794F-86E4-5F42736037F2}"/>
          </ac:spMkLst>
        </pc:spChg>
        <pc:spChg chg="add del mod">
          <ac:chgData name="Owais Ahmed" userId="6abc7d4556b3b071" providerId="LiveId" clId="{A73E0D9C-676C-43B7-9A99-875A4AA67F46}" dt="2023-11-01T09:31:05.984" v="3979" actId="478"/>
          <ac:spMkLst>
            <pc:docMk/>
            <pc:sldMk cId="3011284567" sldId="2567"/>
            <ac:spMk id="11" creationId="{B1D57B42-80E4-622B-2163-9D52DD746A94}"/>
          </ac:spMkLst>
        </pc:spChg>
        <pc:spChg chg="add del mod">
          <ac:chgData name="Owais Ahmed" userId="6abc7d4556b3b071" providerId="LiveId" clId="{A73E0D9C-676C-43B7-9A99-875A4AA67F46}" dt="2023-11-01T09:31:03.614" v="3977" actId="478"/>
          <ac:spMkLst>
            <pc:docMk/>
            <pc:sldMk cId="3011284567" sldId="2567"/>
            <ac:spMk id="12" creationId="{2987EBF9-9B25-B8D1-4405-09CC5FB4F4DB}"/>
          </ac:spMkLst>
        </pc:spChg>
        <pc:spChg chg="add del mod">
          <ac:chgData name="Owais Ahmed" userId="6abc7d4556b3b071" providerId="LiveId" clId="{A73E0D9C-676C-43B7-9A99-875A4AA67F46}" dt="2023-11-01T10:17:13.205" v="4633" actId="478"/>
          <ac:spMkLst>
            <pc:docMk/>
            <pc:sldMk cId="3011284567" sldId="2567"/>
            <ac:spMk id="13" creationId="{137EB1FE-81B3-B9CB-0EDF-B81887C87AB1}"/>
          </ac:spMkLst>
        </pc:spChg>
        <pc:spChg chg="add del mod">
          <ac:chgData name="Owais Ahmed" userId="6abc7d4556b3b071" providerId="LiveId" clId="{A73E0D9C-676C-43B7-9A99-875A4AA67F46}" dt="2023-11-01T10:17:13.205" v="4633" actId="478"/>
          <ac:spMkLst>
            <pc:docMk/>
            <pc:sldMk cId="3011284567" sldId="2567"/>
            <ac:spMk id="14" creationId="{A851962C-E198-12CF-C030-35A8920BB83A}"/>
          </ac:spMkLst>
        </pc:spChg>
        <pc:spChg chg="add del mod">
          <ac:chgData name="Owais Ahmed" userId="6abc7d4556b3b071" providerId="LiveId" clId="{A73E0D9C-676C-43B7-9A99-875A4AA67F46}" dt="2023-11-01T10:17:13.205" v="4633" actId="478"/>
          <ac:spMkLst>
            <pc:docMk/>
            <pc:sldMk cId="3011284567" sldId="2567"/>
            <ac:spMk id="15" creationId="{3CAC2DE7-AE19-4C41-4744-4C92B36D78B7}"/>
          </ac:spMkLst>
        </pc:spChg>
        <pc:spChg chg="add del mod">
          <ac:chgData name="Owais Ahmed" userId="6abc7d4556b3b071" providerId="LiveId" clId="{A73E0D9C-676C-43B7-9A99-875A4AA67F46}" dt="2023-11-01T10:17:13.205" v="4633" actId="478"/>
          <ac:spMkLst>
            <pc:docMk/>
            <pc:sldMk cId="3011284567" sldId="2567"/>
            <ac:spMk id="16" creationId="{B0467C12-FEBA-CBB6-A141-AC141960F894}"/>
          </ac:spMkLst>
        </pc:spChg>
        <pc:spChg chg="add del mod">
          <ac:chgData name="Owais Ahmed" userId="6abc7d4556b3b071" providerId="LiveId" clId="{A73E0D9C-676C-43B7-9A99-875A4AA67F46}" dt="2023-11-01T10:17:13.205" v="4633" actId="478"/>
          <ac:spMkLst>
            <pc:docMk/>
            <pc:sldMk cId="3011284567" sldId="2567"/>
            <ac:spMk id="17" creationId="{829BB52B-B7FB-EC35-0AED-E8948B88797B}"/>
          </ac:spMkLst>
        </pc:spChg>
        <pc:spChg chg="add del mod">
          <ac:chgData name="Owais Ahmed" userId="6abc7d4556b3b071" providerId="LiveId" clId="{A73E0D9C-676C-43B7-9A99-875A4AA67F46}" dt="2023-11-01T09:34:57.400" v="4020" actId="478"/>
          <ac:spMkLst>
            <pc:docMk/>
            <pc:sldMk cId="3011284567" sldId="2567"/>
            <ac:spMk id="18" creationId="{BF2F2498-EC66-DEB4-AD83-3D7A194AC3E3}"/>
          </ac:spMkLst>
        </pc:spChg>
        <pc:spChg chg="add del mod">
          <ac:chgData name="Owais Ahmed" userId="6abc7d4556b3b071" providerId="LiveId" clId="{A73E0D9C-676C-43B7-9A99-875A4AA67F46}" dt="2023-11-01T10:17:13.205" v="4633" actId="478"/>
          <ac:spMkLst>
            <pc:docMk/>
            <pc:sldMk cId="3011284567" sldId="2567"/>
            <ac:spMk id="19" creationId="{32B5B6CB-4566-30EA-D922-EDA937D3CB8E}"/>
          </ac:spMkLst>
        </pc:spChg>
        <pc:spChg chg="add del mod">
          <ac:chgData name="Owais Ahmed" userId="6abc7d4556b3b071" providerId="LiveId" clId="{A73E0D9C-676C-43B7-9A99-875A4AA67F46}" dt="2023-11-01T10:17:13.205" v="4633" actId="478"/>
          <ac:spMkLst>
            <pc:docMk/>
            <pc:sldMk cId="3011284567" sldId="2567"/>
            <ac:spMk id="20" creationId="{E1DA110E-59CC-B618-5595-EC4E1FDF2E87}"/>
          </ac:spMkLst>
        </pc:spChg>
        <pc:spChg chg="add del mod">
          <ac:chgData name="Owais Ahmed" userId="6abc7d4556b3b071" providerId="LiveId" clId="{A73E0D9C-676C-43B7-9A99-875A4AA67F46}" dt="2023-11-01T10:17:13.205" v="4633" actId="478"/>
          <ac:spMkLst>
            <pc:docMk/>
            <pc:sldMk cId="3011284567" sldId="2567"/>
            <ac:spMk id="21" creationId="{CB27C5A1-3498-EEAF-66D5-3B5B54E2F595}"/>
          </ac:spMkLst>
        </pc:spChg>
        <pc:spChg chg="add del mod">
          <ac:chgData name="Owais Ahmed" userId="6abc7d4556b3b071" providerId="LiveId" clId="{A73E0D9C-676C-43B7-9A99-875A4AA67F46}" dt="2023-11-01T10:17:13.205" v="4633" actId="478"/>
          <ac:spMkLst>
            <pc:docMk/>
            <pc:sldMk cId="3011284567" sldId="2567"/>
            <ac:spMk id="22" creationId="{2BD4B54D-4E71-AA43-BC4E-E7A106A9D8D9}"/>
          </ac:spMkLst>
        </pc:spChg>
        <pc:spChg chg="add del mod">
          <ac:chgData name="Owais Ahmed" userId="6abc7d4556b3b071" providerId="LiveId" clId="{A73E0D9C-676C-43B7-9A99-875A4AA67F46}" dt="2023-11-01T10:17:13.205" v="4633" actId="478"/>
          <ac:spMkLst>
            <pc:docMk/>
            <pc:sldMk cId="3011284567" sldId="2567"/>
            <ac:spMk id="23" creationId="{ED8DB914-6F6A-39DB-ACA3-3D474ADBA281}"/>
          </ac:spMkLst>
        </pc:spChg>
        <pc:spChg chg="add del mod">
          <ac:chgData name="Owais Ahmed" userId="6abc7d4556b3b071" providerId="LiveId" clId="{A73E0D9C-676C-43B7-9A99-875A4AA67F46}" dt="2023-11-01T10:17:13.205" v="4633" actId="478"/>
          <ac:spMkLst>
            <pc:docMk/>
            <pc:sldMk cId="3011284567" sldId="2567"/>
            <ac:spMk id="24" creationId="{52BF3C11-7E24-E15A-B99B-EA6F162D68C6}"/>
          </ac:spMkLst>
        </pc:spChg>
        <pc:spChg chg="add del mod">
          <ac:chgData name="Owais Ahmed" userId="6abc7d4556b3b071" providerId="LiveId" clId="{A73E0D9C-676C-43B7-9A99-875A4AA67F46}" dt="2023-11-01T10:17:13.205" v="4633" actId="478"/>
          <ac:spMkLst>
            <pc:docMk/>
            <pc:sldMk cId="3011284567" sldId="2567"/>
            <ac:spMk id="29" creationId="{47D5EB1E-707A-E268-1525-8A3E1BDBB262}"/>
          </ac:spMkLst>
        </pc:spChg>
        <pc:spChg chg="add del mod">
          <ac:chgData name="Owais Ahmed" userId="6abc7d4556b3b071" providerId="LiveId" clId="{A73E0D9C-676C-43B7-9A99-875A4AA67F46}" dt="2023-11-01T10:17:13.205" v="4633" actId="478"/>
          <ac:spMkLst>
            <pc:docMk/>
            <pc:sldMk cId="3011284567" sldId="2567"/>
            <ac:spMk id="39" creationId="{35379958-F3C8-D09C-7CA8-CD06F6879574}"/>
          </ac:spMkLst>
        </pc:spChg>
        <pc:spChg chg="add del mod">
          <ac:chgData name="Owais Ahmed" userId="6abc7d4556b3b071" providerId="LiveId" clId="{A73E0D9C-676C-43B7-9A99-875A4AA67F46}" dt="2023-11-01T10:17:13.205" v="4633" actId="478"/>
          <ac:spMkLst>
            <pc:docMk/>
            <pc:sldMk cId="3011284567" sldId="2567"/>
            <ac:spMk id="44" creationId="{E98ECAE0-2231-5E90-E53D-4F5CE6C43A89}"/>
          </ac:spMkLst>
        </pc:spChg>
        <pc:grpChg chg="add mod">
          <ac:chgData name="Owais Ahmed" userId="6abc7d4556b3b071" providerId="LiveId" clId="{A73E0D9C-676C-43B7-9A99-875A4AA67F46}" dt="2023-11-01T10:16:11.187" v="4626" actId="164"/>
          <ac:grpSpMkLst>
            <pc:docMk/>
            <pc:sldMk cId="3011284567" sldId="2567"/>
            <ac:grpSpMk id="60" creationId="{44CA4005-5562-A4A9-4E94-005126EB286A}"/>
          </ac:grpSpMkLst>
        </pc:grpChg>
        <pc:graphicFrameChg chg="add mod modGraphic">
          <ac:chgData name="Owais Ahmed" userId="6abc7d4556b3b071" providerId="LiveId" clId="{A73E0D9C-676C-43B7-9A99-875A4AA67F46}" dt="2023-11-01T10:18:27.425" v="4674" actId="1076"/>
          <ac:graphicFrameMkLst>
            <pc:docMk/>
            <pc:sldMk cId="3011284567" sldId="2567"/>
            <ac:graphicFrameMk id="4" creationId="{57C6CE5B-28E6-3601-53E7-C7DDF4BF5C4B}"/>
          </ac:graphicFrameMkLst>
        </pc:graphicFrameChg>
        <pc:graphicFrameChg chg="add del modGraphic">
          <ac:chgData name="Owais Ahmed" userId="6abc7d4556b3b071" providerId="LiveId" clId="{A73E0D9C-676C-43B7-9A99-875A4AA67F46}" dt="2023-11-01T09:16:28.383" v="3712" actId="1032"/>
          <ac:graphicFrameMkLst>
            <pc:docMk/>
            <pc:sldMk cId="3011284567" sldId="2567"/>
            <ac:graphicFrameMk id="5" creationId="{6552F4A7-3117-563A-3BF1-0F2B35E30783}"/>
          </ac:graphicFrameMkLst>
        </pc:graphicFrameChg>
        <pc:graphicFrameChg chg="add del mod modGraphic">
          <ac:chgData name="Owais Ahmed" userId="6abc7d4556b3b071" providerId="LiveId" clId="{A73E0D9C-676C-43B7-9A99-875A4AA67F46}" dt="2023-11-01T09:28:30.536" v="3945" actId="478"/>
          <ac:graphicFrameMkLst>
            <pc:docMk/>
            <pc:sldMk cId="3011284567" sldId="2567"/>
            <ac:graphicFrameMk id="7" creationId="{D5B5FCF0-57AA-1DA6-160B-46B5CF2C8A43}"/>
          </ac:graphicFrameMkLst>
        </pc:graphicFrameChg>
        <pc:cxnChg chg="add del mod">
          <ac:chgData name="Owais Ahmed" userId="6abc7d4556b3b071" providerId="LiveId" clId="{A73E0D9C-676C-43B7-9A99-875A4AA67F46}" dt="2023-11-01T10:17:13.205" v="4633" actId="478"/>
          <ac:cxnSpMkLst>
            <pc:docMk/>
            <pc:sldMk cId="3011284567" sldId="2567"/>
            <ac:cxnSpMk id="26" creationId="{E4EFFF76-B83C-B0E8-CEBD-F75402658650}"/>
          </ac:cxnSpMkLst>
        </pc:cxnChg>
        <pc:cxnChg chg="add del mod">
          <ac:chgData name="Owais Ahmed" userId="6abc7d4556b3b071" providerId="LiveId" clId="{A73E0D9C-676C-43B7-9A99-875A4AA67F46}" dt="2023-11-01T10:17:13.205" v="4633" actId="478"/>
          <ac:cxnSpMkLst>
            <pc:docMk/>
            <pc:sldMk cId="3011284567" sldId="2567"/>
            <ac:cxnSpMk id="28" creationId="{A07F829E-F840-E581-2363-267280976922}"/>
          </ac:cxnSpMkLst>
        </pc:cxnChg>
        <pc:cxnChg chg="add del mod">
          <ac:chgData name="Owais Ahmed" userId="6abc7d4556b3b071" providerId="LiveId" clId="{A73E0D9C-676C-43B7-9A99-875A4AA67F46}" dt="2023-11-01T10:17:13.205" v="4633" actId="478"/>
          <ac:cxnSpMkLst>
            <pc:docMk/>
            <pc:sldMk cId="3011284567" sldId="2567"/>
            <ac:cxnSpMk id="31" creationId="{14F9AB7C-7C99-E7DA-BD3E-85892AC0B164}"/>
          </ac:cxnSpMkLst>
        </pc:cxnChg>
        <pc:cxnChg chg="add del mod">
          <ac:chgData name="Owais Ahmed" userId="6abc7d4556b3b071" providerId="LiveId" clId="{A73E0D9C-676C-43B7-9A99-875A4AA67F46}" dt="2023-11-01T10:17:13.205" v="4633" actId="478"/>
          <ac:cxnSpMkLst>
            <pc:docMk/>
            <pc:sldMk cId="3011284567" sldId="2567"/>
            <ac:cxnSpMk id="33" creationId="{4AEC6057-6FB8-DD8D-5F96-F9E8BBD7D56E}"/>
          </ac:cxnSpMkLst>
        </pc:cxnChg>
        <pc:cxnChg chg="add del mod">
          <ac:chgData name="Owais Ahmed" userId="6abc7d4556b3b071" providerId="LiveId" clId="{A73E0D9C-676C-43B7-9A99-875A4AA67F46}" dt="2023-11-01T10:17:13.205" v="4633" actId="478"/>
          <ac:cxnSpMkLst>
            <pc:docMk/>
            <pc:sldMk cId="3011284567" sldId="2567"/>
            <ac:cxnSpMk id="41" creationId="{64D76290-5388-F145-C2A8-C4AB58433F6E}"/>
          </ac:cxnSpMkLst>
        </pc:cxnChg>
        <pc:cxnChg chg="add del mod">
          <ac:chgData name="Owais Ahmed" userId="6abc7d4556b3b071" providerId="LiveId" clId="{A73E0D9C-676C-43B7-9A99-875A4AA67F46}" dt="2023-11-01T10:17:13.205" v="4633" actId="478"/>
          <ac:cxnSpMkLst>
            <pc:docMk/>
            <pc:sldMk cId="3011284567" sldId="2567"/>
            <ac:cxnSpMk id="43" creationId="{AF6C53BF-EA22-CE93-0D5C-84F080B231B4}"/>
          </ac:cxnSpMkLst>
        </pc:cxnChg>
        <pc:cxnChg chg="add del mod">
          <ac:chgData name="Owais Ahmed" userId="6abc7d4556b3b071" providerId="LiveId" clId="{A73E0D9C-676C-43B7-9A99-875A4AA67F46}" dt="2023-11-01T10:17:13.205" v="4633" actId="478"/>
          <ac:cxnSpMkLst>
            <pc:docMk/>
            <pc:sldMk cId="3011284567" sldId="2567"/>
            <ac:cxnSpMk id="46" creationId="{57475851-EAEE-8B03-DCB3-673357A57A8D}"/>
          </ac:cxnSpMkLst>
        </pc:cxnChg>
        <pc:cxnChg chg="add del mod">
          <ac:chgData name="Owais Ahmed" userId="6abc7d4556b3b071" providerId="LiveId" clId="{A73E0D9C-676C-43B7-9A99-875A4AA67F46}" dt="2023-11-01T10:17:13.205" v="4633" actId="478"/>
          <ac:cxnSpMkLst>
            <pc:docMk/>
            <pc:sldMk cId="3011284567" sldId="2567"/>
            <ac:cxnSpMk id="48" creationId="{796894D6-8A92-56E0-5DDB-6FAB0BD9E8A9}"/>
          </ac:cxnSpMkLst>
        </pc:cxnChg>
      </pc:sldChg>
      <pc:sldChg chg="add del">
        <pc:chgData name="Owais Ahmed" userId="6abc7d4556b3b071" providerId="LiveId" clId="{A73E0D9C-676C-43B7-9A99-875A4AA67F46}" dt="2023-11-01T09:04:05.455" v="3324" actId="2890"/>
        <pc:sldMkLst>
          <pc:docMk/>
          <pc:sldMk cId="926835550" sldId="2568"/>
        </pc:sldMkLst>
      </pc:sldChg>
      <pc:sldChg chg="addSp delSp modSp add mod delAnim modAnim">
        <pc:chgData name="Owais Ahmed" userId="6abc7d4556b3b071" providerId="LiveId" clId="{A73E0D9C-676C-43B7-9A99-875A4AA67F46}" dt="2023-11-01T10:20:13.808" v="4763"/>
        <pc:sldMkLst>
          <pc:docMk/>
          <pc:sldMk cId="3163091979" sldId="2568"/>
        </pc:sldMkLst>
        <pc:spChg chg="mod">
          <ac:chgData name="Owais Ahmed" userId="6abc7d4556b3b071" providerId="LiveId" clId="{A73E0D9C-676C-43B7-9A99-875A4AA67F46}" dt="2023-11-01T10:20:05.337" v="4762" actId="20577"/>
          <ac:spMkLst>
            <pc:docMk/>
            <pc:sldMk cId="3163091979" sldId="2568"/>
            <ac:spMk id="3" creationId="{4A1C0383-58FE-E486-295E-B33B8683B938}"/>
          </ac:spMkLst>
        </pc:spChg>
        <pc:spChg chg="del">
          <ac:chgData name="Owais Ahmed" userId="6abc7d4556b3b071" providerId="LiveId" clId="{A73E0D9C-676C-43B7-9A99-875A4AA67F46}" dt="2023-11-01T09:44:55.100" v="4244" actId="478"/>
          <ac:spMkLst>
            <pc:docMk/>
            <pc:sldMk cId="3163091979" sldId="2568"/>
            <ac:spMk id="6" creationId="{A37A02BB-2A7C-4A7A-CF92-D4F9A758A1C5}"/>
          </ac:spMkLst>
        </pc:spChg>
        <pc:spChg chg="add del mod">
          <ac:chgData name="Owais Ahmed" userId="6abc7d4556b3b071" providerId="LiveId" clId="{A73E0D9C-676C-43B7-9A99-875A4AA67F46}" dt="2023-11-01T09:51:23.355" v="4359" actId="767"/>
          <ac:spMkLst>
            <pc:docMk/>
            <pc:sldMk cId="3163091979" sldId="2568"/>
            <ac:spMk id="7" creationId="{6BAF7E7F-9F12-00A7-0566-9F93051CB771}"/>
          </ac:spMkLst>
        </pc:spChg>
        <pc:spChg chg="add del mod topLvl">
          <ac:chgData name="Owais Ahmed" userId="6abc7d4556b3b071" providerId="LiveId" clId="{A73E0D9C-676C-43B7-9A99-875A4AA67F46}" dt="2023-11-01T09:57:02.488" v="4451" actId="478"/>
          <ac:spMkLst>
            <pc:docMk/>
            <pc:sldMk cId="3163091979" sldId="2568"/>
            <ac:spMk id="9" creationId="{87CAE9EC-6C1A-D1F3-40FD-89E3C3353256}"/>
          </ac:spMkLst>
        </pc:spChg>
        <pc:spChg chg="del mod topLvl">
          <ac:chgData name="Owais Ahmed" userId="6abc7d4556b3b071" providerId="LiveId" clId="{A73E0D9C-676C-43B7-9A99-875A4AA67F46}" dt="2023-11-01T09:52:22.233" v="4377" actId="478"/>
          <ac:spMkLst>
            <pc:docMk/>
            <pc:sldMk cId="3163091979" sldId="2568"/>
            <ac:spMk id="10" creationId="{C5DD003F-7768-4FB9-13C8-46D7A0BFED8F}"/>
          </ac:spMkLst>
        </pc:spChg>
        <pc:spChg chg="add del mod topLvl">
          <ac:chgData name="Owais Ahmed" userId="6abc7d4556b3b071" providerId="LiveId" clId="{A73E0D9C-676C-43B7-9A99-875A4AA67F46}" dt="2023-11-01T09:57:02.488" v="4451" actId="478"/>
          <ac:spMkLst>
            <pc:docMk/>
            <pc:sldMk cId="3163091979" sldId="2568"/>
            <ac:spMk id="11" creationId="{BBD71F52-67AF-87E8-BBDF-3B5551EB24EF}"/>
          </ac:spMkLst>
        </pc:spChg>
        <pc:spChg chg="del mod topLvl">
          <ac:chgData name="Owais Ahmed" userId="6abc7d4556b3b071" providerId="LiveId" clId="{A73E0D9C-676C-43B7-9A99-875A4AA67F46}" dt="2023-11-01T09:52:20.793" v="4375" actId="478"/>
          <ac:spMkLst>
            <pc:docMk/>
            <pc:sldMk cId="3163091979" sldId="2568"/>
            <ac:spMk id="12" creationId="{D3FCCAD0-385A-EDDB-D99C-B66E71554225}"/>
          </ac:spMkLst>
        </pc:spChg>
        <pc:spChg chg="del">
          <ac:chgData name="Owais Ahmed" userId="6abc7d4556b3b071" providerId="LiveId" clId="{A73E0D9C-676C-43B7-9A99-875A4AA67F46}" dt="2023-11-01T09:49:21.490" v="4354" actId="478"/>
          <ac:spMkLst>
            <pc:docMk/>
            <pc:sldMk cId="3163091979" sldId="2568"/>
            <ac:spMk id="13" creationId="{137EB1FE-81B3-B9CB-0EDF-B81887C87AB1}"/>
          </ac:spMkLst>
        </pc:spChg>
        <pc:spChg chg="del">
          <ac:chgData name="Owais Ahmed" userId="6abc7d4556b3b071" providerId="LiveId" clId="{A73E0D9C-676C-43B7-9A99-875A4AA67F46}" dt="2023-11-01T09:49:19.802" v="4353" actId="478"/>
          <ac:spMkLst>
            <pc:docMk/>
            <pc:sldMk cId="3163091979" sldId="2568"/>
            <ac:spMk id="14" creationId="{A851962C-E198-12CF-C030-35A8920BB83A}"/>
          </ac:spMkLst>
        </pc:spChg>
        <pc:spChg chg="del">
          <ac:chgData name="Owais Ahmed" userId="6abc7d4556b3b071" providerId="LiveId" clId="{A73E0D9C-676C-43B7-9A99-875A4AA67F46}" dt="2023-11-01T09:49:19.802" v="4353" actId="478"/>
          <ac:spMkLst>
            <pc:docMk/>
            <pc:sldMk cId="3163091979" sldId="2568"/>
            <ac:spMk id="15" creationId="{3CAC2DE7-AE19-4C41-4744-4C92B36D78B7}"/>
          </ac:spMkLst>
        </pc:spChg>
        <pc:spChg chg="del">
          <ac:chgData name="Owais Ahmed" userId="6abc7d4556b3b071" providerId="LiveId" clId="{A73E0D9C-676C-43B7-9A99-875A4AA67F46}" dt="2023-11-01T09:49:19.802" v="4353" actId="478"/>
          <ac:spMkLst>
            <pc:docMk/>
            <pc:sldMk cId="3163091979" sldId="2568"/>
            <ac:spMk id="16" creationId="{B0467C12-FEBA-CBB6-A141-AC141960F894}"/>
          </ac:spMkLst>
        </pc:spChg>
        <pc:spChg chg="del">
          <ac:chgData name="Owais Ahmed" userId="6abc7d4556b3b071" providerId="LiveId" clId="{A73E0D9C-676C-43B7-9A99-875A4AA67F46}" dt="2023-11-01T09:49:19.802" v="4353" actId="478"/>
          <ac:spMkLst>
            <pc:docMk/>
            <pc:sldMk cId="3163091979" sldId="2568"/>
            <ac:spMk id="17" creationId="{829BB52B-B7FB-EC35-0AED-E8948B88797B}"/>
          </ac:spMkLst>
        </pc:spChg>
        <pc:spChg chg="add del mod topLvl">
          <ac:chgData name="Owais Ahmed" userId="6abc7d4556b3b071" providerId="LiveId" clId="{A73E0D9C-676C-43B7-9A99-875A4AA67F46}" dt="2023-11-01T09:57:02.488" v="4451" actId="478"/>
          <ac:spMkLst>
            <pc:docMk/>
            <pc:sldMk cId="3163091979" sldId="2568"/>
            <ac:spMk id="18" creationId="{1380ECEA-7D3C-DA64-EAB9-147EB50354F3}"/>
          </ac:spMkLst>
        </pc:spChg>
        <pc:spChg chg="del">
          <ac:chgData name="Owais Ahmed" userId="6abc7d4556b3b071" providerId="LiveId" clId="{A73E0D9C-676C-43B7-9A99-875A4AA67F46}" dt="2023-11-01T09:49:21.490" v="4354" actId="478"/>
          <ac:spMkLst>
            <pc:docMk/>
            <pc:sldMk cId="3163091979" sldId="2568"/>
            <ac:spMk id="19" creationId="{32B5B6CB-4566-30EA-D922-EDA937D3CB8E}"/>
          </ac:spMkLst>
        </pc:spChg>
        <pc:spChg chg="del">
          <ac:chgData name="Owais Ahmed" userId="6abc7d4556b3b071" providerId="LiveId" clId="{A73E0D9C-676C-43B7-9A99-875A4AA67F46}" dt="2023-11-01T09:49:19.802" v="4353" actId="478"/>
          <ac:spMkLst>
            <pc:docMk/>
            <pc:sldMk cId="3163091979" sldId="2568"/>
            <ac:spMk id="20" creationId="{E1DA110E-59CC-B618-5595-EC4E1FDF2E87}"/>
          </ac:spMkLst>
        </pc:spChg>
        <pc:spChg chg="del">
          <ac:chgData name="Owais Ahmed" userId="6abc7d4556b3b071" providerId="LiveId" clId="{A73E0D9C-676C-43B7-9A99-875A4AA67F46}" dt="2023-11-01T09:49:19.802" v="4353" actId="478"/>
          <ac:spMkLst>
            <pc:docMk/>
            <pc:sldMk cId="3163091979" sldId="2568"/>
            <ac:spMk id="21" creationId="{CB27C5A1-3498-EEAF-66D5-3B5B54E2F595}"/>
          </ac:spMkLst>
        </pc:spChg>
        <pc:spChg chg="del">
          <ac:chgData name="Owais Ahmed" userId="6abc7d4556b3b071" providerId="LiveId" clId="{A73E0D9C-676C-43B7-9A99-875A4AA67F46}" dt="2023-11-01T09:49:19.802" v="4353" actId="478"/>
          <ac:spMkLst>
            <pc:docMk/>
            <pc:sldMk cId="3163091979" sldId="2568"/>
            <ac:spMk id="22" creationId="{2BD4B54D-4E71-AA43-BC4E-E7A106A9D8D9}"/>
          </ac:spMkLst>
        </pc:spChg>
        <pc:spChg chg="del">
          <ac:chgData name="Owais Ahmed" userId="6abc7d4556b3b071" providerId="LiveId" clId="{A73E0D9C-676C-43B7-9A99-875A4AA67F46}" dt="2023-11-01T09:49:19.802" v="4353" actId="478"/>
          <ac:spMkLst>
            <pc:docMk/>
            <pc:sldMk cId="3163091979" sldId="2568"/>
            <ac:spMk id="23" creationId="{ED8DB914-6F6A-39DB-ACA3-3D474ADBA281}"/>
          </ac:spMkLst>
        </pc:spChg>
        <pc:spChg chg="del">
          <ac:chgData name="Owais Ahmed" userId="6abc7d4556b3b071" providerId="LiveId" clId="{A73E0D9C-676C-43B7-9A99-875A4AA67F46}" dt="2023-11-01T09:49:19.802" v="4353" actId="478"/>
          <ac:spMkLst>
            <pc:docMk/>
            <pc:sldMk cId="3163091979" sldId="2568"/>
            <ac:spMk id="24" creationId="{52BF3C11-7E24-E15A-B99B-EA6F162D68C6}"/>
          </ac:spMkLst>
        </pc:spChg>
        <pc:spChg chg="del mod topLvl">
          <ac:chgData name="Owais Ahmed" userId="6abc7d4556b3b071" providerId="LiveId" clId="{A73E0D9C-676C-43B7-9A99-875A4AA67F46}" dt="2023-11-01T09:52:15.237" v="4371" actId="478"/>
          <ac:spMkLst>
            <pc:docMk/>
            <pc:sldMk cId="3163091979" sldId="2568"/>
            <ac:spMk id="25" creationId="{902C7B29-244A-1926-4AE3-99D852760D95}"/>
          </ac:spMkLst>
        </pc:spChg>
        <pc:spChg chg="add del mod topLvl">
          <ac:chgData name="Owais Ahmed" userId="6abc7d4556b3b071" providerId="LiveId" clId="{A73E0D9C-676C-43B7-9A99-875A4AA67F46}" dt="2023-11-01T09:57:02.488" v="4451" actId="478"/>
          <ac:spMkLst>
            <pc:docMk/>
            <pc:sldMk cId="3163091979" sldId="2568"/>
            <ac:spMk id="27" creationId="{B6D5F59A-6EF9-60EE-8D1F-1A870FC8E930}"/>
          </ac:spMkLst>
        </pc:spChg>
        <pc:spChg chg="del">
          <ac:chgData name="Owais Ahmed" userId="6abc7d4556b3b071" providerId="LiveId" clId="{A73E0D9C-676C-43B7-9A99-875A4AA67F46}" dt="2023-11-01T09:49:19.802" v="4353" actId="478"/>
          <ac:spMkLst>
            <pc:docMk/>
            <pc:sldMk cId="3163091979" sldId="2568"/>
            <ac:spMk id="29" creationId="{47D5EB1E-707A-E268-1525-8A3E1BDBB262}"/>
          </ac:spMkLst>
        </pc:spChg>
        <pc:spChg chg="del mod topLvl">
          <ac:chgData name="Owais Ahmed" userId="6abc7d4556b3b071" providerId="LiveId" clId="{A73E0D9C-676C-43B7-9A99-875A4AA67F46}" dt="2023-11-01T09:52:19.725" v="4374" actId="478"/>
          <ac:spMkLst>
            <pc:docMk/>
            <pc:sldMk cId="3163091979" sldId="2568"/>
            <ac:spMk id="30" creationId="{D89544BF-6ADE-DE22-032D-8874055F2747}"/>
          </ac:spMkLst>
        </pc:spChg>
        <pc:spChg chg="add del mod topLvl">
          <ac:chgData name="Owais Ahmed" userId="6abc7d4556b3b071" providerId="LiveId" clId="{A73E0D9C-676C-43B7-9A99-875A4AA67F46}" dt="2023-11-01T09:57:02.488" v="4451" actId="478"/>
          <ac:spMkLst>
            <pc:docMk/>
            <pc:sldMk cId="3163091979" sldId="2568"/>
            <ac:spMk id="32" creationId="{863D9BA3-98E8-4801-8459-2FFAEE4BBDEB}"/>
          </ac:spMkLst>
        </pc:spChg>
        <pc:spChg chg="del mod topLvl">
          <ac:chgData name="Owais Ahmed" userId="6abc7d4556b3b071" providerId="LiveId" clId="{A73E0D9C-676C-43B7-9A99-875A4AA67F46}" dt="2023-11-01T09:52:21.367" v="4376" actId="478"/>
          <ac:spMkLst>
            <pc:docMk/>
            <pc:sldMk cId="3163091979" sldId="2568"/>
            <ac:spMk id="34" creationId="{58ABC0E3-7ED0-9387-36F6-62C325D6DBB0}"/>
          </ac:spMkLst>
        </pc:spChg>
        <pc:spChg chg="add del mod topLvl">
          <ac:chgData name="Owais Ahmed" userId="6abc7d4556b3b071" providerId="LiveId" clId="{A73E0D9C-676C-43B7-9A99-875A4AA67F46}" dt="2023-11-01T09:57:02.488" v="4451" actId="478"/>
          <ac:spMkLst>
            <pc:docMk/>
            <pc:sldMk cId="3163091979" sldId="2568"/>
            <ac:spMk id="35" creationId="{9558D0F8-C623-9775-3149-124817711849}"/>
          </ac:spMkLst>
        </pc:spChg>
        <pc:spChg chg="add del mod topLvl">
          <ac:chgData name="Owais Ahmed" userId="6abc7d4556b3b071" providerId="LiveId" clId="{A73E0D9C-676C-43B7-9A99-875A4AA67F46}" dt="2023-11-01T09:52:44.303" v="4386" actId="478"/>
          <ac:spMkLst>
            <pc:docMk/>
            <pc:sldMk cId="3163091979" sldId="2568"/>
            <ac:spMk id="36" creationId="{EAFAA709-51C6-F350-4C43-5C87DBCB2670}"/>
          </ac:spMkLst>
        </pc:spChg>
        <pc:spChg chg="add del mod topLvl">
          <ac:chgData name="Owais Ahmed" userId="6abc7d4556b3b071" providerId="LiveId" clId="{A73E0D9C-676C-43B7-9A99-875A4AA67F46}" dt="2023-11-01T09:57:02.488" v="4451" actId="478"/>
          <ac:spMkLst>
            <pc:docMk/>
            <pc:sldMk cId="3163091979" sldId="2568"/>
            <ac:spMk id="37" creationId="{7CAD3275-A006-C65D-440A-1F69825CC4CF}"/>
          </ac:spMkLst>
        </pc:spChg>
        <pc:spChg chg="del mod">
          <ac:chgData name="Owais Ahmed" userId="6abc7d4556b3b071" providerId="LiveId" clId="{A73E0D9C-676C-43B7-9A99-875A4AA67F46}" dt="2023-11-01T09:52:03.672" v="4366" actId="478"/>
          <ac:spMkLst>
            <pc:docMk/>
            <pc:sldMk cId="3163091979" sldId="2568"/>
            <ac:spMk id="38" creationId="{6C2BFD66-7299-338D-BB99-286852850E98}"/>
          </ac:spMkLst>
        </pc:spChg>
        <pc:spChg chg="del">
          <ac:chgData name="Owais Ahmed" userId="6abc7d4556b3b071" providerId="LiveId" clId="{A73E0D9C-676C-43B7-9A99-875A4AA67F46}" dt="2023-11-01T09:49:19.802" v="4353" actId="478"/>
          <ac:spMkLst>
            <pc:docMk/>
            <pc:sldMk cId="3163091979" sldId="2568"/>
            <ac:spMk id="39" creationId="{35379958-F3C8-D09C-7CA8-CD06F6879574}"/>
          </ac:spMkLst>
        </pc:spChg>
        <pc:spChg chg="add del mod topLvl">
          <ac:chgData name="Owais Ahmed" userId="6abc7d4556b3b071" providerId="LiveId" clId="{A73E0D9C-676C-43B7-9A99-875A4AA67F46}" dt="2023-11-01T09:57:02.488" v="4451" actId="478"/>
          <ac:spMkLst>
            <pc:docMk/>
            <pc:sldMk cId="3163091979" sldId="2568"/>
            <ac:spMk id="40" creationId="{EA6305AC-E134-43C9-0803-DDD95B8516D0}"/>
          </ac:spMkLst>
        </pc:spChg>
        <pc:spChg chg="del mod">
          <ac:chgData name="Owais Ahmed" userId="6abc7d4556b3b071" providerId="LiveId" clId="{A73E0D9C-676C-43B7-9A99-875A4AA67F46}" dt="2023-11-01T09:52:07.930" v="4369" actId="478"/>
          <ac:spMkLst>
            <pc:docMk/>
            <pc:sldMk cId="3163091979" sldId="2568"/>
            <ac:spMk id="42" creationId="{F7F4FA1A-475B-925D-2303-B5BA76AA275E}"/>
          </ac:spMkLst>
        </pc:spChg>
        <pc:spChg chg="del">
          <ac:chgData name="Owais Ahmed" userId="6abc7d4556b3b071" providerId="LiveId" clId="{A73E0D9C-676C-43B7-9A99-875A4AA67F46}" dt="2023-11-01T09:49:17.914" v="4352" actId="478"/>
          <ac:spMkLst>
            <pc:docMk/>
            <pc:sldMk cId="3163091979" sldId="2568"/>
            <ac:spMk id="44" creationId="{E98ECAE0-2231-5E90-E53D-4F5CE6C43A89}"/>
          </ac:spMkLst>
        </pc:spChg>
        <pc:spChg chg="add del mod topLvl">
          <ac:chgData name="Owais Ahmed" userId="6abc7d4556b3b071" providerId="LiveId" clId="{A73E0D9C-676C-43B7-9A99-875A4AA67F46}" dt="2023-11-01T09:57:02.488" v="4451" actId="478"/>
          <ac:spMkLst>
            <pc:docMk/>
            <pc:sldMk cId="3163091979" sldId="2568"/>
            <ac:spMk id="45" creationId="{8EC3416F-7BFE-C6D2-9CDF-673B134BA6EF}"/>
          </ac:spMkLst>
        </pc:spChg>
        <pc:spChg chg="add mod">
          <ac:chgData name="Owais Ahmed" userId="6abc7d4556b3b071" providerId="LiveId" clId="{A73E0D9C-676C-43B7-9A99-875A4AA67F46}" dt="2023-11-01T10:14:45.259" v="4595" actId="164"/>
          <ac:spMkLst>
            <pc:docMk/>
            <pc:sldMk cId="3163091979" sldId="2568"/>
            <ac:spMk id="68" creationId="{BCD82606-ECE5-EFDE-02A5-F6766E95ACDD}"/>
          </ac:spMkLst>
        </pc:spChg>
        <pc:spChg chg="add mod">
          <ac:chgData name="Owais Ahmed" userId="6abc7d4556b3b071" providerId="LiveId" clId="{A73E0D9C-676C-43B7-9A99-875A4AA67F46}" dt="2023-11-01T10:14:29.996" v="4593" actId="164"/>
          <ac:spMkLst>
            <pc:docMk/>
            <pc:sldMk cId="3163091979" sldId="2568"/>
            <ac:spMk id="69" creationId="{006E418D-CBBE-9656-C77B-FE2234F9E2BC}"/>
          </ac:spMkLst>
        </pc:spChg>
        <pc:spChg chg="add mod">
          <ac:chgData name="Owais Ahmed" userId="6abc7d4556b3b071" providerId="LiveId" clId="{A73E0D9C-676C-43B7-9A99-875A4AA67F46}" dt="2023-11-01T10:14:39.786" v="4594" actId="164"/>
          <ac:spMkLst>
            <pc:docMk/>
            <pc:sldMk cId="3163091979" sldId="2568"/>
            <ac:spMk id="70" creationId="{097B7B8A-3E1F-B963-1A2E-C394FCEB0831}"/>
          </ac:spMkLst>
        </pc:spChg>
        <pc:spChg chg="add mod">
          <ac:chgData name="Owais Ahmed" userId="6abc7d4556b3b071" providerId="LiveId" clId="{A73E0D9C-676C-43B7-9A99-875A4AA67F46}" dt="2023-11-01T10:14:21.171" v="4592" actId="164"/>
          <ac:spMkLst>
            <pc:docMk/>
            <pc:sldMk cId="3163091979" sldId="2568"/>
            <ac:spMk id="71" creationId="{564BFC14-DAFC-3D7F-6BD6-F6A61EF7474E}"/>
          </ac:spMkLst>
        </pc:spChg>
        <pc:spChg chg="add mod">
          <ac:chgData name="Owais Ahmed" userId="6abc7d4556b3b071" providerId="LiveId" clId="{A73E0D9C-676C-43B7-9A99-875A4AA67F46}" dt="2023-11-01T10:14:10.422" v="4591" actId="164"/>
          <ac:spMkLst>
            <pc:docMk/>
            <pc:sldMk cId="3163091979" sldId="2568"/>
            <ac:spMk id="72" creationId="{0450214B-5641-3F69-E7F3-664B2EE61DA1}"/>
          </ac:spMkLst>
        </pc:spChg>
        <pc:spChg chg="add mod">
          <ac:chgData name="Owais Ahmed" userId="6abc7d4556b3b071" providerId="LiveId" clId="{A73E0D9C-676C-43B7-9A99-875A4AA67F46}" dt="2023-11-01T10:14:10.422" v="4591" actId="164"/>
          <ac:spMkLst>
            <pc:docMk/>
            <pc:sldMk cId="3163091979" sldId="2568"/>
            <ac:spMk id="73" creationId="{232D2AB6-A896-1FAA-8B06-596DF79EDDB2}"/>
          </ac:spMkLst>
        </pc:spChg>
        <pc:spChg chg="add mod">
          <ac:chgData name="Owais Ahmed" userId="6abc7d4556b3b071" providerId="LiveId" clId="{A73E0D9C-676C-43B7-9A99-875A4AA67F46}" dt="2023-11-01T10:14:10.422" v="4591" actId="164"/>
          <ac:spMkLst>
            <pc:docMk/>
            <pc:sldMk cId="3163091979" sldId="2568"/>
            <ac:spMk id="74" creationId="{E2533949-D559-6B96-BBD7-C8B0FFAF6741}"/>
          </ac:spMkLst>
        </pc:spChg>
        <pc:spChg chg="add del mod">
          <ac:chgData name="Owais Ahmed" userId="6abc7d4556b3b071" providerId="LiveId" clId="{A73E0D9C-676C-43B7-9A99-875A4AA67F46}" dt="2023-11-01T10:04:57.502" v="4491"/>
          <ac:spMkLst>
            <pc:docMk/>
            <pc:sldMk cId="3163091979" sldId="2568"/>
            <ac:spMk id="75" creationId="{721C2D42-AEC3-E0BF-79A6-CF0CBFC4044B}"/>
          </ac:spMkLst>
        </pc:spChg>
        <pc:spChg chg="add mod">
          <ac:chgData name="Owais Ahmed" userId="6abc7d4556b3b071" providerId="LiveId" clId="{A73E0D9C-676C-43B7-9A99-875A4AA67F46}" dt="2023-11-01T10:14:10.422" v="4591" actId="164"/>
          <ac:spMkLst>
            <pc:docMk/>
            <pc:sldMk cId="3163091979" sldId="2568"/>
            <ac:spMk id="76" creationId="{0D71E067-E299-F0C6-8A2E-365720722D31}"/>
          </ac:spMkLst>
        </pc:spChg>
        <pc:spChg chg="add mod">
          <ac:chgData name="Owais Ahmed" userId="6abc7d4556b3b071" providerId="LiveId" clId="{A73E0D9C-676C-43B7-9A99-875A4AA67F46}" dt="2023-11-01T10:14:10.422" v="4591" actId="164"/>
          <ac:spMkLst>
            <pc:docMk/>
            <pc:sldMk cId="3163091979" sldId="2568"/>
            <ac:spMk id="77" creationId="{BAA59CA3-D273-8243-1736-ACA71A37E052}"/>
          </ac:spMkLst>
        </pc:spChg>
        <pc:spChg chg="add mod">
          <ac:chgData name="Owais Ahmed" userId="6abc7d4556b3b071" providerId="LiveId" clId="{A73E0D9C-676C-43B7-9A99-875A4AA67F46}" dt="2023-11-01T10:14:10.422" v="4591" actId="164"/>
          <ac:spMkLst>
            <pc:docMk/>
            <pc:sldMk cId="3163091979" sldId="2568"/>
            <ac:spMk id="99" creationId="{09E7CDE6-D415-97EB-D160-B302547EDCB7}"/>
          </ac:spMkLst>
        </pc:spChg>
        <pc:spChg chg="add mod">
          <ac:chgData name="Owais Ahmed" userId="6abc7d4556b3b071" providerId="LiveId" clId="{A73E0D9C-676C-43B7-9A99-875A4AA67F46}" dt="2023-11-01T10:14:10.422" v="4591" actId="164"/>
          <ac:spMkLst>
            <pc:docMk/>
            <pc:sldMk cId="3163091979" sldId="2568"/>
            <ac:spMk id="100" creationId="{34946177-4449-B88F-B241-697695198134}"/>
          </ac:spMkLst>
        </pc:spChg>
        <pc:spChg chg="add mod">
          <ac:chgData name="Owais Ahmed" userId="6abc7d4556b3b071" providerId="LiveId" clId="{A73E0D9C-676C-43B7-9A99-875A4AA67F46}" dt="2023-11-01T10:14:10.422" v="4591" actId="164"/>
          <ac:spMkLst>
            <pc:docMk/>
            <pc:sldMk cId="3163091979" sldId="2568"/>
            <ac:spMk id="101" creationId="{AB1E37C9-8259-83CB-9D62-9AC29C2B905F}"/>
          </ac:spMkLst>
        </pc:spChg>
        <pc:spChg chg="add mod">
          <ac:chgData name="Owais Ahmed" userId="6abc7d4556b3b071" providerId="LiveId" clId="{A73E0D9C-676C-43B7-9A99-875A4AA67F46}" dt="2023-11-01T10:14:10.422" v="4591" actId="164"/>
          <ac:spMkLst>
            <pc:docMk/>
            <pc:sldMk cId="3163091979" sldId="2568"/>
            <ac:spMk id="102" creationId="{C3E77A41-CCC1-4715-164F-D651A76EE221}"/>
          </ac:spMkLst>
        </pc:spChg>
        <pc:spChg chg="add mod">
          <ac:chgData name="Owais Ahmed" userId="6abc7d4556b3b071" providerId="LiveId" clId="{A73E0D9C-676C-43B7-9A99-875A4AA67F46}" dt="2023-11-01T10:14:10.422" v="4591" actId="164"/>
          <ac:spMkLst>
            <pc:docMk/>
            <pc:sldMk cId="3163091979" sldId="2568"/>
            <ac:spMk id="103" creationId="{B07F6A2C-1510-5454-662F-EA28688C4A79}"/>
          </ac:spMkLst>
        </pc:spChg>
        <pc:spChg chg="add mod">
          <ac:chgData name="Owais Ahmed" userId="6abc7d4556b3b071" providerId="LiveId" clId="{A73E0D9C-676C-43B7-9A99-875A4AA67F46}" dt="2023-11-01T10:14:56.499" v="4596" actId="164"/>
          <ac:spMkLst>
            <pc:docMk/>
            <pc:sldMk cId="3163091979" sldId="2568"/>
            <ac:spMk id="104" creationId="{65CDD666-5E68-4964-3563-72737121A75F}"/>
          </ac:spMkLst>
        </pc:spChg>
        <pc:spChg chg="add mod">
          <ac:chgData name="Owais Ahmed" userId="6abc7d4556b3b071" providerId="LiveId" clId="{A73E0D9C-676C-43B7-9A99-875A4AA67F46}" dt="2023-11-01T10:14:56.499" v="4596" actId="164"/>
          <ac:spMkLst>
            <pc:docMk/>
            <pc:sldMk cId="3163091979" sldId="2568"/>
            <ac:spMk id="105" creationId="{5F79D34A-8321-0B1C-0D26-3FD9DA4A6D90}"/>
          </ac:spMkLst>
        </pc:spChg>
        <pc:spChg chg="add mod">
          <ac:chgData name="Owais Ahmed" userId="6abc7d4556b3b071" providerId="LiveId" clId="{A73E0D9C-676C-43B7-9A99-875A4AA67F46}" dt="2023-11-01T10:14:56.499" v="4596" actId="164"/>
          <ac:spMkLst>
            <pc:docMk/>
            <pc:sldMk cId="3163091979" sldId="2568"/>
            <ac:spMk id="106" creationId="{404BED28-A5FE-C775-38A2-448BEE7B8966}"/>
          </ac:spMkLst>
        </pc:spChg>
        <pc:spChg chg="add mod">
          <ac:chgData name="Owais Ahmed" userId="6abc7d4556b3b071" providerId="LiveId" clId="{A73E0D9C-676C-43B7-9A99-875A4AA67F46}" dt="2023-11-01T10:14:56.499" v="4596" actId="164"/>
          <ac:spMkLst>
            <pc:docMk/>
            <pc:sldMk cId="3163091979" sldId="2568"/>
            <ac:spMk id="111" creationId="{E301F274-F8CE-6C89-BA98-176181D567B2}"/>
          </ac:spMkLst>
        </pc:spChg>
        <pc:spChg chg="add mod">
          <ac:chgData name="Owais Ahmed" userId="6abc7d4556b3b071" providerId="LiveId" clId="{A73E0D9C-676C-43B7-9A99-875A4AA67F46}" dt="2023-11-01T10:14:56.499" v="4596" actId="164"/>
          <ac:spMkLst>
            <pc:docMk/>
            <pc:sldMk cId="3163091979" sldId="2568"/>
            <ac:spMk id="116" creationId="{D335BC02-001B-A57A-2CF8-78F76C0A93DB}"/>
          </ac:spMkLst>
        </pc:spChg>
        <pc:spChg chg="add mod">
          <ac:chgData name="Owais Ahmed" userId="6abc7d4556b3b071" providerId="LiveId" clId="{A73E0D9C-676C-43B7-9A99-875A4AA67F46}" dt="2023-11-01T10:14:56.499" v="4596" actId="164"/>
          <ac:spMkLst>
            <pc:docMk/>
            <pc:sldMk cId="3163091979" sldId="2568"/>
            <ac:spMk id="117" creationId="{933B5C2B-E23D-F965-53D0-E37FCF477F3A}"/>
          </ac:spMkLst>
        </pc:spChg>
        <pc:spChg chg="add mod">
          <ac:chgData name="Owais Ahmed" userId="6abc7d4556b3b071" providerId="LiveId" clId="{A73E0D9C-676C-43B7-9A99-875A4AA67F46}" dt="2023-11-01T10:14:56.499" v="4596" actId="164"/>
          <ac:spMkLst>
            <pc:docMk/>
            <pc:sldMk cId="3163091979" sldId="2568"/>
            <ac:spMk id="118" creationId="{C38D4138-FC0B-206E-7C92-A4AFC92E8317}"/>
          </ac:spMkLst>
        </pc:spChg>
        <pc:spChg chg="add mod">
          <ac:chgData name="Owais Ahmed" userId="6abc7d4556b3b071" providerId="LiveId" clId="{A73E0D9C-676C-43B7-9A99-875A4AA67F46}" dt="2023-11-01T10:14:56.499" v="4596" actId="164"/>
          <ac:spMkLst>
            <pc:docMk/>
            <pc:sldMk cId="3163091979" sldId="2568"/>
            <ac:spMk id="119" creationId="{86242F01-5493-0B4F-3AC3-A6A075845959}"/>
          </ac:spMkLst>
        </pc:spChg>
        <pc:spChg chg="mod">
          <ac:chgData name="Owais Ahmed" userId="6abc7d4556b3b071" providerId="LiveId" clId="{A73E0D9C-676C-43B7-9A99-875A4AA67F46}" dt="2023-11-01T09:46:57.084" v="4315" actId="1076"/>
          <ac:spMkLst>
            <pc:docMk/>
            <pc:sldMk cId="3163091979" sldId="2568"/>
            <ac:spMk id="215" creationId="{00000000-0000-0000-0000-000000000000}"/>
          </ac:spMkLst>
        </pc:spChg>
        <pc:grpChg chg="add del mod">
          <ac:chgData name="Owais Ahmed" userId="6abc7d4556b3b071" providerId="LiveId" clId="{A73E0D9C-676C-43B7-9A99-875A4AA67F46}" dt="2023-11-01T09:52:11.774" v="4370" actId="165"/>
          <ac:grpSpMkLst>
            <pc:docMk/>
            <pc:sldMk cId="3163091979" sldId="2568"/>
            <ac:grpSpMk id="8" creationId="{4D35D4D0-B236-074F-B271-5AA5D0751536}"/>
          </ac:grpSpMkLst>
        </pc:grpChg>
        <pc:grpChg chg="add mod">
          <ac:chgData name="Owais Ahmed" userId="6abc7d4556b3b071" providerId="LiveId" clId="{A73E0D9C-676C-43B7-9A99-875A4AA67F46}" dt="2023-11-01T10:14:10.422" v="4591" actId="164"/>
          <ac:grpSpMkLst>
            <pc:docMk/>
            <pc:sldMk cId="3163091979" sldId="2568"/>
            <ac:grpSpMk id="120" creationId="{37E7F3B0-33CA-A21C-D653-44CADF0A2329}"/>
          </ac:grpSpMkLst>
        </pc:grpChg>
        <pc:grpChg chg="add mod">
          <ac:chgData name="Owais Ahmed" userId="6abc7d4556b3b071" providerId="LiveId" clId="{A73E0D9C-676C-43B7-9A99-875A4AA67F46}" dt="2023-11-01T10:14:10.422" v="4591" actId="164"/>
          <ac:grpSpMkLst>
            <pc:docMk/>
            <pc:sldMk cId="3163091979" sldId="2568"/>
            <ac:grpSpMk id="121" creationId="{F22D7D7D-AC04-0807-250A-ACD8EFC42426}"/>
          </ac:grpSpMkLst>
        </pc:grpChg>
        <pc:grpChg chg="add mod">
          <ac:chgData name="Owais Ahmed" userId="6abc7d4556b3b071" providerId="LiveId" clId="{A73E0D9C-676C-43B7-9A99-875A4AA67F46}" dt="2023-11-01T10:14:21.171" v="4592" actId="164"/>
          <ac:grpSpMkLst>
            <pc:docMk/>
            <pc:sldMk cId="3163091979" sldId="2568"/>
            <ac:grpSpMk id="122" creationId="{776EA610-3B34-8EE3-7CB3-44A6F9407CB8}"/>
          </ac:grpSpMkLst>
        </pc:grpChg>
        <pc:grpChg chg="add mod">
          <ac:chgData name="Owais Ahmed" userId="6abc7d4556b3b071" providerId="LiveId" clId="{A73E0D9C-676C-43B7-9A99-875A4AA67F46}" dt="2023-11-01T10:14:29.996" v="4593" actId="164"/>
          <ac:grpSpMkLst>
            <pc:docMk/>
            <pc:sldMk cId="3163091979" sldId="2568"/>
            <ac:grpSpMk id="123" creationId="{D83AEC27-D780-F55B-1E06-9326615E754A}"/>
          </ac:grpSpMkLst>
        </pc:grpChg>
        <pc:grpChg chg="add mod">
          <ac:chgData name="Owais Ahmed" userId="6abc7d4556b3b071" providerId="LiveId" clId="{A73E0D9C-676C-43B7-9A99-875A4AA67F46}" dt="2023-11-01T10:14:39.786" v="4594" actId="164"/>
          <ac:grpSpMkLst>
            <pc:docMk/>
            <pc:sldMk cId="3163091979" sldId="2568"/>
            <ac:grpSpMk id="124" creationId="{6A886EC0-5493-92D1-5C9B-572DBC1224EA}"/>
          </ac:grpSpMkLst>
        </pc:grpChg>
        <pc:grpChg chg="add mod">
          <ac:chgData name="Owais Ahmed" userId="6abc7d4556b3b071" providerId="LiveId" clId="{A73E0D9C-676C-43B7-9A99-875A4AA67F46}" dt="2023-11-01T10:14:45.259" v="4595" actId="164"/>
          <ac:grpSpMkLst>
            <pc:docMk/>
            <pc:sldMk cId="3163091979" sldId="2568"/>
            <ac:grpSpMk id="125" creationId="{372B1379-3BE9-FB40-629B-44B184F96767}"/>
          </ac:grpSpMkLst>
        </pc:grpChg>
        <pc:grpChg chg="add mod">
          <ac:chgData name="Owais Ahmed" userId="6abc7d4556b3b071" providerId="LiveId" clId="{A73E0D9C-676C-43B7-9A99-875A4AA67F46}" dt="2023-11-01T10:14:56.499" v="4596" actId="164"/>
          <ac:grpSpMkLst>
            <pc:docMk/>
            <pc:sldMk cId="3163091979" sldId="2568"/>
            <ac:grpSpMk id="126" creationId="{DFC75BE8-F648-3FB3-4530-394D2258BC2B}"/>
          </ac:grpSpMkLst>
        </pc:grpChg>
        <pc:graphicFrameChg chg="del">
          <ac:chgData name="Owais Ahmed" userId="6abc7d4556b3b071" providerId="LiveId" clId="{A73E0D9C-676C-43B7-9A99-875A4AA67F46}" dt="2023-11-01T09:44:53.122" v="4243" actId="478"/>
          <ac:graphicFrameMkLst>
            <pc:docMk/>
            <pc:sldMk cId="3163091979" sldId="2568"/>
            <ac:graphicFrameMk id="4" creationId="{57C6CE5B-28E6-3601-53E7-C7DDF4BF5C4B}"/>
          </ac:graphicFrameMkLst>
        </pc:graphicFrameChg>
        <pc:graphicFrameChg chg="add del mod modGraphic">
          <ac:chgData name="Owais Ahmed" userId="6abc7d4556b3b071" providerId="LiveId" clId="{A73E0D9C-676C-43B7-9A99-875A4AA67F46}" dt="2023-11-01T09:51:32.184" v="4360" actId="18245"/>
          <ac:graphicFrameMkLst>
            <pc:docMk/>
            <pc:sldMk cId="3163091979" sldId="2568"/>
            <ac:graphicFrameMk id="5" creationId="{C84D9F91-9B47-8231-AA28-8236118A09DB}"/>
          </ac:graphicFrameMkLst>
        </pc:graphicFrameChg>
        <pc:cxnChg chg="del mod">
          <ac:chgData name="Owais Ahmed" userId="6abc7d4556b3b071" providerId="LiveId" clId="{A73E0D9C-676C-43B7-9A99-875A4AA67F46}" dt="2023-11-01T09:49:21.490" v="4354" actId="478"/>
          <ac:cxnSpMkLst>
            <pc:docMk/>
            <pc:sldMk cId="3163091979" sldId="2568"/>
            <ac:cxnSpMk id="26" creationId="{E4EFFF76-B83C-B0E8-CEBD-F75402658650}"/>
          </ac:cxnSpMkLst>
        </pc:cxnChg>
        <pc:cxnChg chg="del mod">
          <ac:chgData name="Owais Ahmed" userId="6abc7d4556b3b071" providerId="LiveId" clId="{A73E0D9C-676C-43B7-9A99-875A4AA67F46}" dt="2023-11-01T09:49:19.802" v="4353" actId="478"/>
          <ac:cxnSpMkLst>
            <pc:docMk/>
            <pc:sldMk cId="3163091979" sldId="2568"/>
            <ac:cxnSpMk id="28" creationId="{A07F829E-F840-E581-2363-267280976922}"/>
          </ac:cxnSpMkLst>
        </pc:cxnChg>
        <pc:cxnChg chg="del mod">
          <ac:chgData name="Owais Ahmed" userId="6abc7d4556b3b071" providerId="LiveId" clId="{A73E0D9C-676C-43B7-9A99-875A4AA67F46}" dt="2023-11-01T09:49:19.802" v="4353" actId="478"/>
          <ac:cxnSpMkLst>
            <pc:docMk/>
            <pc:sldMk cId="3163091979" sldId="2568"/>
            <ac:cxnSpMk id="31" creationId="{14F9AB7C-7C99-E7DA-BD3E-85892AC0B164}"/>
          </ac:cxnSpMkLst>
        </pc:cxnChg>
        <pc:cxnChg chg="del mod">
          <ac:chgData name="Owais Ahmed" userId="6abc7d4556b3b071" providerId="LiveId" clId="{A73E0D9C-676C-43B7-9A99-875A4AA67F46}" dt="2023-11-01T09:49:19.802" v="4353" actId="478"/>
          <ac:cxnSpMkLst>
            <pc:docMk/>
            <pc:sldMk cId="3163091979" sldId="2568"/>
            <ac:cxnSpMk id="33" creationId="{4AEC6057-6FB8-DD8D-5F96-F9E8BBD7D56E}"/>
          </ac:cxnSpMkLst>
        </pc:cxnChg>
        <pc:cxnChg chg="del mod">
          <ac:chgData name="Owais Ahmed" userId="6abc7d4556b3b071" providerId="LiveId" clId="{A73E0D9C-676C-43B7-9A99-875A4AA67F46}" dt="2023-11-01T09:49:19.802" v="4353" actId="478"/>
          <ac:cxnSpMkLst>
            <pc:docMk/>
            <pc:sldMk cId="3163091979" sldId="2568"/>
            <ac:cxnSpMk id="41" creationId="{64D76290-5388-F145-C2A8-C4AB58433F6E}"/>
          </ac:cxnSpMkLst>
        </pc:cxnChg>
        <pc:cxnChg chg="del mod">
          <ac:chgData name="Owais Ahmed" userId="6abc7d4556b3b071" providerId="LiveId" clId="{A73E0D9C-676C-43B7-9A99-875A4AA67F46}" dt="2023-11-01T09:49:19.802" v="4353" actId="478"/>
          <ac:cxnSpMkLst>
            <pc:docMk/>
            <pc:sldMk cId="3163091979" sldId="2568"/>
            <ac:cxnSpMk id="43" creationId="{AF6C53BF-EA22-CE93-0D5C-84F080B231B4}"/>
          </ac:cxnSpMkLst>
        </pc:cxnChg>
        <pc:cxnChg chg="del mod">
          <ac:chgData name="Owais Ahmed" userId="6abc7d4556b3b071" providerId="LiveId" clId="{A73E0D9C-676C-43B7-9A99-875A4AA67F46}" dt="2023-11-01T09:49:19.802" v="4353" actId="478"/>
          <ac:cxnSpMkLst>
            <pc:docMk/>
            <pc:sldMk cId="3163091979" sldId="2568"/>
            <ac:cxnSpMk id="46" creationId="{57475851-EAEE-8B03-DCB3-673357A57A8D}"/>
          </ac:cxnSpMkLst>
        </pc:cxnChg>
        <pc:cxnChg chg="del mod">
          <ac:chgData name="Owais Ahmed" userId="6abc7d4556b3b071" providerId="LiveId" clId="{A73E0D9C-676C-43B7-9A99-875A4AA67F46}" dt="2023-11-01T09:49:19.802" v="4353" actId="478"/>
          <ac:cxnSpMkLst>
            <pc:docMk/>
            <pc:sldMk cId="3163091979" sldId="2568"/>
            <ac:cxnSpMk id="48" creationId="{796894D6-8A92-56E0-5DDB-6FAB0BD9E8A9}"/>
          </ac:cxnSpMkLst>
        </pc:cxnChg>
        <pc:cxnChg chg="add del mod">
          <ac:chgData name="Owais Ahmed" userId="6abc7d4556b3b071" providerId="LiveId" clId="{A73E0D9C-676C-43B7-9A99-875A4AA67F46}" dt="2023-11-01T09:54:57.883" v="4411" actId="11529"/>
          <ac:cxnSpMkLst>
            <pc:docMk/>
            <pc:sldMk cId="3163091979" sldId="2568"/>
            <ac:cxnSpMk id="49" creationId="{2AE9B71E-5BC5-2702-337B-F89918FDC76D}"/>
          </ac:cxnSpMkLst>
        </pc:cxnChg>
        <pc:cxnChg chg="add del mod">
          <ac:chgData name="Owais Ahmed" userId="6abc7d4556b3b071" providerId="LiveId" clId="{A73E0D9C-676C-43B7-9A99-875A4AA67F46}" dt="2023-11-01T09:55:09.816" v="4413" actId="11529"/>
          <ac:cxnSpMkLst>
            <pc:docMk/>
            <pc:sldMk cId="3163091979" sldId="2568"/>
            <ac:cxnSpMk id="51" creationId="{8DA44400-5B13-6482-0AD9-67256D595B8D}"/>
          </ac:cxnSpMkLst>
        </pc:cxnChg>
        <pc:cxnChg chg="add del mod">
          <ac:chgData name="Owais Ahmed" userId="6abc7d4556b3b071" providerId="LiveId" clId="{A73E0D9C-676C-43B7-9A99-875A4AA67F46}" dt="2023-11-01T09:56:56.526" v="4441" actId="11529"/>
          <ac:cxnSpMkLst>
            <pc:docMk/>
            <pc:sldMk cId="3163091979" sldId="2568"/>
            <ac:cxnSpMk id="53" creationId="{E0A70951-9894-ABFE-611A-36D1AA0C0641}"/>
          </ac:cxnSpMkLst>
        </pc:cxnChg>
        <pc:cxnChg chg="add del">
          <ac:chgData name="Owais Ahmed" userId="6abc7d4556b3b071" providerId="LiveId" clId="{A73E0D9C-676C-43B7-9A99-875A4AA67F46}" dt="2023-11-01T09:55:28.125" v="4418" actId="11529"/>
          <ac:cxnSpMkLst>
            <pc:docMk/>
            <pc:sldMk cId="3163091979" sldId="2568"/>
            <ac:cxnSpMk id="55" creationId="{CD790572-9650-3E1F-3C02-B6EA6316B9BF}"/>
          </ac:cxnSpMkLst>
        </pc:cxnChg>
        <pc:cxnChg chg="add del mod">
          <ac:chgData name="Owais Ahmed" userId="6abc7d4556b3b071" providerId="LiveId" clId="{A73E0D9C-676C-43B7-9A99-875A4AA67F46}" dt="2023-11-01T09:56:41.332" v="4435" actId="11529"/>
          <ac:cxnSpMkLst>
            <pc:docMk/>
            <pc:sldMk cId="3163091979" sldId="2568"/>
            <ac:cxnSpMk id="57" creationId="{6C3C515F-32C2-AB26-89FF-396A75270133}"/>
          </ac:cxnSpMkLst>
        </pc:cxnChg>
        <pc:cxnChg chg="add del mod">
          <ac:chgData name="Owais Ahmed" userId="6abc7d4556b3b071" providerId="LiveId" clId="{A73E0D9C-676C-43B7-9A99-875A4AA67F46}" dt="2023-11-01T09:56:40.557" v="4433" actId="11529"/>
          <ac:cxnSpMkLst>
            <pc:docMk/>
            <pc:sldMk cId="3163091979" sldId="2568"/>
            <ac:cxnSpMk id="59" creationId="{3AB39198-5A04-7350-0AF6-905DB82D7A1A}"/>
          </ac:cxnSpMkLst>
        </pc:cxnChg>
        <pc:cxnChg chg="add del mod">
          <ac:chgData name="Owais Ahmed" userId="6abc7d4556b3b071" providerId="LiveId" clId="{A73E0D9C-676C-43B7-9A99-875A4AA67F46}" dt="2023-11-01T09:56:12.639" v="4425" actId="11529"/>
          <ac:cxnSpMkLst>
            <pc:docMk/>
            <pc:sldMk cId="3163091979" sldId="2568"/>
            <ac:cxnSpMk id="61" creationId="{C61F4320-A3DC-0BCB-057A-A054C1AC4B09}"/>
          </ac:cxnSpMkLst>
        </pc:cxnChg>
        <pc:cxnChg chg="add del mod">
          <ac:chgData name="Owais Ahmed" userId="6abc7d4556b3b071" providerId="LiveId" clId="{A73E0D9C-676C-43B7-9A99-875A4AA67F46}" dt="2023-11-01T09:56:39.890" v="4431" actId="11529"/>
          <ac:cxnSpMkLst>
            <pc:docMk/>
            <pc:sldMk cId="3163091979" sldId="2568"/>
            <ac:cxnSpMk id="63" creationId="{3156C520-6D18-0664-BA19-A08C106665B1}"/>
          </ac:cxnSpMkLst>
        </pc:cxnChg>
        <pc:cxnChg chg="add del mod">
          <ac:chgData name="Owais Ahmed" userId="6abc7d4556b3b071" providerId="LiveId" clId="{A73E0D9C-676C-43B7-9A99-875A4AA67F46}" dt="2023-11-01T09:56:39.640" v="4430" actId="11529"/>
          <ac:cxnSpMkLst>
            <pc:docMk/>
            <pc:sldMk cId="3163091979" sldId="2568"/>
            <ac:cxnSpMk id="65" creationId="{610A26BE-BFB1-A8BE-388B-C112D04EC202}"/>
          </ac:cxnSpMkLst>
        </pc:cxnChg>
        <pc:cxnChg chg="add del mod">
          <ac:chgData name="Owais Ahmed" userId="6abc7d4556b3b071" providerId="LiveId" clId="{A73E0D9C-676C-43B7-9A99-875A4AA67F46}" dt="2023-11-01T09:56:38.526" v="4429" actId="11529"/>
          <ac:cxnSpMkLst>
            <pc:docMk/>
            <pc:sldMk cId="3163091979" sldId="2568"/>
            <ac:cxnSpMk id="67" creationId="{46298143-CD07-D218-6ABA-AC10389577B5}"/>
          </ac:cxnSpMkLst>
        </pc:cxnChg>
        <pc:cxnChg chg="add mod">
          <ac:chgData name="Owais Ahmed" userId="6abc7d4556b3b071" providerId="LiveId" clId="{A73E0D9C-676C-43B7-9A99-875A4AA67F46}" dt="2023-11-01T10:14:21.171" v="4592" actId="164"/>
          <ac:cxnSpMkLst>
            <pc:docMk/>
            <pc:sldMk cId="3163091979" sldId="2568"/>
            <ac:cxnSpMk id="79" creationId="{FD88976C-AF76-30AA-F419-B7BAAA1F03CA}"/>
          </ac:cxnSpMkLst>
        </pc:cxnChg>
        <pc:cxnChg chg="add mod">
          <ac:chgData name="Owais Ahmed" userId="6abc7d4556b3b071" providerId="LiveId" clId="{A73E0D9C-676C-43B7-9A99-875A4AA67F46}" dt="2023-11-01T10:14:21.171" v="4592" actId="164"/>
          <ac:cxnSpMkLst>
            <pc:docMk/>
            <pc:sldMk cId="3163091979" sldId="2568"/>
            <ac:cxnSpMk id="81" creationId="{6B677DD5-DFA8-63C0-3933-3ED2694F0B52}"/>
          </ac:cxnSpMkLst>
        </pc:cxnChg>
        <pc:cxnChg chg="add mod">
          <ac:chgData name="Owais Ahmed" userId="6abc7d4556b3b071" providerId="LiveId" clId="{A73E0D9C-676C-43B7-9A99-875A4AA67F46}" dt="2023-11-01T10:14:29.996" v="4593" actId="164"/>
          <ac:cxnSpMkLst>
            <pc:docMk/>
            <pc:sldMk cId="3163091979" sldId="2568"/>
            <ac:cxnSpMk id="83" creationId="{F2E6B8DA-238F-15A1-A935-2E319B8FA3D1}"/>
          </ac:cxnSpMkLst>
        </pc:cxnChg>
        <pc:cxnChg chg="add mod">
          <ac:chgData name="Owais Ahmed" userId="6abc7d4556b3b071" providerId="LiveId" clId="{A73E0D9C-676C-43B7-9A99-875A4AA67F46}" dt="2023-11-01T10:14:29.996" v="4593" actId="164"/>
          <ac:cxnSpMkLst>
            <pc:docMk/>
            <pc:sldMk cId="3163091979" sldId="2568"/>
            <ac:cxnSpMk id="85" creationId="{6339F942-E619-2B63-EE71-19656A337D64}"/>
          </ac:cxnSpMkLst>
        </pc:cxnChg>
        <pc:cxnChg chg="add mod">
          <ac:chgData name="Owais Ahmed" userId="6abc7d4556b3b071" providerId="LiveId" clId="{A73E0D9C-676C-43B7-9A99-875A4AA67F46}" dt="2023-11-01T10:14:45.259" v="4595" actId="164"/>
          <ac:cxnSpMkLst>
            <pc:docMk/>
            <pc:sldMk cId="3163091979" sldId="2568"/>
            <ac:cxnSpMk id="87" creationId="{0DB551ED-E558-32EE-2D48-239E2734B3D4}"/>
          </ac:cxnSpMkLst>
        </pc:cxnChg>
        <pc:cxnChg chg="add mod">
          <ac:chgData name="Owais Ahmed" userId="6abc7d4556b3b071" providerId="LiveId" clId="{A73E0D9C-676C-43B7-9A99-875A4AA67F46}" dt="2023-11-01T10:14:39.786" v="4594" actId="164"/>
          <ac:cxnSpMkLst>
            <pc:docMk/>
            <pc:sldMk cId="3163091979" sldId="2568"/>
            <ac:cxnSpMk id="90" creationId="{9E9C9FA7-CD7C-DB3B-651F-D17F714E58A5}"/>
          </ac:cxnSpMkLst>
        </pc:cxnChg>
        <pc:cxnChg chg="add mod">
          <ac:chgData name="Owais Ahmed" userId="6abc7d4556b3b071" providerId="LiveId" clId="{A73E0D9C-676C-43B7-9A99-875A4AA67F46}" dt="2023-11-01T10:14:39.786" v="4594" actId="164"/>
          <ac:cxnSpMkLst>
            <pc:docMk/>
            <pc:sldMk cId="3163091979" sldId="2568"/>
            <ac:cxnSpMk id="92" creationId="{E21F82FB-9C82-2B6D-799A-2D6856424F93}"/>
          </ac:cxnSpMkLst>
        </pc:cxnChg>
        <pc:cxnChg chg="add mod">
          <ac:chgData name="Owais Ahmed" userId="6abc7d4556b3b071" providerId="LiveId" clId="{A73E0D9C-676C-43B7-9A99-875A4AA67F46}" dt="2023-11-01T10:14:45.259" v="4595" actId="164"/>
          <ac:cxnSpMkLst>
            <pc:docMk/>
            <pc:sldMk cId="3163091979" sldId="2568"/>
            <ac:cxnSpMk id="94" creationId="{891FC1A9-51B5-063A-3320-8DED74EDC89D}"/>
          </ac:cxnSpMkLst>
        </pc:cxnChg>
      </pc:sldChg>
      <pc:sldChg chg="addSp modSp add mod ord modAnim">
        <pc:chgData name="Owais Ahmed" userId="6abc7d4556b3b071" providerId="LiveId" clId="{A73E0D9C-676C-43B7-9A99-875A4AA67F46}" dt="2023-11-01T10:27:57.830" v="5186" actId="20577"/>
        <pc:sldMkLst>
          <pc:docMk/>
          <pc:sldMk cId="1491632328" sldId="2569"/>
        </pc:sldMkLst>
        <pc:spChg chg="mod">
          <ac:chgData name="Owais Ahmed" userId="6abc7d4556b3b071" providerId="LiveId" clId="{A73E0D9C-676C-43B7-9A99-875A4AA67F46}" dt="2023-11-01T10:27:57.830" v="5186" actId="20577"/>
          <ac:spMkLst>
            <pc:docMk/>
            <pc:sldMk cId="1491632328" sldId="2569"/>
            <ac:spMk id="3" creationId="{4A1C0383-58FE-E486-295E-B33B8683B938}"/>
          </ac:spMkLst>
        </pc:spChg>
        <pc:graphicFrameChg chg="add mod modGraphic">
          <ac:chgData name="Owais Ahmed" userId="6abc7d4556b3b071" providerId="LiveId" clId="{A73E0D9C-676C-43B7-9A99-875A4AA67F46}" dt="2023-11-01T10:24:27.016" v="4931" actId="1076"/>
          <ac:graphicFrameMkLst>
            <pc:docMk/>
            <pc:sldMk cId="1491632328" sldId="2569"/>
            <ac:graphicFrameMk id="4" creationId="{1886179F-B192-0DC6-38FB-8E73C6ECFA83}"/>
          </ac:graphicFrameMkLst>
        </pc:graphicFrameChg>
      </pc:sldChg>
      <pc:sldChg chg="add del replId">
        <pc:chgData name="Owais Ahmed" userId="6abc7d4556b3b071" providerId="LiveId" clId="{A73E0D9C-676C-43B7-9A99-875A4AA67F46}" dt="2023-11-01T09:04:05.455" v="3324" actId="2890"/>
        <pc:sldMkLst>
          <pc:docMk/>
          <pc:sldMk cId="2631501028" sldId="2569"/>
        </pc:sldMkLst>
      </pc:sldChg>
      <pc:sldChg chg="add del replId">
        <pc:chgData name="Owais Ahmed" userId="6abc7d4556b3b071" providerId="LiveId" clId="{A73E0D9C-676C-43B7-9A99-875A4AA67F46}" dt="2023-11-01T09:04:05.455" v="3324" actId="2890"/>
        <pc:sldMkLst>
          <pc:docMk/>
          <pc:sldMk cId="138675736" sldId="2570"/>
        </pc:sldMkLst>
      </pc:sldChg>
      <pc:sldChg chg="modSp add mod ord modAnim">
        <pc:chgData name="Owais Ahmed" userId="6abc7d4556b3b071" providerId="LiveId" clId="{A73E0D9C-676C-43B7-9A99-875A4AA67F46}" dt="2023-11-01T10:35:40.948" v="6025" actId="20577"/>
        <pc:sldMkLst>
          <pc:docMk/>
          <pc:sldMk cId="2792038537" sldId="2570"/>
        </pc:sldMkLst>
        <pc:spChg chg="mod">
          <ac:chgData name="Owais Ahmed" userId="6abc7d4556b3b071" providerId="LiveId" clId="{A73E0D9C-676C-43B7-9A99-875A4AA67F46}" dt="2023-11-01T10:35:40.948" v="6025" actId="20577"/>
          <ac:spMkLst>
            <pc:docMk/>
            <pc:sldMk cId="2792038537" sldId="2570"/>
            <ac:spMk id="3" creationId="{4A1C0383-58FE-E486-295E-B33B8683B938}"/>
          </ac:spMkLst>
        </pc:spChg>
      </pc:sldChg>
      <pc:sldChg chg="add del replId">
        <pc:chgData name="Owais Ahmed" userId="6abc7d4556b3b071" providerId="LiveId" clId="{A73E0D9C-676C-43B7-9A99-875A4AA67F46}" dt="2023-11-01T09:04:05.455" v="3324" actId="2890"/>
        <pc:sldMkLst>
          <pc:docMk/>
          <pc:sldMk cId="374809449" sldId="2571"/>
        </pc:sldMkLst>
      </pc:sldChg>
      <pc:sldChg chg="modSp add mod modAnim">
        <pc:chgData name="Owais Ahmed" userId="6abc7d4556b3b071" providerId="LiveId" clId="{A73E0D9C-676C-43B7-9A99-875A4AA67F46}" dt="2023-11-08T08:21:51.690" v="7312" actId="20577"/>
        <pc:sldMkLst>
          <pc:docMk/>
          <pc:sldMk cId="1305108838" sldId="2571"/>
        </pc:sldMkLst>
        <pc:spChg chg="mod">
          <ac:chgData name="Owais Ahmed" userId="6abc7d4556b3b071" providerId="LiveId" clId="{A73E0D9C-676C-43B7-9A99-875A4AA67F46}" dt="2023-11-08T08:21:51.690" v="7312" actId="20577"/>
          <ac:spMkLst>
            <pc:docMk/>
            <pc:sldMk cId="1305108838" sldId="2571"/>
            <ac:spMk id="3" creationId="{4A1C0383-58FE-E486-295E-B33B8683B938}"/>
          </ac:spMkLst>
        </pc:spChg>
        <pc:spChg chg="mod">
          <ac:chgData name="Owais Ahmed" userId="6abc7d4556b3b071" providerId="LiveId" clId="{A73E0D9C-676C-43B7-9A99-875A4AA67F46}" dt="2023-11-08T08:01:48.371" v="6156" actId="20577"/>
          <ac:spMkLst>
            <pc:docMk/>
            <pc:sldMk cId="1305108838" sldId="2571"/>
            <ac:spMk id="215" creationId="{00000000-0000-0000-0000-000000000000}"/>
          </ac:spMkLst>
        </pc:spChg>
      </pc:sldChg>
      <pc:sldChg chg="add del replId">
        <pc:chgData name="Owais Ahmed" userId="6abc7d4556b3b071" providerId="LiveId" clId="{A73E0D9C-676C-43B7-9A99-875A4AA67F46}" dt="2023-11-01T09:04:05.455" v="3324" actId="2890"/>
        <pc:sldMkLst>
          <pc:docMk/>
          <pc:sldMk cId="1771613767" sldId="2572"/>
        </pc:sldMkLst>
      </pc:sldChg>
      <pc:sldChg chg="addSp modSp add mod modAnim">
        <pc:chgData name="Owais Ahmed" userId="6abc7d4556b3b071" providerId="LiveId" clId="{A73E0D9C-676C-43B7-9A99-875A4AA67F46}" dt="2023-11-27T08:53:32.175" v="8787" actId="20577"/>
        <pc:sldMkLst>
          <pc:docMk/>
          <pc:sldMk cId="2248356840" sldId="2572"/>
        </pc:sldMkLst>
        <pc:spChg chg="mod">
          <ac:chgData name="Owais Ahmed" userId="6abc7d4556b3b071" providerId="LiveId" clId="{A73E0D9C-676C-43B7-9A99-875A4AA67F46}" dt="2023-11-27T08:53:32.175" v="8787" actId="20577"/>
          <ac:spMkLst>
            <pc:docMk/>
            <pc:sldMk cId="2248356840" sldId="2572"/>
            <ac:spMk id="3" creationId="{4A1C0383-58FE-E486-295E-B33B8683B938}"/>
          </ac:spMkLst>
        </pc:spChg>
        <pc:spChg chg="add mod">
          <ac:chgData name="Owais Ahmed" userId="6abc7d4556b3b071" providerId="LiveId" clId="{A73E0D9C-676C-43B7-9A99-875A4AA67F46}" dt="2023-11-27T08:52:00.874" v="8651" actId="27636"/>
          <ac:spMkLst>
            <pc:docMk/>
            <pc:sldMk cId="2248356840" sldId="2572"/>
            <ac:spMk id="4" creationId="{0C092F88-C68E-5338-85F5-48DB7C3F018D}"/>
          </ac:spMkLst>
        </pc:spChg>
      </pc:sldChg>
      <pc:sldChg chg="add del replId">
        <pc:chgData name="Owais Ahmed" userId="6abc7d4556b3b071" providerId="LiveId" clId="{A73E0D9C-676C-43B7-9A99-875A4AA67F46}" dt="2023-11-01T09:04:05.455" v="3324" actId="2890"/>
        <pc:sldMkLst>
          <pc:docMk/>
          <pc:sldMk cId="3391492129" sldId="2573"/>
        </pc:sldMkLst>
      </pc:sldChg>
      <pc:sldChg chg="add del replId">
        <pc:chgData name="Owais Ahmed" userId="6abc7d4556b3b071" providerId="LiveId" clId="{A73E0D9C-676C-43B7-9A99-875A4AA67F46}" dt="2023-11-01T09:04:05.455" v="3324" actId="2890"/>
        <pc:sldMkLst>
          <pc:docMk/>
          <pc:sldMk cId="1860775333" sldId="2574"/>
        </pc:sldMkLst>
      </pc:sldChg>
      <pc:sldChg chg="add del replId">
        <pc:chgData name="Owais Ahmed" userId="6abc7d4556b3b071" providerId="LiveId" clId="{A73E0D9C-676C-43B7-9A99-875A4AA67F46}" dt="2023-11-01T09:04:05.455" v="3324" actId="2890"/>
        <pc:sldMkLst>
          <pc:docMk/>
          <pc:sldMk cId="1100516667" sldId="2575"/>
        </pc:sldMkLst>
      </pc:sldChg>
      <pc:sldChg chg="add del replId">
        <pc:chgData name="Owais Ahmed" userId="6abc7d4556b3b071" providerId="LiveId" clId="{A73E0D9C-676C-43B7-9A99-875A4AA67F46}" dt="2023-11-01T09:04:05.455" v="3324" actId="2890"/>
        <pc:sldMkLst>
          <pc:docMk/>
          <pc:sldMk cId="2334425768" sldId="2576"/>
        </pc:sldMkLst>
      </pc:sldChg>
      <pc:sldChg chg="add del replId">
        <pc:chgData name="Owais Ahmed" userId="6abc7d4556b3b071" providerId="LiveId" clId="{A73E0D9C-676C-43B7-9A99-875A4AA67F46}" dt="2023-11-01T09:04:05.455" v="3324" actId="2890"/>
        <pc:sldMkLst>
          <pc:docMk/>
          <pc:sldMk cId="2987271229" sldId="2577"/>
        </pc:sldMkLst>
      </pc:sldChg>
      <pc:sldChg chg="add del replId">
        <pc:chgData name="Owais Ahmed" userId="6abc7d4556b3b071" providerId="LiveId" clId="{A73E0D9C-676C-43B7-9A99-875A4AA67F46}" dt="2023-11-01T09:04:05.455" v="3324" actId="2890"/>
        <pc:sldMkLst>
          <pc:docMk/>
          <pc:sldMk cId="1529958825" sldId="2578"/>
        </pc:sldMkLst>
      </pc:sldChg>
      <pc:sldChg chg="add del replId">
        <pc:chgData name="Owais Ahmed" userId="6abc7d4556b3b071" providerId="LiveId" clId="{A73E0D9C-676C-43B7-9A99-875A4AA67F46}" dt="2023-11-01T09:04:05.455" v="3324" actId="2890"/>
        <pc:sldMkLst>
          <pc:docMk/>
          <pc:sldMk cId="566144150" sldId="2579"/>
        </pc:sldMkLst>
      </pc:sldChg>
      <pc:sldChg chg="add del replId">
        <pc:chgData name="Owais Ahmed" userId="6abc7d4556b3b071" providerId="LiveId" clId="{A73E0D9C-676C-43B7-9A99-875A4AA67F46}" dt="2023-11-01T09:04:05.455" v="3324" actId="2890"/>
        <pc:sldMkLst>
          <pc:docMk/>
          <pc:sldMk cId="1265411487" sldId="2580"/>
        </pc:sldMkLst>
      </pc:sldChg>
      <pc:sldChg chg="add del replId">
        <pc:chgData name="Owais Ahmed" userId="6abc7d4556b3b071" providerId="LiveId" clId="{A73E0D9C-676C-43B7-9A99-875A4AA67F46}" dt="2023-11-01T09:04:05.455" v="3324" actId="2890"/>
        <pc:sldMkLst>
          <pc:docMk/>
          <pc:sldMk cId="2063931830" sldId="2581"/>
        </pc:sldMkLst>
      </pc:sldChg>
    </pc:docChg>
  </pc:docChgLst>
  <pc:docChgLst>
    <pc:chgData name="Owais Ahmed" userId="6abc7d4556b3b071" providerId="LiveId" clId="{53383B45-B17A-4806-BA45-0D31F109C868}"/>
    <pc:docChg chg="undo custSel addSld delSld modSld sldOrd">
      <pc:chgData name="Owais Ahmed" userId="6abc7d4556b3b071" providerId="LiveId" clId="{53383B45-B17A-4806-BA45-0D31F109C868}" dt="2023-09-27T09:56:42.272" v="2584" actId="20577"/>
      <pc:docMkLst>
        <pc:docMk/>
      </pc:docMkLst>
      <pc:sldChg chg="modSp mod">
        <pc:chgData name="Owais Ahmed" userId="6abc7d4556b3b071" providerId="LiveId" clId="{53383B45-B17A-4806-BA45-0D31F109C868}" dt="2023-09-27T05:07:46.636" v="32"/>
        <pc:sldMkLst>
          <pc:docMk/>
          <pc:sldMk cId="1649098948" sldId="2462"/>
        </pc:sldMkLst>
        <pc:spChg chg="mod">
          <ac:chgData name="Owais Ahmed" userId="6abc7d4556b3b071" providerId="LiveId" clId="{53383B45-B17A-4806-BA45-0D31F109C868}" dt="2023-09-27T05:07:46.636" v="32"/>
          <ac:spMkLst>
            <pc:docMk/>
            <pc:sldMk cId="1649098948" sldId="2462"/>
            <ac:spMk id="6" creationId="{F3C89A40-EEAA-43AB-9A3A-B2CFDE450F1B}"/>
          </ac:spMkLst>
        </pc:spChg>
      </pc:sldChg>
      <pc:sldChg chg="addSp delSp modSp">
        <pc:chgData name="Owais Ahmed" userId="6abc7d4556b3b071" providerId="LiveId" clId="{53383B45-B17A-4806-BA45-0D31F109C868}" dt="2023-09-27T05:06:36.031" v="1"/>
        <pc:sldMkLst>
          <pc:docMk/>
          <pc:sldMk cId="2136095335" sldId="2565"/>
        </pc:sldMkLst>
        <pc:graphicFrameChg chg="add del mod">
          <ac:chgData name="Owais Ahmed" userId="6abc7d4556b3b071" providerId="LiveId" clId="{53383B45-B17A-4806-BA45-0D31F109C868}" dt="2023-09-27T05:06:36.031" v="1"/>
          <ac:graphicFrameMkLst>
            <pc:docMk/>
            <pc:sldMk cId="2136095335" sldId="2565"/>
            <ac:graphicFrameMk id="4" creationId="{0343B9A1-D7FE-33A9-FC1E-D43F1EB7F87D}"/>
          </ac:graphicFrameMkLst>
        </pc:graphicFrameChg>
      </pc:sldChg>
      <pc:sldChg chg="modSp mod">
        <pc:chgData name="Owais Ahmed" userId="6abc7d4556b3b071" providerId="LiveId" clId="{53383B45-B17A-4806-BA45-0D31F109C868}" dt="2023-09-27T05:22:45.827" v="124" actId="20577"/>
        <pc:sldMkLst>
          <pc:docMk/>
          <pc:sldMk cId="786819306" sldId="2566"/>
        </pc:sldMkLst>
        <pc:spChg chg="mod">
          <ac:chgData name="Owais Ahmed" userId="6abc7d4556b3b071" providerId="LiveId" clId="{53383B45-B17A-4806-BA45-0D31F109C868}" dt="2023-09-27T05:22:45.827" v="124" actId="20577"/>
          <ac:spMkLst>
            <pc:docMk/>
            <pc:sldMk cId="786819306" sldId="2566"/>
            <ac:spMk id="215" creationId="{00000000-0000-0000-0000-000000000000}"/>
          </ac:spMkLst>
        </pc:spChg>
      </pc:sldChg>
      <pc:sldChg chg="add del">
        <pc:chgData name="Owais Ahmed" userId="6abc7d4556b3b071" providerId="LiveId" clId="{53383B45-B17A-4806-BA45-0D31F109C868}" dt="2023-09-27T05:23:15.731" v="125" actId="47"/>
        <pc:sldMkLst>
          <pc:docMk/>
          <pc:sldMk cId="138900574" sldId="2567"/>
        </pc:sldMkLst>
      </pc:sldChg>
      <pc:sldChg chg="modSp modAnim">
        <pc:chgData name="Owais Ahmed" userId="6abc7d4556b3b071" providerId="LiveId" clId="{53383B45-B17A-4806-BA45-0D31F109C868}" dt="2023-09-27T05:49:40.333" v="1297" actId="20577"/>
        <pc:sldMkLst>
          <pc:docMk/>
          <pc:sldMk cId="1120982729" sldId="2568"/>
        </pc:sldMkLst>
        <pc:spChg chg="mod">
          <ac:chgData name="Owais Ahmed" userId="6abc7d4556b3b071" providerId="LiveId" clId="{53383B45-B17A-4806-BA45-0D31F109C868}" dt="2023-09-27T05:49:40.333" v="1297" actId="20577"/>
          <ac:spMkLst>
            <pc:docMk/>
            <pc:sldMk cId="1120982729" sldId="2568"/>
            <ac:spMk id="3" creationId="{4A1C0383-58FE-E486-295E-B33B8683B938}"/>
          </ac:spMkLst>
        </pc:spChg>
      </pc:sldChg>
      <pc:sldChg chg="del">
        <pc:chgData name="Owais Ahmed" userId="6abc7d4556b3b071" providerId="LiveId" clId="{53383B45-B17A-4806-BA45-0D31F109C868}" dt="2023-09-27T09:20:42.985" v="1298" actId="47"/>
        <pc:sldMkLst>
          <pc:docMk/>
          <pc:sldMk cId="3849819283" sldId="2576"/>
        </pc:sldMkLst>
      </pc:sldChg>
      <pc:sldChg chg="del">
        <pc:chgData name="Owais Ahmed" userId="6abc7d4556b3b071" providerId="LiveId" clId="{53383B45-B17A-4806-BA45-0D31F109C868}" dt="2023-09-27T09:20:43.749" v="1299" actId="47"/>
        <pc:sldMkLst>
          <pc:docMk/>
          <pc:sldMk cId="2362627110" sldId="2577"/>
        </pc:sldMkLst>
      </pc:sldChg>
      <pc:sldChg chg="modSp add mod modAnim">
        <pc:chgData name="Owais Ahmed" userId="6abc7d4556b3b071" providerId="LiveId" clId="{53383B45-B17A-4806-BA45-0D31F109C868}" dt="2023-09-27T05:10:11.070" v="79" actId="27636"/>
        <pc:sldMkLst>
          <pc:docMk/>
          <pc:sldMk cId="1835063850" sldId="2578"/>
        </pc:sldMkLst>
        <pc:spChg chg="mod">
          <ac:chgData name="Owais Ahmed" userId="6abc7d4556b3b071" providerId="LiveId" clId="{53383B45-B17A-4806-BA45-0D31F109C868}" dt="2023-09-27T05:10:11.070" v="79" actId="27636"/>
          <ac:spMkLst>
            <pc:docMk/>
            <pc:sldMk cId="1835063850" sldId="2578"/>
            <ac:spMk id="3" creationId="{4A1C0383-58FE-E486-295E-B33B8683B938}"/>
          </ac:spMkLst>
        </pc:spChg>
        <pc:spChg chg="mod">
          <ac:chgData name="Owais Ahmed" userId="6abc7d4556b3b071" providerId="LiveId" clId="{53383B45-B17A-4806-BA45-0D31F109C868}" dt="2023-09-27T05:08:03.843" v="45" actId="20577"/>
          <ac:spMkLst>
            <pc:docMk/>
            <pc:sldMk cId="1835063850" sldId="2578"/>
            <ac:spMk id="215" creationId="{00000000-0000-0000-0000-000000000000}"/>
          </ac:spMkLst>
        </pc:spChg>
      </pc:sldChg>
      <pc:sldChg chg="modSp add mod">
        <pc:chgData name="Owais Ahmed" userId="6abc7d4556b3b071" providerId="LiveId" clId="{53383B45-B17A-4806-BA45-0D31F109C868}" dt="2023-09-27T05:20:27.514" v="95" actId="20577"/>
        <pc:sldMkLst>
          <pc:docMk/>
          <pc:sldMk cId="150925741" sldId="2579"/>
        </pc:sldMkLst>
        <pc:spChg chg="mod">
          <ac:chgData name="Owais Ahmed" userId="6abc7d4556b3b071" providerId="LiveId" clId="{53383B45-B17A-4806-BA45-0D31F109C868}" dt="2023-09-27T05:20:27.514" v="95" actId="20577"/>
          <ac:spMkLst>
            <pc:docMk/>
            <pc:sldMk cId="150925741" sldId="2579"/>
            <ac:spMk id="215" creationId="{00000000-0000-0000-0000-000000000000}"/>
          </ac:spMkLst>
        </pc:spChg>
      </pc:sldChg>
      <pc:sldChg chg="modSp add mod">
        <pc:chgData name="Owais Ahmed" userId="6abc7d4556b3b071" providerId="LiveId" clId="{53383B45-B17A-4806-BA45-0D31F109C868}" dt="2023-09-27T05:20:45.634" v="97"/>
        <pc:sldMkLst>
          <pc:docMk/>
          <pc:sldMk cId="3164841762" sldId="2580"/>
        </pc:sldMkLst>
        <pc:spChg chg="mod">
          <ac:chgData name="Owais Ahmed" userId="6abc7d4556b3b071" providerId="LiveId" clId="{53383B45-B17A-4806-BA45-0D31F109C868}" dt="2023-09-27T05:20:45.634" v="97"/>
          <ac:spMkLst>
            <pc:docMk/>
            <pc:sldMk cId="3164841762" sldId="2580"/>
            <ac:spMk id="215" creationId="{00000000-0000-0000-0000-000000000000}"/>
          </ac:spMkLst>
        </pc:spChg>
      </pc:sldChg>
      <pc:sldChg chg="modSp add mod">
        <pc:chgData name="Owais Ahmed" userId="6abc7d4556b3b071" providerId="LiveId" clId="{53383B45-B17A-4806-BA45-0D31F109C868}" dt="2023-09-27T05:21:33.310" v="99" actId="20577"/>
        <pc:sldMkLst>
          <pc:docMk/>
          <pc:sldMk cId="4253636147" sldId="2581"/>
        </pc:sldMkLst>
        <pc:spChg chg="mod">
          <ac:chgData name="Owais Ahmed" userId="6abc7d4556b3b071" providerId="LiveId" clId="{53383B45-B17A-4806-BA45-0D31F109C868}" dt="2023-09-27T05:21:33.310" v="99" actId="20577"/>
          <ac:spMkLst>
            <pc:docMk/>
            <pc:sldMk cId="4253636147" sldId="2581"/>
            <ac:spMk id="3" creationId="{4A1C0383-58FE-E486-295E-B33B8683B938}"/>
          </ac:spMkLst>
        </pc:spChg>
        <pc:spChg chg="mod">
          <ac:chgData name="Owais Ahmed" userId="6abc7d4556b3b071" providerId="LiveId" clId="{53383B45-B17A-4806-BA45-0D31F109C868}" dt="2023-09-27T05:20:50.696" v="98"/>
          <ac:spMkLst>
            <pc:docMk/>
            <pc:sldMk cId="4253636147" sldId="2581"/>
            <ac:spMk id="215" creationId="{00000000-0000-0000-0000-000000000000}"/>
          </ac:spMkLst>
        </pc:spChg>
      </pc:sldChg>
      <pc:sldChg chg="modSp add">
        <pc:chgData name="Owais Ahmed" userId="6abc7d4556b3b071" providerId="LiveId" clId="{53383B45-B17A-4806-BA45-0D31F109C868}" dt="2023-09-27T05:21:40.553" v="102" actId="20577"/>
        <pc:sldMkLst>
          <pc:docMk/>
          <pc:sldMk cId="2684752333" sldId="2582"/>
        </pc:sldMkLst>
        <pc:spChg chg="mod">
          <ac:chgData name="Owais Ahmed" userId="6abc7d4556b3b071" providerId="LiveId" clId="{53383B45-B17A-4806-BA45-0D31F109C868}" dt="2023-09-27T05:21:40.553" v="102" actId="20577"/>
          <ac:spMkLst>
            <pc:docMk/>
            <pc:sldMk cId="2684752333" sldId="2582"/>
            <ac:spMk id="3" creationId="{4A1C0383-58FE-E486-295E-B33B8683B938}"/>
          </ac:spMkLst>
        </pc:spChg>
      </pc:sldChg>
      <pc:sldChg chg="add del">
        <pc:chgData name="Owais Ahmed" userId="6abc7d4556b3b071" providerId="LiveId" clId="{53383B45-B17A-4806-BA45-0D31F109C868}" dt="2023-09-27T05:23:17.819" v="126" actId="47"/>
        <pc:sldMkLst>
          <pc:docMk/>
          <pc:sldMk cId="1329531230" sldId="2583"/>
        </pc:sldMkLst>
      </pc:sldChg>
      <pc:sldChg chg="modSp add mod">
        <pc:chgData name="Owais Ahmed" userId="6abc7d4556b3b071" providerId="LiveId" clId="{53383B45-B17A-4806-BA45-0D31F109C868}" dt="2023-09-27T05:25:24.412" v="165" actId="20577"/>
        <pc:sldMkLst>
          <pc:docMk/>
          <pc:sldMk cId="213204764" sldId="2584"/>
        </pc:sldMkLst>
        <pc:spChg chg="mod">
          <ac:chgData name="Owais Ahmed" userId="6abc7d4556b3b071" providerId="LiveId" clId="{53383B45-B17A-4806-BA45-0D31F109C868}" dt="2023-09-27T05:25:24.412" v="165" actId="20577"/>
          <ac:spMkLst>
            <pc:docMk/>
            <pc:sldMk cId="213204764" sldId="2584"/>
            <ac:spMk id="215" creationId="{00000000-0000-0000-0000-000000000000}"/>
          </ac:spMkLst>
        </pc:spChg>
      </pc:sldChg>
      <pc:sldChg chg="add">
        <pc:chgData name="Owais Ahmed" userId="6abc7d4556b3b071" providerId="LiveId" clId="{53383B45-B17A-4806-BA45-0D31F109C868}" dt="2023-09-27T05:06:44.656" v="2"/>
        <pc:sldMkLst>
          <pc:docMk/>
          <pc:sldMk cId="3970414602" sldId="2585"/>
        </pc:sldMkLst>
      </pc:sldChg>
      <pc:sldChg chg="modSp add mod modAnim">
        <pc:chgData name="Owais Ahmed" userId="6abc7d4556b3b071" providerId="LiveId" clId="{53383B45-B17A-4806-BA45-0D31F109C868}" dt="2023-09-27T05:36:05.275" v="1295" actId="20577"/>
        <pc:sldMkLst>
          <pc:docMk/>
          <pc:sldMk cId="2285914733" sldId="2586"/>
        </pc:sldMkLst>
        <pc:spChg chg="mod">
          <ac:chgData name="Owais Ahmed" userId="6abc7d4556b3b071" providerId="LiveId" clId="{53383B45-B17A-4806-BA45-0D31F109C868}" dt="2023-09-27T05:36:05.275" v="1295" actId="20577"/>
          <ac:spMkLst>
            <pc:docMk/>
            <pc:sldMk cId="2285914733" sldId="2586"/>
            <ac:spMk id="3" creationId="{4A1C0383-58FE-E486-295E-B33B8683B938}"/>
          </ac:spMkLst>
        </pc:spChg>
        <pc:spChg chg="mod">
          <ac:chgData name="Owais Ahmed" userId="6abc7d4556b3b071" providerId="LiveId" clId="{53383B45-B17A-4806-BA45-0D31F109C868}" dt="2023-09-27T05:27:15.262" v="304" actId="20577"/>
          <ac:spMkLst>
            <pc:docMk/>
            <pc:sldMk cId="2285914733" sldId="2586"/>
            <ac:spMk id="215" creationId="{00000000-0000-0000-0000-000000000000}"/>
          </ac:spMkLst>
        </pc:spChg>
      </pc:sldChg>
      <pc:sldChg chg="modSp add modAnim">
        <pc:chgData name="Owais Ahmed" userId="6abc7d4556b3b071" providerId="LiveId" clId="{53383B45-B17A-4806-BA45-0D31F109C868}" dt="2023-09-27T09:21:26.814" v="1301" actId="14"/>
        <pc:sldMkLst>
          <pc:docMk/>
          <pc:sldMk cId="1201433262" sldId="2587"/>
        </pc:sldMkLst>
        <pc:spChg chg="mod">
          <ac:chgData name="Owais Ahmed" userId="6abc7d4556b3b071" providerId="LiveId" clId="{53383B45-B17A-4806-BA45-0D31F109C868}" dt="2023-09-27T09:21:26.814" v="1301" actId="14"/>
          <ac:spMkLst>
            <pc:docMk/>
            <pc:sldMk cId="1201433262" sldId="2587"/>
            <ac:spMk id="3" creationId="{4A1C0383-58FE-E486-295E-B33B8683B938}"/>
          </ac:spMkLst>
        </pc:spChg>
      </pc:sldChg>
      <pc:sldChg chg="addSp modSp add mod ord modAnim modNotesTx">
        <pc:chgData name="Owais Ahmed" userId="6abc7d4556b3b071" providerId="LiveId" clId="{53383B45-B17A-4806-BA45-0D31F109C868}" dt="2023-09-27T09:56:42.272" v="2584" actId="20577"/>
        <pc:sldMkLst>
          <pc:docMk/>
          <pc:sldMk cId="2208228190" sldId="2588"/>
        </pc:sldMkLst>
        <pc:spChg chg="mod">
          <ac:chgData name="Owais Ahmed" userId="6abc7d4556b3b071" providerId="LiveId" clId="{53383B45-B17A-4806-BA45-0D31F109C868}" dt="2023-09-27T09:34:45.843" v="1447" actId="27636"/>
          <ac:spMkLst>
            <pc:docMk/>
            <pc:sldMk cId="2208228190" sldId="2588"/>
            <ac:spMk id="3" creationId="{4A1C0383-58FE-E486-295E-B33B8683B938}"/>
          </ac:spMkLst>
        </pc:spChg>
        <pc:spChg chg="add mod">
          <ac:chgData name="Owais Ahmed" userId="6abc7d4556b3b071" providerId="LiveId" clId="{53383B45-B17A-4806-BA45-0D31F109C868}" dt="2023-09-27T09:56:42.272" v="2584" actId="20577"/>
          <ac:spMkLst>
            <pc:docMk/>
            <pc:sldMk cId="2208228190" sldId="2588"/>
            <ac:spMk id="4" creationId="{94726610-A2E3-1316-07F6-F3E15154A6A9}"/>
          </ac:spMkLst>
        </pc:spChg>
        <pc:spChg chg="mod">
          <ac:chgData name="Owais Ahmed" userId="6abc7d4556b3b071" providerId="LiveId" clId="{53383B45-B17A-4806-BA45-0D31F109C868}" dt="2023-09-27T09:23:20.702" v="1328" actId="20577"/>
          <ac:spMkLst>
            <pc:docMk/>
            <pc:sldMk cId="2208228190" sldId="2588"/>
            <ac:spMk id="215" creationId="{00000000-0000-0000-0000-000000000000}"/>
          </ac:spMkLst>
        </pc:spChg>
      </pc:sldChg>
    </pc:docChg>
  </pc:docChgLst>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0577D98B-C5DD-421E-AB63-1BC2B2B46ADA}"/>
    <pc:docChg chg="undo custSel addSld delSld modSld sldOrd">
      <pc:chgData name="Owais Ahmed" userId="6abc7d4556b3b071" providerId="LiveId" clId="{0577D98B-C5DD-421E-AB63-1BC2B2B46ADA}" dt="2023-08-08T06:57:58.019" v="8482" actId="20577"/>
      <pc:docMkLst>
        <pc:docMk/>
      </pc:docMkLst>
      <pc:sldChg chg="modSp mod">
        <pc:chgData name="Owais Ahmed" userId="6abc7d4556b3b071" providerId="LiveId" clId="{0577D98B-C5DD-421E-AB63-1BC2B2B46ADA}" dt="2023-08-08T06:57:58.019" v="8482" actId="20577"/>
        <pc:sldMkLst>
          <pc:docMk/>
          <pc:sldMk cId="1649098948" sldId="2462"/>
        </pc:sldMkLst>
        <pc:spChg chg="mod">
          <ac:chgData name="Owais Ahmed" userId="6abc7d4556b3b071" providerId="LiveId" clId="{0577D98B-C5DD-421E-AB63-1BC2B2B46ADA}" dt="2023-08-08T06:57:58.019" v="8482" actId="20577"/>
          <ac:spMkLst>
            <pc:docMk/>
            <pc:sldMk cId="1649098948" sldId="2462"/>
            <ac:spMk id="6" creationId="{F3C89A40-EEAA-43AB-9A3A-B2CFDE450F1B}"/>
          </ac:spMkLst>
        </pc:spChg>
      </pc:sldChg>
      <pc:sldChg chg="modSp mod modAnim">
        <pc:chgData name="Owais Ahmed" userId="6abc7d4556b3b071" providerId="LiveId" clId="{0577D98B-C5DD-421E-AB63-1BC2B2B46ADA}" dt="2023-08-08T04:53:48.719" v="1544" actId="20577"/>
        <pc:sldMkLst>
          <pc:docMk/>
          <pc:sldMk cId="296501705" sldId="2557"/>
        </pc:sldMkLst>
        <pc:spChg chg="mod">
          <ac:chgData name="Owais Ahmed" userId="6abc7d4556b3b071" providerId="LiveId" clId="{0577D98B-C5DD-421E-AB63-1BC2B2B46ADA}" dt="2023-08-08T04:53:48.719" v="1544" actId="20577"/>
          <ac:spMkLst>
            <pc:docMk/>
            <pc:sldMk cId="296501705" sldId="2557"/>
            <ac:spMk id="3" creationId="{4A1C0383-58FE-E486-295E-B33B8683B938}"/>
          </ac:spMkLst>
        </pc:spChg>
        <pc:spChg chg="mod">
          <ac:chgData name="Owais Ahmed" userId="6abc7d4556b3b071" providerId="LiveId" clId="{0577D98B-C5DD-421E-AB63-1BC2B2B46ADA}" dt="2023-08-08T04:30:12.140" v="248" actId="20577"/>
          <ac:spMkLst>
            <pc:docMk/>
            <pc:sldMk cId="296501705" sldId="2557"/>
            <ac:spMk id="215" creationId="{00000000-0000-0000-0000-000000000000}"/>
          </ac:spMkLst>
        </pc:spChg>
      </pc:sldChg>
      <pc:sldChg chg="modSp add mod modAnim">
        <pc:chgData name="Owais Ahmed" userId="6abc7d4556b3b071" providerId="LiveId" clId="{0577D98B-C5DD-421E-AB63-1BC2B2B46ADA}" dt="2023-08-08T06:09:17.859" v="5437" actId="20577"/>
        <pc:sldMkLst>
          <pc:docMk/>
          <pc:sldMk cId="53512322" sldId="2558"/>
        </pc:sldMkLst>
        <pc:spChg chg="mod">
          <ac:chgData name="Owais Ahmed" userId="6abc7d4556b3b071" providerId="LiveId" clId="{0577D98B-C5DD-421E-AB63-1BC2B2B46ADA}" dt="2023-08-08T06:09:17.859" v="5437" actId="20577"/>
          <ac:spMkLst>
            <pc:docMk/>
            <pc:sldMk cId="53512322" sldId="2558"/>
            <ac:spMk id="3" creationId="{4A1C0383-58FE-E486-295E-B33B8683B938}"/>
          </ac:spMkLst>
        </pc:spChg>
      </pc:sldChg>
      <pc:sldChg chg="del">
        <pc:chgData name="Owais Ahmed" userId="6abc7d4556b3b071" providerId="LiveId" clId="{0577D98B-C5DD-421E-AB63-1BC2B2B46ADA}" dt="2023-08-08T04:30:01.815" v="224" actId="47"/>
        <pc:sldMkLst>
          <pc:docMk/>
          <pc:sldMk cId="3909667495" sldId="2558"/>
        </pc:sldMkLst>
      </pc:sldChg>
      <pc:sldChg chg="addSp modSp add mod ord modAnim modNotesTx">
        <pc:chgData name="Owais Ahmed" userId="6abc7d4556b3b071" providerId="LiveId" clId="{0577D98B-C5DD-421E-AB63-1BC2B2B46ADA}" dt="2023-08-08T06:04:48.445" v="5079"/>
        <pc:sldMkLst>
          <pc:docMk/>
          <pc:sldMk cId="1566808580" sldId="2559"/>
        </pc:sldMkLst>
        <pc:spChg chg="mod">
          <ac:chgData name="Owais Ahmed" userId="6abc7d4556b3b071" providerId="LiveId" clId="{0577D98B-C5DD-421E-AB63-1BC2B2B46ADA}" dt="2023-08-08T05:48:34.035" v="4439" actId="20577"/>
          <ac:spMkLst>
            <pc:docMk/>
            <pc:sldMk cId="1566808580" sldId="2559"/>
            <ac:spMk id="3" creationId="{4A1C0383-58FE-E486-295E-B33B8683B938}"/>
          </ac:spMkLst>
        </pc:spChg>
        <pc:graphicFrameChg chg="add mod modGraphic">
          <ac:chgData name="Owais Ahmed" userId="6abc7d4556b3b071" providerId="LiveId" clId="{0577D98B-C5DD-421E-AB63-1BC2B2B46ADA}" dt="2023-08-08T05:28:00.811" v="3618" actId="404"/>
          <ac:graphicFrameMkLst>
            <pc:docMk/>
            <pc:sldMk cId="1566808580" sldId="2559"/>
            <ac:graphicFrameMk id="4" creationId="{3BD80CFA-71B3-B1D4-C38D-511EF67DF039}"/>
          </ac:graphicFrameMkLst>
        </pc:graphicFrameChg>
      </pc:sldChg>
      <pc:sldChg chg="del">
        <pc:chgData name="Owais Ahmed" userId="6abc7d4556b3b071" providerId="LiveId" clId="{0577D98B-C5DD-421E-AB63-1BC2B2B46ADA}" dt="2023-08-08T04:30:01.815" v="224" actId="47"/>
        <pc:sldMkLst>
          <pc:docMk/>
          <pc:sldMk cId="3856755703" sldId="2559"/>
        </pc:sldMkLst>
      </pc:sldChg>
      <pc:sldChg chg="modSp add mod ord modAnim">
        <pc:chgData name="Owais Ahmed" userId="6abc7d4556b3b071" providerId="LiveId" clId="{0577D98B-C5DD-421E-AB63-1BC2B2B46ADA}" dt="2023-08-08T06:09:13.417" v="5433" actId="20577"/>
        <pc:sldMkLst>
          <pc:docMk/>
          <pc:sldMk cId="3737636412" sldId="2560"/>
        </pc:sldMkLst>
        <pc:spChg chg="mod">
          <ac:chgData name="Owais Ahmed" userId="6abc7d4556b3b071" providerId="LiveId" clId="{0577D98B-C5DD-421E-AB63-1BC2B2B46ADA}" dt="2023-08-08T06:09:13.417" v="5433" actId="20577"/>
          <ac:spMkLst>
            <pc:docMk/>
            <pc:sldMk cId="3737636412" sldId="2560"/>
            <ac:spMk id="3" creationId="{4A1C0383-58FE-E486-295E-B33B8683B938}"/>
          </ac:spMkLst>
        </pc:spChg>
      </pc:sldChg>
      <pc:sldChg chg="del">
        <pc:chgData name="Owais Ahmed" userId="6abc7d4556b3b071" providerId="LiveId" clId="{0577D98B-C5DD-421E-AB63-1BC2B2B46ADA}" dt="2023-08-08T04:30:01.815" v="224" actId="47"/>
        <pc:sldMkLst>
          <pc:docMk/>
          <pc:sldMk cId="3846338403" sldId="2560"/>
        </pc:sldMkLst>
      </pc:sldChg>
      <pc:sldChg chg="modSp add mod modAnim">
        <pc:chgData name="Owais Ahmed" userId="6abc7d4556b3b071" providerId="LiveId" clId="{0577D98B-C5DD-421E-AB63-1BC2B2B46ADA}" dt="2023-08-08T06:28:01.622" v="6269" actId="20577"/>
        <pc:sldMkLst>
          <pc:docMk/>
          <pc:sldMk cId="1476977656" sldId="2561"/>
        </pc:sldMkLst>
        <pc:spChg chg="mod">
          <ac:chgData name="Owais Ahmed" userId="6abc7d4556b3b071" providerId="LiveId" clId="{0577D98B-C5DD-421E-AB63-1BC2B2B46ADA}" dt="2023-08-08T06:28:01.622" v="6269" actId="20577"/>
          <ac:spMkLst>
            <pc:docMk/>
            <pc:sldMk cId="1476977656" sldId="2561"/>
            <ac:spMk id="3" creationId="{4A1C0383-58FE-E486-295E-B33B8683B938}"/>
          </ac:spMkLst>
        </pc:spChg>
      </pc:sldChg>
      <pc:sldChg chg="modSp add mod modAnim">
        <pc:chgData name="Owais Ahmed" userId="6abc7d4556b3b071" providerId="LiveId" clId="{0577D98B-C5DD-421E-AB63-1BC2B2B46ADA}" dt="2023-08-08T06:19:08.356" v="5786" actId="27636"/>
        <pc:sldMkLst>
          <pc:docMk/>
          <pc:sldMk cId="1305422422" sldId="2562"/>
        </pc:sldMkLst>
        <pc:spChg chg="mod">
          <ac:chgData name="Owais Ahmed" userId="6abc7d4556b3b071" providerId="LiveId" clId="{0577D98B-C5DD-421E-AB63-1BC2B2B46ADA}" dt="2023-08-08T06:19:08.356" v="5786" actId="27636"/>
          <ac:spMkLst>
            <pc:docMk/>
            <pc:sldMk cId="1305422422" sldId="2562"/>
            <ac:spMk id="3" creationId="{4A1C0383-58FE-E486-295E-B33B8683B938}"/>
          </ac:spMkLst>
        </pc:spChg>
      </pc:sldChg>
      <pc:sldChg chg="del">
        <pc:chgData name="Owais Ahmed" userId="6abc7d4556b3b071" providerId="LiveId" clId="{0577D98B-C5DD-421E-AB63-1BC2B2B46ADA}" dt="2023-08-08T04:30:01.815" v="224" actId="47"/>
        <pc:sldMkLst>
          <pc:docMk/>
          <pc:sldMk cId="1835063850" sldId="2562"/>
        </pc:sldMkLst>
      </pc:sldChg>
      <pc:sldChg chg="del">
        <pc:chgData name="Owais Ahmed" userId="6abc7d4556b3b071" providerId="LiveId" clId="{0577D98B-C5DD-421E-AB63-1BC2B2B46ADA}" dt="2023-08-08T04:30:01.815" v="224" actId="47"/>
        <pc:sldMkLst>
          <pc:docMk/>
          <pc:sldMk cId="150925741" sldId="2563"/>
        </pc:sldMkLst>
      </pc:sldChg>
      <pc:sldChg chg="modSp add mod modAnim">
        <pc:chgData name="Owais Ahmed" userId="6abc7d4556b3b071" providerId="LiveId" clId="{0577D98B-C5DD-421E-AB63-1BC2B2B46ADA}" dt="2023-08-08T06:51:56.531" v="8086" actId="20577"/>
        <pc:sldMkLst>
          <pc:docMk/>
          <pc:sldMk cId="4071666753" sldId="2563"/>
        </pc:sldMkLst>
        <pc:spChg chg="mod">
          <ac:chgData name="Owais Ahmed" userId="6abc7d4556b3b071" providerId="LiveId" clId="{0577D98B-C5DD-421E-AB63-1BC2B2B46ADA}" dt="2023-08-08T06:51:54.049" v="8085" actId="20577"/>
          <ac:spMkLst>
            <pc:docMk/>
            <pc:sldMk cId="4071666753" sldId="2563"/>
            <ac:spMk id="3" creationId="{4A1C0383-58FE-E486-295E-B33B8683B938}"/>
          </ac:spMkLst>
        </pc:spChg>
        <pc:spChg chg="mod">
          <ac:chgData name="Owais Ahmed" userId="6abc7d4556b3b071" providerId="LiveId" clId="{0577D98B-C5DD-421E-AB63-1BC2B2B46ADA}" dt="2023-08-08T06:42:29.550" v="7538" actId="20577"/>
          <ac:spMkLst>
            <pc:docMk/>
            <pc:sldMk cId="4071666753" sldId="2563"/>
            <ac:spMk id="215" creationId="{00000000-0000-0000-0000-000000000000}"/>
          </ac:spMkLst>
        </pc:spChg>
      </pc:sldChg>
      <pc:sldChg chg="modSp add ord modAnim">
        <pc:chgData name="Owais Ahmed" userId="6abc7d4556b3b071" providerId="LiveId" clId="{0577D98B-C5DD-421E-AB63-1BC2B2B46ADA}" dt="2023-08-08T06:42:16.212" v="7530"/>
        <pc:sldMkLst>
          <pc:docMk/>
          <pc:sldMk cId="2526141006" sldId="2564"/>
        </pc:sldMkLst>
        <pc:spChg chg="mod">
          <ac:chgData name="Owais Ahmed" userId="6abc7d4556b3b071" providerId="LiveId" clId="{0577D98B-C5DD-421E-AB63-1BC2B2B46ADA}" dt="2023-08-08T06:41:39.010" v="7528" actId="20577"/>
          <ac:spMkLst>
            <pc:docMk/>
            <pc:sldMk cId="2526141006" sldId="2564"/>
            <ac:spMk id="3" creationId="{4A1C0383-58FE-E486-295E-B33B8683B938}"/>
          </ac:spMkLst>
        </pc:spChg>
      </pc:sldChg>
      <pc:sldChg chg="del">
        <pc:chgData name="Owais Ahmed" userId="6abc7d4556b3b071" providerId="LiveId" clId="{0577D98B-C5DD-421E-AB63-1BC2B2B46ADA}" dt="2023-08-08T04:30:01.815" v="224" actId="47"/>
        <pc:sldMkLst>
          <pc:docMk/>
          <pc:sldMk cId="3164841762" sldId="2564"/>
        </pc:sldMkLst>
      </pc:sldChg>
      <pc:sldChg chg="modSp add mod modAnim">
        <pc:chgData name="Owais Ahmed" userId="6abc7d4556b3b071" providerId="LiveId" clId="{0577D98B-C5DD-421E-AB63-1BC2B2B46ADA}" dt="2023-08-08T06:57:21.686" v="8443" actId="20577"/>
        <pc:sldMkLst>
          <pc:docMk/>
          <pc:sldMk cId="2724244378" sldId="2565"/>
        </pc:sldMkLst>
        <pc:spChg chg="mod">
          <ac:chgData name="Owais Ahmed" userId="6abc7d4556b3b071" providerId="LiveId" clId="{0577D98B-C5DD-421E-AB63-1BC2B2B46ADA}" dt="2023-08-08T06:57:21.686" v="8443" actId="20577"/>
          <ac:spMkLst>
            <pc:docMk/>
            <pc:sldMk cId="2724244378" sldId="2565"/>
            <ac:spMk id="3" creationId="{4A1C0383-58FE-E486-295E-B33B8683B938}"/>
          </ac:spMkLst>
        </pc:spChg>
        <pc:spChg chg="mod">
          <ac:chgData name="Owais Ahmed" userId="6abc7d4556b3b071" providerId="LiveId" clId="{0577D98B-C5DD-421E-AB63-1BC2B2B46ADA}" dt="2023-08-08T06:52:04.193" v="8093" actId="20577"/>
          <ac:spMkLst>
            <pc:docMk/>
            <pc:sldMk cId="2724244378" sldId="2565"/>
            <ac:spMk id="215" creationId="{00000000-0000-0000-0000-000000000000}"/>
          </ac:spMkLst>
        </pc:spChg>
      </pc:sldChg>
      <pc:sldChg chg="del">
        <pc:chgData name="Owais Ahmed" userId="6abc7d4556b3b071" providerId="LiveId" clId="{0577D98B-C5DD-421E-AB63-1BC2B2B46ADA}" dt="2023-08-08T04:30:01.815" v="224" actId="47"/>
        <pc:sldMkLst>
          <pc:docMk/>
          <pc:sldMk cId="4253636147" sldId="2565"/>
        </pc:sldMkLst>
      </pc:sldChg>
      <pc:sldChg chg="add">
        <pc:chgData name="Owais Ahmed" userId="6abc7d4556b3b071" providerId="LiveId" clId="{0577D98B-C5DD-421E-AB63-1BC2B2B46ADA}" dt="2023-08-08T06:57:46.412" v="8444" actId="2890"/>
        <pc:sldMkLst>
          <pc:docMk/>
          <pc:sldMk cId="1651103511" sldId="2566"/>
        </pc:sldMkLst>
      </pc:sldChg>
      <pc:sldChg chg="del">
        <pc:chgData name="Owais Ahmed" userId="6abc7d4556b3b071" providerId="LiveId" clId="{0577D98B-C5DD-421E-AB63-1BC2B2B46ADA}" dt="2023-08-08T04:30:01.815" v="224" actId="47"/>
        <pc:sldMkLst>
          <pc:docMk/>
          <pc:sldMk cId="2684752333" sldId="2566"/>
        </pc:sldMkLst>
      </pc:sldChg>
      <pc:sldChg chg="del">
        <pc:chgData name="Owais Ahmed" userId="6abc7d4556b3b071" providerId="LiveId" clId="{0577D98B-C5DD-421E-AB63-1BC2B2B46ADA}" dt="2023-08-08T04:30:01.815" v="224" actId="47"/>
        <pc:sldMkLst>
          <pc:docMk/>
          <pc:sldMk cId="138900574" sldId="2567"/>
        </pc:sldMkLst>
      </pc:sldChg>
      <pc:sldChg chg="del">
        <pc:chgData name="Owais Ahmed" userId="6abc7d4556b3b071" providerId="LiveId" clId="{0577D98B-C5DD-421E-AB63-1BC2B2B46ADA}" dt="2023-08-08T04:30:01.815" v="224" actId="47"/>
        <pc:sldMkLst>
          <pc:docMk/>
          <pc:sldMk cId="1329531230" sldId="2568"/>
        </pc:sldMkLst>
      </pc:sldChg>
      <pc:sldChg chg="del">
        <pc:chgData name="Owais Ahmed" userId="6abc7d4556b3b071" providerId="LiveId" clId="{0577D98B-C5DD-421E-AB63-1BC2B2B46ADA}" dt="2023-08-08T04:30:01.815" v="224" actId="47"/>
        <pc:sldMkLst>
          <pc:docMk/>
          <pc:sldMk cId="213204764" sldId="2569"/>
        </pc:sldMkLst>
      </pc:sldChg>
      <pc:sldChg chg="del">
        <pc:chgData name="Owais Ahmed" userId="6abc7d4556b3b071" providerId="LiveId" clId="{0577D98B-C5DD-421E-AB63-1BC2B2B46ADA}" dt="2023-08-08T04:30:01.815" v="224" actId="47"/>
        <pc:sldMkLst>
          <pc:docMk/>
          <pc:sldMk cId="3970414602" sldId="2570"/>
        </pc:sldMkLst>
      </pc:sldChg>
      <pc:sldChg chg="del">
        <pc:chgData name="Owais Ahmed" userId="6abc7d4556b3b071" providerId="LiveId" clId="{0577D98B-C5DD-421E-AB63-1BC2B2B46ADA}" dt="2023-08-08T04:30:01.815" v="224" actId="47"/>
        <pc:sldMkLst>
          <pc:docMk/>
          <pc:sldMk cId="1201433262" sldId="2571"/>
        </pc:sldMkLst>
      </pc:sldChg>
      <pc:sldChg chg="del">
        <pc:chgData name="Owais Ahmed" userId="6abc7d4556b3b071" providerId="LiveId" clId="{0577D98B-C5DD-421E-AB63-1BC2B2B46ADA}" dt="2023-08-08T04:30:01.815" v="224" actId="47"/>
        <pc:sldMkLst>
          <pc:docMk/>
          <pc:sldMk cId="2285914733" sldId="2573"/>
        </pc:sldMkLst>
      </pc:sldChg>
      <pc:sldChg chg="del">
        <pc:chgData name="Owais Ahmed" userId="6abc7d4556b3b071" providerId="LiveId" clId="{0577D98B-C5DD-421E-AB63-1BC2B2B46ADA}" dt="2023-08-08T04:30:01.815" v="224" actId="47"/>
        <pc:sldMkLst>
          <pc:docMk/>
          <pc:sldMk cId="1728240852" sldId="2574"/>
        </pc:sldMkLst>
      </pc:sldChg>
      <pc:sldChg chg="del">
        <pc:chgData name="Owais Ahmed" userId="6abc7d4556b3b071" providerId="LiveId" clId="{0577D98B-C5DD-421E-AB63-1BC2B2B46ADA}" dt="2023-08-08T04:30:01.815" v="224" actId="47"/>
        <pc:sldMkLst>
          <pc:docMk/>
          <pc:sldMk cId="3271818871" sldId="2575"/>
        </pc:sldMkLst>
      </pc:sldChg>
      <pc:sldChg chg="del">
        <pc:chgData name="Owais Ahmed" userId="6abc7d4556b3b071" providerId="LiveId" clId="{0577D98B-C5DD-421E-AB63-1BC2B2B46ADA}" dt="2023-08-08T04:30:01.815" v="224" actId="47"/>
        <pc:sldMkLst>
          <pc:docMk/>
          <pc:sldMk cId="1747158155" sldId="2576"/>
        </pc:sldMkLst>
      </pc:sldChg>
    </pc:docChg>
  </pc:docChgLst>
  <pc:docChgLst>
    <pc:chgData name="Owais Ahmed" userId="6abc7d4556b3b071" providerId="LiveId" clId="{75EC58F7-4BFE-47B9-AB78-477B48A064C5}"/>
    <pc:docChg chg="delSld">
      <pc:chgData name="Owais Ahmed" userId="6abc7d4556b3b071" providerId="LiveId" clId="{75EC58F7-4BFE-47B9-AB78-477B48A064C5}" dt="2023-10-31T10:51:29.055" v="1" actId="47"/>
      <pc:docMkLst>
        <pc:docMk/>
      </pc:docMkLst>
      <pc:sldChg chg="del">
        <pc:chgData name="Owais Ahmed" userId="6abc7d4556b3b071" providerId="LiveId" clId="{75EC58F7-4BFE-47B9-AB78-477B48A064C5}" dt="2023-10-31T10:51:28.057" v="0" actId="47"/>
        <pc:sldMkLst>
          <pc:docMk/>
          <pc:sldMk cId="1651692435" sldId="2574"/>
        </pc:sldMkLst>
      </pc:sldChg>
      <pc:sldChg chg="del">
        <pc:chgData name="Owais Ahmed" userId="6abc7d4556b3b071" providerId="LiveId" clId="{75EC58F7-4BFE-47B9-AB78-477B48A064C5}" dt="2023-10-31T10:51:29.055" v="1" actId="47"/>
        <pc:sldMkLst>
          <pc:docMk/>
          <pc:sldMk cId="1638662693" sldId="2575"/>
        </pc:sldMkLst>
      </pc:sldChg>
    </pc:docChg>
  </pc:docChgLst>
  <pc:docChgLst>
    <pc:chgData name="Owais Ahmed" userId="6abc7d4556b3b071" providerId="LiveId" clId="{C968DFF7-75EA-425C-B744-BCB0C5DAAF5B}"/>
    <pc:docChg chg="undo custSel addSld delSld modSld sldOrd">
      <pc:chgData name="Owais Ahmed" userId="6abc7d4556b3b071" providerId="LiveId" clId="{C968DFF7-75EA-425C-B744-BCB0C5DAAF5B}" dt="2023-08-22T05:24:27.373" v="14616" actId="20577"/>
      <pc:docMkLst>
        <pc:docMk/>
      </pc:docMkLst>
      <pc:sldChg chg="modSp mod">
        <pc:chgData name="Owais Ahmed" userId="6abc7d4556b3b071" providerId="LiveId" clId="{C968DFF7-75EA-425C-B744-BCB0C5DAAF5B}" dt="2023-08-17T09:37:48.385" v="12743" actId="20577"/>
        <pc:sldMkLst>
          <pc:docMk/>
          <pc:sldMk cId="1649098948" sldId="2462"/>
        </pc:sldMkLst>
        <pc:spChg chg="mod">
          <ac:chgData name="Owais Ahmed" userId="6abc7d4556b3b071" providerId="LiveId" clId="{C968DFF7-75EA-425C-B744-BCB0C5DAAF5B}" dt="2023-08-17T09:37:48.385" v="12743" actId="20577"/>
          <ac:spMkLst>
            <pc:docMk/>
            <pc:sldMk cId="1649098948" sldId="2462"/>
            <ac:spMk id="6" creationId="{F3C89A40-EEAA-43AB-9A3A-B2CFDE450F1B}"/>
          </ac:spMkLst>
        </pc:spChg>
      </pc:sldChg>
      <pc:sldChg chg="modSp mod modAnim">
        <pc:chgData name="Owais Ahmed" userId="6abc7d4556b3b071" providerId="LiveId" clId="{C968DFF7-75EA-425C-B744-BCB0C5DAAF5B}" dt="2023-08-10T07:32:45.723" v="812" actId="20577"/>
        <pc:sldMkLst>
          <pc:docMk/>
          <pc:sldMk cId="296501705" sldId="2557"/>
        </pc:sldMkLst>
        <pc:spChg chg="mod">
          <ac:chgData name="Owais Ahmed" userId="6abc7d4556b3b071" providerId="LiveId" clId="{C968DFF7-75EA-425C-B744-BCB0C5DAAF5B}" dt="2023-08-10T07:32:45.723" v="812" actId="20577"/>
          <ac:spMkLst>
            <pc:docMk/>
            <pc:sldMk cId="296501705" sldId="2557"/>
            <ac:spMk id="3" creationId="{4A1C0383-58FE-E486-295E-B33B8683B938}"/>
          </ac:spMkLst>
        </pc:spChg>
        <pc:spChg chg="mod">
          <ac:chgData name="Owais Ahmed" userId="6abc7d4556b3b071" providerId="LiveId" clId="{C968DFF7-75EA-425C-B744-BCB0C5DAAF5B}" dt="2023-08-10T07:12:31.050" v="57" actId="20577"/>
          <ac:spMkLst>
            <pc:docMk/>
            <pc:sldMk cId="296501705" sldId="2557"/>
            <ac:spMk id="215" creationId="{00000000-0000-0000-0000-000000000000}"/>
          </ac:spMkLst>
        </pc:spChg>
      </pc:sldChg>
      <pc:sldChg chg="del">
        <pc:chgData name="Owais Ahmed" userId="6abc7d4556b3b071" providerId="LiveId" clId="{C968DFF7-75EA-425C-B744-BCB0C5DAAF5B}" dt="2023-08-10T07:32:53.252" v="813" actId="47"/>
        <pc:sldMkLst>
          <pc:docMk/>
          <pc:sldMk cId="53512322" sldId="2558"/>
        </pc:sldMkLst>
      </pc:sldChg>
      <pc:sldChg chg="modSp add mod modAnim">
        <pc:chgData name="Owais Ahmed" userId="6abc7d4556b3b071" providerId="LiveId" clId="{C968DFF7-75EA-425C-B744-BCB0C5DAAF5B}" dt="2023-08-12T09:10:33.738" v="9777" actId="20577"/>
        <pc:sldMkLst>
          <pc:docMk/>
          <pc:sldMk cId="434899577" sldId="2558"/>
        </pc:sldMkLst>
        <pc:spChg chg="mod">
          <ac:chgData name="Owais Ahmed" userId="6abc7d4556b3b071" providerId="LiveId" clId="{C968DFF7-75EA-425C-B744-BCB0C5DAAF5B}" dt="2023-08-12T09:10:33.738" v="9777" actId="20577"/>
          <ac:spMkLst>
            <pc:docMk/>
            <pc:sldMk cId="434899577" sldId="2558"/>
            <ac:spMk id="3" creationId="{4A1C0383-58FE-E486-295E-B33B8683B938}"/>
          </ac:spMkLst>
        </pc:spChg>
        <pc:spChg chg="mod">
          <ac:chgData name="Owais Ahmed" userId="6abc7d4556b3b071" providerId="LiveId" clId="{C968DFF7-75EA-425C-B744-BCB0C5DAAF5B}" dt="2023-08-12T04:27:59.021" v="1912" actId="20577"/>
          <ac:spMkLst>
            <pc:docMk/>
            <pc:sldMk cId="434899577" sldId="2558"/>
            <ac:spMk id="215" creationId="{00000000-0000-0000-0000-000000000000}"/>
          </ac:spMkLst>
        </pc:spChg>
      </pc:sldChg>
      <pc:sldChg chg="del">
        <pc:chgData name="Owais Ahmed" userId="6abc7d4556b3b071" providerId="LiveId" clId="{C968DFF7-75EA-425C-B744-BCB0C5DAAF5B}" dt="2023-08-10T07:32:53.252" v="813" actId="47"/>
        <pc:sldMkLst>
          <pc:docMk/>
          <pc:sldMk cId="1566808580" sldId="2559"/>
        </pc:sldMkLst>
      </pc:sldChg>
      <pc:sldChg chg="modSp add mod modAnim">
        <pc:chgData name="Owais Ahmed" userId="6abc7d4556b3b071" providerId="LiveId" clId="{C968DFF7-75EA-425C-B744-BCB0C5DAAF5B}" dt="2023-08-12T09:11:03.452" v="9792" actId="403"/>
        <pc:sldMkLst>
          <pc:docMk/>
          <pc:sldMk cId="3699905756" sldId="2559"/>
        </pc:sldMkLst>
        <pc:spChg chg="mod">
          <ac:chgData name="Owais Ahmed" userId="6abc7d4556b3b071" providerId="LiveId" clId="{C968DFF7-75EA-425C-B744-BCB0C5DAAF5B}" dt="2023-08-12T09:11:03.452" v="9792" actId="403"/>
          <ac:spMkLst>
            <pc:docMk/>
            <pc:sldMk cId="3699905756" sldId="2559"/>
            <ac:spMk id="3" creationId="{4A1C0383-58FE-E486-295E-B33B8683B938}"/>
          </ac:spMkLst>
        </pc:spChg>
        <pc:spChg chg="mod">
          <ac:chgData name="Owais Ahmed" userId="6abc7d4556b3b071" providerId="LiveId" clId="{C968DFF7-75EA-425C-B744-BCB0C5DAAF5B}" dt="2023-08-12T06:36:06.543" v="4752"/>
          <ac:spMkLst>
            <pc:docMk/>
            <pc:sldMk cId="3699905756" sldId="2559"/>
            <ac:spMk id="215" creationId="{00000000-0000-0000-0000-000000000000}"/>
          </ac:spMkLst>
        </pc:spChg>
      </pc:sldChg>
      <pc:sldChg chg="addSp modSp add mod modAnim">
        <pc:chgData name="Owais Ahmed" userId="6abc7d4556b3b071" providerId="LiveId" clId="{C968DFF7-75EA-425C-B744-BCB0C5DAAF5B}" dt="2023-08-12T09:11:28.593" v="9798" actId="20577"/>
        <pc:sldMkLst>
          <pc:docMk/>
          <pc:sldMk cId="2653031371" sldId="2560"/>
        </pc:sldMkLst>
        <pc:spChg chg="mod">
          <ac:chgData name="Owais Ahmed" userId="6abc7d4556b3b071" providerId="LiveId" clId="{C968DFF7-75EA-425C-B744-BCB0C5DAAF5B}" dt="2023-08-12T06:35:10.722" v="4732" actId="20577"/>
          <ac:spMkLst>
            <pc:docMk/>
            <pc:sldMk cId="2653031371" sldId="2560"/>
            <ac:spMk id="3" creationId="{4A1C0383-58FE-E486-295E-B33B8683B938}"/>
          </ac:spMkLst>
        </pc:spChg>
        <pc:spChg chg="add mod">
          <ac:chgData name="Owais Ahmed" userId="6abc7d4556b3b071" providerId="LiveId" clId="{C968DFF7-75EA-425C-B744-BCB0C5DAAF5B}" dt="2023-08-12T09:11:28.593" v="9798" actId="20577"/>
          <ac:spMkLst>
            <pc:docMk/>
            <pc:sldMk cId="2653031371" sldId="2560"/>
            <ac:spMk id="4" creationId="{B7B67BB1-5AC3-71FA-0F19-C2981501A864}"/>
          </ac:spMkLst>
        </pc:spChg>
        <pc:spChg chg="mod">
          <ac:chgData name="Owais Ahmed" userId="6abc7d4556b3b071" providerId="LiveId" clId="{C968DFF7-75EA-425C-B744-BCB0C5DAAF5B}" dt="2023-08-12T06:36:09.588" v="4753"/>
          <ac:spMkLst>
            <pc:docMk/>
            <pc:sldMk cId="2653031371" sldId="2560"/>
            <ac:spMk id="215" creationId="{00000000-0000-0000-0000-000000000000}"/>
          </ac:spMkLst>
        </pc:spChg>
      </pc:sldChg>
      <pc:sldChg chg="del">
        <pc:chgData name="Owais Ahmed" userId="6abc7d4556b3b071" providerId="LiveId" clId="{C968DFF7-75EA-425C-B744-BCB0C5DAAF5B}" dt="2023-08-10T07:32:53.252" v="813" actId="47"/>
        <pc:sldMkLst>
          <pc:docMk/>
          <pc:sldMk cId="3737636412" sldId="2560"/>
        </pc:sldMkLst>
      </pc:sldChg>
      <pc:sldChg chg="modSp add mod modAnim">
        <pc:chgData name="Owais Ahmed" userId="6abc7d4556b3b071" providerId="LiveId" clId="{C968DFF7-75EA-425C-B744-BCB0C5DAAF5B}" dt="2023-08-12T06:36:12.503" v="4754"/>
        <pc:sldMkLst>
          <pc:docMk/>
          <pc:sldMk cId="224988690" sldId="2561"/>
        </pc:sldMkLst>
        <pc:spChg chg="mod">
          <ac:chgData name="Owais Ahmed" userId="6abc7d4556b3b071" providerId="LiveId" clId="{C968DFF7-75EA-425C-B744-BCB0C5DAAF5B}" dt="2023-08-12T06:35:37.622" v="4734" actId="20577"/>
          <ac:spMkLst>
            <pc:docMk/>
            <pc:sldMk cId="224988690" sldId="2561"/>
            <ac:spMk id="3" creationId="{4A1C0383-58FE-E486-295E-B33B8683B938}"/>
          </ac:spMkLst>
        </pc:spChg>
        <pc:spChg chg="mod">
          <ac:chgData name="Owais Ahmed" userId="6abc7d4556b3b071" providerId="LiveId" clId="{C968DFF7-75EA-425C-B744-BCB0C5DAAF5B}" dt="2023-08-12T06:09:00.084" v="4657" actId="20577"/>
          <ac:spMkLst>
            <pc:docMk/>
            <pc:sldMk cId="224988690" sldId="2561"/>
            <ac:spMk id="4" creationId="{B7B67BB1-5AC3-71FA-0F19-C2981501A864}"/>
          </ac:spMkLst>
        </pc:spChg>
        <pc:spChg chg="mod">
          <ac:chgData name="Owais Ahmed" userId="6abc7d4556b3b071" providerId="LiveId" clId="{C968DFF7-75EA-425C-B744-BCB0C5DAAF5B}" dt="2023-08-12T06:36:12.503" v="4754"/>
          <ac:spMkLst>
            <pc:docMk/>
            <pc:sldMk cId="224988690" sldId="2561"/>
            <ac:spMk id="215" creationId="{00000000-0000-0000-0000-000000000000}"/>
          </ac:spMkLst>
        </pc:spChg>
      </pc:sldChg>
      <pc:sldChg chg="del">
        <pc:chgData name="Owais Ahmed" userId="6abc7d4556b3b071" providerId="LiveId" clId="{C968DFF7-75EA-425C-B744-BCB0C5DAAF5B}" dt="2023-08-10T07:32:53.252" v="813" actId="47"/>
        <pc:sldMkLst>
          <pc:docMk/>
          <pc:sldMk cId="1476977656" sldId="2561"/>
        </pc:sldMkLst>
      </pc:sldChg>
      <pc:sldChg chg="del">
        <pc:chgData name="Owais Ahmed" userId="6abc7d4556b3b071" providerId="LiveId" clId="{C968DFF7-75EA-425C-B744-BCB0C5DAAF5B}" dt="2023-08-10T07:32:53.252" v="813" actId="47"/>
        <pc:sldMkLst>
          <pc:docMk/>
          <pc:sldMk cId="1305422422" sldId="2562"/>
        </pc:sldMkLst>
      </pc:sldChg>
      <pc:sldChg chg="modSp add mod ord modAnim">
        <pc:chgData name="Owais Ahmed" userId="6abc7d4556b3b071" providerId="LiveId" clId="{C968DFF7-75EA-425C-B744-BCB0C5DAAF5B}" dt="2023-08-12T09:11:47.294" v="9808" actId="20577"/>
        <pc:sldMkLst>
          <pc:docMk/>
          <pc:sldMk cId="3132273384" sldId="2562"/>
        </pc:sldMkLst>
        <pc:spChg chg="mod">
          <ac:chgData name="Owais Ahmed" userId="6abc7d4556b3b071" providerId="LiveId" clId="{C968DFF7-75EA-425C-B744-BCB0C5DAAF5B}" dt="2023-08-12T09:11:47.294" v="9808" actId="20577"/>
          <ac:spMkLst>
            <pc:docMk/>
            <pc:sldMk cId="3132273384" sldId="2562"/>
            <ac:spMk id="3" creationId="{4A1C0383-58FE-E486-295E-B33B8683B938}"/>
          </ac:spMkLst>
        </pc:spChg>
        <pc:spChg chg="mod">
          <ac:chgData name="Owais Ahmed" userId="6abc7d4556b3b071" providerId="LiveId" clId="{C968DFF7-75EA-425C-B744-BCB0C5DAAF5B}" dt="2023-08-12T06:36:56.583" v="4776" actId="20577"/>
          <ac:spMkLst>
            <pc:docMk/>
            <pc:sldMk cId="3132273384" sldId="2562"/>
            <ac:spMk id="215" creationId="{00000000-0000-0000-0000-000000000000}"/>
          </ac:spMkLst>
        </pc:spChg>
      </pc:sldChg>
      <pc:sldChg chg="add del">
        <pc:chgData name="Owais Ahmed" userId="6abc7d4556b3b071" providerId="LiveId" clId="{C968DFF7-75EA-425C-B744-BCB0C5DAAF5B}" dt="2023-08-12T07:06:03.737" v="5850" actId="2890"/>
        <pc:sldMkLst>
          <pc:docMk/>
          <pc:sldMk cId="1002625637" sldId="2563"/>
        </pc:sldMkLst>
      </pc:sldChg>
      <pc:sldChg chg="delSp modSp add mod ord delAnim modAnim">
        <pc:chgData name="Owais Ahmed" userId="6abc7d4556b3b071" providerId="LiveId" clId="{C968DFF7-75EA-425C-B744-BCB0C5DAAF5B}" dt="2023-08-12T07:11:02.119" v="6177" actId="20577"/>
        <pc:sldMkLst>
          <pc:docMk/>
          <pc:sldMk cId="3330436801" sldId="2563"/>
        </pc:sldMkLst>
        <pc:spChg chg="mod">
          <ac:chgData name="Owais Ahmed" userId="6abc7d4556b3b071" providerId="LiveId" clId="{C968DFF7-75EA-425C-B744-BCB0C5DAAF5B}" dt="2023-08-12T07:11:02.119" v="6177" actId="20577"/>
          <ac:spMkLst>
            <pc:docMk/>
            <pc:sldMk cId="3330436801" sldId="2563"/>
            <ac:spMk id="3" creationId="{4A1C0383-58FE-E486-295E-B33B8683B938}"/>
          </ac:spMkLst>
        </pc:spChg>
        <pc:spChg chg="del">
          <ac:chgData name="Owais Ahmed" userId="6abc7d4556b3b071" providerId="LiveId" clId="{C968DFF7-75EA-425C-B744-BCB0C5DAAF5B}" dt="2023-08-12T07:08:41.884" v="6053" actId="478"/>
          <ac:spMkLst>
            <pc:docMk/>
            <pc:sldMk cId="3330436801" sldId="2563"/>
            <ac:spMk id="4" creationId="{B7B67BB1-5AC3-71FA-0F19-C2981501A864}"/>
          </ac:spMkLst>
        </pc:spChg>
        <pc:spChg chg="mod">
          <ac:chgData name="Owais Ahmed" userId="6abc7d4556b3b071" providerId="LiveId" clId="{C968DFF7-75EA-425C-B744-BCB0C5DAAF5B}" dt="2023-08-12T07:06:11.255" v="5854"/>
          <ac:spMkLst>
            <pc:docMk/>
            <pc:sldMk cId="3330436801" sldId="2563"/>
            <ac:spMk id="215" creationId="{00000000-0000-0000-0000-000000000000}"/>
          </ac:spMkLst>
        </pc:spChg>
      </pc:sldChg>
      <pc:sldChg chg="del">
        <pc:chgData name="Owais Ahmed" userId="6abc7d4556b3b071" providerId="LiveId" clId="{C968DFF7-75EA-425C-B744-BCB0C5DAAF5B}" dt="2023-08-10T07:32:53.252" v="813" actId="47"/>
        <pc:sldMkLst>
          <pc:docMk/>
          <pc:sldMk cId="4071666753" sldId="2563"/>
        </pc:sldMkLst>
      </pc:sldChg>
      <pc:sldChg chg="addSp modSp add mod ord modAnim">
        <pc:chgData name="Owais Ahmed" userId="6abc7d4556b3b071" providerId="LiveId" clId="{C968DFF7-75EA-425C-B744-BCB0C5DAAF5B}" dt="2023-08-12T07:24:48.262" v="6978"/>
        <pc:sldMkLst>
          <pc:docMk/>
          <pc:sldMk cId="1325755899" sldId="2564"/>
        </pc:sldMkLst>
        <pc:spChg chg="mod">
          <ac:chgData name="Owais Ahmed" userId="6abc7d4556b3b071" providerId="LiveId" clId="{C968DFF7-75EA-425C-B744-BCB0C5DAAF5B}" dt="2023-08-12T07:23:57.929" v="6972" actId="27636"/>
          <ac:spMkLst>
            <pc:docMk/>
            <pc:sldMk cId="1325755899" sldId="2564"/>
            <ac:spMk id="3" creationId="{4A1C0383-58FE-E486-295E-B33B8683B938}"/>
          </ac:spMkLst>
        </pc:spChg>
        <pc:graphicFrameChg chg="add mod modGraphic">
          <ac:chgData name="Owais Ahmed" userId="6abc7d4556b3b071" providerId="LiveId" clId="{C968DFF7-75EA-425C-B744-BCB0C5DAAF5B}" dt="2023-08-12T07:22:24.582" v="6820" actId="20577"/>
          <ac:graphicFrameMkLst>
            <pc:docMk/>
            <pc:sldMk cId="1325755899" sldId="2564"/>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2526141006" sldId="2564"/>
        </pc:sldMkLst>
      </pc:sldChg>
      <pc:sldChg chg="modSp add mod ord modAnim">
        <pc:chgData name="Owais Ahmed" userId="6abc7d4556b3b071" providerId="LiveId" clId="{C968DFF7-75EA-425C-B744-BCB0C5DAAF5B}" dt="2023-08-12T09:14:41.906" v="10182" actId="20577"/>
        <pc:sldMkLst>
          <pc:docMk/>
          <pc:sldMk cId="2136095335" sldId="2565"/>
        </pc:sldMkLst>
        <pc:spChg chg="mod">
          <ac:chgData name="Owais Ahmed" userId="6abc7d4556b3b071" providerId="LiveId" clId="{C968DFF7-75EA-425C-B744-BCB0C5DAAF5B}" dt="2023-08-12T09:14:41.906" v="10182" actId="20577"/>
          <ac:spMkLst>
            <pc:docMk/>
            <pc:sldMk cId="2136095335" sldId="2565"/>
            <ac:spMk id="3" creationId="{4A1C0383-58FE-E486-295E-B33B8683B938}"/>
          </ac:spMkLst>
        </pc:spChg>
      </pc:sldChg>
      <pc:sldChg chg="del">
        <pc:chgData name="Owais Ahmed" userId="6abc7d4556b3b071" providerId="LiveId" clId="{C968DFF7-75EA-425C-B744-BCB0C5DAAF5B}" dt="2023-08-10T07:32:53.252" v="813" actId="47"/>
        <pc:sldMkLst>
          <pc:docMk/>
          <pc:sldMk cId="2724244378" sldId="2565"/>
        </pc:sldMkLst>
      </pc:sldChg>
      <pc:sldChg chg="modSp add mod modAnim">
        <pc:chgData name="Owais Ahmed" userId="6abc7d4556b3b071" providerId="LiveId" clId="{C968DFF7-75EA-425C-B744-BCB0C5DAAF5B}" dt="2023-08-22T05:24:27.373" v="14616" actId="20577"/>
        <pc:sldMkLst>
          <pc:docMk/>
          <pc:sldMk cId="786819306" sldId="2566"/>
        </pc:sldMkLst>
        <pc:spChg chg="mod">
          <ac:chgData name="Owais Ahmed" userId="6abc7d4556b3b071" providerId="LiveId" clId="{C968DFF7-75EA-425C-B744-BCB0C5DAAF5B}" dt="2023-08-22T05:24:27.373" v="14616" actId="20577"/>
          <ac:spMkLst>
            <pc:docMk/>
            <pc:sldMk cId="786819306" sldId="2566"/>
            <ac:spMk id="3" creationId="{4A1C0383-58FE-E486-295E-B33B8683B938}"/>
          </ac:spMkLst>
        </pc:spChg>
        <pc:spChg chg="mod">
          <ac:chgData name="Owais Ahmed" userId="6abc7d4556b3b071" providerId="LiveId" clId="{C968DFF7-75EA-425C-B744-BCB0C5DAAF5B}" dt="2023-08-12T07:46:30.069" v="7642"/>
          <ac:spMkLst>
            <pc:docMk/>
            <pc:sldMk cId="786819306" sldId="2566"/>
            <ac:spMk id="215" creationId="{00000000-0000-0000-0000-000000000000}"/>
          </ac:spMkLst>
        </pc:spChg>
        <pc:graphicFrameChg chg="mod">
          <ac:chgData name="Owais Ahmed" userId="6abc7d4556b3b071" providerId="LiveId" clId="{C968DFF7-75EA-425C-B744-BCB0C5DAAF5B}" dt="2023-08-12T08:59:04.793" v="9284" actId="14100"/>
          <ac:graphicFrameMkLst>
            <pc:docMk/>
            <pc:sldMk cId="786819306" sldId="2566"/>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1651103511" sldId="2566"/>
        </pc:sldMkLst>
      </pc:sldChg>
      <pc:sldChg chg="addSp delSp modSp add del mod delAnim modAnim">
        <pc:chgData name="Owais Ahmed" userId="6abc7d4556b3b071" providerId="LiveId" clId="{C968DFF7-75EA-425C-B744-BCB0C5DAAF5B}" dt="2023-08-12T09:14:27.406" v="10159" actId="47"/>
        <pc:sldMkLst>
          <pc:docMk/>
          <pc:sldMk cId="3245370810" sldId="2567"/>
        </pc:sldMkLst>
        <pc:spChg chg="del mod">
          <ac:chgData name="Owais Ahmed" userId="6abc7d4556b3b071" providerId="LiveId" clId="{C968DFF7-75EA-425C-B744-BCB0C5DAAF5B}" dt="2023-08-12T08:20:05.309" v="8839" actId="478"/>
          <ac:spMkLst>
            <pc:docMk/>
            <pc:sldMk cId="3245370810" sldId="2567"/>
            <ac:spMk id="3" creationId="{4A1C0383-58FE-E486-295E-B33B8683B938}"/>
          </ac:spMkLst>
        </pc:spChg>
        <pc:graphicFrameChg chg="del">
          <ac:chgData name="Owais Ahmed" userId="6abc7d4556b3b071" providerId="LiveId" clId="{C968DFF7-75EA-425C-B744-BCB0C5DAAF5B}" dt="2023-08-12T08:08:55.843" v="8402" actId="478"/>
          <ac:graphicFrameMkLst>
            <pc:docMk/>
            <pc:sldMk cId="3245370810" sldId="2567"/>
            <ac:graphicFrameMk id="4" creationId="{470FE530-96B6-F32D-DB03-8A3AD4A9FC11}"/>
          </ac:graphicFrameMkLst>
        </pc:graphicFrameChg>
        <pc:graphicFrameChg chg="add mod modGraphic">
          <ac:chgData name="Owais Ahmed" userId="6abc7d4556b3b071" providerId="LiveId" clId="{C968DFF7-75EA-425C-B744-BCB0C5DAAF5B}" dt="2023-08-12T08:35:22.659" v="8994" actId="20577"/>
          <ac:graphicFrameMkLst>
            <pc:docMk/>
            <pc:sldMk cId="3245370810" sldId="2567"/>
            <ac:graphicFrameMk id="5" creationId="{36965A2B-CEE7-7D30-D082-EC333F06B3C1}"/>
          </ac:graphicFrameMkLst>
        </pc:graphicFrameChg>
      </pc:sldChg>
      <pc:sldChg chg="addSp delSp modSp add mod ord delAnim modAnim">
        <pc:chgData name="Owais Ahmed" userId="6abc7d4556b3b071" providerId="LiveId" clId="{C968DFF7-75EA-425C-B744-BCB0C5DAAF5B}" dt="2023-08-22T05:20:01.020" v="14599" actId="20577"/>
        <pc:sldMkLst>
          <pc:docMk/>
          <pc:sldMk cId="1120982729" sldId="2568"/>
        </pc:sldMkLst>
        <pc:spChg chg="mod">
          <ac:chgData name="Owais Ahmed" userId="6abc7d4556b3b071" providerId="LiveId" clId="{C968DFF7-75EA-425C-B744-BCB0C5DAAF5B}" dt="2023-08-22T05:20:01.020" v="14599" actId="20577"/>
          <ac:spMkLst>
            <pc:docMk/>
            <pc:sldMk cId="1120982729" sldId="2568"/>
            <ac:spMk id="3" creationId="{4A1C0383-58FE-E486-295E-B33B8683B938}"/>
          </ac:spMkLst>
        </pc:spChg>
        <pc:graphicFrameChg chg="del">
          <ac:chgData name="Owais Ahmed" userId="6abc7d4556b3b071" providerId="LiveId" clId="{C968DFF7-75EA-425C-B744-BCB0C5DAAF5B}" dt="2023-08-12T09:00:31.696" v="9379" actId="478"/>
          <ac:graphicFrameMkLst>
            <pc:docMk/>
            <pc:sldMk cId="1120982729" sldId="2568"/>
            <ac:graphicFrameMk id="4" creationId="{470FE530-96B6-F32D-DB03-8A3AD4A9FC11}"/>
          </ac:graphicFrameMkLst>
        </pc:graphicFrameChg>
        <pc:graphicFrameChg chg="add mod modGraphic">
          <ac:chgData name="Owais Ahmed" userId="6abc7d4556b3b071" providerId="LiveId" clId="{C968DFF7-75EA-425C-B744-BCB0C5DAAF5B}" dt="2023-08-22T05:19:14.829" v="14584" actId="20577"/>
          <ac:graphicFrameMkLst>
            <pc:docMk/>
            <pc:sldMk cId="1120982729" sldId="2568"/>
            <ac:graphicFrameMk id="5" creationId="{BFA60DA0-D07A-C618-2EA1-A0FF7834D862}"/>
          </ac:graphicFrameMkLst>
        </pc:graphicFrameChg>
      </pc:sldChg>
      <pc:sldChg chg="addSp modSp add mod modAnim">
        <pc:chgData name="Owais Ahmed" userId="6abc7d4556b3b071" providerId="LiveId" clId="{C968DFF7-75EA-425C-B744-BCB0C5DAAF5B}" dt="2023-08-12T09:45:33.135" v="10763"/>
        <pc:sldMkLst>
          <pc:docMk/>
          <pc:sldMk cId="3259772413" sldId="2569"/>
        </pc:sldMkLst>
        <pc:spChg chg="mod">
          <ac:chgData name="Owais Ahmed" userId="6abc7d4556b3b071" providerId="LiveId" clId="{C968DFF7-75EA-425C-B744-BCB0C5DAAF5B}" dt="2023-08-12T09:44:03.586" v="10762" actId="20577"/>
          <ac:spMkLst>
            <pc:docMk/>
            <pc:sldMk cId="3259772413" sldId="2569"/>
            <ac:spMk id="3" creationId="{4A1C0383-58FE-E486-295E-B33B8683B938}"/>
          </ac:spMkLst>
        </pc:spChg>
        <pc:spChg chg="mod">
          <ac:chgData name="Owais Ahmed" userId="6abc7d4556b3b071" providerId="LiveId" clId="{C968DFF7-75EA-425C-B744-BCB0C5DAAF5B}" dt="2023-08-12T09:34:38.280" v="10372" actId="20577"/>
          <ac:spMkLst>
            <pc:docMk/>
            <pc:sldMk cId="3259772413" sldId="2569"/>
            <ac:spMk id="215" creationId="{00000000-0000-0000-0000-000000000000}"/>
          </ac:spMkLst>
        </pc:spChg>
        <pc:picChg chg="add mod">
          <ac:chgData name="Owais Ahmed" userId="6abc7d4556b3b071" providerId="LiveId" clId="{C968DFF7-75EA-425C-B744-BCB0C5DAAF5B}" dt="2023-08-12T09:40:39.156" v="10383" actId="1076"/>
          <ac:picMkLst>
            <pc:docMk/>
            <pc:sldMk cId="3259772413" sldId="2569"/>
            <ac:picMk id="1026" creationId="{42AF2C7F-91B5-0078-348B-344199808F7C}"/>
          </ac:picMkLst>
        </pc:picChg>
      </pc:sldChg>
      <pc:sldChg chg="modSp add mod ord modAnim">
        <pc:chgData name="Owais Ahmed" userId="6abc7d4556b3b071" providerId="LiveId" clId="{C968DFF7-75EA-425C-B744-BCB0C5DAAF5B}" dt="2023-08-15T09:51:48.117" v="11063" actId="14"/>
        <pc:sldMkLst>
          <pc:docMk/>
          <pc:sldMk cId="345547534" sldId="2570"/>
        </pc:sldMkLst>
        <pc:spChg chg="mod">
          <ac:chgData name="Owais Ahmed" userId="6abc7d4556b3b071" providerId="LiveId" clId="{C968DFF7-75EA-425C-B744-BCB0C5DAAF5B}" dt="2023-08-15T09:51:48.117" v="11063" actId="14"/>
          <ac:spMkLst>
            <pc:docMk/>
            <pc:sldMk cId="345547534" sldId="2570"/>
            <ac:spMk id="3" creationId="{4A1C0383-58FE-E486-295E-B33B8683B938}"/>
          </ac:spMkLst>
        </pc:spChg>
        <pc:spChg chg="mod">
          <ac:chgData name="Owais Ahmed" userId="6abc7d4556b3b071" providerId="LiveId" clId="{C968DFF7-75EA-425C-B744-BCB0C5DAAF5B}" dt="2023-08-15T09:44:34.348" v="10767"/>
          <ac:spMkLst>
            <pc:docMk/>
            <pc:sldMk cId="345547534" sldId="2570"/>
            <ac:spMk id="215" creationId="{00000000-0000-0000-0000-000000000000}"/>
          </ac:spMkLst>
        </pc:spChg>
      </pc:sldChg>
      <pc:sldChg chg="modSp add mod modAnim">
        <pc:chgData name="Owais Ahmed" userId="6abc7d4556b3b071" providerId="LiveId" clId="{C968DFF7-75EA-425C-B744-BCB0C5DAAF5B}" dt="2023-08-15T10:00:46.572" v="11700" actId="20577"/>
        <pc:sldMkLst>
          <pc:docMk/>
          <pc:sldMk cId="2705189823" sldId="2571"/>
        </pc:sldMkLst>
        <pc:spChg chg="mod">
          <ac:chgData name="Owais Ahmed" userId="6abc7d4556b3b071" providerId="LiveId" clId="{C968DFF7-75EA-425C-B744-BCB0C5DAAF5B}" dt="2023-08-15T10:00:46.572" v="11700" actId="20577"/>
          <ac:spMkLst>
            <pc:docMk/>
            <pc:sldMk cId="2705189823" sldId="2571"/>
            <ac:spMk id="3" creationId="{4A1C0383-58FE-E486-295E-B33B8683B938}"/>
          </ac:spMkLst>
        </pc:spChg>
      </pc:sldChg>
      <pc:sldChg chg="modSp add mod modAnim">
        <pc:chgData name="Owais Ahmed" userId="6abc7d4556b3b071" providerId="LiveId" clId="{C968DFF7-75EA-425C-B744-BCB0C5DAAF5B}" dt="2023-08-15T10:05:01.351" v="11970" actId="20577"/>
        <pc:sldMkLst>
          <pc:docMk/>
          <pc:sldMk cId="195981011" sldId="2572"/>
        </pc:sldMkLst>
        <pc:spChg chg="mod">
          <ac:chgData name="Owais Ahmed" userId="6abc7d4556b3b071" providerId="LiveId" clId="{C968DFF7-75EA-425C-B744-BCB0C5DAAF5B}" dt="2023-08-15T10:05:01.351" v="11970" actId="20577"/>
          <ac:spMkLst>
            <pc:docMk/>
            <pc:sldMk cId="195981011" sldId="2572"/>
            <ac:spMk id="3" creationId="{4A1C0383-58FE-E486-295E-B33B8683B938}"/>
          </ac:spMkLst>
        </pc:spChg>
      </pc:sldChg>
      <pc:sldChg chg="addSp modSp add mod modAnim">
        <pc:chgData name="Owais Ahmed" userId="6abc7d4556b3b071" providerId="LiveId" clId="{C968DFF7-75EA-425C-B744-BCB0C5DAAF5B}" dt="2023-08-15T10:13:04.845" v="12283" actId="20577"/>
        <pc:sldMkLst>
          <pc:docMk/>
          <pc:sldMk cId="3050182891" sldId="2573"/>
        </pc:sldMkLst>
        <pc:spChg chg="mod">
          <ac:chgData name="Owais Ahmed" userId="6abc7d4556b3b071" providerId="LiveId" clId="{C968DFF7-75EA-425C-B744-BCB0C5DAAF5B}" dt="2023-08-15T10:13:04.845" v="12283" actId="20577"/>
          <ac:spMkLst>
            <pc:docMk/>
            <pc:sldMk cId="3050182891" sldId="2573"/>
            <ac:spMk id="3" creationId="{4A1C0383-58FE-E486-295E-B33B8683B938}"/>
          </ac:spMkLst>
        </pc:spChg>
        <pc:graphicFrameChg chg="add mod">
          <ac:chgData name="Owais Ahmed" userId="6abc7d4556b3b071" providerId="LiveId" clId="{C968DFF7-75EA-425C-B744-BCB0C5DAAF5B}" dt="2023-08-15T10:11:55.153" v="12136" actId="20577"/>
          <ac:graphicFrameMkLst>
            <pc:docMk/>
            <pc:sldMk cId="3050182891" sldId="2573"/>
            <ac:graphicFrameMk id="4" creationId="{C81BC664-E37E-13F8-234B-D249AAD10D5C}"/>
          </ac:graphicFrameMkLst>
        </pc:graphicFrameChg>
      </pc:sldChg>
      <pc:sldChg chg="modSp add mod modAnim">
        <pc:chgData name="Owais Ahmed" userId="6abc7d4556b3b071" providerId="LiveId" clId="{C968DFF7-75EA-425C-B744-BCB0C5DAAF5B}" dt="2023-08-15T10:17:13.250" v="12496" actId="20577"/>
        <pc:sldMkLst>
          <pc:docMk/>
          <pc:sldMk cId="1651692435" sldId="2574"/>
        </pc:sldMkLst>
        <pc:spChg chg="mod">
          <ac:chgData name="Owais Ahmed" userId="6abc7d4556b3b071" providerId="LiveId" clId="{C968DFF7-75EA-425C-B744-BCB0C5DAAF5B}" dt="2023-08-15T10:17:13.250" v="12496" actId="20577"/>
          <ac:spMkLst>
            <pc:docMk/>
            <pc:sldMk cId="1651692435" sldId="2574"/>
            <ac:spMk id="3" creationId="{4A1C0383-58FE-E486-295E-B33B8683B938}"/>
          </ac:spMkLst>
        </pc:spChg>
        <pc:graphicFrameChg chg="mod">
          <ac:chgData name="Owais Ahmed" userId="6abc7d4556b3b071" providerId="LiveId" clId="{C968DFF7-75EA-425C-B744-BCB0C5DAAF5B}" dt="2023-08-15T10:16:56.236" v="12441" actId="14100"/>
          <ac:graphicFrameMkLst>
            <pc:docMk/>
            <pc:sldMk cId="1651692435" sldId="2574"/>
            <ac:graphicFrameMk id="4" creationId="{C81BC664-E37E-13F8-234B-D249AAD10D5C}"/>
          </ac:graphicFrameMkLst>
        </pc:graphicFrameChg>
      </pc:sldChg>
      <pc:sldChg chg="modSp add ord modAnim">
        <pc:chgData name="Owais Ahmed" userId="6abc7d4556b3b071" providerId="LiveId" clId="{C968DFF7-75EA-425C-B744-BCB0C5DAAF5B}" dt="2023-08-15T10:32:26.894" v="12723" actId="20577"/>
        <pc:sldMkLst>
          <pc:docMk/>
          <pc:sldMk cId="1638662693" sldId="2575"/>
        </pc:sldMkLst>
        <pc:spChg chg="mod">
          <ac:chgData name="Owais Ahmed" userId="6abc7d4556b3b071" providerId="LiveId" clId="{C968DFF7-75EA-425C-B744-BCB0C5DAAF5B}" dt="2023-08-15T10:32:26.894" v="12723" actId="20577"/>
          <ac:spMkLst>
            <pc:docMk/>
            <pc:sldMk cId="1638662693" sldId="2575"/>
            <ac:spMk id="3" creationId="{4A1C0383-58FE-E486-295E-B33B8683B938}"/>
          </ac:spMkLst>
        </pc:spChg>
      </pc:sldChg>
      <pc:sldChg chg="modSp add mod ord modAnim">
        <pc:chgData name="Owais Ahmed" userId="6abc7d4556b3b071" providerId="LiveId" clId="{C968DFF7-75EA-425C-B744-BCB0C5DAAF5B}" dt="2023-08-17T09:45:10.401" v="13371" actId="20577"/>
        <pc:sldMkLst>
          <pc:docMk/>
          <pc:sldMk cId="3849819283" sldId="2576"/>
        </pc:sldMkLst>
        <pc:spChg chg="mod">
          <ac:chgData name="Owais Ahmed" userId="6abc7d4556b3b071" providerId="LiveId" clId="{C968DFF7-75EA-425C-B744-BCB0C5DAAF5B}" dt="2023-08-17T09:45:10.401" v="13371" actId="20577"/>
          <ac:spMkLst>
            <pc:docMk/>
            <pc:sldMk cId="3849819283" sldId="2576"/>
            <ac:spMk id="3" creationId="{4A1C0383-58FE-E486-295E-B33B8683B938}"/>
          </ac:spMkLst>
        </pc:spChg>
        <pc:spChg chg="mod">
          <ac:chgData name="Owais Ahmed" userId="6abc7d4556b3b071" providerId="LiveId" clId="{C968DFF7-75EA-425C-B744-BCB0C5DAAF5B}" dt="2023-08-17T09:38:10.288" v="12765" actId="20577"/>
          <ac:spMkLst>
            <pc:docMk/>
            <pc:sldMk cId="3849819283" sldId="2576"/>
            <ac:spMk id="215" creationId="{00000000-0000-0000-0000-000000000000}"/>
          </ac:spMkLst>
        </pc:spChg>
      </pc:sldChg>
      <pc:sldChg chg="modSp add mod modAnim modNotesTx">
        <pc:chgData name="Owais Ahmed" userId="6abc7d4556b3b071" providerId="LiveId" clId="{C968DFF7-75EA-425C-B744-BCB0C5DAAF5B}" dt="2023-08-17T10:37:47.631" v="14482" actId="20577"/>
        <pc:sldMkLst>
          <pc:docMk/>
          <pc:sldMk cId="2362627110" sldId="2577"/>
        </pc:sldMkLst>
        <pc:spChg chg="mod">
          <ac:chgData name="Owais Ahmed" userId="6abc7d4556b3b071" providerId="LiveId" clId="{C968DFF7-75EA-425C-B744-BCB0C5DAAF5B}" dt="2023-08-17T10:37:10.830" v="14373" actId="20577"/>
          <ac:spMkLst>
            <pc:docMk/>
            <pc:sldMk cId="2362627110" sldId="2577"/>
            <ac:spMk id="3" creationId="{4A1C0383-58FE-E486-295E-B33B8683B938}"/>
          </ac:spMkLst>
        </pc:spChg>
      </pc:sldChg>
      <pc:sldChg chg="modSp add del mod ord modAnim">
        <pc:chgData name="Owais Ahmed" userId="6abc7d4556b3b071" providerId="LiveId" clId="{C968DFF7-75EA-425C-B744-BCB0C5DAAF5B}" dt="2023-08-17T10:52:29.991" v="14501" actId="47"/>
        <pc:sldMkLst>
          <pc:docMk/>
          <pc:sldMk cId="4012157935" sldId="2578"/>
        </pc:sldMkLst>
        <pc:spChg chg="mod">
          <ac:chgData name="Owais Ahmed" userId="6abc7d4556b3b071" providerId="LiveId" clId="{C968DFF7-75EA-425C-B744-BCB0C5DAAF5B}" dt="2023-08-17T10:38:24.602" v="14500" actId="20577"/>
          <ac:spMkLst>
            <pc:docMk/>
            <pc:sldMk cId="4012157935" sldId="2578"/>
            <ac:spMk id="3" creationId="{4A1C0383-58FE-E486-295E-B33B8683B938}"/>
          </ac:spMkLst>
        </pc:spChg>
        <pc:spChg chg="mod">
          <ac:chgData name="Owais Ahmed" userId="6abc7d4556b3b071" providerId="LiveId" clId="{C968DFF7-75EA-425C-B744-BCB0C5DAAF5B}" dt="2023-08-17T10:38:20.557" v="14497" actId="20577"/>
          <ac:spMkLst>
            <pc:docMk/>
            <pc:sldMk cId="4012157935" sldId="2578"/>
            <ac:spMk id="2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12/6/2023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346465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4208978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843545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cannot use an array for C because its size cannot be determined.</a:t>
            </a:r>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207899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72741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826770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require conversion table to know which code represents what character when uncompressing the data.</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423889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883427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944500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816134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742444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653934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3802052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206937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294743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07/relationships/hdphoto" Target="../media/hdphoto1.wdp"/><Relationship Id="rId7"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DESIGN AND ANALYSIS OF ALGORITHMS (113939)</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1808703"/>
            <a:ext cx="4480450" cy="4406369"/>
          </a:xfrm>
        </p:spPr>
        <p:txBody>
          <a:bodyPr/>
          <a:lstStyle/>
          <a:p>
            <a:r>
              <a:rPr lang="en-US" dirty="0"/>
              <a:t>Greedy Desing Strategy</a:t>
            </a:r>
          </a:p>
          <a:p>
            <a:r>
              <a:rPr lang="en-US" dirty="0"/>
              <a:t>A Simple Example</a:t>
            </a:r>
          </a:p>
          <a:p>
            <a:r>
              <a:rPr lang="en-US" dirty="0"/>
              <a:t>Exercise</a:t>
            </a:r>
          </a:p>
          <a:p>
            <a:r>
              <a:rPr lang="en-US" dirty="0"/>
              <a:t>Huffman Coding</a:t>
            </a:r>
          </a:p>
          <a:p>
            <a:r>
              <a:rPr lang="en-US" dirty="0"/>
              <a:t>Exercise</a:t>
            </a:r>
          </a:p>
          <a:p>
            <a:r>
              <a:rPr lang="en-US" dirty="0"/>
              <a:t>Optimization of Group Formation Algorithm using Greedy approach</a:t>
            </a:r>
          </a:p>
          <a:p>
            <a:r>
              <a:rPr lang="en-US" dirty="0"/>
              <a:t>Influence Maximization Problem</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Greedy Design Strategy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Greedy is exactly as it sounds like. You design your solution based on the current situation.</a:t>
            </a:r>
          </a:p>
          <a:p>
            <a:pPr>
              <a:lnSpc>
                <a:spcPct val="120000"/>
              </a:lnSpc>
              <a:buFont typeface="Wingdings" panose="05000000000000000000" pitchFamily="2" charset="2"/>
              <a:buChar char="§"/>
            </a:pPr>
            <a:r>
              <a:rPr lang="en-US" sz="3200" dirty="0"/>
              <a:t>Greedy does not guarantee global optimal solution. However, it does offer a local optimal solution.</a:t>
            </a:r>
          </a:p>
          <a:p>
            <a:pPr>
              <a:lnSpc>
                <a:spcPct val="120000"/>
              </a:lnSpc>
              <a:buFont typeface="Wingdings" panose="05000000000000000000" pitchFamily="2" charset="2"/>
              <a:buChar char="§"/>
            </a:pPr>
            <a:r>
              <a:rPr lang="en-GB" sz="3200" dirty="0"/>
              <a:t>Identifies all possible immediate solutions and chooses the best solution among that set.</a:t>
            </a:r>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GB" sz="3200" i="1" dirty="0"/>
                  <a:t>“You must bring your own change.”</a:t>
                </a:r>
              </a:p>
              <a:p>
                <a:pPr marL="0" indent="0" algn="ctr">
                  <a:lnSpc>
                    <a:spcPct val="120000"/>
                  </a:lnSpc>
                  <a:buNone/>
                </a:pPr>
                <a:r>
                  <a:rPr lang="en-GB" sz="3200" dirty="0"/>
                  <a:t>[</a:t>
                </a:r>
                <a:r>
                  <a:rPr lang="en-GB" sz="3200" dirty="0" err="1"/>
                  <a:t>Mahatama</a:t>
                </a:r>
                <a:r>
                  <a:rPr lang="en-GB" sz="3200" dirty="0"/>
                  <a:t> Gandhi addressing Congress]</a:t>
                </a:r>
              </a:p>
              <a:p>
                <a:pPr marL="0" indent="0" algn="ctr">
                  <a:lnSpc>
                    <a:spcPct val="120000"/>
                  </a:lnSpc>
                  <a:buNone/>
                </a:pPr>
                <a:r>
                  <a:rPr lang="en-GB" sz="3200" dirty="0"/>
                  <a:t>[</a:t>
                </a:r>
                <a:r>
                  <a:rPr lang="en-GB" sz="3200" dirty="0" err="1"/>
                  <a:t>Sheeda</a:t>
                </a:r>
                <a:r>
                  <a:rPr lang="en-GB" sz="3200" dirty="0"/>
                  <a:t> Conductor addressing passengers]</a:t>
                </a:r>
              </a:p>
              <a:p>
                <a:pPr>
                  <a:lnSpc>
                    <a:spcPct val="120000"/>
                  </a:lnSpc>
                  <a:buFont typeface="Wingdings" panose="05000000000000000000" pitchFamily="2" charset="2"/>
                  <a:buChar char="§"/>
                </a:pPr>
                <a:r>
                  <a:rPr lang="en-GB" sz="3200" dirty="0" err="1"/>
                  <a:t>Sheeda</a:t>
                </a:r>
                <a:r>
                  <a:rPr lang="en-GB" sz="3200" dirty="0"/>
                  <a:t> isn’t wrong. He has to make sure he always carries enough coins to get full fare. So, the more coin he has the better. But how will he make sure he always returns the minimum coins?</a:t>
                </a:r>
              </a:p>
              <a:p>
                <a:pPr>
                  <a:lnSpc>
                    <a:spcPct val="120000"/>
                  </a:lnSpc>
                  <a:buFont typeface="Wingdings" panose="05000000000000000000" pitchFamily="2" charset="2"/>
                  <a:buChar char="§"/>
                </a:pPr>
                <a:r>
                  <a:rPr lang="en-GB" sz="3200" dirty="0"/>
                  <a:t>Assume </a:t>
                </a:r>
                <a:r>
                  <a:rPr lang="en-GB" sz="3200" dirty="0" err="1"/>
                  <a:t>Sheeda</a:t>
                </a:r>
                <a:r>
                  <a:rPr lang="en-GB" sz="3200" dirty="0"/>
                  <a:t> has coins of denominations </a:t>
                </a:r>
                <a14:m>
                  <m:oMath xmlns:m="http://schemas.openxmlformats.org/officeDocument/2006/math">
                    <m:r>
                      <a:rPr lang="en-GB" sz="3200" i="1" dirty="0" smtClean="0">
                        <a:latin typeface="Cambria Math" panose="02040503050406030204" pitchFamily="18" charset="0"/>
                      </a:rPr>
                      <m:t>{2, 7, 15}</m:t>
                    </m:r>
                  </m:oMath>
                </a14:m>
                <a:r>
                  <a:rPr lang="en-GB" sz="3200" dirty="0"/>
                  <a:t>. He needs to return the change of Rs 23 to a passenger whose total fare is 77.</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1122" b="-3616"/>
                </a:stretch>
              </a:blipFill>
            </p:spPr>
            <p:txBody>
              <a:bodyPr/>
              <a:lstStyle/>
              <a:p>
                <a:r>
                  <a:rPr lang="en-US">
                    <a:noFill/>
                  </a:rPr>
                  <a:t> </a:t>
                </a:r>
              </a:p>
            </p:txBody>
          </p:sp>
        </mc:Fallback>
      </mc:AlternateContent>
    </p:spTree>
    <p:extLst>
      <p:ext uri="{BB962C8B-B14F-4D97-AF65-F5344CB8AC3E}">
        <p14:creationId xmlns:p14="http://schemas.microsoft.com/office/powerpoint/2010/main" val="146606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set>
                                      <p:cBhvr override="childStyle">
                                        <p:cTn dur="1" fill="hold" display="0" masterRel="nextClick" afterEffect="1"/>
                                        <p:tgtEl>
                                          <p:spTgt spid="3">
                                            <p:txEl>
                                              <p:pRg st="1" end="1"/>
                                            </p:txEl>
                                          </p:spTgt>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The objective is to return the change in minimum number of coins needed.</a:t>
            </a:r>
          </a:p>
          <a:p>
            <a:pPr>
              <a:lnSpc>
                <a:spcPct val="120000"/>
              </a:lnSpc>
              <a:buFont typeface="Wingdings" panose="05000000000000000000" pitchFamily="2" charset="2"/>
              <a:buChar char="§"/>
            </a:pPr>
            <a:r>
              <a:rPr lang="en-GB" sz="3200" dirty="0"/>
              <a:t>Greedy approach:</a:t>
            </a:r>
          </a:p>
          <a:p>
            <a:pPr marL="514350" indent="-514350">
              <a:lnSpc>
                <a:spcPct val="120000"/>
              </a:lnSpc>
              <a:buFont typeface="+mj-lt"/>
              <a:buAutoNum type="arabicPeriod"/>
            </a:pPr>
            <a:r>
              <a:rPr lang="en-GB" sz="3200" dirty="0"/>
              <a:t>Pick handful of coin and pick the highest coin closest to Rs. 23.</a:t>
            </a:r>
          </a:p>
          <a:p>
            <a:pPr marL="514350" indent="-514350">
              <a:lnSpc>
                <a:spcPct val="120000"/>
              </a:lnSpc>
              <a:buFont typeface="+mj-lt"/>
              <a:buAutoNum type="arabicPeriod"/>
            </a:pPr>
            <a:r>
              <a:rPr lang="en-GB" sz="3200" dirty="0" err="1"/>
              <a:t>Sheeda</a:t>
            </a:r>
            <a:r>
              <a:rPr lang="en-GB" sz="3200" dirty="0"/>
              <a:t> picks a coin of Rs. 15. The remaining amount is now Rs. 8.</a:t>
            </a:r>
          </a:p>
          <a:p>
            <a:pPr marL="514350" indent="-514350">
              <a:lnSpc>
                <a:spcPct val="120000"/>
              </a:lnSpc>
              <a:buFont typeface="+mj-lt"/>
              <a:buAutoNum type="arabicPeriod"/>
            </a:pPr>
            <a:r>
              <a:rPr lang="en-GB" sz="3200" dirty="0"/>
              <a:t>He then picks a coin of Rs. 7. The remaining amount is now 1.</a:t>
            </a:r>
          </a:p>
          <a:p>
            <a:pPr marL="514350" indent="-514350">
              <a:lnSpc>
                <a:spcPct val="120000"/>
              </a:lnSpc>
              <a:buFont typeface="+mj-lt"/>
              <a:buAutoNum type="arabicPeriod"/>
            </a:pPr>
            <a:r>
              <a:rPr lang="en-GB" sz="3200" dirty="0"/>
              <a:t>There are no coins of Rs. 1, so he removes the last coin of Rs. 7.</a:t>
            </a:r>
          </a:p>
          <a:p>
            <a:pPr marL="514350" indent="-514350">
              <a:lnSpc>
                <a:spcPct val="120000"/>
              </a:lnSpc>
              <a:buFont typeface="+mj-lt"/>
              <a:buAutoNum type="arabicPeriod"/>
            </a:pPr>
            <a:r>
              <a:rPr lang="en-GB" sz="3200" dirty="0"/>
              <a:t>He then picks 8 coins of Rs. 1. Remaining amount is 0. The problem is solved using 9 coins.</a:t>
            </a:r>
          </a:p>
        </p:txBody>
      </p:sp>
    </p:spTree>
    <p:extLst>
      <p:ext uri="{BB962C8B-B14F-4D97-AF65-F5344CB8AC3E}">
        <p14:creationId xmlns:p14="http://schemas.microsoft.com/office/powerpoint/2010/main" val="396224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Upon examination, one can easily guess that he only needed 4 coins of Rs. 7 and 1 coin of Rs. </a:t>
            </a:r>
            <a:r>
              <a:rPr lang="en-GB" sz="3200"/>
              <a:t>2, </a:t>
            </a:r>
            <a:r>
              <a:rPr lang="en-GB" sz="3200" dirty="0"/>
              <a:t>which was the optimal solution.</a:t>
            </a:r>
          </a:p>
          <a:p>
            <a:pPr>
              <a:lnSpc>
                <a:spcPct val="120000"/>
              </a:lnSpc>
              <a:buFont typeface="Wingdings" panose="05000000000000000000" pitchFamily="2" charset="2"/>
              <a:buChar char="§"/>
            </a:pPr>
            <a:r>
              <a:rPr lang="en-US" sz="3200" dirty="0"/>
              <a:t>However, in order to guarantee without simply making guesses, we require all possible combinations which total to the desired amount.</a:t>
            </a:r>
          </a:p>
          <a:p>
            <a:pPr>
              <a:lnSpc>
                <a:spcPct val="120000"/>
              </a:lnSpc>
              <a:buFont typeface="Wingdings" panose="05000000000000000000" pitchFamily="2" charset="2"/>
              <a:buChar char="§"/>
            </a:pPr>
            <a:r>
              <a:rPr lang="en-US" sz="3200" dirty="0"/>
              <a:t>Therefore, the Greedy solution is a good option here.</a:t>
            </a:r>
          </a:p>
          <a:p>
            <a:pPr>
              <a:lnSpc>
                <a:spcPct val="120000"/>
              </a:lnSpc>
              <a:buFont typeface="Wingdings" panose="05000000000000000000" pitchFamily="2" charset="2"/>
              <a:buChar char="§"/>
            </a:pPr>
            <a:r>
              <a:rPr lang="en-US" sz="3200" dirty="0"/>
              <a:t>It’s important to note that Greedy approach may not guarantee optimal result, but that does not mean it never will.</a:t>
            </a:r>
          </a:p>
        </p:txBody>
      </p:sp>
    </p:spTree>
    <p:extLst>
      <p:ext uri="{BB962C8B-B14F-4D97-AF65-F5344CB8AC3E}">
        <p14:creationId xmlns:p14="http://schemas.microsoft.com/office/powerpoint/2010/main" val="259985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 Simple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GET_CHANGE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 A, n) returns a list of coins where ‘r’ is the amount to return, and A is n-sized array of coin denominations.</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𝐶</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an empty linked list)</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𝑆𝑂𝑅𝑇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𝐷𝐸𝑆𝐶𝐸𝑁𝐷𝐼𝑁𝐺</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(this is essential for greedy step to work correctly)</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𝑊𝐻𝐼𝐿𝐸</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&gt;0</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𝐹𝑂𝑅</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𝑐𝑜𝑖𝑛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𝐼𝑁</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𝑐𝑜𝑖𝑛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then:</a:t>
                </a:r>
              </a:p>
              <a:p>
                <a:pPr marL="1828800" lvl="3" indent="-457200">
                  <a:lnSpc>
                    <a:spcPct val="100000"/>
                  </a:lnSpc>
                  <a:buFont typeface="Arial" panose="020B0604020202020204" pitchFamily="34" charset="0"/>
                  <a:buAutoNum type="arabicPeriod"/>
                </a:pPr>
                <a14:m>
                  <m:oMath xmlns:m="http://schemas.openxmlformats.org/officeDocument/2006/math">
                    <m:r>
                      <a:rPr lang="en-US" sz="2000" i="1">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000" i="1">
                        <a:latin typeface="Cambria Math" panose="02040503050406030204" pitchFamily="18" charset="0"/>
                        <a:ea typeface="Cascadia Code" panose="020B0609020000020004" pitchFamily="49" charset="0"/>
                        <a:cs typeface="Cascadia Code" panose="020B0609020000020004" pitchFamily="49" charset="0"/>
                      </a:rPr>
                      <m:t>(</m:t>
                    </m:r>
                    <m:r>
                      <a:rPr lang="en-US" sz="2000" i="1">
                        <a:latin typeface="Cambria Math" panose="02040503050406030204" pitchFamily="18" charset="0"/>
                        <a:ea typeface="Cascadia Code" panose="020B0609020000020004" pitchFamily="49" charset="0"/>
                        <a:cs typeface="Cascadia Code" panose="020B0609020000020004" pitchFamily="49" charset="0"/>
                      </a:rPr>
                      <m:t>𝐶</m:t>
                    </m:r>
                    <m:r>
                      <a:rPr lang="en-US" sz="2000" i="1">
                        <a:latin typeface="Cambria Math" panose="02040503050406030204" pitchFamily="18" charset="0"/>
                        <a:ea typeface="Cascadia Code" panose="020B0609020000020004" pitchFamily="49" charset="0"/>
                        <a:cs typeface="Cascadia Code" panose="020B0609020000020004" pitchFamily="49" charset="0"/>
                      </a:rPr>
                      <m:t>,</m:t>
                    </m:r>
                    <m:r>
                      <a:rPr lang="en-US" sz="2000" i="1">
                        <a:latin typeface="Cambria Math" panose="02040503050406030204" pitchFamily="18" charset="0"/>
                        <a:ea typeface="Cascadia Code" panose="020B0609020000020004" pitchFamily="49" charset="0"/>
                        <a:cs typeface="Cascadia Code" panose="020B0609020000020004" pitchFamily="49" charset="0"/>
                      </a:rPr>
                      <m:t>𝑐𝑜𝑖𝑛</m:t>
                    </m:r>
                    <m:r>
                      <a:rPr lang="en-US" sz="2000" i="1">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𝑟</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𝑟</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𝑐𝑜𝑖𝑛</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AutoNum type="arabicPeriod"/>
                </a:pPr>
                <a14:m>
                  <m:oMath xmlns:m="http://schemas.openxmlformats.org/officeDocument/2006/math">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𝐸𝑁𝐷</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𝐹𝑂𝑅</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𝐶</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62731"/>
                <a:ext cx="11743016" cy="4887878"/>
              </a:xfrm>
              <a:prstGeom prst="rect">
                <a:avLst/>
              </a:prstGeom>
              <a:blipFill>
                <a:blip r:embed="rId3"/>
                <a:stretch>
                  <a:fillRect l="-778" t="-998"/>
                </a:stretch>
              </a:blipFill>
            </p:spPr>
            <p:txBody>
              <a:bodyPr/>
              <a:lstStyle/>
              <a:p>
                <a:r>
                  <a:rPr lang="en-US">
                    <a:noFill/>
                  </a:rPr>
                  <a:t> </a:t>
                </a:r>
              </a:p>
            </p:txBody>
          </p:sp>
        </mc:Fallback>
      </mc:AlternateContent>
    </p:spTree>
    <p:extLst>
      <p:ext uri="{BB962C8B-B14F-4D97-AF65-F5344CB8AC3E}">
        <p14:creationId xmlns:p14="http://schemas.microsoft.com/office/powerpoint/2010/main" val="196326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Given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2,7,9,15</m:t>
                        </m:r>
                      </m:e>
                    </m:d>
                    <m:r>
                      <a:rPr lang="en-US" sz="3200" b="0" i="1" smtClean="0">
                        <a:latin typeface="Cambria Math" panose="02040503050406030204" pitchFamily="18" charset="0"/>
                      </a:rPr>
                      <m:t>;</m:t>
                    </m:r>
                    <m:r>
                      <a:rPr lang="en-US" sz="3200" b="0" i="1" smtClean="0">
                        <a:latin typeface="Cambria Math" panose="02040503050406030204" pitchFamily="18" charset="0"/>
                      </a:rPr>
                      <m:t>𝑟</m:t>
                    </m:r>
                    <m:r>
                      <a:rPr lang="en-US" sz="3200" b="0" i="1" smtClean="0">
                        <a:latin typeface="Cambria Math" panose="02040503050406030204" pitchFamily="18" charset="0"/>
                      </a:rPr>
                      <m:t>=28</m:t>
                    </m:r>
                  </m:oMath>
                </a14:m>
                <a:r>
                  <a:rPr lang="en-US" sz="3200" dirty="0"/>
                  <a:t>, find out the set of coins needed to make 28 using Greedy solution.</a:t>
                </a:r>
              </a:p>
              <a:p>
                <a:pPr>
                  <a:lnSpc>
                    <a:spcPct val="120000"/>
                  </a:lnSpc>
                  <a:buFont typeface="Wingdings" panose="05000000000000000000" pitchFamily="2" charset="2"/>
                  <a:buChar char="§"/>
                </a:pPr>
                <a:r>
                  <a:rPr lang="en-US" sz="3200" dirty="0"/>
                  <a:t>What will be the time complexity?</a:t>
                </a:r>
              </a:p>
              <a:p>
                <a:pPr>
                  <a:lnSpc>
                    <a:spcPct val="120000"/>
                  </a:lnSpc>
                  <a:buFont typeface="Wingdings" panose="05000000000000000000" pitchFamily="2" charset="2"/>
                  <a:buChar char="§"/>
                </a:pPr>
                <a:r>
                  <a:rPr lang="en-US" sz="3200" dirty="0"/>
                  <a:t>What will be the worst-case scenario and upper bound </a:t>
                </a:r>
                <a14:m>
                  <m:oMath xmlns:m="http://schemas.openxmlformats.org/officeDocument/2006/math">
                    <m:r>
                      <a:rPr lang="en-US" sz="3200" b="0" i="1" smtClean="0">
                        <a:latin typeface="Cambria Math" panose="02040503050406030204" pitchFamily="18" charset="0"/>
                      </a:rPr>
                      <m:t>𝑂</m:t>
                    </m:r>
                  </m:oMath>
                </a14:m>
                <a:r>
                  <a:rPr lang="en-US" sz="3200" dirty="0"/>
                  <a:t> of this algorithm?</a:t>
                </a:r>
              </a:p>
              <a:p>
                <a:pPr>
                  <a:lnSpc>
                    <a:spcPct val="120000"/>
                  </a:lnSpc>
                  <a:buFont typeface="Wingdings" panose="05000000000000000000" pitchFamily="2" charset="2"/>
                  <a:buChar char="§"/>
                </a:pPr>
                <a:r>
                  <a:rPr lang="en-US" sz="3200" dirty="0"/>
                  <a:t>How will you modify the algorithm to test for feasibility, i.e., whether a solution exists for </a:t>
                </a:r>
                <a14:m>
                  <m:oMath xmlns:m="http://schemas.openxmlformats.org/officeDocument/2006/math">
                    <m:r>
                      <a:rPr lang="en-US" sz="3200" b="0" i="1" smtClean="0">
                        <a:latin typeface="Cambria Math" panose="02040503050406030204" pitchFamily="18" charset="0"/>
                      </a:rPr>
                      <m:t>𝑟</m:t>
                    </m:r>
                  </m:oMath>
                </a14:m>
                <a:r>
                  <a:rPr lang="en-US" sz="3200" dirty="0"/>
                  <a:t> using </a:t>
                </a:r>
                <a14:m>
                  <m:oMath xmlns:m="http://schemas.openxmlformats.org/officeDocument/2006/math">
                    <m:r>
                      <a:rPr lang="en-US" sz="3200" b="0" i="1" dirty="0" smtClean="0">
                        <a:latin typeface="Cambria Math" panose="02040503050406030204" pitchFamily="18" charset="0"/>
                      </a:rPr>
                      <m:t>𝐴</m:t>
                    </m:r>
                  </m:oMath>
                </a14:m>
                <a:r>
                  <a:rPr lang="en-US" sz="3200" dirty="0"/>
                  <a:t> or not?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62731"/>
                <a:ext cx="11743016" cy="4887878"/>
              </a:xfrm>
              <a:prstGeom prst="rect">
                <a:avLst/>
              </a:prstGeom>
              <a:blipFill>
                <a:blip r:embed="rId3"/>
                <a:stretch>
                  <a:fillRect l="-1142" t="-374"/>
                </a:stretch>
              </a:blipFill>
            </p:spPr>
            <p:txBody>
              <a:bodyPr/>
              <a:lstStyle/>
              <a:p>
                <a:r>
                  <a:rPr lang="en-US">
                    <a:noFill/>
                  </a:rPr>
                  <a:t> </a:t>
                </a:r>
              </a:p>
            </p:txBody>
          </p:sp>
        </mc:Fallback>
      </mc:AlternateContent>
    </p:spTree>
    <p:extLst>
      <p:ext uri="{BB962C8B-B14F-4D97-AF65-F5344CB8AC3E}">
        <p14:creationId xmlns:p14="http://schemas.microsoft.com/office/powerpoint/2010/main" val="393196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Huffman coding is a data compression algorithm, widely used in communication.</a:t>
                </a:r>
              </a:p>
              <a:p>
                <a:pPr>
                  <a:lnSpc>
                    <a:spcPct val="120000"/>
                  </a:lnSpc>
                  <a:buFont typeface="Wingdings" panose="05000000000000000000" pitchFamily="2" charset="2"/>
                  <a:buChar char="§"/>
                </a:pPr>
                <a:r>
                  <a:rPr lang="en-US" sz="3200" dirty="0"/>
                  <a:t>Huffman coding uses variable sizing as opposed to fixed size.</a:t>
                </a:r>
              </a:p>
              <a:p>
                <a:pPr>
                  <a:lnSpc>
                    <a:spcPct val="120000"/>
                  </a:lnSpc>
                  <a:buFont typeface="Wingdings" panose="05000000000000000000" pitchFamily="2" charset="2"/>
                  <a:buChar char="§"/>
                </a:pPr>
                <a:r>
                  <a:rPr lang="en-US" sz="3200" dirty="0"/>
                  <a:t>Before discussing Huffman coding, let’s first talk about fixed size compression.</a:t>
                </a:r>
              </a:p>
              <a:p>
                <a:pPr>
                  <a:lnSpc>
                    <a:spcPct val="120000"/>
                  </a:lnSpc>
                  <a:buFont typeface="Wingdings" panose="05000000000000000000" pitchFamily="2" charset="2"/>
                  <a:buChar char="§"/>
                </a:pPr>
                <a:r>
                  <a:rPr lang="en-US" sz="3200" dirty="0"/>
                  <a:t>Assume you have a text file to be transported containing a genome subsequence: </a:t>
                </a:r>
                <a14:m>
                  <m:oMath xmlns:m="http://schemas.openxmlformats.org/officeDocument/2006/math">
                    <m:r>
                      <a:rPr lang="en-US" sz="3200" i="1" dirty="0" smtClean="0">
                        <a:latin typeface="Cambria Math" panose="02040503050406030204" pitchFamily="18" charset="0"/>
                      </a:rPr>
                      <m:t>𝐺𝐶𝑇𝐴𝑇𝐶𝐴𝐺𝐺𝐶𝑇</m:t>
                    </m:r>
                    <m:r>
                      <a:rPr lang="en-US" sz="3200" b="0" i="1" dirty="0" smtClean="0">
                        <a:latin typeface="Cambria Math" panose="02040503050406030204" pitchFamily="18" charset="0"/>
                      </a:rPr>
                      <m:t>.</m:t>
                    </m:r>
                    <m:r>
                      <a:rPr lang="en-US" sz="3200" i="1" dirty="0" smtClean="0">
                        <a:latin typeface="Cambria Math" panose="02040503050406030204" pitchFamily="18" charset="0"/>
                      </a:rPr>
                      <m:t>𝐺𝐺𝑇𝑇𝐴𝐶</m:t>
                    </m:r>
                    <m:r>
                      <a:rPr lang="en-US" sz="3200" b="0" i="1" dirty="0" smtClean="0">
                        <a:latin typeface="Cambria Math" panose="02040503050406030204" pitchFamily="18" charset="0"/>
                      </a:rPr>
                      <m:t>.</m:t>
                    </m:r>
                    <m:r>
                      <a:rPr lang="en-US" sz="3200" b="0" i="1" dirty="0" smtClean="0">
                        <a:latin typeface="Cambria Math" panose="02040503050406030204" pitchFamily="18" charset="0"/>
                      </a:rPr>
                      <m:t>𝐺𝑇𝐴𝐺𝐶</m:t>
                    </m:r>
                  </m:oMath>
                </a14:m>
                <a:endParaRPr lang="en-GB" sz="3200" dirty="0"/>
              </a:p>
              <a:p>
                <a:pPr>
                  <a:lnSpc>
                    <a:spcPct val="120000"/>
                  </a:lnSpc>
                  <a:buFont typeface="Wingdings" panose="05000000000000000000" pitchFamily="2" charset="2"/>
                  <a:buChar char="§"/>
                </a:pPr>
                <a:r>
                  <a:rPr lang="en-GB" sz="3200" dirty="0"/>
                  <a:t>How much space will this packet consume?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1122" b="-3616"/>
                </a:stretch>
              </a:blipFill>
            </p:spPr>
            <p:txBody>
              <a:bodyPr/>
              <a:lstStyle/>
              <a:p>
                <a:r>
                  <a:rPr lang="en-US">
                    <a:noFill/>
                  </a:rPr>
                  <a:t> </a:t>
                </a:r>
              </a:p>
            </p:txBody>
          </p:sp>
        </mc:Fallback>
      </mc:AlternateContent>
    </p:spTree>
    <p:extLst>
      <p:ext uri="{BB962C8B-B14F-4D97-AF65-F5344CB8AC3E}">
        <p14:creationId xmlns:p14="http://schemas.microsoft.com/office/powerpoint/2010/main" val="238911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3853329"/>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Since each letter is represented with its 8-bit ASCII code, therefore, </a:t>
                </a:r>
                <a14:m>
                  <m:oMath xmlns:m="http://schemas.openxmlformats.org/officeDocument/2006/math">
                    <m:r>
                      <a:rPr lang="en-US" sz="3200" i="1" dirty="0">
                        <a:latin typeface="Cambria Math" panose="02040503050406030204" pitchFamily="18" charset="0"/>
                      </a:rPr>
                      <m:t>𝐺𝐶𝑇𝐴𝑇𝐶𝐴𝐺𝐺𝐶𝑇</m:t>
                    </m:r>
                    <m:r>
                      <a:rPr lang="en-US" sz="3200" i="1" dirty="0">
                        <a:latin typeface="Cambria Math" panose="02040503050406030204" pitchFamily="18" charset="0"/>
                      </a:rPr>
                      <m:t>.</m:t>
                    </m:r>
                    <m:r>
                      <a:rPr lang="en-US" sz="3200" i="1" dirty="0">
                        <a:latin typeface="Cambria Math" panose="02040503050406030204" pitchFamily="18" charset="0"/>
                      </a:rPr>
                      <m:t>𝐺𝐺𝑇𝑇𝐴𝐶</m:t>
                    </m:r>
                    <m:r>
                      <a:rPr lang="en-US" sz="3200" i="1" dirty="0">
                        <a:latin typeface="Cambria Math" panose="02040503050406030204" pitchFamily="18" charset="0"/>
                      </a:rPr>
                      <m:t>.</m:t>
                    </m:r>
                    <m:r>
                      <a:rPr lang="en-US" sz="3200" i="1" dirty="0">
                        <a:latin typeface="Cambria Math" panose="02040503050406030204" pitchFamily="18" charset="0"/>
                      </a:rPr>
                      <m:t>𝐺𝑇𝐴𝐺𝐶</m:t>
                    </m:r>
                  </m:oMath>
                </a14:m>
                <a:r>
                  <a:rPr lang="en-GB" sz="3200" dirty="0"/>
                  <a:t> will take </a:t>
                </a:r>
                <a14:m>
                  <m:oMath xmlns:m="http://schemas.openxmlformats.org/officeDocument/2006/math">
                    <m:r>
                      <a:rPr lang="en-US" sz="3200" b="0" i="1" smtClean="0">
                        <a:latin typeface="Cambria Math" panose="02040503050406030204" pitchFamily="18" charset="0"/>
                      </a:rPr>
                      <m:t>24</m:t>
                    </m:r>
                    <m:r>
                      <a:rPr lang="en-US" sz="3200" b="0" i="1" smtClean="0">
                        <a:latin typeface="Cambria Math" panose="02040503050406030204" pitchFamily="18" charset="0"/>
                        <a:ea typeface="Cambria Math" panose="02040503050406030204" pitchFamily="18" charset="0"/>
                      </a:rPr>
                      <m:t>×8=192</m:t>
                    </m:r>
                  </m:oMath>
                </a14:m>
                <a:r>
                  <a:rPr lang="en-GB" sz="3200" dirty="0"/>
                  <a:t> bits</a:t>
                </a:r>
              </a:p>
              <a:p>
                <a:pPr>
                  <a:lnSpc>
                    <a:spcPct val="120000"/>
                  </a:lnSpc>
                  <a:buFont typeface="Wingdings" panose="05000000000000000000" pitchFamily="2" charset="2"/>
                  <a:buChar char="§"/>
                </a:pPr>
                <a:r>
                  <a:rPr lang="en-GB" sz="3200" dirty="0"/>
                  <a:t>In a fixed size compression, we represent each of these characters in a 3-bit code as follows.</a:t>
                </a:r>
              </a:p>
              <a:p>
                <a:pPr>
                  <a:lnSpc>
                    <a:spcPct val="120000"/>
                  </a:lnSpc>
                  <a:buFont typeface="Wingdings" panose="05000000000000000000" pitchFamily="2" charset="2"/>
                  <a:buChar char="§"/>
                </a:pPr>
                <a:r>
                  <a:rPr lang="en-GB" sz="3200" dirty="0"/>
                  <a:t>We only need 3 bits because there are 5 unique characters in the data.</a:t>
                </a:r>
              </a:p>
              <a:p>
                <a:pPr>
                  <a:lnSpc>
                    <a:spcPct val="120000"/>
                  </a:lnSpc>
                  <a:buFont typeface="Wingdings" panose="05000000000000000000" pitchFamily="2" charset="2"/>
                  <a:buChar char="§"/>
                </a:pPr>
                <a:r>
                  <a:rPr lang="en-GB" sz="3200" dirty="0"/>
                  <a:t>How large will the packet be after compressing the data using new codes?</a:t>
                </a:r>
              </a:p>
              <a:p>
                <a:pPr>
                  <a:lnSpc>
                    <a:spcPct val="120000"/>
                  </a:lnSpc>
                  <a:buFont typeface="Wingdings" panose="05000000000000000000" pitchFamily="2" charset="2"/>
                  <a:buChar char="§"/>
                </a:pPr>
                <a:r>
                  <a:rPr lang="en-GB" sz="3200" dirty="0"/>
                  <a:t>What’s the compression ratio?</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3853329"/>
              </a:xfrm>
              <a:prstGeom prst="rect">
                <a:avLst/>
              </a:prstGeom>
              <a:blipFill>
                <a:blip r:embed="rId3"/>
                <a:stretch>
                  <a:fillRect l="-830" t="-790" r="-467" b="-14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0A278D2-EC83-AE47-5102-39FCC71464CE}"/>
                  </a:ext>
                </a:extLst>
              </p:cNvPr>
              <p:cNvGraphicFramePr>
                <a:graphicFrameLocks noGrp="1"/>
              </p:cNvGraphicFramePr>
              <p:nvPr>
                <p:extLst>
                  <p:ext uri="{D42A27DB-BD31-4B8C-83A1-F6EECF244321}">
                    <p14:modId xmlns:p14="http://schemas.microsoft.com/office/powerpoint/2010/main" val="1503167150"/>
                  </p:ext>
                </p:extLst>
              </p:nvPr>
            </p:nvGraphicFramePr>
            <p:xfrm>
              <a:off x="2032000" y="5413298"/>
              <a:ext cx="8128002" cy="1112520"/>
            </p:xfrm>
            <a:graphic>
              <a:graphicData uri="http://schemas.openxmlformats.org/drawingml/2006/table">
                <a:tbl>
                  <a:tblPr firstRow="1" bandRow="1">
                    <a:tableStyleId>{073A0DAA-6AF3-43AB-8588-CEC1D06C72B9}</a:tableStyleId>
                  </a:tblPr>
                  <a:tblGrid>
                    <a:gridCol w="1354667">
                      <a:extLst>
                        <a:ext uri="{9D8B030D-6E8A-4147-A177-3AD203B41FA5}">
                          <a16:colId xmlns:a16="http://schemas.microsoft.com/office/drawing/2014/main" val="681029530"/>
                        </a:ext>
                      </a:extLst>
                    </a:gridCol>
                    <a:gridCol w="1354667">
                      <a:extLst>
                        <a:ext uri="{9D8B030D-6E8A-4147-A177-3AD203B41FA5}">
                          <a16:colId xmlns:a16="http://schemas.microsoft.com/office/drawing/2014/main" val="2818231253"/>
                        </a:ext>
                      </a:extLst>
                    </a:gridCol>
                    <a:gridCol w="1354667">
                      <a:extLst>
                        <a:ext uri="{9D8B030D-6E8A-4147-A177-3AD203B41FA5}">
                          <a16:colId xmlns:a16="http://schemas.microsoft.com/office/drawing/2014/main" val="2963333569"/>
                        </a:ext>
                      </a:extLst>
                    </a:gridCol>
                    <a:gridCol w="1354667">
                      <a:extLst>
                        <a:ext uri="{9D8B030D-6E8A-4147-A177-3AD203B41FA5}">
                          <a16:colId xmlns:a16="http://schemas.microsoft.com/office/drawing/2014/main" val="1522393597"/>
                        </a:ext>
                      </a:extLst>
                    </a:gridCol>
                    <a:gridCol w="1354667">
                      <a:extLst>
                        <a:ext uri="{9D8B030D-6E8A-4147-A177-3AD203B41FA5}">
                          <a16:colId xmlns:a16="http://schemas.microsoft.com/office/drawing/2014/main" val="312006858"/>
                        </a:ext>
                      </a:extLst>
                    </a:gridCol>
                    <a:gridCol w="1354667">
                      <a:extLst>
                        <a:ext uri="{9D8B030D-6E8A-4147-A177-3AD203B41FA5}">
                          <a16:colId xmlns:a16="http://schemas.microsoft.com/office/drawing/2014/main" val="1272765210"/>
                        </a:ext>
                      </a:extLst>
                    </a:gridCol>
                  </a:tblGrid>
                  <a:tr h="370840">
                    <a:tc>
                      <a:txBody>
                        <a:bodyPr/>
                        <a:lstStyle/>
                        <a:p>
                          <a:r>
                            <a:rPr lang="en-US" dirty="0"/>
                            <a:t>Character</a:t>
                          </a:r>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𝐴</m:t>
                                </m:r>
                                <m:r>
                                  <a:rPr lang="en-US" b="1" i="0" dirty="0" smtClean="0">
                                    <a:latin typeface="Cambria Math" panose="02040503050406030204" pitchFamily="18" charset="0"/>
                                  </a:rPr>
                                  <m:t>=</m:t>
                                </m:r>
                                <m:r>
                                  <a:rPr lang="en-US" b="1" i="0" dirty="0" smtClean="0">
                                    <a:latin typeface="Cambria Math" panose="02040503050406030204" pitchFamily="18" charset="0"/>
                                  </a:rPr>
                                  <m:t>𝟔𝟓</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𝐶</m:t>
                                </m:r>
                                <m:r>
                                  <a:rPr lang="en-US" b="1" i="0" dirty="0" smtClean="0">
                                    <a:latin typeface="Cambria Math" panose="02040503050406030204" pitchFamily="18" charset="0"/>
                                  </a:rPr>
                                  <m:t>=</m:t>
                                </m:r>
                                <m:r>
                                  <a:rPr lang="en-US" b="1" i="0" dirty="0" smtClean="0">
                                    <a:latin typeface="Cambria Math" panose="02040503050406030204" pitchFamily="18" charset="0"/>
                                  </a:rPr>
                                  <m:t>𝟔𝟕</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𝐺</m:t>
                                </m:r>
                                <m:r>
                                  <a:rPr lang="en-US" b="1" i="0" dirty="0" smtClean="0">
                                    <a:latin typeface="Cambria Math" panose="02040503050406030204" pitchFamily="18" charset="0"/>
                                  </a:rPr>
                                  <m:t>=</m:t>
                                </m:r>
                                <m:r>
                                  <a:rPr lang="en-US" b="1" i="0" dirty="0" smtClean="0">
                                    <a:latin typeface="Cambria Math" panose="02040503050406030204" pitchFamily="18" charset="0"/>
                                  </a:rPr>
                                  <m:t>𝟕𝟏</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𝑇</m:t>
                                </m:r>
                                <m:r>
                                  <a:rPr lang="en-US" b="1" i="0" dirty="0" smtClean="0">
                                    <a:latin typeface="Cambria Math" panose="02040503050406030204" pitchFamily="18" charset="0"/>
                                  </a:rPr>
                                  <m:t>=</m:t>
                                </m:r>
                                <m:r>
                                  <a:rPr lang="en-US" b="1" i="0" dirty="0" smtClean="0">
                                    <a:latin typeface="Cambria Math" panose="02040503050406030204" pitchFamily="18" charset="0"/>
                                  </a:rPr>
                                  <m:t>𝟖𝟒</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𝟒𝟔</m:t>
                                </m:r>
                              </m:oMath>
                            </m:oMathPara>
                          </a14:m>
                          <a:endParaRPr lang="en-US" dirty="0"/>
                        </a:p>
                      </a:txBody>
                      <a:tcPr/>
                    </a:tc>
                    <a:extLst>
                      <a:ext uri="{0D108BD9-81ED-4DB2-BD59-A6C34878D82A}">
                        <a16:rowId xmlns:a16="http://schemas.microsoft.com/office/drawing/2014/main" val="2490826524"/>
                      </a:ext>
                    </a:extLst>
                  </a:tr>
                  <a:tr h="370840">
                    <a:tc>
                      <a:txBody>
                        <a:bodyPr/>
                        <a:lstStyle/>
                        <a:p>
                          <a:r>
                            <a:rPr lang="en-US" dirty="0"/>
                            <a:t>ASCII</a:t>
                          </a:r>
                        </a:p>
                      </a:txBody>
                      <a:tcPr/>
                    </a:tc>
                    <a:tc>
                      <a:txBody>
                        <a:bodyPr/>
                        <a:lstStyle/>
                        <a:p>
                          <a:pPr algn="ctr"/>
                          <a:r>
                            <a:rPr lang="en-US" dirty="0"/>
                            <a:t>01000001</a:t>
                          </a:r>
                        </a:p>
                      </a:txBody>
                      <a:tcPr/>
                    </a:tc>
                    <a:tc>
                      <a:txBody>
                        <a:bodyPr/>
                        <a:lstStyle/>
                        <a:p>
                          <a:pPr algn="ctr"/>
                          <a:r>
                            <a:rPr lang="en-US" dirty="0"/>
                            <a:t>01000011</a:t>
                          </a:r>
                        </a:p>
                      </a:txBody>
                      <a:tcPr/>
                    </a:tc>
                    <a:tc>
                      <a:txBody>
                        <a:bodyPr/>
                        <a:lstStyle/>
                        <a:p>
                          <a:pPr algn="ctr"/>
                          <a:r>
                            <a:rPr lang="en-US" dirty="0"/>
                            <a:t>01000111</a:t>
                          </a:r>
                        </a:p>
                      </a:txBody>
                      <a:tcPr/>
                    </a:tc>
                    <a:tc>
                      <a:txBody>
                        <a:bodyPr/>
                        <a:lstStyle/>
                        <a:p>
                          <a:pPr algn="ctr"/>
                          <a:r>
                            <a:rPr lang="en-US" dirty="0"/>
                            <a:t>01010100</a:t>
                          </a:r>
                        </a:p>
                      </a:txBody>
                      <a:tcPr/>
                    </a:tc>
                    <a:tc>
                      <a:txBody>
                        <a:bodyPr/>
                        <a:lstStyle/>
                        <a:p>
                          <a:pPr algn="ctr"/>
                          <a:r>
                            <a:rPr lang="en-US" dirty="0"/>
                            <a:t>00101110</a:t>
                          </a:r>
                        </a:p>
                      </a:txBody>
                      <a:tcPr/>
                    </a:tc>
                    <a:extLst>
                      <a:ext uri="{0D108BD9-81ED-4DB2-BD59-A6C34878D82A}">
                        <a16:rowId xmlns:a16="http://schemas.microsoft.com/office/drawing/2014/main" val="197756262"/>
                      </a:ext>
                    </a:extLst>
                  </a:tr>
                  <a:tr h="370840">
                    <a:tc>
                      <a:txBody>
                        <a:bodyPr/>
                        <a:lstStyle/>
                        <a:p>
                          <a:r>
                            <a:rPr lang="en-US" dirty="0"/>
                            <a:t>Code</a:t>
                          </a:r>
                        </a:p>
                      </a:txBody>
                      <a:tcPr/>
                    </a:tc>
                    <a:tc>
                      <a:txBody>
                        <a:bodyPr/>
                        <a:lstStyle/>
                        <a:p>
                          <a:pPr algn="ctr"/>
                          <a:r>
                            <a:rPr lang="en-US" dirty="0"/>
                            <a:t>000</a:t>
                          </a:r>
                        </a:p>
                      </a:txBody>
                      <a:tcPr/>
                    </a:tc>
                    <a:tc>
                      <a:txBody>
                        <a:bodyPr/>
                        <a:lstStyle/>
                        <a:p>
                          <a:pPr algn="ctr"/>
                          <a:r>
                            <a:rPr lang="en-US" dirty="0"/>
                            <a:t>001</a:t>
                          </a:r>
                        </a:p>
                      </a:txBody>
                      <a:tcPr/>
                    </a:tc>
                    <a:tc>
                      <a:txBody>
                        <a:bodyPr/>
                        <a:lstStyle/>
                        <a:p>
                          <a:pPr algn="ctr"/>
                          <a:r>
                            <a:rPr lang="en-US" dirty="0"/>
                            <a:t>010</a:t>
                          </a:r>
                        </a:p>
                      </a:txBody>
                      <a:tcPr/>
                    </a:tc>
                    <a:tc>
                      <a:txBody>
                        <a:bodyPr/>
                        <a:lstStyle/>
                        <a:p>
                          <a:pPr algn="ctr"/>
                          <a:r>
                            <a:rPr lang="en-US" dirty="0"/>
                            <a:t>011</a:t>
                          </a:r>
                        </a:p>
                      </a:txBody>
                      <a:tcPr/>
                    </a:tc>
                    <a:tc>
                      <a:txBody>
                        <a:bodyPr/>
                        <a:lstStyle/>
                        <a:p>
                          <a:pPr algn="ctr"/>
                          <a:r>
                            <a:rPr lang="en-US" dirty="0"/>
                            <a:t>100</a:t>
                          </a:r>
                        </a:p>
                      </a:txBody>
                      <a:tcPr/>
                    </a:tc>
                    <a:extLst>
                      <a:ext uri="{0D108BD9-81ED-4DB2-BD59-A6C34878D82A}">
                        <a16:rowId xmlns:a16="http://schemas.microsoft.com/office/drawing/2014/main" val="329214068"/>
                      </a:ext>
                    </a:extLst>
                  </a:tr>
                </a:tbl>
              </a:graphicData>
            </a:graphic>
          </p:graphicFrame>
        </mc:Choice>
        <mc:Fallback xmlns="">
          <p:graphicFrame>
            <p:nvGraphicFramePr>
              <p:cNvPr id="4" name="Table 3">
                <a:extLst>
                  <a:ext uri="{FF2B5EF4-FFF2-40B4-BE49-F238E27FC236}">
                    <a16:creationId xmlns:a16="http://schemas.microsoft.com/office/drawing/2014/main" id="{90A278D2-EC83-AE47-5102-39FCC71464CE}"/>
                  </a:ext>
                </a:extLst>
              </p:cNvPr>
              <p:cNvGraphicFramePr>
                <a:graphicFrameLocks noGrp="1"/>
              </p:cNvGraphicFramePr>
              <p:nvPr>
                <p:extLst>
                  <p:ext uri="{D42A27DB-BD31-4B8C-83A1-F6EECF244321}">
                    <p14:modId xmlns:p14="http://schemas.microsoft.com/office/powerpoint/2010/main" val="1503167150"/>
                  </p:ext>
                </p:extLst>
              </p:nvPr>
            </p:nvGraphicFramePr>
            <p:xfrm>
              <a:off x="2032000" y="5413298"/>
              <a:ext cx="8128002" cy="1112520"/>
            </p:xfrm>
            <a:graphic>
              <a:graphicData uri="http://schemas.openxmlformats.org/drawingml/2006/table">
                <a:tbl>
                  <a:tblPr firstRow="1" bandRow="1">
                    <a:tableStyleId>{073A0DAA-6AF3-43AB-8588-CEC1D06C72B9}</a:tableStyleId>
                  </a:tblPr>
                  <a:tblGrid>
                    <a:gridCol w="1354667">
                      <a:extLst>
                        <a:ext uri="{9D8B030D-6E8A-4147-A177-3AD203B41FA5}">
                          <a16:colId xmlns:a16="http://schemas.microsoft.com/office/drawing/2014/main" val="681029530"/>
                        </a:ext>
                      </a:extLst>
                    </a:gridCol>
                    <a:gridCol w="1354667">
                      <a:extLst>
                        <a:ext uri="{9D8B030D-6E8A-4147-A177-3AD203B41FA5}">
                          <a16:colId xmlns:a16="http://schemas.microsoft.com/office/drawing/2014/main" val="2818231253"/>
                        </a:ext>
                      </a:extLst>
                    </a:gridCol>
                    <a:gridCol w="1354667">
                      <a:extLst>
                        <a:ext uri="{9D8B030D-6E8A-4147-A177-3AD203B41FA5}">
                          <a16:colId xmlns:a16="http://schemas.microsoft.com/office/drawing/2014/main" val="2963333569"/>
                        </a:ext>
                      </a:extLst>
                    </a:gridCol>
                    <a:gridCol w="1354667">
                      <a:extLst>
                        <a:ext uri="{9D8B030D-6E8A-4147-A177-3AD203B41FA5}">
                          <a16:colId xmlns:a16="http://schemas.microsoft.com/office/drawing/2014/main" val="1522393597"/>
                        </a:ext>
                      </a:extLst>
                    </a:gridCol>
                    <a:gridCol w="1354667">
                      <a:extLst>
                        <a:ext uri="{9D8B030D-6E8A-4147-A177-3AD203B41FA5}">
                          <a16:colId xmlns:a16="http://schemas.microsoft.com/office/drawing/2014/main" val="312006858"/>
                        </a:ext>
                      </a:extLst>
                    </a:gridCol>
                    <a:gridCol w="1354667">
                      <a:extLst>
                        <a:ext uri="{9D8B030D-6E8A-4147-A177-3AD203B41FA5}">
                          <a16:colId xmlns:a16="http://schemas.microsoft.com/office/drawing/2014/main" val="1272765210"/>
                        </a:ext>
                      </a:extLst>
                    </a:gridCol>
                  </a:tblGrid>
                  <a:tr h="370840">
                    <a:tc>
                      <a:txBody>
                        <a:bodyPr/>
                        <a:lstStyle/>
                        <a:p>
                          <a:r>
                            <a:rPr lang="en-US" dirty="0"/>
                            <a:t>Character</a:t>
                          </a:r>
                        </a:p>
                      </a:txBody>
                      <a:tcPr/>
                    </a:tc>
                    <a:tc>
                      <a:txBody>
                        <a:bodyPr/>
                        <a:lstStyle/>
                        <a:p>
                          <a:endParaRPr lang="en-US"/>
                        </a:p>
                      </a:txBody>
                      <a:tcPr>
                        <a:blipFill>
                          <a:blip r:embed="rId4"/>
                          <a:stretch>
                            <a:fillRect l="-100000" t="-8197" r="-400448" b="-224590"/>
                          </a:stretch>
                        </a:blipFill>
                      </a:tcPr>
                    </a:tc>
                    <a:tc>
                      <a:txBody>
                        <a:bodyPr/>
                        <a:lstStyle/>
                        <a:p>
                          <a:endParaRPr lang="en-US"/>
                        </a:p>
                      </a:txBody>
                      <a:tcPr>
                        <a:blipFill>
                          <a:blip r:embed="rId4"/>
                          <a:stretch>
                            <a:fillRect l="-200901" t="-8197" r="-302252" b="-224590"/>
                          </a:stretch>
                        </a:blipFill>
                      </a:tcPr>
                    </a:tc>
                    <a:tc>
                      <a:txBody>
                        <a:bodyPr/>
                        <a:lstStyle/>
                        <a:p>
                          <a:endParaRPr lang="en-US"/>
                        </a:p>
                      </a:txBody>
                      <a:tcPr>
                        <a:blipFill>
                          <a:blip r:embed="rId4"/>
                          <a:stretch>
                            <a:fillRect l="-300901" t="-8197" r="-202252" b="-224590"/>
                          </a:stretch>
                        </a:blipFill>
                      </a:tcPr>
                    </a:tc>
                    <a:tc>
                      <a:txBody>
                        <a:bodyPr/>
                        <a:lstStyle/>
                        <a:p>
                          <a:endParaRPr lang="en-US"/>
                        </a:p>
                      </a:txBody>
                      <a:tcPr>
                        <a:blipFill>
                          <a:blip r:embed="rId4"/>
                          <a:stretch>
                            <a:fillRect l="-399103" t="-8197" r="-101345" b="-224590"/>
                          </a:stretch>
                        </a:blipFill>
                      </a:tcPr>
                    </a:tc>
                    <a:tc>
                      <a:txBody>
                        <a:bodyPr/>
                        <a:lstStyle/>
                        <a:p>
                          <a:endParaRPr lang="en-US"/>
                        </a:p>
                      </a:txBody>
                      <a:tcPr>
                        <a:blipFill>
                          <a:blip r:embed="rId4"/>
                          <a:stretch>
                            <a:fillRect l="-501351" t="-8197" r="-1802" b="-224590"/>
                          </a:stretch>
                        </a:blipFill>
                      </a:tcPr>
                    </a:tc>
                    <a:extLst>
                      <a:ext uri="{0D108BD9-81ED-4DB2-BD59-A6C34878D82A}">
                        <a16:rowId xmlns:a16="http://schemas.microsoft.com/office/drawing/2014/main" val="2490826524"/>
                      </a:ext>
                    </a:extLst>
                  </a:tr>
                  <a:tr h="370840">
                    <a:tc>
                      <a:txBody>
                        <a:bodyPr/>
                        <a:lstStyle/>
                        <a:p>
                          <a:r>
                            <a:rPr lang="en-US" dirty="0"/>
                            <a:t>ASCII</a:t>
                          </a:r>
                        </a:p>
                      </a:txBody>
                      <a:tcPr/>
                    </a:tc>
                    <a:tc>
                      <a:txBody>
                        <a:bodyPr/>
                        <a:lstStyle/>
                        <a:p>
                          <a:pPr algn="ctr"/>
                          <a:r>
                            <a:rPr lang="en-US" dirty="0"/>
                            <a:t>01000001</a:t>
                          </a:r>
                        </a:p>
                      </a:txBody>
                      <a:tcPr/>
                    </a:tc>
                    <a:tc>
                      <a:txBody>
                        <a:bodyPr/>
                        <a:lstStyle/>
                        <a:p>
                          <a:pPr algn="ctr"/>
                          <a:r>
                            <a:rPr lang="en-US" dirty="0"/>
                            <a:t>01000011</a:t>
                          </a:r>
                        </a:p>
                      </a:txBody>
                      <a:tcPr/>
                    </a:tc>
                    <a:tc>
                      <a:txBody>
                        <a:bodyPr/>
                        <a:lstStyle/>
                        <a:p>
                          <a:pPr algn="ctr"/>
                          <a:r>
                            <a:rPr lang="en-US" dirty="0"/>
                            <a:t>01000111</a:t>
                          </a:r>
                        </a:p>
                      </a:txBody>
                      <a:tcPr/>
                    </a:tc>
                    <a:tc>
                      <a:txBody>
                        <a:bodyPr/>
                        <a:lstStyle/>
                        <a:p>
                          <a:pPr algn="ctr"/>
                          <a:r>
                            <a:rPr lang="en-US" dirty="0"/>
                            <a:t>01010100</a:t>
                          </a:r>
                        </a:p>
                      </a:txBody>
                      <a:tcPr/>
                    </a:tc>
                    <a:tc>
                      <a:txBody>
                        <a:bodyPr/>
                        <a:lstStyle/>
                        <a:p>
                          <a:pPr algn="ctr"/>
                          <a:r>
                            <a:rPr lang="en-US" dirty="0"/>
                            <a:t>00101110</a:t>
                          </a:r>
                        </a:p>
                      </a:txBody>
                      <a:tcPr/>
                    </a:tc>
                    <a:extLst>
                      <a:ext uri="{0D108BD9-81ED-4DB2-BD59-A6C34878D82A}">
                        <a16:rowId xmlns:a16="http://schemas.microsoft.com/office/drawing/2014/main" val="197756262"/>
                      </a:ext>
                    </a:extLst>
                  </a:tr>
                  <a:tr h="370840">
                    <a:tc>
                      <a:txBody>
                        <a:bodyPr/>
                        <a:lstStyle/>
                        <a:p>
                          <a:r>
                            <a:rPr lang="en-US" dirty="0"/>
                            <a:t>Code</a:t>
                          </a:r>
                        </a:p>
                      </a:txBody>
                      <a:tcPr/>
                    </a:tc>
                    <a:tc>
                      <a:txBody>
                        <a:bodyPr/>
                        <a:lstStyle/>
                        <a:p>
                          <a:pPr algn="ctr"/>
                          <a:r>
                            <a:rPr lang="en-US" dirty="0"/>
                            <a:t>000</a:t>
                          </a:r>
                        </a:p>
                      </a:txBody>
                      <a:tcPr/>
                    </a:tc>
                    <a:tc>
                      <a:txBody>
                        <a:bodyPr/>
                        <a:lstStyle/>
                        <a:p>
                          <a:pPr algn="ctr"/>
                          <a:r>
                            <a:rPr lang="en-US" dirty="0"/>
                            <a:t>001</a:t>
                          </a:r>
                        </a:p>
                      </a:txBody>
                      <a:tcPr/>
                    </a:tc>
                    <a:tc>
                      <a:txBody>
                        <a:bodyPr/>
                        <a:lstStyle/>
                        <a:p>
                          <a:pPr algn="ctr"/>
                          <a:r>
                            <a:rPr lang="en-US" dirty="0"/>
                            <a:t>010</a:t>
                          </a:r>
                        </a:p>
                      </a:txBody>
                      <a:tcPr/>
                    </a:tc>
                    <a:tc>
                      <a:txBody>
                        <a:bodyPr/>
                        <a:lstStyle/>
                        <a:p>
                          <a:pPr algn="ctr"/>
                          <a:r>
                            <a:rPr lang="en-US" dirty="0"/>
                            <a:t>011</a:t>
                          </a:r>
                        </a:p>
                      </a:txBody>
                      <a:tcPr/>
                    </a:tc>
                    <a:tc>
                      <a:txBody>
                        <a:bodyPr/>
                        <a:lstStyle/>
                        <a:p>
                          <a:pPr algn="ctr"/>
                          <a:r>
                            <a:rPr lang="en-US" dirty="0"/>
                            <a:t>100</a:t>
                          </a:r>
                        </a:p>
                      </a:txBody>
                      <a:tcPr/>
                    </a:tc>
                    <a:extLst>
                      <a:ext uri="{0D108BD9-81ED-4DB2-BD59-A6C34878D82A}">
                        <a16:rowId xmlns:a16="http://schemas.microsoft.com/office/drawing/2014/main" val="329214068"/>
                      </a:ext>
                    </a:extLst>
                  </a:tr>
                </a:tbl>
              </a:graphicData>
            </a:graphic>
          </p:graphicFrame>
        </mc:Fallback>
      </mc:AlternateContent>
    </p:spTree>
    <p:extLst>
      <p:ext uri="{BB962C8B-B14F-4D97-AF65-F5344CB8AC3E}">
        <p14:creationId xmlns:p14="http://schemas.microsoft.com/office/powerpoint/2010/main" val="335340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After compression, the data will consume </a:t>
                </a:r>
                <a14:m>
                  <m:oMath xmlns:m="http://schemas.openxmlformats.org/officeDocument/2006/math">
                    <m:r>
                      <a:rPr lang="en-US" sz="3200" i="1">
                        <a:latin typeface="Cambria Math" panose="02040503050406030204" pitchFamily="18" charset="0"/>
                      </a:rPr>
                      <m:t>24</m:t>
                    </m:r>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3</m:t>
                    </m:r>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72</m:t>
                    </m:r>
                  </m:oMath>
                </a14:m>
                <a:r>
                  <a:rPr lang="en-GB" sz="3200" dirty="0"/>
                  <a:t> bits. Additionally, the conversion table will take extra </a:t>
                </a:r>
                <a14:m>
                  <m:oMath xmlns:m="http://schemas.openxmlformats.org/officeDocument/2006/math">
                    <m:r>
                      <a:rPr lang="en-US" sz="3200" b="0" i="1" smtClean="0">
                        <a:latin typeface="Cambria Math" panose="02040503050406030204" pitchFamily="18" charset="0"/>
                      </a:rPr>
                      <m:t>5</m:t>
                    </m:r>
                    <m:r>
                      <a:rPr lang="en-US" sz="3200" i="1">
                        <a:latin typeface="Cambria Math" panose="02040503050406030204" pitchFamily="18" charset="0"/>
                        <a:ea typeface="Cambria Math" panose="02040503050406030204" pitchFamily="18" charset="0"/>
                      </a:rPr>
                      <m:t>×8+</m:t>
                    </m:r>
                    <m:r>
                      <a:rPr lang="en-US" sz="3200" b="0" i="1" smtClean="0">
                        <a:latin typeface="Cambria Math" panose="02040503050406030204" pitchFamily="18" charset="0"/>
                        <a:ea typeface="Cambria Math" panose="02040503050406030204" pitchFamily="18" charset="0"/>
                      </a:rPr>
                      <m:t>5</m:t>
                    </m:r>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3</m:t>
                    </m:r>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55</m:t>
                    </m:r>
                  </m:oMath>
                </a14:m>
                <a:r>
                  <a:rPr lang="en-GB" sz="3200" dirty="0"/>
                  <a:t> bits.</a:t>
                </a:r>
              </a:p>
              <a:p>
                <a:pPr>
                  <a:lnSpc>
                    <a:spcPct val="120000"/>
                  </a:lnSpc>
                  <a:buFont typeface="Wingdings" panose="05000000000000000000" pitchFamily="2" charset="2"/>
                  <a:buChar char="§"/>
                </a:pPr>
                <a:r>
                  <a:rPr lang="en-GB" sz="3200" dirty="0"/>
                  <a:t>The total packet size after compression will be 127 (0.34% size reduction).</a:t>
                </a:r>
              </a:p>
              <a:p>
                <a:pPr>
                  <a:lnSpc>
                    <a:spcPct val="120000"/>
                  </a:lnSpc>
                  <a:buFont typeface="Wingdings" panose="05000000000000000000" pitchFamily="2" charset="2"/>
                  <a:buChar char="§"/>
                </a:pPr>
                <a:r>
                  <a:rPr lang="en-GB" sz="3200" dirty="0"/>
                  <a:t>But can we do even better?</a:t>
                </a:r>
              </a:p>
              <a:p>
                <a:pPr>
                  <a:lnSpc>
                    <a:spcPct val="120000"/>
                  </a:lnSpc>
                  <a:buFont typeface="Wingdings" panose="05000000000000000000" pitchFamily="2" charset="2"/>
                  <a:buChar char="§"/>
                </a:pPr>
                <a:r>
                  <a:rPr lang="en-GB" sz="3200" dirty="0"/>
                  <a:t>Huffman coding is a method which uses variable size codes to compress data, using </a:t>
                </a:r>
                <a:r>
                  <a:rPr lang="en-GB" sz="3200" i="1" dirty="0"/>
                  <a:t>Optimal Merge Pattern</a:t>
                </a:r>
                <a:r>
                  <a:rPr lang="en-GB" sz="3200" dirty="0"/>
                  <a:t> algorithm.</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942829"/>
              </a:xfrm>
              <a:prstGeom prst="rect">
                <a:avLst/>
              </a:prstGeom>
              <a:blipFill>
                <a:blip r:embed="rId3"/>
                <a:stretch>
                  <a:fillRect l="-1142" t="-1110"/>
                </a:stretch>
              </a:blipFill>
            </p:spPr>
            <p:txBody>
              <a:bodyPr/>
              <a:lstStyle/>
              <a:p>
                <a:r>
                  <a:rPr lang="en-US">
                    <a:noFill/>
                  </a:rPr>
                  <a:t> </a:t>
                </a:r>
              </a:p>
            </p:txBody>
          </p:sp>
        </mc:Fallback>
      </mc:AlternateContent>
    </p:spTree>
    <p:extLst>
      <p:ext uri="{BB962C8B-B14F-4D97-AF65-F5344CB8AC3E}">
        <p14:creationId xmlns:p14="http://schemas.microsoft.com/office/powerpoint/2010/main" val="50331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942829"/>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r>
              <a:rPr lang="en-GB" sz="3200" dirty="0"/>
              <a:t>Arrange the characters by frequency in ascending order. These will be leaf nodes of a tree.</a:t>
            </a:r>
          </a:p>
          <a:p>
            <a:pPr marL="514350" indent="-514350">
              <a:lnSpc>
                <a:spcPct val="120000"/>
              </a:lnSpc>
              <a:buFont typeface="+mj-lt"/>
              <a:buAutoNum type="arabicPeriod"/>
            </a:pPr>
            <a:r>
              <a:rPr lang="en-GB" sz="3200" dirty="0"/>
              <a:t>Pick the two nodes with minimum frequency and form their parent node by adding their values.</a:t>
            </a:r>
          </a:p>
          <a:p>
            <a:pPr marL="514350" indent="-514350">
              <a:lnSpc>
                <a:spcPct val="120000"/>
              </a:lnSpc>
              <a:buFont typeface="+mj-lt"/>
              <a:buAutoNum type="arabicPeriod"/>
            </a:pPr>
            <a:r>
              <a:rPr lang="en-GB" sz="3200" dirty="0"/>
              <a:t>Pick the next two least frequent nodes and form their parent as well.</a:t>
            </a:r>
          </a:p>
          <a:p>
            <a:pPr marL="514350" indent="-514350">
              <a:lnSpc>
                <a:spcPct val="120000"/>
              </a:lnSpc>
              <a:buFont typeface="+mj-lt"/>
              <a:buAutoNum type="arabicPeriod"/>
            </a:pPr>
            <a:r>
              <a:rPr lang="en-GB" sz="3200" dirty="0"/>
              <a:t>Repeat until you have a root node which will be the sum of all frequencies, i.e., the length of characters in data.</a:t>
            </a:r>
          </a:p>
          <a:p>
            <a:pPr marL="514350" indent="-514350">
              <a:lnSpc>
                <a:spcPct val="120000"/>
              </a:lnSpc>
              <a:buFont typeface="+mj-lt"/>
              <a:buAutoNum type="arabicPeriod"/>
            </a:pPr>
            <a:r>
              <a:rPr lang="en-GB" sz="3200" dirty="0"/>
              <a:t>Assign 0’s and 1’s to the edges. For edge between parent and left child, assign 0; for edge between parent and right child, assign 1.</a:t>
            </a:r>
          </a:p>
          <a:p>
            <a:pPr marL="514350" indent="-514350">
              <a:lnSpc>
                <a:spcPct val="120000"/>
              </a:lnSpc>
              <a:buFont typeface="+mj-lt"/>
              <a:buAutoNum type="arabicPeriod"/>
            </a:pPr>
            <a:r>
              <a:rPr lang="en-GB" sz="3200" dirty="0"/>
              <a:t>Huffman code for each character will be the 0’s and 1’s reading from root node to that leaf node.</a:t>
            </a:r>
          </a:p>
        </p:txBody>
      </p:sp>
    </p:spTree>
    <p:extLst>
      <p:ext uri="{BB962C8B-B14F-4D97-AF65-F5344CB8AC3E}">
        <p14:creationId xmlns:p14="http://schemas.microsoft.com/office/powerpoint/2010/main" val="385410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5" cy="1662266"/>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Using same data </a:t>
                </a:r>
                <a14:m>
                  <m:oMath xmlns:m="http://schemas.openxmlformats.org/officeDocument/2006/math">
                    <m:r>
                      <a:rPr lang="en-US" sz="3200" i="1">
                        <a:latin typeface="Cambria Math" panose="02040503050406030204" pitchFamily="18" charset="0"/>
                      </a:rPr>
                      <m:t>𝐺𝐶𝑇𝐴𝑇𝐶𝐴𝐺𝐺𝐶𝑇</m:t>
                    </m:r>
                    <m:r>
                      <a:rPr lang="en-US" sz="3200" i="1">
                        <a:latin typeface="Cambria Math" panose="02040503050406030204" pitchFamily="18" charset="0"/>
                      </a:rPr>
                      <m:t>.</m:t>
                    </m:r>
                    <m:r>
                      <a:rPr lang="en-US" sz="3200" i="1">
                        <a:latin typeface="Cambria Math" panose="02040503050406030204" pitchFamily="18" charset="0"/>
                      </a:rPr>
                      <m:t>𝐺𝐺𝑇𝑇𝐴𝐶</m:t>
                    </m:r>
                    <m:r>
                      <a:rPr lang="en-US" sz="3200" i="1">
                        <a:latin typeface="Cambria Math" panose="02040503050406030204" pitchFamily="18" charset="0"/>
                      </a:rPr>
                      <m:t>.</m:t>
                    </m:r>
                    <m:r>
                      <a:rPr lang="en-US" sz="3200" i="1">
                        <a:latin typeface="Cambria Math" panose="02040503050406030204" pitchFamily="18" charset="0"/>
                      </a:rPr>
                      <m:t>𝐺𝑇𝐴𝐺𝐶</m:t>
                    </m:r>
                  </m:oMath>
                </a14:m>
                <a:endParaRPr lang="en-GB" sz="3200" dirty="0"/>
              </a:p>
              <a:p>
                <a:pPr>
                  <a:lnSpc>
                    <a:spcPct val="120000"/>
                  </a:lnSpc>
                  <a:buFont typeface="Wingdings" panose="05000000000000000000" pitchFamily="2" charset="2"/>
                  <a:buChar char="§"/>
                </a:pPr>
                <a:r>
                  <a:rPr lang="en-GB" sz="3200" dirty="0"/>
                  <a:t>Create frequency distribution table.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5" cy="1662266"/>
              </a:xfrm>
              <a:prstGeom prst="rect">
                <a:avLst/>
              </a:prstGeom>
              <a:blipFill>
                <a:blip r:embed="rId3"/>
                <a:stretch>
                  <a:fillRect l="-1142" t="-10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7C6CE5B-28E6-3601-53E7-C7DDF4BF5C4B}"/>
                  </a:ext>
                </a:extLst>
              </p:cNvPr>
              <p:cNvGraphicFramePr>
                <a:graphicFrameLocks noGrp="1"/>
              </p:cNvGraphicFramePr>
              <p:nvPr>
                <p:extLst>
                  <p:ext uri="{D42A27DB-BD31-4B8C-83A1-F6EECF244321}">
                    <p14:modId xmlns:p14="http://schemas.microsoft.com/office/powerpoint/2010/main" val="2963138261"/>
                  </p:ext>
                </p:extLst>
              </p:nvPr>
            </p:nvGraphicFramePr>
            <p:xfrm>
              <a:off x="2326402" y="3355840"/>
              <a:ext cx="7519746" cy="914400"/>
            </p:xfrm>
            <a:graphic>
              <a:graphicData uri="http://schemas.openxmlformats.org/drawingml/2006/table">
                <a:tbl>
                  <a:tblPr firstRow="1" bandRow="1">
                    <a:tableStyleId>{073A0DAA-6AF3-43AB-8588-CEC1D06C72B9}</a:tableStyleId>
                  </a:tblPr>
                  <a:tblGrid>
                    <a:gridCol w="1620055">
                      <a:extLst>
                        <a:ext uri="{9D8B030D-6E8A-4147-A177-3AD203B41FA5}">
                          <a16:colId xmlns:a16="http://schemas.microsoft.com/office/drawing/2014/main" val="1610831189"/>
                        </a:ext>
                      </a:extLst>
                    </a:gridCol>
                    <a:gridCol w="886527">
                      <a:extLst>
                        <a:ext uri="{9D8B030D-6E8A-4147-A177-3AD203B41FA5}">
                          <a16:colId xmlns:a16="http://schemas.microsoft.com/office/drawing/2014/main" val="2949623971"/>
                        </a:ext>
                      </a:extLst>
                    </a:gridCol>
                    <a:gridCol w="1253291">
                      <a:extLst>
                        <a:ext uri="{9D8B030D-6E8A-4147-A177-3AD203B41FA5}">
                          <a16:colId xmlns:a16="http://schemas.microsoft.com/office/drawing/2014/main" val="3459434846"/>
                        </a:ext>
                      </a:extLst>
                    </a:gridCol>
                    <a:gridCol w="1253291">
                      <a:extLst>
                        <a:ext uri="{9D8B030D-6E8A-4147-A177-3AD203B41FA5}">
                          <a16:colId xmlns:a16="http://schemas.microsoft.com/office/drawing/2014/main" val="767134117"/>
                        </a:ext>
                      </a:extLst>
                    </a:gridCol>
                    <a:gridCol w="1253291">
                      <a:extLst>
                        <a:ext uri="{9D8B030D-6E8A-4147-A177-3AD203B41FA5}">
                          <a16:colId xmlns:a16="http://schemas.microsoft.com/office/drawing/2014/main" val="1228663210"/>
                        </a:ext>
                      </a:extLst>
                    </a:gridCol>
                    <a:gridCol w="1253291">
                      <a:extLst>
                        <a:ext uri="{9D8B030D-6E8A-4147-A177-3AD203B41FA5}">
                          <a16:colId xmlns:a16="http://schemas.microsoft.com/office/drawing/2014/main" val="2109622219"/>
                        </a:ext>
                      </a:extLst>
                    </a:gridCol>
                  </a:tblGrid>
                  <a:tr h="370840">
                    <a:tc>
                      <a:txBody>
                        <a:bodyPr/>
                        <a:lstStyle/>
                        <a:p>
                          <a:r>
                            <a:rPr lang="en-US" sz="2400" dirty="0"/>
                            <a:t>Character</a:t>
                          </a:r>
                        </a:p>
                      </a:txBody>
                      <a:tcPr/>
                    </a:tc>
                    <a:tc>
                      <a:txBody>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𝐴</m:t>
                                </m:r>
                              </m:oMath>
                            </m:oMathPara>
                          </a14:m>
                          <a:endParaRPr lang="en-US" sz="2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𝐶</m:t>
                                </m:r>
                              </m:oMath>
                            </m:oMathPara>
                          </a14:m>
                          <a:endParaRPr lang="en-US" sz="2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𝐺</m:t>
                                </m:r>
                              </m:oMath>
                            </m:oMathPara>
                          </a14:m>
                          <a:endParaRPr lang="en-US" sz="2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𝑇</m:t>
                                </m:r>
                              </m:oMath>
                            </m:oMathPara>
                          </a14:m>
                          <a:endParaRPr lang="en-US" sz="2400" dirty="0"/>
                        </a:p>
                      </a:txBody>
                      <a:tcPr/>
                    </a:tc>
                    <a:tc>
                      <a:txBody>
                        <a:bodyPr/>
                        <a:lstStyle/>
                        <a:p>
                          <a:pPr algn="ct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m:t>
                                </m:r>
                              </m:oMath>
                            </m:oMathPara>
                          </a14:m>
                          <a:endParaRPr lang="en-US" sz="2400" dirty="0"/>
                        </a:p>
                      </a:txBody>
                      <a:tcPr/>
                    </a:tc>
                    <a:extLst>
                      <a:ext uri="{0D108BD9-81ED-4DB2-BD59-A6C34878D82A}">
                        <a16:rowId xmlns:a16="http://schemas.microsoft.com/office/drawing/2014/main" val="1540505398"/>
                      </a:ext>
                    </a:extLst>
                  </a:tr>
                  <a:tr h="370840">
                    <a:tc>
                      <a:txBody>
                        <a:bodyPr/>
                        <a:lstStyle/>
                        <a:p>
                          <a:r>
                            <a:rPr lang="en-US" sz="2400" dirty="0"/>
                            <a:t>Frequency</a:t>
                          </a:r>
                        </a:p>
                      </a:txBody>
                      <a:tcPr/>
                    </a:tc>
                    <a:tc>
                      <a:txBody>
                        <a:bodyPr/>
                        <a:lstStyle/>
                        <a:p>
                          <a:pPr algn="ctr"/>
                          <a:r>
                            <a:rPr lang="en-US" sz="2400" dirty="0"/>
                            <a:t>4</a:t>
                          </a:r>
                        </a:p>
                      </a:txBody>
                      <a:tcPr/>
                    </a:tc>
                    <a:tc>
                      <a:txBody>
                        <a:bodyPr/>
                        <a:lstStyle/>
                        <a:p>
                          <a:pPr algn="ctr"/>
                          <a:r>
                            <a:rPr lang="en-US" sz="2400" dirty="0"/>
                            <a:t>5</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2</a:t>
                          </a:r>
                        </a:p>
                      </a:txBody>
                      <a:tcPr/>
                    </a:tc>
                    <a:extLst>
                      <a:ext uri="{0D108BD9-81ED-4DB2-BD59-A6C34878D82A}">
                        <a16:rowId xmlns:a16="http://schemas.microsoft.com/office/drawing/2014/main" val="3183809908"/>
                      </a:ext>
                    </a:extLst>
                  </a:tr>
                </a:tbl>
              </a:graphicData>
            </a:graphic>
          </p:graphicFrame>
        </mc:Choice>
        <mc:Fallback xmlns="">
          <p:graphicFrame>
            <p:nvGraphicFramePr>
              <p:cNvPr id="4" name="Table 3">
                <a:extLst>
                  <a:ext uri="{FF2B5EF4-FFF2-40B4-BE49-F238E27FC236}">
                    <a16:creationId xmlns:a16="http://schemas.microsoft.com/office/drawing/2014/main" id="{57C6CE5B-28E6-3601-53E7-C7DDF4BF5C4B}"/>
                  </a:ext>
                </a:extLst>
              </p:cNvPr>
              <p:cNvGraphicFramePr>
                <a:graphicFrameLocks noGrp="1"/>
              </p:cNvGraphicFramePr>
              <p:nvPr>
                <p:extLst>
                  <p:ext uri="{D42A27DB-BD31-4B8C-83A1-F6EECF244321}">
                    <p14:modId xmlns:p14="http://schemas.microsoft.com/office/powerpoint/2010/main" val="2963138261"/>
                  </p:ext>
                </p:extLst>
              </p:nvPr>
            </p:nvGraphicFramePr>
            <p:xfrm>
              <a:off x="2326402" y="3355840"/>
              <a:ext cx="7519746" cy="914400"/>
            </p:xfrm>
            <a:graphic>
              <a:graphicData uri="http://schemas.openxmlformats.org/drawingml/2006/table">
                <a:tbl>
                  <a:tblPr firstRow="1" bandRow="1">
                    <a:tableStyleId>{073A0DAA-6AF3-43AB-8588-CEC1D06C72B9}</a:tableStyleId>
                  </a:tblPr>
                  <a:tblGrid>
                    <a:gridCol w="1620055">
                      <a:extLst>
                        <a:ext uri="{9D8B030D-6E8A-4147-A177-3AD203B41FA5}">
                          <a16:colId xmlns:a16="http://schemas.microsoft.com/office/drawing/2014/main" val="1610831189"/>
                        </a:ext>
                      </a:extLst>
                    </a:gridCol>
                    <a:gridCol w="886527">
                      <a:extLst>
                        <a:ext uri="{9D8B030D-6E8A-4147-A177-3AD203B41FA5}">
                          <a16:colId xmlns:a16="http://schemas.microsoft.com/office/drawing/2014/main" val="2949623971"/>
                        </a:ext>
                      </a:extLst>
                    </a:gridCol>
                    <a:gridCol w="1253291">
                      <a:extLst>
                        <a:ext uri="{9D8B030D-6E8A-4147-A177-3AD203B41FA5}">
                          <a16:colId xmlns:a16="http://schemas.microsoft.com/office/drawing/2014/main" val="3459434846"/>
                        </a:ext>
                      </a:extLst>
                    </a:gridCol>
                    <a:gridCol w="1253291">
                      <a:extLst>
                        <a:ext uri="{9D8B030D-6E8A-4147-A177-3AD203B41FA5}">
                          <a16:colId xmlns:a16="http://schemas.microsoft.com/office/drawing/2014/main" val="767134117"/>
                        </a:ext>
                      </a:extLst>
                    </a:gridCol>
                    <a:gridCol w="1253291">
                      <a:extLst>
                        <a:ext uri="{9D8B030D-6E8A-4147-A177-3AD203B41FA5}">
                          <a16:colId xmlns:a16="http://schemas.microsoft.com/office/drawing/2014/main" val="1228663210"/>
                        </a:ext>
                      </a:extLst>
                    </a:gridCol>
                    <a:gridCol w="1253291">
                      <a:extLst>
                        <a:ext uri="{9D8B030D-6E8A-4147-A177-3AD203B41FA5}">
                          <a16:colId xmlns:a16="http://schemas.microsoft.com/office/drawing/2014/main" val="2109622219"/>
                        </a:ext>
                      </a:extLst>
                    </a:gridCol>
                  </a:tblGrid>
                  <a:tr h="457200">
                    <a:tc>
                      <a:txBody>
                        <a:bodyPr/>
                        <a:lstStyle/>
                        <a:p>
                          <a:r>
                            <a:rPr lang="en-US" sz="2400" dirty="0"/>
                            <a:t>Character</a:t>
                          </a:r>
                        </a:p>
                      </a:txBody>
                      <a:tcPr/>
                    </a:tc>
                    <a:tc>
                      <a:txBody>
                        <a:bodyPr/>
                        <a:lstStyle/>
                        <a:p>
                          <a:endParaRPr lang="en-US"/>
                        </a:p>
                      </a:txBody>
                      <a:tcPr>
                        <a:blipFill>
                          <a:blip r:embed="rId4"/>
                          <a:stretch>
                            <a:fillRect l="-182877" t="-10526" r="-566438" b="-127632"/>
                          </a:stretch>
                        </a:blipFill>
                      </a:tcPr>
                    </a:tc>
                    <a:tc>
                      <a:txBody>
                        <a:bodyPr/>
                        <a:lstStyle/>
                        <a:p>
                          <a:endParaRPr lang="en-US"/>
                        </a:p>
                      </a:txBody>
                      <a:tcPr>
                        <a:blipFill>
                          <a:blip r:embed="rId4"/>
                          <a:stretch>
                            <a:fillRect l="-200485" t="-10526" r="-301456" b="-127632"/>
                          </a:stretch>
                        </a:blipFill>
                      </a:tcPr>
                    </a:tc>
                    <a:tc>
                      <a:txBody>
                        <a:bodyPr/>
                        <a:lstStyle/>
                        <a:p>
                          <a:endParaRPr lang="en-US"/>
                        </a:p>
                      </a:txBody>
                      <a:tcPr>
                        <a:blipFill>
                          <a:blip r:embed="rId4"/>
                          <a:stretch>
                            <a:fillRect l="-301951" t="-10526" r="-202927" b="-127632"/>
                          </a:stretch>
                        </a:blipFill>
                      </a:tcPr>
                    </a:tc>
                    <a:tc>
                      <a:txBody>
                        <a:bodyPr/>
                        <a:lstStyle/>
                        <a:p>
                          <a:endParaRPr lang="en-US"/>
                        </a:p>
                      </a:txBody>
                      <a:tcPr>
                        <a:blipFill>
                          <a:blip r:embed="rId4"/>
                          <a:stretch>
                            <a:fillRect l="-400000" t="-10526" r="-101942" b="-127632"/>
                          </a:stretch>
                        </a:blipFill>
                      </a:tcPr>
                    </a:tc>
                    <a:tc>
                      <a:txBody>
                        <a:bodyPr/>
                        <a:lstStyle/>
                        <a:p>
                          <a:endParaRPr lang="en-US"/>
                        </a:p>
                      </a:txBody>
                      <a:tcPr>
                        <a:blipFill>
                          <a:blip r:embed="rId4"/>
                          <a:stretch>
                            <a:fillRect l="-500000" t="-10526" r="-1942" b="-127632"/>
                          </a:stretch>
                        </a:blipFill>
                      </a:tcPr>
                    </a:tc>
                    <a:extLst>
                      <a:ext uri="{0D108BD9-81ED-4DB2-BD59-A6C34878D82A}">
                        <a16:rowId xmlns:a16="http://schemas.microsoft.com/office/drawing/2014/main" val="1540505398"/>
                      </a:ext>
                    </a:extLst>
                  </a:tr>
                  <a:tr h="457200">
                    <a:tc>
                      <a:txBody>
                        <a:bodyPr/>
                        <a:lstStyle/>
                        <a:p>
                          <a:r>
                            <a:rPr lang="en-US" sz="2400" dirty="0"/>
                            <a:t>Frequency</a:t>
                          </a:r>
                        </a:p>
                      </a:txBody>
                      <a:tcPr/>
                    </a:tc>
                    <a:tc>
                      <a:txBody>
                        <a:bodyPr/>
                        <a:lstStyle/>
                        <a:p>
                          <a:pPr algn="ctr"/>
                          <a:r>
                            <a:rPr lang="en-US" sz="2400" dirty="0"/>
                            <a:t>4</a:t>
                          </a:r>
                        </a:p>
                      </a:txBody>
                      <a:tcPr/>
                    </a:tc>
                    <a:tc>
                      <a:txBody>
                        <a:bodyPr/>
                        <a:lstStyle/>
                        <a:p>
                          <a:pPr algn="ctr"/>
                          <a:r>
                            <a:rPr lang="en-US" sz="2400" dirty="0"/>
                            <a:t>5</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2</a:t>
                          </a:r>
                        </a:p>
                      </a:txBody>
                      <a:tcPr/>
                    </a:tc>
                    <a:extLst>
                      <a:ext uri="{0D108BD9-81ED-4DB2-BD59-A6C34878D82A}">
                        <a16:rowId xmlns:a16="http://schemas.microsoft.com/office/drawing/2014/main" val="3183809908"/>
                      </a:ext>
                    </a:extLst>
                  </a:tr>
                </a:tbl>
              </a:graphicData>
            </a:graphic>
          </p:graphicFrame>
        </mc:Fallback>
      </mc:AlternateContent>
    </p:spTree>
    <p:extLst>
      <p:ext uri="{BB962C8B-B14F-4D97-AF65-F5344CB8AC3E}">
        <p14:creationId xmlns:p14="http://schemas.microsoft.com/office/powerpoint/2010/main" val="301128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5" y="1532587"/>
                <a:ext cx="58756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rabicPeriod"/>
                </a:pPr>
                <a:r>
                  <a:rPr lang="en-US" sz="3200" dirty="0"/>
                  <a:t>Arrange in ascending order.</a:t>
                </a:r>
                <a:endParaRPr lang="en-GB" sz="3200" dirty="0"/>
              </a:p>
              <a:p>
                <a:pPr marL="514350" indent="-514350">
                  <a:lnSpc>
                    <a:spcPct val="120000"/>
                  </a:lnSpc>
                  <a:buFont typeface="+mj-lt"/>
                  <a:buAutoNum type="arabicPeriod"/>
                </a:pPr>
                <a:r>
                  <a:rPr lang="en-GB" sz="3200" dirty="0"/>
                  <a:t>Iteratively create tree.</a:t>
                </a:r>
              </a:p>
              <a:p>
                <a:pPr marL="514350" indent="-514350">
                  <a:lnSpc>
                    <a:spcPct val="120000"/>
                  </a:lnSpc>
                  <a:buFont typeface="+mj-lt"/>
                  <a:buAutoNum type="arabicPeriod"/>
                </a:pPr>
                <a:r>
                  <a:rPr lang="en-US" sz="3200" dirty="0"/>
                  <a:t>Each time, select a pair of nodes with the least frequency. (Greedy Step)</a:t>
                </a:r>
              </a:p>
              <a:p>
                <a:pPr marL="514350" indent="-514350">
                  <a:lnSpc>
                    <a:spcPct val="120000"/>
                  </a:lnSpc>
                  <a:buFont typeface="+mj-lt"/>
                  <a:buAutoNum type="arabicPeriod" startAt="4"/>
                </a:pPr>
                <a:r>
                  <a:rPr lang="en-GB" sz="3200" dirty="0"/>
                  <a:t>Assign 0’s and 1’s.</a:t>
                </a:r>
              </a:p>
              <a:p>
                <a:pPr marL="514350" indent="-514350">
                  <a:lnSpc>
                    <a:spcPct val="120000"/>
                  </a:lnSpc>
                  <a:buFont typeface="+mj-lt"/>
                  <a:buAutoNum type="arabicPeriod" startAt="4"/>
                </a:pPr>
                <a:r>
                  <a:rPr lang="en-GB" sz="3200" dirty="0"/>
                  <a:t>Find Huffman codes using DFS. E.g., code for </a:t>
                </a:r>
                <a14:m>
                  <m:oMath xmlns:m="http://schemas.openxmlformats.org/officeDocument/2006/math">
                    <m:r>
                      <a:rPr lang="en-GB" sz="3200" i="1" dirty="0" smtClean="0">
                        <a:latin typeface="Cambria Math" panose="02040503050406030204" pitchFamily="18" charset="0"/>
                      </a:rPr>
                      <m:t>𝐴</m:t>
                    </m:r>
                    <m:r>
                      <a:rPr lang="en-GB" sz="3200" i="1" dirty="0" smtClean="0">
                        <a:latin typeface="Cambria Math" panose="02040503050406030204" pitchFamily="18" charset="0"/>
                      </a:rPr>
                      <m:t>=001,</m:t>
                    </m:r>
                    <m:r>
                      <a:rPr lang="en-US" sz="3200" b="0" i="1" dirty="0" smtClean="0">
                        <a:latin typeface="Cambria Math" panose="02040503050406030204" pitchFamily="18" charset="0"/>
                      </a:rPr>
                      <m:t>𝐶</m:t>
                    </m:r>
                    <m:r>
                      <a:rPr lang="en-US" sz="3200" b="0" i="1" dirty="0" smtClean="0">
                        <a:latin typeface="Cambria Math" panose="02040503050406030204" pitchFamily="18" charset="0"/>
                      </a:rPr>
                      <m:t>=01</m:t>
                    </m:r>
                  </m:oMath>
                </a14:m>
                <a:endParaRPr lang="en-GB"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5" y="1532587"/>
                <a:ext cx="5875616" cy="4942829"/>
              </a:xfrm>
              <a:prstGeom prst="rect">
                <a:avLst/>
              </a:prstGeom>
              <a:blipFill>
                <a:blip r:embed="rId3"/>
                <a:stretch>
                  <a:fillRect l="-2697" t="-1356" r="-2490" b="-2466"/>
                </a:stretch>
              </a:blipFill>
            </p:spPr>
            <p:txBody>
              <a:bodyPr/>
              <a:lstStyle/>
              <a:p>
                <a:r>
                  <a:rPr lang="en-US">
                    <a:noFill/>
                  </a:rPr>
                  <a:t> </a:t>
                </a:r>
              </a:p>
            </p:txBody>
          </p:sp>
        </mc:Fallback>
      </mc:AlternateContent>
      <p:grpSp>
        <p:nvGrpSpPr>
          <p:cNvPr id="122" name="Group 121">
            <a:extLst>
              <a:ext uri="{FF2B5EF4-FFF2-40B4-BE49-F238E27FC236}">
                <a16:creationId xmlns:a16="http://schemas.microsoft.com/office/drawing/2014/main" id="{776EA610-3B34-8EE3-7CB3-44A6F9407CB8}"/>
              </a:ext>
            </a:extLst>
          </p:cNvPr>
          <p:cNvGrpSpPr/>
          <p:nvPr/>
        </p:nvGrpSpPr>
        <p:grpSpPr>
          <a:xfrm>
            <a:off x="7304983" y="4354050"/>
            <a:ext cx="1072114" cy="1074926"/>
            <a:chOff x="7304983" y="4354050"/>
            <a:chExt cx="1072114" cy="1074926"/>
          </a:xfrm>
        </p:grpSpPr>
        <p:sp>
          <p:nvSpPr>
            <p:cNvPr id="71" name="TextBox 70">
              <a:extLst>
                <a:ext uri="{FF2B5EF4-FFF2-40B4-BE49-F238E27FC236}">
                  <a16:creationId xmlns:a16="http://schemas.microsoft.com/office/drawing/2014/main" id="{564BFC14-DAFC-3D7F-6BD6-F6A61EF7474E}"/>
                </a:ext>
              </a:extLst>
            </p:cNvPr>
            <p:cNvSpPr txBox="1"/>
            <p:nvPr/>
          </p:nvSpPr>
          <p:spPr>
            <a:xfrm>
              <a:off x="7657335" y="4354050"/>
              <a:ext cx="367408"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6</a:t>
              </a:r>
            </a:p>
          </p:txBody>
        </p:sp>
        <p:cxnSp>
          <p:nvCxnSpPr>
            <p:cNvPr id="79" name="Straight Connector 78">
              <a:extLst>
                <a:ext uri="{FF2B5EF4-FFF2-40B4-BE49-F238E27FC236}">
                  <a16:creationId xmlns:a16="http://schemas.microsoft.com/office/drawing/2014/main" id="{FD88976C-AF76-30AA-F419-B7BAAA1F03CA}"/>
                </a:ext>
              </a:extLst>
            </p:cNvPr>
            <p:cNvCxnSpPr>
              <a:stCxn id="72" idx="0"/>
              <a:endCxn id="71" idx="2"/>
            </p:cNvCxnSpPr>
            <p:nvPr/>
          </p:nvCxnSpPr>
          <p:spPr>
            <a:xfrm flipV="1">
              <a:off x="7304983" y="4877270"/>
              <a:ext cx="536056" cy="551706"/>
            </a:xfrm>
            <a:prstGeom prst="line">
              <a:avLst/>
            </a:prstGeom>
          </p:spPr>
          <p:style>
            <a:lnRef idx="3">
              <a:schemeClr val="dk1"/>
            </a:lnRef>
            <a:fillRef idx="0">
              <a:schemeClr val="dk1"/>
            </a:fillRef>
            <a:effectRef idx="2">
              <a:schemeClr val="dk1"/>
            </a:effectRef>
            <a:fontRef idx="minor">
              <a:schemeClr val="tx1"/>
            </a:fontRef>
          </p:style>
        </p:cxnSp>
        <p:cxnSp>
          <p:nvCxnSpPr>
            <p:cNvPr id="81" name="Straight Connector 80">
              <a:extLst>
                <a:ext uri="{FF2B5EF4-FFF2-40B4-BE49-F238E27FC236}">
                  <a16:creationId xmlns:a16="http://schemas.microsoft.com/office/drawing/2014/main" id="{6B677DD5-DFA8-63C0-3933-3ED2694F0B52}"/>
                </a:ext>
              </a:extLst>
            </p:cNvPr>
            <p:cNvCxnSpPr>
              <a:stCxn id="73" idx="0"/>
              <a:endCxn id="71" idx="2"/>
            </p:cNvCxnSpPr>
            <p:nvPr/>
          </p:nvCxnSpPr>
          <p:spPr>
            <a:xfrm flipH="1" flipV="1">
              <a:off x="7841039" y="4877270"/>
              <a:ext cx="536058" cy="551706"/>
            </a:xfrm>
            <a:prstGeom prst="line">
              <a:avLst/>
            </a:prstGeom>
          </p:spPr>
          <p:style>
            <a:lnRef idx="3">
              <a:schemeClr val="dk1"/>
            </a:lnRef>
            <a:fillRef idx="0">
              <a:schemeClr val="dk1"/>
            </a:fillRef>
            <a:effectRef idx="2">
              <a:schemeClr val="dk1"/>
            </a:effectRef>
            <a:fontRef idx="minor">
              <a:schemeClr val="tx1"/>
            </a:fontRef>
          </p:style>
        </p:cxnSp>
      </p:grpSp>
      <p:grpSp>
        <p:nvGrpSpPr>
          <p:cNvPr id="123" name="Group 122">
            <a:extLst>
              <a:ext uri="{FF2B5EF4-FFF2-40B4-BE49-F238E27FC236}">
                <a16:creationId xmlns:a16="http://schemas.microsoft.com/office/drawing/2014/main" id="{D83AEC27-D780-F55B-1E06-9326615E754A}"/>
              </a:ext>
            </a:extLst>
          </p:cNvPr>
          <p:cNvGrpSpPr/>
          <p:nvPr/>
        </p:nvGrpSpPr>
        <p:grpSpPr>
          <a:xfrm>
            <a:off x="7841039" y="3232534"/>
            <a:ext cx="1608172" cy="2196442"/>
            <a:chOff x="7841039" y="3232534"/>
            <a:chExt cx="1608172" cy="2196442"/>
          </a:xfrm>
        </p:grpSpPr>
        <p:sp>
          <p:nvSpPr>
            <p:cNvPr id="69" name="TextBox 68">
              <a:extLst>
                <a:ext uri="{FF2B5EF4-FFF2-40B4-BE49-F238E27FC236}">
                  <a16:creationId xmlns:a16="http://schemas.microsoft.com/office/drawing/2014/main" id="{006E418D-CBBE-9656-C77B-FE2234F9E2BC}"/>
                </a:ext>
              </a:extLst>
            </p:cNvPr>
            <p:cNvSpPr txBox="1"/>
            <p:nvPr/>
          </p:nvSpPr>
          <p:spPr>
            <a:xfrm>
              <a:off x="8102021" y="3232534"/>
              <a:ext cx="550151"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11</a:t>
              </a:r>
            </a:p>
          </p:txBody>
        </p:sp>
        <p:cxnSp>
          <p:nvCxnSpPr>
            <p:cNvPr id="83" name="Straight Connector 82">
              <a:extLst>
                <a:ext uri="{FF2B5EF4-FFF2-40B4-BE49-F238E27FC236}">
                  <a16:creationId xmlns:a16="http://schemas.microsoft.com/office/drawing/2014/main" id="{F2E6B8DA-238F-15A1-A935-2E319B8FA3D1}"/>
                </a:ext>
              </a:extLst>
            </p:cNvPr>
            <p:cNvCxnSpPr>
              <a:stCxn id="71" idx="0"/>
              <a:endCxn id="69" idx="2"/>
            </p:cNvCxnSpPr>
            <p:nvPr/>
          </p:nvCxnSpPr>
          <p:spPr>
            <a:xfrm flipV="1">
              <a:off x="7841039" y="3755754"/>
              <a:ext cx="536058" cy="598296"/>
            </a:xfrm>
            <a:prstGeom prst="line">
              <a:avLst/>
            </a:prstGeom>
          </p:spPr>
          <p:style>
            <a:lnRef idx="3">
              <a:schemeClr val="dk1"/>
            </a:lnRef>
            <a:fillRef idx="0">
              <a:schemeClr val="dk1"/>
            </a:fillRef>
            <a:effectRef idx="2">
              <a:schemeClr val="dk1"/>
            </a:effectRef>
            <a:fontRef idx="minor">
              <a:schemeClr val="tx1"/>
            </a:fontRef>
          </p:style>
        </p:cxnSp>
        <p:cxnSp>
          <p:nvCxnSpPr>
            <p:cNvPr id="85" name="Straight Connector 84">
              <a:extLst>
                <a:ext uri="{FF2B5EF4-FFF2-40B4-BE49-F238E27FC236}">
                  <a16:creationId xmlns:a16="http://schemas.microsoft.com/office/drawing/2014/main" id="{6339F942-E619-2B63-EE71-19656A337D64}"/>
                </a:ext>
              </a:extLst>
            </p:cNvPr>
            <p:cNvCxnSpPr>
              <a:stCxn id="74" idx="0"/>
              <a:endCxn id="69" idx="2"/>
            </p:cNvCxnSpPr>
            <p:nvPr/>
          </p:nvCxnSpPr>
          <p:spPr>
            <a:xfrm flipH="1" flipV="1">
              <a:off x="8377097" y="3755754"/>
              <a:ext cx="1072114" cy="1673222"/>
            </a:xfrm>
            <a:prstGeom prst="line">
              <a:avLst/>
            </a:prstGeom>
          </p:spPr>
          <p:style>
            <a:lnRef idx="3">
              <a:schemeClr val="dk1"/>
            </a:lnRef>
            <a:fillRef idx="0">
              <a:schemeClr val="dk1"/>
            </a:fillRef>
            <a:effectRef idx="2">
              <a:schemeClr val="dk1"/>
            </a:effectRef>
            <a:fontRef idx="minor">
              <a:schemeClr val="tx1"/>
            </a:fontRef>
          </p:style>
        </p:cxnSp>
      </p:grpSp>
      <p:grpSp>
        <p:nvGrpSpPr>
          <p:cNvPr id="124" name="Group 123">
            <a:extLst>
              <a:ext uri="{FF2B5EF4-FFF2-40B4-BE49-F238E27FC236}">
                <a16:creationId xmlns:a16="http://schemas.microsoft.com/office/drawing/2014/main" id="{6A886EC0-5493-92D1-5C9B-572DBC1224EA}"/>
              </a:ext>
            </a:extLst>
          </p:cNvPr>
          <p:cNvGrpSpPr/>
          <p:nvPr/>
        </p:nvGrpSpPr>
        <p:grpSpPr>
          <a:xfrm>
            <a:off x="10521325" y="3232534"/>
            <a:ext cx="1072112" cy="2196442"/>
            <a:chOff x="10521325" y="3232534"/>
            <a:chExt cx="1072112" cy="2196442"/>
          </a:xfrm>
        </p:grpSpPr>
        <p:sp>
          <p:nvSpPr>
            <p:cNvPr id="70" name="TextBox 69">
              <a:extLst>
                <a:ext uri="{FF2B5EF4-FFF2-40B4-BE49-F238E27FC236}">
                  <a16:creationId xmlns:a16="http://schemas.microsoft.com/office/drawing/2014/main" id="{097B7B8A-3E1F-B963-1A2E-C394FCEB0831}"/>
                </a:ext>
              </a:extLst>
            </p:cNvPr>
            <p:cNvSpPr txBox="1"/>
            <p:nvPr/>
          </p:nvSpPr>
          <p:spPr>
            <a:xfrm>
              <a:off x="10762904" y="3232534"/>
              <a:ext cx="550151"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13</a:t>
              </a:r>
            </a:p>
          </p:txBody>
        </p:sp>
        <p:cxnSp>
          <p:nvCxnSpPr>
            <p:cNvPr id="90" name="Straight Connector 89">
              <a:extLst>
                <a:ext uri="{FF2B5EF4-FFF2-40B4-BE49-F238E27FC236}">
                  <a16:creationId xmlns:a16="http://schemas.microsoft.com/office/drawing/2014/main" id="{9E9C9FA7-CD7C-DB3B-651F-D17F714E58A5}"/>
                </a:ext>
              </a:extLst>
            </p:cNvPr>
            <p:cNvCxnSpPr>
              <a:stCxn id="76" idx="0"/>
              <a:endCxn id="70" idx="2"/>
            </p:cNvCxnSpPr>
            <p:nvPr/>
          </p:nvCxnSpPr>
          <p:spPr>
            <a:xfrm flipV="1">
              <a:off x="10521325" y="3755754"/>
              <a:ext cx="516655" cy="1673222"/>
            </a:xfrm>
            <a:prstGeom prst="line">
              <a:avLst/>
            </a:prstGeom>
          </p:spPr>
          <p:style>
            <a:lnRef idx="3">
              <a:schemeClr val="dk1"/>
            </a:lnRef>
            <a:fillRef idx="0">
              <a:schemeClr val="dk1"/>
            </a:fillRef>
            <a:effectRef idx="2">
              <a:schemeClr val="dk1"/>
            </a:effectRef>
            <a:fontRef idx="minor">
              <a:schemeClr val="tx1"/>
            </a:fontRef>
          </p:style>
        </p:cxnSp>
        <p:cxnSp>
          <p:nvCxnSpPr>
            <p:cNvPr id="92" name="Straight Connector 91">
              <a:extLst>
                <a:ext uri="{FF2B5EF4-FFF2-40B4-BE49-F238E27FC236}">
                  <a16:creationId xmlns:a16="http://schemas.microsoft.com/office/drawing/2014/main" id="{E21F82FB-9C82-2B6D-799A-2D6856424F93}"/>
                </a:ext>
              </a:extLst>
            </p:cNvPr>
            <p:cNvCxnSpPr>
              <a:stCxn id="77" idx="0"/>
              <a:endCxn id="70" idx="2"/>
            </p:cNvCxnSpPr>
            <p:nvPr/>
          </p:nvCxnSpPr>
          <p:spPr>
            <a:xfrm flipH="1" flipV="1">
              <a:off x="11037980" y="3755754"/>
              <a:ext cx="555457" cy="1673222"/>
            </a:xfrm>
            <a:prstGeom prst="line">
              <a:avLst/>
            </a:prstGeom>
          </p:spPr>
          <p:style>
            <a:lnRef idx="3">
              <a:schemeClr val="dk1"/>
            </a:lnRef>
            <a:fillRef idx="0">
              <a:schemeClr val="dk1"/>
            </a:fillRef>
            <a:effectRef idx="2">
              <a:schemeClr val="dk1"/>
            </a:effectRef>
            <a:fontRef idx="minor">
              <a:schemeClr val="tx1"/>
            </a:fontRef>
          </p:style>
        </p:cxnSp>
      </p:grpSp>
      <p:grpSp>
        <p:nvGrpSpPr>
          <p:cNvPr id="125" name="Group 124">
            <a:extLst>
              <a:ext uri="{FF2B5EF4-FFF2-40B4-BE49-F238E27FC236}">
                <a16:creationId xmlns:a16="http://schemas.microsoft.com/office/drawing/2014/main" id="{372B1379-3BE9-FB40-629B-44B184F96767}"/>
              </a:ext>
            </a:extLst>
          </p:cNvPr>
          <p:cNvGrpSpPr/>
          <p:nvPr/>
        </p:nvGrpSpPr>
        <p:grpSpPr>
          <a:xfrm>
            <a:off x="8377097" y="1633210"/>
            <a:ext cx="2660883" cy="1599324"/>
            <a:chOff x="8377097" y="1633210"/>
            <a:chExt cx="2660883" cy="1599324"/>
          </a:xfrm>
        </p:grpSpPr>
        <p:sp>
          <p:nvSpPr>
            <p:cNvPr id="68" name="TextBox 67">
              <a:extLst>
                <a:ext uri="{FF2B5EF4-FFF2-40B4-BE49-F238E27FC236}">
                  <a16:creationId xmlns:a16="http://schemas.microsoft.com/office/drawing/2014/main" id="{BCD82606-ECE5-EFDE-02A5-F6766E95ACDD}"/>
                </a:ext>
              </a:extLst>
            </p:cNvPr>
            <p:cNvSpPr txBox="1"/>
            <p:nvPr/>
          </p:nvSpPr>
          <p:spPr>
            <a:xfrm>
              <a:off x="9432462" y="1633210"/>
              <a:ext cx="550151"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24</a:t>
              </a:r>
            </a:p>
          </p:txBody>
        </p:sp>
        <p:cxnSp>
          <p:nvCxnSpPr>
            <p:cNvPr id="87" name="Straight Connector 86">
              <a:extLst>
                <a:ext uri="{FF2B5EF4-FFF2-40B4-BE49-F238E27FC236}">
                  <a16:creationId xmlns:a16="http://schemas.microsoft.com/office/drawing/2014/main" id="{0DB551ED-E558-32EE-2D48-239E2734B3D4}"/>
                </a:ext>
              </a:extLst>
            </p:cNvPr>
            <p:cNvCxnSpPr>
              <a:stCxn id="69" idx="0"/>
              <a:endCxn id="68" idx="2"/>
            </p:cNvCxnSpPr>
            <p:nvPr/>
          </p:nvCxnSpPr>
          <p:spPr>
            <a:xfrm flipV="1">
              <a:off x="8377097" y="2156430"/>
              <a:ext cx="1330441" cy="1076104"/>
            </a:xfrm>
            <a:prstGeom prst="line">
              <a:avLst/>
            </a:prstGeom>
          </p:spPr>
          <p:style>
            <a:lnRef idx="3">
              <a:schemeClr val="dk1"/>
            </a:lnRef>
            <a:fillRef idx="0">
              <a:schemeClr val="dk1"/>
            </a:fillRef>
            <a:effectRef idx="2">
              <a:schemeClr val="dk1"/>
            </a:effectRef>
            <a:fontRef idx="minor">
              <a:schemeClr val="tx1"/>
            </a:fontRef>
          </p:style>
        </p:cxnSp>
        <p:cxnSp>
          <p:nvCxnSpPr>
            <p:cNvPr id="94" name="Straight Connector 93">
              <a:extLst>
                <a:ext uri="{FF2B5EF4-FFF2-40B4-BE49-F238E27FC236}">
                  <a16:creationId xmlns:a16="http://schemas.microsoft.com/office/drawing/2014/main" id="{891FC1A9-51B5-063A-3320-8DED74EDC89D}"/>
                </a:ext>
              </a:extLst>
            </p:cNvPr>
            <p:cNvCxnSpPr>
              <a:cxnSpLocks/>
              <a:stCxn id="70" idx="0"/>
              <a:endCxn id="68" idx="2"/>
            </p:cNvCxnSpPr>
            <p:nvPr/>
          </p:nvCxnSpPr>
          <p:spPr>
            <a:xfrm flipH="1" flipV="1">
              <a:off x="9707538" y="2156430"/>
              <a:ext cx="1330442" cy="1076104"/>
            </a:xfrm>
            <a:prstGeom prst="line">
              <a:avLst/>
            </a:prstGeom>
          </p:spPr>
          <p:style>
            <a:lnRef idx="3">
              <a:schemeClr val="dk1"/>
            </a:lnRef>
            <a:fillRef idx="0">
              <a:schemeClr val="dk1"/>
            </a:fillRef>
            <a:effectRef idx="2">
              <a:schemeClr val="dk1"/>
            </a:effectRef>
            <a:fontRef idx="minor">
              <a:schemeClr val="tx1"/>
            </a:fontRef>
          </p:style>
        </p:cxnSp>
      </p:grpSp>
      <p:grpSp>
        <p:nvGrpSpPr>
          <p:cNvPr id="120" name="Group 119">
            <a:extLst>
              <a:ext uri="{FF2B5EF4-FFF2-40B4-BE49-F238E27FC236}">
                <a16:creationId xmlns:a16="http://schemas.microsoft.com/office/drawing/2014/main" id="{37E7F3B0-33CA-A21C-D653-44CADF0A2329}"/>
              </a:ext>
            </a:extLst>
          </p:cNvPr>
          <p:cNvGrpSpPr/>
          <p:nvPr/>
        </p:nvGrpSpPr>
        <p:grpSpPr>
          <a:xfrm>
            <a:off x="7121279" y="5428976"/>
            <a:ext cx="4655862" cy="1046440"/>
            <a:chOff x="7121279" y="5428976"/>
            <a:chExt cx="4655862" cy="1046440"/>
          </a:xfrm>
        </p:grpSpPr>
        <p:sp>
          <p:nvSpPr>
            <p:cNvPr id="72" name="TextBox 71">
              <a:extLst>
                <a:ext uri="{FF2B5EF4-FFF2-40B4-BE49-F238E27FC236}">
                  <a16:creationId xmlns:a16="http://schemas.microsoft.com/office/drawing/2014/main" id="{0450214B-5641-3F69-E7F3-664B2EE61DA1}"/>
                </a:ext>
              </a:extLst>
            </p:cNvPr>
            <p:cNvSpPr txBox="1"/>
            <p:nvPr/>
          </p:nvSpPr>
          <p:spPr>
            <a:xfrm>
              <a:off x="7121279" y="5428976"/>
              <a:ext cx="367408"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2</a:t>
              </a:r>
            </a:p>
          </p:txBody>
        </p:sp>
        <p:sp>
          <p:nvSpPr>
            <p:cNvPr id="73" name="TextBox 72">
              <a:extLst>
                <a:ext uri="{FF2B5EF4-FFF2-40B4-BE49-F238E27FC236}">
                  <a16:creationId xmlns:a16="http://schemas.microsoft.com/office/drawing/2014/main" id="{232D2AB6-A896-1FAA-8B06-596DF79EDDB2}"/>
                </a:ext>
              </a:extLst>
            </p:cNvPr>
            <p:cNvSpPr txBox="1"/>
            <p:nvPr/>
          </p:nvSpPr>
          <p:spPr>
            <a:xfrm>
              <a:off x="8193393" y="5428976"/>
              <a:ext cx="367408"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4</a:t>
              </a:r>
            </a:p>
          </p:txBody>
        </p:sp>
        <p:sp>
          <p:nvSpPr>
            <p:cNvPr id="74" name="TextBox 73">
              <a:extLst>
                <a:ext uri="{FF2B5EF4-FFF2-40B4-BE49-F238E27FC236}">
                  <a16:creationId xmlns:a16="http://schemas.microsoft.com/office/drawing/2014/main" id="{E2533949-D559-6B96-BBD7-C8B0FFAF6741}"/>
                </a:ext>
              </a:extLst>
            </p:cNvPr>
            <p:cNvSpPr txBox="1"/>
            <p:nvPr/>
          </p:nvSpPr>
          <p:spPr>
            <a:xfrm>
              <a:off x="9265507" y="5428976"/>
              <a:ext cx="367408"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5</a:t>
              </a:r>
            </a:p>
          </p:txBody>
        </p:sp>
        <p:sp>
          <p:nvSpPr>
            <p:cNvPr id="76" name="TextBox 75">
              <a:extLst>
                <a:ext uri="{FF2B5EF4-FFF2-40B4-BE49-F238E27FC236}">
                  <a16:creationId xmlns:a16="http://schemas.microsoft.com/office/drawing/2014/main" id="{0D71E067-E299-F0C6-8A2E-365720722D31}"/>
                </a:ext>
              </a:extLst>
            </p:cNvPr>
            <p:cNvSpPr txBox="1"/>
            <p:nvPr/>
          </p:nvSpPr>
          <p:spPr>
            <a:xfrm>
              <a:off x="10337621" y="5428976"/>
              <a:ext cx="367408"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6</a:t>
              </a:r>
            </a:p>
          </p:txBody>
        </p:sp>
        <p:sp>
          <p:nvSpPr>
            <p:cNvPr id="77" name="TextBox 76">
              <a:extLst>
                <a:ext uri="{FF2B5EF4-FFF2-40B4-BE49-F238E27FC236}">
                  <a16:creationId xmlns:a16="http://schemas.microsoft.com/office/drawing/2014/main" id="{BAA59CA3-D273-8243-1736-ACA71A37E052}"/>
                </a:ext>
              </a:extLst>
            </p:cNvPr>
            <p:cNvSpPr txBox="1"/>
            <p:nvPr/>
          </p:nvSpPr>
          <p:spPr>
            <a:xfrm>
              <a:off x="11409733" y="5428976"/>
              <a:ext cx="367408" cy="52322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sz="2800" dirty="0"/>
                <a:t>7</a:t>
              </a:r>
            </a:p>
          </p:txBody>
        </p:sp>
        <p:sp>
          <p:nvSpPr>
            <p:cNvPr id="99" name="TextBox 98">
              <a:extLst>
                <a:ext uri="{FF2B5EF4-FFF2-40B4-BE49-F238E27FC236}">
                  <a16:creationId xmlns:a16="http://schemas.microsoft.com/office/drawing/2014/main" id="{09E7CDE6-D415-97EB-D160-B302547EDCB7}"/>
                </a:ext>
              </a:extLst>
            </p:cNvPr>
            <p:cNvSpPr txBox="1"/>
            <p:nvPr/>
          </p:nvSpPr>
          <p:spPr>
            <a:xfrm>
              <a:off x="7121279" y="5952196"/>
              <a:ext cx="367408" cy="523220"/>
            </a:xfrm>
            <a:prstGeom prst="rect">
              <a:avLst/>
            </a:prstGeom>
            <a:ln>
              <a:solidFill>
                <a:schemeClr val="bg1">
                  <a:lumMod val="9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dirty="0"/>
                <a:t>.</a:t>
              </a:r>
            </a:p>
          </p:txBody>
        </p:sp>
        <p:sp>
          <p:nvSpPr>
            <p:cNvPr id="100" name="TextBox 99">
              <a:extLst>
                <a:ext uri="{FF2B5EF4-FFF2-40B4-BE49-F238E27FC236}">
                  <a16:creationId xmlns:a16="http://schemas.microsoft.com/office/drawing/2014/main" id="{34946177-4449-B88F-B241-697695198134}"/>
                </a:ext>
              </a:extLst>
            </p:cNvPr>
            <p:cNvSpPr txBox="1"/>
            <p:nvPr/>
          </p:nvSpPr>
          <p:spPr>
            <a:xfrm>
              <a:off x="8193393" y="5952196"/>
              <a:ext cx="367408" cy="523220"/>
            </a:xfrm>
            <a:prstGeom prst="rect">
              <a:avLst/>
            </a:prstGeom>
            <a:ln>
              <a:solidFill>
                <a:schemeClr val="bg1">
                  <a:lumMod val="9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dirty="0"/>
                <a:t>A</a:t>
              </a:r>
            </a:p>
          </p:txBody>
        </p:sp>
        <p:sp>
          <p:nvSpPr>
            <p:cNvPr id="101" name="TextBox 100">
              <a:extLst>
                <a:ext uri="{FF2B5EF4-FFF2-40B4-BE49-F238E27FC236}">
                  <a16:creationId xmlns:a16="http://schemas.microsoft.com/office/drawing/2014/main" id="{AB1E37C9-8259-83CB-9D62-9AC29C2B905F}"/>
                </a:ext>
              </a:extLst>
            </p:cNvPr>
            <p:cNvSpPr txBox="1"/>
            <p:nvPr/>
          </p:nvSpPr>
          <p:spPr>
            <a:xfrm>
              <a:off x="9265507" y="5952196"/>
              <a:ext cx="367408" cy="523220"/>
            </a:xfrm>
            <a:prstGeom prst="rect">
              <a:avLst/>
            </a:prstGeom>
            <a:ln>
              <a:solidFill>
                <a:schemeClr val="bg1">
                  <a:lumMod val="9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dirty="0"/>
                <a:t>C</a:t>
              </a:r>
            </a:p>
          </p:txBody>
        </p:sp>
        <p:sp>
          <p:nvSpPr>
            <p:cNvPr id="102" name="TextBox 101">
              <a:extLst>
                <a:ext uri="{FF2B5EF4-FFF2-40B4-BE49-F238E27FC236}">
                  <a16:creationId xmlns:a16="http://schemas.microsoft.com/office/drawing/2014/main" id="{C3E77A41-CCC1-4715-164F-D651A76EE221}"/>
                </a:ext>
              </a:extLst>
            </p:cNvPr>
            <p:cNvSpPr txBox="1"/>
            <p:nvPr/>
          </p:nvSpPr>
          <p:spPr>
            <a:xfrm>
              <a:off x="10337621" y="5952196"/>
              <a:ext cx="367408" cy="523220"/>
            </a:xfrm>
            <a:prstGeom prst="rect">
              <a:avLst/>
            </a:prstGeom>
            <a:ln>
              <a:solidFill>
                <a:schemeClr val="bg1">
                  <a:lumMod val="95000"/>
                </a:schemeClr>
              </a:solidFill>
            </a:ln>
          </p:spPr>
          <p:style>
            <a:lnRef idx="2">
              <a:schemeClr val="accent6"/>
            </a:lnRef>
            <a:fillRef idx="1">
              <a:schemeClr val="lt1"/>
            </a:fillRef>
            <a:effectRef idx="0">
              <a:schemeClr val="accent6"/>
            </a:effectRef>
            <a:fontRef idx="minor">
              <a:schemeClr val="dk1"/>
            </a:fontRef>
          </p:style>
          <p:txBody>
            <a:bodyPr wrap="none" rtlCol="0">
              <a:spAutoFit/>
            </a:bodyPr>
            <a:lstStyle/>
            <a:p>
              <a:pPr algn="ctr"/>
              <a:r>
                <a:rPr lang="en-US" sz="2800" dirty="0"/>
                <a:t>T</a:t>
              </a:r>
            </a:p>
          </p:txBody>
        </p:sp>
        <p:sp>
          <p:nvSpPr>
            <p:cNvPr id="103" name="TextBox 102">
              <a:extLst>
                <a:ext uri="{FF2B5EF4-FFF2-40B4-BE49-F238E27FC236}">
                  <a16:creationId xmlns:a16="http://schemas.microsoft.com/office/drawing/2014/main" id="{B07F6A2C-1510-5454-662F-EA28688C4A79}"/>
                </a:ext>
              </a:extLst>
            </p:cNvPr>
            <p:cNvSpPr txBox="1"/>
            <p:nvPr/>
          </p:nvSpPr>
          <p:spPr>
            <a:xfrm>
              <a:off x="11409733" y="5952196"/>
              <a:ext cx="367408" cy="523220"/>
            </a:xfrm>
            <a:prstGeom prst="rect">
              <a:avLst/>
            </a:prstGeom>
            <a:ln>
              <a:solidFill>
                <a:schemeClr val="bg1">
                  <a:lumMod val="9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dirty="0"/>
                <a:t>G</a:t>
              </a:r>
            </a:p>
          </p:txBody>
        </p:sp>
      </p:grpSp>
      <p:grpSp>
        <p:nvGrpSpPr>
          <p:cNvPr id="126" name="Group 125">
            <a:extLst>
              <a:ext uri="{FF2B5EF4-FFF2-40B4-BE49-F238E27FC236}">
                <a16:creationId xmlns:a16="http://schemas.microsoft.com/office/drawing/2014/main" id="{DFC75BE8-F648-3FB3-4530-394D2258BC2B}"/>
              </a:ext>
            </a:extLst>
          </p:cNvPr>
          <p:cNvGrpSpPr/>
          <p:nvPr/>
        </p:nvGrpSpPr>
        <p:grpSpPr>
          <a:xfrm>
            <a:off x="7290559" y="2416549"/>
            <a:ext cx="4364967" cy="2878449"/>
            <a:chOff x="7290559" y="2416549"/>
            <a:chExt cx="4364967" cy="2878449"/>
          </a:xfrm>
        </p:grpSpPr>
        <p:sp>
          <p:nvSpPr>
            <p:cNvPr id="104" name="TextBox 103">
              <a:extLst>
                <a:ext uri="{FF2B5EF4-FFF2-40B4-BE49-F238E27FC236}">
                  <a16:creationId xmlns:a16="http://schemas.microsoft.com/office/drawing/2014/main" id="{65CDD666-5E68-4964-3563-72737121A75F}"/>
                </a:ext>
              </a:extLst>
            </p:cNvPr>
            <p:cNvSpPr txBox="1"/>
            <p:nvPr/>
          </p:nvSpPr>
          <p:spPr>
            <a:xfrm>
              <a:off x="7290559" y="4925666"/>
              <a:ext cx="301686" cy="369332"/>
            </a:xfrm>
            <a:prstGeom prst="rect">
              <a:avLst/>
            </a:prstGeom>
            <a:noFill/>
          </p:spPr>
          <p:txBody>
            <a:bodyPr wrap="none" rtlCol="0">
              <a:spAutoFit/>
            </a:bodyPr>
            <a:lstStyle/>
            <a:p>
              <a:r>
                <a:rPr lang="en-US" dirty="0"/>
                <a:t>0</a:t>
              </a:r>
            </a:p>
          </p:txBody>
        </p:sp>
        <p:sp>
          <p:nvSpPr>
            <p:cNvPr id="105" name="TextBox 104">
              <a:extLst>
                <a:ext uri="{FF2B5EF4-FFF2-40B4-BE49-F238E27FC236}">
                  <a16:creationId xmlns:a16="http://schemas.microsoft.com/office/drawing/2014/main" id="{5F79D34A-8321-0B1C-0D26-3FD9DA4A6D90}"/>
                </a:ext>
              </a:extLst>
            </p:cNvPr>
            <p:cNvSpPr txBox="1"/>
            <p:nvPr/>
          </p:nvSpPr>
          <p:spPr>
            <a:xfrm>
              <a:off x="7817084" y="3830830"/>
              <a:ext cx="301686" cy="369332"/>
            </a:xfrm>
            <a:prstGeom prst="rect">
              <a:avLst/>
            </a:prstGeom>
            <a:noFill/>
          </p:spPr>
          <p:txBody>
            <a:bodyPr wrap="none" rtlCol="0">
              <a:spAutoFit/>
            </a:bodyPr>
            <a:lstStyle/>
            <a:p>
              <a:r>
                <a:rPr lang="en-US" dirty="0"/>
                <a:t>0</a:t>
              </a:r>
            </a:p>
          </p:txBody>
        </p:sp>
        <p:sp>
          <p:nvSpPr>
            <p:cNvPr id="106" name="TextBox 105">
              <a:extLst>
                <a:ext uri="{FF2B5EF4-FFF2-40B4-BE49-F238E27FC236}">
                  <a16:creationId xmlns:a16="http://schemas.microsoft.com/office/drawing/2014/main" id="{404BED28-A5FE-C775-38A2-448BEE7B8966}"/>
                </a:ext>
              </a:extLst>
            </p:cNvPr>
            <p:cNvSpPr txBox="1"/>
            <p:nvPr/>
          </p:nvSpPr>
          <p:spPr>
            <a:xfrm>
              <a:off x="8762311" y="2416549"/>
              <a:ext cx="301686" cy="369332"/>
            </a:xfrm>
            <a:prstGeom prst="rect">
              <a:avLst/>
            </a:prstGeom>
            <a:noFill/>
          </p:spPr>
          <p:txBody>
            <a:bodyPr wrap="none" rtlCol="0">
              <a:spAutoFit/>
            </a:bodyPr>
            <a:lstStyle/>
            <a:p>
              <a:r>
                <a:rPr lang="en-US" dirty="0"/>
                <a:t>0</a:t>
              </a:r>
            </a:p>
          </p:txBody>
        </p:sp>
        <p:sp>
          <p:nvSpPr>
            <p:cNvPr id="111" name="TextBox 110">
              <a:extLst>
                <a:ext uri="{FF2B5EF4-FFF2-40B4-BE49-F238E27FC236}">
                  <a16:creationId xmlns:a16="http://schemas.microsoft.com/office/drawing/2014/main" id="{E301F274-F8CE-6C89-BA98-176181D567B2}"/>
                </a:ext>
              </a:extLst>
            </p:cNvPr>
            <p:cNvSpPr txBox="1"/>
            <p:nvPr/>
          </p:nvSpPr>
          <p:spPr>
            <a:xfrm>
              <a:off x="10477967" y="4439110"/>
              <a:ext cx="301686" cy="369332"/>
            </a:xfrm>
            <a:prstGeom prst="rect">
              <a:avLst/>
            </a:prstGeom>
            <a:noFill/>
          </p:spPr>
          <p:txBody>
            <a:bodyPr wrap="none" rtlCol="0">
              <a:spAutoFit/>
            </a:bodyPr>
            <a:lstStyle/>
            <a:p>
              <a:r>
                <a:rPr lang="en-US" dirty="0"/>
                <a:t>0</a:t>
              </a:r>
            </a:p>
          </p:txBody>
        </p:sp>
        <p:sp>
          <p:nvSpPr>
            <p:cNvPr id="116" name="TextBox 115">
              <a:extLst>
                <a:ext uri="{FF2B5EF4-FFF2-40B4-BE49-F238E27FC236}">
                  <a16:creationId xmlns:a16="http://schemas.microsoft.com/office/drawing/2014/main" id="{D335BC02-001B-A57A-2CF8-78F76C0A93DB}"/>
                </a:ext>
              </a:extLst>
            </p:cNvPr>
            <p:cNvSpPr txBox="1"/>
            <p:nvPr/>
          </p:nvSpPr>
          <p:spPr>
            <a:xfrm>
              <a:off x="8913154" y="4408547"/>
              <a:ext cx="301686" cy="369332"/>
            </a:xfrm>
            <a:prstGeom prst="rect">
              <a:avLst/>
            </a:prstGeom>
            <a:noFill/>
          </p:spPr>
          <p:txBody>
            <a:bodyPr wrap="none" rtlCol="0">
              <a:spAutoFit/>
            </a:bodyPr>
            <a:lstStyle/>
            <a:p>
              <a:r>
                <a:rPr lang="en-US" dirty="0"/>
                <a:t>1</a:t>
              </a:r>
            </a:p>
          </p:txBody>
        </p:sp>
        <p:sp>
          <p:nvSpPr>
            <p:cNvPr id="117" name="TextBox 116">
              <a:extLst>
                <a:ext uri="{FF2B5EF4-FFF2-40B4-BE49-F238E27FC236}">
                  <a16:creationId xmlns:a16="http://schemas.microsoft.com/office/drawing/2014/main" id="{933B5C2B-E23D-F965-53D0-E37FCF477F3A}"/>
                </a:ext>
              </a:extLst>
            </p:cNvPr>
            <p:cNvSpPr txBox="1"/>
            <p:nvPr/>
          </p:nvSpPr>
          <p:spPr>
            <a:xfrm>
              <a:off x="8096753" y="4925666"/>
              <a:ext cx="301686" cy="369332"/>
            </a:xfrm>
            <a:prstGeom prst="rect">
              <a:avLst/>
            </a:prstGeom>
            <a:noFill/>
          </p:spPr>
          <p:txBody>
            <a:bodyPr wrap="none" rtlCol="0">
              <a:spAutoFit/>
            </a:bodyPr>
            <a:lstStyle/>
            <a:p>
              <a:r>
                <a:rPr lang="en-US" dirty="0"/>
                <a:t>1</a:t>
              </a:r>
            </a:p>
          </p:txBody>
        </p:sp>
        <p:sp>
          <p:nvSpPr>
            <p:cNvPr id="118" name="TextBox 117">
              <a:extLst>
                <a:ext uri="{FF2B5EF4-FFF2-40B4-BE49-F238E27FC236}">
                  <a16:creationId xmlns:a16="http://schemas.microsoft.com/office/drawing/2014/main" id="{C38D4138-FC0B-206E-7C92-A4AFC92E8317}"/>
                </a:ext>
              </a:extLst>
            </p:cNvPr>
            <p:cNvSpPr txBox="1"/>
            <p:nvPr/>
          </p:nvSpPr>
          <p:spPr>
            <a:xfrm>
              <a:off x="11353840" y="4429816"/>
              <a:ext cx="301686" cy="369332"/>
            </a:xfrm>
            <a:prstGeom prst="rect">
              <a:avLst/>
            </a:prstGeom>
            <a:noFill/>
          </p:spPr>
          <p:txBody>
            <a:bodyPr wrap="none" rtlCol="0">
              <a:spAutoFit/>
            </a:bodyPr>
            <a:lstStyle/>
            <a:p>
              <a:r>
                <a:rPr lang="en-US" dirty="0"/>
                <a:t>1</a:t>
              </a:r>
            </a:p>
          </p:txBody>
        </p:sp>
        <p:sp>
          <p:nvSpPr>
            <p:cNvPr id="119" name="TextBox 118">
              <a:extLst>
                <a:ext uri="{FF2B5EF4-FFF2-40B4-BE49-F238E27FC236}">
                  <a16:creationId xmlns:a16="http://schemas.microsoft.com/office/drawing/2014/main" id="{86242F01-5493-0B4F-3AC3-A6A075845959}"/>
                </a:ext>
              </a:extLst>
            </p:cNvPr>
            <p:cNvSpPr txBox="1"/>
            <p:nvPr/>
          </p:nvSpPr>
          <p:spPr>
            <a:xfrm>
              <a:off x="10394438" y="2416549"/>
              <a:ext cx="301686" cy="369332"/>
            </a:xfrm>
            <a:prstGeom prst="rect">
              <a:avLst/>
            </a:prstGeom>
            <a:noFill/>
          </p:spPr>
          <p:txBody>
            <a:bodyPr wrap="none" rtlCol="0">
              <a:spAutoFit/>
            </a:bodyPr>
            <a:lstStyle/>
            <a:p>
              <a:r>
                <a:rPr lang="en-US" dirty="0"/>
                <a:t>1</a:t>
              </a:r>
            </a:p>
          </p:txBody>
        </p:sp>
      </p:grpSp>
    </p:spTree>
    <p:extLst>
      <p:ext uri="{BB962C8B-B14F-4D97-AF65-F5344CB8AC3E}">
        <p14:creationId xmlns:p14="http://schemas.microsoft.com/office/powerpoint/2010/main" val="316309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94282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GB" sz="3200" dirty="0"/>
                  <a:t>The final code table will look like this </a:t>
                </a:r>
                <a14:m>
                  <m:oMath xmlns:m="http://schemas.openxmlformats.org/officeDocument/2006/math">
                    <m:r>
                      <a:rPr lang="en-GB" sz="3200" i="1" dirty="0" smtClean="0">
                        <a:latin typeface="Cambria Math" panose="02040503050406030204" pitchFamily="18" charset="0"/>
                      </a:rPr>
                      <m:t>→</m:t>
                    </m:r>
                  </m:oMath>
                </a14:m>
                <a:endParaRPr lang="en-GB" sz="3200" dirty="0"/>
              </a:p>
              <a:p>
                <a:pPr>
                  <a:lnSpc>
                    <a:spcPct val="120000"/>
                  </a:lnSpc>
                  <a:buFont typeface="Wingdings" panose="05000000000000000000" pitchFamily="2" charset="2"/>
                  <a:buChar char="§"/>
                </a:pPr>
                <a:r>
                  <a:rPr lang="en-GB" sz="3200" dirty="0"/>
                  <a:t>Note that now, the length of codes is not fixed.</a:t>
                </a:r>
              </a:p>
              <a:p>
                <a:pPr>
                  <a:lnSpc>
                    <a:spcPct val="120000"/>
                  </a:lnSpc>
                  <a:buFont typeface="Wingdings" panose="05000000000000000000" pitchFamily="2" charset="2"/>
                  <a:buChar char="§"/>
                </a:pPr>
                <a:r>
                  <a:rPr lang="en-GB" sz="3200" dirty="0"/>
                  <a:t>Let’s see what our packet size becomes after compression.</a:t>
                </a:r>
              </a:p>
              <a:p>
                <a:pPr>
                  <a:lnSpc>
                    <a:spcPct val="120000"/>
                  </a:lnSpc>
                  <a:buFont typeface="Wingdings" panose="05000000000000000000" pitchFamily="2" charset="2"/>
                  <a:buChar char="§"/>
                </a:pPr>
                <a:r>
                  <a:rPr lang="en-GB" sz="3200" dirty="0"/>
                  <a:t>Data: </a:t>
                </a:r>
                <a14:m>
                  <m:oMath xmlns:m="http://schemas.openxmlformats.org/officeDocument/2006/math">
                    <m:d>
                      <m:dPr>
                        <m:ctrlPr>
                          <a:rPr lang="en-US" sz="3200" b="0" i="1" smtClean="0">
                            <a:latin typeface="Cambria Math" panose="02040503050406030204" pitchFamily="18" charset="0"/>
                          </a:rPr>
                        </m:ctrlPr>
                      </m:dPr>
                      <m:e>
                        <m:r>
                          <a:rPr lang="en-US" sz="3200" b="0" i="1" smtClean="0">
                            <a:latin typeface="Cambria Math" panose="02040503050406030204" pitchFamily="18" charset="0"/>
                          </a:rPr>
                          <m:t>2</m:t>
                        </m:r>
                        <m:r>
                          <a:rPr lang="en-US" sz="3200" b="0" i="1" smtClean="0">
                            <a:latin typeface="Cambria Math" panose="02040503050406030204" pitchFamily="18" charset="0"/>
                            <a:ea typeface="Cambria Math" panose="02040503050406030204" pitchFamily="18" charset="0"/>
                          </a:rPr>
                          <m:t>×3</m:t>
                        </m:r>
                      </m:e>
                    </m:d>
                    <m:r>
                      <a:rPr lang="en-US" sz="3200" i="1">
                        <a:latin typeface="Cambria Math" panose="02040503050406030204" pitchFamily="18" charset="0"/>
                      </a:rPr>
                      <m: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4</m:t>
                        </m:r>
                        <m:r>
                          <a:rPr lang="en-US" sz="3200" i="1">
                            <a:latin typeface="Cambria Math" panose="02040503050406030204" pitchFamily="18" charset="0"/>
                            <a:ea typeface="Cambria Math" panose="02040503050406030204" pitchFamily="18" charset="0"/>
                          </a:rPr>
                          <m:t>×3</m:t>
                        </m:r>
                      </m:e>
                    </m:d>
                    <m:r>
                      <a:rPr lang="en-US" sz="3200" i="1">
                        <a:latin typeface="Cambria Math" panose="02040503050406030204" pitchFamily="18" charset="0"/>
                      </a:rPr>
                      <m:t>+</m:t>
                    </m:r>
                    <m:d>
                      <m:dPr>
                        <m:ctrlPr>
                          <a:rPr lang="en-US" sz="3200" b="0" i="1" smtClean="0">
                            <a:latin typeface="Cambria Math" panose="02040503050406030204" pitchFamily="18" charset="0"/>
                          </a:rPr>
                        </m:ctrlPr>
                      </m:dPr>
                      <m:e>
                        <m:r>
                          <a:rPr lang="en-US" sz="3200" i="1">
                            <a:latin typeface="Cambria Math" panose="02040503050406030204" pitchFamily="18" charset="0"/>
                          </a:rPr>
                          <m:t>5</m:t>
                        </m:r>
                        <m:r>
                          <a:rPr lang="en-US" sz="3200" i="1">
                            <a:latin typeface="Cambria Math" panose="02040503050406030204" pitchFamily="18" charset="0"/>
                            <a:ea typeface="Cambria Math" panose="02040503050406030204" pitchFamily="18" charset="0"/>
                          </a:rPr>
                          <m:t>×2</m:t>
                        </m:r>
                      </m:e>
                    </m:d>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b="0" i="1" smtClean="0">
                            <a:latin typeface="Cambria Math" panose="02040503050406030204" pitchFamily="18" charset="0"/>
                          </a:rPr>
                          <m:t>6</m:t>
                        </m:r>
                        <m:r>
                          <a:rPr lang="en-US" sz="3200" i="1">
                            <a:latin typeface="Cambria Math" panose="02040503050406030204" pitchFamily="18" charset="0"/>
                            <a:ea typeface="Cambria Math" panose="02040503050406030204" pitchFamily="18" charset="0"/>
                          </a:rPr>
                          <m:t>×2</m:t>
                        </m:r>
                      </m:e>
                    </m:d>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b="0" i="1" smtClean="0">
                            <a:latin typeface="Cambria Math" panose="02040503050406030204" pitchFamily="18" charset="0"/>
                          </a:rPr>
                          <m:t>7</m:t>
                        </m:r>
                        <m:r>
                          <a:rPr lang="en-US" sz="3200" i="1">
                            <a:latin typeface="Cambria Math" panose="02040503050406030204" pitchFamily="18" charset="0"/>
                            <a:ea typeface="Cambria Math" panose="02040503050406030204" pitchFamily="18" charset="0"/>
                          </a:rPr>
                          <m:t>×2</m:t>
                        </m:r>
                      </m:e>
                    </m:d>
                    <m:r>
                      <a:rPr lang="en-US" sz="3200" b="0" i="1" smtClean="0">
                        <a:latin typeface="Cambria Math" panose="02040503050406030204" pitchFamily="18" charset="0"/>
                        <a:ea typeface="Cambria Math" panose="02040503050406030204" pitchFamily="18" charset="0"/>
                      </a:rPr>
                      <m:t>=54</m:t>
                    </m:r>
                  </m:oMath>
                </a14:m>
                <a:endParaRPr lang="en-GB" sz="3200" dirty="0"/>
              </a:p>
              <a:p>
                <a:pPr>
                  <a:lnSpc>
                    <a:spcPct val="120000"/>
                  </a:lnSpc>
                  <a:buFont typeface="Wingdings" panose="05000000000000000000" pitchFamily="2" charset="2"/>
                  <a:buChar char="§"/>
                </a:pPr>
                <a:r>
                  <a:rPr lang="en-GB" sz="3200" dirty="0"/>
                  <a:t>Table:</a:t>
                </a:r>
                <a14:m>
                  <m:oMath xmlns:m="http://schemas.openxmlformats.org/officeDocument/2006/math">
                    <m:d>
                      <m:dPr>
                        <m:ctrlPr>
                          <a:rPr lang="en-US" sz="3200" i="1">
                            <a:latin typeface="Cambria Math" panose="02040503050406030204" pitchFamily="18" charset="0"/>
                          </a:rPr>
                        </m:ctrlPr>
                      </m:dPr>
                      <m:e>
                        <m:r>
                          <a:rPr lang="en-US" sz="3200" b="0" i="1" smtClean="0">
                            <a:latin typeface="Cambria Math" panose="02040503050406030204" pitchFamily="18" charset="0"/>
                          </a:rPr>
                          <m:t>5</m:t>
                        </m:r>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8</m:t>
                        </m:r>
                      </m:e>
                    </m:d>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b="0" i="1" smtClean="0">
                            <a:latin typeface="Cambria Math" panose="02040503050406030204" pitchFamily="18" charset="0"/>
                          </a:rPr>
                          <m:t>2</m:t>
                        </m:r>
                        <m:r>
                          <a:rPr lang="en-US" sz="3200" i="1">
                            <a:latin typeface="Cambria Math" panose="02040503050406030204" pitchFamily="18" charset="0"/>
                            <a:ea typeface="Cambria Math" panose="02040503050406030204" pitchFamily="18" charset="0"/>
                          </a:rPr>
                          <m:t>×3</m:t>
                        </m:r>
                      </m:e>
                    </m:d>
                    <m:r>
                      <a:rPr lang="en-US" sz="3200" i="1">
                        <a:latin typeface="Cambria Math" panose="02040503050406030204" pitchFamily="18" charset="0"/>
                      </a:rPr>
                      <m: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3</m:t>
                        </m:r>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2</m:t>
                        </m:r>
                      </m:e>
                    </m:d>
                    <m:r>
                      <a:rPr lang="en-US" sz="3200" b="0" i="1" smtClean="0">
                        <a:latin typeface="Cambria Math" panose="02040503050406030204" pitchFamily="18" charset="0"/>
                      </a:rPr>
                      <m:t>=52</m:t>
                    </m:r>
                  </m:oMath>
                </a14:m>
                <a:r>
                  <a:rPr lang="en-GB" sz="3200" dirty="0"/>
                  <a:t>. Packet size becomes </a:t>
                </a:r>
                <a14:m>
                  <m:oMath xmlns:m="http://schemas.openxmlformats.org/officeDocument/2006/math">
                    <m:r>
                      <a:rPr lang="en-US" sz="3200" b="0" i="1" smtClean="0">
                        <a:latin typeface="Cambria Math" panose="02040503050406030204" pitchFamily="18" charset="0"/>
                      </a:rPr>
                      <m:t>106</m:t>
                    </m:r>
                  </m:oMath>
                </a14:m>
                <a:r>
                  <a:rPr lang="en-GB" sz="3200" dirty="0"/>
                  <a:t> bits.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942829"/>
              </a:xfrm>
              <a:prstGeom prst="rect">
                <a:avLst/>
              </a:prstGeom>
              <a:blipFill>
                <a:blip r:embed="rId3"/>
                <a:stretch>
                  <a:fillRect l="-1660" t="-986" r="-2697"/>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1886179F-B192-0DC6-38FB-8E73C6ECFA83}"/>
              </a:ext>
            </a:extLst>
          </p:cNvPr>
          <p:cNvGraphicFramePr>
            <a:graphicFrameLocks noGrp="1"/>
          </p:cNvGraphicFramePr>
          <p:nvPr>
            <p:extLst>
              <p:ext uri="{D42A27DB-BD31-4B8C-83A1-F6EECF244321}">
                <p14:modId xmlns:p14="http://schemas.microsoft.com/office/powerpoint/2010/main" val="2145144919"/>
              </p:ext>
            </p:extLst>
          </p:nvPr>
        </p:nvGraphicFramePr>
        <p:xfrm>
          <a:off x="6096000" y="1746226"/>
          <a:ext cx="5875616" cy="2494280"/>
        </p:xfrm>
        <a:graphic>
          <a:graphicData uri="http://schemas.openxmlformats.org/drawingml/2006/table">
            <a:tbl>
              <a:tblPr firstRow="1" bandRow="1">
                <a:tableStyleId>{073A0DAA-6AF3-43AB-8588-CEC1D06C72B9}</a:tableStyleId>
              </a:tblPr>
              <a:tblGrid>
                <a:gridCol w="1468904">
                  <a:extLst>
                    <a:ext uri="{9D8B030D-6E8A-4147-A177-3AD203B41FA5}">
                      <a16:colId xmlns:a16="http://schemas.microsoft.com/office/drawing/2014/main" val="307540479"/>
                    </a:ext>
                  </a:extLst>
                </a:gridCol>
                <a:gridCol w="1468904">
                  <a:extLst>
                    <a:ext uri="{9D8B030D-6E8A-4147-A177-3AD203B41FA5}">
                      <a16:colId xmlns:a16="http://schemas.microsoft.com/office/drawing/2014/main" val="3296274267"/>
                    </a:ext>
                  </a:extLst>
                </a:gridCol>
                <a:gridCol w="1468904">
                  <a:extLst>
                    <a:ext uri="{9D8B030D-6E8A-4147-A177-3AD203B41FA5}">
                      <a16:colId xmlns:a16="http://schemas.microsoft.com/office/drawing/2014/main" val="4137047040"/>
                    </a:ext>
                  </a:extLst>
                </a:gridCol>
                <a:gridCol w="1468904">
                  <a:extLst>
                    <a:ext uri="{9D8B030D-6E8A-4147-A177-3AD203B41FA5}">
                      <a16:colId xmlns:a16="http://schemas.microsoft.com/office/drawing/2014/main" val="2196620429"/>
                    </a:ext>
                  </a:extLst>
                </a:gridCol>
              </a:tblGrid>
              <a:tr h="370840">
                <a:tc>
                  <a:txBody>
                    <a:bodyPr/>
                    <a:lstStyle/>
                    <a:p>
                      <a:pPr algn="ctr"/>
                      <a:r>
                        <a:rPr lang="en-US" dirty="0"/>
                        <a:t>Character</a:t>
                      </a:r>
                    </a:p>
                  </a:txBody>
                  <a:tcPr/>
                </a:tc>
                <a:tc>
                  <a:txBody>
                    <a:bodyPr/>
                    <a:lstStyle/>
                    <a:p>
                      <a:pPr algn="ctr"/>
                      <a:r>
                        <a:rPr lang="en-US" dirty="0"/>
                        <a:t>Frequency</a:t>
                      </a:r>
                    </a:p>
                  </a:txBody>
                  <a:tcPr/>
                </a:tc>
                <a:tc>
                  <a:txBody>
                    <a:bodyPr/>
                    <a:lstStyle/>
                    <a:p>
                      <a:pPr algn="ctr"/>
                      <a:r>
                        <a:rPr lang="en-US" dirty="0"/>
                        <a:t>ASCII Code</a:t>
                      </a:r>
                    </a:p>
                  </a:txBody>
                  <a:tcPr/>
                </a:tc>
                <a:tc>
                  <a:txBody>
                    <a:bodyPr/>
                    <a:lstStyle/>
                    <a:p>
                      <a:pPr algn="ctr"/>
                      <a:r>
                        <a:rPr lang="en-US" dirty="0"/>
                        <a:t>Huffman Code</a:t>
                      </a:r>
                    </a:p>
                  </a:txBody>
                  <a:tcPr/>
                </a:tc>
                <a:extLst>
                  <a:ext uri="{0D108BD9-81ED-4DB2-BD59-A6C34878D82A}">
                    <a16:rowId xmlns:a16="http://schemas.microsoft.com/office/drawing/2014/main" val="3043605350"/>
                  </a:ext>
                </a:extLst>
              </a:tr>
              <a:tr h="370840">
                <a:tc>
                  <a:txBody>
                    <a:bodyPr/>
                    <a:lstStyle/>
                    <a:p>
                      <a:pPr algn="ctr"/>
                      <a:r>
                        <a:rPr lang="en-US" dirty="0"/>
                        <a:t>.</a:t>
                      </a:r>
                    </a:p>
                  </a:txBody>
                  <a:tcPr/>
                </a:tc>
                <a:tc>
                  <a:txBody>
                    <a:bodyPr/>
                    <a:lstStyle/>
                    <a:p>
                      <a:pPr algn="ctr"/>
                      <a:r>
                        <a:rPr lang="en-US" dirty="0"/>
                        <a:t>2</a:t>
                      </a:r>
                    </a:p>
                  </a:txBody>
                  <a:tcPr/>
                </a:tc>
                <a:tc>
                  <a:txBody>
                    <a:bodyPr/>
                    <a:lstStyle/>
                    <a:p>
                      <a:pPr algn="ctr"/>
                      <a:r>
                        <a:rPr lang="en-US" dirty="0"/>
                        <a:t>00101110</a:t>
                      </a:r>
                    </a:p>
                  </a:txBody>
                  <a:tcPr/>
                </a:tc>
                <a:tc>
                  <a:txBody>
                    <a:bodyPr/>
                    <a:lstStyle/>
                    <a:p>
                      <a:pPr algn="ctr"/>
                      <a:r>
                        <a:rPr lang="en-US" dirty="0"/>
                        <a:t>000</a:t>
                      </a:r>
                    </a:p>
                  </a:txBody>
                  <a:tcPr/>
                </a:tc>
                <a:extLst>
                  <a:ext uri="{0D108BD9-81ED-4DB2-BD59-A6C34878D82A}">
                    <a16:rowId xmlns:a16="http://schemas.microsoft.com/office/drawing/2014/main" val="3497488882"/>
                  </a:ext>
                </a:extLst>
              </a:tr>
              <a:tr h="370840">
                <a:tc>
                  <a:txBody>
                    <a:bodyPr/>
                    <a:lstStyle/>
                    <a:p>
                      <a:pPr algn="ctr"/>
                      <a:r>
                        <a:rPr lang="en-US" dirty="0"/>
                        <a:t>A</a:t>
                      </a:r>
                    </a:p>
                  </a:txBody>
                  <a:tcPr/>
                </a:tc>
                <a:tc>
                  <a:txBody>
                    <a:bodyPr/>
                    <a:lstStyle/>
                    <a:p>
                      <a:pPr algn="ctr"/>
                      <a:r>
                        <a:rPr lang="en-US" dirty="0"/>
                        <a:t>4</a:t>
                      </a:r>
                    </a:p>
                  </a:txBody>
                  <a:tcPr/>
                </a:tc>
                <a:tc>
                  <a:txBody>
                    <a:bodyPr/>
                    <a:lstStyle/>
                    <a:p>
                      <a:pPr algn="ctr"/>
                      <a:r>
                        <a:rPr lang="en-US" dirty="0"/>
                        <a:t>01000001</a:t>
                      </a:r>
                    </a:p>
                  </a:txBody>
                  <a:tcPr/>
                </a:tc>
                <a:tc>
                  <a:txBody>
                    <a:bodyPr/>
                    <a:lstStyle/>
                    <a:p>
                      <a:pPr algn="ctr"/>
                      <a:r>
                        <a:rPr lang="en-US" dirty="0"/>
                        <a:t>001</a:t>
                      </a:r>
                    </a:p>
                  </a:txBody>
                  <a:tcPr/>
                </a:tc>
                <a:extLst>
                  <a:ext uri="{0D108BD9-81ED-4DB2-BD59-A6C34878D82A}">
                    <a16:rowId xmlns:a16="http://schemas.microsoft.com/office/drawing/2014/main" val="3342136369"/>
                  </a:ext>
                </a:extLst>
              </a:tr>
              <a:tr h="370840">
                <a:tc>
                  <a:txBody>
                    <a:bodyPr/>
                    <a:lstStyle/>
                    <a:p>
                      <a:pPr algn="ctr"/>
                      <a:r>
                        <a:rPr lang="en-US" dirty="0"/>
                        <a:t>C</a:t>
                      </a:r>
                    </a:p>
                  </a:txBody>
                  <a:tcPr/>
                </a:tc>
                <a:tc>
                  <a:txBody>
                    <a:bodyPr/>
                    <a:lstStyle/>
                    <a:p>
                      <a:pPr algn="ctr"/>
                      <a:r>
                        <a:rPr lang="en-US" dirty="0"/>
                        <a:t>5</a:t>
                      </a:r>
                    </a:p>
                  </a:txBody>
                  <a:tcPr/>
                </a:tc>
                <a:tc>
                  <a:txBody>
                    <a:bodyPr/>
                    <a:lstStyle/>
                    <a:p>
                      <a:pPr algn="ctr"/>
                      <a:r>
                        <a:rPr lang="en-US" dirty="0"/>
                        <a:t>01000011</a:t>
                      </a:r>
                    </a:p>
                  </a:txBody>
                  <a:tcPr/>
                </a:tc>
                <a:tc>
                  <a:txBody>
                    <a:bodyPr/>
                    <a:lstStyle/>
                    <a:p>
                      <a:pPr algn="ctr"/>
                      <a:r>
                        <a:rPr lang="en-US" dirty="0"/>
                        <a:t>01</a:t>
                      </a:r>
                    </a:p>
                  </a:txBody>
                  <a:tcPr/>
                </a:tc>
                <a:extLst>
                  <a:ext uri="{0D108BD9-81ED-4DB2-BD59-A6C34878D82A}">
                    <a16:rowId xmlns:a16="http://schemas.microsoft.com/office/drawing/2014/main" val="1045971837"/>
                  </a:ext>
                </a:extLst>
              </a:tr>
              <a:tr h="370840">
                <a:tc>
                  <a:txBody>
                    <a:bodyPr/>
                    <a:lstStyle/>
                    <a:p>
                      <a:pPr algn="ctr"/>
                      <a:r>
                        <a:rPr lang="en-US" dirty="0"/>
                        <a:t>G</a:t>
                      </a:r>
                    </a:p>
                  </a:txBody>
                  <a:tcPr/>
                </a:tc>
                <a:tc>
                  <a:txBody>
                    <a:bodyPr/>
                    <a:lstStyle/>
                    <a:p>
                      <a:pPr algn="ctr"/>
                      <a:r>
                        <a:rPr lang="en-US" dirty="0"/>
                        <a:t>6</a:t>
                      </a:r>
                    </a:p>
                  </a:txBody>
                  <a:tcPr/>
                </a:tc>
                <a:tc>
                  <a:txBody>
                    <a:bodyPr/>
                    <a:lstStyle/>
                    <a:p>
                      <a:pPr algn="ctr"/>
                      <a:r>
                        <a:rPr lang="en-US" dirty="0"/>
                        <a:t>01000111</a:t>
                      </a:r>
                    </a:p>
                  </a:txBody>
                  <a:tcPr/>
                </a:tc>
                <a:tc>
                  <a:txBody>
                    <a:bodyPr/>
                    <a:lstStyle/>
                    <a:p>
                      <a:pPr algn="ctr"/>
                      <a:r>
                        <a:rPr lang="en-US" dirty="0"/>
                        <a:t>11</a:t>
                      </a:r>
                    </a:p>
                  </a:txBody>
                  <a:tcPr/>
                </a:tc>
                <a:extLst>
                  <a:ext uri="{0D108BD9-81ED-4DB2-BD59-A6C34878D82A}">
                    <a16:rowId xmlns:a16="http://schemas.microsoft.com/office/drawing/2014/main" val="2561618967"/>
                  </a:ext>
                </a:extLst>
              </a:tr>
              <a:tr h="370840">
                <a:tc>
                  <a:txBody>
                    <a:bodyPr/>
                    <a:lstStyle/>
                    <a:p>
                      <a:pPr algn="ctr"/>
                      <a:r>
                        <a:rPr lang="en-US" dirty="0"/>
                        <a:t>T</a:t>
                      </a:r>
                    </a:p>
                  </a:txBody>
                  <a:tcPr/>
                </a:tc>
                <a:tc>
                  <a:txBody>
                    <a:bodyPr/>
                    <a:lstStyle/>
                    <a:p>
                      <a:pPr algn="ctr"/>
                      <a:r>
                        <a:rPr lang="en-US" dirty="0"/>
                        <a:t>7</a:t>
                      </a:r>
                    </a:p>
                  </a:txBody>
                  <a:tcPr/>
                </a:tc>
                <a:tc>
                  <a:txBody>
                    <a:bodyPr/>
                    <a:lstStyle/>
                    <a:p>
                      <a:pPr algn="ctr"/>
                      <a:r>
                        <a:rPr lang="en-US" dirty="0"/>
                        <a:t>01010100</a:t>
                      </a:r>
                    </a:p>
                  </a:txBody>
                  <a:tcPr/>
                </a:tc>
                <a:tc>
                  <a:txBody>
                    <a:bodyPr/>
                    <a:lstStyle/>
                    <a:p>
                      <a:pPr algn="ctr"/>
                      <a:r>
                        <a:rPr lang="en-US" dirty="0"/>
                        <a:t>10</a:t>
                      </a:r>
                    </a:p>
                  </a:txBody>
                  <a:tcPr/>
                </a:tc>
                <a:extLst>
                  <a:ext uri="{0D108BD9-81ED-4DB2-BD59-A6C34878D82A}">
                    <a16:rowId xmlns:a16="http://schemas.microsoft.com/office/drawing/2014/main" val="507293164"/>
                  </a:ext>
                </a:extLst>
              </a:tr>
            </a:tbl>
          </a:graphicData>
        </a:graphic>
      </p:graphicFrame>
    </p:spTree>
    <p:extLst>
      <p:ext uri="{BB962C8B-B14F-4D97-AF65-F5344CB8AC3E}">
        <p14:creationId xmlns:p14="http://schemas.microsoft.com/office/powerpoint/2010/main" val="149163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Sit according to your group formations.</a:t>
                </a:r>
              </a:p>
              <a:p>
                <a:pPr>
                  <a:lnSpc>
                    <a:spcPct val="120000"/>
                  </a:lnSpc>
                  <a:buFont typeface="Wingdings" panose="05000000000000000000" pitchFamily="2" charset="2"/>
                  <a:buChar char="§"/>
                </a:pPr>
                <a:r>
                  <a:rPr lang="en-US" sz="3200" dirty="0"/>
                  <a:t>Your data will be the SIDs, separated by comma. Therefore, your set of character will be </a:t>
                </a:r>
                <a14:m>
                  <m:oMath xmlns:m="http://schemas.openxmlformats.org/officeDocument/2006/math">
                    <m:r>
                      <a:rPr lang="en-US" sz="3200" i="1" dirty="0" smtClean="0">
                        <a:latin typeface="Cambria Math" panose="02040503050406030204" pitchFamily="18" charset="0"/>
                      </a:rPr>
                      <m:t>{</m:t>
                    </m:r>
                    <m:r>
                      <a:rPr lang="en-US" sz="3200" b="0" i="1" dirty="0" smtClean="0">
                        <a:latin typeface="Cambria Math" panose="02040503050406030204" pitchFamily="18" charset="0"/>
                      </a:rPr>
                      <m:t>0123456789,</m:t>
                    </m:r>
                    <m:r>
                      <a:rPr lang="en-US" sz="3200" i="1" dirty="0"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Find out the Huffman codes for your data and compress it.</a:t>
                </a:r>
              </a:p>
              <a:p>
                <a:pPr>
                  <a:lnSpc>
                    <a:spcPct val="120000"/>
                  </a:lnSpc>
                  <a:buFont typeface="Wingdings" panose="05000000000000000000" pitchFamily="2" charset="2"/>
                  <a:buChar char="§"/>
                </a:pPr>
                <a:r>
                  <a:rPr lang="en-US" sz="3200" dirty="0"/>
                  <a:t>Calculate the size of packet before and after compression.</a:t>
                </a:r>
              </a:p>
              <a:p>
                <a:pPr>
                  <a:lnSpc>
                    <a:spcPct val="120000"/>
                  </a:lnSpc>
                  <a:buFont typeface="Wingdings" panose="05000000000000000000" pitchFamily="2" charset="2"/>
                  <a:buChar char="§"/>
                </a:pPr>
                <a:r>
                  <a:rPr lang="en-US" sz="3200" dirty="0"/>
                  <a:t>Exchange your compressed data and code table with some other group.</a:t>
                </a:r>
              </a:p>
              <a:p>
                <a:pPr>
                  <a:lnSpc>
                    <a:spcPct val="120000"/>
                  </a:lnSpc>
                  <a:buFont typeface="Wingdings" panose="05000000000000000000" pitchFamily="2" charset="2"/>
                  <a:buChar char="§"/>
                </a:pPr>
                <a:r>
                  <a:rPr lang="en-US" sz="3200" dirty="0"/>
                  <a:t>Decompress and confirm your solution.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62731"/>
                <a:ext cx="11743016" cy="4887878"/>
              </a:xfrm>
              <a:prstGeom prst="rect">
                <a:avLst/>
              </a:prstGeom>
              <a:blipFill>
                <a:blip r:embed="rId3"/>
                <a:stretch>
                  <a:fillRect l="-1038" t="-374"/>
                </a:stretch>
              </a:blipFill>
            </p:spPr>
            <p:txBody>
              <a:bodyPr/>
              <a:lstStyle/>
              <a:p>
                <a:r>
                  <a:rPr lang="en-US">
                    <a:noFill/>
                  </a:rPr>
                  <a:t> </a:t>
                </a:r>
              </a:p>
            </p:txBody>
          </p:sp>
        </mc:Fallback>
      </mc:AlternateContent>
    </p:spTree>
    <p:extLst>
      <p:ext uri="{BB962C8B-B14F-4D97-AF65-F5344CB8AC3E}">
        <p14:creationId xmlns:p14="http://schemas.microsoft.com/office/powerpoint/2010/main" val="279203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 Algorithm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62731"/>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FERQUENCY_TABLE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returns frequency distribution table as a Map in which key is symbol in array A and value is its frequency.</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𝑀</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a Hash map data structure)</a:t>
                </a: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𝐹𝑂𝑅</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𝑐</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𝐼𝑁</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𝐴</m:t>
                    </m:r>
                    <m:r>
                      <a:rPr lang="en-US" sz="2400" i="1">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(iterate each character in A)</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𝐹𝐼𝑁𝐷</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𝑀</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(see if the character already exists in A)</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then:</a:t>
                </a:r>
              </a:p>
              <a:p>
                <a:pPr marL="1371600" lvl="2"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𝑀</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𝑖𝑛𝑑𝑒𝑥</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𝑀</m:t>
                    </m:r>
                    <m:d>
                      <m:dPr>
                        <m:begChr m:val="["/>
                        <m:endChr m:val="]"/>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i="1">
                            <a:latin typeface="Cambria Math" panose="02040503050406030204" pitchFamily="18" charset="0"/>
                            <a:ea typeface="Cascadia Code" panose="020B0609020000020004" pitchFamily="49" charset="0"/>
                            <a:cs typeface="Cascadia Code" panose="020B0609020000020004" pitchFamily="49" charset="0"/>
                          </a:rPr>
                          <m:t>𝑖𝑛𝑑𝑒𝑥</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(increment in value of the index found)</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𝑀</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𝑐</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1)</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(if the character does not exist, then insert into M with value 1)</a:t>
                </a: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𝑀</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62731"/>
                <a:ext cx="11743016" cy="4887878"/>
              </a:xfrm>
              <a:prstGeom prst="rect">
                <a:avLst/>
              </a:prstGeom>
              <a:blipFill>
                <a:blip r:embed="rId3"/>
                <a:stretch>
                  <a:fillRect l="-778" t="-998" r="-1661"/>
                </a:stretch>
              </a:blipFill>
            </p:spPr>
            <p:txBody>
              <a:bodyPr/>
              <a:lstStyle/>
              <a:p>
                <a:r>
                  <a:rPr lang="en-US">
                    <a:noFill/>
                  </a:rPr>
                  <a:t> </a:t>
                </a:r>
              </a:p>
            </p:txBody>
          </p:sp>
        </mc:Fallback>
      </mc:AlternateContent>
    </p:spTree>
    <p:extLst>
      <p:ext uri="{BB962C8B-B14F-4D97-AF65-F5344CB8AC3E}">
        <p14:creationId xmlns:p14="http://schemas.microsoft.com/office/powerpoint/2010/main" val="130510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Huffman Coding Algorithm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2592685"/>
                <a:ext cx="11743016" cy="3857924"/>
              </a:xfrm>
              <a:prstGeom prst="rect">
                <a:avLst/>
              </a:prstGeom>
            </p:spPr>
            <p:txBody>
              <a:bodyPr numCol="2">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b="0" i="1" dirty="0">
                    <a:latin typeface="Cambria Math" panose="02040503050406030204" pitchFamily="18" charset="0"/>
                    <a:ea typeface="Cascadia Code" panose="020B0609020000020004" pitchFamily="49" charset="0"/>
                    <a:cs typeface="Cascadia Code" panose="020B0609020000020004" pitchFamily="49" charset="0"/>
                  </a:rPr>
                  <a:t>We will use Min heap data structure to maintain a sorted tree</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𝐻</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𝑀𝐼𝑁𝐻𝐸𝐴𝑃</m:t>
                    </m:r>
                    <m:d>
                      <m:d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e>
                        </m:d>
                      </m:e>
                    </m:d>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𝑅𝑒𝑝𝑒𝑎𝑡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2400" b="0" i="1" dirty="0">
                    <a:latin typeface="Cambria Math" panose="02040503050406030204" pitchFamily="18" charset="0"/>
                    <a:ea typeface="Cascadia Code" panose="020B0609020000020004" pitchFamily="49" charset="0"/>
                    <a:cs typeface="Cascadia Code" panose="020B0609020000020004" pitchFamily="49" charset="0"/>
                  </a:rPr>
                  <a:t>:</a:t>
                </a:r>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𝐴𝐿𝐿𝑂𝐶𝐴𝑇𝐸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𝑐h𝑎𝑟</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𝑓𝑟𝑒𝑞</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b="0" i="1" dirty="0">
                    <a:latin typeface="Cambria Math" panose="02040503050406030204" pitchFamily="18" charset="0"/>
                    <a:ea typeface="Cascadia Code" panose="020B0609020000020004" pitchFamily="49" charset="0"/>
                    <a:cs typeface="Cascadia Code" panose="020B0609020000020004" pitchFamily="49" charset="0"/>
                  </a:rPr>
                  <a:t>	</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𝐼𝑁𝑆𝐸𝑅𝑇</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e>
                    </m:d>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𝑅𝑒𝑝𝑒𝑎𝑡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d>
                      <m:dPr>
                        <m:begChr m:val="|"/>
                        <m:endChr m:val="|"/>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𝐻</m:t>
                        </m:r>
                      </m:e>
                    </m:d>
                    <m:r>
                      <a:rPr lang="en-US" sz="2400" b="0" i="1" smtClean="0">
                        <a:latin typeface="Cambria Math" panose="02040503050406030204" pitchFamily="18" charset="0"/>
                        <a:ea typeface="Cascadia Code" panose="020B0609020000020004" pitchFamily="49" charset="0"/>
                        <a:cs typeface="Cascadia Code" panose="020B0609020000020004" pitchFamily="49" charset="0"/>
                      </a:rPr>
                      <m:t>&lt;1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𝑅𝐸𝑀𝑂𝑉𝐸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𝑅𝐸𝑀𝑂𝑉𝐸</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𝐻</m:t>
                    </m:r>
                    <m:r>
                      <a:rPr lang="en-US" sz="2200" i="1">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𝑡𝑜𝑝</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𝐴𝐿𝐿𝑂𝐶𝐴𝑇𝐸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𝑡𝑜𝑝</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𝑡𝑜𝑝</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𝑡𝑜𝑝</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𝑓𝑟𝑒𝑞</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𝑓𝑟𝑒𝑞</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𝑓𝑟𝑒𝑞</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𝑡𝑜𝑝</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𝑐h𝑎𝑟</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𝑡𝑜𝑝</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𝐻</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2592685"/>
                <a:ext cx="11743016" cy="3857924"/>
              </a:xfrm>
              <a:prstGeom prst="rect">
                <a:avLst/>
              </a:prstGeom>
              <a:blipFill>
                <a:blip r:embed="rId3"/>
                <a:stretch>
                  <a:fillRect l="-675" t="-1896"/>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0C092F88-C68E-5338-85F5-48DB7C3F018D}"/>
              </a:ext>
            </a:extLst>
          </p:cNvPr>
          <p:cNvSpPr txBox="1">
            <a:spLocks/>
          </p:cNvSpPr>
          <p:nvPr/>
        </p:nvSpPr>
        <p:spPr>
          <a:xfrm>
            <a:off x="220384" y="1562730"/>
            <a:ext cx="11743016" cy="1029955"/>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HUFFMAN_CODING</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 F, code) returns a map of characters and their codes. ‘A’ is an array of ‘n’ characters and ‘F’ is an array of frequencies of characters respectively.</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248356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6759</TotalTime>
  <Words>1593</Words>
  <Application>Microsoft Office PowerPoint</Application>
  <PresentationFormat>Widescreen</PresentationFormat>
  <Paragraphs>242</Paragraphs>
  <Slides>19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Cambria Math</vt:lpstr>
      <vt:lpstr>Cascadia Code</vt:lpstr>
      <vt:lpstr>Wingdings</vt:lpstr>
      <vt:lpstr>Office Theme</vt:lpstr>
      <vt:lpstr>DESIGN AND ANALYSIS OF ALGORITHMS (113939)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178</cp:revision>
  <dcterms:created xsi:type="dcterms:W3CDTF">2022-11-22T20:08:03Z</dcterms:created>
  <dcterms:modified xsi:type="dcterms:W3CDTF">2023-12-06T11:03:22Z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