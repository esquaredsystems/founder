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2.xml" ContentType="application/vnd.openxmlformats-officedocument.presentationml.notesSlide+xml"/>
  <Override PartName="/ppt/diagrams/data14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3.xml" ContentType="application/vnd.openxmlformats-officedocument.presentationml.notesSlide+xml"/>
  <Override PartName="/ppt/diagrams/data16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4.xml" ContentType="application/vnd.openxmlformats-officedocument.presentationml.notesSlide+xml"/>
  <Override PartName="/ppt/diagrams/data18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13.xml" ContentType="application/vnd.openxmlformats-officedocument.drawingml.diagramData+xml"/>
  <Override PartName="/ppt/diagrams/layout120.xml" ContentType="application/vnd.openxmlformats-officedocument.drawingml.diagramLayout+xml"/>
  <Override PartName="/ppt/diagrams/quickStyle120.xml" ContentType="application/vnd.openxmlformats-officedocument.drawingml.diagramStyle+xml"/>
  <Override PartName="/ppt/diagrams/colors120.xml" ContentType="application/vnd.openxmlformats-officedocument.drawingml.diagramColors+xml"/>
  <Override PartName="/ppt/diagrams/data15.xml" ContentType="application/vnd.openxmlformats-officedocument.drawingml.diagramData+xml"/>
  <Override PartName="/ppt/diagrams/layout130.xml" ContentType="application/vnd.openxmlformats-officedocument.drawingml.diagramLayout+xml"/>
  <Override PartName="/ppt/diagrams/quickStyle130.xml" ContentType="application/vnd.openxmlformats-officedocument.drawingml.diagramStyle+xml"/>
  <Override PartName="/ppt/diagrams/colors130.xml" ContentType="application/vnd.openxmlformats-officedocument.drawingml.diagramColors+xml"/>
  <Override PartName="/ppt/diagrams/data17.xml" ContentType="application/vnd.openxmlformats-officedocument.drawingml.diagramData+xml"/>
  <Override PartName="/ppt/diagrams/layout140.xml" ContentType="application/vnd.openxmlformats-officedocument.drawingml.diagramLayout+xml"/>
  <Override PartName="/ppt/diagrams/quickStyle140.xml" ContentType="application/vnd.openxmlformats-officedocument.drawingml.diagramStyle+xml"/>
  <Override PartName="/ppt/diagrams/colors140.xml" ContentType="application/vnd.openxmlformats-officedocument.drawingml.diagramColors+xml"/>
  <Override PartName="/ppt/diagrams/data19.xml" ContentType="application/vnd.openxmlformats-officedocument.drawingml.diagramData+xml"/>
  <Override PartName="/ppt/diagrams/layout150.xml" ContentType="application/vnd.openxmlformats-officedocument.drawingml.diagramLayout+xml"/>
  <Override PartName="/ppt/diagrams/quickStyle150.xml" ContentType="application/vnd.openxmlformats-officedocument.drawingml.diagramStyle+xml"/>
  <Override PartName="/ppt/diagrams/colors15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03" r:id="rId5"/>
    <p:sldId id="2462" r:id="rId6"/>
    <p:sldId id="2557" r:id="rId7"/>
    <p:sldId id="2558" r:id="rId8"/>
    <p:sldId id="2559" r:id="rId9"/>
    <p:sldId id="2560" r:id="rId10"/>
    <p:sldId id="2561" r:id="rId11"/>
    <p:sldId id="2562" r:id="rId12"/>
    <p:sldId id="2563" r:id="rId13"/>
    <p:sldId id="2584" r:id="rId14"/>
    <p:sldId id="2585" r:id="rId15"/>
    <p:sldId id="2586" r:id="rId16"/>
    <p:sldId id="2587" r:id="rId17"/>
    <p:sldId id="2589" r:id="rId18"/>
    <p:sldId id="2590" r:id="rId19"/>
    <p:sldId id="2570" r:id="rId20"/>
    <p:sldId id="2571" r:id="rId21"/>
    <p:sldId id="2574" r:id="rId22"/>
    <p:sldId id="2573" r:id="rId23"/>
    <p:sldId id="2575" r:id="rId24"/>
    <p:sldId id="2576" r:id="rId25"/>
    <p:sldId id="243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50" autoAdjust="0"/>
    <p:restoredTop sz="92288" autoAdjust="0"/>
  </p:normalViewPr>
  <p:slideViewPr>
    <p:cSldViewPr snapToGrid="0">
      <p:cViewPr varScale="1">
        <p:scale>
          <a:sx n="94" d="100"/>
          <a:sy n="94" d="100"/>
        </p:scale>
        <p:origin x="756" y="31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0A51F83-B713-4A4D-8105-C75936B8E1D2}"/>
    <pc:docChg chg="delSld modSld">
      <pc:chgData name="Owais Ahmed" userId="6abc7d4556b3b071" providerId="LiveId" clId="{D0A51F83-B713-4A4D-8105-C75936B8E1D2}" dt="2026-01-27T07:07:27.529" v="1" actId="47"/>
      <pc:docMkLst>
        <pc:docMk/>
      </pc:docMkLst>
      <pc:sldChg chg="modSp mod">
        <pc:chgData name="Owais Ahmed" userId="6abc7d4556b3b071" providerId="LiveId" clId="{D0A51F83-B713-4A4D-8105-C75936B8E1D2}" dt="2026-01-27T07:07:14.941" v="0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1-27T07:07:14.941" v="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4118346541" sldId="2591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048172566" sldId="2592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4156867210" sldId="2593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91110321" sldId="2594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529290041" sldId="2596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4031014992" sldId="2597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994707018" sldId="2598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1610460327" sldId="2599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455703936" sldId="2600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505060638" sldId="2601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2968179218" sldId="2602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06001776" sldId="2603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2815334800" sldId="2604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1424931531" sldId="2605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1683452075" sldId="2606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626280526" sldId="2607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4053467893" sldId="2608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528577353" sldId="2609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4102108785" sldId="2610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633345929" sldId="2611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707536432" sldId="2612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2921867709" sldId="2613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4208909925" sldId="2614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4164492617" sldId="2615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2113488421" sldId="2616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196640220" sldId="2617"/>
        </pc:sldMkLst>
      </pc:sldChg>
      <pc:sldChg chg="del">
        <pc:chgData name="Owais Ahmed" userId="6abc7d4556b3b071" providerId="LiveId" clId="{D0A51F83-B713-4A4D-8105-C75936B8E1D2}" dt="2026-01-27T07:07:27.529" v="1" actId="47"/>
        <pc:sldMkLst>
          <pc:docMk/>
          <pc:sldMk cId="3132600918" sldId="2618"/>
        </pc:sldMkLst>
      </pc:sldChg>
    </pc:docChg>
  </pc:docChgLst>
</pc:chgInfo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1.png"/><Relationship Id="rId1" Type="http://schemas.openxmlformats.org/officeDocument/2006/relationships/image" Target="../media/image91.pn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image" Target="../media/image150.pn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image" Target="../media/image210.pn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image" Target="../media/image25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351AE15B-B4FF-4A7A-864B-5933D29F200B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E66A56C9-B4EC-4841-B9AC-4383DF412EEA}" type="sibTrans" cxnId="{A867517D-4661-40F9-9B9B-F7F2E798371A}">
      <dgm:prSet/>
      <dgm:spPr/>
      <dgm:t>
        <a:bodyPr/>
        <a:lstStyle/>
        <a:p>
          <a:endParaRPr lang="en-US"/>
        </a:p>
      </dgm:t>
    </dgm:pt>
    <dgm:pt modelId="{F976EBDB-FF4D-40E7-BFA2-7BD774CDECD2}" type="parTrans" cxnId="{A867517D-4661-40F9-9B9B-F7F2E798371A}">
      <dgm:prSet/>
      <dgm:spPr/>
      <dgm:t>
        <a:bodyPr/>
        <a:lstStyle/>
        <a:p>
          <a:endParaRPr lang="en-US"/>
        </a:p>
      </dgm:t>
    </dgm:pt>
    <dgm:pt modelId="{FFCBE785-50CE-4ADE-BB95-44B23D87846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A3B8FD9F-51D8-4195-8053-0DF27A486E49}" type="sibTrans" cxnId="{DE11EAD0-5105-4870-8943-F32E640C2900}">
      <dgm:prSet/>
      <dgm:spPr/>
      <dgm:t>
        <a:bodyPr/>
        <a:lstStyle/>
        <a:p>
          <a:endParaRPr lang="en-US"/>
        </a:p>
      </dgm:t>
    </dgm:pt>
    <dgm:pt modelId="{1EE154CC-9EE5-4459-BB29-35B833C2534D}" type="parTrans" cxnId="{DE11EAD0-5105-4870-8943-F32E640C2900}">
      <dgm:prSet/>
      <dgm:spPr/>
      <dgm:t>
        <a:bodyPr/>
        <a:lstStyle/>
        <a:p>
          <a:endParaRPr lang="en-US"/>
        </a:p>
      </dgm:t>
    </dgm:pt>
    <dgm:pt modelId="{687C1415-3806-4A98-96DE-98B3B1FF7EB3}">
      <dgm:prSet phldrT="[Text]"/>
      <dgm:spPr/>
      <dgm:t>
        <a:bodyPr/>
        <a:lstStyle/>
        <a:p>
          <a:r>
            <a:rPr lang="en-US" dirty="0"/>
            <a:t>5073</a:t>
          </a:r>
        </a:p>
      </dgm:t>
    </dgm:pt>
    <dgm:pt modelId="{C8156453-D9AA-40E4-95E9-0F800CCCFC00}" type="sibTrans" cxnId="{CC53B5D2-87FD-489A-8DD7-9B05C0C2E3D5}">
      <dgm:prSet/>
      <dgm:spPr/>
      <dgm:t>
        <a:bodyPr/>
        <a:lstStyle/>
        <a:p>
          <a:endParaRPr lang="en-US"/>
        </a:p>
      </dgm:t>
    </dgm:pt>
    <dgm:pt modelId="{5834B688-3434-4E3F-A75D-603C6A7BABA2}" type="parTrans" cxnId="{CC53B5D2-87FD-489A-8DD7-9B05C0C2E3D5}">
      <dgm:prSet/>
      <dgm:spPr/>
      <dgm:t>
        <a:bodyPr/>
        <a:lstStyle/>
        <a:p>
          <a:endParaRPr lang="en-US"/>
        </a:p>
      </dgm:t>
    </dgm:pt>
    <dgm:pt modelId="{8F8A7617-E0A1-4634-8C9C-6E2C397C53DE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40E3B303-5386-4C0B-A182-B5FB049470DF}" type="sibTrans" cxnId="{FBCACF85-1C1B-4324-89F7-CA658C6EF993}">
      <dgm:prSet/>
      <dgm:spPr/>
      <dgm:t>
        <a:bodyPr/>
        <a:lstStyle/>
        <a:p>
          <a:endParaRPr lang="en-US"/>
        </a:p>
      </dgm:t>
    </dgm:pt>
    <dgm:pt modelId="{7E85E903-90E7-430D-B2C1-4D9C3A943C82}" type="parTrans" cxnId="{FBCACF85-1C1B-4324-89F7-CA658C6EF993}">
      <dgm:prSet/>
      <dgm:spPr/>
      <dgm:t>
        <a:bodyPr/>
        <a:lstStyle/>
        <a:p>
          <a:endParaRPr lang="en-US"/>
        </a:p>
      </dgm:t>
    </dgm:pt>
    <dgm:pt modelId="{7D169B33-9272-4AD7-8FCD-75CEB676FFC6}">
      <dgm:prSet phldrT="[Text]"/>
      <dgm:spPr/>
      <dgm:t>
        <a:bodyPr/>
        <a:lstStyle/>
        <a:p>
          <a:r>
            <a:rPr lang="en-US" dirty="0"/>
            <a:t>4910</a:t>
          </a:r>
        </a:p>
      </dgm:t>
    </dgm:pt>
    <dgm:pt modelId="{E8715B2F-5932-49EB-BE28-63BBB654D4CF}" type="sibTrans" cxnId="{592B2994-6B54-4487-B719-0349A103FDDF}">
      <dgm:prSet/>
      <dgm:spPr/>
      <dgm:t>
        <a:bodyPr/>
        <a:lstStyle/>
        <a:p>
          <a:endParaRPr lang="en-US"/>
        </a:p>
      </dgm:t>
    </dgm:pt>
    <dgm:pt modelId="{559E15B8-8060-47EF-A354-C7D863B51388}" type="parTrans" cxnId="{592B2994-6B54-4487-B719-0349A103FDDF}">
      <dgm:prSet/>
      <dgm:spPr/>
      <dgm:t>
        <a:bodyPr/>
        <a:lstStyle/>
        <a:p>
          <a:endParaRPr lang="en-US"/>
        </a:p>
      </dgm:t>
    </dgm:pt>
    <dgm:pt modelId="{ACB4FDB1-A068-4AD5-8D37-511A781B56A5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595A18BA-C82D-4B9F-BEC0-34571439F5C3}" type="sibTrans" cxnId="{E09E29A7-F1E5-4883-97D8-D046901668B4}">
      <dgm:prSet/>
      <dgm:spPr/>
      <dgm:t>
        <a:bodyPr/>
        <a:lstStyle/>
        <a:p>
          <a:endParaRPr lang="en-US"/>
        </a:p>
      </dgm:t>
    </dgm:pt>
    <dgm:pt modelId="{2090B8DF-C63A-4CFA-A6C4-1D5DDAC7EB06}" type="parTrans" cxnId="{E09E29A7-F1E5-4883-97D8-D046901668B4}">
      <dgm:prSet/>
      <dgm:spPr/>
      <dgm:t>
        <a:bodyPr/>
        <a:lstStyle/>
        <a:p>
          <a:endParaRPr lang="en-US"/>
        </a:p>
      </dgm:t>
    </dgm:pt>
    <dgm:pt modelId="{CA1E4DF2-15C1-4C79-8D80-F62E3494A2EE}">
      <dgm:prSet phldrT="[Text]"/>
      <dgm:spPr/>
      <dgm:t>
        <a:bodyPr/>
        <a:lstStyle/>
        <a:p>
          <a:r>
            <a:rPr lang="en-US" dirty="0"/>
            <a:t>5040</a:t>
          </a:r>
        </a:p>
      </dgm:t>
    </dgm:pt>
    <dgm:pt modelId="{5EDC675E-FC5F-442C-B394-56B030EBCBA1}" type="sibTrans" cxnId="{CF3DFD68-CE63-4DB6-8221-42F2C0E84B9F}">
      <dgm:prSet/>
      <dgm:spPr/>
      <dgm:t>
        <a:bodyPr/>
        <a:lstStyle/>
        <a:p>
          <a:endParaRPr lang="en-US"/>
        </a:p>
      </dgm:t>
    </dgm:pt>
    <dgm:pt modelId="{D337FB03-A9C7-4F8F-A36F-D5B0F641B7F0}" type="parTrans" cxnId="{CF3DFD68-CE63-4DB6-8221-42F2C0E84B9F}">
      <dgm:prSet/>
      <dgm:spPr/>
      <dgm:t>
        <a:bodyPr/>
        <a:lstStyle/>
        <a:p>
          <a:endParaRPr lang="en-US"/>
        </a:p>
      </dgm:t>
    </dgm:pt>
    <dgm:pt modelId="{1907AE88-49B1-4331-8978-5C0BE5973FF0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FCB34FC6-2438-4BEF-B384-7F5C18440ADD}" type="sibTrans" cxnId="{21DB7E4A-1EFB-42BC-B4E6-997A3150AD04}">
      <dgm:prSet/>
      <dgm:spPr/>
      <dgm:t>
        <a:bodyPr/>
        <a:lstStyle/>
        <a:p>
          <a:endParaRPr lang="en-US"/>
        </a:p>
      </dgm:t>
    </dgm:pt>
    <dgm:pt modelId="{64E56DB0-EF3D-495C-A855-3C47CD13C443}" type="parTrans" cxnId="{21DB7E4A-1EFB-42BC-B4E6-997A3150AD04}">
      <dgm:prSet/>
      <dgm:spPr/>
      <dgm:t>
        <a:bodyPr/>
        <a:lstStyle/>
        <a:p>
          <a:endParaRPr lang="en-US"/>
        </a:p>
      </dgm:t>
    </dgm:pt>
    <dgm:pt modelId="{80D4A23E-453C-4A71-972A-B99F3FCB81D8}">
      <dgm:prSet phldrT="[Text]"/>
      <dgm:spPr/>
      <dgm:t>
        <a:bodyPr/>
        <a:lstStyle/>
        <a:p>
          <a:r>
            <a:rPr lang="en-US" dirty="0"/>
            <a:t>5139</a:t>
          </a:r>
        </a:p>
      </dgm:t>
    </dgm:pt>
    <dgm:pt modelId="{A0DEF201-7867-4E6A-A5CD-088DCF3117F4}" type="sibTrans" cxnId="{5CF96B72-89CD-425F-93C7-0A451605A51F}">
      <dgm:prSet/>
      <dgm:spPr/>
      <dgm:t>
        <a:bodyPr/>
        <a:lstStyle/>
        <a:p>
          <a:endParaRPr lang="en-US"/>
        </a:p>
      </dgm:t>
    </dgm:pt>
    <dgm:pt modelId="{F8DF5482-B00F-4B40-A5DA-D3A73665D237}" type="parTrans" cxnId="{5CF96B72-89CD-425F-93C7-0A451605A51F}">
      <dgm:prSet/>
      <dgm:spPr/>
      <dgm:t>
        <a:bodyPr/>
        <a:lstStyle/>
        <a:p>
          <a:endParaRPr lang="en-US"/>
        </a:p>
      </dgm:t>
    </dgm:pt>
    <dgm:pt modelId="{A91133DE-5E52-466C-AA54-B40D2C0E7EDD}">
      <dgm:prSet phldrT="[Text]"/>
      <dgm:spPr/>
      <dgm:t>
        <a:bodyPr/>
        <a:lstStyle/>
        <a:p>
          <a:r>
            <a:rPr lang="en-US" dirty="0"/>
            <a:t>5144</a:t>
          </a:r>
        </a:p>
      </dgm:t>
    </dgm:pt>
    <dgm:pt modelId="{31ED1D44-2EA6-4B71-BEE4-6E3145D0319E}" type="sibTrans" cxnId="{85A2CBD1-618C-46B0-B918-8FFC5CCCA894}">
      <dgm:prSet/>
      <dgm:spPr/>
      <dgm:t>
        <a:bodyPr/>
        <a:lstStyle/>
        <a:p>
          <a:endParaRPr lang="en-US"/>
        </a:p>
      </dgm:t>
    </dgm:pt>
    <dgm:pt modelId="{4CCC7BFD-48D1-427F-87D0-B1FE2045E66C}" type="parTrans" cxnId="{85A2CBD1-618C-46B0-B918-8FFC5CCCA894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50A8BA6-9779-413D-AC1A-9B1AB177FDAB}" type="pres">
      <dgm:prSet presAssocID="{462DC39C-95D9-4BA2-8B4A-4CEE79E3559D}" presName="Name14" presStyleCnt="0"/>
      <dgm:spPr/>
    </dgm:pt>
    <dgm:pt modelId="{5D7B3AD6-D2F4-4D3D-825F-33770313BB27}" type="pres">
      <dgm:prSet presAssocID="{462DC39C-95D9-4BA2-8B4A-4CEE79E3559D}" presName="level1Shape" presStyleLbl="node0" presStyleIdx="0" presStyleCnt="1">
        <dgm:presLayoutVars>
          <dgm:chPref val="3"/>
        </dgm:presLayoutVars>
      </dgm:prSet>
      <dgm:spPr/>
    </dgm:pt>
    <dgm:pt modelId="{9BC83C42-FDF3-4CAE-A3ED-CC080BD9024B}" type="pres">
      <dgm:prSet presAssocID="{462DC39C-95D9-4BA2-8B4A-4CEE79E3559D}" presName="hierChild2" presStyleCnt="0"/>
      <dgm:spPr/>
    </dgm:pt>
    <dgm:pt modelId="{384DE6B7-CD56-4C6E-B801-56C8DC0726AB}" type="pres">
      <dgm:prSet presAssocID="{F976EBDB-FF4D-40E7-BFA2-7BD774CDECD2}" presName="Name19" presStyleLbl="parChTrans1D2" presStyleIdx="0" presStyleCnt="2"/>
      <dgm:spPr/>
    </dgm:pt>
    <dgm:pt modelId="{48AAF1AF-843E-4654-9952-9F30DF56A3C4}" type="pres">
      <dgm:prSet presAssocID="{351AE15B-B4FF-4A7A-864B-5933D29F200B}" presName="Name21" presStyleCnt="0"/>
      <dgm:spPr/>
    </dgm:pt>
    <dgm:pt modelId="{F0970B1A-1A53-40BC-B762-CD6FCEC99850}" type="pres">
      <dgm:prSet presAssocID="{351AE15B-B4FF-4A7A-864B-5933D29F200B}" presName="level2Shape" presStyleLbl="node2" presStyleIdx="0" presStyleCnt="2"/>
      <dgm:spPr/>
    </dgm:pt>
    <dgm:pt modelId="{6C6CEA98-8210-4E5E-9602-A15F674DB7E9}" type="pres">
      <dgm:prSet presAssocID="{351AE15B-B4FF-4A7A-864B-5933D29F200B}" presName="hierChild3" presStyleCnt="0"/>
      <dgm:spPr/>
    </dgm:pt>
    <dgm:pt modelId="{8963A563-9528-4454-8AA3-68751E3AD828}" type="pres">
      <dgm:prSet presAssocID="{1EE154CC-9EE5-4459-BB29-35B833C2534D}" presName="Name19" presStyleLbl="parChTrans1D3" presStyleIdx="0" presStyleCnt="4"/>
      <dgm:spPr/>
    </dgm:pt>
    <dgm:pt modelId="{C8B62B03-9C27-4739-A541-5BE73A27164E}" type="pres">
      <dgm:prSet presAssocID="{FFCBE785-50CE-4ADE-BB95-44B23D878466}" presName="Name21" presStyleCnt="0"/>
      <dgm:spPr/>
    </dgm:pt>
    <dgm:pt modelId="{588E3467-626B-45AE-9442-C8A2B9FFDCF8}" type="pres">
      <dgm:prSet presAssocID="{FFCBE785-50CE-4ADE-BB95-44B23D878466}" presName="level2Shape" presStyleLbl="node3" presStyleIdx="0" presStyleCnt="4"/>
      <dgm:spPr/>
    </dgm:pt>
    <dgm:pt modelId="{C8EA38BB-D402-496D-9B6F-6EABABF9B0DF}" type="pres">
      <dgm:prSet presAssocID="{FFCBE785-50CE-4ADE-BB95-44B23D878466}" presName="hierChild3" presStyleCnt="0"/>
      <dgm:spPr/>
    </dgm:pt>
    <dgm:pt modelId="{4E13CE57-DF35-4E72-91CA-A0E86CBC5245}" type="pres">
      <dgm:prSet presAssocID="{5834B688-3434-4E3F-A75D-603C6A7BABA2}" presName="Name19" presStyleLbl="parChTrans1D4" presStyleIdx="0" presStyleCnt="4"/>
      <dgm:spPr/>
    </dgm:pt>
    <dgm:pt modelId="{96FE4D9A-D4E1-451B-98E9-F5FEADCE7337}" type="pres">
      <dgm:prSet presAssocID="{687C1415-3806-4A98-96DE-98B3B1FF7EB3}" presName="Name21" presStyleCnt="0"/>
      <dgm:spPr/>
    </dgm:pt>
    <dgm:pt modelId="{37A6FF69-217A-4519-A19D-3E630816E02E}" type="pres">
      <dgm:prSet presAssocID="{687C1415-3806-4A98-96DE-98B3B1FF7EB3}" presName="level2Shape" presStyleLbl="node4" presStyleIdx="0" presStyleCnt="4"/>
      <dgm:spPr/>
    </dgm:pt>
    <dgm:pt modelId="{10D60201-AFAE-4D47-B12B-0785400A6CC2}" type="pres">
      <dgm:prSet presAssocID="{687C1415-3806-4A98-96DE-98B3B1FF7EB3}" presName="hierChild3" presStyleCnt="0"/>
      <dgm:spPr/>
    </dgm:pt>
    <dgm:pt modelId="{2959629B-9624-4CF1-8C75-00A693F26C16}" type="pres">
      <dgm:prSet presAssocID="{7E85E903-90E7-430D-B2C1-4D9C3A943C82}" presName="Name19" presStyleLbl="parChTrans1D4" presStyleIdx="1" presStyleCnt="4"/>
      <dgm:spPr/>
    </dgm:pt>
    <dgm:pt modelId="{5842F7AB-4FF8-4270-B01B-176067BAD2C5}" type="pres">
      <dgm:prSet presAssocID="{8F8A7617-E0A1-4634-8C9C-6E2C397C53DE}" presName="Name21" presStyleCnt="0"/>
      <dgm:spPr/>
    </dgm:pt>
    <dgm:pt modelId="{F6C5B53C-35CB-4A59-8D93-68A4FD64BC6F}" type="pres">
      <dgm:prSet presAssocID="{8F8A7617-E0A1-4634-8C9C-6E2C397C53DE}" presName="level2Shape" presStyleLbl="node4" presStyleIdx="1" presStyleCnt="4"/>
      <dgm:spPr/>
    </dgm:pt>
    <dgm:pt modelId="{5A3454B1-2E11-4A4D-A729-039621861883}" type="pres">
      <dgm:prSet presAssocID="{8F8A7617-E0A1-4634-8C9C-6E2C397C53DE}" presName="hierChild3" presStyleCnt="0"/>
      <dgm:spPr/>
    </dgm:pt>
    <dgm:pt modelId="{4F98196D-E79E-4519-8C98-745210CEAA8E}" type="pres">
      <dgm:prSet presAssocID="{559E15B8-8060-47EF-A354-C7D863B51388}" presName="Name19" presStyleLbl="parChTrans1D3" presStyleIdx="1" presStyleCnt="4"/>
      <dgm:spPr/>
    </dgm:pt>
    <dgm:pt modelId="{FA0C389E-4B1B-40D2-8A77-747D15A1E1EE}" type="pres">
      <dgm:prSet presAssocID="{7D169B33-9272-4AD7-8FCD-75CEB676FFC6}" presName="Name21" presStyleCnt="0"/>
      <dgm:spPr/>
    </dgm:pt>
    <dgm:pt modelId="{16B37A9B-1899-482E-87D8-9246BEC72BF3}" type="pres">
      <dgm:prSet presAssocID="{7D169B33-9272-4AD7-8FCD-75CEB676FFC6}" presName="level2Shape" presStyleLbl="node3" presStyleIdx="1" presStyleCnt="4"/>
      <dgm:spPr/>
    </dgm:pt>
    <dgm:pt modelId="{1F22008D-0B97-4138-ABAC-8D8D7E398944}" type="pres">
      <dgm:prSet presAssocID="{7D169B33-9272-4AD7-8FCD-75CEB676FFC6}" presName="hierChild3" presStyleCnt="0"/>
      <dgm:spPr/>
    </dgm:pt>
    <dgm:pt modelId="{B94C282B-D030-406A-A0CC-9E301442EE41}" type="pres">
      <dgm:prSet presAssocID="{2090B8DF-C63A-4CFA-A6C4-1D5DDAC7EB06}" presName="Name19" presStyleLbl="parChTrans1D4" presStyleIdx="2" presStyleCnt="4"/>
      <dgm:spPr/>
    </dgm:pt>
    <dgm:pt modelId="{E3BBB3B1-E9FA-458A-BDFB-43CCF108F56E}" type="pres">
      <dgm:prSet presAssocID="{ACB4FDB1-A068-4AD5-8D37-511A781B56A5}" presName="Name21" presStyleCnt="0"/>
      <dgm:spPr/>
    </dgm:pt>
    <dgm:pt modelId="{BE4C4399-3C63-4088-A8D8-1B50224CFDA4}" type="pres">
      <dgm:prSet presAssocID="{ACB4FDB1-A068-4AD5-8D37-511A781B56A5}" presName="level2Shape" presStyleLbl="node4" presStyleIdx="2" presStyleCnt="4"/>
      <dgm:spPr/>
    </dgm:pt>
    <dgm:pt modelId="{1330358B-B9D3-4C20-A557-152204C0905C}" type="pres">
      <dgm:prSet presAssocID="{ACB4FDB1-A068-4AD5-8D37-511A781B56A5}" presName="hierChild3" presStyleCnt="0"/>
      <dgm:spPr/>
    </dgm:pt>
    <dgm:pt modelId="{64BD8B3D-461E-4D80-A7C5-59461F2E9B91}" type="pres">
      <dgm:prSet presAssocID="{D337FB03-A9C7-4F8F-A36F-D5B0F641B7F0}" presName="Name19" presStyleLbl="parChTrans1D4" presStyleIdx="3" presStyleCnt="4"/>
      <dgm:spPr/>
    </dgm:pt>
    <dgm:pt modelId="{5EE0F216-7634-4790-90C1-DF49D8964CD3}" type="pres">
      <dgm:prSet presAssocID="{CA1E4DF2-15C1-4C79-8D80-F62E3494A2EE}" presName="Name21" presStyleCnt="0"/>
      <dgm:spPr/>
    </dgm:pt>
    <dgm:pt modelId="{D5DEB78D-1895-4494-ADFD-30C5E411989D}" type="pres">
      <dgm:prSet presAssocID="{CA1E4DF2-15C1-4C79-8D80-F62E3494A2EE}" presName="level2Shape" presStyleLbl="node4" presStyleIdx="3" presStyleCnt="4"/>
      <dgm:spPr/>
    </dgm:pt>
    <dgm:pt modelId="{4C73F751-AF6F-4DD7-90EB-0C2D80B47215}" type="pres">
      <dgm:prSet presAssocID="{CA1E4DF2-15C1-4C79-8D80-F62E3494A2EE}" presName="hierChild3" presStyleCnt="0"/>
      <dgm:spPr/>
    </dgm:pt>
    <dgm:pt modelId="{502DEBFF-A32B-4CF9-89A5-1DFE52C763A1}" type="pres">
      <dgm:prSet presAssocID="{64E56DB0-EF3D-495C-A855-3C47CD13C443}" presName="Name19" presStyleLbl="parChTrans1D2" presStyleIdx="1" presStyleCnt="2"/>
      <dgm:spPr/>
    </dgm:pt>
    <dgm:pt modelId="{04C4D86A-3177-455B-97FC-028F283A752C}" type="pres">
      <dgm:prSet presAssocID="{1907AE88-49B1-4331-8978-5C0BE5973FF0}" presName="Name21" presStyleCnt="0"/>
      <dgm:spPr/>
    </dgm:pt>
    <dgm:pt modelId="{D1F4E15E-3B4B-42D8-862E-A975A9729BD8}" type="pres">
      <dgm:prSet presAssocID="{1907AE88-49B1-4331-8978-5C0BE5973FF0}" presName="level2Shape" presStyleLbl="node2" presStyleIdx="1" presStyleCnt="2"/>
      <dgm:spPr/>
    </dgm:pt>
    <dgm:pt modelId="{45F84E30-5D5D-40A9-A6A4-E0B8BAE90C80}" type="pres">
      <dgm:prSet presAssocID="{1907AE88-49B1-4331-8978-5C0BE5973FF0}" presName="hierChild3" presStyleCnt="0"/>
      <dgm:spPr/>
    </dgm:pt>
    <dgm:pt modelId="{B4722D48-D7EF-4076-8266-9A5E590F1E74}" type="pres">
      <dgm:prSet presAssocID="{F8DF5482-B00F-4B40-A5DA-D3A73665D237}" presName="Name19" presStyleLbl="parChTrans1D3" presStyleIdx="2" presStyleCnt="4"/>
      <dgm:spPr/>
    </dgm:pt>
    <dgm:pt modelId="{E1448878-49DD-47E9-A4FC-135A95398044}" type="pres">
      <dgm:prSet presAssocID="{80D4A23E-453C-4A71-972A-B99F3FCB81D8}" presName="Name21" presStyleCnt="0"/>
      <dgm:spPr/>
    </dgm:pt>
    <dgm:pt modelId="{2C10E9C6-3BBF-4485-A51F-2AB9EB39ED63}" type="pres">
      <dgm:prSet presAssocID="{80D4A23E-453C-4A71-972A-B99F3FCB81D8}" presName="level2Shape" presStyleLbl="node3" presStyleIdx="2" presStyleCnt="4"/>
      <dgm:spPr/>
    </dgm:pt>
    <dgm:pt modelId="{321063A6-9742-41AF-B55F-CF611D38901D}" type="pres">
      <dgm:prSet presAssocID="{80D4A23E-453C-4A71-972A-B99F3FCB81D8}" presName="hierChild3" presStyleCnt="0"/>
      <dgm:spPr/>
    </dgm:pt>
    <dgm:pt modelId="{952BE6E0-911E-4241-8DEF-9EF99F09EF10}" type="pres">
      <dgm:prSet presAssocID="{4CCC7BFD-48D1-427F-87D0-B1FE2045E66C}" presName="Name19" presStyleLbl="parChTrans1D3" presStyleIdx="3" presStyleCnt="4"/>
      <dgm:spPr/>
    </dgm:pt>
    <dgm:pt modelId="{F3E6DC6F-5115-46AF-9E84-1FFA47D535FD}" type="pres">
      <dgm:prSet presAssocID="{A91133DE-5E52-466C-AA54-B40D2C0E7EDD}" presName="Name21" presStyleCnt="0"/>
      <dgm:spPr/>
    </dgm:pt>
    <dgm:pt modelId="{8A52357A-B0B4-4247-9B0F-659CE23DFB6C}" type="pres">
      <dgm:prSet presAssocID="{A91133DE-5E52-466C-AA54-B40D2C0E7EDD}" presName="level2Shape" presStyleLbl="node3" presStyleIdx="3" presStyleCnt="4"/>
      <dgm:spPr/>
    </dgm:pt>
    <dgm:pt modelId="{03D29C21-F4AE-43DD-BE97-9911F819CA91}" type="pres">
      <dgm:prSet presAssocID="{A91133DE-5E52-466C-AA54-B40D2C0E7EDD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FD689000-5132-40EE-ACD4-0F21749162D5}" type="presOf" srcId="{687C1415-3806-4A98-96DE-98B3B1FF7EB3}" destId="{37A6FF69-217A-4519-A19D-3E630816E02E}" srcOrd="0" destOrd="0" presId="urn:microsoft.com/office/officeart/2005/8/layout/hierarchy6"/>
    <dgm:cxn modelId="{0AB13A07-5085-48D9-BA31-45BE64E9A270}" type="presOf" srcId="{1907AE88-49B1-4331-8978-5C0BE5973FF0}" destId="{D1F4E15E-3B4B-42D8-862E-A975A9729BD8}" srcOrd="0" destOrd="0" presId="urn:microsoft.com/office/officeart/2005/8/layout/hierarchy6"/>
    <dgm:cxn modelId="{43B2590B-667E-4D6E-88ED-DFE06FD67E5E}" type="presOf" srcId="{1EE154CC-9EE5-4459-BB29-35B833C2534D}" destId="{8963A563-9528-4454-8AA3-68751E3AD828}" srcOrd="0" destOrd="0" presId="urn:microsoft.com/office/officeart/2005/8/layout/hierarchy6"/>
    <dgm:cxn modelId="{03C08315-2161-4D18-A315-A4BB6B66C9FF}" type="presOf" srcId="{4CCC7BFD-48D1-427F-87D0-B1FE2045E66C}" destId="{952BE6E0-911E-4241-8DEF-9EF99F09EF10}" srcOrd="0" destOrd="0" presId="urn:microsoft.com/office/officeart/2005/8/layout/hierarchy6"/>
    <dgm:cxn modelId="{69837616-8DD9-4D41-A897-DFF0B1BBAFAF}" type="presOf" srcId="{F8DF5482-B00F-4B40-A5DA-D3A73665D237}" destId="{B4722D48-D7EF-4076-8266-9A5E590F1E74}" srcOrd="0" destOrd="0" presId="urn:microsoft.com/office/officeart/2005/8/layout/hierarchy6"/>
    <dgm:cxn modelId="{A927B116-3987-4453-B1C0-A6AC66F1BE4E}" type="presOf" srcId="{A91133DE-5E52-466C-AA54-B40D2C0E7EDD}" destId="{8A52357A-B0B4-4247-9B0F-659CE23DFB6C}" srcOrd="0" destOrd="0" presId="urn:microsoft.com/office/officeart/2005/8/layout/hierarchy6"/>
    <dgm:cxn modelId="{AC9E6024-6477-4D32-817F-985F869BE6F6}" type="presOf" srcId="{5834B688-3434-4E3F-A75D-603C6A7BABA2}" destId="{4E13CE57-DF35-4E72-91CA-A0E86CBC5245}" srcOrd="0" destOrd="0" presId="urn:microsoft.com/office/officeart/2005/8/layout/hierarchy6"/>
    <dgm:cxn modelId="{9F18AC29-DC17-4FFF-8896-921B68DD3E7B}" type="presOf" srcId="{559E15B8-8060-47EF-A354-C7D863B51388}" destId="{4F98196D-E79E-4519-8C98-745210CEAA8E}" srcOrd="0" destOrd="0" presId="urn:microsoft.com/office/officeart/2005/8/layout/hierarchy6"/>
    <dgm:cxn modelId="{17527134-5302-40BF-8DA8-34C502E6A619}" type="presOf" srcId="{D337FB03-A9C7-4F8F-A36F-D5B0F641B7F0}" destId="{64BD8B3D-461E-4D80-A7C5-59461F2E9B91}" srcOrd="0" destOrd="0" presId="urn:microsoft.com/office/officeart/2005/8/layout/hierarchy6"/>
    <dgm:cxn modelId="{6303973E-FD68-4DA3-A818-72CF10CBAEE8}" type="presOf" srcId="{7E85E903-90E7-430D-B2C1-4D9C3A943C82}" destId="{2959629B-9624-4CF1-8C75-00A693F26C16}" srcOrd="0" destOrd="0" presId="urn:microsoft.com/office/officeart/2005/8/layout/hierarchy6"/>
    <dgm:cxn modelId="{9A93DF5D-6EBF-460E-B7DB-67C563416705}" type="presOf" srcId="{7D169B33-9272-4AD7-8FCD-75CEB676FFC6}" destId="{16B37A9B-1899-482E-87D8-9246BEC72BF3}" srcOrd="0" destOrd="0" presId="urn:microsoft.com/office/officeart/2005/8/layout/hierarchy6"/>
    <dgm:cxn modelId="{CF3DFD68-CE63-4DB6-8221-42F2C0E84B9F}" srcId="{7D169B33-9272-4AD7-8FCD-75CEB676FFC6}" destId="{CA1E4DF2-15C1-4C79-8D80-F62E3494A2EE}" srcOrd="1" destOrd="0" parTransId="{D337FB03-A9C7-4F8F-A36F-D5B0F641B7F0}" sibTransId="{5EDC675E-FC5F-442C-B394-56B030EBCBA1}"/>
    <dgm:cxn modelId="{21DB7E4A-1EFB-42BC-B4E6-997A3150AD04}" srcId="{462DC39C-95D9-4BA2-8B4A-4CEE79E3559D}" destId="{1907AE88-49B1-4331-8978-5C0BE5973FF0}" srcOrd="1" destOrd="0" parTransId="{64E56DB0-EF3D-495C-A855-3C47CD13C443}" sibTransId="{FCB34FC6-2438-4BEF-B384-7F5C18440ADD}"/>
    <dgm:cxn modelId="{3F83BD71-3352-44B3-8D11-28A5B2107E0B}" type="presOf" srcId="{64E56DB0-EF3D-495C-A855-3C47CD13C443}" destId="{502DEBFF-A32B-4CF9-89A5-1DFE52C763A1}" srcOrd="0" destOrd="0" presId="urn:microsoft.com/office/officeart/2005/8/layout/hierarchy6"/>
    <dgm:cxn modelId="{5CF96B72-89CD-425F-93C7-0A451605A51F}" srcId="{1907AE88-49B1-4331-8978-5C0BE5973FF0}" destId="{80D4A23E-453C-4A71-972A-B99F3FCB81D8}" srcOrd="0" destOrd="0" parTransId="{F8DF5482-B00F-4B40-A5DA-D3A73665D237}" sibTransId="{A0DEF201-7867-4E6A-A5CD-088DCF3117F4}"/>
    <dgm:cxn modelId="{A867517D-4661-40F9-9B9B-F7F2E798371A}" srcId="{462DC39C-95D9-4BA2-8B4A-4CEE79E3559D}" destId="{351AE15B-B4FF-4A7A-864B-5933D29F200B}" srcOrd="0" destOrd="0" parTransId="{F976EBDB-FF4D-40E7-BFA2-7BD774CDECD2}" sibTransId="{E66A56C9-B4EC-4841-B9AC-4383DF412EEA}"/>
    <dgm:cxn modelId="{42922281-62FD-4945-A85D-C4560DE81931}" type="presOf" srcId="{462DC39C-95D9-4BA2-8B4A-4CEE79E3559D}" destId="{5D7B3AD6-D2F4-4D3D-825F-33770313BB27}" srcOrd="0" destOrd="0" presId="urn:microsoft.com/office/officeart/2005/8/layout/hierarchy6"/>
    <dgm:cxn modelId="{40ADF081-57DC-4E19-B82A-B0E37DCD57F3}" type="presOf" srcId="{ACB4FDB1-A068-4AD5-8D37-511A781B56A5}" destId="{BE4C4399-3C63-4088-A8D8-1B50224CFDA4}" srcOrd="0" destOrd="0" presId="urn:microsoft.com/office/officeart/2005/8/layout/hierarchy6"/>
    <dgm:cxn modelId="{FBCACF85-1C1B-4324-89F7-CA658C6EF993}" srcId="{FFCBE785-50CE-4ADE-BB95-44B23D878466}" destId="{8F8A7617-E0A1-4634-8C9C-6E2C397C53DE}" srcOrd="1" destOrd="0" parTransId="{7E85E903-90E7-430D-B2C1-4D9C3A943C82}" sibTransId="{40E3B303-5386-4C0B-A182-B5FB049470DF}"/>
    <dgm:cxn modelId="{1D770A8D-9ABA-46A3-98A7-5A1E6F719190}" type="presOf" srcId="{351AE15B-B4FF-4A7A-864B-5933D29F200B}" destId="{F0970B1A-1A53-40BC-B762-CD6FCEC99850}" srcOrd="0" destOrd="0" presId="urn:microsoft.com/office/officeart/2005/8/layout/hierarchy6"/>
    <dgm:cxn modelId="{59696392-770C-48A0-9012-6756036361E0}" type="presOf" srcId="{F976EBDB-FF4D-40E7-BFA2-7BD774CDECD2}" destId="{384DE6B7-CD56-4C6E-B801-56C8DC0726AB}" srcOrd="0" destOrd="0" presId="urn:microsoft.com/office/officeart/2005/8/layout/hierarchy6"/>
    <dgm:cxn modelId="{592B2994-6B54-4487-B719-0349A103FDDF}" srcId="{351AE15B-B4FF-4A7A-864B-5933D29F200B}" destId="{7D169B33-9272-4AD7-8FCD-75CEB676FFC6}" srcOrd="1" destOrd="0" parTransId="{559E15B8-8060-47EF-A354-C7D863B51388}" sibTransId="{E8715B2F-5932-49EB-BE28-63BBB654D4CF}"/>
    <dgm:cxn modelId="{58BABB97-39DF-4212-A1D7-773AA50FA2B6}" type="presOf" srcId="{80D4A23E-453C-4A71-972A-B99F3FCB81D8}" destId="{2C10E9C6-3BBF-4485-A51F-2AB9EB39ED63}" srcOrd="0" destOrd="0" presId="urn:microsoft.com/office/officeart/2005/8/layout/hierarchy6"/>
    <dgm:cxn modelId="{E09E29A7-F1E5-4883-97D8-D046901668B4}" srcId="{7D169B33-9272-4AD7-8FCD-75CEB676FFC6}" destId="{ACB4FDB1-A068-4AD5-8D37-511A781B56A5}" srcOrd="0" destOrd="0" parTransId="{2090B8DF-C63A-4CFA-A6C4-1D5DDAC7EB06}" sibTransId="{595A18BA-C82D-4B9F-BEC0-34571439F5C3}"/>
    <dgm:cxn modelId="{920CA2A7-011F-4402-997A-8A77EF7E870C}" type="presOf" srcId="{FFCBE785-50CE-4ADE-BB95-44B23D878466}" destId="{588E3467-626B-45AE-9442-C8A2B9FFDCF8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F831E5C8-2F1F-492D-9FE4-6923B8CF92E6}" type="presOf" srcId="{CA1E4DF2-15C1-4C79-8D80-F62E3494A2EE}" destId="{D5DEB78D-1895-4494-ADFD-30C5E411989D}" srcOrd="0" destOrd="0" presId="urn:microsoft.com/office/officeart/2005/8/layout/hierarchy6"/>
    <dgm:cxn modelId="{DE11EAD0-5105-4870-8943-F32E640C2900}" srcId="{351AE15B-B4FF-4A7A-864B-5933D29F200B}" destId="{FFCBE785-50CE-4ADE-BB95-44B23D878466}" srcOrd="0" destOrd="0" parTransId="{1EE154CC-9EE5-4459-BB29-35B833C2534D}" sibTransId="{A3B8FD9F-51D8-4195-8053-0DF27A486E49}"/>
    <dgm:cxn modelId="{85A2CBD1-618C-46B0-B918-8FFC5CCCA894}" srcId="{1907AE88-49B1-4331-8978-5C0BE5973FF0}" destId="{A91133DE-5E52-466C-AA54-B40D2C0E7EDD}" srcOrd="1" destOrd="0" parTransId="{4CCC7BFD-48D1-427F-87D0-B1FE2045E66C}" sibTransId="{31ED1D44-2EA6-4B71-BEE4-6E3145D0319E}"/>
    <dgm:cxn modelId="{CC53B5D2-87FD-489A-8DD7-9B05C0C2E3D5}" srcId="{FFCBE785-50CE-4ADE-BB95-44B23D878466}" destId="{687C1415-3806-4A98-96DE-98B3B1FF7EB3}" srcOrd="0" destOrd="0" parTransId="{5834B688-3434-4E3F-A75D-603C6A7BABA2}" sibTransId="{C8156453-D9AA-40E4-95E9-0F800CCCFC00}"/>
    <dgm:cxn modelId="{1BEB06F2-40E2-4181-A4F7-BE4F35FF143B}" srcId="{25D41D2E-FEC9-444D-B75D-82CC7BEA4B4B}" destId="{462DC39C-95D9-4BA2-8B4A-4CEE79E3559D}" srcOrd="0" destOrd="0" parTransId="{873A4569-48E4-4E3C-B450-542B067BAF28}" sibTransId="{B51697D8-48FB-480E-B4D8-FC130BE900F5}"/>
    <dgm:cxn modelId="{C3C0ACF6-D1E1-45D0-A418-78C8CCED570E}" type="presOf" srcId="{2090B8DF-C63A-4CFA-A6C4-1D5DDAC7EB06}" destId="{B94C282B-D030-406A-A0CC-9E301442EE41}" srcOrd="0" destOrd="0" presId="urn:microsoft.com/office/officeart/2005/8/layout/hierarchy6"/>
    <dgm:cxn modelId="{79FC36F9-1E08-4F39-A975-3191A88A39E6}" type="presOf" srcId="{8F8A7617-E0A1-4634-8C9C-6E2C397C53DE}" destId="{F6C5B53C-35CB-4A59-8D93-68A4FD64BC6F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D1026526-8F2E-42B5-B04A-C9B885B3F1DA}" type="presParOf" srcId="{3B8E0E52-806F-461B-808A-40A35535EB4C}" destId="{150A8BA6-9779-413D-AC1A-9B1AB177FDAB}" srcOrd="0" destOrd="0" presId="urn:microsoft.com/office/officeart/2005/8/layout/hierarchy6"/>
    <dgm:cxn modelId="{D5094726-54B4-437E-B92D-FFE480DB0F87}" type="presParOf" srcId="{150A8BA6-9779-413D-AC1A-9B1AB177FDAB}" destId="{5D7B3AD6-D2F4-4D3D-825F-33770313BB27}" srcOrd="0" destOrd="0" presId="urn:microsoft.com/office/officeart/2005/8/layout/hierarchy6"/>
    <dgm:cxn modelId="{28004E22-BBA6-49C7-8985-ACE1380AF67B}" type="presParOf" srcId="{150A8BA6-9779-413D-AC1A-9B1AB177FDAB}" destId="{9BC83C42-FDF3-4CAE-A3ED-CC080BD9024B}" srcOrd="1" destOrd="0" presId="urn:microsoft.com/office/officeart/2005/8/layout/hierarchy6"/>
    <dgm:cxn modelId="{2950C863-CEED-481F-936C-5ECD9BB4DA2E}" type="presParOf" srcId="{9BC83C42-FDF3-4CAE-A3ED-CC080BD9024B}" destId="{384DE6B7-CD56-4C6E-B801-56C8DC0726AB}" srcOrd="0" destOrd="0" presId="urn:microsoft.com/office/officeart/2005/8/layout/hierarchy6"/>
    <dgm:cxn modelId="{3AFB35BA-3976-4DE5-8CD7-54B0E6E0DABA}" type="presParOf" srcId="{9BC83C42-FDF3-4CAE-A3ED-CC080BD9024B}" destId="{48AAF1AF-843E-4654-9952-9F30DF56A3C4}" srcOrd="1" destOrd="0" presId="urn:microsoft.com/office/officeart/2005/8/layout/hierarchy6"/>
    <dgm:cxn modelId="{49390627-6D2D-4F79-ACCF-6CD8655241FC}" type="presParOf" srcId="{48AAF1AF-843E-4654-9952-9F30DF56A3C4}" destId="{F0970B1A-1A53-40BC-B762-CD6FCEC99850}" srcOrd="0" destOrd="0" presId="urn:microsoft.com/office/officeart/2005/8/layout/hierarchy6"/>
    <dgm:cxn modelId="{C0FFC6F3-44C3-4BD9-82EB-D4AA758CEB95}" type="presParOf" srcId="{48AAF1AF-843E-4654-9952-9F30DF56A3C4}" destId="{6C6CEA98-8210-4E5E-9602-A15F674DB7E9}" srcOrd="1" destOrd="0" presId="urn:microsoft.com/office/officeart/2005/8/layout/hierarchy6"/>
    <dgm:cxn modelId="{4A52A892-2857-4474-A6DB-94CDBB23B87B}" type="presParOf" srcId="{6C6CEA98-8210-4E5E-9602-A15F674DB7E9}" destId="{8963A563-9528-4454-8AA3-68751E3AD828}" srcOrd="0" destOrd="0" presId="urn:microsoft.com/office/officeart/2005/8/layout/hierarchy6"/>
    <dgm:cxn modelId="{5AFECEF1-E0B4-4BF1-ABD5-0D14CD9F70E3}" type="presParOf" srcId="{6C6CEA98-8210-4E5E-9602-A15F674DB7E9}" destId="{C8B62B03-9C27-4739-A541-5BE73A27164E}" srcOrd="1" destOrd="0" presId="urn:microsoft.com/office/officeart/2005/8/layout/hierarchy6"/>
    <dgm:cxn modelId="{560A9144-173D-4406-AA85-8A67DFC1E1B3}" type="presParOf" srcId="{C8B62B03-9C27-4739-A541-5BE73A27164E}" destId="{588E3467-626B-45AE-9442-C8A2B9FFDCF8}" srcOrd="0" destOrd="0" presId="urn:microsoft.com/office/officeart/2005/8/layout/hierarchy6"/>
    <dgm:cxn modelId="{62B8D10B-579A-4C34-91D2-CD9ACC48F2D9}" type="presParOf" srcId="{C8B62B03-9C27-4739-A541-5BE73A27164E}" destId="{C8EA38BB-D402-496D-9B6F-6EABABF9B0DF}" srcOrd="1" destOrd="0" presId="urn:microsoft.com/office/officeart/2005/8/layout/hierarchy6"/>
    <dgm:cxn modelId="{CE84BAF3-2D3D-410D-9DFE-D4734451664C}" type="presParOf" srcId="{C8EA38BB-D402-496D-9B6F-6EABABF9B0DF}" destId="{4E13CE57-DF35-4E72-91CA-A0E86CBC5245}" srcOrd="0" destOrd="0" presId="urn:microsoft.com/office/officeart/2005/8/layout/hierarchy6"/>
    <dgm:cxn modelId="{A388C544-1788-474F-BE60-EC0C031C844E}" type="presParOf" srcId="{C8EA38BB-D402-496D-9B6F-6EABABF9B0DF}" destId="{96FE4D9A-D4E1-451B-98E9-F5FEADCE7337}" srcOrd="1" destOrd="0" presId="urn:microsoft.com/office/officeart/2005/8/layout/hierarchy6"/>
    <dgm:cxn modelId="{1E4FB92D-F7D9-4A24-A126-4DC1E8D8D90D}" type="presParOf" srcId="{96FE4D9A-D4E1-451B-98E9-F5FEADCE7337}" destId="{37A6FF69-217A-4519-A19D-3E630816E02E}" srcOrd="0" destOrd="0" presId="urn:microsoft.com/office/officeart/2005/8/layout/hierarchy6"/>
    <dgm:cxn modelId="{377F8DE8-C61D-4EC1-940D-EF7B7641455D}" type="presParOf" srcId="{96FE4D9A-D4E1-451B-98E9-F5FEADCE7337}" destId="{10D60201-AFAE-4D47-B12B-0785400A6CC2}" srcOrd="1" destOrd="0" presId="urn:microsoft.com/office/officeart/2005/8/layout/hierarchy6"/>
    <dgm:cxn modelId="{5AD98F66-F951-4DE5-A715-41B8E9592AEA}" type="presParOf" srcId="{C8EA38BB-D402-496D-9B6F-6EABABF9B0DF}" destId="{2959629B-9624-4CF1-8C75-00A693F26C16}" srcOrd="2" destOrd="0" presId="urn:microsoft.com/office/officeart/2005/8/layout/hierarchy6"/>
    <dgm:cxn modelId="{C13B3126-1840-4978-ADE3-BA0502061A63}" type="presParOf" srcId="{C8EA38BB-D402-496D-9B6F-6EABABF9B0DF}" destId="{5842F7AB-4FF8-4270-B01B-176067BAD2C5}" srcOrd="3" destOrd="0" presId="urn:microsoft.com/office/officeart/2005/8/layout/hierarchy6"/>
    <dgm:cxn modelId="{0ABA7DA2-324A-4BF3-B5A1-CA7C5237AD0D}" type="presParOf" srcId="{5842F7AB-4FF8-4270-B01B-176067BAD2C5}" destId="{F6C5B53C-35CB-4A59-8D93-68A4FD64BC6F}" srcOrd="0" destOrd="0" presId="urn:microsoft.com/office/officeart/2005/8/layout/hierarchy6"/>
    <dgm:cxn modelId="{95694EC6-6548-42C5-83D6-EC472A22E56E}" type="presParOf" srcId="{5842F7AB-4FF8-4270-B01B-176067BAD2C5}" destId="{5A3454B1-2E11-4A4D-A729-039621861883}" srcOrd="1" destOrd="0" presId="urn:microsoft.com/office/officeart/2005/8/layout/hierarchy6"/>
    <dgm:cxn modelId="{456A7151-516B-4AB9-8D95-4D4F717FBC0F}" type="presParOf" srcId="{6C6CEA98-8210-4E5E-9602-A15F674DB7E9}" destId="{4F98196D-E79E-4519-8C98-745210CEAA8E}" srcOrd="2" destOrd="0" presId="urn:microsoft.com/office/officeart/2005/8/layout/hierarchy6"/>
    <dgm:cxn modelId="{C8CE39E5-E0FF-4435-A7F4-D16568A8835C}" type="presParOf" srcId="{6C6CEA98-8210-4E5E-9602-A15F674DB7E9}" destId="{FA0C389E-4B1B-40D2-8A77-747D15A1E1EE}" srcOrd="3" destOrd="0" presId="urn:microsoft.com/office/officeart/2005/8/layout/hierarchy6"/>
    <dgm:cxn modelId="{B3905ACF-DCA9-4E11-98D1-E5A1F785D4B3}" type="presParOf" srcId="{FA0C389E-4B1B-40D2-8A77-747D15A1E1EE}" destId="{16B37A9B-1899-482E-87D8-9246BEC72BF3}" srcOrd="0" destOrd="0" presId="urn:microsoft.com/office/officeart/2005/8/layout/hierarchy6"/>
    <dgm:cxn modelId="{861116B7-8E4F-47A3-91DC-604464F61538}" type="presParOf" srcId="{FA0C389E-4B1B-40D2-8A77-747D15A1E1EE}" destId="{1F22008D-0B97-4138-ABAC-8D8D7E398944}" srcOrd="1" destOrd="0" presId="urn:microsoft.com/office/officeart/2005/8/layout/hierarchy6"/>
    <dgm:cxn modelId="{0B6F23B4-959B-4082-824F-B8A14278AE58}" type="presParOf" srcId="{1F22008D-0B97-4138-ABAC-8D8D7E398944}" destId="{B94C282B-D030-406A-A0CC-9E301442EE41}" srcOrd="0" destOrd="0" presId="urn:microsoft.com/office/officeart/2005/8/layout/hierarchy6"/>
    <dgm:cxn modelId="{0EAA2C5B-8D3D-43E1-BF61-C69EC9CFA5B6}" type="presParOf" srcId="{1F22008D-0B97-4138-ABAC-8D8D7E398944}" destId="{E3BBB3B1-E9FA-458A-BDFB-43CCF108F56E}" srcOrd="1" destOrd="0" presId="urn:microsoft.com/office/officeart/2005/8/layout/hierarchy6"/>
    <dgm:cxn modelId="{4B59A5E7-7E71-4E10-A0E4-A166ADCC01B7}" type="presParOf" srcId="{E3BBB3B1-E9FA-458A-BDFB-43CCF108F56E}" destId="{BE4C4399-3C63-4088-A8D8-1B50224CFDA4}" srcOrd="0" destOrd="0" presId="urn:microsoft.com/office/officeart/2005/8/layout/hierarchy6"/>
    <dgm:cxn modelId="{263B68DC-9A63-4E00-A210-08B67A50863A}" type="presParOf" srcId="{E3BBB3B1-E9FA-458A-BDFB-43CCF108F56E}" destId="{1330358B-B9D3-4C20-A557-152204C0905C}" srcOrd="1" destOrd="0" presId="urn:microsoft.com/office/officeart/2005/8/layout/hierarchy6"/>
    <dgm:cxn modelId="{39EFE5FF-AFC1-420B-93B1-507A1210FA5A}" type="presParOf" srcId="{1F22008D-0B97-4138-ABAC-8D8D7E398944}" destId="{64BD8B3D-461E-4D80-A7C5-59461F2E9B91}" srcOrd="2" destOrd="0" presId="urn:microsoft.com/office/officeart/2005/8/layout/hierarchy6"/>
    <dgm:cxn modelId="{C1836DF6-0C53-4282-89F4-4E0B8F9E821A}" type="presParOf" srcId="{1F22008D-0B97-4138-ABAC-8D8D7E398944}" destId="{5EE0F216-7634-4790-90C1-DF49D8964CD3}" srcOrd="3" destOrd="0" presId="urn:microsoft.com/office/officeart/2005/8/layout/hierarchy6"/>
    <dgm:cxn modelId="{2FF36D2B-FB9D-49FC-B6CE-548F1239CC76}" type="presParOf" srcId="{5EE0F216-7634-4790-90C1-DF49D8964CD3}" destId="{D5DEB78D-1895-4494-ADFD-30C5E411989D}" srcOrd="0" destOrd="0" presId="urn:microsoft.com/office/officeart/2005/8/layout/hierarchy6"/>
    <dgm:cxn modelId="{A2416F9F-7018-487E-AE68-7F220D01399E}" type="presParOf" srcId="{5EE0F216-7634-4790-90C1-DF49D8964CD3}" destId="{4C73F751-AF6F-4DD7-90EB-0C2D80B47215}" srcOrd="1" destOrd="0" presId="urn:microsoft.com/office/officeart/2005/8/layout/hierarchy6"/>
    <dgm:cxn modelId="{0EC074D9-68C8-44B2-BD1C-59DA043F1778}" type="presParOf" srcId="{9BC83C42-FDF3-4CAE-A3ED-CC080BD9024B}" destId="{502DEBFF-A32B-4CF9-89A5-1DFE52C763A1}" srcOrd="2" destOrd="0" presId="urn:microsoft.com/office/officeart/2005/8/layout/hierarchy6"/>
    <dgm:cxn modelId="{226B6867-BD3F-4BDC-814C-A4B141689E0F}" type="presParOf" srcId="{9BC83C42-FDF3-4CAE-A3ED-CC080BD9024B}" destId="{04C4D86A-3177-455B-97FC-028F283A752C}" srcOrd="3" destOrd="0" presId="urn:microsoft.com/office/officeart/2005/8/layout/hierarchy6"/>
    <dgm:cxn modelId="{54E5070E-FCAF-4495-B639-374076BDFD34}" type="presParOf" srcId="{04C4D86A-3177-455B-97FC-028F283A752C}" destId="{D1F4E15E-3B4B-42D8-862E-A975A9729BD8}" srcOrd="0" destOrd="0" presId="urn:microsoft.com/office/officeart/2005/8/layout/hierarchy6"/>
    <dgm:cxn modelId="{D1D9FDFB-12D7-4A3E-BCE9-3853CA82A63C}" type="presParOf" srcId="{04C4D86A-3177-455B-97FC-028F283A752C}" destId="{45F84E30-5D5D-40A9-A6A4-E0B8BAE90C80}" srcOrd="1" destOrd="0" presId="urn:microsoft.com/office/officeart/2005/8/layout/hierarchy6"/>
    <dgm:cxn modelId="{3C77DAB8-0F54-44D4-80B7-6F7C7FBB83E7}" type="presParOf" srcId="{45F84E30-5D5D-40A9-A6A4-E0B8BAE90C80}" destId="{B4722D48-D7EF-4076-8266-9A5E590F1E74}" srcOrd="0" destOrd="0" presId="urn:microsoft.com/office/officeart/2005/8/layout/hierarchy6"/>
    <dgm:cxn modelId="{27902031-9C82-43A3-9021-0AA2DBC7364A}" type="presParOf" srcId="{45F84E30-5D5D-40A9-A6A4-E0B8BAE90C80}" destId="{E1448878-49DD-47E9-A4FC-135A95398044}" srcOrd="1" destOrd="0" presId="urn:microsoft.com/office/officeart/2005/8/layout/hierarchy6"/>
    <dgm:cxn modelId="{F2185643-9903-43BD-8B8D-A7D50D924E7D}" type="presParOf" srcId="{E1448878-49DD-47E9-A4FC-135A95398044}" destId="{2C10E9C6-3BBF-4485-A51F-2AB9EB39ED63}" srcOrd="0" destOrd="0" presId="urn:microsoft.com/office/officeart/2005/8/layout/hierarchy6"/>
    <dgm:cxn modelId="{FB7BB2CA-2B5B-487C-83CF-9665D4E247A8}" type="presParOf" srcId="{E1448878-49DD-47E9-A4FC-135A95398044}" destId="{321063A6-9742-41AF-B55F-CF611D38901D}" srcOrd="1" destOrd="0" presId="urn:microsoft.com/office/officeart/2005/8/layout/hierarchy6"/>
    <dgm:cxn modelId="{357A3FA5-4D4E-4C84-B7F4-28B0E1546664}" type="presParOf" srcId="{45F84E30-5D5D-40A9-A6A4-E0B8BAE90C80}" destId="{952BE6E0-911E-4241-8DEF-9EF99F09EF10}" srcOrd="2" destOrd="0" presId="urn:microsoft.com/office/officeart/2005/8/layout/hierarchy6"/>
    <dgm:cxn modelId="{4A3E2835-BDAB-49BD-AC7C-FA80F93D1CAC}" type="presParOf" srcId="{45F84E30-5D5D-40A9-A6A4-E0B8BAE90C80}" destId="{F3E6DC6F-5115-46AF-9E84-1FFA47D535FD}" srcOrd="3" destOrd="0" presId="urn:microsoft.com/office/officeart/2005/8/layout/hierarchy6"/>
    <dgm:cxn modelId="{A83F464E-705F-48ED-8A23-7C2479E60F7C}" type="presParOf" srcId="{F3E6DC6F-5115-46AF-9E84-1FFA47D535FD}" destId="{8A52357A-B0B4-4247-9B0F-659CE23DFB6C}" srcOrd="0" destOrd="0" presId="urn:microsoft.com/office/officeart/2005/8/layout/hierarchy6"/>
    <dgm:cxn modelId="{2F711718-28D7-40A5-8675-64C5151E5179}" type="presParOf" srcId="{F3E6DC6F-5115-46AF-9E84-1FFA47D535FD}" destId="{03D29C21-F4AE-43DD-BE97-9911F819CA91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7F7FF6D0-112E-4AFA-A279-0987C2D20715}">
      <dgm:prSet phldrT="[Text]"/>
      <dgm:spPr/>
      <dgm:t>
        <a:bodyPr/>
        <a:lstStyle/>
        <a:p>
          <a:r>
            <a:rPr lang="en-US" dirty="0"/>
            <a:t>4910</a:t>
          </a:r>
        </a:p>
      </dgm:t>
    </dgm:pt>
    <dgm:pt modelId="{BB8D9CE1-0C5A-4237-8E8F-10ADB6FB8D6B}" type="parTrans" cxnId="{1DA665CA-9F08-46CF-88CE-D0887F732507}">
      <dgm:prSet/>
      <dgm:spPr/>
      <dgm:t>
        <a:bodyPr/>
        <a:lstStyle/>
        <a:p>
          <a:endParaRPr lang="en-US"/>
        </a:p>
      </dgm:t>
    </dgm:pt>
    <dgm:pt modelId="{F3DBEA5C-7573-4837-AA31-92E1C308AEF0}" type="sibTrans" cxnId="{1DA665CA-9F08-46CF-88CE-D0887F732507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/>
      <dgm:t>
        <a:bodyPr/>
        <a:lstStyle/>
        <a:p>
          <a:r>
            <a:rPr lang="en-US" dirty="0"/>
            <a:t>5144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/>
      <dgm:t>
        <a:bodyPr/>
        <a:lstStyle/>
        <a:p>
          <a:r>
            <a:rPr lang="en-US" dirty="0"/>
            <a:t>5139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/>
      <dgm:t>
        <a:bodyPr/>
        <a:lstStyle/>
        <a:p>
          <a:r>
            <a:rPr lang="en-US" dirty="0"/>
            <a:t>5040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/>
      <dgm:t>
        <a:bodyPr/>
        <a:lstStyle/>
        <a:p>
          <a:r>
            <a:rPr lang="en-US" dirty="0"/>
            <a:t>5073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4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4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4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4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4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4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4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4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8EDEE330-77EE-4AD7-A556-1ABCCA4C4A49}" type="pres">
      <dgm:prSet presAssocID="{BB8D9CE1-0C5A-4237-8E8F-10ADB6FB8D6B}" presName="Name19" presStyleLbl="parChTrans1D3" presStyleIdx="2" presStyleCnt="4"/>
      <dgm:spPr/>
    </dgm:pt>
    <dgm:pt modelId="{E3A589FB-50FC-4AE5-ACEF-176E15C239F8}" type="pres">
      <dgm:prSet presAssocID="{7F7FF6D0-112E-4AFA-A279-0987C2D20715}" presName="Name21" presStyleCnt="0"/>
      <dgm:spPr/>
    </dgm:pt>
    <dgm:pt modelId="{B3A66481-C015-444E-A158-F2EECADAD76F}" type="pres">
      <dgm:prSet presAssocID="{7F7FF6D0-112E-4AFA-A279-0987C2D20715}" presName="level2Shape" presStyleLbl="node3" presStyleIdx="2" presStyleCnt="4"/>
      <dgm:spPr/>
    </dgm:pt>
    <dgm:pt modelId="{EF6E8AB4-0723-4245-AD83-C3904D3929A5}" type="pres">
      <dgm:prSet presAssocID="{7F7FF6D0-112E-4AFA-A279-0987C2D20715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39A3F458-10FA-4EB8-8BDE-0D92348DF74B}" type="presOf" srcId="{7F7FF6D0-112E-4AFA-A279-0987C2D20715}" destId="{B3A66481-C015-444E-A158-F2EECADAD76F}" srcOrd="0" destOrd="0" presId="urn:microsoft.com/office/officeart/2005/8/layout/hierarchy6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1DA665CA-9F08-46CF-88CE-D0887F732507}" srcId="{56799C93-C579-4090-B2D9-3197DFD7E4A7}" destId="{7F7FF6D0-112E-4AFA-A279-0987C2D20715}" srcOrd="0" destOrd="0" parTransId="{BB8D9CE1-0C5A-4237-8E8F-10ADB6FB8D6B}" sibTransId="{F3DBEA5C-7573-4837-AA31-92E1C308AEF0}"/>
    <dgm:cxn modelId="{9BFE6BD2-928A-45C6-B377-35EB5D1EB77D}" type="presOf" srcId="{BB8D9CE1-0C5A-4237-8E8F-10ADB6FB8D6B}" destId="{8EDEE330-77EE-4AD7-A556-1ABCCA4C4A49}" srcOrd="0" destOrd="0" presId="urn:microsoft.com/office/officeart/2005/8/layout/hierarchy6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7FF98E3B-2CC7-4F7C-A1A3-714926AA961D}" type="presParOf" srcId="{38D3B0D2-0B1D-44BE-938F-DAAF8488FB97}" destId="{8EDEE330-77EE-4AD7-A556-1ABCCA4C4A49}" srcOrd="0" destOrd="0" presId="urn:microsoft.com/office/officeart/2005/8/layout/hierarchy6"/>
    <dgm:cxn modelId="{8D18C195-D63C-4F8B-9098-277BEEC6490D}" type="presParOf" srcId="{38D3B0D2-0B1D-44BE-938F-DAAF8488FB97}" destId="{E3A589FB-50FC-4AE5-ACEF-176E15C239F8}" srcOrd="1" destOrd="0" presId="urn:microsoft.com/office/officeart/2005/8/layout/hierarchy6"/>
    <dgm:cxn modelId="{5F7F3EF6-B728-4CCC-B4CF-EC3A9DC66082}" type="presParOf" srcId="{E3A589FB-50FC-4AE5-ACEF-176E15C239F8}" destId="{B3A66481-C015-444E-A158-F2EECADAD76F}" srcOrd="0" destOrd="0" presId="urn:microsoft.com/office/officeart/2005/8/layout/hierarchy6"/>
    <dgm:cxn modelId="{4F2A6709-6942-4207-B2F6-2AE1516F2AA9}" type="presParOf" srcId="{E3A589FB-50FC-4AE5-ACEF-176E15C239F8}" destId="{EF6E8AB4-0723-4245-AD83-C3904D3929A5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7F7FF6D0-112E-4AFA-A279-0987C2D20715}">
      <dgm:prSet phldrT="[Text]"/>
      <dgm:spPr/>
      <dgm:t>
        <a:bodyPr/>
        <a:lstStyle/>
        <a:p>
          <a:r>
            <a:rPr lang="en-US" dirty="0"/>
            <a:t>4910</a:t>
          </a:r>
        </a:p>
      </dgm:t>
    </dgm:pt>
    <dgm:pt modelId="{BB8D9CE1-0C5A-4237-8E8F-10ADB6FB8D6B}" type="parTrans" cxnId="{1DA665CA-9F08-46CF-88CE-D0887F732507}">
      <dgm:prSet/>
      <dgm:spPr/>
      <dgm:t>
        <a:bodyPr/>
        <a:lstStyle/>
        <a:p>
          <a:endParaRPr lang="en-US"/>
        </a:p>
      </dgm:t>
    </dgm:pt>
    <dgm:pt modelId="{F3DBEA5C-7573-4837-AA31-92E1C308AEF0}" type="sibTrans" cxnId="{1DA665CA-9F08-46CF-88CE-D0887F732507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/>
      <dgm:t>
        <a:bodyPr/>
        <a:lstStyle/>
        <a:p>
          <a:r>
            <a:rPr lang="en-US" dirty="0"/>
            <a:t>5144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/>
      <dgm:t>
        <a:bodyPr/>
        <a:lstStyle/>
        <a:p>
          <a:r>
            <a:rPr lang="en-US" dirty="0"/>
            <a:t>5139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/>
      <dgm:t>
        <a:bodyPr/>
        <a:lstStyle/>
        <a:p>
          <a:r>
            <a:rPr lang="en-US" b="1" dirty="0"/>
            <a:t>5040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/>
      <dgm:t>
        <a:bodyPr/>
        <a:lstStyle/>
        <a:p>
          <a:r>
            <a:rPr lang="en-US" dirty="0"/>
            <a:t>5073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F20019CC-BA8B-45A5-9960-0D4AB0B2FC68}">
      <dgm:prSet phldrT="[Text]"/>
      <dgm:spPr>
        <a:solidFill>
          <a:srgbClr val="FFFF00"/>
        </a:solidFill>
      </dgm:spPr>
      <dgm:t>
        <a:bodyPr/>
        <a:lstStyle/>
        <a:p>
          <a:r>
            <a:rPr lang="en-US" b="1" dirty="0"/>
            <a:t>5150</a:t>
          </a:r>
        </a:p>
      </dgm:t>
    </dgm:pt>
    <dgm:pt modelId="{BEDC2357-B217-4B12-AA4C-A0B5F695CF68}" type="parTrans" cxnId="{EA1F4603-54C7-4F28-880A-25DABD265EF0}">
      <dgm:prSet/>
      <dgm:spPr/>
      <dgm:t>
        <a:bodyPr/>
        <a:lstStyle/>
        <a:p>
          <a:endParaRPr lang="en-US"/>
        </a:p>
      </dgm:t>
    </dgm:pt>
    <dgm:pt modelId="{1855188E-CAFC-4E8F-9D76-5D0883B582B4}" type="sibTrans" cxnId="{EA1F4603-54C7-4F28-880A-25DABD265EF0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5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5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5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5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5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5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5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5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69C3670A-1514-4A63-9A6E-6F43E7A9157D}" type="pres">
      <dgm:prSet presAssocID="{BEDC2357-B217-4B12-AA4C-A0B5F695CF68}" presName="Name19" presStyleLbl="parChTrans1D3" presStyleIdx="2" presStyleCnt="4"/>
      <dgm:spPr/>
    </dgm:pt>
    <dgm:pt modelId="{0D25EA4B-9378-4B14-914E-1C19DC5BF032}" type="pres">
      <dgm:prSet presAssocID="{F20019CC-BA8B-45A5-9960-0D4AB0B2FC68}" presName="Name21" presStyleCnt="0"/>
      <dgm:spPr/>
    </dgm:pt>
    <dgm:pt modelId="{D82EA27A-E629-4358-81A0-AE031994D5ED}" type="pres">
      <dgm:prSet presAssocID="{F20019CC-BA8B-45A5-9960-0D4AB0B2FC68}" presName="level2Shape" presStyleLbl="node3" presStyleIdx="2" presStyleCnt="4"/>
      <dgm:spPr/>
    </dgm:pt>
    <dgm:pt modelId="{E9D543B6-269A-4BF0-8B76-2B705864E937}" type="pres">
      <dgm:prSet presAssocID="{F20019CC-BA8B-45A5-9960-0D4AB0B2FC68}" presName="hierChild3" presStyleCnt="0"/>
      <dgm:spPr/>
    </dgm:pt>
    <dgm:pt modelId="{8EDEE330-77EE-4AD7-A556-1ABCCA4C4A49}" type="pres">
      <dgm:prSet presAssocID="{BB8D9CE1-0C5A-4237-8E8F-10ADB6FB8D6B}" presName="Name19" presStyleLbl="parChTrans1D4" presStyleIdx="4" presStyleCnt="5"/>
      <dgm:spPr/>
    </dgm:pt>
    <dgm:pt modelId="{E3A589FB-50FC-4AE5-ACEF-176E15C239F8}" type="pres">
      <dgm:prSet presAssocID="{7F7FF6D0-112E-4AFA-A279-0987C2D20715}" presName="Name21" presStyleCnt="0"/>
      <dgm:spPr/>
    </dgm:pt>
    <dgm:pt modelId="{B3A66481-C015-444E-A158-F2EECADAD76F}" type="pres">
      <dgm:prSet presAssocID="{7F7FF6D0-112E-4AFA-A279-0987C2D20715}" presName="level2Shape" presStyleLbl="node4" presStyleIdx="4" presStyleCnt="5"/>
      <dgm:spPr/>
    </dgm:pt>
    <dgm:pt modelId="{EF6E8AB4-0723-4245-AD83-C3904D3929A5}" type="pres">
      <dgm:prSet presAssocID="{7F7FF6D0-112E-4AFA-A279-0987C2D20715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EA1F4603-54C7-4F28-880A-25DABD265EF0}" srcId="{56799C93-C579-4090-B2D9-3197DFD7E4A7}" destId="{F20019CC-BA8B-45A5-9960-0D4AB0B2FC68}" srcOrd="0" destOrd="0" parTransId="{BEDC2357-B217-4B12-AA4C-A0B5F695CF68}" sibTransId="{1855188E-CAFC-4E8F-9D76-5D0883B582B4}"/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0E05450D-113D-4083-9EDF-F9CA4B2EB437}" type="presOf" srcId="{7F7FF6D0-112E-4AFA-A279-0987C2D20715}" destId="{B3A66481-C015-444E-A158-F2EECADAD76F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11456A8A-FFB7-46BC-87EB-C9B96337DA10}" type="presOf" srcId="{F20019CC-BA8B-45A5-9960-0D4AB0B2FC68}" destId="{D82EA27A-E629-4358-81A0-AE031994D5ED}" srcOrd="0" destOrd="0" presId="urn:microsoft.com/office/officeart/2005/8/layout/hierarchy6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DEE9DD97-F155-4072-803C-72439E68157C}" type="presOf" srcId="{BB8D9CE1-0C5A-4237-8E8F-10ADB6FB8D6B}" destId="{8EDEE330-77EE-4AD7-A556-1ABCCA4C4A49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AD7A58B9-D4CF-4544-A128-881D374FCD61}" type="presOf" srcId="{BEDC2357-B217-4B12-AA4C-A0B5F695CF68}" destId="{69C3670A-1514-4A63-9A6E-6F43E7A9157D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1DA665CA-9F08-46CF-88CE-D0887F732507}" srcId="{F20019CC-BA8B-45A5-9960-0D4AB0B2FC68}" destId="{7F7FF6D0-112E-4AFA-A279-0987C2D20715}" srcOrd="0" destOrd="0" parTransId="{BB8D9CE1-0C5A-4237-8E8F-10ADB6FB8D6B}" sibTransId="{F3DBEA5C-7573-4837-AA31-92E1C308AEF0}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F8A528A4-1C56-455D-B217-BE852884E39A}" type="presParOf" srcId="{38D3B0D2-0B1D-44BE-938F-DAAF8488FB97}" destId="{69C3670A-1514-4A63-9A6E-6F43E7A9157D}" srcOrd="0" destOrd="0" presId="urn:microsoft.com/office/officeart/2005/8/layout/hierarchy6"/>
    <dgm:cxn modelId="{EE7A7922-4647-473B-B5C5-A5D95FA80371}" type="presParOf" srcId="{38D3B0D2-0B1D-44BE-938F-DAAF8488FB97}" destId="{0D25EA4B-9378-4B14-914E-1C19DC5BF032}" srcOrd="1" destOrd="0" presId="urn:microsoft.com/office/officeart/2005/8/layout/hierarchy6"/>
    <dgm:cxn modelId="{805691D3-0220-4666-B71E-E82FEC0BE5AA}" type="presParOf" srcId="{0D25EA4B-9378-4B14-914E-1C19DC5BF032}" destId="{D82EA27A-E629-4358-81A0-AE031994D5ED}" srcOrd="0" destOrd="0" presId="urn:microsoft.com/office/officeart/2005/8/layout/hierarchy6"/>
    <dgm:cxn modelId="{79D3C354-D774-4C86-B397-79BCD56C33ED}" type="presParOf" srcId="{0D25EA4B-9378-4B14-914E-1C19DC5BF032}" destId="{E9D543B6-269A-4BF0-8B76-2B705864E937}" srcOrd="1" destOrd="0" presId="urn:microsoft.com/office/officeart/2005/8/layout/hierarchy6"/>
    <dgm:cxn modelId="{665104A6-3DE2-4E10-9060-EE457C3BB1C3}" type="presParOf" srcId="{E9D543B6-269A-4BF0-8B76-2B705864E937}" destId="{8EDEE330-77EE-4AD7-A556-1ABCCA4C4A49}" srcOrd="0" destOrd="0" presId="urn:microsoft.com/office/officeart/2005/8/layout/hierarchy6"/>
    <dgm:cxn modelId="{0CD1DA09-D0D2-40B6-87CD-05E6A981B3FA}" type="presParOf" srcId="{E9D543B6-269A-4BF0-8B76-2B705864E937}" destId="{E3A589FB-50FC-4AE5-ACEF-176E15C239F8}" srcOrd="1" destOrd="0" presId="urn:microsoft.com/office/officeart/2005/8/layout/hierarchy6"/>
    <dgm:cxn modelId="{FCE6D455-F656-4CD3-B7C2-F72F88A58E96}" type="presParOf" srcId="{E3A589FB-50FC-4AE5-ACEF-176E15C239F8}" destId="{B3A66481-C015-444E-A158-F2EECADAD76F}" srcOrd="0" destOrd="0" presId="urn:microsoft.com/office/officeart/2005/8/layout/hierarchy6"/>
    <dgm:cxn modelId="{C1BBC3E8-0F6B-414E-989B-8F481A6386B6}" type="presParOf" srcId="{E3A589FB-50FC-4AE5-ACEF-176E15C239F8}" destId="{EF6E8AB4-0723-4245-AD83-C3904D3929A5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7F7FF6D0-112E-4AFA-A279-0987C2D20715}">
      <dgm:prSet phldrT="[Text]"/>
      <dgm:spPr/>
      <dgm:t>
        <a:bodyPr/>
        <a:lstStyle/>
        <a:p>
          <a:r>
            <a:rPr lang="en-US" b="1" dirty="0"/>
            <a:t>4910</a:t>
          </a:r>
        </a:p>
      </dgm:t>
    </dgm:pt>
    <dgm:pt modelId="{BB8D9CE1-0C5A-4237-8E8F-10ADB6FB8D6B}" type="parTrans" cxnId="{1DA665CA-9F08-46CF-88CE-D0887F732507}">
      <dgm:prSet/>
      <dgm:spPr/>
      <dgm:t>
        <a:bodyPr/>
        <a:lstStyle/>
        <a:p>
          <a:endParaRPr lang="en-US"/>
        </a:p>
      </dgm:t>
    </dgm:pt>
    <dgm:pt modelId="{F3DBEA5C-7573-4837-AA31-92E1C308AEF0}" type="sibTrans" cxnId="{1DA665CA-9F08-46CF-88CE-D0887F732507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/>
      <dgm:t>
        <a:bodyPr/>
        <a:lstStyle/>
        <a:p>
          <a:r>
            <a:rPr lang="en-US" dirty="0"/>
            <a:t>5144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/>
      <dgm:t>
        <a:bodyPr/>
        <a:lstStyle/>
        <a:p>
          <a:r>
            <a:rPr lang="en-US" dirty="0"/>
            <a:t>5139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/>
      <dgm:t>
        <a:bodyPr/>
        <a:lstStyle/>
        <a:p>
          <a:r>
            <a:rPr lang="en-US" dirty="0"/>
            <a:t>5040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/>
      <dgm:t>
        <a:bodyPr/>
        <a:lstStyle/>
        <a:p>
          <a:r>
            <a:rPr lang="en-US" dirty="0"/>
            <a:t>5073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8095E3A8-1D7D-49F1-B3D9-D5CF7FD88521}">
      <dgm:prSet phldrT="[Text]"/>
      <dgm:spPr>
        <a:solidFill>
          <a:srgbClr val="FFFF00"/>
        </a:solidFill>
      </dgm:spPr>
      <dgm:t>
        <a:bodyPr/>
        <a:lstStyle/>
        <a:p>
          <a:r>
            <a:rPr lang="en-US" b="1" dirty="0"/>
            <a:t>5150</a:t>
          </a:r>
        </a:p>
      </dgm:t>
    </dgm:pt>
    <dgm:pt modelId="{954D18EA-2D18-4931-AD9F-804BB845E112}" type="parTrans" cxnId="{43876602-D48E-4852-8E7A-1AAAD0997D79}">
      <dgm:prSet/>
      <dgm:spPr/>
      <dgm:t>
        <a:bodyPr/>
        <a:lstStyle/>
        <a:p>
          <a:endParaRPr lang="en-US"/>
        </a:p>
      </dgm:t>
    </dgm:pt>
    <dgm:pt modelId="{267AB23E-CC68-4A98-8916-546FDAB29624}" type="sibTrans" cxnId="{43876602-D48E-4852-8E7A-1AAAD0997D79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5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5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5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5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5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5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5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5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8EDEE330-77EE-4AD7-A556-1ABCCA4C4A49}" type="pres">
      <dgm:prSet presAssocID="{BB8D9CE1-0C5A-4237-8E8F-10ADB6FB8D6B}" presName="Name19" presStyleLbl="parChTrans1D3" presStyleIdx="2" presStyleCnt="4"/>
      <dgm:spPr/>
    </dgm:pt>
    <dgm:pt modelId="{E3A589FB-50FC-4AE5-ACEF-176E15C239F8}" type="pres">
      <dgm:prSet presAssocID="{7F7FF6D0-112E-4AFA-A279-0987C2D20715}" presName="Name21" presStyleCnt="0"/>
      <dgm:spPr/>
    </dgm:pt>
    <dgm:pt modelId="{B3A66481-C015-444E-A158-F2EECADAD76F}" type="pres">
      <dgm:prSet presAssocID="{7F7FF6D0-112E-4AFA-A279-0987C2D20715}" presName="level2Shape" presStyleLbl="node3" presStyleIdx="2" presStyleCnt="4"/>
      <dgm:spPr/>
    </dgm:pt>
    <dgm:pt modelId="{EF6E8AB4-0723-4245-AD83-C3904D3929A5}" type="pres">
      <dgm:prSet presAssocID="{7F7FF6D0-112E-4AFA-A279-0987C2D20715}" presName="hierChild3" presStyleCnt="0"/>
      <dgm:spPr/>
    </dgm:pt>
    <dgm:pt modelId="{C699C1BD-71B6-4353-9A9E-3BA55540F2E0}" type="pres">
      <dgm:prSet presAssocID="{954D18EA-2D18-4931-AD9F-804BB845E112}" presName="Name19" presStyleLbl="parChTrans1D4" presStyleIdx="4" presStyleCnt="5"/>
      <dgm:spPr/>
    </dgm:pt>
    <dgm:pt modelId="{10AFA81D-A487-4F2E-A4CB-1C9C2355E113}" type="pres">
      <dgm:prSet presAssocID="{8095E3A8-1D7D-49F1-B3D9-D5CF7FD88521}" presName="Name21" presStyleCnt="0"/>
      <dgm:spPr/>
    </dgm:pt>
    <dgm:pt modelId="{CDC5D4B2-2B2B-49E8-ADAF-EBD9344B3C30}" type="pres">
      <dgm:prSet presAssocID="{8095E3A8-1D7D-49F1-B3D9-D5CF7FD88521}" presName="level2Shape" presStyleLbl="node4" presStyleIdx="4" presStyleCnt="5"/>
      <dgm:spPr/>
    </dgm:pt>
    <dgm:pt modelId="{3C68BC2E-C8D1-4EAA-9E02-854A0A3AEBAA}" type="pres">
      <dgm:prSet presAssocID="{8095E3A8-1D7D-49F1-B3D9-D5CF7FD88521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43876602-D48E-4852-8E7A-1AAAD0997D79}" srcId="{7F7FF6D0-112E-4AFA-A279-0987C2D20715}" destId="{8095E3A8-1D7D-49F1-B3D9-D5CF7FD88521}" srcOrd="0" destOrd="0" parTransId="{954D18EA-2D18-4931-AD9F-804BB845E112}" sibTransId="{267AB23E-CC68-4A98-8916-546FDAB29624}"/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0D596D15-A16C-42EF-BDFE-181AE36D6076}" type="presOf" srcId="{8095E3A8-1D7D-49F1-B3D9-D5CF7FD88521}" destId="{CDC5D4B2-2B2B-49E8-ADAF-EBD9344B3C30}" srcOrd="0" destOrd="0" presId="urn:microsoft.com/office/officeart/2005/8/layout/hierarchy6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E120BC55-4821-4CC6-A1A6-7420C8DAA0B7}" type="presOf" srcId="{954D18EA-2D18-4931-AD9F-804BB845E112}" destId="{C699C1BD-71B6-4353-9A9E-3BA55540F2E0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39A3F458-10FA-4EB8-8BDE-0D92348DF74B}" type="presOf" srcId="{7F7FF6D0-112E-4AFA-A279-0987C2D20715}" destId="{B3A66481-C015-444E-A158-F2EECADAD76F}" srcOrd="0" destOrd="0" presId="urn:microsoft.com/office/officeart/2005/8/layout/hierarchy6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1DA665CA-9F08-46CF-88CE-D0887F732507}" srcId="{56799C93-C579-4090-B2D9-3197DFD7E4A7}" destId="{7F7FF6D0-112E-4AFA-A279-0987C2D20715}" srcOrd="0" destOrd="0" parTransId="{BB8D9CE1-0C5A-4237-8E8F-10ADB6FB8D6B}" sibTransId="{F3DBEA5C-7573-4837-AA31-92E1C308AEF0}"/>
    <dgm:cxn modelId="{9BFE6BD2-928A-45C6-B377-35EB5D1EB77D}" type="presOf" srcId="{BB8D9CE1-0C5A-4237-8E8F-10ADB6FB8D6B}" destId="{8EDEE330-77EE-4AD7-A556-1ABCCA4C4A49}" srcOrd="0" destOrd="0" presId="urn:microsoft.com/office/officeart/2005/8/layout/hierarchy6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7FF98E3B-2CC7-4F7C-A1A3-714926AA961D}" type="presParOf" srcId="{38D3B0D2-0B1D-44BE-938F-DAAF8488FB97}" destId="{8EDEE330-77EE-4AD7-A556-1ABCCA4C4A49}" srcOrd="0" destOrd="0" presId="urn:microsoft.com/office/officeart/2005/8/layout/hierarchy6"/>
    <dgm:cxn modelId="{8D18C195-D63C-4F8B-9098-277BEEC6490D}" type="presParOf" srcId="{38D3B0D2-0B1D-44BE-938F-DAAF8488FB97}" destId="{E3A589FB-50FC-4AE5-ACEF-176E15C239F8}" srcOrd="1" destOrd="0" presId="urn:microsoft.com/office/officeart/2005/8/layout/hierarchy6"/>
    <dgm:cxn modelId="{5F7F3EF6-B728-4CCC-B4CF-EC3A9DC66082}" type="presParOf" srcId="{E3A589FB-50FC-4AE5-ACEF-176E15C239F8}" destId="{B3A66481-C015-444E-A158-F2EECADAD76F}" srcOrd="0" destOrd="0" presId="urn:microsoft.com/office/officeart/2005/8/layout/hierarchy6"/>
    <dgm:cxn modelId="{4F2A6709-6942-4207-B2F6-2AE1516F2AA9}" type="presParOf" srcId="{E3A589FB-50FC-4AE5-ACEF-176E15C239F8}" destId="{EF6E8AB4-0723-4245-AD83-C3904D3929A5}" srcOrd="1" destOrd="0" presId="urn:microsoft.com/office/officeart/2005/8/layout/hierarchy6"/>
    <dgm:cxn modelId="{79DF003B-ECD0-4C65-956C-796C5DC45A3F}" type="presParOf" srcId="{EF6E8AB4-0723-4245-AD83-C3904D3929A5}" destId="{C699C1BD-71B6-4353-9A9E-3BA55540F2E0}" srcOrd="0" destOrd="0" presId="urn:microsoft.com/office/officeart/2005/8/layout/hierarchy6"/>
    <dgm:cxn modelId="{8D571897-4209-47D9-8A4C-F23CD356F505}" type="presParOf" srcId="{EF6E8AB4-0723-4245-AD83-C3904D3929A5}" destId="{10AFA81D-A487-4F2E-A4CB-1C9C2355E113}" srcOrd="1" destOrd="0" presId="urn:microsoft.com/office/officeart/2005/8/layout/hierarchy6"/>
    <dgm:cxn modelId="{93C6C979-A205-412A-BFE8-55082390E49F}" type="presParOf" srcId="{10AFA81D-A487-4F2E-A4CB-1C9C2355E113}" destId="{CDC5D4B2-2B2B-49E8-ADAF-EBD9344B3C30}" srcOrd="0" destOrd="0" presId="urn:microsoft.com/office/officeart/2005/8/layout/hierarchy6"/>
    <dgm:cxn modelId="{BA4407D7-8BBF-4423-AA67-D133CBB04915}" type="presParOf" srcId="{10AFA81D-A487-4F2E-A4CB-1C9C2355E113}" destId="{3C68BC2E-C8D1-4EAA-9E02-854A0A3AEBAA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7F7FF6D0-112E-4AFA-A279-0987C2D20715}">
      <dgm:prSet phldrT="[Text]"/>
      <dgm:spPr/>
      <dgm:t>
        <a:bodyPr/>
        <a:lstStyle/>
        <a:p>
          <a:r>
            <a:rPr lang="en-US" dirty="0"/>
            <a:t>4910</a:t>
          </a:r>
        </a:p>
      </dgm:t>
    </dgm:pt>
    <dgm:pt modelId="{BB8D9CE1-0C5A-4237-8E8F-10ADB6FB8D6B}" type="parTrans" cxnId="{1DA665CA-9F08-46CF-88CE-D0887F732507}">
      <dgm:prSet/>
      <dgm:spPr/>
      <dgm:t>
        <a:bodyPr/>
        <a:lstStyle/>
        <a:p>
          <a:endParaRPr lang="en-US"/>
        </a:p>
      </dgm:t>
    </dgm:pt>
    <dgm:pt modelId="{F3DBEA5C-7573-4837-AA31-92E1C308AEF0}" type="sibTrans" cxnId="{1DA665CA-9F08-46CF-88CE-D0887F732507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/>
      <dgm:t>
        <a:bodyPr/>
        <a:lstStyle/>
        <a:p>
          <a:r>
            <a:rPr lang="en-US" b="1" dirty="0"/>
            <a:t>5144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/>
      <dgm:t>
        <a:bodyPr/>
        <a:lstStyle/>
        <a:p>
          <a:r>
            <a:rPr lang="en-US" dirty="0"/>
            <a:t>5139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>
        <a:solidFill>
          <a:srgbClr val="FFFF00"/>
        </a:solidFill>
      </dgm:spPr>
      <dgm:t>
        <a:bodyPr/>
        <a:lstStyle/>
        <a:p>
          <a:r>
            <a:rPr lang="en-US" b="1" dirty="0"/>
            <a:t>5150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/>
      <dgm:t>
        <a:bodyPr/>
        <a:lstStyle/>
        <a:p>
          <a:r>
            <a:rPr lang="en-US" dirty="0"/>
            <a:t>5073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F20019CC-BA8B-45A5-9960-0D4AB0B2FC68}">
      <dgm:prSet phldrT="[Text]"/>
      <dgm:spPr>
        <a:noFill/>
      </dgm:spPr>
      <dgm:t>
        <a:bodyPr/>
        <a:lstStyle/>
        <a:p>
          <a:r>
            <a:rPr lang="en-US" dirty="0"/>
            <a:t>5040</a:t>
          </a:r>
        </a:p>
      </dgm:t>
    </dgm:pt>
    <dgm:pt modelId="{BEDC2357-B217-4B12-AA4C-A0B5F695CF68}" type="parTrans" cxnId="{EA1F4603-54C7-4F28-880A-25DABD265EF0}">
      <dgm:prSet/>
      <dgm:spPr/>
      <dgm:t>
        <a:bodyPr/>
        <a:lstStyle/>
        <a:p>
          <a:endParaRPr lang="en-US"/>
        </a:p>
      </dgm:t>
    </dgm:pt>
    <dgm:pt modelId="{1855188E-CAFC-4E8F-9D76-5D0883B582B4}" type="sibTrans" cxnId="{EA1F4603-54C7-4F28-880A-25DABD265EF0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5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5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5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5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5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5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5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5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69C3670A-1514-4A63-9A6E-6F43E7A9157D}" type="pres">
      <dgm:prSet presAssocID="{BEDC2357-B217-4B12-AA4C-A0B5F695CF68}" presName="Name19" presStyleLbl="parChTrans1D3" presStyleIdx="2" presStyleCnt="4"/>
      <dgm:spPr/>
    </dgm:pt>
    <dgm:pt modelId="{0D25EA4B-9378-4B14-914E-1C19DC5BF032}" type="pres">
      <dgm:prSet presAssocID="{F20019CC-BA8B-45A5-9960-0D4AB0B2FC68}" presName="Name21" presStyleCnt="0"/>
      <dgm:spPr/>
    </dgm:pt>
    <dgm:pt modelId="{D82EA27A-E629-4358-81A0-AE031994D5ED}" type="pres">
      <dgm:prSet presAssocID="{F20019CC-BA8B-45A5-9960-0D4AB0B2FC68}" presName="level2Shape" presStyleLbl="node3" presStyleIdx="2" presStyleCnt="4"/>
      <dgm:spPr/>
    </dgm:pt>
    <dgm:pt modelId="{E9D543B6-269A-4BF0-8B76-2B705864E937}" type="pres">
      <dgm:prSet presAssocID="{F20019CC-BA8B-45A5-9960-0D4AB0B2FC68}" presName="hierChild3" presStyleCnt="0"/>
      <dgm:spPr/>
    </dgm:pt>
    <dgm:pt modelId="{8EDEE330-77EE-4AD7-A556-1ABCCA4C4A49}" type="pres">
      <dgm:prSet presAssocID="{BB8D9CE1-0C5A-4237-8E8F-10ADB6FB8D6B}" presName="Name19" presStyleLbl="parChTrans1D4" presStyleIdx="4" presStyleCnt="5"/>
      <dgm:spPr/>
    </dgm:pt>
    <dgm:pt modelId="{E3A589FB-50FC-4AE5-ACEF-176E15C239F8}" type="pres">
      <dgm:prSet presAssocID="{7F7FF6D0-112E-4AFA-A279-0987C2D20715}" presName="Name21" presStyleCnt="0"/>
      <dgm:spPr/>
    </dgm:pt>
    <dgm:pt modelId="{B3A66481-C015-444E-A158-F2EECADAD76F}" type="pres">
      <dgm:prSet presAssocID="{7F7FF6D0-112E-4AFA-A279-0987C2D20715}" presName="level2Shape" presStyleLbl="node4" presStyleIdx="4" presStyleCnt="5"/>
      <dgm:spPr/>
    </dgm:pt>
    <dgm:pt modelId="{EF6E8AB4-0723-4245-AD83-C3904D3929A5}" type="pres">
      <dgm:prSet presAssocID="{7F7FF6D0-112E-4AFA-A279-0987C2D20715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EA1F4603-54C7-4F28-880A-25DABD265EF0}" srcId="{56799C93-C579-4090-B2D9-3197DFD7E4A7}" destId="{F20019CC-BA8B-45A5-9960-0D4AB0B2FC68}" srcOrd="0" destOrd="0" parTransId="{BEDC2357-B217-4B12-AA4C-A0B5F695CF68}" sibTransId="{1855188E-CAFC-4E8F-9D76-5D0883B582B4}"/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0E05450D-113D-4083-9EDF-F9CA4B2EB437}" type="presOf" srcId="{7F7FF6D0-112E-4AFA-A279-0987C2D20715}" destId="{B3A66481-C015-444E-A158-F2EECADAD76F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11456A8A-FFB7-46BC-87EB-C9B96337DA10}" type="presOf" srcId="{F20019CC-BA8B-45A5-9960-0D4AB0B2FC68}" destId="{D82EA27A-E629-4358-81A0-AE031994D5ED}" srcOrd="0" destOrd="0" presId="urn:microsoft.com/office/officeart/2005/8/layout/hierarchy6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DEE9DD97-F155-4072-803C-72439E68157C}" type="presOf" srcId="{BB8D9CE1-0C5A-4237-8E8F-10ADB6FB8D6B}" destId="{8EDEE330-77EE-4AD7-A556-1ABCCA4C4A49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AD7A58B9-D4CF-4544-A128-881D374FCD61}" type="presOf" srcId="{BEDC2357-B217-4B12-AA4C-A0B5F695CF68}" destId="{69C3670A-1514-4A63-9A6E-6F43E7A9157D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1DA665CA-9F08-46CF-88CE-D0887F732507}" srcId="{F20019CC-BA8B-45A5-9960-0D4AB0B2FC68}" destId="{7F7FF6D0-112E-4AFA-A279-0987C2D20715}" srcOrd="0" destOrd="0" parTransId="{BB8D9CE1-0C5A-4237-8E8F-10ADB6FB8D6B}" sibTransId="{F3DBEA5C-7573-4837-AA31-92E1C308AEF0}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F8A528A4-1C56-455D-B217-BE852884E39A}" type="presParOf" srcId="{38D3B0D2-0B1D-44BE-938F-DAAF8488FB97}" destId="{69C3670A-1514-4A63-9A6E-6F43E7A9157D}" srcOrd="0" destOrd="0" presId="urn:microsoft.com/office/officeart/2005/8/layout/hierarchy6"/>
    <dgm:cxn modelId="{EE7A7922-4647-473B-B5C5-A5D95FA80371}" type="presParOf" srcId="{38D3B0D2-0B1D-44BE-938F-DAAF8488FB97}" destId="{0D25EA4B-9378-4B14-914E-1C19DC5BF032}" srcOrd="1" destOrd="0" presId="urn:microsoft.com/office/officeart/2005/8/layout/hierarchy6"/>
    <dgm:cxn modelId="{805691D3-0220-4666-B71E-E82FEC0BE5AA}" type="presParOf" srcId="{0D25EA4B-9378-4B14-914E-1C19DC5BF032}" destId="{D82EA27A-E629-4358-81A0-AE031994D5ED}" srcOrd="0" destOrd="0" presId="urn:microsoft.com/office/officeart/2005/8/layout/hierarchy6"/>
    <dgm:cxn modelId="{79D3C354-D774-4C86-B397-79BCD56C33ED}" type="presParOf" srcId="{0D25EA4B-9378-4B14-914E-1C19DC5BF032}" destId="{E9D543B6-269A-4BF0-8B76-2B705864E937}" srcOrd="1" destOrd="0" presId="urn:microsoft.com/office/officeart/2005/8/layout/hierarchy6"/>
    <dgm:cxn modelId="{665104A6-3DE2-4E10-9060-EE457C3BB1C3}" type="presParOf" srcId="{E9D543B6-269A-4BF0-8B76-2B705864E937}" destId="{8EDEE330-77EE-4AD7-A556-1ABCCA4C4A49}" srcOrd="0" destOrd="0" presId="urn:microsoft.com/office/officeart/2005/8/layout/hierarchy6"/>
    <dgm:cxn modelId="{0CD1DA09-D0D2-40B6-87CD-05E6A981B3FA}" type="presParOf" srcId="{E9D543B6-269A-4BF0-8B76-2B705864E937}" destId="{E3A589FB-50FC-4AE5-ACEF-176E15C239F8}" srcOrd="1" destOrd="0" presId="urn:microsoft.com/office/officeart/2005/8/layout/hierarchy6"/>
    <dgm:cxn modelId="{FCE6D455-F656-4CD3-B7C2-F72F88A58E96}" type="presParOf" srcId="{E3A589FB-50FC-4AE5-ACEF-176E15C239F8}" destId="{B3A66481-C015-444E-A158-F2EECADAD76F}" srcOrd="0" destOrd="0" presId="urn:microsoft.com/office/officeart/2005/8/layout/hierarchy6"/>
    <dgm:cxn modelId="{C1BBC3E8-0F6B-414E-989B-8F481A6386B6}" type="presParOf" srcId="{E3A589FB-50FC-4AE5-ACEF-176E15C239F8}" destId="{EF6E8AB4-0723-4245-AD83-C3904D3929A5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7F7FF6D0-112E-4AFA-A279-0987C2D20715}">
      <dgm:prSet phldrT="[Text]"/>
      <dgm:spPr/>
      <dgm:t>
        <a:bodyPr/>
        <a:lstStyle/>
        <a:p>
          <a:r>
            <a:rPr lang="en-US" dirty="0"/>
            <a:t>4910</a:t>
          </a:r>
        </a:p>
      </dgm:t>
    </dgm:pt>
    <dgm:pt modelId="{BB8D9CE1-0C5A-4237-8E8F-10ADB6FB8D6B}" type="parTrans" cxnId="{1DA665CA-9F08-46CF-88CE-D0887F732507}">
      <dgm:prSet/>
      <dgm:spPr/>
      <dgm:t>
        <a:bodyPr/>
        <a:lstStyle/>
        <a:p>
          <a:endParaRPr lang="en-US"/>
        </a:p>
      </dgm:t>
    </dgm:pt>
    <dgm:pt modelId="{F3DBEA5C-7573-4837-AA31-92E1C308AEF0}" type="sibTrans" cxnId="{1DA665CA-9F08-46CF-88CE-D0887F732507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>
        <a:solidFill>
          <a:srgbClr val="92D050"/>
        </a:solidFill>
      </dgm:spPr>
      <dgm:t>
        <a:bodyPr/>
        <a:lstStyle/>
        <a:p>
          <a:r>
            <a:rPr lang="en-US" b="1" dirty="0"/>
            <a:t>5150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/>
      <dgm:t>
        <a:bodyPr/>
        <a:lstStyle/>
        <a:p>
          <a:r>
            <a:rPr lang="en-US" dirty="0"/>
            <a:t>5139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>
        <a:noFill/>
      </dgm:spPr>
      <dgm:t>
        <a:bodyPr/>
        <a:lstStyle/>
        <a:p>
          <a:r>
            <a:rPr lang="en-US" dirty="0"/>
            <a:t>5144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/>
      <dgm:t>
        <a:bodyPr/>
        <a:lstStyle/>
        <a:p>
          <a:r>
            <a:rPr lang="en-US" dirty="0"/>
            <a:t>5073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F20019CC-BA8B-45A5-9960-0D4AB0B2FC68}">
      <dgm:prSet phldrT="[Text]"/>
      <dgm:spPr>
        <a:noFill/>
      </dgm:spPr>
      <dgm:t>
        <a:bodyPr/>
        <a:lstStyle/>
        <a:p>
          <a:r>
            <a:rPr lang="en-US" dirty="0"/>
            <a:t>5040</a:t>
          </a:r>
        </a:p>
      </dgm:t>
    </dgm:pt>
    <dgm:pt modelId="{BEDC2357-B217-4B12-AA4C-A0B5F695CF68}" type="parTrans" cxnId="{EA1F4603-54C7-4F28-880A-25DABD265EF0}">
      <dgm:prSet/>
      <dgm:spPr/>
      <dgm:t>
        <a:bodyPr/>
        <a:lstStyle/>
        <a:p>
          <a:endParaRPr lang="en-US"/>
        </a:p>
      </dgm:t>
    </dgm:pt>
    <dgm:pt modelId="{1855188E-CAFC-4E8F-9D76-5D0883B582B4}" type="sibTrans" cxnId="{EA1F4603-54C7-4F28-880A-25DABD265EF0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5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5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5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5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5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5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5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5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69C3670A-1514-4A63-9A6E-6F43E7A9157D}" type="pres">
      <dgm:prSet presAssocID="{BEDC2357-B217-4B12-AA4C-A0B5F695CF68}" presName="Name19" presStyleLbl="parChTrans1D3" presStyleIdx="2" presStyleCnt="4"/>
      <dgm:spPr/>
    </dgm:pt>
    <dgm:pt modelId="{0D25EA4B-9378-4B14-914E-1C19DC5BF032}" type="pres">
      <dgm:prSet presAssocID="{F20019CC-BA8B-45A5-9960-0D4AB0B2FC68}" presName="Name21" presStyleCnt="0"/>
      <dgm:spPr/>
    </dgm:pt>
    <dgm:pt modelId="{D82EA27A-E629-4358-81A0-AE031994D5ED}" type="pres">
      <dgm:prSet presAssocID="{F20019CC-BA8B-45A5-9960-0D4AB0B2FC68}" presName="level2Shape" presStyleLbl="node3" presStyleIdx="2" presStyleCnt="4"/>
      <dgm:spPr/>
    </dgm:pt>
    <dgm:pt modelId="{E9D543B6-269A-4BF0-8B76-2B705864E937}" type="pres">
      <dgm:prSet presAssocID="{F20019CC-BA8B-45A5-9960-0D4AB0B2FC68}" presName="hierChild3" presStyleCnt="0"/>
      <dgm:spPr/>
    </dgm:pt>
    <dgm:pt modelId="{8EDEE330-77EE-4AD7-A556-1ABCCA4C4A49}" type="pres">
      <dgm:prSet presAssocID="{BB8D9CE1-0C5A-4237-8E8F-10ADB6FB8D6B}" presName="Name19" presStyleLbl="parChTrans1D4" presStyleIdx="4" presStyleCnt="5"/>
      <dgm:spPr/>
    </dgm:pt>
    <dgm:pt modelId="{E3A589FB-50FC-4AE5-ACEF-176E15C239F8}" type="pres">
      <dgm:prSet presAssocID="{7F7FF6D0-112E-4AFA-A279-0987C2D20715}" presName="Name21" presStyleCnt="0"/>
      <dgm:spPr/>
    </dgm:pt>
    <dgm:pt modelId="{B3A66481-C015-444E-A158-F2EECADAD76F}" type="pres">
      <dgm:prSet presAssocID="{7F7FF6D0-112E-4AFA-A279-0987C2D20715}" presName="level2Shape" presStyleLbl="node4" presStyleIdx="4" presStyleCnt="5"/>
      <dgm:spPr/>
    </dgm:pt>
    <dgm:pt modelId="{EF6E8AB4-0723-4245-AD83-C3904D3929A5}" type="pres">
      <dgm:prSet presAssocID="{7F7FF6D0-112E-4AFA-A279-0987C2D20715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EA1F4603-54C7-4F28-880A-25DABD265EF0}" srcId="{56799C93-C579-4090-B2D9-3197DFD7E4A7}" destId="{F20019CC-BA8B-45A5-9960-0D4AB0B2FC68}" srcOrd="0" destOrd="0" parTransId="{BEDC2357-B217-4B12-AA4C-A0B5F695CF68}" sibTransId="{1855188E-CAFC-4E8F-9D76-5D0883B582B4}"/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0E05450D-113D-4083-9EDF-F9CA4B2EB437}" type="presOf" srcId="{7F7FF6D0-112E-4AFA-A279-0987C2D20715}" destId="{B3A66481-C015-444E-A158-F2EECADAD76F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11456A8A-FFB7-46BC-87EB-C9B96337DA10}" type="presOf" srcId="{F20019CC-BA8B-45A5-9960-0D4AB0B2FC68}" destId="{D82EA27A-E629-4358-81A0-AE031994D5ED}" srcOrd="0" destOrd="0" presId="urn:microsoft.com/office/officeart/2005/8/layout/hierarchy6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DEE9DD97-F155-4072-803C-72439E68157C}" type="presOf" srcId="{BB8D9CE1-0C5A-4237-8E8F-10ADB6FB8D6B}" destId="{8EDEE330-77EE-4AD7-A556-1ABCCA4C4A49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AD7A58B9-D4CF-4544-A128-881D374FCD61}" type="presOf" srcId="{BEDC2357-B217-4B12-AA4C-A0B5F695CF68}" destId="{69C3670A-1514-4A63-9A6E-6F43E7A9157D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1DA665CA-9F08-46CF-88CE-D0887F732507}" srcId="{F20019CC-BA8B-45A5-9960-0D4AB0B2FC68}" destId="{7F7FF6D0-112E-4AFA-A279-0987C2D20715}" srcOrd="0" destOrd="0" parTransId="{BB8D9CE1-0C5A-4237-8E8F-10ADB6FB8D6B}" sibTransId="{F3DBEA5C-7573-4837-AA31-92E1C308AEF0}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F8A528A4-1C56-455D-B217-BE852884E39A}" type="presParOf" srcId="{38D3B0D2-0B1D-44BE-938F-DAAF8488FB97}" destId="{69C3670A-1514-4A63-9A6E-6F43E7A9157D}" srcOrd="0" destOrd="0" presId="urn:microsoft.com/office/officeart/2005/8/layout/hierarchy6"/>
    <dgm:cxn modelId="{EE7A7922-4647-473B-B5C5-A5D95FA80371}" type="presParOf" srcId="{38D3B0D2-0B1D-44BE-938F-DAAF8488FB97}" destId="{0D25EA4B-9378-4B14-914E-1C19DC5BF032}" srcOrd="1" destOrd="0" presId="urn:microsoft.com/office/officeart/2005/8/layout/hierarchy6"/>
    <dgm:cxn modelId="{805691D3-0220-4666-B71E-E82FEC0BE5AA}" type="presParOf" srcId="{0D25EA4B-9378-4B14-914E-1C19DC5BF032}" destId="{D82EA27A-E629-4358-81A0-AE031994D5ED}" srcOrd="0" destOrd="0" presId="urn:microsoft.com/office/officeart/2005/8/layout/hierarchy6"/>
    <dgm:cxn modelId="{79D3C354-D774-4C86-B397-79BCD56C33ED}" type="presParOf" srcId="{0D25EA4B-9378-4B14-914E-1C19DC5BF032}" destId="{E9D543B6-269A-4BF0-8B76-2B705864E937}" srcOrd="1" destOrd="0" presId="urn:microsoft.com/office/officeart/2005/8/layout/hierarchy6"/>
    <dgm:cxn modelId="{665104A6-3DE2-4E10-9060-EE457C3BB1C3}" type="presParOf" srcId="{E9D543B6-269A-4BF0-8B76-2B705864E937}" destId="{8EDEE330-77EE-4AD7-A556-1ABCCA4C4A49}" srcOrd="0" destOrd="0" presId="urn:microsoft.com/office/officeart/2005/8/layout/hierarchy6"/>
    <dgm:cxn modelId="{0CD1DA09-D0D2-40B6-87CD-05E6A981B3FA}" type="presParOf" srcId="{E9D543B6-269A-4BF0-8B76-2B705864E937}" destId="{E3A589FB-50FC-4AE5-ACEF-176E15C239F8}" srcOrd="1" destOrd="0" presId="urn:microsoft.com/office/officeart/2005/8/layout/hierarchy6"/>
    <dgm:cxn modelId="{FCE6D455-F656-4CD3-B7C2-F72F88A58E96}" type="presParOf" srcId="{E3A589FB-50FC-4AE5-ACEF-176E15C239F8}" destId="{B3A66481-C015-444E-A158-F2EECADAD76F}" srcOrd="0" destOrd="0" presId="urn:microsoft.com/office/officeart/2005/8/layout/hierarchy6"/>
    <dgm:cxn modelId="{C1BBC3E8-0F6B-414E-989B-8F481A6386B6}" type="presParOf" srcId="{E3A589FB-50FC-4AE5-ACEF-176E15C239F8}" destId="{EF6E8AB4-0723-4245-AD83-C3904D3929A5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4910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/>
      <dgm:t>
        <a:bodyPr/>
        <a:lstStyle/>
        <a:p>
          <a:r>
            <a:rPr lang="en-US" b="1" dirty="0"/>
            <a:t>5139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/>
      <dgm:t>
        <a:bodyPr/>
        <a:lstStyle/>
        <a:p>
          <a:r>
            <a:rPr lang="en-US" b="1" dirty="0"/>
            <a:t>5040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/>
      <dgm:t>
        <a:bodyPr/>
        <a:lstStyle/>
        <a:p>
          <a:r>
            <a:rPr lang="en-US" dirty="0"/>
            <a:t>5073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F20019CC-BA8B-45A5-9960-0D4AB0B2FC68}">
      <dgm:prSet phldrT="[Text]"/>
      <dgm:spPr>
        <a:noFill/>
      </dgm:spPr>
      <dgm:t>
        <a:bodyPr/>
        <a:lstStyle/>
        <a:p>
          <a:r>
            <a:rPr lang="en-US" b="1" dirty="0"/>
            <a:t>5150</a:t>
          </a:r>
        </a:p>
      </dgm:t>
    </dgm:pt>
    <dgm:pt modelId="{BEDC2357-B217-4B12-AA4C-A0B5F695CF68}" type="parTrans" cxnId="{EA1F4603-54C7-4F28-880A-25DABD265EF0}">
      <dgm:prSet/>
      <dgm:spPr/>
      <dgm:t>
        <a:bodyPr/>
        <a:lstStyle/>
        <a:p>
          <a:endParaRPr lang="en-US"/>
        </a:p>
      </dgm:t>
    </dgm:pt>
    <dgm:pt modelId="{1855188E-CAFC-4E8F-9D76-5D0883B582B4}" type="sibTrans" cxnId="{EA1F4603-54C7-4F28-880A-25DABD265EF0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4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4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4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4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4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4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4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4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69C3670A-1514-4A63-9A6E-6F43E7A9157D}" type="pres">
      <dgm:prSet presAssocID="{BEDC2357-B217-4B12-AA4C-A0B5F695CF68}" presName="Name19" presStyleLbl="parChTrans1D3" presStyleIdx="2" presStyleCnt="4"/>
      <dgm:spPr/>
    </dgm:pt>
    <dgm:pt modelId="{0D25EA4B-9378-4B14-914E-1C19DC5BF032}" type="pres">
      <dgm:prSet presAssocID="{F20019CC-BA8B-45A5-9960-0D4AB0B2FC68}" presName="Name21" presStyleCnt="0"/>
      <dgm:spPr/>
    </dgm:pt>
    <dgm:pt modelId="{D82EA27A-E629-4358-81A0-AE031994D5ED}" type="pres">
      <dgm:prSet presAssocID="{F20019CC-BA8B-45A5-9960-0D4AB0B2FC68}" presName="level2Shape" presStyleLbl="node3" presStyleIdx="2" presStyleCnt="4"/>
      <dgm:spPr/>
    </dgm:pt>
    <dgm:pt modelId="{E9D543B6-269A-4BF0-8B76-2B705864E937}" type="pres">
      <dgm:prSet presAssocID="{F20019CC-BA8B-45A5-9960-0D4AB0B2FC68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EA1F4603-54C7-4F28-880A-25DABD265EF0}" srcId="{56799C93-C579-4090-B2D9-3197DFD7E4A7}" destId="{F20019CC-BA8B-45A5-9960-0D4AB0B2FC68}" srcOrd="0" destOrd="0" parTransId="{BEDC2357-B217-4B12-AA4C-A0B5F695CF68}" sibTransId="{1855188E-CAFC-4E8F-9D76-5D0883B582B4}"/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11456A8A-FFB7-46BC-87EB-C9B96337DA10}" type="presOf" srcId="{F20019CC-BA8B-45A5-9960-0D4AB0B2FC68}" destId="{D82EA27A-E629-4358-81A0-AE031994D5ED}" srcOrd="0" destOrd="0" presId="urn:microsoft.com/office/officeart/2005/8/layout/hierarchy6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AD7A58B9-D4CF-4544-A128-881D374FCD61}" type="presOf" srcId="{BEDC2357-B217-4B12-AA4C-A0B5F695CF68}" destId="{69C3670A-1514-4A63-9A6E-6F43E7A9157D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F8A528A4-1C56-455D-B217-BE852884E39A}" type="presParOf" srcId="{38D3B0D2-0B1D-44BE-938F-DAAF8488FB97}" destId="{69C3670A-1514-4A63-9A6E-6F43E7A9157D}" srcOrd="0" destOrd="0" presId="urn:microsoft.com/office/officeart/2005/8/layout/hierarchy6"/>
    <dgm:cxn modelId="{EE7A7922-4647-473B-B5C5-A5D95FA80371}" type="presParOf" srcId="{38D3B0D2-0B1D-44BE-938F-DAAF8488FB97}" destId="{0D25EA4B-9378-4B14-914E-1C19DC5BF032}" srcOrd="1" destOrd="0" presId="urn:microsoft.com/office/officeart/2005/8/layout/hierarchy6"/>
    <dgm:cxn modelId="{805691D3-0220-4666-B71E-E82FEC0BE5AA}" type="presParOf" srcId="{0D25EA4B-9378-4B14-914E-1C19DC5BF032}" destId="{D82EA27A-E629-4358-81A0-AE031994D5ED}" srcOrd="0" destOrd="0" presId="urn:microsoft.com/office/officeart/2005/8/layout/hierarchy6"/>
    <dgm:cxn modelId="{79D3C354-D774-4C86-B397-79BCD56C33ED}" type="presParOf" srcId="{0D25EA4B-9378-4B14-914E-1C19DC5BF032}" destId="{E9D543B6-269A-4BF0-8B76-2B705864E937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7F7FF6D0-112E-4AFA-A279-0987C2D20715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4910</a:t>
          </a:r>
        </a:p>
      </dgm:t>
    </dgm:pt>
    <dgm:pt modelId="{BB8D9CE1-0C5A-4237-8E8F-10ADB6FB8D6B}" type="parTrans" cxnId="{1DA665CA-9F08-46CF-88CE-D0887F732507}">
      <dgm:prSet/>
      <dgm:spPr/>
      <dgm:t>
        <a:bodyPr/>
        <a:lstStyle/>
        <a:p>
          <a:endParaRPr lang="en-US"/>
        </a:p>
      </dgm:t>
    </dgm:pt>
    <dgm:pt modelId="{F3DBEA5C-7573-4837-AA31-92E1C308AEF0}" type="sibTrans" cxnId="{1DA665CA-9F08-46CF-88CE-D0887F732507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>
        <a:solidFill>
          <a:srgbClr val="FF0000"/>
        </a:solidFill>
      </dgm:spPr>
      <dgm:t>
        <a:bodyPr/>
        <a:lstStyle/>
        <a:p>
          <a:r>
            <a:rPr lang="en-US" b="1" dirty="0"/>
            <a:t>5150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/>
      <dgm:t>
        <a:bodyPr/>
        <a:lstStyle/>
        <a:p>
          <a:r>
            <a:rPr lang="en-US" dirty="0"/>
            <a:t>5139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>
        <a:noFill/>
      </dgm:spPr>
      <dgm:t>
        <a:bodyPr/>
        <a:lstStyle/>
        <a:p>
          <a:r>
            <a:rPr lang="en-US" dirty="0"/>
            <a:t>5144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/>
      <dgm:t>
        <a:bodyPr/>
        <a:lstStyle/>
        <a:p>
          <a:r>
            <a:rPr lang="en-US" dirty="0"/>
            <a:t>5073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F20019CC-BA8B-45A5-9960-0D4AB0B2FC68}">
      <dgm:prSet phldrT="[Text]"/>
      <dgm:spPr>
        <a:noFill/>
      </dgm:spPr>
      <dgm:t>
        <a:bodyPr/>
        <a:lstStyle/>
        <a:p>
          <a:r>
            <a:rPr lang="en-US" dirty="0"/>
            <a:t>5040</a:t>
          </a:r>
        </a:p>
      </dgm:t>
    </dgm:pt>
    <dgm:pt modelId="{BEDC2357-B217-4B12-AA4C-A0B5F695CF68}" type="parTrans" cxnId="{EA1F4603-54C7-4F28-880A-25DABD265EF0}">
      <dgm:prSet/>
      <dgm:spPr/>
      <dgm:t>
        <a:bodyPr/>
        <a:lstStyle/>
        <a:p>
          <a:endParaRPr lang="en-US"/>
        </a:p>
      </dgm:t>
    </dgm:pt>
    <dgm:pt modelId="{1855188E-CAFC-4E8F-9D76-5D0883B582B4}" type="sibTrans" cxnId="{EA1F4603-54C7-4F28-880A-25DABD265EF0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5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5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5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5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5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5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5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5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69C3670A-1514-4A63-9A6E-6F43E7A9157D}" type="pres">
      <dgm:prSet presAssocID="{BEDC2357-B217-4B12-AA4C-A0B5F695CF68}" presName="Name19" presStyleLbl="parChTrans1D3" presStyleIdx="2" presStyleCnt="4"/>
      <dgm:spPr/>
    </dgm:pt>
    <dgm:pt modelId="{0D25EA4B-9378-4B14-914E-1C19DC5BF032}" type="pres">
      <dgm:prSet presAssocID="{F20019CC-BA8B-45A5-9960-0D4AB0B2FC68}" presName="Name21" presStyleCnt="0"/>
      <dgm:spPr/>
    </dgm:pt>
    <dgm:pt modelId="{D82EA27A-E629-4358-81A0-AE031994D5ED}" type="pres">
      <dgm:prSet presAssocID="{F20019CC-BA8B-45A5-9960-0D4AB0B2FC68}" presName="level2Shape" presStyleLbl="node3" presStyleIdx="2" presStyleCnt="4"/>
      <dgm:spPr/>
    </dgm:pt>
    <dgm:pt modelId="{E9D543B6-269A-4BF0-8B76-2B705864E937}" type="pres">
      <dgm:prSet presAssocID="{F20019CC-BA8B-45A5-9960-0D4AB0B2FC68}" presName="hierChild3" presStyleCnt="0"/>
      <dgm:spPr/>
    </dgm:pt>
    <dgm:pt modelId="{8EDEE330-77EE-4AD7-A556-1ABCCA4C4A49}" type="pres">
      <dgm:prSet presAssocID="{BB8D9CE1-0C5A-4237-8E8F-10ADB6FB8D6B}" presName="Name19" presStyleLbl="parChTrans1D4" presStyleIdx="4" presStyleCnt="5"/>
      <dgm:spPr/>
    </dgm:pt>
    <dgm:pt modelId="{E3A589FB-50FC-4AE5-ACEF-176E15C239F8}" type="pres">
      <dgm:prSet presAssocID="{7F7FF6D0-112E-4AFA-A279-0987C2D20715}" presName="Name21" presStyleCnt="0"/>
      <dgm:spPr/>
    </dgm:pt>
    <dgm:pt modelId="{B3A66481-C015-444E-A158-F2EECADAD76F}" type="pres">
      <dgm:prSet presAssocID="{7F7FF6D0-112E-4AFA-A279-0987C2D20715}" presName="level2Shape" presStyleLbl="node4" presStyleIdx="4" presStyleCnt="5"/>
      <dgm:spPr/>
    </dgm:pt>
    <dgm:pt modelId="{EF6E8AB4-0723-4245-AD83-C3904D3929A5}" type="pres">
      <dgm:prSet presAssocID="{7F7FF6D0-112E-4AFA-A279-0987C2D20715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EA1F4603-54C7-4F28-880A-25DABD265EF0}" srcId="{56799C93-C579-4090-B2D9-3197DFD7E4A7}" destId="{F20019CC-BA8B-45A5-9960-0D4AB0B2FC68}" srcOrd="0" destOrd="0" parTransId="{BEDC2357-B217-4B12-AA4C-A0B5F695CF68}" sibTransId="{1855188E-CAFC-4E8F-9D76-5D0883B582B4}"/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0E05450D-113D-4083-9EDF-F9CA4B2EB437}" type="presOf" srcId="{7F7FF6D0-112E-4AFA-A279-0987C2D20715}" destId="{B3A66481-C015-444E-A158-F2EECADAD76F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11456A8A-FFB7-46BC-87EB-C9B96337DA10}" type="presOf" srcId="{F20019CC-BA8B-45A5-9960-0D4AB0B2FC68}" destId="{D82EA27A-E629-4358-81A0-AE031994D5ED}" srcOrd="0" destOrd="0" presId="urn:microsoft.com/office/officeart/2005/8/layout/hierarchy6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DEE9DD97-F155-4072-803C-72439E68157C}" type="presOf" srcId="{BB8D9CE1-0C5A-4237-8E8F-10ADB6FB8D6B}" destId="{8EDEE330-77EE-4AD7-A556-1ABCCA4C4A49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AD7A58B9-D4CF-4544-A128-881D374FCD61}" type="presOf" srcId="{BEDC2357-B217-4B12-AA4C-A0B5F695CF68}" destId="{69C3670A-1514-4A63-9A6E-6F43E7A9157D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1DA665CA-9F08-46CF-88CE-D0887F732507}" srcId="{F20019CC-BA8B-45A5-9960-0D4AB0B2FC68}" destId="{7F7FF6D0-112E-4AFA-A279-0987C2D20715}" srcOrd="0" destOrd="0" parTransId="{BB8D9CE1-0C5A-4237-8E8F-10ADB6FB8D6B}" sibTransId="{F3DBEA5C-7573-4837-AA31-92E1C308AEF0}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F8A528A4-1C56-455D-B217-BE852884E39A}" type="presParOf" srcId="{38D3B0D2-0B1D-44BE-938F-DAAF8488FB97}" destId="{69C3670A-1514-4A63-9A6E-6F43E7A9157D}" srcOrd="0" destOrd="0" presId="urn:microsoft.com/office/officeart/2005/8/layout/hierarchy6"/>
    <dgm:cxn modelId="{EE7A7922-4647-473B-B5C5-A5D95FA80371}" type="presParOf" srcId="{38D3B0D2-0B1D-44BE-938F-DAAF8488FB97}" destId="{0D25EA4B-9378-4B14-914E-1C19DC5BF032}" srcOrd="1" destOrd="0" presId="urn:microsoft.com/office/officeart/2005/8/layout/hierarchy6"/>
    <dgm:cxn modelId="{805691D3-0220-4666-B71E-E82FEC0BE5AA}" type="presParOf" srcId="{0D25EA4B-9378-4B14-914E-1C19DC5BF032}" destId="{D82EA27A-E629-4358-81A0-AE031994D5ED}" srcOrd="0" destOrd="0" presId="urn:microsoft.com/office/officeart/2005/8/layout/hierarchy6"/>
    <dgm:cxn modelId="{79D3C354-D774-4C86-B397-79BCD56C33ED}" type="presParOf" srcId="{0D25EA4B-9378-4B14-914E-1C19DC5BF032}" destId="{E9D543B6-269A-4BF0-8B76-2B705864E937}" srcOrd="1" destOrd="0" presId="urn:microsoft.com/office/officeart/2005/8/layout/hierarchy6"/>
    <dgm:cxn modelId="{665104A6-3DE2-4E10-9060-EE457C3BB1C3}" type="presParOf" srcId="{E9D543B6-269A-4BF0-8B76-2B705864E937}" destId="{8EDEE330-77EE-4AD7-A556-1ABCCA4C4A49}" srcOrd="0" destOrd="0" presId="urn:microsoft.com/office/officeart/2005/8/layout/hierarchy6"/>
    <dgm:cxn modelId="{0CD1DA09-D0D2-40B6-87CD-05E6A981B3FA}" type="presParOf" srcId="{E9D543B6-269A-4BF0-8B76-2B705864E937}" destId="{E3A589FB-50FC-4AE5-ACEF-176E15C239F8}" srcOrd="1" destOrd="0" presId="urn:microsoft.com/office/officeart/2005/8/layout/hierarchy6"/>
    <dgm:cxn modelId="{FCE6D455-F656-4CD3-B7C2-F72F88A58E96}" type="presParOf" srcId="{E3A589FB-50FC-4AE5-ACEF-176E15C239F8}" destId="{B3A66481-C015-444E-A158-F2EECADAD76F}" srcOrd="0" destOrd="0" presId="urn:microsoft.com/office/officeart/2005/8/layout/hierarchy6"/>
    <dgm:cxn modelId="{C1BBC3E8-0F6B-414E-989B-8F481A6386B6}" type="presParOf" srcId="{E3A589FB-50FC-4AE5-ACEF-176E15C239F8}" destId="{EF6E8AB4-0723-4245-AD83-C3904D3929A5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>
        <a:noFill/>
      </dgm:spPr>
      <dgm:t>
        <a:bodyPr/>
        <a:lstStyle/>
        <a:p>
          <a:r>
            <a:rPr lang="en-US" dirty="0"/>
            <a:t>5139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>
        <a:solidFill>
          <a:srgbClr val="FFFF00"/>
        </a:solidFill>
      </dgm:spPr>
      <dgm:t>
        <a:bodyPr/>
        <a:lstStyle/>
        <a:p>
          <a:r>
            <a:rPr lang="en-US" b="0" dirty="0"/>
            <a:t>4910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b="1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/>
      <dgm:t>
        <a:bodyPr/>
        <a:lstStyle/>
        <a:p>
          <a:r>
            <a:rPr lang="en-US" b="0" dirty="0"/>
            <a:t>5040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/>
      <dgm:t>
        <a:bodyPr/>
        <a:lstStyle/>
        <a:p>
          <a:r>
            <a:rPr lang="en-US" b="1" dirty="0"/>
            <a:t>5073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F20019CC-BA8B-45A5-9960-0D4AB0B2FC68}">
      <dgm:prSet phldrT="[Text]"/>
      <dgm:spPr>
        <a:noFill/>
      </dgm:spPr>
      <dgm:t>
        <a:bodyPr/>
        <a:lstStyle/>
        <a:p>
          <a:r>
            <a:rPr lang="en-US" b="1" dirty="0"/>
            <a:t>5150</a:t>
          </a:r>
        </a:p>
      </dgm:t>
    </dgm:pt>
    <dgm:pt modelId="{BEDC2357-B217-4B12-AA4C-A0B5F695CF68}" type="parTrans" cxnId="{EA1F4603-54C7-4F28-880A-25DABD265EF0}">
      <dgm:prSet/>
      <dgm:spPr/>
      <dgm:t>
        <a:bodyPr/>
        <a:lstStyle/>
        <a:p>
          <a:endParaRPr lang="en-US"/>
        </a:p>
      </dgm:t>
    </dgm:pt>
    <dgm:pt modelId="{1855188E-CAFC-4E8F-9D76-5D0883B582B4}" type="sibTrans" cxnId="{EA1F4603-54C7-4F28-880A-25DABD265EF0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4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4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4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4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4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4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4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4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69C3670A-1514-4A63-9A6E-6F43E7A9157D}" type="pres">
      <dgm:prSet presAssocID="{BEDC2357-B217-4B12-AA4C-A0B5F695CF68}" presName="Name19" presStyleLbl="parChTrans1D3" presStyleIdx="2" presStyleCnt="4"/>
      <dgm:spPr/>
    </dgm:pt>
    <dgm:pt modelId="{0D25EA4B-9378-4B14-914E-1C19DC5BF032}" type="pres">
      <dgm:prSet presAssocID="{F20019CC-BA8B-45A5-9960-0D4AB0B2FC68}" presName="Name21" presStyleCnt="0"/>
      <dgm:spPr/>
    </dgm:pt>
    <dgm:pt modelId="{D82EA27A-E629-4358-81A0-AE031994D5ED}" type="pres">
      <dgm:prSet presAssocID="{F20019CC-BA8B-45A5-9960-0D4AB0B2FC68}" presName="level2Shape" presStyleLbl="node3" presStyleIdx="2" presStyleCnt="4"/>
      <dgm:spPr/>
    </dgm:pt>
    <dgm:pt modelId="{E9D543B6-269A-4BF0-8B76-2B705864E937}" type="pres">
      <dgm:prSet presAssocID="{F20019CC-BA8B-45A5-9960-0D4AB0B2FC68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EA1F4603-54C7-4F28-880A-25DABD265EF0}" srcId="{56799C93-C579-4090-B2D9-3197DFD7E4A7}" destId="{F20019CC-BA8B-45A5-9960-0D4AB0B2FC68}" srcOrd="0" destOrd="0" parTransId="{BEDC2357-B217-4B12-AA4C-A0B5F695CF68}" sibTransId="{1855188E-CAFC-4E8F-9D76-5D0883B582B4}"/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11456A8A-FFB7-46BC-87EB-C9B96337DA10}" type="presOf" srcId="{F20019CC-BA8B-45A5-9960-0D4AB0B2FC68}" destId="{D82EA27A-E629-4358-81A0-AE031994D5ED}" srcOrd="0" destOrd="0" presId="urn:microsoft.com/office/officeart/2005/8/layout/hierarchy6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AD7A58B9-D4CF-4544-A128-881D374FCD61}" type="presOf" srcId="{BEDC2357-B217-4B12-AA4C-A0B5F695CF68}" destId="{69C3670A-1514-4A63-9A6E-6F43E7A9157D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F8A528A4-1C56-455D-B217-BE852884E39A}" type="presParOf" srcId="{38D3B0D2-0B1D-44BE-938F-DAAF8488FB97}" destId="{69C3670A-1514-4A63-9A6E-6F43E7A9157D}" srcOrd="0" destOrd="0" presId="urn:microsoft.com/office/officeart/2005/8/layout/hierarchy6"/>
    <dgm:cxn modelId="{EE7A7922-4647-473B-B5C5-A5D95FA80371}" type="presParOf" srcId="{38D3B0D2-0B1D-44BE-938F-DAAF8488FB97}" destId="{0D25EA4B-9378-4B14-914E-1C19DC5BF032}" srcOrd="1" destOrd="0" presId="urn:microsoft.com/office/officeart/2005/8/layout/hierarchy6"/>
    <dgm:cxn modelId="{805691D3-0220-4666-B71E-E82FEC0BE5AA}" type="presParOf" srcId="{0D25EA4B-9378-4B14-914E-1C19DC5BF032}" destId="{D82EA27A-E629-4358-81A0-AE031994D5ED}" srcOrd="0" destOrd="0" presId="urn:microsoft.com/office/officeart/2005/8/layout/hierarchy6"/>
    <dgm:cxn modelId="{79D3C354-D774-4C86-B397-79BCD56C33ED}" type="presParOf" srcId="{0D25EA4B-9378-4B14-914E-1C19DC5BF032}" destId="{E9D543B6-269A-4BF0-8B76-2B705864E937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b="1" dirty="0"/>
            <a:t>4967</a:t>
          </a:r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859CEC54-3BFC-4559-8C90-1C8EC1C80FF4}">
      <dgm:prSet phldrT="[Text]"/>
      <dgm:spPr>
        <a:noFill/>
      </dgm:spPr>
      <dgm:t>
        <a:bodyPr/>
        <a:lstStyle/>
        <a:p>
          <a:r>
            <a:rPr lang="en-US" dirty="0"/>
            <a:t>5139</a:t>
          </a:r>
        </a:p>
      </dgm:t>
    </dgm:pt>
    <dgm:pt modelId="{97EB3296-A18A-49BF-A6D3-32422372153B}" type="parTrans" cxnId="{427BE656-2045-4EDF-99C2-1DBBE36C96D3}">
      <dgm:prSet/>
      <dgm:spPr/>
      <dgm:t>
        <a:bodyPr/>
        <a:lstStyle/>
        <a:p>
          <a:endParaRPr lang="en-US"/>
        </a:p>
      </dgm:t>
    </dgm:pt>
    <dgm:pt modelId="{13C816DF-5772-43D7-A241-1F7BDC3350B2}" type="sibTrans" cxnId="{427BE656-2045-4EDF-99C2-1DBBE36C96D3}">
      <dgm:prSet/>
      <dgm:spPr/>
      <dgm:t>
        <a:bodyPr/>
        <a:lstStyle/>
        <a:p>
          <a:endParaRPr lang="en-US"/>
        </a:p>
      </dgm:t>
    </dgm:pt>
    <dgm:pt modelId="{CC4E72C5-CB95-4D5C-9251-A98146B91465}">
      <dgm:prSet phldrT="[Text]"/>
      <dgm:spPr>
        <a:noFill/>
      </dgm:spPr>
      <dgm:t>
        <a:bodyPr/>
        <a:lstStyle/>
        <a:p>
          <a:r>
            <a:rPr lang="en-US" b="0" dirty="0"/>
            <a:t>5073</a:t>
          </a:r>
        </a:p>
      </dgm:t>
    </dgm:pt>
    <dgm:pt modelId="{4E52A6B5-DFCF-4124-BCFC-05E6C830E0C5}" type="parTrans" cxnId="{5BE96B15-1EDB-4DF9-9840-A6F42E563AAC}">
      <dgm:prSet/>
      <dgm:spPr/>
      <dgm:t>
        <a:bodyPr/>
        <a:lstStyle/>
        <a:p>
          <a:endParaRPr lang="en-US"/>
        </a:p>
      </dgm:t>
    </dgm:pt>
    <dgm:pt modelId="{55CC1976-3FE7-4E53-9047-83288A97B286}" type="sibTrans" cxnId="{5BE96B15-1EDB-4DF9-9840-A6F42E563AAC}">
      <dgm:prSet/>
      <dgm:spPr/>
      <dgm:t>
        <a:bodyPr/>
        <a:lstStyle/>
        <a:p>
          <a:endParaRPr lang="en-US"/>
        </a:p>
      </dgm:t>
    </dgm:pt>
    <dgm:pt modelId="{6B31BD28-9F9B-4856-9B39-910576B32AB9}">
      <dgm:prSet phldrT="[Text]"/>
      <dgm:spPr/>
      <dgm:t>
        <a:bodyPr/>
        <a:lstStyle/>
        <a:p>
          <a:r>
            <a:rPr lang="en-US" b="0" dirty="0"/>
            <a:t>4946</a:t>
          </a:r>
        </a:p>
      </dgm:t>
    </dgm:pt>
    <dgm:pt modelId="{ECB6F434-657F-4C4D-8AC2-A8292EEA0088}" type="parTrans" cxnId="{54556E70-BC6C-4564-9C99-2D54D2FE789D}">
      <dgm:prSet/>
      <dgm:spPr/>
      <dgm:t>
        <a:bodyPr/>
        <a:lstStyle/>
        <a:p>
          <a:endParaRPr lang="en-US"/>
        </a:p>
      </dgm:t>
    </dgm:pt>
    <dgm:pt modelId="{3B867DC1-3441-46D7-B49B-E5AAFFF1DB92}" type="sibTrans" cxnId="{54556E70-BC6C-4564-9C99-2D54D2FE789D}">
      <dgm:prSet/>
      <dgm:spPr/>
      <dgm:t>
        <a:bodyPr/>
        <a:lstStyle/>
        <a:p>
          <a:endParaRPr lang="en-US"/>
        </a:p>
      </dgm:t>
    </dgm:pt>
    <dgm:pt modelId="{56799C93-C579-4090-B2D9-3197DFD7E4A7}">
      <dgm:prSet phldrT="[Text]"/>
      <dgm:spPr/>
      <dgm:t>
        <a:bodyPr/>
        <a:lstStyle/>
        <a:p>
          <a:r>
            <a:rPr lang="en-US" b="0" dirty="0"/>
            <a:t>5040</a:t>
          </a:r>
        </a:p>
      </dgm:t>
    </dgm:pt>
    <dgm:pt modelId="{A550CEF6-2655-44A9-A395-DF0FFF1F4417}" type="parTrans" cxnId="{3BE8F28A-5D20-4EBA-9DF4-FEFEDBD158DF}">
      <dgm:prSet/>
      <dgm:spPr/>
      <dgm:t>
        <a:bodyPr/>
        <a:lstStyle/>
        <a:p>
          <a:endParaRPr lang="en-US"/>
        </a:p>
      </dgm:t>
    </dgm:pt>
    <dgm:pt modelId="{415E3A98-E1BA-4B4C-8475-E6840045FE7F}" type="sibTrans" cxnId="{3BE8F28A-5D20-4EBA-9DF4-FEFEDBD158DF}">
      <dgm:prSet/>
      <dgm:spPr/>
      <dgm:t>
        <a:bodyPr/>
        <a:lstStyle/>
        <a:p>
          <a:endParaRPr lang="en-US"/>
        </a:p>
      </dgm:t>
    </dgm:pt>
    <dgm:pt modelId="{925F761A-4B7B-4D81-85FF-46ACEE065B76}">
      <dgm:prSet phldrT="[Text]"/>
      <dgm:spPr>
        <a:solidFill>
          <a:srgbClr val="FFFF00"/>
        </a:solidFill>
      </dgm:spPr>
      <dgm:t>
        <a:bodyPr/>
        <a:lstStyle/>
        <a:p>
          <a:r>
            <a:rPr lang="en-US" b="0" dirty="0"/>
            <a:t>4910</a:t>
          </a:r>
        </a:p>
      </dgm:t>
    </dgm:pt>
    <dgm:pt modelId="{FB050F7A-308F-41E5-B209-89E18D1F4635}" type="parTrans" cxnId="{6FD21FF5-3B08-4A6E-B32B-4502AFECC278}">
      <dgm:prSet/>
      <dgm:spPr/>
      <dgm:t>
        <a:bodyPr/>
        <a:lstStyle/>
        <a:p>
          <a:endParaRPr lang="en-US"/>
        </a:p>
      </dgm:t>
    </dgm:pt>
    <dgm:pt modelId="{21FC002D-10AA-4B0E-850A-BE3B66CB726A}" type="sibTrans" cxnId="{6FD21FF5-3B08-4A6E-B32B-4502AFECC278}">
      <dgm:prSet/>
      <dgm:spPr/>
      <dgm:t>
        <a:bodyPr/>
        <a:lstStyle/>
        <a:p>
          <a:endParaRPr lang="en-US"/>
        </a:p>
      </dgm:t>
    </dgm:pt>
    <dgm:pt modelId="{3CC1F58A-89B8-40EF-B1AA-745A8A476BA9}">
      <dgm:prSet phldrT="[Text]"/>
      <dgm:spPr/>
      <dgm:t>
        <a:bodyPr/>
        <a:lstStyle/>
        <a:p>
          <a:r>
            <a:rPr lang="en-US" b="1" dirty="0"/>
            <a:t>5019</a:t>
          </a:r>
        </a:p>
      </dgm:t>
    </dgm:pt>
    <dgm:pt modelId="{C2D5911D-E6C5-4095-934D-1E8EC5B4011B}" type="parTrans" cxnId="{A2222938-B6D6-4669-8FC7-055D83D9C639}">
      <dgm:prSet/>
      <dgm:spPr/>
      <dgm:t>
        <a:bodyPr/>
        <a:lstStyle/>
        <a:p>
          <a:endParaRPr lang="en-US"/>
        </a:p>
      </dgm:t>
    </dgm:pt>
    <dgm:pt modelId="{DC2CC0B4-BE90-4217-8753-05BE76765DE5}" type="sibTrans" cxnId="{A2222938-B6D6-4669-8FC7-055D83D9C639}">
      <dgm:prSet/>
      <dgm:spPr/>
      <dgm:t>
        <a:bodyPr/>
        <a:lstStyle/>
        <a:p>
          <a:endParaRPr lang="en-US"/>
        </a:p>
      </dgm:t>
    </dgm:pt>
    <dgm:pt modelId="{26B1B0E3-32A6-49E0-A5F3-B23ABC0ED478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935429F4-C8DD-4DF2-807D-E7DAD476D63B}" type="parTrans" cxnId="{F48C6ED3-BEE1-4C43-8C0A-0208EF685A67}">
      <dgm:prSet/>
      <dgm:spPr/>
      <dgm:t>
        <a:bodyPr/>
        <a:lstStyle/>
        <a:p>
          <a:endParaRPr lang="en-US"/>
        </a:p>
      </dgm:t>
    </dgm:pt>
    <dgm:pt modelId="{D08A8616-87A1-4A71-A42B-ABC12D70A94A}" type="sibTrans" cxnId="{F48C6ED3-BEE1-4C43-8C0A-0208EF685A67}">
      <dgm:prSet/>
      <dgm:spPr/>
      <dgm:t>
        <a:bodyPr/>
        <a:lstStyle/>
        <a:p>
          <a:endParaRPr lang="en-US"/>
        </a:p>
      </dgm:t>
    </dgm:pt>
    <dgm:pt modelId="{12E53E50-CCCD-4F92-B02A-4020189D02B6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784E33A9-4235-4CF5-A26E-3AD84B403E1C}" type="parTrans" cxnId="{A24D5389-CD8B-47EF-9A52-9F321E8E12B3}">
      <dgm:prSet/>
      <dgm:spPr/>
      <dgm:t>
        <a:bodyPr/>
        <a:lstStyle/>
        <a:p>
          <a:endParaRPr lang="en-US"/>
        </a:p>
      </dgm:t>
    </dgm:pt>
    <dgm:pt modelId="{DEDC8099-7B46-4007-974F-56E297E165C8}" type="sibTrans" cxnId="{A24D5389-CD8B-47EF-9A52-9F321E8E12B3}">
      <dgm:prSet/>
      <dgm:spPr/>
      <dgm:t>
        <a:bodyPr/>
        <a:lstStyle/>
        <a:p>
          <a:endParaRPr lang="en-US"/>
        </a:p>
      </dgm:t>
    </dgm:pt>
    <dgm:pt modelId="{F20019CC-BA8B-45A5-9960-0D4AB0B2FC68}">
      <dgm:prSet phldrT="[Text]"/>
      <dgm:spPr>
        <a:noFill/>
      </dgm:spPr>
      <dgm:t>
        <a:bodyPr/>
        <a:lstStyle/>
        <a:p>
          <a:r>
            <a:rPr lang="en-US" b="1" dirty="0"/>
            <a:t>5150</a:t>
          </a:r>
        </a:p>
      </dgm:t>
    </dgm:pt>
    <dgm:pt modelId="{BEDC2357-B217-4B12-AA4C-A0B5F695CF68}" type="parTrans" cxnId="{EA1F4603-54C7-4F28-880A-25DABD265EF0}">
      <dgm:prSet/>
      <dgm:spPr/>
      <dgm:t>
        <a:bodyPr/>
        <a:lstStyle/>
        <a:p>
          <a:endParaRPr lang="en-US"/>
        </a:p>
      </dgm:t>
    </dgm:pt>
    <dgm:pt modelId="{1855188E-CAFC-4E8F-9D76-5D0883B582B4}" type="sibTrans" cxnId="{EA1F4603-54C7-4F28-880A-25DABD265EF0}">
      <dgm:prSet/>
      <dgm:spPr/>
      <dgm:t>
        <a:bodyPr/>
        <a:lstStyle/>
        <a:p>
          <a:endParaRPr lang="en-US"/>
        </a:p>
      </dgm:t>
    </dgm:pt>
    <dgm:pt modelId="{36EB3989-A3D5-45D8-AC5E-9106D73093F5}">
      <dgm:prSet phldrT="[Text]"/>
      <dgm:spPr/>
      <dgm:t>
        <a:bodyPr/>
        <a:lstStyle/>
        <a:p>
          <a:r>
            <a:rPr lang="en-US" dirty="0"/>
            <a:t>4901</a:t>
          </a:r>
        </a:p>
      </dgm:t>
    </dgm:pt>
    <dgm:pt modelId="{1A623D6F-6021-4803-B98F-EC2CB29AF0DF}" type="sibTrans" cxnId="{20698D06-7AD7-4D78-8893-66215C56009A}">
      <dgm:prSet/>
      <dgm:spPr/>
      <dgm:t>
        <a:bodyPr/>
        <a:lstStyle/>
        <a:p>
          <a:endParaRPr lang="en-US"/>
        </a:p>
      </dgm:t>
    </dgm:pt>
    <dgm:pt modelId="{08D0575B-A54A-41AA-8D2E-E6AC98F91FFA}" type="parTrans" cxnId="{20698D06-7AD7-4D78-8893-66215C56009A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E006A9-DEFA-40D0-9599-99376709FB79}" type="pres">
      <dgm:prSet presAssocID="{859CEC54-3BFC-4559-8C90-1C8EC1C80FF4}" presName="Name14" presStyleCnt="0"/>
      <dgm:spPr/>
    </dgm:pt>
    <dgm:pt modelId="{26401598-B8D7-406C-B736-3CF836DDD4DE}" type="pres">
      <dgm:prSet presAssocID="{859CEC54-3BFC-4559-8C90-1C8EC1C80FF4}" presName="level1Shape" presStyleLbl="node0" presStyleIdx="0" presStyleCnt="1">
        <dgm:presLayoutVars>
          <dgm:chPref val="3"/>
        </dgm:presLayoutVars>
      </dgm:prSet>
      <dgm:spPr/>
    </dgm:pt>
    <dgm:pt modelId="{07EAE3A1-3F76-43EE-AEEE-8CCFC5894AB0}" type="pres">
      <dgm:prSet presAssocID="{859CEC54-3BFC-4559-8C90-1C8EC1C80FF4}" presName="hierChild2" presStyleCnt="0"/>
      <dgm:spPr/>
    </dgm:pt>
    <dgm:pt modelId="{B24BB3AC-008B-4F67-9794-0D87BCBB43E5}" type="pres">
      <dgm:prSet presAssocID="{4E52A6B5-DFCF-4124-BCFC-05E6C830E0C5}" presName="Name19" presStyleLbl="parChTrans1D2" presStyleIdx="0" presStyleCnt="2"/>
      <dgm:spPr/>
    </dgm:pt>
    <dgm:pt modelId="{C5682404-6B3A-40B3-88CC-400354A72752}" type="pres">
      <dgm:prSet presAssocID="{CC4E72C5-CB95-4D5C-9251-A98146B91465}" presName="Name21" presStyleCnt="0"/>
      <dgm:spPr/>
    </dgm:pt>
    <dgm:pt modelId="{F59A013F-1438-47F4-8B27-D69502865401}" type="pres">
      <dgm:prSet presAssocID="{CC4E72C5-CB95-4D5C-9251-A98146B91465}" presName="level2Shape" presStyleLbl="node2" presStyleIdx="0" presStyleCnt="2"/>
      <dgm:spPr/>
    </dgm:pt>
    <dgm:pt modelId="{837337E4-5F51-46BB-8518-2603B65A2871}" type="pres">
      <dgm:prSet presAssocID="{CC4E72C5-CB95-4D5C-9251-A98146B91465}" presName="hierChild3" presStyleCnt="0"/>
      <dgm:spPr/>
    </dgm:pt>
    <dgm:pt modelId="{B0367589-497A-4875-951F-45EC0E1C7C32}" type="pres">
      <dgm:prSet presAssocID="{FB050F7A-308F-41E5-B209-89E18D1F4635}" presName="Name19" presStyleLbl="parChTrans1D3" presStyleIdx="0" presStyleCnt="4"/>
      <dgm:spPr/>
    </dgm:pt>
    <dgm:pt modelId="{C6FF9674-AF5F-4983-9B26-C216F0D8297E}" type="pres">
      <dgm:prSet presAssocID="{925F761A-4B7B-4D81-85FF-46ACEE065B76}" presName="Name21" presStyleCnt="0"/>
      <dgm:spPr/>
    </dgm:pt>
    <dgm:pt modelId="{4C01D3B3-42E5-4952-8DCB-1CA0F3F2ABA5}" type="pres">
      <dgm:prSet presAssocID="{925F761A-4B7B-4D81-85FF-46ACEE065B76}" presName="level2Shape" presStyleLbl="node3" presStyleIdx="0" presStyleCnt="4"/>
      <dgm:spPr/>
    </dgm:pt>
    <dgm:pt modelId="{91F89447-EE88-484F-91A1-59C4CBCF9857}" type="pres">
      <dgm:prSet presAssocID="{925F761A-4B7B-4D81-85FF-46ACEE065B76}" presName="hierChild3" presStyleCnt="0"/>
      <dgm:spPr/>
    </dgm:pt>
    <dgm:pt modelId="{DE793EE6-148F-4E33-850A-CCA6FDD4E953}" type="pres">
      <dgm:prSet presAssocID="{873A4569-48E4-4E3C-B450-542B067BAF28}" presName="Name19" presStyleLbl="parChTrans1D4" presStyleIdx="0" presStyleCnt="4"/>
      <dgm:spPr/>
    </dgm:pt>
    <dgm:pt modelId="{914D065A-1D05-448F-B60C-BACC11DD317F}" type="pres">
      <dgm:prSet presAssocID="{462DC39C-95D9-4BA2-8B4A-4CEE79E3559D}" presName="Name21" presStyleCnt="0"/>
      <dgm:spPr/>
    </dgm:pt>
    <dgm:pt modelId="{9BEA3625-52A1-4E0D-B86C-A0F4F527DFD0}" type="pres">
      <dgm:prSet presAssocID="{462DC39C-95D9-4BA2-8B4A-4CEE79E3559D}" presName="level2Shape" presStyleLbl="node4" presStyleIdx="0" presStyleCnt="4"/>
      <dgm:spPr/>
    </dgm:pt>
    <dgm:pt modelId="{3E33871E-FAA6-422B-AE1F-259F52E3B4B1}" type="pres">
      <dgm:prSet presAssocID="{462DC39C-95D9-4BA2-8B4A-4CEE79E3559D}" presName="hierChild3" presStyleCnt="0"/>
      <dgm:spPr/>
    </dgm:pt>
    <dgm:pt modelId="{B3EA0E01-1237-47A4-BC76-04D4C6D250B4}" type="pres">
      <dgm:prSet presAssocID="{C2D5911D-E6C5-4095-934D-1E8EC5B4011B}" presName="Name19" presStyleLbl="parChTrans1D4" presStyleIdx="1" presStyleCnt="4"/>
      <dgm:spPr/>
    </dgm:pt>
    <dgm:pt modelId="{44A2B5A7-64A0-45CC-8DA1-4B60A3BDDB83}" type="pres">
      <dgm:prSet presAssocID="{3CC1F58A-89B8-40EF-B1AA-745A8A476BA9}" presName="Name21" presStyleCnt="0"/>
      <dgm:spPr/>
    </dgm:pt>
    <dgm:pt modelId="{801269CA-194D-4CB2-BEFE-89B7027B48AA}" type="pres">
      <dgm:prSet presAssocID="{3CC1F58A-89B8-40EF-B1AA-745A8A476BA9}" presName="level2Shape" presStyleLbl="node4" presStyleIdx="1" presStyleCnt="4"/>
      <dgm:spPr/>
    </dgm:pt>
    <dgm:pt modelId="{53F15B06-3B42-4508-AD35-51871FEDE163}" type="pres">
      <dgm:prSet presAssocID="{3CC1F58A-89B8-40EF-B1AA-745A8A476BA9}" presName="hierChild3" presStyleCnt="0"/>
      <dgm:spPr/>
    </dgm:pt>
    <dgm:pt modelId="{C64A9CA2-04C0-44B6-96B1-FCF1A63B439D}" type="pres">
      <dgm:prSet presAssocID="{ECB6F434-657F-4C4D-8AC2-A8292EEA0088}" presName="Name19" presStyleLbl="parChTrans1D3" presStyleIdx="1" presStyleCnt="4"/>
      <dgm:spPr/>
    </dgm:pt>
    <dgm:pt modelId="{F88336ED-678B-48D9-9A4D-0C796040AB14}" type="pres">
      <dgm:prSet presAssocID="{6B31BD28-9F9B-4856-9B39-910576B32AB9}" presName="Name21" presStyleCnt="0"/>
      <dgm:spPr/>
    </dgm:pt>
    <dgm:pt modelId="{7E78E7F0-832D-4A20-925F-020B3BF5C8B8}" type="pres">
      <dgm:prSet presAssocID="{6B31BD28-9F9B-4856-9B39-910576B32AB9}" presName="level2Shape" presStyleLbl="node3" presStyleIdx="1" presStyleCnt="4"/>
      <dgm:spPr/>
    </dgm:pt>
    <dgm:pt modelId="{EFA8C7A7-0513-473E-B785-B1F19C1A565F}" type="pres">
      <dgm:prSet presAssocID="{6B31BD28-9F9B-4856-9B39-910576B32AB9}" presName="hierChild3" presStyleCnt="0"/>
      <dgm:spPr/>
    </dgm:pt>
    <dgm:pt modelId="{112988A9-A465-452D-A67D-02E2008D0944}" type="pres">
      <dgm:prSet presAssocID="{935429F4-C8DD-4DF2-807D-E7DAD476D63B}" presName="Name19" presStyleLbl="parChTrans1D4" presStyleIdx="2" presStyleCnt="4"/>
      <dgm:spPr/>
    </dgm:pt>
    <dgm:pt modelId="{0E351634-34C7-4528-9CF3-22A9CC8B0E5E}" type="pres">
      <dgm:prSet presAssocID="{26B1B0E3-32A6-49E0-A5F3-B23ABC0ED478}" presName="Name21" presStyleCnt="0"/>
      <dgm:spPr/>
    </dgm:pt>
    <dgm:pt modelId="{AF77EB2E-4343-4B1C-B618-F055AC67793E}" type="pres">
      <dgm:prSet presAssocID="{26B1B0E3-32A6-49E0-A5F3-B23ABC0ED478}" presName="level2Shape" presStyleLbl="node4" presStyleIdx="2" presStyleCnt="4"/>
      <dgm:spPr/>
    </dgm:pt>
    <dgm:pt modelId="{D5F94BF9-5A2C-4C40-A8C5-470A73E86F2F}" type="pres">
      <dgm:prSet presAssocID="{26B1B0E3-32A6-49E0-A5F3-B23ABC0ED478}" presName="hierChild3" presStyleCnt="0"/>
      <dgm:spPr/>
    </dgm:pt>
    <dgm:pt modelId="{A01CFBE1-D46D-4878-AE2C-9DC8FC615B1A}" type="pres">
      <dgm:prSet presAssocID="{784E33A9-4235-4CF5-A26E-3AD84B403E1C}" presName="Name19" presStyleLbl="parChTrans1D4" presStyleIdx="3" presStyleCnt="4"/>
      <dgm:spPr/>
    </dgm:pt>
    <dgm:pt modelId="{C9FE5033-6647-4B0E-A999-DCB57E879925}" type="pres">
      <dgm:prSet presAssocID="{12E53E50-CCCD-4F92-B02A-4020189D02B6}" presName="Name21" presStyleCnt="0"/>
      <dgm:spPr/>
    </dgm:pt>
    <dgm:pt modelId="{7E1087DD-A3B7-42DB-82F1-C6BD2064E027}" type="pres">
      <dgm:prSet presAssocID="{12E53E50-CCCD-4F92-B02A-4020189D02B6}" presName="level2Shape" presStyleLbl="node4" presStyleIdx="3" presStyleCnt="4"/>
      <dgm:spPr/>
    </dgm:pt>
    <dgm:pt modelId="{4BE5AF17-0DB6-42E5-BEFF-E18194BB26CB}" type="pres">
      <dgm:prSet presAssocID="{12E53E50-CCCD-4F92-B02A-4020189D02B6}" presName="hierChild3" presStyleCnt="0"/>
      <dgm:spPr/>
    </dgm:pt>
    <dgm:pt modelId="{3C40A692-13D9-422B-B9FF-193B81CF340D}" type="pres">
      <dgm:prSet presAssocID="{A550CEF6-2655-44A9-A395-DF0FFF1F4417}" presName="Name19" presStyleLbl="parChTrans1D2" presStyleIdx="1" presStyleCnt="2"/>
      <dgm:spPr/>
    </dgm:pt>
    <dgm:pt modelId="{A4D1F762-E34D-4851-B0DD-AAEAF9A7D138}" type="pres">
      <dgm:prSet presAssocID="{56799C93-C579-4090-B2D9-3197DFD7E4A7}" presName="Name21" presStyleCnt="0"/>
      <dgm:spPr/>
    </dgm:pt>
    <dgm:pt modelId="{388AEF2B-4191-4BFA-996A-379639767DFD}" type="pres">
      <dgm:prSet presAssocID="{56799C93-C579-4090-B2D9-3197DFD7E4A7}" presName="level2Shape" presStyleLbl="node2" presStyleIdx="1" presStyleCnt="2"/>
      <dgm:spPr/>
    </dgm:pt>
    <dgm:pt modelId="{38D3B0D2-0B1D-44BE-938F-DAAF8488FB97}" type="pres">
      <dgm:prSet presAssocID="{56799C93-C579-4090-B2D9-3197DFD7E4A7}" presName="hierChild3" presStyleCnt="0"/>
      <dgm:spPr/>
    </dgm:pt>
    <dgm:pt modelId="{69C3670A-1514-4A63-9A6E-6F43E7A9157D}" type="pres">
      <dgm:prSet presAssocID="{BEDC2357-B217-4B12-AA4C-A0B5F695CF68}" presName="Name19" presStyleLbl="parChTrans1D3" presStyleIdx="2" presStyleCnt="4"/>
      <dgm:spPr/>
    </dgm:pt>
    <dgm:pt modelId="{0D25EA4B-9378-4B14-914E-1C19DC5BF032}" type="pres">
      <dgm:prSet presAssocID="{F20019CC-BA8B-45A5-9960-0D4AB0B2FC68}" presName="Name21" presStyleCnt="0"/>
      <dgm:spPr/>
    </dgm:pt>
    <dgm:pt modelId="{D82EA27A-E629-4358-81A0-AE031994D5ED}" type="pres">
      <dgm:prSet presAssocID="{F20019CC-BA8B-45A5-9960-0D4AB0B2FC68}" presName="level2Shape" presStyleLbl="node3" presStyleIdx="2" presStyleCnt="4"/>
      <dgm:spPr/>
    </dgm:pt>
    <dgm:pt modelId="{E9D543B6-269A-4BF0-8B76-2B705864E937}" type="pres">
      <dgm:prSet presAssocID="{F20019CC-BA8B-45A5-9960-0D4AB0B2FC68}" presName="hierChild3" presStyleCnt="0"/>
      <dgm:spPr/>
    </dgm:pt>
    <dgm:pt modelId="{5FF37B24-8B9C-4A73-8099-97320B73F4FA}" type="pres">
      <dgm:prSet presAssocID="{08D0575B-A54A-41AA-8D2E-E6AC98F91FFA}" presName="Name19" presStyleLbl="parChTrans1D3" presStyleIdx="3" presStyleCnt="4"/>
      <dgm:spPr/>
    </dgm:pt>
    <dgm:pt modelId="{D51FB670-32F0-4956-8A46-60852673D919}" type="pres">
      <dgm:prSet presAssocID="{36EB3989-A3D5-45D8-AC5E-9106D73093F5}" presName="Name21" presStyleCnt="0"/>
      <dgm:spPr/>
    </dgm:pt>
    <dgm:pt modelId="{E994761A-DA6F-4BB7-AAA8-FA4B8CB0BC36}" type="pres">
      <dgm:prSet presAssocID="{36EB3989-A3D5-45D8-AC5E-9106D73093F5}" presName="level2Shape" presStyleLbl="node3" presStyleIdx="3" presStyleCnt="4"/>
      <dgm:spPr/>
    </dgm:pt>
    <dgm:pt modelId="{AA85AE91-1130-4E21-8C41-7AF46EA81CF7}" type="pres">
      <dgm:prSet presAssocID="{36EB3989-A3D5-45D8-AC5E-9106D73093F5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EA1F4603-54C7-4F28-880A-25DABD265EF0}" srcId="{56799C93-C579-4090-B2D9-3197DFD7E4A7}" destId="{F20019CC-BA8B-45A5-9960-0D4AB0B2FC68}" srcOrd="0" destOrd="0" parTransId="{BEDC2357-B217-4B12-AA4C-A0B5F695CF68}" sibTransId="{1855188E-CAFC-4E8F-9D76-5D0883B582B4}"/>
    <dgm:cxn modelId="{20698D06-7AD7-4D78-8893-66215C56009A}" srcId="{56799C93-C579-4090-B2D9-3197DFD7E4A7}" destId="{36EB3989-A3D5-45D8-AC5E-9106D73093F5}" srcOrd="1" destOrd="0" parTransId="{08D0575B-A54A-41AA-8D2E-E6AC98F91FFA}" sibTransId="{1A623D6F-6021-4803-B98F-EC2CB29AF0DF}"/>
    <dgm:cxn modelId="{BAA29209-8A24-47D6-B1FE-2C188DF986AB}" type="presOf" srcId="{4E52A6B5-DFCF-4124-BCFC-05E6C830E0C5}" destId="{B24BB3AC-008B-4F67-9794-0D87BCBB43E5}" srcOrd="0" destOrd="0" presId="urn:microsoft.com/office/officeart/2005/8/layout/hierarchy6"/>
    <dgm:cxn modelId="{5BE96B15-1EDB-4DF9-9840-A6F42E563AAC}" srcId="{859CEC54-3BFC-4559-8C90-1C8EC1C80FF4}" destId="{CC4E72C5-CB95-4D5C-9251-A98146B91465}" srcOrd="0" destOrd="0" parTransId="{4E52A6B5-DFCF-4124-BCFC-05E6C830E0C5}" sibTransId="{55CC1976-3FE7-4E53-9047-83288A97B286}"/>
    <dgm:cxn modelId="{A2222938-B6D6-4669-8FC7-055D83D9C639}" srcId="{925F761A-4B7B-4D81-85FF-46ACEE065B76}" destId="{3CC1F58A-89B8-40EF-B1AA-745A8A476BA9}" srcOrd="1" destOrd="0" parTransId="{C2D5911D-E6C5-4095-934D-1E8EC5B4011B}" sibTransId="{DC2CC0B4-BE90-4217-8753-05BE76765DE5}"/>
    <dgm:cxn modelId="{8083B53C-D5CF-49E2-B5BF-B50F19929056}" type="presOf" srcId="{784E33A9-4235-4CF5-A26E-3AD84B403E1C}" destId="{A01CFBE1-D46D-4878-AE2C-9DC8FC615B1A}" srcOrd="0" destOrd="0" presId="urn:microsoft.com/office/officeart/2005/8/layout/hierarchy6"/>
    <dgm:cxn modelId="{CF1F9743-F387-439A-AE2D-621973A3066B}" type="presOf" srcId="{26B1B0E3-32A6-49E0-A5F3-B23ABC0ED478}" destId="{AF77EB2E-4343-4B1C-B618-F055AC67793E}" srcOrd="0" destOrd="0" presId="urn:microsoft.com/office/officeart/2005/8/layout/hierarchy6"/>
    <dgm:cxn modelId="{7969E36C-F5A1-4E0D-8341-1F49ED3E7857}" type="presOf" srcId="{462DC39C-95D9-4BA2-8B4A-4CEE79E3559D}" destId="{9BEA3625-52A1-4E0D-B86C-A0F4F527DFD0}" srcOrd="0" destOrd="0" presId="urn:microsoft.com/office/officeart/2005/8/layout/hierarchy6"/>
    <dgm:cxn modelId="{5501B34F-B1B5-439D-B27F-5F17458BD0C6}" type="presOf" srcId="{56799C93-C579-4090-B2D9-3197DFD7E4A7}" destId="{388AEF2B-4191-4BFA-996A-379639767DFD}" srcOrd="0" destOrd="0" presId="urn:microsoft.com/office/officeart/2005/8/layout/hierarchy6"/>
    <dgm:cxn modelId="{54556E70-BC6C-4564-9C99-2D54D2FE789D}" srcId="{CC4E72C5-CB95-4D5C-9251-A98146B91465}" destId="{6B31BD28-9F9B-4856-9B39-910576B32AB9}" srcOrd="1" destOrd="0" parTransId="{ECB6F434-657F-4C4D-8AC2-A8292EEA0088}" sibTransId="{3B867DC1-3441-46D7-B49B-E5AAFFF1DB92}"/>
    <dgm:cxn modelId="{52A43174-B10A-4AFE-B5FF-D5F8F07D2CB4}" type="presOf" srcId="{A550CEF6-2655-44A9-A395-DF0FFF1F4417}" destId="{3C40A692-13D9-422B-B9FF-193B81CF340D}" srcOrd="0" destOrd="0" presId="urn:microsoft.com/office/officeart/2005/8/layout/hierarchy6"/>
    <dgm:cxn modelId="{1DCF3676-F1F0-4DFB-B308-5AFAC9785B1D}" type="presOf" srcId="{925F761A-4B7B-4D81-85FF-46ACEE065B76}" destId="{4C01D3B3-42E5-4952-8DCB-1CA0F3F2ABA5}" srcOrd="0" destOrd="0" presId="urn:microsoft.com/office/officeart/2005/8/layout/hierarchy6"/>
    <dgm:cxn modelId="{427BE656-2045-4EDF-99C2-1DBBE36C96D3}" srcId="{25D41D2E-FEC9-444D-B75D-82CC7BEA4B4B}" destId="{859CEC54-3BFC-4559-8C90-1C8EC1C80FF4}" srcOrd="0" destOrd="0" parTransId="{97EB3296-A18A-49BF-A6D3-32422372153B}" sibTransId="{13C816DF-5772-43D7-A241-1F7BDC3350B2}"/>
    <dgm:cxn modelId="{0D53795A-1D76-4C58-A640-E293F891D896}" type="presOf" srcId="{935429F4-C8DD-4DF2-807D-E7DAD476D63B}" destId="{112988A9-A465-452D-A67D-02E2008D0944}" srcOrd="0" destOrd="0" presId="urn:microsoft.com/office/officeart/2005/8/layout/hierarchy6"/>
    <dgm:cxn modelId="{3B5A087E-9A76-485E-91D6-D58998C71A78}" type="presOf" srcId="{FB050F7A-308F-41E5-B209-89E18D1F4635}" destId="{B0367589-497A-4875-951F-45EC0E1C7C32}" srcOrd="0" destOrd="0" presId="urn:microsoft.com/office/officeart/2005/8/layout/hierarchy6"/>
    <dgm:cxn modelId="{E5645C7E-099A-469F-B77B-069852C65C0E}" type="presOf" srcId="{C2D5911D-E6C5-4095-934D-1E8EC5B4011B}" destId="{B3EA0E01-1237-47A4-BC76-04D4C6D250B4}" srcOrd="0" destOrd="0" presId="urn:microsoft.com/office/officeart/2005/8/layout/hierarchy6"/>
    <dgm:cxn modelId="{A24D5389-CD8B-47EF-9A52-9F321E8E12B3}" srcId="{6B31BD28-9F9B-4856-9B39-910576B32AB9}" destId="{12E53E50-CCCD-4F92-B02A-4020189D02B6}" srcOrd="1" destOrd="0" parTransId="{784E33A9-4235-4CF5-A26E-3AD84B403E1C}" sibTransId="{DEDC8099-7B46-4007-974F-56E297E165C8}"/>
    <dgm:cxn modelId="{11456A8A-FFB7-46BC-87EB-C9B96337DA10}" type="presOf" srcId="{F20019CC-BA8B-45A5-9960-0D4AB0B2FC68}" destId="{D82EA27A-E629-4358-81A0-AE031994D5ED}" srcOrd="0" destOrd="0" presId="urn:microsoft.com/office/officeart/2005/8/layout/hierarchy6"/>
    <dgm:cxn modelId="{3BE8F28A-5D20-4EBA-9DF4-FEFEDBD158DF}" srcId="{859CEC54-3BFC-4559-8C90-1C8EC1C80FF4}" destId="{56799C93-C579-4090-B2D9-3197DFD7E4A7}" srcOrd="1" destOrd="0" parTransId="{A550CEF6-2655-44A9-A395-DF0FFF1F4417}" sibTransId="{415E3A98-E1BA-4B4C-8475-E6840045FE7F}"/>
    <dgm:cxn modelId="{791EC393-B9C5-4BFC-83FB-E2B45F1C5916}" type="presOf" srcId="{3CC1F58A-89B8-40EF-B1AA-745A8A476BA9}" destId="{801269CA-194D-4CB2-BEFE-89B7027B48AA}" srcOrd="0" destOrd="0" presId="urn:microsoft.com/office/officeart/2005/8/layout/hierarchy6"/>
    <dgm:cxn modelId="{E11C9C9C-A865-4413-B431-A3D73EDF1E03}" type="presOf" srcId="{859CEC54-3BFC-4559-8C90-1C8EC1C80FF4}" destId="{26401598-B8D7-406C-B736-3CF836DDD4DE}" srcOrd="0" destOrd="0" presId="urn:microsoft.com/office/officeart/2005/8/layout/hierarchy6"/>
    <dgm:cxn modelId="{2040C59F-D18C-43D8-8157-1A5A888A39B3}" type="presOf" srcId="{CC4E72C5-CB95-4D5C-9251-A98146B91465}" destId="{F59A013F-1438-47F4-8B27-D69502865401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EFD735B0-9828-4D1A-B9A2-6C74E50A30BB}" type="presOf" srcId="{12E53E50-CCCD-4F92-B02A-4020189D02B6}" destId="{7E1087DD-A3B7-42DB-82F1-C6BD2064E027}" srcOrd="0" destOrd="0" presId="urn:microsoft.com/office/officeart/2005/8/layout/hierarchy6"/>
    <dgm:cxn modelId="{AD7A58B9-D4CF-4544-A128-881D374FCD61}" type="presOf" srcId="{BEDC2357-B217-4B12-AA4C-A0B5F695CF68}" destId="{69C3670A-1514-4A63-9A6E-6F43E7A9157D}" srcOrd="0" destOrd="0" presId="urn:microsoft.com/office/officeart/2005/8/layout/hierarchy6"/>
    <dgm:cxn modelId="{5EC38BBC-EB97-46C5-8253-7E3F263D7843}" type="presOf" srcId="{36EB3989-A3D5-45D8-AC5E-9106D73093F5}" destId="{E994761A-DA6F-4BB7-AAA8-FA4B8CB0BC36}" srcOrd="0" destOrd="0" presId="urn:microsoft.com/office/officeart/2005/8/layout/hierarchy6"/>
    <dgm:cxn modelId="{46BCB2C8-0413-4114-9E8D-B356850F018F}" type="presOf" srcId="{6B31BD28-9F9B-4856-9B39-910576B32AB9}" destId="{7E78E7F0-832D-4A20-925F-020B3BF5C8B8}" srcOrd="0" destOrd="0" presId="urn:microsoft.com/office/officeart/2005/8/layout/hierarchy6"/>
    <dgm:cxn modelId="{42091AD3-FA0C-4DDD-BBED-A26056D7A0CF}" type="presOf" srcId="{873A4569-48E4-4E3C-B450-542B067BAF28}" destId="{DE793EE6-148F-4E33-850A-CCA6FDD4E953}" srcOrd="0" destOrd="0" presId="urn:microsoft.com/office/officeart/2005/8/layout/hierarchy6"/>
    <dgm:cxn modelId="{F48C6ED3-BEE1-4C43-8C0A-0208EF685A67}" srcId="{6B31BD28-9F9B-4856-9B39-910576B32AB9}" destId="{26B1B0E3-32A6-49E0-A5F3-B23ABC0ED478}" srcOrd="0" destOrd="0" parTransId="{935429F4-C8DD-4DF2-807D-E7DAD476D63B}" sibTransId="{D08A8616-87A1-4A71-A42B-ABC12D70A94A}"/>
    <dgm:cxn modelId="{C91D93E0-4AC1-45AE-8E03-0CFE1D6DBCB6}" type="presOf" srcId="{ECB6F434-657F-4C4D-8AC2-A8292EEA0088}" destId="{C64A9CA2-04C0-44B6-96B1-FCF1A63B439D}" srcOrd="0" destOrd="0" presId="urn:microsoft.com/office/officeart/2005/8/layout/hierarchy6"/>
    <dgm:cxn modelId="{1BEB06F2-40E2-4181-A4F7-BE4F35FF143B}" srcId="{925F761A-4B7B-4D81-85FF-46ACEE065B76}" destId="{462DC39C-95D9-4BA2-8B4A-4CEE79E3559D}" srcOrd="0" destOrd="0" parTransId="{873A4569-48E4-4E3C-B450-542B067BAF28}" sibTransId="{B51697D8-48FB-480E-B4D8-FC130BE900F5}"/>
    <dgm:cxn modelId="{6FD21FF5-3B08-4A6E-B32B-4502AFECC278}" srcId="{CC4E72C5-CB95-4D5C-9251-A98146B91465}" destId="{925F761A-4B7B-4D81-85FF-46ACEE065B76}" srcOrd="0" destOrd="0" parTransId="{FB050F7A-308F-41E5-B209-89E18D1F4635}" sibTransId="{21FC002D-10AA-4B0E-850A-BE3B66CB726A}"/>
    <dgm:cxn modelId="{5CAC08F7-ADB5-40E2-96FD-68A4945B8C64}" type="presOf" srcId="{08D0575B-A54A-41AA-8D2E-E6AC98F91FFA}" destId="{5FF37B24-8B9C-4A73-8099-97320B73F4FA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DBD05F2-5912-4246-8F44-9FD744A549E3}" type="presParOf" srcId="{3B8E0E52-806F-461B-808A-40A35535EB4C}" destId="{0BE006A9-DEFA-40D0-9599-99376709FB79}" srcOrd="0" destOrd="0" presId="urn:microsoft.com/office/officeart/2005/8/layout/hierarchy6"/>
    <dgm:cxn modelId="{334DAF08-D52B-4095-81E6-12979D8F032E}" type="presParOf" srcId="{0BE006A9-DEFA-40D0-9599-99376709FB79}" destId="{26401598-B8D7-406C-B736-3CF836DDD4DE}" srcOrd="0" destOrd="0" presId="urn:microsoft.com/office/officeart/2005/8/layout/hierarchy6"/>
    <dgm:cxn modelId="{7C6695F0-A736-408C-B506-9E19849AC508}" type="presParOf" srcId="{0BE006A9-DEFA-40D0-9599-99376709FB79}" destId="{07EAE3A1-3F76-43EE-AEEE-8CCFC5894AB0}" srcOrd="1" destOrd="0" presId="urn:microsoft.com/office/officeart/2005/8/layout/hierarchy6"/>
    <dgm:cxn modelId="{4603202A-EA5C-4B76-992A-6BD94A6B524D}" type="presParOf" srcId="{07EAE3A1-3F76-43EE-AEEE-8CCFC5894AB0}" destId="{B24BB3AC-008B-4F67-9794-0D87BCBB43E5}" srcOrd="0" destOrd="0" presId="urn:microsoft.com/office/officeart/2005/8/layout/hierarchy6"/>
    <dgm:cxn modelId="{B42F42AE-4745-4219-BD83-A9AAA5D1550B}" type="presParOf" srcId="{07EAE3A1-3F76-43EE-AEEE-8CCFC5894AB0}" destId="{C5682404-6B3A-40B3-88CC-400354A72752}" srcOrd="1" destOrd="0" presId="urn:microsoft.com/office/officeart/2005/8/layout/hierarchy6"/>
    <dgm:cxn modelId="{BB69D9B0-19C3-430B-85FD-1D2CA49B6BF4}" type="presParOf" srcId="{C5682404-6B3A-40B3-88CC-400354A72752}" destId="{F59A013F-1438-47F4-8B27-D69502865401}" srcOrd="0" destOrd="0" presId="urn:microsoft.com/office/officeart/2005/8/layout/hierarchy6"/>
    <dgm:cxn modelId="{A06CC9A0-6BD0-4E39-83AD-62B34FE3034F}" type="presParOf" srcId="{C5682404-6B3A-40B3-88CC-400354A72752}" destId="{837337E4-5F51-46BB-8518-2603B65A2871}" srcOrd="1" destOrd="0" presId="urn:microsoft.com/office/officeart/2005/8/layout/hierarchy6"/>
    <dgm:cxn modelId="{12AC673D-F3C8-4D0E-A6DF-DCBE73B2364B}" type="presParOf" srcId="{837337E4-5F51-46BB-8518-2603B65A2871}" destId="{B0367589-497A-4875-951F-45EC0E1C7C32}" srcOrd="0" destOrd="0" presId="urn:microsoft.com/office/officeart/2005/8/layout/hierarchy6"/>
    <dgm:cxn modelId="{A666EB20-FBBF-4EC8-8C15-01C01B7B906D}" type="presParOf" srcId="{837337E4-5F51-46BB-8518-2603B65A2871}" destId="{C6FF9674-AF5F-4983-9B26-C216F0D8297E}" srcOrd="1" destOrd="0" presId="urn:microsoft.com/office/officeart/2005/8/layout/hierarchy6"/>
    <dgm:cxn modelId="{89749CB7-2C66-45FD-8D4C-89116345CFF4}" type="presParOf" srcId="{C6FF9674-AF5F-4983-9B26-C216F0D8297E}" destId="{4C01D3B3-42E5-4952-8DCB-1CA0F3F2ABA5}" srcOrd="0" destOrd="0" presId="urn:microsoft.com/office/officeart/2005/8/layout/hierarchy6"/>
    <dgm:cxn modelId="{4EDFD46D-F1FB-42BE-98CD-7A2847A53B2A}" type="presParOf" srcId="{C6FF9674-AF5F-4983-9B26-C216F0D8297E}" destId="{91F89447-EE88-484F-91A1-59C4CBCF9857}" srcOrd="1" destOrd="0" presId="urn:microsoft.com/office/officeart/2005/8/layout/hierarchy6"/>
    <dgm:cxn modelId="{9ED312E9-2355-4739-81DE-D61E0BACD877}" type="presParOf" srcId="{91F89447-EE88-484F-91A1-59C4CBCF9857}" destId="{DE793EE6-148F-4E33-850A-CCA6FDD4E953}" srcOrd="0" destOrd="0" presId="urn:microsoft.com/office/officeart/2005/8/layout/hierarchy6"/>
    <dgm:cxn modelId="{31A70FC4-FCD4-45BE-9466-285D1FB61008}" type="presParOf" srcId="{91F89447-EE88-484F-91A1-59C4CBCF9857}" destId="{914D065A-1D05-448F-B60C-BACC11DD317F}" srcOrd="1" destOrd="0" presId="urn:microsoft.com/office/officeart/2005/8/layout/hierarchy6"/>
    <dgm:cxn modelId="{4A0063F4-0A93-42B7-805C-F6A9F9BDBF83}" type="presParOf" srcId="{914D065A-1D05-448F-B60C-BACC11DD317F}" destId="{9BEA3625-52A1-4E0D-B86C-A0F4F527DFD0}" srcOrd="0" destOrd="0" presId="urn:microsoft.com/office/officeart/2005/8/layout/hierarchy6"/>
    <dgm:cxn modelId="{71D10A77-B5E8-439B-B981-FE08B396C91E}" type="presParOf" srcId="{914D065A-1D05-448F-B60C-BACC11DD317F}" destId="{3E33871E-FAA6-422B-AE1F-259F52E3B4B1}" srcOrd="1" destOrd="0" presId="urn:microsoft.com/office/officeart/2005/8/layout/hierarchy6"/>
    <dgm:cxn modelId="{689ECE30-9199-455F-A8C0-6D19DB8D0FE4}" type="presParOf" srcId="{91F89447-EE88-484F-91A1-59C4CBCF9857}" destId="{B3EA0E01-1237-47A4-BC76-04D4C6D250B4}" srcOrd="2" destOrd="0" presId="urn:microsoft.com/office/officeart/2005/8/layout/hierarchy6"/>
    <dgm:cxn modelId="{210E9829-051C-44BB-A4C9-D6EE3A2C7A34}" type="presParOf" srcId="{91F89447-EE88-484F-91A1-59C4CBCF9857}" destId="{44A2B5A7-64A0-45CC-8DA1-4B60A3BDDB83}" srcOrd="3" destOrd="0" presId="urn:microsoft.com/office/officeart/2005/8/layout/hierarchy6"/>
    <dgm:cxn modelId="{342F9ABC-9EF0-479B-9DA1-DFAA45A9A1C5}" type="presParOf" srcId="{44A2B5A7-64A0-45CC-8DA1-4B60A3BDDB83}" destId="{801269CA-194D-4CB2-BEFE-89B7027B48AA}" srcOrd="0" destOrd="0" presId="urn:microsoft.com/office/officeart/2005/8/layout/hierarchy6"/>
    <dgm:cxn modelId="{8F38912A-C4B5-4671-9D52-793614774167}" type="presParOf" srcId="{44A2B5A7-64A0-45CC-8DA1-4B60A3BDDB83}" destId="{53F15B06-3B42-4508-AD35-51871FEDE163}" srcOrd="1" destOrd="0" presId="urn:microsoft.com/office/officeart/2005/8/layout/hierarchy6"/>
    <dgm:cxn modelId="{2566C25B-5D67-45CC-A701-4886A1D59CD4}" type="presParOf" srcId="{837337E4-5F51-46BB-8518-2603B65A2871}" destId="{C64A9CA2-04C0-44B6-96B1-FCF1A63B439D}" srcOrd="2" destOrd="0" presId="urn:microsoft.com/office/officeart/2005/8/layout/hierarchy6"/>
    <dgm:cxn modelId="{B8899559-2BD5-4905-9120-09A0D8265FDD}" type="presParOf" srcId="{837337E4-5F51-46BB-8518-2603B65A2871}" destId="{F88336ED-678B-48D9-9A4D-0C796040AB14}" srcOrd="3" destOrd="0" presId="urn:microsoft.com/office/officeart/2005/8/layout/hierarchy6"/>
    <dgm:cxn modelId="{C9EF7327-C111-478B-B748-FB7055FEAD61}" type="presParOf" srcId="{F88336ED-678B-48D9-9A4D-0C796040AB14}" destId="{7E78E7F0-832D-4A20-925F-020B3BF5C8B8}" srcOrd="0" destOrd="0" presId="urn:microsoft.com/office/officeart/2005/8/layout/hierarchy6"/>
    <dgm:cxn modelId="{333B5D10-14C9-4759-82CB-9750C871E747}" type="presParOf" srcId="{F88336ED-678B-48D9-9A4D-0C796040AB14}" destId="{EFA8C7A7-0513-473E-B785-B1F19C1A565F}" srcOrd="1" destOrd="0" presId="urn:microsoft.com/office/officeart/2005/8/layout/hierarchy6"/>
    <dgm:cxn modelId="{077DA5EE-046F-469E-8510-F80EF6D98FBA}" type="presParOf" srcId="{EFA8C7A7-0513-473E-B785-B1F19C1A565F}" destId="{112988A9-A465-452D-A67D-02E2008D0944}" srcOrd="0" destOrd="0" presId="urn:microsoft.com/office/officeart/2005/8/layout/hierarchy6"/>
    <dgm:cxn modelId="{BC3A8499-BB3B-42BC-BC2A-1FB7F188A86F}" type="presParOf" srcId="{EFA8C7A7-0513-473E-B785-B1F19C1A565F}" destId="{0E351634-34C7-4528-9CF3-22A9CC8B0E5E}" srcOrd="1" destOrd="0" presId="urn:microsoft.com/office/officeart/2005/8/layout/hierarchy6"/>
    <dgm:cxn modelId="{50B2B1A2-A76D-4F49-9C80-607FA7E250CD}" type="presParOf" srcId="{0E351634-34C7-4528-9CF3-22A9CC8B0E5E}" destId="{AF77EB2E-4343-4B1C-B618-F055AC67793E}" srcOrd="0" destOrd="0" presId="urn:microsoft.com/office/officeart/2005/8/layout/hierarchy6"/>
    <dgm:cxn modelId="{7CA70F0C-B692-4038-9C5C-DF589B8B804B}" type="presParOf" srcId="{0E351634-34C7-4528-9CF3-22A9CC8B0E5E}" destId="{D5F94BF9-5A2C-4C40-A8C5-470A73E86F2F}" srcOrd="1" destOrd="0" presId="urn:microsoft.com/office/officeart/2005/8/layout/hierarchy6"/>
    <dgm:cxn modelId="{0D293D26-8897-48CE-A4A5-EDA2A21618A4}" type="presParOf" srcId="{EFA8C7A7-0513-473E-B785-B1F19C1A565F}" destId="{A01CFBE1-D46D-4878-AE2C-9DC8FC615B1A}" srcOrd="2" destOrd="0" presId="urn:microsoft.com/office/officeart/2005/8/layout/hierarchy6"/>
    <dgm:cxn modelId="{7CD02257-0DE9-4FF4-804F-4B3A0426A85D}" type="presParOf" srcId="{EFA8C7A7-0513-473E-B785-B1F19C1A565F}" destId="{C9FE5033-6647-4B0E-A999-DCB57E879925}" srcOrd="3" destOrd="0" presId="urn:microsoft.com/office/officeart/2005/8/layout/hierarchy6"/>
    <dgm:cxn modelId="{2F8D875B-EED5-493A-B6EE-A3CD3161E70B}" type="presParOf" srcId="{C9FE5033-6647-4B0E-A999-DCB57E879925}" destId="{7E1087DD-A3B7-42DB-82F1-C6BD2064E027}" srcOrd="0" destOrd="0" presId="urn:microsoft.com/office/officeart/2005/8/layout/hierarchy6"/>
    <dgm:cxn modelId="{2BE7EFF7-0854-445B-8DAC-A4AB5D15FC2A}" type="presParOf" srcId="{C9FE5033-6647-4B0E-A999-DCB57E879925}" destId="{4BE5AF17-0DB6-42E5-BEFF-E18194BB26CB}" srcOrd="1" destOrd="0" presId="urn:microsoft.com/office/officeart/2005/8/layout/hierarchy6"/>
    <dgm:cxn modelId="{ED40540F-110E-4EE5-A859-60241C09057B}" type="presParOf" srcId="{07EAE3A1-3F76-43EE-AEEE-8CCFC5894AB0}" destId="{3C40A692-13D9-422B-B9FF-193B81CF340D}" srcOrd="2" destOrd="0" presId="urn:microsoft.com/office/officeart/2005/8/layout/hierarchy6"/>
    <dgm:cxn modelId="{C9BD4063-62A1-4755-9C0F-5F22256F8849}" type="presParOf" srcId="{07EAE3A1-3F76-43EE-AEEE-8CCFC5894AB0}" destId="{A4D1F762-E34D-4851-B0DD-AAEAF9A7D138}" srcOrd="3" destOrd="0" presId="urn:microsoft.com/office/officeart/2005/8/layout/hierarchy6"/>
    <dgm:cxn modelId="{093CCB98-DA6A-4FAA-B7E9-DDC7A3904748}" type="presParOf" srcId="{A4D1F762-E34D-4851-B0DD-AAEAF9A7D138}" destId="{388AEF2B-4191-4BFA-996A-379639767DFD}" srcOrd="0" destOrd="0" presId="urn:microsoft.com/office/officeart/2005/8/layout/hierarchy6"/>
    <dgm:cxn modelId="{2FD94F45-9BC3-40DD-8D8B-53CC4C2B8ECD}" type="presParOf" srcId="{A4D1F762-E34D-4851-B0DD-AAEAF9A7D138}" destId="{38D3B0D2-0B1D-44BE-938F-DAAF8488FB97}" srcOrd="1" destOrd="0" presId="urn:microsoft.com/office/officeart/2005/8/layout/hierarchy6"/>
    <dgm:cxn modelId="{F8A528A4-1C56-455D-B217-BE852884E39A}" type="presParOf" srcId="{38D3B0D2-0B1D-44BE-938F-DAAF8488FB97}" destId="{69C3670A-1514-4A63-9A6E-6F43E7A9157D}" srcOrd="0" destOrd="0" presId="urn:microsoft.com/office/officeart/2005/8/layout/hierarchy6"/>
    <dgm:cxn modelId="{EE7A7922-4647-473B-B5C5-A5D95FA80371}" type="presParOf" srcId="{38D3B0D2-0B1D-44BE-938F-DAAF8488FB97}" destId="{0D25EA4B-9378-4B14-914E-1C19DC5BF032}" srcOrd="1" destOrd="0" presId="urn:microsoft.com/office/officeart/2005/8/layout/hierarchy6"/>
    <dgm:cxn modelId="{805691D3-0220-4666-B71E-E82FEC0BE5AA}" type="presParOf" srcId="{0D25EA4B-9378-4B14-914E-1C19DC5BF032}" destId="{D82EA27A-E629-4358-81A0-AE031994D5ED}" srcOrd="0" destOrd="0" presId="urn:microsoft.com/office/officeart/2005/8/layout/hierarchy6"/>
    <dgm:cxn modelId="{79D3C354-D774-4C86-B397-79BCD56C33ED}" type="presParOf" srcId="{0D25EA4B-9378-4B14-914E-1C19DC5BF032}" destId="{E9D543B6-269A-4BF0-8B76-2B705864E937}" srcOrd="1" destOrd="0" presId="urn:microsoft.com/office/officeart/2005/8/layout/hierarchy6"/>
    <dgm:cxn modelId="{5D8129F9-2DD5-487B-AA27-B55F4D9BE58B}" type="presParOf" srcId="{38D3B0D2-0B1D-44BE-938F-DAAF8488FB97}" destId="{5FF37B24-8B9C-4A73-8099-97320B73F4FA}" srcOrd="2" destOrd="0" presId="urn:microsoft.com/office/officeart/2005/8/layout/hierarchy6"/>
    <dgm:cxn modelId="{E25933CA-31E4-453F-A8C3-332369BC2D36}" type="presParOf" srcId="{38D3B0D2-0B1D-44BE-938F-DAAF8488FB97}" destId="{D51FB670-32F0-4956-8A46-60852673D919}" srcOrd="3" destOrd="0" presId="urn:microsoft.com/office/officeart/2005/8/layout/hierarchy6"/>
    <dgm:cxn modelId="{305D7927-0683-4E96-9CA4-23FD8642A745}" type="presParOf" srcId="{D51FB670-32F0-4956-8A46-60852673D919}" destId="{E994761A-DA6F-4BB7-AAA8-FA4B8CB0BC36}" srcOrd="0" destOrd="0" presId="urn:microsoft.com/office/officeart/2005/8/layout/hierarchy6"/>
    <dgm:cxn modelId="{BB265747-33EA-4A1F-B259-C4AA2B791017}" type="presParOf" srcId="{D51FB670-32F0-4956-8A46-60852673D919}" destId="{AA85AE91-1130-4E21-8C41-7AF46EA81CF7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2DC39C-95D9-4BA2-8B4A-4CEE79E3559D}">
      <dgm:prSet phldrT="[Text]"/>
      <dgm:spPr/>
      <dgm:t>
        <a:bodyPr/>
        <a:lstStyle/>
        <a:p>
          <a:r>
            <a:rPr lang="en-US" b="0" i="0" u="none" dirty="0"/>
            <a:t>4967</a:t>
          </a:r>
          <a:endParaRPr lang="en-US" dirty="0"/>
        </a:p>
      </dgm:t>
    </dgm:pt>
    <dgm:pt modelId="{873A4569-48E4-4E3C-B450-542B067BAF28}" type="parTrans" cxnId="{1BEB06F2-40E2-4181-A4F7-BE4F35FF143B}">
      <dgm:prSet/>
      <dgm:spPr/>
      <dgm:t>
        <a:bodyPr/>
        <a:lstStyle/>
        <a:p>
          <a:endParaRPr lang="en-US"/>
        </a:p>
      </dgm:t>
    </dgm:pt>
    <dgm:pt modelId="{B51697D8-48FB-480E-B4D8-FC130BE900F5}" type="sibTrans" cxnId="{1BEB06F2-40E2-4181-A4F7-BE4F35FF143B}">
      <dgm:prSet/>
      <dgm:spPr/>
      <dgm:t>
        <a:bodyPr/>
        <a:lstStyle/>
        <a:p>
          <a:endParaRPr lang="en-US"/>
        </a:p>
      </dgm:t>
    </dgm:pt>
    <dgm:pt modelId="{F7EA9A60-9A1C-475E-9407-AE17F90E2D2C}">
      <dgm:prSet/>
      <dgm:spPr/>
      <dgm:t>
        <a:bodyPr/>
        <a:lstStyle/>
        <a:p>
          <a:r>
            <a:rPr lang="en-US" b="0" i="0" u="none" dirty="0"/>
            <a:t>5051</a:t>
          </a:r>
          <a:endParaRPr lang="en-US" dirty="0"/>
        </a:p>
      </dgm:t>
    </dgm:pt>
    <dgm:pt modelId="{B7A668E8-DD38-41F6-BD6E-FF846FA84234}" type="parTrans" cxnId="{23778CE5-A543-49A0-83BA-5A1A5AAB2D63}">
      <dgm:prSet/>
      <dgm:spPr/>
      <dgm:t>
        <a:bodyPr/>
        <a:lstStyle/>
        <a:p>
          <a:endParaRPr lang="en-US"/>
        </a:p>
      </dgm:t>
    </dgm:pt>
    <dgm:pt modelId="{0664B7B1-181E-498A-81F4-F4C13762CF7F}" type="sibTrans" cxnId="{23778CE5-A543-49A0-83BA-5A1A5AAB2D63}">
      <dgm:prSet/>
      <dgm:spPr/>
      <dgm:t>
        <a:bodyPr/>
        <a:lstStyle/>
        <a:p>
          <a:endParaRPr lang="en-US"/>
        </a:p>
      </dgm:t>
    </dgm:pt>
    <dgm:pt modelId="{222AFF1A-C4A6-4B50-9607-23E36D8EE071}">
      <dgm:prSet/>
      <dgm:spPr/>
      <dgm:t>
        <a:bodyPr/>
        <a:lstStyle/>
        <a:p>
          <a:r>
            <a:rPr lang="en-US" b="0" i="0" u="none" dirty="0"/>
            <a:t>4669</a:t>
          </a:r>
          <a:endParaRPr lang="en-US" dirty="0"/>
        </a:p>
      </dgm:t>
    </dgm:pt>
    <dgm:pt modelId="{96BAD9AE-E4F3-49BF-8D35-42359F636F95}" type="parTrans" cxnId="{9E3365B2-8439-4BDD-9209-BFB4C38F4714}">
      <dgm:prSet/>
      <dgm:spPr/>
      <dgm:t>
        <a:bodyPr/>
        <a:lstStyle/>
        <a:p>
          <a:endParaRPr lang="en-US"/>
        </a:p>
      </dgm:t>
    </dgm:pt>
    <dgm:pt modelId="{8A574335-59F6-4892-87DB-BCD070D6F89B}" type="sibTrans" cxnId="{9E3365B2-8439-4BDD-9209-BFB4C38F4714}">
      <dgm:prSet/>
      <dgm:spPr/>
      <dgm:t>
        <a:bodyPr/>
        <a:lstStyle/>
        <a:p>
          <a:endParaRPr lang="en-US"/>
        </a:p>
      </dgm:t>
    </dgm:pt>
    <dgm:pt modelId="{AB7249F0-B6A3-49F7-A074-2CC56509F002}">
      <dgm:prSet/>
      <dgm:spPr/>
      <dgm:t>
        <a:bodyPr/>
        <a:lstStyle/>
        <a:p>
          <a:r>
            <a:rPr lang="en-US" b="0" i="0" u="none" dirty="0"/>
            <a:t>5019</a:t>
          </a:r>
          <a:endParaRPr lang="en-US" dirty="0"/>
        </a:p>
      </dgm:t>
    </dgm:pt>
    <dgm:pt modelId="{FD4F7389-A8B8-4F62-A911-AC58683517D4}" type="parTrans" cxnId="{B62BCB4F-A9DF-48B4-BF23-C61C3DA10DFB}">
      <dgm:prSet/>
      <dgm:spPr/>
      <dgm:t>
        <a:bodyPr/>
        <a:lstStyle/>
        <a:p>
          <a:endParaRPr lang="en-US"/>
        </a:p>
      </dgm:t>
    </dgm:pt>
    <dgm:pt modelId="{04CD7955-8B6D-4222-BD84-06E12A5D28B7}" type="sibTrans" cxnId="{B62BCB4F-A9DF-48B4-BF23-C61C3DA10DFB}">
      <dgm:prSet/>
      <dgm:spPr/>
      <dgm:t>
        <a:bodyPr/>
        <a:lstStyle/>
        <a:p>
          <a:endParaRPr lang="en-US"/>
        </a:p>
      </dgm:t>
    </dgm:pt>
    <dgm:pt modelId="{C90B90C1-9941-4C2B-885E-09322C5BC022}">
      <dgm:prSet/>
      <dgm:spPr/>
      <dgm:t>
        <a:bodyPr/>
        <a:lstStyle/>
        <a:p>
          <a:r>
            <a:rPr lang="en-US" b="0" i="0" u="none" dirty="0"/>
            <a:t>5187</a:t>
          </a:r>
          <a:endParaRPr lang="en-US" dirty="0"/>
        </a:p>
      </dgm:t>
    </dgm:pt>
    <dgm:pt modelId="{65919679-96DF-41F1-9FEC-0115280BB9DA}" type="parTrans" cxnId="{744768A8-0239-48F6-B0E5-58AA80171333}">
      <dgm:prSet/>
      <dgm:spPr/>
      <dgm:t>
        <a:bodyPr/>
        <a:lstStyle/>
        <a:p>
          <a:endParaRPr lang="en-US"/>
        </a:p>
      </dgm:t>
    </dgm:pt>
    <dgm:pt modelId="{BDF85C96-F24D-41D5-935A-403E4EB567F0}" type="sibTrans" cxnId="{744768A8-0239-48F6-B0E5-58AA80171333}">
      <dgm:prSet/>
      <dgm:spPr/>
      <dgm:t>
        <a:bodyPr/>
        <a:lstStyle/>
        <a:p>
          <a:endParaRPr lang="en-US"/>
        </a:p>
      </dgm:t>
    </dgm:pt>
    <dgm:pt modelId="{215CE8DB-3483-4009-894D-1FBE5D5A905F}">
      <dgm:prSet/>
      <dgm:spPr/>
      <dgm:t>
        <a:bodyPr/>
        <a:lstStyle/>
        <a:p>
          <a:r>
            <a:rPr lang="en-US" b="0" i="0" u="none" dirty="0"/>
            <a:t>5144</a:t>
          </a:r>
          <a:endParaRPr lang="en-US" dirty="0"/>
        </a:p>
      </dgm:t>
    </dgm:pt>
    <dgm:pt modelId="{9E731D34-E5B2-48E8-ACEB-0AE287C832FC}" type="parTrans" cxnId="{8C8694E3-1A17-479F-90E2-74448F3DC58C}">
      <dgm:prSet/>
      <dgm:spPr/>
      <dgm:t>
        <a:bodyPr/>
        <a:lstStyle/>
        <a:p>
          <a:endParaRPr lang="en-US"/>
        </a:p>
      </dgm:t>
    </dgm:pt>
    <dgm:pt modelId="{D5B0776F-0DC0-4AEA-8FEF-77F48CBC54D1}" type="sibTrans" cxnId="{8C8694E3-1A17-479F-90E2-74448F3DC58C}">
      <dgm:prSet/>
      <dgm:spPr/>
      <dgm:t>
        <a:bodyPr/>
        <a:lstStyle/>
        <a:p>
          <a:endParaRPr lang="en-US"/>
        </a:p>
      </dgm:t>
    </dgm:pt>
    <dgm:pt modelId="{7A9E0472-A87F-4139-838D-64F88439C57C}">
      <dgm:prSet/>
      <dgm:spPr/>
      <dgm:t>
        <a:bodyPr/>
        <a:lstStyle/>
        <a:p>
          <a:r>
            <a:rPr lang="en-US" b="0" i="0" u="none" dirty="0"/>
            <a:t>5139</a:t>
          </a:r>
          <a:endParaRPr lang="en-US" dirty="0"/>
        </a:p>
      </dgm:t>
    </dgm:pt>
    <dgm:pt modelId="{4D02C339-4921-493E-9120-6C88F1B2F4C8}" type="parTrans" cxnId="{71CEEEBE-6088-463C-87C7-7B79FA4F2AF2}">
      <dgm:prSet/>
      <dgm:spPr/>
      <dgm:t>
        <a:bodyPr/>
        <a:lstStyle/>
        <a:p>
          <a:endParaRPr lang="en-US"/>
        </a:p>
      </dgm:t>
    </dgm:pt>
    <dgm:pt modelId="{F7770309-DC2C-465A-9806-4D8FAB3F293B}" type="sibTrans" cxnId="{71CEEEBE-6088-463C-87C7-7B79FA4F2AF2}">
      <dgm:prSet/>
      <dgm:spPr/>
      <dgm:t>
        <a:bodyPr/>
        <a:lstStyle/>
        <a:p>
          <a:endParaRPr lang="en-US"/>
        </a:p>
      </dgm:t>
    </dgm:pt>
    <dgm:pt modelId="{2A36AEF1-588B-467E-B638-1D8E31DF5A87}">
      <dgm:prSet/>
      <dgm:spPr/>
      <dgm:t>
        <a:bodyPr/>
        <a:lstStyle/>
        <a:p>
          <a:r>
            <a:rPr lang="en-US" b="0" i="0" u="none" dirty="0"/>
            <a:t>3826</a:t>
          </a:r>
          <a:endParaRPr lang="en-US" dirty="0"/>
        </a:p>
      </dgm:t>
    </dgm:pt>
    <dgm:pt modelId="{118B97B1-9112-4903-8692-C1035BE6DF20}" type="parTrans" cxnId="{82806C1D-F5BB-41CE-85F7-A6AA60EF2F10}">
      <dgm:prSet/>
      <dgm:spPr/>
      <dgm:t>
        <a:bodyPr/>
        <a:lstStyle/>
        <a:p>
          <a:endParaRPr lang="en-US"/>
        </a:p>
      </dgm:t>
    </dgm:pt>
    <dgm:pt modelId="{A9B4E949-6CDB-423B-AB85-DF510AFB4F84}" type="sibTrans" cxnId="{82806C1D-F5BB-41CE-85F7-A6AA60EF2F10}">
      <dgm:prSet/>
      <dgm:spPr/>
      <dgm:t>
        <a:bodyPr/>
        <a:lstStyle/>
        <a:p>
          <a:endParaRPr lang="en-US"/>
        </a:p>
      </dgm:t>
    </dgm:pt>
    <dgm:pt modelId="{F15CA2B1-5F51-4B05-B58C-85EB114479FF}">
      <dgm:prSet/>
      <dgm:spPr/>
      <dgm:t>
        <a:bodyPr/>
        <a:lstStyle/>
        <a:p>
          <a:r>
            <a:rPr lang="en-US" b="0" i="0" u="none" dirty="0"/>
            <a:t>4901</a:t>
          </a:r>
          <a:endParaRPr lang="en-US" dirty="0"/>
        </a:p>
      </dgm:t>
    </dgm:pt>
    <dgm:pt modelId="{CD54113A-D09C-4B59-87A4-68CE8415A09B}" type="parTrans" cxnId="{703B010E-8206-4DA1-A39D-0FF20B0FF010}">
      <dgm:prSet/>
      <dgm:spPr/>
      <dgm:t>
        <a:bodyPr/>
        <a:lstStyle/>
        <a:p>
          <a:endParaRPr lang="en-US"/>
        </a:p>
      </dgm:t>
    </dgm:pt>
    <dgm:pt modelId="{B4713052-1688-456D-94F7-FED310FD3200}" type="sibTrans" cxnId="{703B010E-8206-4DA1-A39D-0FF20B0FF010}">
      <dgm:prSet/>
      <dgm:spPr/>
      <dgm:t>
        <a:bodyPr/>
        <a:lstStyle/>
        <a:p>
          <a:endParaRPr lang="en-US"/>
        </a:p>
      </dgm:t>
    </dgm:pt>
    <dgm:pt modelId="{204928B3-38EB-4798-AC24-16FD1384834A}">
      <dgm:prSet/>
      <dgm:spPr/>
      <dgm:t>
        <a:bodyPr/>
        <a:lstStyle/>
        <a:p>
          <a:r>
            <a:rPr lang="en-US" b="0" i="0" u="none" dirty="0"/>
            <a:t>4930</a:t>
          </a:r>
          <a:endParaRPr lang="en-US" dirty="0"/>
        </a:p>
      </dgm:t>
    </dgm:pt>
    <dgm:pt modelId="{ACCAB9C8-CCE3-40E3-99E7-E25F811A307E}" type="parTrans" cxnId="{3E6D6134-D985-45D2-B8EC-48094C27F44D}">
      <dgm:prSet/>
      <dgm:spPr/>
      <dgm:t>
        <a:bodyPr/>
        <a:lstStyle/>
        <a:p>
          <a:endParaRPr lang="en-US"/>
        </a:p>
      </dgm:t>
    </dgm:pt>
    <dgm:pt modelId="{C67B7789-EA7C-4ED2-B7BC-12B8B93B50D0}" type="sibTrans" cxnId="{3E6D6134-D985-45D2-B8EC-48094C27F44D}">
      <dgm:prSet/>
      <dgm:spPr/>
      <dgm:t>
        <a:bodyPr/>
        <a:lstStyle/>
        <a:p>
          <a:endParaRPr lang="en-US"/>
        </a:p>
      </dgm:t>
    </dgm:pt>
    <dgm:pt modelId="{7B8BE726-DD48-4B81-80BC-FF8094E3D255}">
      <dgm:prSet/>
      <dgm:spPr/>
      <dgm:t>
        <a:bodyPr/>
        <a:lstStyle/>
        <a:p>
          <a:r>
            <a:rPr lang="en-US" b="0" i="0" u="none" dirty="0"/>
            <a:t>5073</a:t>
          </a:r>
          <a:endParaRPr lang="en-US" dirty="0"/>
        </a:p>
      </dgm:t>
    </dgm:pt>
    <dgm:pt modelId="{D054CEA4-3CC2-4C93-8FB0-5B925EC924F3}" type="sibTrans" cxnId="{134E84CA-9C85-4584-A03E-1443794CD280}">
      <dgm:prSet/>
      <dgm:spPr/>
      <dgm:t>
        <a:bodyPr/>
        <a:lstStyle/>
        <a:p>
          <a:endParaRPr lang="en-US"/>
        </a:p>
      </dgm:t>
    </dgm:pt>
    <dgm:pt modelId="{EF7072D4-FC6A-4A75-8554-20E6E167219F}" type="parTrans" cxnId="{134E84CA-9C85-4584-A03E-1443794CD280}">
      <dgm:prSet/>
      <dgm:spPr/>
      <dgm:t>
        <a:bodyPr/>
        <a:lstStyle/>
        <a:p>
          <a:endParaRPr lang="en-US"/>
        </a:p>
      </dgm:t>
    </dgm:pt>
    <dgm:pt modelId="{1E9EF1E9-58BC-4449-B488-25BCAA48109E}">
      <dgm:prSet phldrT="[Text]"/>
      <dgm:spPr/>
      <dgm:t>
        <a:bodyPr/>
        <a:lstStyle/>
        <a:p>
          <a:r>
            <a:rPr lang="en-US" dirty="0"/>
            <a:t>4946</a:t>
          </a:r>
        </a:p>
      </dgm:t>
    </dgm:pt>
    <dgm:pt modelId="{17A80643-F3AD-4400-ABE5-414F6FCF641B}" type="parTrans" cxnId="{FC0C62F6-BACC-45E6-8FA5-8C28525A6E7B}">
      <dgm:prSet/>
      <dgm:spPr/>
      <dgm:t>
        <a:bodyPr/>
        <a:lstStyle/>
        <a:p>
          <a:endParaRPr lang="en-US"/>
        </a:p>
      </dgm:t>
    </dgm:pt>
    <dgm:pt modelId="{2ACE8275-52BF-468C-9A8B-03655CA0022C}" type="sibTrans" cxnId="{FC0C62F6-BACC-45E6-8FA5-8C28525A6E7B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F399CAD-A39F-4C3C-A236-98BBF4A3DFBE}" type="pres">
      <dgm:prSet presAssocID="{1E9EF1E9-58BC-4449-B488-25BCAA48109E}" presName="Name14" presStyleCnt="0"/>
      <dgm:spPr/>
    </dgm:pt>
    <dgm:pt modelId="{1B12A6FF-50ED-4943-BD25-29745F944682}" type="pres">
      <dgm:prSet presAssocID="{1E9EF1E9-58BC-4449-B488-25BCAA48109E}" presName="level1Shape" presStyleLbl="node0" presStyleIdx="0" presStyleCnt="1">
        <dgm:presLayoutVars>
          <dgm:chPref val="3"/>
        </dgm:presLayoutVars>
      </dgm:prSet>
      <dgm:spPr/>
    </dgm:pt>
    <dgm:pt modelId="{928BC009-6C31-4D6B-A90C-3E01A5810900}" type="pres">
      <dgm:prSet presAssocID="{1E9EF1E9-58BC-4449-B488-25BCAA48109E}" presName="hierChild2" presStyleCnt="0"/>
      <dgm:spPr/>
    </dgm:pt>
    <dgm:pt modelId="{85AD3F35-1126-470A-9469-E756255D86C1}" type="pres">
      <dgm:prSet presAssocID="{873A4569-48E4-4E3C-B450-542B067BAF28}" presName="Name19" presStyleLbl="parChTrans1D2" presStyleIdx="0" presStyleCnt="2"/>
      <dgm:spPr/>
    </dgm:pt>
    <dgm:pt modelId="{C9501E80-E3AC-4388-AFCF-21C4EA561552}" type="pres">
      <dgm:prSet presAssocID="{462DC39C-95D9-4BA2-8B4A-4CEE79E3559D}" presName="Name21" presStyleCnt="0"/>
      <dgm:spPr/>
    </dgm:pt>
    <dgm:pt modelId="{06BBC88E-DD2F-418B-906A-C32A7BC5664A}" type="pres">
      <dgm:prSet presAssocID="{462DC39C-95D9-4BA2-8B4A-4CEE79E3559D}" presName="level2Shape" presStyleLbl="node2" presStyleIdx="0" presStyleCnt="2"/>
      <dgm:spPr/>
    </dgm:pt>
    <dgm:pt modelId="{E2F4C9CA-13B9-4F5A-94CA-91FFC432AB47}" type="pres">
      <dgm:prSet presAssocID="{462DC39C-95D9-4BA2-8B4A-4CEE79E3559D}" presName="hierChild3" presStyleCnt="0"/>
      <dgm:spPr/>
    </dgm:pt>
    <dgm:pt modelId="{882FB6CA-1D4C-4BB9-A81F-C07F1667737F}" type="pres">
      <dgm:prSet presAssocID="{B7A668E8-DD38-41F6-BD6E-FF846FA84234}" presName="Name19" presStyleLbl="parChTrans1D3" presStyleIdx="0" presStyleCnt="4"/>
      <dgm:spPr/>
    </dgm:pt>
    <dgm:pt modelId="{F444A06B-E5AC-42F9-815E-E383B43C7E01}" type="pres">
      <dgm:prSet presAssocID="{F7EA9A60-9A1C-475E-9407-AE17F90E2D2C}" presName="Name21" presStyleCnt="0"/>
      <dgm:spPr/>
    </dgm:pt>
    <dgm:pt modelId="{266EAD9B-7712-49CC-9EBF-919CE3B44B5C}" type="pres">
      <dgm:prSet presAssocID="{F7EA9A60-9A1C-475E-9407-AE17F90E2D2C}" presName="level2Shape" presStyleLbl="node3" presStyleIdx="0" presStyleCnt="4"/>
      <dgm:spPr/>
    </dgm:pt>
    <dgm:pt modelId="{A5578C7E-BDDD-4D30-BD99-F1E3D92AFE20}" type="pres">
      <dgm:prSet presAssocID="{F7EA9A60-9A1C-475E-9407-AE17F90E2D2C}" presName="hierChild3" presStyleCnt="0"/>
      <dgm:spPr/>
    </dgm:pt>
    <dgm:pt modelId="{9C8B359A-C43E-4B23-97F2-412865549F91}" type="pres">
      <dgm:prSet presAssocID="{96BAD9AE-E4F3-49BF-8D35-42359F636F95}" presName="Name19" presStyleLbl="parChTrans1D4" presStyleIdx="0" presStyleCnt="5"/>
      <dgm:spPr/>
    </dgm:pt>
    <dgm:pt modelId="{22E379FD-5279-4BCC-958E-1B64383CAFAE}" type="pres">
      <dgm:prSet presAssocID="{222AFF1A-C4A6-4B50-9607-23E36D8EE071}" presName="Name21" presStyleCnt="0"/>
      <dgm:spPr/>
    </dgm:pt>
    <dgm:pt modelId="{A9A1422A-3F26-4296-A3CF-A0CEE0DB1565}" type="pres">
      <dgm:prSet presAssocID="{222AFF1A-C4A6-4B50-9607-23E36D8EE071}" presName="level2Shape" presStyleLbl="node4" presStyleIdx="0" presStyleCnt="5"/>
      <dgm:spPr/>
    </dgm:pt>
    <dgm:pt modelId="{D9505FC0-E8C9-415D-84F8-3167F8EC46F8}" type="pres">
      <dgm:prSet presAssocID="{222AFF1A-C4A6-4B50-9607-23E36D8EE071}" presName="hierChild3" presStyleCnt="0"/>
      <dgm:spPr/>
    </dgm:pt>
    <dgm:pt modelId="{50F858D7-D24A-4C7F-AE6E-F57385040245}" type="pres">
      <dgm:prSet presAssocID="{FD4F7389-A8B8-4F62-A911-AC58683517D4}" presName="Name19" presStyleLbl="parChTrans1D4" presStyleIdx="1" presStyleCnt="5"/>
      <dgm:spPr/>
    </dgm:pt>
    <dgm:pt modelId="{050861AB-AF12-4428-BC1B-F11DB32EC00B}" type="pres">
      <dgm:prSet presAssocID="{AB7249F0-B6A3-49F7-A074-2CC56509F002}" presName="Name21" presStyleCnt="0"/>
      <dgm:spPr/>
    </dgm:pt>
    <dgm:pt modelId="{BACE2ED6-1A18-4F4E-AD4B-2836B32EF68F}" type="pres">
      <dgm:prSet presAssocID="{AB7249F0-B6A3-49F7-A074-2CC56509F002}" presName="level2Shape" presStyleLbl="node4" presStyleIdx="1" presStyleCnt="5"/>
      <dgm:spPr/>
    </dgm:pt>
    <dgm:pt modelId="{46E64055-D196-4090-A725-B68E2EABE26B}" type="pres">
      <dgm:prSet presAssocID="{AB7249F0-B6A3-49F7-A074-2CC56509F002}" presName="hierChild3" presStyleCnt="0"/>
      <dgm:spPr/>
    </dgm:pt>
    <dgm:pt modelId="{FEE6A337-062C-4616-BE73-10B3CF16CFCF}" type="pres">
      <dgm:prSet presAssocID="{EF7072D4-FC6A-4A75-8554-20E6E167219F}" presName="Name19" presStyleLbl="parChTrans1D3" presStyleIdx="1" presStyleCnt="4"/>
      <dgm:spPr/>
    </dgm:pt>
    <dgm:pt modelId="{5C0253F8-760F-4002-91E6-16D0A9C5CE5F}" type="pres">
      <dgm:prSet presAssocID="{7B8BE726-DD48-4B81-80BC-FF8094E3D255}" presName="Name21" presStyleCnt="0"/>
      <dgm:spPr/>
    </dgm:pt>
    <dgm:pt modelId="{A1DE42C9-730D-4A50-9857-CE6440C6A62E}" type="pres">
      <dgm:prSet presAssocID="{7B8BE726-DD48-4B81-80BC-FF8094E3D255}" presName="level2Shape" presStyleLbl="node3" presStyleIdx="1" presStyleCnt="4"/>
      <dgm:spPr/>
    </dgm:pt>
    <dgm:pt modelId="{81D5870D-3CDD-4B89-85F3-4C5601BF8983}" type="pres">
      <dgm:prSet presAssocID="{7B8BE726-DD48-4B81-80BC-FF8094E3D255}" presName="hierChild3" presStyleCnt="0"/>
      <dgm:spPr/>
    </dgm:pt>
    <dgm:pt modelId="{4CDD4B7D-A44C-4FE0-8239-FCCA3A1D86DD}" type="pres">
      <dgm:prSet presAssocID="{65919679-96DF-41F1-9FEC-0115280BB9DA}" presName="Name19" presStyleLbl="parChTrans1D4" presStyleIdx="2" presStyleCnt="5"/>
      <dgm:spPr/>
    </dgm:pt>
    <dgm:pt modelId="{EBFCF448-C60A-412C-919C-031E2046C439}" type="pres">
      <dgm:prSet presAssocID="{C90B90C1-9941-4C2B-885E-09322C5BC022}" presName="Name21" presStyleCnt="0"/>
      <dgm:spPr/>
    </dgm:pt>
    <dgm:pt modelId="{C48D3C98-638A-499A-BCFB-6428B6BC53D6}" type="pres">
      <dgm:prSet presAssocID="{C90B90C1-9941-4C2B-885E-09322C5BC022}" presName="level2Shape" presStyleLbl="node4" presStyleIdx="2" presStyleCnt="5"/>
      <dgm:spPr/>
    </dgm:pt>
    <dgm:pt modelId="{BBB9664E-BCA7-46E2-8889-B164A470394C}" type="pres">
      <dgm:prSet presAssocID="{C90B90C1-9941-4C2B-885E-09322C5BC022}" presName="hierChild3" presStyleCnt="0"/>
      <dgm:spPr/>
    </dgm:pt>
    <dgm:pt modelId="{22867D17-9F16-4D51-9A2B-9C36B6C51CCB}" type="pres">
      <dgm:prSet presAssocID="{9E731D34-E5B2-48E8-ACEB-0AE287C832FC}" presName="Name19" presStyleLbl="parChTrans1D4" presStyleIdx="3" presStyleCnt="5"/>
      <dgm:spPr/>
    </dgm:pt>
    <dgm:pt modelId="{1F02E654-7A88-42CD-AB7D-77C496BB7852}" type="pres">
      <dgm:prSet presAssocID="{215CE8DB-3483-4009-894D-1FBE5D5A905F}" presName="Name21" presStyleCnt="0"/>
      <dgm:spPr/>
    </dgm:pt>
    <dgm:pt modelId="{47FB48E2-8F67-4D73-8353-D910743F5C29}" type="pres">
      <dgm:prSet presAssocID="{215CE8DB-3483-4009-894D-1FBE5D5A905F}" presName="level2Shape" presStyleLbl="node4" presStyleIdx="3" presStyleCnt="5"/>
      <dgm:spPr/>
    </dgm:pt>
    <dgm:pt modelId="{6E4CA033-37E6-44FF-A6C2-DB12D6C4F11F}" type="pres">
      <dgm:prSet presAssocID="{215CE8DB-3483-4009-894D-1FBE5D5A905F}" presName="hierChild3" presStyleCnt="0"/>
      <dgm:spPr/>
    </dgm:pt>
    <dgm:pt modelId="{9BB3DB38-48D9-4209-8EEB-E673CDD62668}" type="pres">
      <dgm:prSet presAssocID="{4D02C339-4921-493E-9120-6C88F1B2F4C8}" presName="Name19" presStyleLbl="parChTrans1D2" presStyleIdx="1" presStyleCnt="2"/>
      <dgm:spPr/>
    </dgm:pt>
    <dgm:pt modelId="{04C352C9-5E40-424E-B2F7-30697D646237}" type="pres">
      <dgm:prSet presAssocID="{7A9E0472-A87F-4139-838D-64F88439C57C}" presName="Name21" presStyleCnt="0"/>
      <dgm:spPr/>
    </dgm:pt>
    <dgm:pt modelId="{76C842FC-71D0-4FEA-B11C-6BA31BCDA592}" type="pres">
      <dgm:prSet presAssocID="{7A9E0472-A87F-4139-838D-64F88439C57C}" presName="level2Shape" presStyleLbl="node2" presStyleIdx="1" presStyleCnt="2"/>
      <dgm:spPr/>
    </dgm:pt>
    <dgm:pt modelId="{F37779BA-ACD7-49F1-A55F-29E5CD647CC3}" type="pres">
      <dgm:prSet presAssocID="{7A9E0472-A87F-4139-838D-64F88439C57C}" presName="hierChild3" presStyleCnt="0"/>
      <dgm:spPr/>
    </dgm:pt>
    <dgm:pt modelId="{FE7EB98C-E781-4A66-A074-9A09BF7D6AA0}" type="pres">
      <dgm:prSet presAssocID="{118B97B1-9112-4903-8692-C1035BE6DF20}" presName="Name19" presStyleLbl="parChTrans1D3" presStyleIdx="2" presStyleCnt="4"/>
      <dgm:spPr/>
    </dgm:pt>
    <dgm:pt modelId="{80C2E7BF-3B0F-4A13-B7E2-FAA5EE138A73}" type="pres">
      <dgm:prSet presAssocID="{2A36AEF1-588B-467E-B638-1D8E31DF5A87}" presName="Name21" presStyleCnt="0"/>
      <dgm:spPr/>
    </dgm:pt>
    <dgm:pt modelId="{8D7B8A60-42E5-47B3-AEDD-3CF388DCB1C4}" type="pres">
      <dgm:prSet presAssocID="{2A36AEF1-588B-467E-B638-1D8E31DF5A87}" presName="level2Shape" presStyleLbl="node3" presStyleIdx="2" presStyleCnt="4"/>
      <dgm:spPr/>
    </dgm:pt>
    <dgm:pt modelId="{21CEF804-53FD-4809-8571-31FC0CB47A34}" type="pres">
      <dgm:prSet presAssocID="{2A36AEF1-588B-467E-B638-1D8E31DF5A87}" presName="hierChild3" presStyleCnt="0"/>
      <dgm:spPr/>
    </dgm:pt>
    <dgm:pt modelId="{932FEF74-64B9-41D2-8781-70A2334B4E22}" type="pres">
      <dgm:prSet presAssocID="{CD54113A-D09C-4B59-87A4-68CE8415A09B}" presName="Name19" presStyleLbl="parChTrans1D4" presStyleIdx="4" presStyleCnt="5"/>
      <dgm:spPr/>
    </dgm:pt>
    <dgm:pt modelId="{6026ACBA-5F14-4F5B-88A6-5A063CFD6063}" type="pres">
      <dgm:prSet presAssocID="{F15CA2B1-5F51-4B05-B58C-85EB114479FF}" presName="Name21" presStyleCnt="0"/>
      <dgm:spPr/>
    </dgm:pt>
    <dgm:pt modelId="{ABC422F6-D243-4AF9-A204-801F6716882C}" type="pres">
      <dgm:prSet presAssocID="{F15CA2B1-5F51-4B05-B58C-85EB114479FF}" presName="level2Shape" presStyleLbl="node4" presStyleIdx="4" presStyleCnt="5"/>
      <dgm:spPr/>
    </dgm:pt>
    <dgm:pt modelId="{3635A78F-A1C5-4C43-BB57-249C004EC566}" type="pres">
      <dgm:prSet presAssocID="{F15CA2B1-5F51-4B05-B58C-85EB114479FF}" presName="hierChild3" presStyleCnt="0"/>
      <dgm:spPr/>
    </dgm:pt>
    <dgm:pt modelId="{52FCE529-CE2F-4707-BB04-A866CA9D394E}" type="pres">
      <dgm:prSet presAssocID="{ACCAB9C8-CCE3-40E3-99E7-E25F811A307E}" presName="Name19" presStyleLbl="parChTrans1D3" presStyleIdx="3" presStyleCnt="4"/>
      <dgm:spPr/>
    </dgm:pt>
    <dgm:pt modelId="{287A551E-E6F4-41C7-A4CE-2220D9A16A0A}" type="pres">
      <dgm:prSet presAssocID="{204928B3-38EB-4798-AC24-16FD1384834A}" presName="Name21" presStyleCnt="0"/>
      <dgm:spPr/>
    </dgm:pt>
    <dgm:pt modelId="{9FDBA057-5B3C-423D-A5AB-561006FBDA7E}" type="pres">
      <dgm:prSet presAssocID="{204928B3-38EB-4798-AC24-16FD1384834A}" presName="level2Shape" presStyleLbl="node3" presStyleIdx="3" presStyleCnt="4"/>
      <dgm:spPr/>
    </dgm:pt>
    <dgm:pt modelId="{18EF4814-9E94-4F71-8725-32ECA5D47AD8}" type="pres">
      <dgm:prSet presAssocID="{204928B3-38EB-4798-AC24-16FD1384834A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71AFA804-F3F6-4A95-89CB-941187D24884}" type="presOf" srcId="{FD4F7389-A8B8-4F62-A911-AC58683517D4}" destId="{50F858D7-D24A-4C7F-AE6E-F57385040245}" srcOrd="0" destOrd="0" presId="urn:microsoft.com/office/officeart/2005/8/layout/hierarchy6"/>
    <dgm:cxn modelId="{703B010E-8206-4DA1-A39D-0FF20B0FF010}" srcId="{2A36AEF1-588B-467E-B638-1D8E31DF5A87}" destId="{F15CA2B1-5F51-4B05-B58C-85EB114479FF}" srcOrd="0" destOrd="0" parTransId="{CD54113A-D09C-4B59-87A4-68CE8415A09B}" sibTransId="{B4713052-1688-456D-94F7-FED310FD3200}"/>
    <dgm:cxn modelId="{CED7E80E-C72B-4126-BE5D-7E81C98912B6}" type="presOf" srcId="{462DC39C-95D9-4BA2-8B4A-4CEE79E3559D}" destId="{06BBC88E-DD2F-418B-906A-C32A7BC5664A}" srcOrd="0" destOrd="0" presId="urn:microsoft.com/office/officeart/2005/8/layout/hierarchy6"/>
    <dgm:cxn modelId="{DD833515-19D5-4CDE-ADBD-3BEB07300C9D}" type="presOf" srcId="{96BAD9AE-E4F3-49BF-8D35-42359F636F95}" destId="{9C8B359A-C43E-4B23-97F2-412865549F91}" srcOrd="0" destOrd="0" presId="urn:microsoft.com/office/officeart/2005/8/layout/hierarchy6"/>
    <dgm:cxn modelId="{87236716-7D6B-401F-8833-FB78DBFD9C94}" type="presOf" srcId="{118B97B1-9112-4903-8692-C1035BE6DF20}" destId="{FE7EB98C-E781-4A66-A074-9A09BF7D6AA0}" srcOrd="0" destOrd="0" presId="urn:microsoft.com/office/officeart/2005/8/layout/hierarchy6"/>
    <dgm:cxn modelId="{82806C1D-F5BB-41CE-85F7-A6AA60EF2F10}" srcId="{7A9E0472-A87F-4139-838D-64F88439C57C}" destId="{2A36AEF1-588B-467E-B638-1D8E31DF5A87}" srcOrd="0" destOrd="0" parTransId="{118B97B1-9112-4903-8692-C1035BE6DF20}" sibTransId="{A9B4E949-6CDB-423B-AB85-DF510AFB4F84}"/>
    <dgm:cxn modelId="{84665324-3B36-4342-BB0F-977BB312D8EB}" type="presOf" srcId="{873A4569-48E4-4E3C-B450-542B067BAF28}" destId="{85AD3F35-1126-470A-9469-E756255D86C1}" srcOrd="0" destOrd="0" presId="urn:microsoft.com/office/officeart/2005/8/layout/hierarchy6"/>
    <dgm:cxn modelId="{3E6D6134-D985-45D2-B8EC-48094C27F44D}" srcId="{7A9E0472-A87F-4139-838D-64F88439C57C}" destId="{204928B3-38EB-4798-AC24-16FD1384834A}" srcOrd="1" destOrd="0" parTransId="{ACCAB9C8-CCE3-40E3-99E7-E25F811A307E}" sibTransId="{C67B7789-EA7C-4ED2-B7BC-12B8B93B50D0}"/>
    <dgm:cxn modelId="{B8FB1161-2C4A-44ED-9595-84392314209C}" type="presOf" srcId="{7B8BE726-DD48-4B81-80BC-FF8094E3D255}" destId="{A1DE42C9-730D-4A50-9857-CE6440C6A62E}" srcOrd="0" destOrd="0" presId="urn:microsoft.com/office/officeart/2005/8/layout/hierarchy6"/>
    <dgm:cxn modelId="{21349E6D-F632-4CE4-8F8B-CD8CF56CC79F}" type="presOf" srcId="{1E9EF1E9-58BC-4449-B488-25BCAA48109E}" destId="{1B12A6FF-50ED-4943-BD25-29745F944682}" srcOrd="0" destOrd="0" presId="urn:microsoft.com/office/officeart/2005/8/layout/hierarchy6"/>
    <dgm:cxn modelId="{B62BCB4F-A9DF-48B4-BF23-C61C3DA10DFB}" srcId="{F7EA9A60-9A1C-475E-9407-AE17F90E2D2C}" destId="{AB7249F0-B6A3-49F7-A074-2CC56509F002}" srcOrd="1" destOrd="0" parTransId="{FD4F7389-A8B8-4F62-A911-AC58683517D4}" sibTransId="{04CD7955-8B6D-4222-BD84-06E12A5D28B7}"/>
    <dgm:cxn modelId="{28F86256-0A5A-4D96-9387-9355053002C6}" type="presOf" srcId="{4D02C339-4921-493E-9120-6C88F1B2F4C8}" destId="{9BB3DB38-48D9-4209-8EEB-E673CDD62668}" srcOrd="0" destOrd="0" presId="urn:microsoft.com/office/officeart/2005/8/layout/hierarchy6"/>
    <dgm:cxn modelId="{05250658-8072-4F4F-AF9B-43F990A1105B}" type="presOf" srcId="{EF7072D4-FC6A-4A75-8554-20E6E167219F}" destId="{FEE6A337-062C-4616-BE73-10B3CF16CFCF}" srcOrd="0" destOrd="0" presId="urn:microsoft.com/office/officeart/2005/8/layout/hierarchy6"/>
    <dgm:cxn modelId="{4AC3C579-C084-4E61-803F-26E2784E5517}" type="presOf" srcId="{C90B90C1-9941-4C2B-885E-09322C5BC022}" destId="{C48D3C98-638A-499A-BCFB-6428B6BC53D6}" srcOrd="0" destOrd="0" presId="urn:microsoft.com/office/officeart/2005/8/layout/hierarchy6"/>
    <dgm:cxn modelId="{DD16127B-1506-4980-AC1F-92755697B74E}" type="presOf" srcId="{AB7249F0-B6A3-49F7-A074-2CC56509F002}" destId="{BACE2ED6-1A18-4F4E-AD4B-2836B32EF68F}" srcOrd="0" destOrd="0" presId="urn:microsoft.com/office/officeart/2005/8/layout/hierarchy6"/>
    <dgm:cxn modelId="{0FF3D18C-BDBF-48E3-83C6-042744D5BA94}" type="presOf" srcId="{CD54113A-D09C-4B59-87A4-68CE8415A09B}" destId="{932FEF74-64B9-41D2-8781-70A2334B4E22}" srcOrd="0" destOrd="0" presId="urn:microsoft.com/office/officeart/2005/8/layout/hierarchy6"/>
    <dgm:cxn modelId="{AF87B796-EAD2-490E-A773-A96E703A642B}" type="presOf" srcId="{7A9E0472-A87F-4139-838D-64F88439C57C}" destId="{76C842FC-71D0-4FEA-B11C-6BA31BCDA592}" srcOrd="0" destOrd="0" presId="urn:microsoft.com/office/officeart/2005/8/layout/hierarchy6"/>
    <dgm:cxn modelId="{F0804498-7B55-4FC7-A0E2-A8321F1FCF26}" type="presOf" srcId="{B7A668E8-DD38-41F6-BD6E-FF846FA84234}" destId="{882FB6CA-1D4C-4BB9-A81F-C07F1667737F}" srcOrd="0" destOrd="0" presId="urn:microsoft.com/office/officeart/2005/8/layout/hierarchy6"/>
    <dgm:cxn modelId="{907FECA4-1F36-4514-870E-C61B9BB69104}" type="presOf" srcId="{F7EA9A60-9A1C-475E-9407-AE17F90E2D2C}" destId="{266EAD9B-7712-49CC-9EBF-919CE3B44B5C}" srcOrd="0" destOrd="0" presId="urn:microsoft.com/office/officeart/2005/8/layout/hierarchy6"/>
    <dgm:cxn modelId="{744768A8-0239-48F6-B0E5-58AA80171333}" srcId="{7B8BE726-DD48-4B81-80BC-FF8094E3D255}" destId="{C90B90C1-9941-4C2B-885E-09322C5BC022}" srcOrd="0" destOrd="0" parTransId="{65919679-96DF-41F1-9FEC-0115280BB9DA}" sibTransId="{BDF85C96-F24D-41D5-935A-403E4EB567F0}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D346D6AE-68CD-4445-BE9F-E613ADC092E0}" type="presOf" srcId="{65919679-96DF-41F1-9FEC-0115280BB9DA}" destId="{4CDD4B7D-A44C-4FE0-8239-FCCA3A1D86DD}" srcOrd="0" destOrd="0" presId="urn:microsoft.com/office/officeart/2005/8/layout/hierarchy6"/>
    <dgm:cxn modelId="{9E3365B2-8439-4BDD-9209-BFB4C38F4714}" srcId="{F7EA9A60-9A1C-475E-9407-AE17F90E2D2C}" destId="{222AFF1A-C4A6-4B50-9607-23E36D8EE071}" srcOrd="0" destOrd="0" parTransId="{96BAD9AE-E4F3-49BF-8D35-42359F636F95}" sibTransId="{8A574335-59F6-4892-87DB-BCD070D6F89B}"/>
    <dgm:cxn modelId="{71CEEEBE-6088-463C-87C7-7B79FA4F2AF2}" srcId="{1E9EF1E9-58BC-4449-B488-25BCAA48109E}" destId="{7A9E0472-A87F-4139-838D-64F88439C57C}" srcOrd="1" destOrd="0" parTransId="{4D02C339-4921-493E-9120-6C88F1B2F4C8}" sibTransId="{F7770309-DC2C-465A-9806-4D8FAB3F293B}"/>
    <dgm:cxn modelId="{813115C3-0D5B-4974-BDE8-45CDE2AF6E75}" type="presOf" srcId="{215CE8DB-3483-4009-894D-1FBE5D5A905F}" destId="{47FB48E2-8F67-4D73-8353-D910743F5C29}" srcOrd="0" destOrd="0" presId="urn:microsoft.com/office/officeart/2005/8/layout/hierarchy6"/>
    <dgm:cxn modelId="{4B2DD3C3-0E1F-4AFC-8AA7-A58FAE5CDB71}" type="presOf" srcId="{F15CA2B1-5F51-4B05-B58C-85EB114479FF}" destId="{ABC422F6-D243-4AF9-A204-801F6716882C}" srcOrd="0" destOrd="0" presId="urn:microsoft.com/office/officeart/2005/8/layout/hierarchy6"/>
    <dgm:cxn modelId="{134E84CA-9C85-4584-A03E-1443794CD280}" srcId="{462DC39C-95D9-4BA2-8B4A-4CEE79E3559D}" destId="{7B8BE726-DD48-4B81-80BC-FF8094E3D255}" srcOrd="1" destOrd="0" parTransId="{EF7072D4-FC6A-4A75-8554-20E6E167219F}" sibTransId="{D054CEA4-3CC2-4C93-8FB0-5B925EC924F3}"/>
    <dgm:cxn modelId="{D7EF9DCC-07A0-4EEB-8AA1-FA2E5C8AB3D7}" type="presOf" srcId="{9E731D34-E5B2-48E8-ACEB-0AE287C832FC}" destId="{22867D17-9F16-4D51-9A2B-9C36B6C51CCB}" srcOrd="0" destOrd="0" presId="urn:microsoft.com/office/officeart/2005/8/layout/hierarchy6"/>
    <dgm:cxn modelId="{04BC24CF-843B-418A-AF02-2CDDDB290292}" type="presOf" srcId="{ACCAB9C8-CCE3-40E3-99E7-E25F811A307E}" destId="{52FCE529-CE2F-4707-BB04-A866CA9D394E}" srcOrd="0" destOrd="0" presId="urn:microsoft.com/office/officeart/2005/8/layout/hierarchy6"/>
    <dgm:cxn modelId="{310926D0-CD2B-47A7-90DD-DF4E7F8FBC8B}" type="presOf" srcId="{2A36AEF1-588B-467E-B638-1D8E31DF5A87}" destId="{8D7B8A60-42E5-47B3-AEDD-3CF388DCB1C4}" srcOrd="0" destOrd="0" presId="urn:microsoft.com/office/officeart/2005/8/layout/hierarchy6"/>
    <dgm:cxn modelId="{081D6DD5-654B-4D55-A4EB-C1C8686C651C}" type="presOf" srcId="{204928B3-38EB-4798-AC24-16FD1384834A}" destId="{9FDBA057-5B3C-423D-A5AB-561006FBDA7E}" srcOrd="0" destOrd="0" presId="urn:microsoft.com/office/officeart/2005/8/layout/hierarchy6"/>
    <dgm:cxn modelId="{8C8694E3-1A17-479F-90E2-74448F3DC58C}" srcId="{7B8BE726-DD48-4B81-80BC-FF8094E3D255}" destId="{215CE8DB-3483-4009-894D-1FBE5D5A905F}" srcOrd="1" destOrd="0" parTransId="{9E731D34-E5B2-48E8-ACEB-0AE287C832FC}" sibTransId="{D5B0776F-0DC0-4AEA-8FEF-77F48CBC54D1}"/>
    <dgm:cxn modelId="{23778CE5-A543-49A0-83BA-5A1A5AAB2D63}" srcId="{462DC39C-95D9-4BA2-8B4A-4CEE79E3559D}" destId="{F7EA9A60-9A1C-475E-9407-AE17F90E2D2C}" srcOrd="0" destOrd="0" parTransId="{B7A668E8-DD38-41F6-BD6E-FF846FA84234}" sibTransId="{0664B7B1-181E-498A-81F4-F4C13762CF7F}"/>
    <dgm:cxn modelId="{BF0150E8-E724-48A4-A443-6E9A7F42EB4D}" type="presOf" srcId="{222AFF1A-C4A6-4B50-9607-23E36D8EE071}" destId="{A9A1422A-3F26-4296-A3CF-A0CEE0DB1565}" srcOrd="0" destOrd="0" presId="urn:microsoft.com/office/officeart/2005/8/layout/hierarchy6"/>
    <dgm:cxn modelId="{1BEB06F2-40E2-4181-A4F7-BE4F35FF143B}" srcId="{1E9EF1E9-58BC-4449-B488-25BCAA48109E}" destId="{462DC39C-95D9-4BA2-8B4A-4CEE79E3559D}" srcOrd="0" destOrd="0" parTransId="{873A4569-48E4-4E3C-B450-542B067BAF28}" sibTransId="{B51697D8-48FB-480E-B4D8-FC130BE900F5}"/>
    <dgm:cxn modelId="{FC0C62F6-BACC-45E6-8FA5-8C28525A6E7B}" srcId="{25D41D2E-FEC9-444D-B75D-82CC7BEA4B4B}" destId="{1E9EF1E9-58BC-4449-B488-25BCAA48109E}" srcOrd="0" destOrd="0" parTransId="{17A80643-F3AD-4400-ABE5-414F6FCF641B}" sibTransId="{2ACE8275-52BF-468C-9A8B-03655CA0022C}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DED9C441-E0A4-4A6B-9F1F-64E7BEB0273E}" type="presParOf" srcId="{3B8E0E52-806F-461B-808A-40A35535EB4C}" destId="{7F399CAD-A39F-4C3C-A236-98BBF4A3DFBE}" srcOrd="0" destOrd="0" presId="urn:microsoft.com/office/officeart/2005/8/layout/hierarchy6"/>
    <dgm:cxn modelId="{3BC53DA9-9092-4CE6-9CE1-BBF0807C433F}" type="presParOf" srcId="{7F399CAD-A39F-4C3C-A236-98BBF4A3DFBE}" destId="{1B12A6FF-50ED-4943-BD25-29745F944682}" srcOrd="0" destOrd="0" presId="urn:microsoft.com/office/officeart/2005/8/layout/hierarchy6"/>
    <dgm:cxn modelId="{3D551A3C-2DBB-4196-ABD7-3EB8196F42EA}" type="presParOf" srcId="{7F399CAD-A39F-4C3C-A236-98BBF4A3DFBE}" destId="{928BC009-6C31-4D6B-A90C-3E01A5810900}" srcOrd="1" destOrd="0" presId="urn:microsoft.com/office/officeart/2005/8/layout/hierarchy6"/>
    <dgm:cxn modelId="{C975B6A1-6E33-49A8-8EFE-765CC7283188}" type="presParOf" srcId="{928BC009-6C31-4D6B-A90C-3E01A5810900}" destId="{85AD3F35-1126-470A-9469-E756255D86C1}" srcOrd="0" destOrd="0" presId="urn:microsoft.com/office/officeart/2005/8/layout/hierarchy6"/>
    <dgm:cxn modelId="{0A97F5A2-EC58-4B93-A965-9AE9AD205A02}" type="presParOf" srcId="{928BC009-6C31-4D6B-A90C-3E01A5810900}" destId="{C9501E80-E3AC-4388-AFCF-21C4EA561552}" srcOrd="1" destOrd="0" presId="urn:microsoft.com/office/officeart/2005/8/layout/hierarchy6"/>
    <dgm:cxn modelId="{C12BCAEE-B1AE-412C-9989-0114EC506364}" type="presParOf" srcId="{C9501E80-E3AC-4388-AFCF-21C4EA561552}" destId="{06BBC88E-DD2F-418B-906A-C32A7BC5664A}" srcOrd="0" destOrd="0" presId="urn:microsoft.com/office/officeart/2005/8/layout/hierarchy6"/>
    <dgm:cxn modelId="{DBEEC764-DCD3-4400-955C-E1C3C923434E}" type="presParOf" srcId="{C9501E80-E3AC-4388-AFCF-21C4EA561552}" destId="{E2F4C9CA-13B9-4F5A-94CA-91FFC432AB47}" srcOrd="1" destOrd="0" presId="urn:microsoft.com/office/officeart/2005/8/layout/hierarchy6"/>
    <dgm:cxn modelId="{23A8AEBF-0737-4A3C-A544-7F8153A7B063}" type="presParOf" srcId="{E2F4C9CA-13B9-4F5A-94CA-91FFC432AB47}" destId="{882FB6CA-1D4C-4BB9-A81F-C07F1667737F}" srcOrd="0" destOrd="0" presId="urn:microsoft.com/office/officeart/2005/8/layout/hierarchy6"/>
    <dgm:cxn modelId="{B9297AC1-7C78-4B1F-9970-B781A321F97B}" type="presParOf" srcId="{E2F4C9CA-13B9-4F5A-94CA-91FFC432AB47}" destId="{F444A06B-E5AC-42F9-815E-E383B43C7E01}" srcOrd="1" destOrd="0" presId="urn:microsoft.com/office/officeart/2005/8/layout/hierarchy6"/>
    <dgm:cxn modelId="{B5BB3A70-23F6-4108-B502-1951D448FCEE}" type="presParOf" srcId="{F444A06B-E5AC-42F9-815E-E383B43C7E01}" destId="{266EAD9B-7712-49CC-9EBF-919CE3B44B5C}" srcOrd="0" destOrd="0" presId="urn:microsoft.com/office/officeart/2005/8/layout/hierarchy6"/>
    <dgm:cxn modelId="{42A43B96-CB20-42B4-AF73-F5FE09709A5F}" type="presParOf" srcId="{F444A06B-E5AC-42F9-815E-E383B43C7E01}" destId="{A5578C7E-BDDD-4D30-BD99-F1E3D92AFE20}" srcOrd="1" destOrd="0" presId="urn:microsoft.com/office/officeart/2005/8/layout/hierarchy6"/>
    <dgm:cxn modelId="{E5AA12F5-55CB-4AE2-855C-B314FC3B8B79}" type="presParOf" srcId="{A5578C7E-BDDD-4D30-BD99-F1E3D92AFE20}" destId="{9C8B359A-C43E-4B23-97F2-412865549F91}" srcOrd="0" destOrd="0" presId="urn:microsoft.com/office/officeart/2005/8/layout/hierarchy6"/>
    <dgm:cxn modelId="{19C6AD73-6171-484D-B1A5-DC0E4DDCD0AD}" type="presParOf" srcId="{A5578C7E-BDDD-4D30-BD99-F1E3D92AFE20}" destId="{22E379FD-5279-4BCC-958E-1B64383CAFAE}" srcOrd="1" destOrd="0" presId="urn:microsoft.com/office/officeart/2005/8/layout/hierarchy6"/>
    <dgm:cxn modelId="{232A43E1-EDEA-4B98-A791-1460E2CD4E57}" type="presParOf" srcId="{22E379FD-5279-4BCC-958E-1B64383CAFAE}" destId="{A9A1422A-3F26-4296-A3CF-A0CEE0DB1565}" srcOrd="0" destOrd="0" presId="urn:microsoft.com/office/officeart/2005/8/layout/hierarchy6"/>
    <dgm:cxn modelId="{D93C693B-4209-43F7-BBF2-3EFC4D2F4CED}" type="presParOf" srcId="{22E379FD-5279-4BCC-958E-1B64383CAFAE}" destId="{D9505FC0-E8C9-415D-84F8-3167F8EC46F8}" srcOrd="1" destOrd="0" presId="urn:microsoft.com/office/officeart/2005/8/layout/hierarchy6"/>
    <dgm:cxn modelId="{F6B77864-5A7B-409F-AE05-5E5E628DD5D9}" type="presParOf" srcId="{A5578C7E-BDDD-4D30-BD99-F1E3D92AFE20}" destId="{50F858D7-D24A-4C7F-AE6E-F57385040245}" srcOrd="2" destOrd="0" presId="urn:microsoft.com/office/officeart/2005/8/layout/hierarchy6"/>
    <dgm:cxn modelId="{395A7EF6-6455-4BC2-A57F-F5DB2D87314C}" type="presParOf" srcId="{A5578C7E-BDDD-4D30-BD99-F1E3D92AFE20}" destId="{050861AB-AF12-4428-BC1B-F11DB32EC00B}" srcOrd="3" destOrd="0" presId="urn:microsoft.com/office/officeart/2005/8/layout/hierarchy6"/>
    <dgm:cxn modelId="{A07BCCBC-A888-4170-8F8C-AF2B5D31FD07}" type="presParOf" srcId="{050861AB-AF12-4428-BC1B-F11DB32EC00B}" destId="{BACE2ED6-1A18-4F4E-AD4B-2836B32EF68F}" srcOrd="0" destOrd="0" presId="urn:microsoft.com/office/officeart/2005/8/layout/hierarchy6"/>
    <dgm:cxn modelId="{E54FF70A-FB15-49C9-AB02-5914511B40E9}" type="presParOf" srcId="{050861AB-AF12-4428-BC1B-F11DB32EC00B}" destId="{46E64055-D196-4090-A725-B68E2EABE26B}" srcOrd="1" destOrd="0" presId="urn:microsoft.com/office/officeart/2005/8/layout/hierarchy6"/>
    <dgm:cxn modelId="{6DDBC52D-812F-466B-8970-9A06BD735C63}" type="presParOf" srcId="{E2F4C9CA-13B9-4F5A-94CA-91FFC432AB47}" destId="{FEE6A337-062C-4616-BE73-10B3CF16CFCF}" srcOrd="2" destOrd="0" presId="urn:microsoft.com/office/officeart/2005/8/layout/hierarchy6"/>
    <dgm:cxn modelId="{2649A87B-2F22-4152-8BD5-63B25D893F4E}" type="presParOf" srcId="{E2F4C9CA-13B9-4F5A-94CA-91FFC432AB47}" destId="{5C0253F8-760F-4002-91E6-16D0A9C5CE5F}" srcOrd="3" destOrd="0" presId="urn:microsoft.com/office/officeart/2005/8/layout/hierarchy6"/>
    <dgm:cxn modelId="{2D22D831-4B4F-4006-B174-57841D481EFC}" type="presParOf" srcId="{5C0253F8-760F-4002-91E6-16D0A9C5CE5F}" destId="{A1DE42C9-730D-4A50-9857-CE6440C6A62E}" srcOrd="0" destOrd="0" presId="urn:microsoft.com/office/officeart/2005/8/layout/hierarchy6"/>
    <dgm:cxn modelId="{CB7E5363-2DDE-47AA-84EC-757BC0583E44}" type="presParOf" srcId="{5C0253F8-760F-4002-91E6-16D0A9C5CE5F}" destId="{81D5870D-3CDD-4B89-85F3-4C5601BF8983}" srcOrd="1" destOrd="0" presId="urn:microsoft.com/office/officeart/2005/8/layout/hierarchy6"/>
    <dgm:cxn modelId="{D0A4FD80-5E3E-437F-86A0-62D650BD6080}" type="presParOf" srcId="{81D5870D-3CDD-4B89-85F3-4C5601BF8983}" destId="{4CDD4B7D-A44C-4FE0-8239-FCCA3A1D86DD}" srcOrd="0" destOrd="0" presId="urn:microsoft.com/office/officeart/2005/8/layout/hierarchy6"/>
    <dgm:cxn modelId="{BCFD53CA-876E-458B-8EE0-84D40C2CBE53}" type="presParOf" srcId="{81D5870D-3CDD-4B89-85F3-4C5601BF8983}" destId="{EBFCF448-C60A-412C-919C-031E2046C439}" srcOrd="1" destOrd="0" presId="urn:microsoft.com/office/officeart/2005/8/layout/hierarchy6"/>
    <dgm:cxn modelId="{0665C0B1-6EF8-4923-B4B3-835FD8DF2B09}" type="presParOf" srcId="{EBFCF448-C60A-412C-919C-031E2046C439}" destId="{C48D3C98-638A-499A-BCFB-6428B6BC53D6}" srcOrd="0" destOrd="0" presId="urn:microsoft.com/office/officeart/2005/8/layout/hierarchy6"/>
    <dgm:cxn modelId="{E0A3D946-B501-4583-B3B6-648D493C5750}" type="presParOf" srcId="{EBFCF448-C60A-412C-919C-031E2046C439}" destId="{BBB9664E-BCA7-46E2-8889-B164A470394C}" srcOrd="1" destOrd="0" presId="urn:microsoft.com/office/officeart/2005/8/layout/hierarchy6"/>
    <dgm:cxn modelId="{AFFFD469-80AE-45EB-B1C4-B7F5F74DEAE1}" type="presParOf" srcId="{81D5870D-3CDD-4B89-85F3-4C5601BF8983}" destId="{22867D17-9F16-4D51-9A2B-9C36B6C51CCB}" srcOrd="2" destOrd="0" presId="urn:microsoft.com/office/officeart/2005/8/layout/hierarchy6"/>
    <dgm:cxn modelId="{5BDABB85-EDC0-465B-B0BF-33CB9D6F5D34}" type="presParOf" srcId="{81D5870D-3CDD-4B89-85F3-4C5601BF8983}" destId="{1F02E654-7A88-42CD-AB7D-77C496BB7852}" srcOrd="3" destOrd="0" presId="urn:microsoft.com/office/officeart/2005/8/layout/hierarchy6"/>
    <dgm:cxn modelId="{56356BA4-4A90-4FA7-A288-F41271C2D4ED}" type="presParOf" srcId="{1F02E654-7A88-42CD-AB7D-77C496BB7852}" destId="{47FB48E2-8F67-4D73-8353-D910743F5C29}" srcOrd="0" destOrd="0" presId="urn:microsoft.com/office/officeart/2005/8/layout/hierarchy6"/>
    <dgm:cxn modelId="{DE0D3869-A482-4225-9A57-FADC31F9A239}" type="presParOf" srcId="{1F02E654-7A88-42CD-AB7D-77C496BB7852}" destId="{6E4CA033-37E6-44FF-A6C2-DB12D6C4F11F}" srcOrd="1" destOrd="0" presId="urn:microsoft.com/office/officeart/2005/8/layout/hierarchy6"/>
    <dgm:cxn modelId="{62EA19F8-D89A-45A5-A1D5-8898A613CBDD}" type="presParOf" srcId="{928BC009-6C31-4D6B-A90C-3E01A5810900}" destId="{9BB3DB38-48D9-4209-8EEB-E673CDD62668}" srcOrd="2" destOrd="0" presId="urn:microsoft.com/office/officeart/2005/8/layout/hierarchy6"/>
    <dgm:cxn modelId="{8BEA7C8E-AB4A-4DB5-8333-D86046ECB797}" type="presParOf" srcId="{928BC009-6C31-4D6B-A90C-3E01A5810900}" destId="{04C352C9-5E40-424E-B2F7-30697D646237}" srcOrd="3" destOrd="0" presId="urn:microsoft.com/office/officeart/2005/8/layout/hierarchy6"/>
    <dgm:cxn modelId="{4DE8C980-9DF7-4648-B932-ADD2B2E259A7}" type="presParOf" srcId="{04C352C9-5E40-424E-B2F7-30697D646237}" destId="{76C842FC-71D0-4FEA-B11C-6BA31BCDA592}" srcOrd="0" destOrd="0" presId="urn:microsoft.com/office/officeart/2005/8/layout/hierarchy6"/>
    <dgm:cxn modelId="{3E740A20-EB59-463D-9DEF-02D5766B8B84}" type="presParOf" srcId="{04C352C9-5E40-424E-B2F7-30697D646237}" destId="{F37779BA-ACD7-49F1-A55F-29E5CD647CC3}" srcOrd="1" destOrd="0" presId="urn:microsoft.com/office/officeart/2005/8/layout/hierarchy6"/>
    <dgm:cxn modelId="{492E5613-12EF-4B8B-AC90-661DF6A5E50E}" type="presParOf" srcId="{F37779BA-ACD7-49F1-A55F-29E5CD647CC3}" destId="{FE7EB98C-E781-4A66-A074-9A09BF7D6AA0}" srcOrd="0" destOrd="0" presId="urn:microsoft.com/office/officeart/2005/8/layout/hierarchy6"/>
    <dgm:cxn modelId="{DC78604C-FA5F-40AE-97D0-B6A72F1621EC}" type="presParOf" srcId="{F37779BA-ACD7-49F1-A55F-29E5CD647CC3}" destId="{80C2E7BF-3B0F-4A13-B7E2-FAA5EE138A73}" srcOrd="1" destOrd="0" presId="urn:microsoft.com/office/officeart/2005/8/layout/hierarchy6"/>
    <dgm:cxn modelId="{794C0627-31AC-4CA1-B1D2-BF94D9DF4E7D}" type="presParOf" srcId="{80C2E7BF-3B0F-4A13-B7E2-FAA5EE138A73}" destId="{8D7B8A60-42E5-47B3-AEDD-3CF388DCB1C4}" srcOrd="0" destOrd="0" presId="urn:microsoft.com/office/officeart/2005/8/layout/hierarchy6"/>
    <dgm:cxn modelId="{E15B00AE-4AAB-4EAC-8A63-0313479CF829}" type="presParOf" srcId="{80C2E7BF-3B0F-4A13-B7E2-FAA5EE138A73}" destId="{21CEF804-53FD-4809-8571-31FC0CB47A34}" srcOrd="1" destOrd="0" presId="urn:microsoft.com/office/officeart/2005/8/layout/hierarchy6"/>
    <dgm:cxn modelId="{6526B442-5D72-49D8-AFE2-D0AF529DBCDB}" type="presParOf" srcId="{21CEF804-53FD-4809-8571-31FC0CB47A34}" destId="{932FEF74-64B9-41D2-8781-70A2334B4E22}" srcOrd="0" destOrd="0" presId="urn:microsoft.com/office/officeart/2005/8/layout/hierarchy6"/>
    <dgm:cxn modelId="{61E0668F-254C-4355-9A2D-E72A6F44A4FD}" type="presParOf" srcId="{21CEF804-53FD-4809-8571-31FC0CB47A34}" destId="{6026ACBA-5F14-4F5B-88A6-5A063CFD6063}" srcOrd="1" destOrd="0" presId="urn:microsoft.com/office/officeart/2005/8/layout/hierarchy6"/>
    <dgm:cxn modelId="{ABAAA357-DFB9-4F65-946E-5AB3BC786F6F}" type="presParOf" srcId="{6026ACBA-5F14-4F5B-88A6-5A063CFD6063}" destId="{ABC422F6-D243-4AF9-A204-801F6716882C}" srcOrd="0" destOrd="0" presId="urn:microsoft.com/office/officeart/2005/8/layout/hierarchy6"/>
    <dgm:cxn modelId="{06BB939B-994F-4C82-8227-1343D42763F0}" type="presParOf" srcId="{6026ACBA-5F14-4F5B-88A6-5A063CFD6063}" destId="{3635A78F-A1C5-4C43-BB57-249C004EC566}" srcOrd="1" destOrd="0" presId="urn:microsoft.com/office/officeart/2005/8/layout/hierarchy6"/>
    <dgm:cxn modelId="{0388F63E-FB0E-4F39-A4A5-0CEA03893C4A}" type="presParOf" srcId="{F37779BA-ACD7-49F1-A55F-29E5CD647CC3}" destId="{52FCE529-CE2F-4707-BB04-A866CA9D394E}" srcOrd="2" destOrd="0" presId="urn:microsoft.com/office/officeart/2005/8/layout/hierarchy6"/>
    <dgm:cxn modelId="{3645AFCA-1B8C-4D95-9AFC-B63D0D8634BE}" type="presParOf" srcId="{F37779BA-ACD7-49F1-A55F-29E5CD647CC3}" destId="{287A551E-E6F4-41C7-A4CE-2220D9A16A0A}" srcOrd="3" destOrd="0" presId="urn:microsoft.com/office/officeart/2005/8/layout/hierarchy6"/>
    <dgm:cxn modelId="{BEDF1AA4-F0D4-471D-9945-9FE6EB9A6922}" type="presParOf" srcId="{287A551E-E6F4-41C7-A4CE-2220D9A16A0A}" destId="{9FDBA057-5B3C-423D-A5AB-561006FBDA7E}" srcOrd="0" destOrd="0" presId="urn:microsoft.com/office/officeart/2005/8/layout/hierarchy6"/>
    <dgm:cxn modelId="{315D596D-884C-4B5E-9537-6B02D80662C9}" type="presParOf" srcId="{287A551E-E6F4-41C7-A4CE-2220D9A16A0A}" destId="{18EF4814-9E94-4F71-8725-32ECA5D47AD8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E9EF1E9-58BC-4449-B488-25BCAA48109E}">
      <dgm:prSet phldrT="[Text]"/>
      <dgm:spPr/>
      <dgm:t>
        <a:bodyPr/>
        <a:lstStyle/>
        <a:p>
          <a:endParaRPr lang="en-US" dirty="0"/>
        </a:p>
      </dgm:t>
    </dgm:pt>
    <dgm:pt modelId="{17A80643-F3AD-4400-ABE5-414F6FCF641B}" type="parTrans" cxnId="{FC0C62F6-BACC-45E6-8FA5-8C28525A6E7B}">
      <dgm:prSet/>
      <dgm:spPr/>
      <dgm:t>
        <a:bodyPr/>
        <a:lstStyle/>
        <a:p>
          <a:endParaRPr lang="en-US"/>
        </a:p>
      </dgm:t>
    </dgm:pt>
    <dgm:pt modelId="{2ACE8275-52BF-468C-9A8B-03655CA0022C}" type="sibTrans" cxnId="{FC0C62F6-BACC-45E6-8FA5-8C28525A6E7B}">
      <dgm:prSet/>
      <dgm:spPr/>
      <dgm:t>
        <a:bodyPr/>
        <a:lstStyle/>
        <a:p>
          <a:endParaRPr lang="en-US"/>
        </a:p>
      </dgm:t>
    </dgm:pt>
    <dgm:pt modelId="{152D3EC6-7D78-47C0-A093-1A4DFBF4AC57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FF283220-286A-41D9-B951-964736168034}" type="parTrans" cxnId="{3C6DE43B-4598-4E4C-9843-68CD210A9925}">
      <dgm:prSet/>
      <dgm:spPr/>
      <dgm:t>
        <a:bodyPr/>
        <a:lstStyle/>
        <a:p>
          <a:endParaRPr lang="en-US"/>
        </a:p>
      </dgm:t>
    </dgm:pt>
    <dgm:pt modelId="{7F03414A-563C-4CAB-95A6-694E8527E46B}" type="sibTrans" cxnId="{3C6DE43B-4598-4E4C-9843-68CD210A9925}">
      <dgm:prSet/>
      <dgm:spPr/>
      <dgm:t>
        <a:bodyPr/>
        <a:lstStyle/>
        <a:p>
          <a:endParaRPr lang="en-US"/>
        </a:p>
      </dgm:t>
    </dgm:pt>
    <dgm:pt modelId="{25C3D94B-FF05-477E-9258-9A99E50BE926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8A764B70-BB99-4494-84FE-1094FDC89A29}" type="parTrans" cxnId="{F9DA6B53-321B-4351-A699-D3447FB7FFC3}">
      <dgm:prSet/>
      <dgm:spPr/>
      <dgm:t>
        <a:bodyPr/>
        <a:lstStyle/>
        <a:p>
          <a:endParaRPr lang="en-US"/>
        </a:p>
      </dgm:t>
    </dgm:pt>
    <dgm:pt modelId="{BB5C154D-BEA6-4889-BEC2-6CD7F5EBAA1D}" type="sibTrans" cxnId="{F9DA6B53-321B-4351-A699-D3447FB7FFC3}">
      <dgm:prSet/>
      <dgm:spPr/>
      <dgm:t>
        <a:bodyPr/>
        <a:lstStyle/>
        <a:p>
          <a:endParaRPr lang="en-US"/>
        </a:p>
      </dgm:t>
    </dgm:pt>
    <dgm:pt modelId="{F675879C-2D04-4D46-9ED6-2B78922FD47B}">
      <dgm:prSet phldrT="[Text]"/>
      <dgm:spPr/>
      <dgm:t>
        <a:bodyPr/>
        <a:lstStyle/>
        <a:p>
          <a:r>
            <a:rPr lang="en-US" dirty="0"/>
            <a:t>5187</a:t>
          </a:r>
        </a:p>
      </dgm:t>
    </dgm:pt>
    <dgm:pt modelId="{60582AA2-4BE9-4192-84E9-EAEFA1022096}" type="parTrans" cxnId="{6CD3A3C1-6E21-4AFE-BAF3-40DFF43B3A76}">
      <dgm:prSet/>
      <dgm:spPr/>
      <dgm:t>
        <a:bodyPr/>
        <a:lstStyle/>
        <a:p>
          <a:endParaRPr lang="en-US"/>
        </a:p>
      </dgm:t>
    </dgm:pt>
    <dgm:pt modelId="{3C9CFC80-25A0-457C-BB62-A1E8006CF616}" type="sibTrans" cxnId="{6CD3A3C1-6E21-4AFE-BAF3-40DFF43B3A76}">
      <dgm:prSet/>
      <dgm:spPr/>
      <dgm:t>
        <a:bodyPr/>
        <a:lstStyle/>
        <a:p>
          <a:endParaRPr lang="en-US"/>
        </a:p>
      </dgm:t>
    </dgm:pt>
    <dgm:pt modelId="{7D1F50C2-9AD5-4F2A-BDF7-94815BE23E0E}">
      <dgm:prSet phldrT="[Text]"/>
      <dgm:spPr/>
      <dgm:t>
        <a:bodyPr/>
        <a:lstStyle/>
        <a:p>
          <a:r>
            <a:rPr lang="en-US" dirty="0"/>
            <a:t>5144</a:t>
          </a:r>
        </a:p>
      </dgm:t>
    </dgm:pt>
    <dgm:pt modelId="{14ED6A7F-114D-4529-AC44-8E3873E96A45}" type="parTrans" cxnId="{6F5F6D88-3685-47B1-9965-9E9AA834D42D}">
      <dgm:prSet/>
      <dgm:spPr/>
      <dgm:t>
        <a:bodyPr/>
        <a:lstStyle/>
        <a:p>
          <a:endParaRPr lang="en-US"/>
        </a:p>
      </dgm:t>
    </dgm:pt>
    <dgm:pt modelId="{8E37BED4-F2B7-4977-BA56-E6F44843884D}" type="sibTrans" cxnId="{6F5F6D88-3685-47B1-9965-9E9AA834D42D}">
      <dgm:prSet/>
      <dgm:spPr/>
      <dgm:t>
        <a:bodyPr/>
        <a:lstStyle/>
        <a:p>
          <a:endParaRPr lang="en-US"/>
        </a:p>
      </dgm:t>
    </dgm:pt>
    <dgm:pt modelId="{2B898F8F-6F4C-4C0E-94B2-8B92EEFEEC46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3826</a:t>
          </a:r>
        </a:p>
      </dgm:t>
    </dgm:pt>
    <dgm:pt modelId="{F7269FA9-32B3-49E9-B268-3D186BB87418}" type="parTrans" cxnId="{C268EF21-9340-421F-9266-0D09A096390A}">
      <dgm:prSet/>
      <dgm:spPr/>
      <dgm:t>
        <a:bodyPr/>
        <a:lstStyle/>
        <a:p>
          <a:endParaRPr lang="en-US"/>
        </a:p>
      </dgm:t>
    </dgm:pt>
    <dgm:pt modelId="{8DF3072D-73FF-47E3-8AE2-09169523AEB1}" type="sibTrans" cxnId="{C268EF21-9340-421F-9266-0D09A096390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227D0C8-B9C8-495D-A242-26AF48849E6D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7227D0C8-B9C8-495D-A242-26AF48849E6D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71149FAB-0F83-4E83-8983-E0821DD77159}" type="parTrans" cxnId="{09B8049D-C518-4763-B9A3-1529A628A621}">
      <dgm:prSet/>
      <dgm:spPr/>
      <dgm:t>
        <a:bodyPr/>
        <a:lstStyle/>
        <a:p>
          <a:endParaRPr lang="en-US"/>
        </a:p>
      </dgm:t>
    </dgm:pt>
    <dgm:pt modelId="{0A147F03-429F-4B3D-870B-2229A7C35765}" type="sibTrans" cxnId="{09B8049D-C518-4763-B9A3-1529A628A62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66AE454-ACB6-40BC-93C4-E311D8F2F0A0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D66AE454-ACB6-40BC-93C4-E311D8F2F0A0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DFC86199-6516-4466-880B-0C1746B0F44F}" type="parTrans" cxnId="{6FD74DEF-208B-433B-87C5-55464512E295}">
      <dgm:prSet/>
      <dgm:spPr/>
      <dgm:t>
        <a:bodyPr/>
        <a:lstStyle/>
        <a:p>
          <a:endParaRPr lang="en-US"/>
        </a:p>
      </dgm:t>
    </dgm:pt>
    <dgm:pt modelId="{43C25A6F-6B99-4EDE-8907-A77955911EEF}" type="sibTrans" cxnId="{6FD74DEF-208B-433B-87C5-55464512E29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E92D950-63D2-41DC-9741-5510EA44D41C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7E92D950-63D2-41DC-9741-5510EA44D41C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5A091725-2241-4A94-B752-AF2998C365EF}" type="parTrans" cxnId="{4106A78A-9142-48A0-8236-FFC76002534F}">
      <dgm:prSet/>
      <dgm:spPr/>
      <dgm:t>
        <a:bodyPr/>
        <a:lstStyle/>
        <a:p>
          <a:endParaRPr lang="en-US"/>
        </a:p>
      </dgm:t>
    </dgm:pt>
    <dgm:pt modelId="{922399E7-5DE5-41B9-8B65-2518BA7EA187}" type="sibTrans" cxnId="{4106A78A-9142-48A0-8236-FFC76002534F}">
      <dgm:prSet/>
      <dgm:spPr/>
      <dgm:t>
        <a:bodyPr/>
        <a:lstStyle/>
        <a:p>
          <a:endParaRPr lang="en-US"/>
        </a:p>
      </dgm:t>
    </dgm:pt>
    <dgm:pt modelId="{2FFC2F26-B41C-4893-AFEF-C2861CFC9BBE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22952E67-2A22-4B66-8E7E-F3D9676B0A48}" type="parTrans" cxnId="{C42D8C79-E4B7-4F43-87CC-69C4BA81F3D5}">
      <dgm:prSet/>
      <dgm:spPr/>
      <dgm:t>
        <a:bodyPr/>
        <a:lstStyle/>
        <a:p>
          <a:endParaRPr lang="en-US"/>
        </a:p>
      </dgm:t>
    </dgm:pt>
    <dgm:pt modelId="{096B4189-868E-44F8-AC4B-2013AE7CB329}" type="sibTrans" cxnId="{C42D8C79-E4B7-4F43-87CC-69C4BA81F3D5}">
      <dgm:prSet/>
      <dgm:spPr/>
      <dgm:t>
        <a:bodyPr/>
        <a:lstStyle/>
        <a:p>
          <a:endParaRPr lang="en-US"/>
        </a:p>
      </dgm:t>
    </dgm:pt>
    <dgm:pt modelId="{D7A3BC43-E2BD-4454-9E39-B0EF2434E76F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4910</a:t>
          </a:r>
        </a:p>
      </dgm:t>
    </dgm:pt>
    <dgm:pt modelId="{4AD681AA-AD34-4185-8851-1D73F20E828E}" type="parTrans" cxnId="{107F69F8-1D8B-4F91-AC77-F9483E69536F}">
      <dgm:prSet/>
      <dgm:spPr/>
      <dgm:t>
        <a:bodyPr/>
        <a:lstStyle/>
        <a:p>
          <a:endParaRPr lang="en-US"/>
        </a:p>
      </dgm:t>
    </dgm:pt>
    <dgm:pt modelId="{936DC02B-D023-4342-B41E-917735F5316E}" type="sibTrans" cxnId="{107F69F8-1D8B-4F91-AC77-F9483E69536F}">
      <dgm:prSet/>
      <dgm:spPr/>
      <dgm:t>
        <a:bodyPr/>
        <a:lstStyle/>
        <a:p>
          <a:endParaRPr lang="en-US"/>
        </a:p>
      </dgm:t>
    </dgm:pt>
    <dgm:pt modelId="{6F5C86F9-DBD9-4AC7-8389-542C0AADFA18}">
      <dgm:prSet phldrT="[Text]"/>
      <dgm:spPr/>
      <dgm:t>
        <a:bodyPr/>
        <a:lstStyle/>
        <a:p>
          <a:endParaRPr lang="en-US" dirty="0"/>
        </a:p>
      </dgm:t>
    </dgm:pt>
    <dgm:pt modelId="{2EEFEBC4-B44D-4BA7-BCE6-7293ECC17EAC}" type="parTrans" cxnId="{AEB6A02F-64B3-4DB8-8CDB-AC46C8134DC4}">
      <dgm:prSet/>
      <dgm:spPr/>
      <dgm:t>
        <a:bodyPr/>
        <a:lstStyle/>
        <a:p>
          <a:endParaRPr lang="en-US"/>
        </a:p>
      </dgm:t>
    </dgm:pt>
    <dgm:pt modelId="{8120C870-AC10-405C-96E0-39CBB1DBCEC0}" type="sibTrans" cxnId="{AEB6A02F-64B3-4DB8-8CDB-AC46C8134DC4}">
      <dgm:prSet/>
      <dgm:spPr/>
      <dgm:t>
        <a:bodyPr/>
        <a:lstStyle/>
        <a:p>
          <a:endParaRPr lang="en-US"/>
        </a:p>
      </dgm:t>
    </dgm:pt>
    <dgm:pt modelId="{9AAFCB11-FC3E-467D-94EA-94364E2A70ED}">
      <dgm:prSet phldrT="[Text]"/>
      <dgm:spPr/>
      <dgm:t>
        <a:bodyPr/>
        <a:lstStyle/>
        <a:p>
          <a:endParaRPr lang="en-US" dirty="0"/>
        </a:p>
      </dgm:t>
    </dgm:pt>
    <dgm:pt modelId="{07A86B36-2BE8-455A-8127-EC8EFB6800D7}" type="parTrans" cxnId="{E03BA2F8-1487-4C9C-9095-FD16DAC01C39}">
      <dgm:prSet/>
      <dgm:spPr/>
      <dgm:t>
        <a:bodyPr/>
        <a:lstStyle/>
        <a:p>
          <a:endParaRPr lang="en-US"/>
        </a:p>
      </dgm:t>
    </dgm:pt>
    <dgm:pt modelId="{A62356BB-9A37-42E4-B337-F1DCE3E71106}" type="sibTrans" cxnId="{E03BA2F8-1487-4C9C-9095-FD16DAC01C39}">
      <dgm:prSet/>
      <dgm:spPr/>
      <dgm:t>
        <a:bodyPr/>
        <a:lstStyle/>
        <a:p>
          <a:endParaRPr lang="en-US"/>
        </a:p>
      </dgm:t>
    </dgm:pt>
    <dgm:pt modelId="{9A33076B-A1A9-4D39-8DC5-C81AE16C643B}">
      <dgm:prSet phldrT="[Text]"/>
      <dgm:spPr/>
      <dgm:t>
        <a:bodyPr/>
        <a:lstStyle/>
        <a:p>
          <a:endParaRPr lang="en-US" dirty="0"/>
        </a:p>
      </dgm:t>
    </dgm:pt>
    <dgm:pt modelId="{E38989C4-1528-4E1B-9FC3-B1A81C711180}" type="parTrans" cxnId="{3B95676D-436D-44E1-87F4-542FA55BB203}">
      <dgm:prSet/>
      <dgm:spPr/>
      <dgm:t>
        <a:bodyPr/>
        <a:lstStyle/>
        <a:p>
          <a:endParaRPr lang="en-US"/>
        </a:p>
      </dgm:t>
    </dgm:pt>
    <dgm:pt modelId="{14596952-9EBD-4A84-977F-E824CD7117CF}" type="sibTrans" cxnId="{3B95676D-436D-44E1-87F4-542FA55BB203}">
      <dgm:prSet/>
      <dgm:spPr/>
      <dgm:t>
        <a:bodyPr/>
        <a:lstStyle/>
        <a:p>
          <a:endParaRPr lang="en-US"/>
        </a:p>
      </dgm:t>
    </dgm:pt>
    <dgm:pt modelId="{E97F3380-FC9D-45CF-8BEF-CF739A38640C}">
      <dgm:prSet phldrT="[Text]"/>
      <dgm:spPr>
        <a:noFill/>
      </dgm:spPr>
      <dgm:t>
        <a:bodyPr/>
        <a:lstStyle/>
        <a:p>
          <a:endParaRPr lang="en-US" dirty="0"/>
        </a:p>
      </dgm:t>
    </dgm:pt>
    <dgm:pt modelId="{42B10CD3-F5B6-4F12-B10E-C7DBD97EBA59}" type="parTrans" cxnId="{2A430E39-1806-4D53-B24D-9C01EC0C7BB5}">
      <dgm:prSet/>
      <dgm:spPr/>
      <dgm:t>
        <a:bodyPr/>
        <a:lstStyle/>
        <a:p>
          <a:endParaRPr lang="en-US"/>
        </a:p>
      </dgm:t>
    </dgm:pt>
    <dgm:pt modelId="{D641B75E-E581-4488-9303-A4236EAD0A0A}" type="sibTrans" cxnId="{2A430E39-1806-4D53-B24D-9C01EC0C7BB5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C423FAA-7BAD-4F55-B689-758CB3C9C140}" type="pres">
      <dgm:prSet presAssocID="{9A33076B-A1A9-4D39-8DC5-C81AE16C643B}" presName="Name14" presStyleCnt="0"/>
      <dgm:spPr/>
    </dgm:pt>
    <dgm:pt modelId="{60FCA7DD-C882-4971-A2FB-582F316C3F56}" type="pres">
      <dgm:prSet presAssocID="{9A33076B-A1A9-4D39-8DC5-C81AE16C643B}" presName="level1Shape" presStyleLbl="node0" presStyleIdx="0" presStyleCnt="1">
        <dgm:presLayoutVars>
          <dgm:chPref val="3"/>
        </dgm:presLayoutVars>
      </dgm:prSet>
      <dgm:spPr/>
    </dgm:pt>
    <dgm:pt modelId="{0AEAD3B2-973E-4E80-8AFB-5C40E01276AB}" type="pres">
      <dgm:prSet presAssocID="{9A33076B-A1A9-4D39-8DC5-C81AE16C643B}" presName="hierChild2" presStyleCnt="0"/>
      <dgm:spPr/>
    </dgm:pt>
    <dgm:pt modelId="{618366AF-05DA-4DB0-9203-E2AC5C7B58F9}" type="pres">
      <dgm:prSet presAssocID="{17A80643-F3AD-4400-ABE5-414F6FCF641B}" presName="Name19" presStyleLbl="parChTrans1D2" presStyleIdx="0" presStyleCnt="2"/>
      <dgm:spPr/>
    </dgm:pt>
    <dgm:pt modelId="{761F889A-96FB-46A4-A279-A0114D2FAFCC}" type="pres">
      <dgm:prSet presAssocID="{1E9EF1E9-58BC-4449-B488-25BCAA48109E}" presName="Name21" presStyleCnt="0"/>
      <dgm:spPr/>
    </dgm:pt>
    <dgm:pt modelId="{D6DE8666-4D8F-46D3-952F-104FEF9303E3}" type="pres">
      <dgm:prSet presAssocID="{1E9EF1E9-58BC-4449-B488-25BCAA48109E}" presName="level2Shape" presStyleLbl="node2" presStyleIdx="0" presStyleCnt="2"/>
      <dgm:spPr/>
    </dgm:pt>
    <dgm:pt modelId="{F2AE1BB2-9749-4000-A7D4-2780888053CD}" type="pres">
      <dgm:prSet presAssocID="{1E9EF1E9-58BC-4449-B488-25BCAA48109E}" presName="hierChild3" presStyleCnt="0"/>
      <dgm:spPr/>
    </dgm:pt>
    <dgm:pt modelId="{FAECDF5F-107D-47C8-8B46-908B3B80D0CF}" type="pres">
      <dgm:prSet presAssocID="{2EEFEBC4-B44D-4BA7-BCE6-7293ECC17EAC}" presName="Name19" presStyleLbl="parChTrans1D3" presStyleIdx="0" presStyleCnt="4"/>
      <dgm:spPr/>
    </dgm:pt>
    <dgm:pt modelId="{932D60E2-094B-456F-A70E-5AE9394D509E}" type="pres">
      <dgm:prSet presAssocID="{6F5C86F9-DBD9-4AC7-8389-542C0AADFA18}" presName="Name21" presStyleCnt="0"/>
      <dgm:spPr/>
    </dgm:pt>
    <dgm:pt modelId="{84066E57-82B4-41E1-BCB1-94727AF70EDC}" type="pres">
      <dgm:prSet presAssocID="{6F5C86F9-DBD9-4AC7-8389-542C0AADFA18}" presName="level2Shape" presStyleLbl="node3" presStyleIdx="0" presStyleCnt="4"/>
      <dgm:spPr/>
    </dgm:pt>
    <dgm:pt modelId="{D651BB7B-77C4-43EF-9A2B-224C21BE0809}" type="pres">
      <dgm:prSet presAssocID="{6F5C86F9-DBD9-4AC7-8389-542C0AADFA18}" presName="hierChild3" presStyleCnt="0"/>
      <dgm:spPr/>
    </dgm:pt>
    <dgm:pt modelId="{0AD6FF5E-A743-473C-A0DB-CDFB0B2321D7}" type="pres">
      <dgm:prSet presAssocID="{FF283220-286A-41D9-B951-964736168034}" presName="Name19" presStyleLbl="parChTrans1D4" presStyleIdx="0" presStyleCnt="8"/>
      <dgm:spPr/>
    </dgm:pt>
    <dgm:pt modelId="{57F339E6-AECF-4E3E-803B-333C9F7CE195}" type="pres">
      <dgm:prSet presAssocID="{152D3EC6-7D78-47C0-A093-1A4DFBF4AC57}" presName="Name21" presStyleCnt="0"/>
      <dgm:spPr/>
    </dgm:pt>
    <dgm:pt modelId="{02075D74-5DD0-40D3-BA84-F2410E0F94AF}" type="pres">
      <dgm:prSet presAssocID="{152D3EC6-7D78-47C0-A093-1A4DFBF4AC57}" presName="level2Shape" presStyleLbl="node4" presStyleIdx="0" presStyleCnt="8"/>
      <dgm:spPr/>
    </dgm:pt>
    <dgm:pt modelId="{846FBB8C-7486-4D61-8E76-2212D859013C}" type="pres">
      <dgm:prSet presAssocID="{152D3EC6-7D78-47C0-A093-1A4DFBF4AC57}" presName="hierChild3" presStyleCnt="0"/>
      <dgm:spPr/>
    </dgm:pt>
    <dgm:pt modelId="{E236C2D4-10E1-4BA9-B9D9-91CC14340DCB}" type="pres">
      <dgm:prSet presAssocID="{8A764B70-BB99-4494-84FE-1094FDC89A29}" presName="Name19" presStyleLbl="parChTrans1D4" presStyleIdx="1" presStyleCnt="8"/>
      <dgm:spPr/>
    </dgm:pt>
    <dgm:pt modelId="{9695997C-18EE-44CC-BC97-4757B0310D9C}" type="pres">
      <dgm:prSet presAssocID="{25C3D94B-FF05-477E-9258-9A99E50BE926}" presName="Name21" presStyleCnt="0"/>
      <dgm:spPr/>
    </dgm:pt>
    <dgm:pt modelId="{8D7AA300-FB70-499E-B82C-619DEEF4AFC7}" type="pres">
      <dgm:prSet presAssocID="{25C3D94B-FF05-477E-9258-9A99E50BE926}" presName="level2Shape" presStyleLbl="node4" presStyleIdx="1" presStyleCnt="8"/>
      <dgm:spPr/>
    </dgm:pt>
    <dgm:pt modelId="{74B6C873-99B3-4C54-BF5C-92CE7B86386C}" type="pres">
      <dgm:prSet presAssocID="{25C3D94B-FF05-477E-9258-9A99E50BE926}" presName="hierChild3" presStyleCnt="0"/>
      <dgm:spPr/>
    </dgm:pt>
    <dgm:pt modelId="{99066D90-43D7-4CCC-B02E-AEC73F0B4468}" type="pres">
      <dgm:prSet presAssocID="{07A86B36-2BE8-455A-8127-EC8EFB6800D7}" presName="Name19" presStyleLbl="parChTrans1D3" presStyleIdx="1" presStyleCnt="4"/>
      <dgm:spPr/>
    </dgm:pt>
    <dgm:pt modelId="{EAFD34AF-B6F2-417D-9EEE-10CD39A9B9D0}" type="pres">
      <dgm:prSet presAssocID="{9AAFCB11-FC3E-467D-94EA-94364E2A70ED}" presName="Name21" presStyleCnt="0"/>
      <dgm:spPr/>
    </dgm:pt>
    <dgm:pt modelId="{80F46234-B5B3-46C6-8F6A-D08CD6367FBF}" type="pres">
      <dgm:prSet presAssocID="{9AAFCB11-FC3E-467D-94EA-94364E2A70ED}" presName="level2Shape" presStyleLbl="node3" presStyleIdx="1" presStyleCnt="4"/>
      <dgm:spPr/>
    </dgm:pt>
    <dgm:pt modelId="{D2E3A3BD-30EA-4DDF-8381-629754AEE754}" type="pres">
      <dgm:prSet presAssocID="{9AAFCB11-FC3E-467D-94EA-94364E2A70ED}" presName="hierChild3" presStyleCnt="0"/>
      <dgm:spPr/>
    </dgm:pt>
    <dgm:pt modelId="{5C5451C0-B931-4C95-8459-5A5D01373381}" type="pres">
      <dgm:prSet presAssocID="{60582AA2-4BE9-4192-84E9-EAEFA1022096}" presName="Name19" presStyleLbl="parChTrans1D4" presStyleIdx="2" presStyleCnt="8"/>
      <dgm:spPr/>
    </dgm:pt>
    <dgm:pt modelId="{B1E08C41-A8DA-4A35-A9F8-5F2BA371D22E}" type="pres">
      <dgm:prSet presAssocID="{F675879C-2D04-4D46-9ED6-2B78922FD47B}" presName="Name21" presStyleCnt="0"/>
      <dgm:spPr/>
    </dgm:pt>
    <dgm:pt modelId="{E64AB392-ECD7-4876-AC30-91872B2837CD}" type="pres">
      <dgm:prSet presAssocID="{F675879C-2D04-4D46-9ED6-2B78922FD47B}" presName="level2Shape" presStyleLbl="node4" presStyleIdx="2" presStyleCnt="8"/>
      <dgm:spPr/>
    </dgm:pt>
    <dgm:pt modelId="{43D3F7EE-5D4A-43C5-A62B-B93D51C6F8E3}" type="pres">
      <dgm:prSet presAssocID="{F675879C-2D04-4D46-9ED6-2B78922FD47B}" presName="hierChild3" presStyleCnt="0"/>
      <dgm:spPr/>
    </dgm:pt>
    <dgm:pt modelId="{D76F7C61-9A53-4F28-8D93-50046D5DE59A}" type="pres">
      <dgm:prSet presAssocID="{14ED6A7F-114D-4529-AC44-8E3873E96A45}" presName="Name19" presStyleLbl="parChTrans1D4" presStyleIdx="3" presStyleCnt="8"/>
      <dgm:spPr/>
    </dgm:pt>
    <dgm:pt modelId="{2A6E4169-D58E-4863-BFAE-AAE2ECA93177}" type="pres">
      <dgm:prSet presAssocID="{7D1F50C2-9AD5-4F2A-BDF7-94815BE23E0E}" presName="Name21" presStyleCnt="0"/>
      <dgm:spPr/>
    </dgm:pt>
    <dgm:pt modelId="{91256EA1-D2CC-4195-AF5C-3585B822FB38}" type="pres">
      <dgm:prSet presAssocID="{7D1F50C2-9AD5-4F2A-BDF7-94815BE23E0E}" presName="level2Shape" presStyleLbl="node4" presStyleIdx="3" presStyleCnt="8"/>
      <dgm:spPr/>
    </dgm:pt>
    <dgm:pt modelId="{12EEF04D-1D81-441F-AA44-38EE04966B4A}" type="pres">
      <dgm:prSet presAssocID="{7D1F50C2-9AD5-4F2A-BDF7-94815BE23E0E}" presName="hierChild3" presStyleCnt="0"/>
      <dgm:spPr/>
    </dgm:pt>
    <dgm:pt modelId="{9AEE7C38-5A8C-4A8E-8672-9FC3E756A855}" type="pres">
      <dgm:prSet presAssocID="{42B10CD3-F5B6-4F12-B10E-C7DBD97EBA59}" presName="Name19" presStyleLbl="parChTrans1D2" presStyleIdx="1" presStyleCnt="2"/>
      <dgm:spPr/>
    </dgm:pt>
    <dgm:pt modelId="{FCA3BE3B-C983-4D8B-A9CB-40ADC1E84DAC}" type="pres">
      <dgm:prSet presAssocID="{E97F3380-FC9D-45CF-8BEF-CF739A38640C}" presName="Name21" presStyleCnt="0"/>
      <dgm:spPr/>
    </dgm:pt>
    <dgm:pt modelId="{D20F2CC7-E51C-4DB5-95ED-61B79D6556AE}" type="pres">
      <dgm:prSet presAssocID="{E97F3380-FC9D-45CF-8BEF-CF739A38640C}" presName="level2Shape" presStyleLbl="node2" presStyleIdx="1" presStyleCnt="2"/>
      <dgm:spPr/>
    </dgm:pt>
    <dgm:pt modelId="{9664FFF4-DD1C-4F33-9ADA-1C48974C4EB4}" type="pres">
      <dgm:prSet presAssocID="{E97F3380-FC9D-45CF-8BEF-CF739A38640C}" presName="hierChild3" presStyleCnt="0"/>
      <dgm:spPr/>
    </dgm:pt>
    <dgm:pt modelId="{56745FBE-1325-4AD0-8912-B181974F4459}" type="pres">
      <dgm:prSet presAssocID="{4AD681AA-AD34-4185-8851-1D73F20E828E}" presName="Name19" presStyleLbl="parChTrans1D3" presStyleIdx="2" presStyleCnt="4"/>
      <dgm:spPr/>
    </dgm:pt>
    <dgm:pt modelId="{9A9BF138-7B7C-4041-8FCD-3D357C3CAC26}" type="pres">
      <dgm:prSet presAssocID="{D7A3BC43-E2BD-4454-9E39-B0EF2434E76F}" presName="Name21" presStyleCnt="0"/>
      <dgm:spPr/>
    </dgm:pt>
    <dgm:pt modelId="{15C3281E-C08A-4343-B96B-B7DC3EAFDBD6}" type="pres">
      <dgm:prSet presAssocID="{D7A3BC43-E2BD-4454-9E39-B0EF2434E76F}" presName="level2Shape" presStyleLbl="node3" presStyleIdx="2" presStyleCnt="4"/>
      <dgm:spPr/>
    </dgm:pt>
    <dgm:pt modelId="{528F998C-2116-4F3F-808D-C40C9E6D5F8A}" type="pres">
      <dgm:prSet presAssocID="{D7A3BC43-E2BD-4454-9E39-B0EF2434E76F}" presName="hierChild3" presStyleCnt="0"/>
      <dgm:spPr/>
    </dgm:pt>
    <dgm:pt modelId="{8E9ADC2B-BBF1-4CB3-B5EC-A12B0253CE7D}" type="pres">
      <dgm:prSet presAssocID="{F7269FA9-32B3-49E9-B268-3D186BB87418}" presName="Name19" presStyleLbl="parChTrans1D4" presStyleIdx="4" presStyleCnt="8"/>
      <dgm:spPr/>
    </dgm:pt>
    <dgm:pt modelId="{68E6BAC1-71B6-411D-991B-56118A6E4380}" type="pres">
      <dgm:prSet presAssocID="{2B898F8F-6F4C-4C0E-94B2-8B92EEFEEC46}" presName="Name21" presStyleCnt="0"/>
      <dgm:spPr/>
    </dgm:pt>
    <dgm:pt modelId="{8311A13A-504E-4085-ABE0-04C4513D460E}" type="pres">
      <dgm:prSet presAssocID="{2B898F8F-6F4C-4C0E-94B2-8B92EEFEEC46}" presName="level2Shape" presStyleLbl="node4" presStyleIdx="4" presStyleCnt="8"/>
      <dgm:spPr/>
    </dgm:pt>
    <dgm:pt modelId="{FF090960-C99A-4C8E-B3DE-F7B864190078}" type="pres">
      <dgm:prSet presAssocID="{2B898F8F-6F4C-4C0E-94B2-8B92EEFEEC46}" presName="hierChild3" presStyleCnt="0"/>
      <dgm:spPr/>
    </dgm:pt>
    <dgm:pt modelId="{7F052B43-231F-47AC-B690-DA18B2CD1841}" type="pres">
      <dgm:prSet presAssocID="{71149FAB-0F83-4E83-8983-E0821DD77159}" presName="Name19" presStyleLbl="parChTrans1D4" presStyleIdx="5" presStyleCnt="8"/>
      <dgm:spPr/>
    </dgm:pt>
    <dgm:pt modelId="{7925B003-78D7-44EF-B6AB-B847C49ED27B}" type="pres">
      <dgm:prSet presAssocID="{7227D0C8-B9C8-495D-A242-26AF48849E6D}" presName="Name21" presStyleCnt="0"/>
      <dgm:spPr/>
    </dgm:pt>
    <dgm:pt modelId="{148E8FFE-8806-442E-ABDD-D788AA5DA365}" type="pres">
      <dgm:prSet presAssocID="{7227D0C8-B9C8-495D-A242-26AF48849E6D}" presName="level2Shape" presStyleLbl="node4" presStyleIdx="5" presStyleCnt="8"/>
      <dgm:spPr/>
    </dgm:pt>
    <dgm:pt modelId="{8B2EB4AF-8AC1-4685-84A5-9428C7CE812F}" type="pres">
      <dgm:prSet presAssocID="{7227D0C8-B9C8-495D-A242-26AF48849E6D}" presName="hierChild3" presStyleCnt="0"/>
      <dgm:spPr/>
    </dgm:pt>
    <dgm:pt modelId="{E6929895-4036-459E-90A0-D495844BFE28}" type="pres">
      <dgm:prSet presAssocID="{22952E67-2A22-4B66-8E7E-F3D9676B0A48}" presName="Name19" presStyleLbl="parChTrans1D3" presStyleIdx="3" presStyleCnt="4"/>
      <dgm:spPr/>
    </dgm:pt>
    <dgm:pt modelId="{4A49EC40-AF1A-4936-9184-4B4E101CE583}" type="pres">
      <dgm:prSet presAssocID="{2FFC2F26-B41C-4893-AFEF-C2861CFC9BBE}" presName="Name21" presStyleCnt="0"/>
      <dgm:spPr/>
    </dgm:pt>
    <dgm:pt modelId="{004E5722-6819-4586-B0E3-85C94C63BE50}" type="pres">
      <dgm:prSet presAssocID="{2FFC2F26-B41C-4893-AFEF-C2861CFC9BBE}" presName="level2Shape" presStyleLbl="node3" presStyleIdx="3" presStyleCnt="4"/>
      <dgm:spPr/>
    </dgm:pt>
    <dgm:pt modelId="{10A69052-77A6-424E-BECD-0EAA18304111}" type="pres">
      <dgm:prSet presAssocID="{2FFC2F26-B41C-4893-AFEF-C2861CFC9BBE}" presName="hierChild3" presStyleCnt="0"/>
      <dgm:spPr/>
    </dgm:pt>
    <dgm:pt modelId="{9A817B87-D314-4F60-9723-37C8937D3B19}" type="pres">
      <dgm:prSet presAssocID="{DFC86199-6516-4466-880B-0C1746B0F44F}" presName="Name19" presStyleLbl="parChTrans1D4" presStyleIdx="6" presStyleCnt="8"/>
      <dgm:spPr/>
    </dgm:pt>
    <dgm:pt modelId="{B5284D30-462C-424E-B7DF-74B283856FFF}" type="pres">
      <dgm:prSet presAssocID="{D66AE454-ACB6-40BC-93C4-E311D8F2F0A0}" presName="Name21" presStyleCnt="0"/>
      <dgm:spPr/>
    </dgm:pt>
    <dgm:pt modelId="{AE4A1CA4-C922-40D8-9549-4D61F04B2E38}" type="pres">
      <dgm:prSet presAssocID="{D66AE454-ACB6-40BC-93C4-E311D8F2F0A0}" presName="level2Shape" presStyleLbl="node4" presStyleIdx="6" presStyleCnt="8"/>
      <dgm:spPr/>
    </dgm:pt>
    <dgm:pt modelId="{C9C3886C-AAE1-4682-9831-017EB1B5C886}" type="pres">
      <dgm:prSet presAssocID="{D66AE454-ACB6-40BC-93C4-E311D8F2F0A0}" presName="hierChild3" presStyleCnt="0"/>
      <dgm:spPr/>
    </dgm:pt>
    <dgm:pt modelId="{DBCB6BF3-7ED6-47D5-8ADD-D4321645A4A7}" type="pres">
      <dgm:prSet presAssocID="{5A091725-2241-4A94-B752-AF2998C365EF}" presName="Name19" presStyleLbl="parChTrans1D4" presStyleIdx="7" presStyleCnt="8"/>
      <dgm:spPr/>
    </dgm:pt>
    <dgm:pt modelId="{B40E881A-54B3-47A9-BB06-A6345B5B2D72}" type="pres">
      <dgm:prSet presAssocID="{7E92D950-63D2-41DC-9741-5510EA44D41C}" presName="Name21" presStyleCnt="0"/>
      <dgm:spPr/>
    </dgm:pt>
    <dgm:pt modelId="{61687883-B449-4540-A130-07B3485B40BA}" type="pres">
      <dgm:prSet presAssocID="{7E92D950-63D2-41DC-9741-5510EA44D41C}" presName="level2Shape" presStyleLbl="node4" presStyleIdx="7" presStyleCnt="8"/>
      <dgm:spPr/>
    </dgm:pt>
    <dgm:pt modelId="{8595CC13-EB66-4809-9ADD-CD15167B8CCD}" type="pres">
      <dgm:prSet presAssocID="{7E92D950-63D2-41DC-9741-5510EA44D41C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6C5A8A1C-85C0-48B6-AA35-928455BAD788}" type="presOf" srcId="{9AAFCB11-FC3E-467D-94EA-94364E2A70ED}" destId="{80F46234-B5B3-46C6-8F6A-D08CD6367FBF}" srcOrd="0" destOrd="0" presId="urn:microsoft.com/office/officeart/2005/8/layout/hierarchy6"/>
    <dgm:cxn modelId="{C268EF21-9340-421F-9266-0D09A096390A}" srcId="{D7A3BC43-E2BD-4454-9E39-B0EF2434E76F}" destId="{2B898F8F-6F4C-4C0E-94B2-8B92EEFEEC46}" srcOrd="0" destOrd="0" parTransId="{F7269FA9-32B3-49E9-B268-3D186BB87418}" sibTransId="{8DF3072D-73FF-47E3-8AE2-09169523AEB1}"/>
    <dgm:cxn modelId="{AE7D9828-5F08-4E71-B301-90DCBE366450}" type="presOf" srcId="{60582AA2-4BE9-4192-84E9-EAEFA1022096}" destId="{5C5451C0-B931-4C95-8459-5A5D01373381}" srcOrd="0" destOrd="0" presId="urn:microsoft.com/office/officeart/2005/8/layout/hierarchy6"/>
    <dgm:cxn modelId="{5E3E832A-0C7D-4F45-9298-F05BF4A9B605}" type="presOf" srcId="{2FFC2F26-B41C-4893-AFEF-C2861CFC9BBE}" destId="{004E5722-6819-4586-B0E3-85C94C63BE50}" srcOrd="0" destOrd="0" presId="urn:microsoft.com/office/officeart/2005/8/layout/hierarchy6"/>
    <dgm:cxn modelId="{7E46242B-556F-4E6D-928D-EDFBD6359D43}" type="presOf" srcId="{2EEFEBC4-B44D-4BA7-BCE6-7293ECC17EAC}" destId="{FAECDF5F-107D-47C8-8B46-908B3B80D0CF}" srcOrd="0" destOrd="0" presId="urn:microsoft.com/office/officeart/2005/8/layout/hierarchy6"/>
    <dgm:cxn modelId="{AEB6A02F-64B3-4DB8-8CDB-AC46C8134DC4}" srcId="{1E9EF1E9-58BC-4449-B488-25BCAA48109E}" destId="{6F5C86F9-DBD9-4AC7-8389-542C0AADFA18}" srcOrd="0" destOrd="0" parTransId="{2EEFEBC4-B44D-4BA7-BCE6-7293ECC17EAC}" sibTransId="{8120C870-AC10-405C-96E0-39CBB1DBCEC0}"/>
    <dgm:cxn modelId="{98C1CE37-0E63-4CD3-8A3A-008258905F79}" type="presOf" srcId="{8A764B70-BB99-4494-84FE-1094FDC89A29}" destId="{E236C2D4-10E1-4BA9-B9D9-91CC14340DCB}" srcOrd="0" destOrd="0" presId="urn:microsoft.com/office/officeart/2005/8/layout/hierarchy6"/>
    <dgm:cxn modelId="{2A430E39-1806-4D53-B24D-9C01EC0C7BB5}" srcId="{9A33076B-A1A9-4D39-8DC5-C81AE16C643B}" destId="{E97F3380-FC9D-45CF-8BEF-CF739A38640C}" srcOrd="1" destOrd="0" parTransId="{42B10CD3-F5B6-4F12-B10E-C7DBD97EBA59}" sibTransId="{D641B75E-E581-4488-9303-A4236EAD0A0A}"/>
    <dgm:cxn modelId="{6D73A839-55F8-468F-872B-2247BAB8336B}" type="presOf" srcId="{2B898F8F-6F4C-4C0E-94B2-8B92EEFEEC46}" destId="{8311A13A-504E-4085-ABE0-04C4513D460E}" srcOrd="0" destOrd="0" presId="urn:microsoft.com/office/officeart/2005/8/layout/hierarchy6"/>
    <dgm:cxn modelId="{3C6DE43B-4598-4E4C-9843-68CD210A9925}" srcId="{6F5C86F9-DBD9-4AC7-8389-542C0AADFA18}" destId="{152D3EC6-7D78-47C0-A093-1A4DFBF4AC57}" srcOrd="0" destOrd="0" parTransId="{FF283220-286A-41D9-B951-964736168034}" sibTransId="{7F03414A-563C-4CAB-95A6-694E8527E46B}"/>
    <dgm:cxn modelId="{C2C5A75F-B541-4230-B6D4-62220FB79598}" type="presOf" srcId="{7E92D950-63D2-41DC-9741-5510EA44D41C}" destId="{61687883-B449-4540-A130-07B3485B40BA}" srcOrd="0" destOrd="0" presId="urn:microsoft.com/office/officeart/2005/8/layout/hierarchy6"/>
    <dgm:cxn modelId="{B4F8B441-D6A7-48B3-97A3-E7E930175FAE}" type="presOf" srcId="{22952E67-2A22-4B66-8E7E-F3D9676B0A48}" destId="{E6929895-4036-459E-90A0-D495844BFE28}" srcOrd="0" destOrd="0" presId="urn:microsoft.com/office/officeart/2005/8/layout/hierarchy6"/>
    <dgm:cxn modelId="{B74B3746-17B5-4B3C-A8C6-D76303FAE049}" type="presOf" srcId="{FF283220-286A-41D9-B951-964736168034}" destId="{0AD6FF5E-A743-473C-A0DB-CDFB0B2321D7}" srcOrd="0" destOrd="0" presId="urn:microsoft.com/office/officeart/2005/8/layout/hierarchy6"/>
    <dgm:cxn modelId="{F883CC68-BFCA-4050-ACA0-C6703E866906}" type="presOf" srcId="{152D3EC6-7D78-47C0-A093-1A4DFBF4AC57}" destId="{02075D74-5DD0-40D3-BA84-F2410E0F94AF}" srcOrd="0" destOrd="0" presId="urn:microsoft.com/office/officeart/2005/8/layout/hierarchy6"/>
    <dgm:cxn modelId="{8D432E4A-BACE-4B46-B964-5968BF261564}" type="presOf" srcId="{DFC86199-6516-4466-880B-0C1746B0F44F}" destId="{9A817B87-D314-4F60-9723-37C8937D3B19}" srcOrd="0" destOrd="0" presId="urn:microsoft.com/office/officeart/2005/8/layout/hierarchy6"/>
    <dgm:cxn modelId="{3B95676D-436D-44E1-87F4-542FA55BB203}" srcId="{25D41D2E-FEC9-444D-B75D-82CC7BEA4B4B}" destId="{9A33076B-A1A9-4D39-8DC5-C81AE16C643B}" srcOrd="0" destOrd="0" parTransId="{E38989C4-1528-4E1B-9FC3-B1A81C711180}" sibTransId="{14596952-9EBD-4A84-977F-E824CD7117CF}"/>
    <dgm:cxn modelId="{436BAB4D-EFF7-4DE8-A58F-7888126E5BBD}" type="presOf" srcId="{71149FAB-0F83-4E83-8983-E0821DD77159}" destId="{7F052B43-231F-47AC-B690-DA18B2CD1841}" srcOrd="0" destOrd="0" presId="urn:microsoft.com/office/officeart/2005/8/layout/hierarchy6"/>
    <dgm:cxn modelId="{18E58772-4350-4CD1-B5EE-EA26BEDB490B}" type="presOf" srcId="{25C3D94B-FF05-477E-9258-9A99E50BE926}" destId="{8D7AA300-FB70-499E-B82C-619DEEF4AFC7}" srcOrd="0" destOrd="0" presId="urn:microsoft.com/office/officeart/2005/8/layout/hierarchy6"/>
    <dgm:cxn modelId="{F9DA6B53-321B-4351-A699-D3447FB7FFC3}" srcId="{6F5C86F9-DBD9-4AC7-8389-542C0AADFA18}" destId="{25C3D94B-FF05-477E-9258-9A99E50BE926}" srcOrd="1" destOrd="0" parTransId="{8A764B70-BB99-4494-84FE-1094FDC89A29}" sibTransId="{BB5C154D-BEA6-4889-BEC2-6CD7F5EBAA1D}"/>
    <dgm:cxn modelId="{C42D8C79-E4B7-4F43-87CC-69C4BA81F3D5}" srcId="{E97F3380-FC9D-45CF-8BEF-CF739A38640C}" destId="{2FFC2F26-B41C-4893-AFEF-C2861CFC9BBE}" srcOrd="1" destOrd="0" parTransId="{22952E67-2A22-4B66-8E7E-F3D9676B0A48}" sibTransId="{096B4189-868E-44F8-AC4B-2013AE7CB329}"/>
    <dgm:cxn modelId="{2FF7B682-ADC2-4FB3-820A-AB2369BF5668}" type="presOf" srcId="{6F5C86F9-DBD9-4AC7-8389-542C0AADFA18}" destId="{84066E57-82B4-41E1-BCB1-94727AF70EDC}" srcOrd="0" destOrd="0" presId="urn:microsoft.com/office/officeart/2005/8/layout/hierarchy6"/>
    <dgm:cxn modelId="{6DF29483-04DD-4539-B5C9-B9C66033B083}" type="presOf" srcId="{14ED6A7F-114D-4529-AC44-8E3873E96A45}" destId="{D76F7C61-9A53-4F28-8D93-50046D5DE59A}" srcOrd="0" destOrd="0" presId="urn:microsoft.com/office/officeart/2005/8/layout/hierarchy6"/>
    <dgm:cxn modelId="{CD625085-1FA2-4DEB-B222-A33B8B9DA711}" type="presOf" srcId="{F7269FA9-32B3-49E9-B268-3D186BB87418}" destId="{8E9ADC2B-BBF1-4CB3-B5EC-A12B0253CE7D}" srcOrd="0" destOrd="0" presId="urn:microsoft.com/office/officeart/2005/8/layout/hierarchy6"/>
    <dgm:cxn modelId="{A3E5C885-97A9-4119-BFBE-A2F1C95BAF55}" type="presOf" srcId="{7227D0C8-B9C8-495D-A242-26AF48849E6D}" destId="{148E8FFE-8806-442E-ABDD-D788AA5DA365}" srcOrd="0" destOrd="0" presId="urn:microsoft.com/office/officeart/2005/8/layout/hierarchy6"/>
    <dgm:cxn modelId="{588C0C87-14C6-4255-BEFA-EF7E27C91049}" type="presOf" srcId="{42B10CD3-F5B6-4F12-B10E-C7DBD97EBA59}" destId="{9AEE7C38-5A8C-4A8E-8672-9FC3E756A855}" srcOrd="0" destOrd="0" presId="urn:microsoft.com/office/officeart/2005/8/layout/hierarchy6"/>
    <dgm:cxn modelId="{6F5F6D88-3685-47B1-9965-9E9AA834D42D}" srcId="{9AAFCB11-FC3E-467D-94EA-94364E2A70ED}" destId="{7D1F50C2-9AD5-4F2A-BDF7-94815BE23E0E}" srcOrd="1" destOrd="0" parTransId="{14ED6A7F-114D-4529-AC44-8E3873E96A45}" sibTransId="{8E37BED4-F2B7-4977-BA56-E6F44843884D}"/>
    <dgm:cxn modelId="{4106A78A-9142-48A0-8236-FFC76002534F}" srcId="{2FFC2F26-B41C-4893-AFEF-C2861CFC9BBE}" destId="{7E92D950-63D2-41DC-9741-5510EA44D41C}" srcOrd="1" destOrd="0" parTransId="{5A091725-2241-4A94-B752-AF2998C365EF}" sibTransId="{922399E7-5DE5-41B9-8B65-2518BA7EA187}"/>
    <dgm:cxn modelId="{71F8219B-27C2-4FE3-BBE4-8EB8F168BD3D}" type="presOf" srcId="{9A33076B-A1A9-4D39-8DC5-C81AE16C643B}" destId="{60FCA7DD-C882-4971-A2FB-582F316C3F56}" srcOrd="0" destOrd="0" presId="urn:microsoft.com/office/officeart/2005/8/layout/hierarchy6"/>
    <dgm:cxn modelId="{09B8049D-C518-4763-B9A3-1529A628A621}" srcId="{D7A3BC43-E2BD-4454-9E39-B0EF2434E76F}" destId="{7227D0C8-B9C8-495D-A242-26AF48849E6D}" srcOrd="1" destOrd="0" parTransId="{71149FAB-0F83-4E83-8983-E0821DD77159}" sibTransId="{0A147F03-429F-4B3D-870B-2229A7C35765}"/>
    <dgm:cxn modelId="{93C7A3A9-7CF6-49D0-8677-A95BEC6A22C6}" type="presOf" srcId="{7D1F50C2-9AD5-4F2A-BDF7-94815BE23E0E}" destId="{91256EA1-D2CC-4195-AF5C-3585B822FB38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0371AAB0-1003-46D1-8395-FEEBAC1BC277}" type="presOf" srcId="{4AD681AA-AD34-4185-8851-1D73F20E828E}" destId="{56745FBE-1325-4AD0-8912-B181974F4459}" srcOrd="0" destOrd="0" presId="urn:microsoft.com/office/officeart/2005/8/layout/hierarchy6"/>
    <dgm:cxn modelId="{6CD3A3C1-6E21-4AFE-BAF3-40DFF43B3A76}" srcId="{9AAFCB11-FC3E-467D-94EA-94364E2A70ED}" destId="{F675879C-2D04-4D46-9ED6-2B78922FD47B}" srcOrd="0" destOrd="0" parTransId="{60582AA2-4BE9-4192-84E9-EAEFA1022096}" sibTransId="{3C9CFC80-25A0-457C-BB62-A1E8006CF616}"/>
    <dgm:cxn modelId="{272A52C4-5D70-4E8F-B26E-F4F1F10EBE0D}" type="presOf" srcId="{D7A3BC43-E2BD-4454-9E39-B0EF2434E76F}" destId="{15C3281E-C08A-4343-B96B-B7DC3EAFDBD6}" srcOrd="0" destOrd="0" presId="urn:microsoft.com/office/officeart/2005/8/layout/hierarchy6"/>
    <dgm:cxn modelId="{8B8BA3C8-EEEA-41E2-8C36-542837F13651}" type="presOf" srcId="{F675879C-2D04-4D46-9ED6-2B78922FD47B}" destId="{E64AB392-ECD7-4876-AC30-91872B2837CD}" srcOrd="0" destOrd="0" presId="urn:microsoft.com/office/officeart/2005/8/layout/hierarchy6"/>
    <dgm:cxn modelId="{BC9386CA-F142-47C4-97B4-E09977284754}" type="presOf" srcId="{5A091725-2241-4A94-B752-AF2998C365EF}" destId="{DBCB6BF3-7ED6-47D5-8ADD-D4321645A4A7}" srcOrd="0" destOrd="0" presId="urn:microsoft.com/office/officeart/2005/8/layout/hierarchy6"/>
    <dgm:cxn modelId="{CBEB64D9-1FF6-4C22-B74F-975FBB40F363}" type="presOf" srcId="{1E9EF1E9-58BC-4449-B488-25BCAA48109E}" destId="{D6DE8666-4D8F-46D3-952F-104FEF9303E3}" srcOrd="0" destOrd="0" presId="urn:microsoft.com/office/officeart/2005/8/layout/hierarchy6"/>
    <dgm:cxn modelId="{4F7E5DE3-A9E0-4A66-9CEF-E91ECFBFC521}" type="presOf" srcId="{D66AE454-ACB6-40BC-93C4-E311D8F2F0A0}" destId="{AE4A1CA4-C922-40D8-9549-4D61F04B2E38}" srcOrd="0" destOrd="0" presId="urn:microsoft.com/office/officeart/2005/8/layout/hierarchy6"/>
    <dgm:cxn modelId="{12AEAAE9-05E6-4FFA-A94C-CEC8BAF8C4A7}" type="presOf" srcId="{07A86B36-2BE8-455A-8127-EC8EFB6800D7}" destId="{99066D90-43D7-4CCC-B02E-AEC73F0B4468}" srcOrd="0" destOrd="0" presId="urn:microsoft.com/office/officeart/2005/8/layout/hierarchy6"/>
    <dgm:cxn modelId="{98E0DAEC-6A3D-47DB-AB10-10259DEF3165}" type="presOf" srcId="{17A80643-F3AD-4400-ABE5-414F6FCF641B}" destId="{618366AF-05DA-4DB0-9203-E2AC5C7B58F9}" srcOrd="0" destOrd="0" presId="urn:microsoft.com/office/officeart/2005/8/layout/hierarchy6"/>
    <dgm:cxn modelId="{6FD74DEF-208B-433B-87C5-55464512E295}" srcId="{2FFC2F26-B41C-4893-AFEF-C2861CFC9BBE}" destId="{D66AE454-ACB6-40BC-93C4-E311D8F2F0A0}" srcOrd="0" destOrd="0" parTransId="{DFC86199-6516-4466-880B-0C1746B0F44F}" sibTransId="{43C25A6F-6B99-4EDE-8907-A77955911EEF}"/>
    <dgm:cxn modelId="{FC0C62F6-BACC-45E6-8FA5-8C28525A6E7B}" srcId="{9A33076B-A1A9-4D39-8DC5-C81AE16C643B}" destId="{1E9EF1E9-58BC-4449-B488-25BCAA48109E}" srcOrd="0" destOrd="0" parTransId="{17A80643-F3AD-4400-ABE5-414F6FCF641B}" sibTransId="{2ACE8275-52BF-468C-9A8B-03655CA0022C}"/>
    <dgm:cxn modelId="{107F69F8-1D8B-4F91-AC77-F9483E69536F}" srcId="{E97F3380-FC9D-45CF-8BEF-CF739A38640C}" destId="{D7A3BC43-E2BD-4454-9E39-B0EF2434E76F}" srcOrd="0" destOrd="0" parTransId="{4AD681AA-AD34-4185-8851-1D73F20E828E}" sibTransId="{936DC02B-D023-4342-B41E-917735F5316E}"/>
    <dgm:cxn modelId="{E03BA2F8-1487-4C9C-9095-FD16DAC01C39}" srcId="{1E9EF1E9-58BC-4449-B488-25BCAA48109E}" destId="{9AAFCB11-FC3E-467D-94EA-94364E2A70ED}" srcOrd="1" destOrd="0" parTransId="{07A86B36-2BE8-455A-8127-EC8EFB6800D7}" sibTransId="{A62356BB-9A37-42E4-B337-F1DCE3E71106}"/>
    <dgm:cxn modelId="{31EDD1F9-5C70-46D0-977A-1C0135328052}" type="presOf" srcId="{E97F3380-FC9D-45CF-8BEF-CF739A38640C}" destId="{D20F2CC7-E51C-4DB5-95ED-61B79D6556AE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F773ACC-9065-4E7C-BDD8-463B4D0F1402}" type="presParOf" srcId="{3B8E0E52-806F-461B-808A-40A35535EB4C}" destId="{3C423FAA-7BAD-4F55-B689-758CB3C9C140}" srcOrd="0" destOrd="0" presId="urn:microsoft.com/office/officeart/2005/8/layout/hierarchy6"/>
    <dgm:cxn modelId="{FFA4419D-8C69-4188-B986-4A0BBC956EA2}" type="presParOf" srcId="{3C423FAA-7BAD-4F55-B689-758CB3C9C140}" destId="{60FCA7DD-C882-4971-A2FB-582F316C3F56}" srcOrd="0" destOrd="0" presId="urn:microsoft.com/office/officeart/2005/8/layout/hierarchy6"/>
    <dgm:cxn modelId="{FE84755F-3E05-4DA1-8BAC-3691650CE9EB}" type="presParOf" srcId="{3C423FAA-7BAD-4F55-B689-758CB3C9C140}" destId="{0AEAD3B2-973E-4E80-8AFB-5C40E01276AB}" srcOrd="1" destOrd="0" presId="urn:microsoft.com/office/officeart/2005/8/layout/hierarchy6"/>
    <dgm:cxn modelId="{3C009D5D-20A7-4EA1-80F0-09F8A8DA889E}" type="presParOf" srcId="{0AEAD3B2-973E-4E80-8AFB-5C40E01276AB}" destId="{618366AF-05DA-4DB0-9203-E2AC5C7B58F9}" srcOrd="0" destOrd="0" presId="urn:microsoft.com/office/officeart/2005/8/layout/hierarchy6"/>
    <dgm:cxn modelId="{6F1FBA23-DB2D-417B-BC5E-BBDA45EB4A6A}" type="presParOf" srcId="{0AEAD3B2-973E-4E80-8AFB-5C40E01276AB}" destId="{761F889A-96FB-46A4-A279-A0114D2FAFCC}" srcOrd="1" destOrd="0" presId="urn:microsoft.com/office/officeart/2005/8/layout/hierarchy6"/>
    <dgm:cxn modelId="{4EAED967-B9F6-49D3-A869-4B43E473F5F0}" type="presParOf" srcId="{761F889A-96FB-46A4-A279-A0114D2FAFCC}" destId="{D6DE8666-4D8F-46D3-952F-104FEF9303E3}" srcOrd="0" destOrd="0" presId="urn:microsoft.com/office/officeart/2005/8/layout/hierarchy6"/>
    <dgm:cxn modelId="{C23C4780-47D4-42FE-92A6-F444233B6674}" type="presParOf" srcId="{761F889A-96FB-46A4-A279-A0114D2FAFCC}" destId="{F2AE1BB2-9749-4000-A7D4-2780888053CD}" srcOrd="1" destOrd="0" presId="urn:microsoft.com/office/officeart/2005/8/layout/hierarchy6"/>
    <dgm:cxn modelId="{66DFA7CE-7C7A-43FF-AEBE-3C959F57F5F3}" type="presParOf" srcId="{F2AE1BB2-9749-4000-A7D4-2780888053CD}" destId="{FAECDF5F-107D-47C8-8B46-908B3B80D0CF}" srcOrd="0" destOrd="0" presId="urn:microsoft.com/office/officeart/2005/8/layout/hierarchy6"/>
    <dgm:cxn modelId="{A7C4BD28-E7C6-4DBB-B03D-FED561CABF0B}" type="presParOf" srcId="{F2AE1BB2-9749-4000-A7D4-2780888053CD}" destId="{932D60E2-094B-456F-A70E-5AE9394D509E}" srcOrd="1" destOrd="0" presId="urn:microsoft.com/office/officeart/2005/8/layout/hierarchy6"/>
    <dgm:cxn modelId="{F4FD689E-CE68-4169-B9B7-14E24677BBD6}" type="presParOf" srcId="{932D60E2-094B-456F-A70E-5AE9394D509E}" destId="{84066E57-82B4-41E1-BCB1-94727AF70EDC}" srcOrd="0" destOrd="0" presId="urn:microsoft.com/office/officeart/2005/8/layout/hierarchy6"/>
    <dgm:cxn modelId="{2B45BD28-BD16-4E0C-A4C5-EEF903682820}" type="presParOf" srcId="{932D60E2-094B-456F-A70E-5AE9394D509E}" destId="{D651BB7B-77C4-43EF-9A2B-224C21BE0809}" srcOrd="1" destOrd="0" presId="urn:microsoft.com/office/officeart/2005/8/layout/hierarchy6"/>
    <dgm:cxn modelId="{254A70BB-66B3-4F9B-AC4C-C3A7C255E8A5}" type="presParOf" srcId="{D651BB7B-77C4-43EF-9A2B-224C21BE0809}" destId="{0AD6FF5E-A743-473C-A0DB-CDFB0B2321D7}" srcOrd="0" destOrd="0" presId="urn:microsoft.com/office/officeart/2005/8/layout/hierarchy6"/>
    <dgm:cxn modelId="{5736E32A-AF23-47C2-9BA4-410CCB29ADFB}" type="presParOf" srcId="{D651BB7B-77C4-43EF-9A2B-224C21BE0809}" destId="{57F339E6-AECF-4E3E-803B-333C9F7CE195}" srcOrd="1" destOrd="0" presId="urn:microsoft.com/office/officeart/2005/8/layout/hierarchy6"/>
    <dgm:cxn modelId="{2F22917A-3870-4DB6-9E26-8E419B3E5099}" type="presParOf" srcId="{57F339E6-AECF-4E3E-803B-333C9F7CE195}" destId="{02075D74-5DD0-40D3-BA84-F2410E0F94AF}" srcOrd="0" destOrd="0" presId="urn:microsoft.com/office/officeart/2005/8/layout/hierarchy6"/>
    <dgm:cxn modelId="{F13D59FD-FD5D-4982-B6DF-48DAA7B3D2A8}" type="presParOf" srcId="{57F339E6-AECF-4E3E-803B-333C9F7CE195}" destId="{846FBB8C-7486-4D61-8E76-2212D859013C}" srcOrd="1" destOrd="0" presId="urn:microsoft.com/office/officeart/2005/8/layout/hierarchy6"/>
    <dgm:cxn modelId="{86885472-6DC0-4AF3-8EFD-7B3C444C3B33}" type="presParOf" srcId="{D651BB7B-77C4-43EF-9A2B-224C21BE0809}" destId="{E236C2D4-10E1-4BA9-B9D9-91CC14340DCB}" srcOrd="2" destOrd="0" presId="urn:microsoft.com/office/officeart/2005/8/layout/hierarchy6"/>
    <dgm:cxn modelId="{52F62F79-7F6C-4CDE-B659-28648D2D0522}" type="presParOf" srcId="{D651BB7B-77C4-43EF-9A2B-224C21BE0809}" destId="{9695997C-18EE-44CC-BC97-4757B0310D9C}" srcOrd="3" destOrd="0" presId="urn:microsoft.com/office/officeart/2005/8/layout/hierarchy6"/>
    <dgm:cxn modelId="{513602D3-B604-4AC8-B389-C858CB512C18}" type="presParOf" srcId="{9695997C-18EE-44CC-BC97-4757B0310D9C}" destId="{8D7AA300-FB70-499E-B82C-619DEEF4AFC7}" srcOrd="0" destOrd="0" presId="urn:microsoft.com/office/officeart/2005/8/layout/hierarchy6"/>
    <dgm:cxn modelId="{0B291384-029B-41EE-843F-6F04682E084E}" type="presParOf" srcId="{9695997C-18EE-44CC-BC97-4757B0310D9C}" destId="{74B6C873-99B3-4C54-BF5C-92CE7B86386C}" srcOrd="1" destOrd="0" presId="urn:microsoft.com/office/officeart/2005/8/layout/hierarchy6"/>
    <dgm:cxn modelId="{E29D6690-B5B2-40B5-A1C4-26D8FF5F5228}" type="presParOf" srcId="{F2AE1BB2-9749-4000-A7D4-2780888053CD}" destId="{99066D90-43D7-4CCC-B02E-AEC73F0B4468}" srcOrd="2" destOrd="0" presId="urn:microsoft.com/office/officeart/2005/8/layout/hierarchy6"/>
    <dgm:cxn modelId="{B17C67B3-65BE-47F1-825F-E90ECD504F83}" type="presParOf" srcId="{F2AE1BB2-9749-4000-A7D4-2780888053CD}" destId="{EAFD34AF-B6F2-417D-9EEE-10CD39A9B9D0}" srcOrd="3" destOrd="0" presId="urn:microsoft.com/office/officeart/2005/8/layout/hierarchy6"/>
    <dgm:cxn modelId="{1033B736-E4EC-4E79-9883-A6F4C0C6D1D1}" type="presParOf" srcId="{EAFD34AF-B6F2-417D-9EEE-10CD39A9B9D0}" destId="{80F46234-B5B3-46C6-8F6A-D08CD6367FBF}" srcOrd="0" destOrd="0" presId="urn:microsoft.com/office/officeart/2005/8/layout/hierarchy6"/>
    <dgm:cxn modelId="{32D8D903-6C5A-431B-AEBA-F4A411DA42FA}" type="presParOf" srcId="{EAFD34AF-B6F2-417D-9EEE-10CD39A9B9D0}" destId="{D2E3A3BD-30EA-4DDF-8381-629754AEE754}" srcOrd="1" destOrd="0" presId="urn:microsoft.com/office/officeart/2005/8/layout/hierarchy6"/>
    <dgm:cxn modelId="{D1A63929-C676-4740-AFB5-7D1FF13DE783}" type="presParOf" srcId="{D2E3A3BD-30EA-4DDF-8381-629754AEE754}" destId="{5C5451C0-B931-4C95-8459-5A5D01373381}" srcOrd="0" destOrd="0" presId="urn:microsoft.com/office/officeart/2005/8/layout/hierarchy6"/>
    <dgm:cxn modelId="{58FEDD68-3C55-427B-964B-2EF7022D7CA9}" type="presParOf" srcId="{D2E3A3BD-30EA-4DDF-8381-629754AEE754}" destId="{B1E08C41-A8DA-4A35-A9F8-5F2BA371D22E}" srcOrd="1" destOrd="0" presId="urn:microsoft.com/office/officeart/2005/8/layout/hierarchy6"/>
    <dgm:cxn modelId="{04EF5C2D-3685-4EA7-97FA-D34A22AB4DFA}" type="presParOf" srcId="{B1E08C41-A8DA-4A35-A9F8-5F2BA371D22E}" destId="{E64AB392-ECD7-4876-AC30-91872B2837CD}" srcOrd="0" destOrd="0" presId="urn:microsoft.com/office/officeart/2005/8/layout/hierarchy6"/>
    <dgm:cxn modelId="{5907CEF8-E15E-4D6B-8E0F-A281F1768C82}" type="presParOf" srcId="{B1E08C41-A8DA-4A35-A9F8-5F2BA371D22E}" destId="{43D3F7EE-5D4A-43C5-A62B-B93D51C6F8E3}" srcOrd="1" destOrd="0" presId="urn:microsoft.com/office/officeart/2005/8/layout/hierarchy6"/>
    <dgm:cxn modelId="{CFDA2EF9-2CC3-4BBA-A1AF-55994366C32B}" type="presParOf" srcId="{D2E3A3BD-30EA-4DDF-8381-629754AEE754}" destId="{D76F7C61-9A53-4F28-8D93-50046D5DE59A}" srcOrd="2" destOrd="0" presId="urn:microsoft.com/office/officeart/2005/8/layout/hierarchy6"/>
    <dgm:cxn modelId="{5B913E74-A769-44AF-A1FA-F799CBAAB7A5}" type="presParOf" srcId="{D2E3A3BD-30EA-4DDF-8381-629754AEE754}" destId="{2A6E4169-D58E-4863-BFAE-AAE2ECA93177}" srcOrd="3" destOrd="0" presId="urn:microsoft.com/office/officeart/2005/8/layout/hierarchy6"/>
    <dgm:cxn modelId="{97C965A3-6DF7-4089-8282-9F818981F73A}" type="presParOf" srcId="{2A6E4169-D58E-4863-BFAE-AAE2ECA93177}" destId="{91256EA1-D2CC-4195-AF5C-3585B822FB38}" srcOrd="0" destOrd="0" presId="urn:microsoft.com/office/officeart/2005/8/layout/hierarchy6"/>
    <dgm:cxn modelId="{E49A827B-B6F1-4244-BFB7-DD2609FDAB90}" type="presParOf" srcId="{2A6E4169-D58E-4863-BFAE-AAE2ECA93177}" destId="{12EEF04D-1D81-441F-AA44-38EE04966B4A}" srcOrd="1" destOrd="0" presId="urn:microsoft.com/office/officeart/2005/8/layout/hierarchy6"/>
    <dgm:cxn modelId="{7CDC4C6E-11F4-4A99-B1BD-D29A58BDE1CA}" type="presParOf" srcId="{0AEAD3B2-973E-4E80-8AFB-5C40E01276AB}" destId="{9AEE7C38-5A8C-4A8E-8672-9FC3E756A855}" srcOrd="2" destOrd="0" presId="urn:microsoft.com/office/officeart/2005/8/layout/hierarchy6"/>
    <dgm:cxn modelId="{7554C4E1-B897-47F2-95C8-C76C86763C30}" type="presParOf" srcId="{0AEAD3B2-973E-4E80-8AFB-5C40E01276AB}" destId="{FCA3BE3B-C983-4D8B-A9CB-40ADC1E84DAC}" srcOrd="3" destOrd="0" presId="urn:microsoft.com/office/officeart/2005/8/layout/hierarchy6"/>
    <dgm:cxn modelId="{CD9E3A97-451F-4FFD-B5E1-659EAA1190EF}" type="presParOf" srcId="{FCA3BE3B-C983-4D8B-A9CB-40ADC1E84DAC}" destId="{D20F2CC7-E51C-4DB5-95ED-61B79D6556AE}" srcOrd="0" destOrd="0" presId="urn:microsoft.com/office/officeart/2005/8/layout/hierarchy6"/>
    <dgm:cxn modelId="{3DF5857D-D0B7-4BEA-8321-C29992ECF675}" type="presParOf" srcId="{FCA3BE3B-C983-4D8B-A9CB-40ADC1E84DAC}" destId="{9664FFF4-DD1C-4F33-9ADA-1C48974C4EB4}" srcOrd="1" destOrd="0" presId="urn:microsoft.com/office/officeart/2005/8/layout/hierarchy6"/>
    <dgm:cxn modelId="{FB55976D-3BA5-4308-8E15-851D505DDDD2}" type="presParOf" srcId="{9664FFF4-DD1C-4F33-9ADA-1C48974C4EB4}" destId="{56745FBE-1325-4AD0-8912-B181974F4459}" srcOrd="0" destOrd="0" presId="urn:microsoft.com/office/officeart/2005/8/layout/hierarchy6"/>
    <dgm:cxn modelId="{E202C512-E456-4593-A12F-FF826AFFB424}" type="presParOf" srcId="{9664FFF4-DD1C-4F33-9ADA-1C48974C4EB4}" destId="{9A9BF138-7B7C-4041-8FCD-3D357C3CAC26}" srcOrd="1" destOrd="0" presId="urn:microsoft.com/office/officeart/2005/8/layout/hierarchy6"/>
    <dgm:cxn modelId="{F46ABB36-FD09-49FB-A7E6-4CB8B02A538B}" type="presParOf" srcId="{9A9BF138-7B7C-4041-8FCD-3D357C3CAC26}" destId="{15C3281E-C08A-4343-B96B-B7DC3EAFDBD6}" srcOrd="0" destOrd="0" presId="urn:microsoft.com/office/officeart/2005/8/layout/hierarchy6"/>
    <dgm:cxn modelId="{7AA252CB-C858-4400-B002-6A334496130C}" type="presParOf" srcId="{9A9BF138-7B7C-4041-8FCD-3D357C3CAC26}" destId="{528F998C-2116-4F3F-808D-C40C9E6D5F8A}" srcOrd="1" destOrd="0" presId="urn:microsoft.com/office/officeart/2005/8/layout/hierarchy6"/>
    <dgm:cxn modelId="{393C64B3-EE3C-4533-9DCB-37A616448DD7}" type="presParOf" srcId="{528F998C-2116-4F3F-808D-C40C9E6D5F8A}" destId="{8E9ADC2B-BBF1-4CB3-B5EC-A12B0253CE7D}" srcOrd="0" destOrd="0" presId="urn:microsoft.com/office/officeart/2005/8/layout/hierarchy6"/>
    <dgm:cxn modelId="{8F95F0F3-DB90-4149-84F6-A4A6A5FC8A6F}" type="presParOf" srcId="{528F998C-2116-4F3F-808D-C40C9E6D5F8A}" destId="{68E6BAC1-71B6-411D-991B-56118A6E4380}" srcOrd="1" destOrd="0" presId="urn:microsoft.com/office/officeart/2005/8/layout/hierarchy6"/>
    <dgm:cxn modelId="{B2A5136B-1B40-405C-A6A4-182976AD70A7}" type="presParOf" srcId="{68E6BAC1-71B6-411D-991B-56118A6E4380}" destId="{8311A13A-504E-4085-ABE0-04C4513D460E}" srcOrd="0" destOrd="0" presId="urn:microsoft.com/office/officeart/2005/8/layout/hierarchy6"/>
    <dgm:cxn modelId="{111657A4-39C7-44B2-8A91-AD53A6EC615F}" type="presParOf" srcId="{68E6BAC1-71B6-411D-991B-56118A6E4380}" destId="{FF090960-C99A-4C8E-B3DE-F7B864190078}" srcOrd="1" destOrd="0" presId="urn:microsoft.com/office/officeart/2005/8/layout/hierarchy6"/>
    <dgm:cxn modelId="{C279608C-BF5C-4814-8BE0-41DDD3CD0335}" type="presParOf" srcId="{528F998C-2116-4F3F-808D-C40C9E6D5F8A}" destId="{7F052B43-231F-47AC-B690-DA18B2CD1841}" srcOrd="2" destOrd="0" presId="urn:microsoft.com/office/officeart/2005/8/layout/hierarchy6"/>
    <dgm:cxn modelId="{C81D5710-6059-4775-BC32-D52A99B1497D}" type="presParOf" srcId="{528F998C-2116-4F3F-808D-C40C9E6D5F8A}" destId="{7925B003-78D7-44EF-B6AB-B847C49ED27B}" srcOrd="3" destOrd="0" presId="urn:microsoft.com/office/officeart/2005/8/layout/hierarchy6"/>
    <dgm:cxn modelId="{632D8C04-273E-4B21-862D-14197A08033F}" type="presParOf" srcId="{7925B003-78D7-44EF-B6AB-B847C49ED27B}" destId="{148E8FFE-8806-442E-ABDD-D788AA5DA365}" srcOrd="0" destOrd="0" presId="urn:microsoft.com/office/officeart/2005/8/layout/hierarchy6"/>
    <dgm:cxn modelId="{5FA096C4-9019-4F4C-B51F-4D89B1D956A2}" type="presParOf" srcId="{7925B003-78D7-44EF-B6AB-B847C49ED27B}" destId="{8B2EB4AF-8AC1-4685-84A5-9428C7CE812F}" srcOrd="1" destOrd="0" presId="urn:microsoft.com/office/officeart/2005/8/layout/hierarchy6"/>
    <dgm:cxn modelId="{736BEA8A-FA4F-4511-A903-3970B5E2663C}" type="presParOf" srcId="{9664FFF4-DD1C-4F33-9ADA-1C48974C4EB4}" destId="{E6929895-4036-459E-90A0-D495844BFE28}" srcOrd="2" destOrd="0" presId="urn:microsoft.com/office/officeart/2005/8/layout/hierarchy6"/>
    <dgm:cxn modelId="{28857921-7822-4556-AC3B-E208B2C9FD0A}" type="presParOf" srcId="{9664FFF4-DD1C-4F33-9ADA-1C48974C4EB4}" destId="{4A49EC40-AF1A-4936-9184-4B4E101CE583}" srcOrd="3" destOrd="0" presId="urn:microsoft.com/office/officeart/2005/8/layout/hierarchy6"/>
    <dgm:cxn modelId="{525221BA-8FE7-469E-8874-D97621AD0F25}" type="presParOf" srcId="{4A49EC40-AF1A-4936-9184-4B4E101CE583}" destId="{004E5722-6819-4586-B0E3-85C94C63BE50}" srcOrd="0" destOrd="0" presId="urn:microsoft.com/office/officeart/2005/8/layout/hierarchy6"/>
    <dgm:cxn modelId="{A1D4A3F4-63AF-4D3A-A59C-2E0ACD9E0F67}" type="presParOf" srcId="{4A49EC40-AF1A-4936-9184-4B4E101CE583}" destId="{10A69052-77A6-424E-BECD-0EAA18304111}" srcOrd="1" destOrd="0" presId="urn:microsoft.com/office/officeart/2005/8/layout/hierarchy6"/>
    <dgm:cxn modelId="{E6716312-B83D-4C7A-8B37-F89303C006CF}" type="presParOf" srcId="{10A69052-77A6-424E-BECD-0EAA18304111}" destId="{9A817B87-D314-4F60-9723-37C8937D3B19}" srcOrd="0" destOrd="0" presId="urn:microsoft.com/office/officeart/2005/8/layout/hierarchy6"/>
    <dgm:cxn modelId="{6B0F48C6-2EDF-4A12-A83A-1C0FEF5CAC63}" type="presParOf" srcId="{10A69052-77A6-424E-BECD-0EAA18304111}" destId="{B5284D30-462C-424E-B7DF-74B283856FFF}" srcOrd="1" destOrd="0" presId="urn:microsoft.com/office/officeart/2005/8/layout/hierarchy6"/>
    <dgm:cxn modelId="{DCF7E4B7-4785-4951-A2A6-1C0236A499F8}" type="presParOf" srcId="{B5284D30-462C-424E-B7DF-74B283856FFF}" destId="{AE4A1CA4-C922-40D8-9549-4D61F04B2E38}" srcOrd="0" destOrd="0" presId="urn:microsoft.com/office/officeart/2005/8/layout/hierarchy6"/>
    <dgm:cxn modelId="{245A4FF3-D511-4BE6-926F-B2919B0E874A}" type="presParOf" srcId="{B5284D30-462C-424E-B7DF-74B283856FFF}" destId="{C9C3886C-AAE1-4682-9831-017EB1B5C886}" srcOrd="1" destOrd="0" presId="urn:microsoft.com/office/officeart/2005/8/layout/hierarchy6"/>
    <dgm:cxn modelId="{309C1781-76CD-4211-B368-F5BE454500BF}" type="presParOf" srcId="{10A69052-77A6-424E-BECD-0EAA18304111}" destId="{DBCB6BF3-7ED6-47D5-8ADD-D4321645A4A7}" srcOrd="2" destOrd="0" presId="urn:microsoft.com/office/officeart/2005/8/layout/hierarchy6"/>
    <dgm:cxn modelId="{134B6F2F-A505-4877-B33B-A263B407B8DA}" type="presParOf" srcId="{10A69052-77A6-424E-BECD-0EAA18304111}" destId="{B40E881A-54B3-47A9-BB06-A6345B5B2D72}" srcOrd="3" destOrd="0" presId="urn:microsoft.com/office/officeart/2005/8/layout/hierarchy6"/>
    <dgm:cxn modelId="{812BED3F-E7B7-4973-B9A8-1429CC4144D9}" type="presParOf" srcId="{B40E881A-54B3-47A9-BB06-A6345B5B2D72}" destId="{61687883-B449-4540-A130-07B3485B40BA}" srcOrd="0" destOrd="0" presId="urn:microsoft.com/office/officeart/2005/8/layout/hierarchy6"/>
    <dgm:cxn modelId="{F80412E6-343C-4CA3-B64B-0F1D58C1FCB4}" type="presParOf" srcId="{B40E881A-54B3-47A9-BB06-A6345B5B2D72}" destId="{8595CC13-EB66-4809-9ADD-CD15167B8CCD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E9EF1E9-58BC-4449-B488-25BCAA48109E}">
      <dgm:prSet phldrT="[Text]"/>
      <dgm:spPr/>
      <dgm:t>
        <a:bodyPr/>
        <a:lstStyle/>
        <a:p>
          <a:endParaRPr lang="en-US" dirty="0"/>
        </a:p>
      </dgm:t>
    </dgm:pt>
    <dgm:pt modelId="{17A80643-F3AD-4400-ABE5-414F6FCF641B}" type="parTrans" cxnId="{FC0C62F6-BACC-45E6-8FA5-8C28525A6E7B}">
      <dgm:prSet/>
      <dgm:spPr/>
      <dgm:t>
        <a:bodyPr/>
        <a:lstStyle/>
        <a:p>
          <a:endParaRPr lang="en-US"/>
        </a:p>
      </dgm:t>
    </dgm:pt>
    <dgm:pt modelId="{2ACE8275-52BF-468C-9A8B-03655CA0022C}" type="sibTrans" cxnId="{FC0C62F6-BACC-45E6-8FA5-8C28525A6E7B}">
      <dgm:prSet/>
      <dgm:spPr/>
      <dgm:t>
        <a:bodyPr/>
        <a:lstStyle/>
        <a:p>
          <a:endParaRPr lang="en-US"/>
        </a:p>
      </dgm:t>
    </dgm:pt>
    <dgm:pt modelId="{152D3EC6-7D78-47C0-A093-1A4DFBF4AC57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FF283220-286A-41D9-B951-964736168034}" type="parTrans" cxnId="{3C6DE43B-4598-4E4C-9843-68CD210A9925}">
      <dgm:prSet/>
      <dgm:spPr/>
      <dgm:t>
        <a:bodyPr/>
        <a:lstStyle/>
        <a:p>
          <a:endParaRPr lang="en-US"/>
        </a:p>
      </dgm:t>
    </dgm:pt>
    <dgm:pt modelId="{7F03414A-563C-4CAB-95A6-694E8527E46B}" type="sibTrans" cxnId="{3C6DE43B-4598-4E4C-9843-68CD210A9925}">
      <dgm:prSet/>
      <dgm:spPr/>
      <dgm:t>
        <a:bodyPr/>
        <a:lstStyle/>
        <a:p>
          <a:endParaRPr lang="en-US"/>
        </a:p>
      </dgm:t>
    </dgm:pt>
    <dgm:pt modelId="{25C3D94B-FF05-477E-9258-9A99E50BE926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8A764B70-BB99-4494-84FE-1094FDC89A29}" type="parTrans" cxnId="{F9DA6B53-321B-4351-A699-D3447FB7FFC3}">
      <dgm:prSet/>
      <dgm:spPr/>
      <dgm:t>
        <a:bodyPr/>
        <a:lstStyle/>
        <a:p>
          <a:endParaRPr lang="en-US"/>
        </a:p>
      </dgm:t>
    </dgm:pt>
    <dgm:pt modelId="{BB5C154D-BEA6-4889-BEC2-6CD7F5EBAA1D}" type="sibTrans" cxnId="{F9DA6B53-321B-4351-A699-D3447FB7FFC3}">
      <dgm:prSet/>
      <dgm:spPr/>
      <dgm:t>
        <a:bodyPr/>
        <a:lstStyle/>
        <a:p>
          <a:endParaRPr lang="en-US"/>
        </a:p>
      </dgm:t>
    </dgm:pt>
    <dgm:pt modelId="{F675879C-2D04-4D46-9ED6-2B78922FD47B}">
      <dgm:prSet phldrT="[Text]"/>
      <dgm:spPr/>
      <dgm:t>
        <a:bodyPr/>
        <a:lstStyle/>
        <a:p>
          <a:r>
            <a:rPr lang="en-US" dirty="0"/>
            <a:t>5187</a:t>
          </a:r>
        </a:p>
      </dgm:t>
    </dgm:pt>
    <dgm:pt modelId="{60582AA2-4BE9-4192-84E9-EAEFA1022096}" type="parTrans" cxnId="{6CD3A3C1-6E21-4AFE-BAF3-40DFF43B3A76}">
      <dgm:prSet/>
      <dgm:spPr/>
      <dgm:t>
        <a:bodyPr/>
        <a:lstStyle/>
        <a:p>
          <a:endParaRPr lang="en-US"/>
        </a:p>
      </dgm:t>
    </dgm:pt>
    <dgm:pt modelId="{3C9CFC80-25A0-457C-BB62-A1E8006CF616}" type="sibTrans" cxnId="{6CD3A3C1-6E21-4AFE-BAF3-40DFF43B3A76}">
      <dgm:prSet/>
      <dgm:spPr/>
      <dgm:t>
        <a:bodyPr/>
        <a:lstStyle/>
        <a:p>
          <a:endParaRPr lang="en-US"/>
        </a:p>
      </dgm:t>
    </dgm:pt>
    <dgm:pt modelId="{7D1F50C2-9AD5-4F2A-BDF7-94815BE23E0E}">
      <dgm:prSet phldrT="[Text]"/>
      <dgm:spPr/>
      <dgm:t>
        <a:bodyPr/>
        <a:lstStyle/>
        <a:p>
          <a:r>
            <a:rPr lang="en-US" dirty="0"/>
            <a:t>5144</a:t>
          </a:r>
        </a:p>
      </dgm:t>
    </dgm:pt>
    <dgm:pt modelId="{14ED6A7F-114D-4529-AC44-8E3873E96A45}" type="parTrans" cxnId="{6F5F6D88-3685-47B1-9965-9E9AA834D42D}">
      <dgm:prSet/>
      <dgm:spPr/>
      <dgm:t>
        <a:bodyPr/>
        <a:lstStyle/>
        <a:p>
          <a:endParaRPr lang="en-US"/>
        </a:p>
      </dgm:t>
    </dgm:pt>
    <dgm:pt modelId="{8E37BED4-F2B7-4977-BA56-E6F44843884D}" type="sibTrans" cxnId="{6F5F6D88-3685-47B1-9965-9E9AA834D42D}">
      <dgm:prSet/>
      <dgm:spPr/>
      <dgm:t>
        <a:bodyPr/>
        <a:lstStyle/>
        <a:p>
          <a:endParaRPr lang="en-US"/>
        </a:p>
      </dgm:t>
    </dgm:pt>
    <dgm:pt modelId="{2B898F8F-6F4C-4C0E-94B2-8B92EEFEEC46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3826</a:t>
          </a:r>
        </a:p>
      </dgm:t>
    </dgm:pt>
    <dgm:pt modelId="{F7269FA9-32B3-49E9-B268-3D186BB87418}" type="parTrans" cxnId="{C268EF21-9340-421F-9266-0D09A096390A}">
      <dgm:prSet/>
      <dgm:spPr/>
      <dgm:t>
        <a:bodyPr/>
        <a:lstStyle/>
        <a:p>
          <a:endParaRPr lang="en-US"/>
        </a:p>
      </dgm:t>
    </dgm:pt>
    <dgm:pt modelId="{8DF3072D-73FF-47E3-8AE2-09169523AEB1}" type="sibTrans" cxnId="{C268EF21-9340-421F-9266-0D09A096390A}">
      <dgm:prSet/>
      <dgm:spPr/>
      <dgm:t>
        <a:bodyPr/>
        <a:lstStyle/>
        <a:p>
          <a:endParaRPr lang="en-US"/>
        </a:p>
      </dgm:t>
    </dgm:pt>
    <dgm:pt modelId="{7227D0C8-B9C8-495D-A242-26AF48849E6D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1149FAB-0F83-4E83-8983-E0821DD77159}" type="parTrans" cxnId="{09B8049D-C518-4763-B9A3-1529A628A621}">
      <dgm:prSet/>
      <dgm:spPr/>
      <dgm:t>
        <a:bodyPr/>
        <a:lstStyle/>
        <a:p>
          <a:endParaRPr lang="en-US"/>
        </a:p>
      </dgm:t>
    </dgm:pt>
    <dgm:pt modelId="{0A147F03-429F-4B3D-870B-2229A7C35765}" type="sibTrans" cxnId="{09B8049D-C518-4763-B9A3-1529A628A621}">
      <dgm:prSet/>
      <dgm:spPr/>
      <dgm:t>
        <a:bodyPr/>
        <a:lstStyle/>
        <a:p>
          <a:endParaRPr lang="en-US"/>
        </a:p>
      </dgm:t>
    </dgm:pt>
    <dgm:pt modelId="{D66AE454-ACB6-40BC-93C4-E311D8F2F0A0}">
      <dgm:prSet phldrT="[Text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FC86199-6516-4466-880B-0C1746B0F44F}" type="parTrans" cxnId="{6FD74DEF-208B-433B-87C5-55464512E295}">
      <dgm:prSet/>
      <dgm:spPr/>
      <dgm:t>
        <a:bodyPr/>
        <a:lstStyle/>
        <a:p>
          <a:endParaRPr lang="en-US"/>
        </a:p>
      </dgm:t>
    </dgm:pt>
    <dgm:pt modelId="{43C25A6F-6B99-4EDE-8907-A77955911EEF}" type="sibTrans" cxnId="{6FD74DEF-208B-433B-87C5-55464512E295}">
      <dgm:prSet/>
      <dgm:spPr/>
      <dgm:t>
        <a:bodyPr/>
        <a:lstStyle/>
        <a:p>
          <a:endParaRPr lang="en-US"/>
        </a:p>
      </dgm:t>
    </dgm:pt>
    <dgm:pt modelId="{7E92D950-63D2-41DC-9741-5510EA44D41C}">
      <dgm:prSet phldrT="[Text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A091725-2241-4A94-B752-AF2998C365EF}" type="parTrans" cxnId="{4106A78A-9142-48A0-8236-FFC76002534F}">
      <dgm:prSet/>
      <dgm:spPr/>
      <dgm:t>
        <a:bodyPr/>
        <a:lstStyle/>
        <a:p>
          <a:endParaRPr lang="en-US"/>
        </a:p>
      </dgm:t>
    </dgm:pt>
    <dgm:pt modelId="{922399E7-5DE5-41B9-8B65-2518BA7EA187}" type="sibTrans" cxnId="{4106A78A-9142-48A0-8236-FFC76002534F}">
      <dgm:prSet/>
      <dgm:spPr/>
      <dgm:t>
        <a:bodyPr/>
        <a:lstStyle/>
        <a:p>
          <a:endParaRPr lang="en-US"/>
        </a:p>
      </dgm:t>
    </dgm:pt>
    <dgm:pt modelId="{2FFC2F26-B41C-4893-AFEF-C2861CFC9BBE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22952E67-2A22-4B66-8E7E-F3D9676B0A48}" type="parTrans" cxnId="{C42D8C79-E4B7-4F43-87CC-69C4BA81F3D5}">
      <dgm:prSet/>
      <dgm:spPr/>
      <dgm:t>
        <a:bodyPr/>
        <a:lstStyle/>
        <a:p>
          <a:endParaRPr lang="en-US"/>
        </a:p>
      </dgm:t>
    </dgm:pt>
    <dgm:pt modelId="{096B4189-868E-44F8-AC4B-2013AE7CB329}" type="sibTrans" cxnId="{C42D8C79-E4B7-4F43-87CC-69C4BA81F3D5}">
      <dgm:prSet/>
      <dgm:spPr/>
      <dgm:t>
        <a:bodyPr/>
        <a:lstStyle/>
        <a:p>
          <a:endParaRPr lang="en-US"/>
        </a:p>
      </dgm:t>
    </dgm:pt>
    <dgm:pt modelId="{D7A3BC43-E2BD-4454-9E39-B0EF2434E76F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4910</a:t>
          </a:r>
        </a:p>
      </dgm:t>
    </dgm:pt>
    <dgm:pt modelId="{4AD681AA-AD34-4185-8851-1D73F20E828E}" type="parTrans" cxnId="{107F69F8-1D8B-4F91-AC77-F9483E69536F}">
      <dgm:prSet/>
      <dgm:spPr/>
      <dgm:t>
        <a:bodyPr/>
        <a:lstStyle/>
        <a:p>
          <a:endParaRPr lang="en-US"/>
        </a:p>
      </dgm:t>
    </dgm:pt>
    <dgm:pt modelId="{936DC02B-D023-4342-B41E-917735F5316E}" type="sibTrans" cxnId="{107F69F8-1D8B-4F91-AC77-F9483E69536F}">
      <dgm:prSet/>
      <dgm:spPr/>
      <dgm:t>
        <a:bodyPr/>
        <a:lstStyle/>
        <a:p>
          <a:endParaRPr lang="en-US"/>
        </a:p>
      </dgm:t>
    </dgm:pt>
    <dgm:pt modelId="{6F5C86F9-DBD9-4AC7-8389-542C0AADFA18}">
      <dgm:prSet phldrT="[Text]"/>
      <dgm:spPr/>
      <dgm:t>
        <a:bodyPr/>
        <a:lstStyle/>
        <a:p>
          <a:endParaRPr lang="en-US" dirty="0"/>
        </a:p>
      </dgm:t>
    </dgm:pt>
    <dgm:pt modelId="{2EEFEBC4-B44D-4BA7-BCE6-7293ECC17EAC}" type="parTrans" cxnId="{AEB6A02F-64B3-4DB8-8CDB-AC46C8134DC4}">
      <dgm:prSet/>
      <dgm:spPr/>
      <dgm:t>
        <a:bodyPr/>
        <a:lstStyle/>
        <a:p>
          <a:endParaRPr lang="en-US"/>
        </a:p>
      </dgm:t>
    </dgm:pt>
    <dgm:pt modelId="{8120C870-AC10-405C-96E0-39CBB1DBCEC0}" type="sibTrans" cxnId="{AEB6A02F-64B3-4DB8-8CDB-AC46C8134DC4}">
      <dgm:prSet/>
      <dgm:spPr/>
      <dgm:t>
        <a:bodyPr/>
        <a:lstStyle/>
        <a:p>
          <a:endParaRPr lang="en-US"/>
        </a:p>
      </dgm:t>
    </dgm:pt>
    <dgm:pt modelId="{9AAFCB11-FC3E-467D-94EA-94364E2A70ED}">
      <dgm:prSet phldrT="[Text]"/>
      <dgm:spPr/>
      <dgm:t>
        <a:bodyPr/>
        <a:lstStyle/>
        <a:p>
          <a:endParaRPr lang="en-US" dirty="0"/>
        </a:p>
      </dgm:t>
    </dgm:pt>
    <dgm:pt modelId="{07A86B36-2BE8-455A-8127-EC8EFB6800D7}" type="parTrans" cxnId="{E03BA2F8-1487-4C9C-9095-FD16DAC01C39}">
      <dgm:prSet/>
      <dgm:spPr/>
      <dgm:t>
        <a:bodyPr/>
        <a:lstStyle/>
        <a:p>
          <a:endParaRPr lang="en-US"/>
        </a:p>
      </dgm:t>
    </dgm:pt>
    <dgm:pt modelId="{A62356BB-9A37-42E4-B337-F1DCE3E71106}" type="sibTrans" cxnId="{E03BA2F8-1487-4C9C-9095-FD16DAC01C39}">
      <dgm:prSet/>
      <dgm:spPr/>
      <dgm:t>
        <a:bodyPr/>
        <a:lstStyle/>
        <a:p>
          <a:endParaRPr lang="en-US"/>
        </a:p>
      </dgm:t>
    </dgm:pt>
    <dgm:pt modelId="{9A33076B-A1A9-4D39-8DC5-C81AE16C643B}">
      <dgm:prSet phldrT="[Text]"/>
      <dgm:spPr/>
      <dgm:t>
        <a:bodyPr/>
        <a:lstStyle/>
        <a:p>
          <a:endParaRPr lang="en-US" dirty="0"/>
        </a:p>
      </dgm:t>
    </dgm:pt>
    <dgm:pt modelId="{E38989C4-1528-4E1B-9FC3-B1A81C711180}" type="parTrans" cxnId="{3B95676D-436D-44E1-87F4-542FA55BB203}">
      <dgm:prSet/>
      <dgm:spPr/>
      <dgm:t>
        <a:bodyPr/>
        <a:lstStyle/>
        <a:p>
          <a:endParaRPr lang="en-US"/>
        </a:p>
      </dgm:t>
    </dgm:pt>
    <dgm:pt modelId="{14596952-9EBD-4A84-977F-E824CD7117CF}" type="sibTrans" cxnId="{3B95676D-436D-44E1-87F4-542FA55BB203}">
      <dgm:prSet/>
      <dgm:spPr/>
      <dgm:t>
        <a:bodyPr/>
        <a:lstStyle/>
        <a:p>
          <a:endParaRPr lang="en-US"/>
        </a:p>
      </dgm:t>
    </dgm:pt>
    <dgm:pt modelId="{E97F3380-FC9D-45CF-8BEF-CF739A38640C}">
      <dgm:prSet phldrT="[Text]"/>
      <dgm:spPr>
        <a:noFill/>
      </dgm:spPr>
      <dgm:t>
        <a:bodyPr/>
        <a:lstStyle/>
        <a:p>
          <a:endParaRPr lang="en-US" dirty="0"/>
        </a:p>
      </dgm:t>
    </dgm:pt>
    <dgm:pt modelId="{42B10CD3-F5B6-4F12-B10E-C7DBD97EBA59}" type="parTrans" cxnId="{2A430E39-1806-4D53-B24D-9C01EC0C7BB5}">
      <dgm:prSet/>
      <dgm:spPr/>
      <dgm:t>
        <a:bodyPr/>
        <a:lstStyle/>
        <a:p>
          <a:endParaRPr lang="en-US"/>
        </a:p>
      </dgm:t>
    </dgm:pt>
    <dgm:pt modelId="{D641B75E-E581-4488-9303-A4236EAD0A0A}" type="sibTrans" cxnId="{2A430E39-1806-4D53-B24D-9C01EC0C7BB5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C423FAA-7BAD-4F55-B689-758CB3C9C140}" type="pres">
      <dgm:prSet presAssocID="{9A33076B-A1A9-4D39-8DC5-C81AE16C643B}" presName="Name14" presStyleCnt="0"/>
      <dgm:spPr/>
    </dgm:pt>
    <dgm:pt modelId="{60FCA7DD-C882-4971-A2FB-582F316C3F56}" type="pres">
      <dgm:prSet presAssocID="{9A33076B-A1A9-4D39-8DC5-C81AE16C643B}" presName="level1Shape" presStyleLbl="node0" presStyleIdx="0" presStyleCnt="1">
        <dgm:presLayoutVars>
          <dgm:chPref val="3"/>
        </dgm:presLayoutVars>
      </dgm:prSet>
      <dgm:spPr/>
    </dgm:pt>
    <dgm:pt modelId="{0AEAD3B2-973E-4E80-8AFB-5C40E01276AB}" type="pres">
      <dgm:prSet presAssocID="{9A33076B-A1A9-4D39-8DC5-C81AE16C643B}" presName="hierChild2" presStyleCnt="0"/>
      <dgm:spPr/>
    </dgm:pt>
    <dgm:pt modelId="{618366AF-05DA-4DB0-9203-E2AC5C7B58F9}" type="pres">
      <dgm:prSet presAssocID="{17A80643-F3AD-4400-ABE5-414F6FCF641B}" presName="Name19" presStyleLbl="parChTrans1D2" presStyleIdx="0" presStyleCnt="2"/>
      <dgm:spPr/>
    </dgm:pt>
    <dgm:pt modelId="{761F889A-96FB-46A4-A279-A0114D2FAFCC}" type="pres">
      <dgm:prSet presAssocID="{1E9EF1E9-58BC-4449-B488-25BCAA48109E}" presName="Name21" presStyleCnt="0"/>
      <dgm:spPr/>
    </dgm:pt>
    <dgm:pt modelId="{D6DE8666-4D8F-46D3-952F-104FEF9303E3}" type="pres">
      <dgm:prSet presAssocID="{1E9EF1E9-58BC-4449-B488-25BCAA48109E}" presName="level2Shape" presStyleLbl="node2" presStyleIdx="0" presStyleCnt="2"/>
      <dgm:spPr/>
    </dgm:pt>
    <dgm:pt modelId="{F2AE1BB2-9749-4000-A7D4-2780888053CD}" type="pres">
      <dgm:prSet presAssocID="{1E9EF1E9-58BC-4449-B488-25BCAA48109E}" presName="hierChild3" presStyleCnt="0"/>
      <dgm:spPr/>
    </dgm:pt>
    <dgm:pt modelId="{FAECDF5F-107D-47C8-8B46-908B3B80D0CF}" type="pres">
      <dgm:prSet presAssocID="{2EEFEBC4-B44D-4BA7-BCE6-7293ECC17EAC}" presName="Name19" presStyleLbl="parChTrans1D3" presStyleIdx="0" presStyleCnt="4"/>
      <dgm:spPr/>
    </dgm:pt>
    <dgm:pt modelId="{932D60E2-094B-456F-A70E-5AE9394D509E}" type="pres">
      <dgm:prSet presAssocID="{6F5C86F9-DBD9-4AC7-8389-542C0AADFA18}" presName="Name21" presStyleCnt="0"/>
      <dgm:spPr/>
    </dgm:pt>
    <dgm:pt modelId="{84066E57-82B4-41E1-BCB1-94727AF70EDC}" type="pres">
      <dgm:prSet presAssocID="{6F5C86F9-DBD9-4AC7-8389-542C0AADFA18}" presName="level2Shape" presStyleLbl="node3" presStyleIdx="0" presStyleCnt="4"/>
      <dgm:spPr/>
    </dgm:pt>
    <dgm:pt modelId="{D651BB7B-77C4-43EF-9A2B-224C21BE0809}" type="pres">
      <dgm:prSet presAssocID="{6F5C86F9-DBD9-4AC7-8389-542C0AADFA18}" presName="hierChild3" presStyleCnt="0"/>
      <dgm:spPr/>
    </dgm:pt>
    <dgm:pt modelId="{0AD6FF5E-A743-473C-A0DB-CDFB0B2321D7}" type="pres">
      <dgm:prSet presAssocID="{FF283220-286A-41D9-B951-964736168034}" presName="Name19" presStyleLbl="parChTrans1D4" presStyleIdx="0" presStyleCnt="8"/>
      <dgm:spPr/>
    </dgm:pt>
    <dgm:pt modelId="{57F339E6-AECF-4E3E-803B-333C9F7CE195}" type="pres">
      <dgm:prSet presAssocID="{152D3EC6-7D78-47C0-A093-1A4DFBF4AC57}" presName="Name21" presStyleCnt="0"/>
      <dgm:spPr/>
    </dgm:pt>
    <dgm:pt modelId="{02075D74-5DD0-40D3-BA84-F2410E0F94AF}" type="pres">
      <dgm:prSet presAssocID="{152D3EC6-7D78-47C0-A093-1A4DFBF4AC57}" presName="level2Shape" presStyleLbl="node4" presStyleIdx="0" presStyleCnt="8"/>
      <dgm:spPr/>
    </dgm:pt>
    <dgm:pt modelId="{846FBB8C-7486-4D61-8E76-2212D859013C}" type="pres">
      <dgm:prSet presAssocID="{152D3EC6-7D78-47C0-A093-1A4DFBF4AC57}" presName="hierChild3" presStyleCnt="0"/>
      <dgm:spPr/>
    </dgm:pt>
    <dgm:pt modelId="{E236C2D4-10E1-4BA9-B9D9-91CC14340DCB}" type="pres">
      <dgm:prSet presAssocID="{8A764B70-BB99-4494-84FE-1094FDC89A29}" presName="Name19" presStyleLbl="parChTrans1D4" presStyleIdx="1" presStyleCnt="8"/>
      <dgm:spPr/>
    </dgm:pt>
    <dgm:pt modelId="{9695997C-18EE-44CC-BC97-4757B0310D9C}" type="pres">
      <dgm:prSet presAssocID="{25C3D94B-FF05-477E-9258-9A99E50BE926}" presName="Name21" presStyleCnt="0"/>
      <dgm:spPr/>
    </dgm:pt>
    <dgm:pt modelId="{8D7AA300-FB70-499E-B82C-619DEEF4AFC7}" type="pres">
      <dgm:prSet presAssocID="{25C3D94B-FF05-477E-9258-9A99E50BE926}" presName="level2Shape" presStyleLbl="node4" presStyleIdx="1" presStyleCnt="8"/>
      <dgm:spPr/>
    </dgm:pt>
    <dgm:pt modelId="{74B6C873-99B3-4C54-BF5C-92CE7B86386C}" type="pres">
      <dgm:prSet presAssocID="{25C3D94B-FF05-477E-9258-9A99E50BE926}" presName="hierChild3" presStyleCnt="0"/>
      <dgm:spPr/>
    </dgm:pt>
    <dgm:pt modelId="{99066D90-43D7-4CCC-B02E-AEC73F0B4468}" type="pres">
      <dgm:prSet presAssocID="{07A86B36-2BE8-455A-8127-EC8EFB6800D7}" presName="Name19" presStyleLbl="parChTrans1D3" presStyleIdx="1" presStyleCnt="4"/>
      <dgm:spPr/>
    </dgm:pt>
    <dgm:pt modelId="{EAFD34AF-B6F2-417D-9EEE-10CD39A9B9D0}" type="pres">
      <dgm:prSet presAssocID="{9AAFCB11-FC3E-467D-94EA-94364E2A70ED}" presName="Name21" presStyleCnt="0"/>
      <dgm:spPr/>
    </dgm:pt>
    <dgm:pt modelId="{80F46234-B5B3-46C6-8F6A-D08CD6367FBF}" type="pres">
      <dgm:prSet presAssocID="{9AAFCB11-FC3E-467D-94EA-94364E2A70ED}" presName="level2Shape" presStyleLbl="node3" presStyleIdx="1" presStyleCnt="4"/>
      <dgm:spPr/>
    </dgm:pt>
    <dgm:pt modelId="{D2E3A3BD-30EA-4DDF-8381-629754AEE754}" type="pres">
      <dgm:prSet presAssocID="{9AAFCB11-FC3E-467D-94EA-94364E2A70ED}" presName="hierChild3" presStyleCnt="0"/>
      <dgm:spPr/>
    </dgm:pt>
    <dgm:pt modelId="{5C5451C0-B931-4C95-8459-5A5D01373381}" type="pres">
      <dgm:prSet presAssocID="{60582AA2-4BE9-4192-84E9-EAEFA1022096}" presName="Name19" presStyleLbl="parChTrans1D4" presStyleIdx="2" presStyleCnt="8"/>
      <dgm:spPr/>
    </dgm:pt>
    <dgm:pt modelId="{B1E08C41-A8DA-4A35-A9F8-5F2BA371D22E}" type="pres">
      <dgm:prSet presAssocID="{F675879C-2D04-4D46-9ED6-2B78922FD47B}" presName="Name21" presStyleCnt="0"/>
      <dgm:spPr/>
    </dgm:pt>
    <dgm:pt modelId="{E64AB392-ECD7-4876-AC30-91872B2837CD}" type="pres">
      <dgm:prSet presAssocID="{F675879C-2D04-4D46-9ED6-2B78922FD47B}" presName="level2Shape" presStyleLbl="node4" presStyleIdx="2" presStyleCnt="8"/>
      <dgm:spPr/>
    </dgm:pt>
    <dgm:pt modelId="{43D3F7EE-5D4A-43C5-A62B-B93D51C6F8E3}" type="pres">
      <dgm:prSet presAssocID="{F675879C-2D04-4D46-9ED6-2B78922FD47B}" presName="hierChild3" presStyleCnt="0"/>
      <dgm:spPr/>
    </dgm:pt>
    <dgm:pt modelId="{D76F7C61-9A53-4F28-8D93-50046D5DE59A}" type="pres">
      <dgm:prSet presAssocID="{14ED6A7F-114D-4529-AC44-8E3873E96A45}" presName="Name19" presStyleLbl="parChTrans1D4" presStyleIdx="3" presStyleCnt="8"/>
      <dgm:spPr/>
    </dgm:pt>
    <dgm:pt modelId="{2A6E4169-D58E-4863-BFAE-AAE2ECA93177}" type="pres">
      <dgm:prSet presAssocID="{7D1F50C2-9AD5-4F2A-BDF7-94815BE23E0E}" presName="Name21" presStyleCnt="0"/>
      <dgm:spPr/>
    </dgm:pt>
    <dgm:pt modelId="{91256EA1-D2CC-4195-AF5C-3585B822FB38}" type="pres">
      <dgm:prSet presAssocID="{7D1F50C2-9AD5-4F2A-BDF7-94815BE23E0E}" presName="level2Shape" presStyleLbl="node4" presStyleIdx="3" presStyleCnt="8"/>
      <dgm:spPr/>
    </dgm:pt>
    <dgm:pt modelId="{12EEF04D-1D81-441F-AA44-38EE04966B4A}" type="pres">
      <dgm:prSet presAssocID="{7D1F50C2-9AD5-4F2A-BDF7-94815BE23E0E}" presName="hierChild3" presStyleCnt="0"/>
      <dgm:spPr/>
    </dgm:pt>
    <dgm:pt modelId="{9AEE7C38-5A8C-4A8E-8672-9FC3E756A855}" type="pres">
      <dgm:prSet presAssocID="{42B10CD3-F5B6-4F12-B10E-C7DBD97EBA59}" presName="Name19" presStyleLbl="parChTrans1D2" presStyleIdx="1" presStyleCnt="2"/>
      <dgm:spPr/>
    </dgm:pt>
    <dgm:pt modelId="{FCA3BE3B-C983-4D8B-A9CB-40ADC1E84DAC}" type="pres">
      <dgm:prSet presAssocID="{E97F3380-FC9D-45CF-8BEF-CF739A38640C}" presName="Name21" presStyleCnt="0"/>
      <dgm:spPr/>
    </dgm:pt>
    <dgm:pt modelId="{D20F2CC7-E51C-4DB5-95ED-61B79D6556AE}" type="pres">
      <dgm:prSet presAssocID="{E97F3380-FC9D-45CF-8BEF-CF739A38640C}" presName="level2Shape" presStyleLbl="node2" presStyleIdx="1" presStyleCnt="2"/>
      <dgm:spPr/>
    </dgm:pt>
    <dgm:pt modelId="{9664FFF4-DD1C-4F33-9ADA-1C48974C4EB4}" type="pres">
      <dgm:prSet presAssocID="{E97F3380-FC9D-45CF-8BEF-CF739A38640C}" presName="hierChild3" presStyleCnt="0"/>
      <dgm:spPr/>
    </dgm:pt>
    <dgm:pt modelId="{56745FBE-1325-4AD0-8912-B181974F4459}" type="pres">
      <dgm:prSet presAssocID="{4AD681AA-AD34-4185-8851-1D73F20E828E}" presName="Name19" presStyleLbl="parChTrans1D3" presStyleIdx="2" presStyleCnt="4"/>
      <dgm:spPr/>
    </dgm:pt>
    <dgm:pt modelId="{9A9BF138-7B7C-4041-8FCD-3D357C3CAC26}" type="pres">
      <dgm:prSet presAssocID="{D7A3BC43-E2BD-4454-9E39-B0EF2434E76F}" presName="Name21" presStyleCnt="0"/>
      <dgm:spPr/>
    </dgm:pt>
    <dgm:pt modelId="{15C3281E-C08A-4343-B96B-B7DC3EAFDBD6}" type="pres">
      <dgm:prSet presAssocID="{D7A3BC43-E2BD-4454-9E39-B0EF2434E76F}" presName="level2Shape" presStyleLbl="node3" presStyleIdx="2" presStyleCnt="4"/>
      <dgm:spPr/>
    </dgm:pt>
    <dgm:pt modelId="{528F998C-2116-4F3F-808D-C40C9E6D5F8A}" type="pres">
      <dgm:prSet presAssocID="{D7A3BC43-E2BD-4454-9E39-B0EF2434E76F}" presName="hierChild3" presStyleCnt="0"/>
      <dgm:spPr/>
    </dgm:pt>
    <dgm:pt modelId="{8E9ADC2B-BBF1-4CB3-B5EC-A12B0253CE7D}" type="pres">
      <dgm:prSet presAssocID="{F7269FA9-32B3-49E9-B268-3D186BB87418}" presName="Name19" presStyleLbl="parChTrans1D4" presStyleIdx="4" presStyleCnt="8"/>
      <dgm:spPr/>
    </dgm:pt>
    <dgm:pt modelId="{68E6BAC1-71B6-411D-991B-56118A6E4380}" type="pres">
      <dgm:prSet presAssocID="{2B898F8F-6F4C-4C0E-94B2-8B92EEFEEC46}" presName="Name21" presStyleCnt="0"/>
      <dgm:spPr/>
    </dgm:pt>
    <dgm:pt modelId="{8311A13A-504E-4085-ABE0-04C4513D460E}" type="pres">
      <dgm:prSet presAssocID="{2B898F8F-6F4C-4C0E-94B2-8B92EEFEEC46}" presName="level2Shape" presStyleLbl="node4" presStyleIdx="4" presStyleCnt="8"/>
      <dgm:spPr/>
    </dgm:pt>
    <dgm:pt modelId="{FF090960-C99A-4C8E-B3DE-F7B864190078}" type="pres">
      <dgm:prSet presAssocID="{2B898F8F-6F4C-4C0E-94B2-8B92EEFEEC46}" presName="hierChild3" presStyleCnt="0"/>
      <dgm:spPr/>
    </dgm:pt>
    <dgm:pt modelId="{7F052B43-231F-47AC-B690-DA18B2CD1841}" type="pres">
      <dgm:prSet presAssocID="{71149FAB-0F83-4E83-8983-E0821DD77159}" presName="Name19" presStyleLbl="parChTrans1D4" presStyleIdx="5" presStyleCnt="8"/>
      <dgm:spPr/>
    </dgm:pt>
    <dgm:pt modelId="{7925B003-78D7-44EF-B6AB-B847C49ED27B}" type="pres">
      <dgm:prSet presAssocID="{7227D0C8-B9C8-495D-A242-26AF48849E6D}" presName="Name21" presStyleCnt="0"/>
      <dgm:spPr/>
    </dgm:pt>
    <dgm:pt modelId="{148E8FFE-8806-442E-ABDD-D788AA5DA365}" type="pres">
      <dgm:prSet presAssocID="{7227D0C8-B9C8-495D-A242-26AF48849E6D}" presName="level2Shape" presStyleLbl="node4" presStyleIdx="5" presStyleCnt="8"/>
      <dgm:spPr/>
    </dgm:pt>
    <dgm:pt modelId="{8B2EB4AF-8AC1-4685-84A5-9428C7CE812F}" type="pres">
      <dgm:prSet presAssocID="{7227D0C8-B9C8-495D-A242-26AF48849E6D}" presName="hierChild3" presStyleCnt="0"/>
      <dgm:spPr/>
    </dgm:pt>
    <dgm:pt modelId="{E6929895-4036-459E-90A0-D495844BFE28}" type="pres">
      <dgm:prSet presAssocID="{22952E67-2A22-4B66-8E7E-F3D9676B0A48}" presName="Name19" presStyleLbl="parChTrans1D3" presStyleIdx="3" presStyleCnt="4"/>
      <dgm:spPr/>
    </dgm:pt>
    <dgm:pt modelId="{4A49EC40-AF1A-4936-9184-4B4E101CE583}" type="pres">
      <dgm:prSet presAssocID="{2FFC2F26-B41C-4893-AFEF-C2861CFC9BBE}" presName="Name21" presStyleCnt="0"/>
      <dgm:spPr/>
    </dgm:pt>
    <dgm:pt modelId="{004E5722-6819-4586-B0E3-85C94C63BE50}" type="pres">
      <dgm:prSet presAssocID="{2FFC2F26-B41C-4893-AFEF-C2861CFC9BBE}" presName="level2Shape" presStyleLbl="node3" presStyleIdx="3" presStyleCnt="4"/>
      <dgm:spPr/>
    </dgm:pt>
    <dgm:pt modelId="{10A69052-77A6-424E-BECD-0EAA18304111}" type="pres">
      <dgm:prSet presAssocID="{2FFC2F26-B41C-4893-AFEF-C2861CFC9BBE}" presName="hierChild3" presStyleCnt="0"/>
      <dgm:spPr/>
    </dgm:pt>
    <dgm:pt modelId="{9A817B87-D314-4F60-9723-37C8937D3B19}" type="pres">
      <dgm:prSet presAssocID="{DFC86199-6516-4466-880B-0C1746B0F44F}" presName="Name19" presStyleLbl="parChTrans1D4" presStyleIdx="6" presStyleCnt="8"/>
      <dgm:spPr/>
    </dgm:pt>
    <dgm:pt modelId="{B5284D30-462C-424E-B7DF-74B283856FFF}" type="pres">
      <dgm:prSet presAssocID="{D66AE454-ACB6-40BC-93C4-E311D8F2F0A0}" presName="Name21" presStyleCnt="0"/>
      <dgm:spPr/>
    </dgm:pt>
    <dgm:pt modelId="{AE4A1CA4-C922-40D8-9549-4D61F04B2E38}" type="pres">
      <dgm:prSet presAssocID="{D66AE454-ACB6-40BC-93C4-E311D8F2F0A0}" presName="level2Shape" presStyleLbl="node4" presStyleIdx="6" presStyleCnt="8"/>
      <dgm:spPr/>
    </dgm:pt>
    <dgm:pt modelId="{C9C3886C-AAE1-4682-9831-017EB1B5C886}" type="pres">
      <dgm:prSet presAssocID="{D66AE454-ACB6-40BC-93C4-E311D8F2F0A0}" presName="hierChild3" presStyleCnt="0"/>
      <dgm:spPr/>
    </dgm:pt>
    <dgm:pt modelId="{DBCB6BF3-7ED6-47D5-8ADD-D4321645A4A7}" type="pres">
      <dgm:prSet presAssocID="{5A091725-2241-4A94-B752-AF2998C365EF}" presName="Name19" presStyleLbl="parChTrans1D4" presStyleIdx="7" presStyleCnt="8"/>
      <dgm:spPr/>
    </dgm:pt>
    <dgm:pt modelId="{B40E881A-54B3-47A9-BB06-A6345B5B2D72}" type="pres">
      <dgm:prSet presAssocID="{7E92D950-63D2-41DC-9741-5510EA44D41C}" presName="Name21" presStyleCnt="0"/>
      <dgm:spPr/>
    </dgm:pt>
    <dgm:pt modelId="{61687883-B449-4540-A130-07B3485B40BA}" type="pres">
      <dgm:prSet presAssocID="{7E92D950-63D2-41DC-9741-5510EA44D41C}" presName="level2Shape" presStyleLbl="node4" presStyleIdx="7" presStyleCnt="8"/>
      <dgm:spPr/>
    </dgm:pt>
    <dgm:pt modelId="{8595CC13-EB66-4809-9ADD-CD15167B8CCD}" type="pres">
      <dgm:prSet presAssocID="{7E92D950-63D2-41DC-9741-5510EA44D41C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6C5A8A1C-85C0-48B6-AA35-928455BAD788}" type="presOf" srcId="{9AAFCB11-FC3E-467D-94EA-94364E2A70ED}" destId="{80F46234-B5B3-46C6-8F6A-D08CD6367FBF}" srcOrd="0" destOrd="0" presId="urn:microsoft.com/office/officeart/2005/8/layout/hierarchy6"/>
    <dgm:cxn modelId="{C268EF21-9340-421F-9266-0D09A096390A}" srcId="{D7A3BC43-E2BD-4454-9E39-B0EF2434E76F}" destId="{2B898F8F-6F4C-4C0E-94B2-8B92EEFEEC46}" srcOrd="0" destOrd="0" parTransId="{F7269FA9-32B3-49E9-B268-3D186BB87418}" sibTransId="{8DF3072D-73FF-47E3-8AE2-09169523AEB1}"/>
    <dgm:cxn modelId="{AE7D9828-5F08-4E71-B301-90DCBE366450}" type="presOf" srcId="{60582AA2-4BE9-4192-84E9-EAEFA1022096}" destId="{5C5451C0-B931-4C95-8459-5A5D01373381}" srcOrd="0" destOrd="0" presId="urn:microsoft.com/office/officeart/2005/8/layout/hierarchy6"/>
    <dgm:cxn modelId="{5E3E832A-0C7D-4F45-9298-F05BF4A9B605}" type="presOf" srcId="{2FFC2F26-B41C-4893-AFEF-C2861CFC9BBE}" destId="{004E5722-6819-4586-B0E3-85C94C63BE50}" srcOrd="0" destOrd="0" presId="urn:microsoft.com/office/officeart/2005/8/layout/hierarchy6"/>
    <dgm:cxn modelId="{7E46242B-556F-4E6D-928D-EDFBD6359D43}" type="presOf" srcId="{2EEFEBC4-B44D-4BA7-BCE6-7293ECC17EAC}" destId="{FAECDF5F-107D-47C8-8B46-908B3B80D0CF}" srcOrd="0" destOrd="0" presId="urn:microsoft.com/office/officeart/2005/8/layout/hierarchy6"/>
    <dgm:cxn modelId="{AEB6A02F-64B3-4DB8-8CDB-AC46C8134DC4}" srcId="{1E9EF1E9-58BC-4449-B488-25BCAA48109E}" destId="{6F5C86F9-DBD9-4AC7-8389-542C0AADFA18}" srcOrd="0" destOrd="0" parTransId="{2EEFEBC4-B44D-4BA7-BCE6-7293ECC17EAC}" sibTransId="{8120C870-AC10-405C-96E0-39CBB1DBCEC0}"/>
    <dgm:cxn modelId="{98C1CE37-0E63-4CD3-8A3A-008258905F79}" type="presOf" srcId="{8A764B70-BB99-4494-84FE-1094FDC89A29}" destId="{E236C2D4-10E1-4BA9-B9D9-91CC14340DCB}" srcOrd="0" destOrd="0" presId="urn:microsoft.com/office/officeart/2005/8/layout/hierarchy6"/>
    <dgm:cxn modelId="{2A430E39-1806-4D53-B24D-9C01EC0C7BB5}" srcId="{9A33076B-A1A9-4D39-8DC5-C81AE16C643B}" destId="{E97F3380-FC9D-45CF-8BEF-CF739A38640C}" srcOrd="1" destOrd="0" parTransId="{42B10CD3-F5B6-4F12-B10E-C7DBD97EBA59}" sibTransId="{D641B75E-E581-4488-9303-A4236EAD0A0A}"/>
    <dgm:cxn modelId="{6D73A839-55F8-468F-872B-2247BAB8336B}" type="presOf" srcId="{2B898F8F-6F4C-4C0E-94B2-8B92EEFEEC46}" destId="{8311A13A-504E-4085-ABE0-04C4513D460E}" srcOrd="0" destOrd="0" presId="urn:microsoft.com/office/officeart/2005/8/layout/hierarchy6"/>
    <dgm:cxn modelId="{3C6DE43B-4598-4E4C-9843-68CD210A9925}" srcId="{6F5C86F9-DBD9-4AC7-8389-542C0AADFA18}" destId="{152D3EC6-7D78-47C0-A093-1A4DFBF4AC57}" srcOrd="0" destOrd="0" parTransId="{FF283220-286A-41D9-B951-964736168034}" sibTransId="{7F03414A-563C-4CAB-95A6-694E8527E46B}"/>
    <dgm:cxn modelId="{C2C5A75F-B541-4230-B6D4-62220FB79598}" type="presOf" srcId="{7E92D950-63D2-41DC-9741-5510EA44D41C}" destId="{61687883-B449-4540-A130-07B3485B40BA}" srcOrd="0" destOrd="0" presId="urn:microsoft.com/office/officeart/2005/8/layout/hierarchy6"/>
    <dgm:cxn modelId="{B4F8B441-D6A7-48B3-97A3-E7E930175FAE}" type="presOf" srcId="{22952E67-2A22-4B66-8E7E-F3D9676B0A48}" destId="{E6929895-4036-459E-90A0-D495844BFE28}" srcOrd="0" destOrd="0" presId="urn:microsoft.com/office/officeart/2005/8/layout/hierarchy6"/>
    <dgm:cxn modelId="{B74B3746-17B5-4B3C-A8C6-D76303FAE049}" type="presOf" srcId="{FF283220-286A-41D9-B951-964736168034}" destId="{0AD6FF5E-A743-473C-A0DB-CDFB0B2321D7}" srcOrd="0" destOrd="0" presId="urn:microsoft.com/office/officeart/2005/8/layout/hierarchy6"/>
    <dgm:cxn modelId="{F883CC68-BFCA-4050-ACA0-C6703E866906}" type="presOf" srcId="{152D3EC6-7D78-47C0-A093-1A4DFBF4AC57}" destId="{02075D74-5DD0-40D3-BA84-F2410E0F94AF}" srcOrd="0" destOrd="0" presId="urn:microsoft.com/office/officeart/2005/8/layout/hierarchy6"/>
    <dgm:cxn modelId="{8D432E4A-BACE-4B46-B964-5968BF261564}" type="presOf" srcId="{DFC86199-6516-4466-880B-0C1746B0F44F}" destId="{9A817B87-D314-4F60-9723-37C8937D3B19}" srcOrd="0" destOrd="0" presId="urn:microsoft.com/office/officeart/2005/8/layout/hierarchy6"/>
    <dgm:cxn modelId="{3B95676D-436D-44E1-87F4-542FA55BB203}" srcId="{25D41D2E-FEC9-444D-B75D-82CC7BEA4B4B}" destId="{9A33076B-A1A9-4D39-8DC5-C81AE16C643B}" srcOrd="0" destOrd="0" parTransId="{E38989C4-1528-4E1B-9FC3-B1A81C711180}" sibTransId="{14596952-9EBD-4A84-977F-E824CD7117CF}"/>
    <dgm:cxn modelId="{436BAB4D-EFF7-4DE8-A58F-7888126E5BBD}" type="presOf" srcId="{71149FAB-0F83-4E83-8983-E0821DD77159}" destId="{7F052B43-231F-47AC-B690-DA18B2CD1841}" srcOrd="0" destOrd="0" presId="urn:microsoft.com/office/officeart/2005/8/layout/hierarchy6"/>
    <dgm:cxn modelId="{18E58772-4350-4CD1-B5EE-EA26BEDB490B}" type="presOf" srcId="{25C3D94B-FF05-477E-9258-9A99E50BE926}" destId="{8D7AA300-FB70-499E-B82C-619DEEF4AFC7}" srcOrd="0" destOrd="0" presId="urn:microsoft.com/office/officeart/2005/8/layout/hierarchy6"/>
    <dgm:cxn modelId="{F9DA6B53-321B-4351-A699-D3447FB7FFC3}" srcId="{6F5C86F9-DBD9-4AC7-8389-542C0AADFA18}" destId="{25C3D94B-FF05-477E-9258-9A99E50BE926}" srcOrd="1" destOrd="0" parTransId="{8A764B70-BB99-4494-84FE-1094FDC89A29}" sibTransId="{BB5C154D-BEA6-4889-BEC2-6CD7F5EBAA1D}"/>
    <dgm:cxn modelId="{C42D8C79-E4B7-4F43-87CC-69C4BA81F3D5}" srcId="{E97F3380-FC9D-45CF-8BEF-CF739A38640C}" destId="{2FFC2F26-B41C-4893-AFEF-C2861CFC9BBE}" srcOrd="1" destOrd="0" parTransId="{22952E67-2A22-4B66-8E7E-F3D9676B0A48}" sibTransId="{096B4189-868E-44F8-AC4B-2013AE7CB329}"/>
    <dgm:cxn modelId="{2FF7B682-ADC2-4FB3-820A-AB2369BF5668}" type="presOf" srcId="{6F5C86F9-DBD9-4AC7-8389-542C0AADFA18}" destId="{84066E57-82B4-41E1-BCB1-94727AF70EDC}" srcOrd="0" destOrd="0" presId="urn:microsoft.com/office/officeart/2005/8/layout/hierarchy6"/>
    <dgm:cxn modelId="{6DF29483-04DD-4539-B5C9-B9C66033B083}" type="presOf" srcId="{14ED6A7F-114D-4529-AC44-8E3873E96A45}" destId="{D76F7C61-9A53-4F28-8D93-50046D5DE59A}" srcOrd="0" destOrd="0" presId="urn:microsoft.com/office/officeart/2005/8/layout/hierarchy6"/>
    <dgm:cxn modelId="{CD625085-1FA2-4DEB-B222-A33B8B9DA711}" type="presOf" srcId="{F7269FA9-32B3-49E9-B268-3D186BB87418}" destId="{8E9ADC2B-BBF1-4CB3-B5EC-A12B0253CE7D}" srcOrd="0" destOrd="0" presId="urn:microsoft.com/office/officeart/2005/8/layout/hierarchy6"/>
    <dgm:cxn modelId="{A3E5C885-97A9-4119-BFBE-A2F1C95BAF55}" type="presOf" srcId="{7227D0C8-B9C8-495D-A242-26AF48849E6D}" destId="{148E8FFE-8806-442E-ABDD-D788AA5DA365}" srcOrd="0" destOrd="0" presId="urn:microsoft.com/office/officeart/2005/8/layout/hierarchy6"/>
    <dgm:cxn modelId="{588C0C87-14C6-4255-BEFA-EF7E27C91049}" type="presOf" srcId="{42B10CD3-F5B6-4F12-B10E-C7DBD97EBA59}" destId="{9AEE7C38-5A8C-4A8E-8672-9FC3E756A855}" srcOrd="0" destOrd="0" presId="urn:microsoft.com/office/officeart/2005/8/layout/hierarchy6"/>
    <dgm:cxn modelId="{6F5F6D88-3685-47B1-9965-9E9AA834D42D}" srcId="{9AAFCB11-FC3E-467D-94EA-94364E2A70ED}" destId="{7D1F50C2-9AD5-4F2A-BDF7-94815BE23E0E}" srcOrd="1" destOrd="0" parTransId="{14ED6A7F-114D-4529-AC44-8E3873E96A45}" sibTransId="{8E37BED4-F2B7-4977-BA56-E6F44843884D}"/>
    <dgm:cxn modelId="{4106A78A-9142-48A0-8236-FFC76002534F}" srcId="{2FFC2F26-B41C-4893-AFEF-C2861CFC9BBE}" destId="{7E92D950-63D2-41DC-9741-5510EA44D41C}" srcOrd="1" destOrd="0" parTransId="{5A091725-2241-4A94-B752-AF2998C365EF}" sibTransId="{922399E7-5DE5-41B9-8B65-2518BA7EA187}"/>
    <dgm:cxn modelId="{71F8219B-27C2-4FE3-BBE4-8EB8F168BD3D}" type="presOf" srcId="{9A33076B-A1A9-4D39-8DC5-C81AE16C643B}" destId="{60FCA7DD-C882-4971-A2FB-582F316C3F56}" srcOrd="0" destOrd="0" presId="urn:microsoft.com/office/officeart/2005/8/layout/hierarchy6"/>
    <dgm:cxn modelId="{09B8049D-C518-4763-B9A3-1529A628A621}" srcId="{D7A3BC43-E2BD-4454-9E39-B0EF2434E76F}" destId="{7227D0C8-B9C8-495D-A242-26AF48849E6D}" srcOrd="1" destOrd="0" parTransId="{71149FAB-0F83-4E83-8983-E0821DD77159}" sibTransId="{0A147F03-429F-4B3D-870B-2229A7C35765}"/>
    <dgm:cxn modelId="{93C7A3A9-7CF6-49D0-8677-A95BEC6A22C6}" type="presOf" srcId="{7D1F50C2-9AD5-4F2A-BDF7-94815BE23E0E}" destId="{91256EA1-D2CC-4195-AF5C-3585B822FB38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0371AAB0-1003-46D1-8395-FEEBAC1BC277}" type="presOf" srcId="{4AD681AA-AD34-4185-8851-1D73F20E828E}" destId="{56745FBE-1325-4AD0-8912-B181974F4459}" srcOrd="0" destOrd="0" presId="urn:microsoft.com/office/officeart/2005/8/layout/hierarchy6"/>
    <dgm:cxn modelId="{6CD3A3C1-6E21-4AFE-BAF3-40DFF43B3A76}" srcId="{9AAFCB11-FC3E-467D-94EA-94364E2A70ED}" destId="{F675879C-2D04-4D46-9ED6-2B78922FD47B}" srcOrd="0" destOrd="0" parTransId="{60582AA2-4BE9-4192-84E9-EAEFA1022096}" sibTransId="{3C9CFC80-25A0-457C-BB62-A1E8006CF616}"/>
    <dgm:cxn modelId="{272A52C4-5D70-4E8F-B26E-F4F1F10EBE0D}" type="presOf" srcId="{D7A3BC43-E2BD-4454-9E39-B0EF2434E76F}" destId="{15C3281E-C08A-4343-B96B-B7DC3EAFDBD6}" srcOrd="0" destOrd="0" presId="urn:microsoft.com/office/officeart/2005/8/layout/hierarchy6"/>
    <dgm:cxn modelId="{8B8BA3C8-EEEA-41E2-8C36-542837F13651}" type="presOf" srcId="{F675879C-2D04-4D46-9ED6-2B78922FD47B}" destId="{E64AB392-ECD7-4876-AC30-91872B2837CD}" srcOrd="0" destOrd="0" presId="urn:microsoft.com/office/officeart/2005/8/layout/hierarchy6"/>
    <dgm:cxn modelId="{BC9386CA-F142-47C4-97B4-E09977284754}" type="presOf" srcId="{5A091725-2241-4A94-B752-AF2998C365EF}" destId="{DBCB6BF3-7ED6-47D5-8ADD-D4321645A4A7}" srcOrd="0" destOrd="0" presId="urn:microsoft.com/office/officeart/2005/8/layout/hierarchy6"/>
    <dgm:cxn modelId="{CBEB64D9-1FF6-4C22-B74F-975FBB40F363}" type="presOf" srcId="{1E9EF1E9-58BC-4449-B488-25BCAA48109E}" destId="{D6DE8666-4D8F-46D3-952F-104FEF9303E3}" srcOrd="0" destOrd="0" presId="urn:microsoft.com/office/officeart/2005/8/layout/hierarchy6"/>
    <dgm:cxn modelId="{4F7E5DE3-A9E0-4A66-9CEF-E91ECFBFC521}" type="presOf" srcId="{D66AE454-ACB6-40BC-93C4-E311D8F2F0A0}" destId="{AE4A1CA4-C922-40D8-9549-4D61F04B2E38}" srcOrd="0" destOrd="0" presId="urn:microsoft.com/office/officeart/2005/8/layout/hierarchy6"/>
    <dgm:cxn modelId="{12AEAAE9-05E6-4FFA-A94C-CEC8BAF8C4A7}" type="presOf" srcId="{07A86B36-2BE8-455A-8127-EC8EFB6800D7}" destId="{99066D90-43D7-4CCC-B02E-AEC73F0B4468}" srcOrd="0" destOrd="0" presId="urn:microsoft.com/office/officeart/2005/8/layout/hierarchy6"/>
    <dgm:cxn modelId="{98E0DAEC-6A3D-47DB-AB10-10259DEF3165}" type="presOf" srcId="{17A80643-F3AD-4400-ABE5-414F6FCF641B}" destId="{618366AF-05DA-4DB0-9203-E2AC5C7B58F9}" srcOrd="0" destOrd="0" presId="urn:microsoft.com/office/officeart/2005/8/layout/hierarchy6"/>
    <dgm:cxn modelId="{6FD74DEF-208B-433B-87C5-55464512E295}" srcId="{2FFC2F26-B41C-4893-AFEF-C2861CFC9BBE}" destId="{D66AE454-ACB6-40BC-93C4-E311D8F2F0A0}" srcOrd="0" destOrd="0" parTransId="{DFC86199-6516-4466-880B-0C1746B0F44F}" sibTransId="{43C25A6F-6B99-4EDE-8907-A77955911EEF}"/>
    <dgm:cxn modelId="{FC0C62F6-BACC-45E6-8FA5-8C28525A6E7B}" srcId="{9A33076B-A1A9-4D39-8DC5-C81AE16C643B}" destId="{1E9EF1E9-58BC-4449-B488-25BCAA48109E}" srcOrd="0" destOrd="0" parTransId="{17A80643-F3AD-4400-ABE5-414F6FCF641B}" sibTransId="{2ACE8275-52BF-468C-9A8B-03655CA0022C}"/>
    <dgm:cxn modelId="{107F69F8-1D8B-4F91-AC77-F9483E69536F}" srcId="{E97F3380-FC9D-45CF-8BEF-CF739A38640C}" destId="{D7A3BC43-E2BD-4454-9E39-B0EF2434E76F}" srcOrd="0" destOrd="0" parTransId="{4AD681AA-AD34-4185-8851-1D73F20E828E}" sibTransId="{936DC02B-D023-4342-B41E-917735F5316E}"/>
    <dgm:cxn modelId="{E03BA2F8-1487-4C9C-9095-FD16DAC01C39}" srcId="{1E9EF1E9-58BC-4449-B488-25BCAA48109E}" destId="{9AAFCB11-FC3E-467D-94EA-94364E2A70ED}" srcOrd="1" destOrd="0" parTransId="{07A86B36-2BE8-455A-8127-EC8EFB6800D7}" sibTransId="{A62356BB-9A37-42E4-B337-F1DCE3E71106}"/>
    <dgm:cxn modelId="{31EDD1F9-5C70-46D0-977A-1C0135328052}" type="presOf" srcId="{E97F3380-FC9D-45CF-8BEF-CF739A38640C}" destId="{D20F2CC7-E51C-4DB5-95ED-61B79D6556AE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EF773ACC-9065-4E7C-BDD8-463B4D0F1402}" type="presParOf" srcId="{3B8E0E52-806F-461B-808A-40A35535EB4C}" destId="{3C423FAA-7BAD-4F55-B689-758CB3C9C140}" srcOrd="0" destOrd="0" presId="urn:microsoft.com/office/officeart/2005/8/layout/hierarchy6"/>
    <dgm:cxn modelId="{FFA4419D-8C69-4188-B986-4A0BBC956EA2}" type="presParOf" srcId="{3C423FAA-7BAD-4F55-B689-758CB3C9C140}" destId="{60FCA7DD-C882-4971-A2FB-582F316C3F56}" srcOrd="0" destOrd="0" presId="urn:microsoft.com/office/officeart/2005/8/layout/hierarchy6"/>
    <dgm:cxn modelId="{FE84755F-3E05-4DA1-8BAC-3691650CE9EB}" type="presParOf" srcId="{3C423FAA-7BAD-4F55-B689-758CB3C9C140}" destId="{0AEAD3B2-973E-4E80-8AFB-5C40E01276AB}" srcOrd="1" destOrd="0" presId="urn:microsoft.com/office/officeart/2005/8/layout/hierarchy6"/>
    <dgm:cxn modelId="{3C009D5D-20A7-4EA1-80F0-09F8A8DA889E}" type="presParOf" srcId="{0AEAD3B2-973E-4E80-8AFB-5C40E01276AB}" destId="{618366AF-05DA-4DB0-9203-E2AC5C7B58F9}" srcOrd="0" destOrd="0" presId="urn:microsoft.com/office/officeart/2005/8/layout/hierarchy6"/>
    <dgm:cxn modelId="{6F1FBA23-DB2D-417B-BC5E-BBDA45EB4A6A}" type="presParOf" srcId="{0AEAD3B2-973E-4E80-8AFB-5C40E01276AB}" destId="{761F889A-96FB-46A4-A279-A0114D2FAFCC}" srcOrd="1" destOrd="0" presId="urn:microsoft.com/office/officeart/2005/8/layout/hierarchy6"/>
    <dgm:cxn modelId="{4EAED967-B9F6-49D3-A869-4B43E473F5F0}" type="presParOf" srcId="{761F889A-96FB-46A4-A279-A0114D2FAFCC}" destId="{D6DE8666-4D8F-46D3-952F-104FEF9303E3}" srcOrd="0" destOrd="0" presId="urn:microsoft.com/office/officeart/2005/8/layout/hierarchy6"/>
    <dgm:cxn modelId="{C23C4780-47D4-42FE-92A6-F444233B6674}" type="presParOf" srcId="{761F889A-96FB-46A4-A279-A0114D2FAFCC}" destId="{F2AE1BB2-9749-4000-A7D4-2780888053CD}" srcOrd="1" destOrd="0" presId="urn:microsoft.com/office/officeart/2005/8/layout/hierarchy6"/>
    <dgm:cxn modelId="{66DFA7CE-7C7A-43FF-AEBE-3C959F57F5F3}" type="presParOf" srcId="{F2AE1BB2-9749-4000-A7D4-2780888053CD}" destId="{FAECDF5F-107D-47C8-8B46-908B3B80D0CF}" srcOrd="0" destOrd="0" presId="urn:microsoft.com/office/officeart/2005/8/layout/hierarchy6"/>
    <dgm:cxn modelId="{A7C4BD28-E7C6-4DBB-B03D-FED561CABF0B}" type="presParOf" srcId="{F2AE1BB2-9749-4000-A7D4-2780888053CD}" destId="{932D60E2-094B-456F-A70E-5AE9394D509E}" srcOrd="1" destOrd="0" presId="urn:microsoft.com/office/officeart/2005/8/layout/hierarchy6"/>
    <dgm:cxn modelId="{F4FD689E-CE68-4169-B9B7-14E24677BBD6}" type="presParOf" srcId="{932D60E2-094B-456F-A70E-5AE9394D509E}" destId="{84066E57-82B4-41E1-BCB1-94727AF70EDC}" srcOrd="0" destOrd="0" presId="urn:microsoft.com/office/officeart/2005/8/layout/hierarchy6"/>
    <dgm:cxn modelId="{2B45BD28-BD16-4E0C-A4C5-EEF903682820}" type="presParOf" srcId="{932D60E2-094B-456F-A70E-5AE9394D509E}" destId="{D651BB7B-77C4-43EF-9A2B-224C21BE0809}" srcOrd="1" destOrd="0" presId="urn:microsoft.com/office/officeart/2005/8/layout/hierarchy6"/>
    <dgm:cxn modelId="{254A70BB-66B3-4F9B-AC4C-C3A7C255E8A5}" type="presParOf" srcId="{D651BB7B-77C4-43EF-9A2B-224C21BE0809}" destId="{0AD6FF5E-A743-473C-A0DB-CDFB0B2321D7}" srcOrd="0" destOrd="0" presId="urn:microsoft.com/office/officeart/2005/8/layout/hierarchy6"/>
    <dgm:cxn modelId="{5736E32A-AF23-47C2-9BA4-410CCB29ADFB}" type="presParOf" srcId="{D651BB7B-77C4-43EF-9A2B-224C21BE0809}" destId="{57F339E6-AECF-4E3E-803B-333C9F7CE195}" srcOrd="1" destOrd="0" presId="urn:microsoft.com/office/officeart/2005/8/layout/hierarchy6"/>
    <dgm:cxn modelId="{2F22917A-3870-4DB6-9E26-8E419B3E5099}" type="presParOf" srcId="{57F339E6-AECF-4E3E-803B-333C9F7CE195}" destId="{02075D74-5DD0-40D3-BA84-F2410E0F94AF}" srcOrd="0" destOrd="0" presId="urn:microsoft.com/office/officeart/2005/8/layout/hierarchy6"/>
    <dgm:cxn modelId="{F13D59FD-FD5D-4982-B6DF-48DAA7B3D2A8}" type="presParOf" srcId="{57F339E6-AECF-4E3E-803B-333C9F7CE195}" destId="{846FBB8C-7486-4D61-8E76-2212D859013C}" srcOrd="1" destOrd="0" presId="urn:microsoft.com/office/officeart/2005/8/layout/hierarchy6"/>
    <dgm:cxn modelId="{86885472-6DC0-4AF3-8EFD-7B3C444C3B33}" type="presParOf" srcId="{D651BB7B-77C4-43EF-9A2B-224C21BE0809}" destId="{E236C2D4-10E1-4BA9-B9D9-91CC14340DCB}" srcOrd="2" destOrd="0" presId="urn:microsoft.com/office/officeart/2005/8/layout/hierarchy6"/>
    <dgm:cxn modelId="{52F62F79-7F6C-4CDE-B659-28648D2D0522}" type="presParOf" srcId="{D651BB7B-77C4-43EF-9A2B-224C21BE0809}" destId="{9695997C-18EE-44CC-BC97-4757B0310D9C}" srcOrd="3" destOrd="0" presId="urn:microsoft.com/office/officeart/2005/8/layout/hierarchy6"/>
    <dgm:cxn modelId="{513602D3-B604-4AC8-B389-C858CB512C18}" type="presParOf" srcId="{9695997C-18EE-44CC-BC97-4757B0310D9C}" destId="{8D7AA300-FB70-499E-B82C-619DEEF4AFC7}" srcOrd="0" destOrd="0" presId="urn:microsoft.com/office/officeart/2005/8/layout/hierarchy6"/>
    <dgm:cxn modelId="{0B291384-029B-41EE-843F-6F04682E084E}" type="presParOf" srcId="{9695997C-18EE-44CC-BC97-4757B0310D9C}" destId="{74B6C873-99B3-4C54-BF5C-92CE7B86386C}" srcOrd="1" destOrd="0" presId="urn:microsoft.com/office/officeart/2005/8/layout/hierarchy6"/>
    <dgm:cxn modelId="{E29D6690-B5B2-40B5-A1C4-26D8FF5F5228}" type="presParOf" srcId="{F2AE1BB2-9749-4000-A7D4-2780888053CD}" destId="{99066D90-43D7-4CCC-B02E-AEC73F0B4468}" srcOrd="2" destOrd="0" presId="urn:microsoft.com/office/officeart/2005/8/layout/hierarchy6"/>
    <dgm:cxn modelId="{B17C67B3-65BE-47F1-825F-E90ECD504F83}" type="presParOf" srcId="{F2AE1BB2-9749-4000-A7D4-2780888053CD}" destId="{EAFD34AF-B6F2-417D-9EEE-10CD39A9B9D0}" srcOrd="3" destOrd="0" presId="urn:microsoft.com/office/officeart/2005/8/layout/hierarchy6"/>
    <dgm:cxn modelId="{1033B736-E4EC-4E79-9883-A6F4C0C6D1D1}" type="presParOf" srcId="{EAFD34AF-B6F2-417D-9EEE-10CD39A9B9D0}" destId="{80F46234-B5B3-46C6-8F6A-D08CD6367FBF}" srcOrd="0" destOrd="0" presId="urn:microsoft.com/office/officeart/2005/8/layout/hierarchy6"/>
    <dgm:cxn modelId="{32D8D903-6C5A-431B-AEBA-F4A411DA42FA}" type="presParOf" srcId="{EAFD34AF-B6F2-417D-9EEE-10CD39A9B9D0}" destId="{D2E3A3BD-30EA-4DDF-8381-629754AEE754}" srcOrd="1" destOrd="0" presId="urn:microsoft.com/office/officeart/2005/8/layout/hierarchy6"/>
    <dgm:cxn modelId="{D1A63929-C676-4740-AFB5-7D1FF13DE783}" type="presParOf" srcId="{D2E3A3BD-30EA-4DDF-8381-629754AEE754}" destId="{5C5451C0-B931-4C95-8459-5A5D01373381}" srcOrd="0" destOrd="0" presId="urn:microsoft.com/office/officeart/2005/8/layout/hierarchy6"/>
    <dgm:cxn modelId="{58FEDD68-3C55-427B-964B-2EF7022D7CA9}" type="presParOf" srcId="{D2E3A3BD-30EA-4DDF-8381-629754AEE754}" destId="{B1E08C41-A8DA-4A35-A9F8-5F2BA371D22E}" srcOrd="1" destOrd="0" presId="urn:microsoft.com/office/officeart/2005/8/layout/hierarchy6"/>
    <dgm:cxn modelId="{04EF5C2D-3685-4EA7-97FA-D34A22AB4DFA}" type="presParOf" srcId="{B1E08C41-A8DA-4A35-A9F8-5F2BA371D22E}" destId="{E64AB392-ECD7-4876-AC30-91872B2837CD}" srcOrd="0" destOrd="0" presId="urn:microsoft.com/office/officeart/2005/8/layout/hierarchy6"/>
    <dgm:cxn modelId="{5907CEF8-E15E-4D6B-8E0F-A281F1768C82}" type="presParOf" srcId="{B1E08C41-A8DA-4A35-A9F8-5F2BA371D22E}" destId="{43D3F7EE-5D4A-43C5-A62B-B93D51C6F8E3}" srcOrd="1" destOrd="0" presId="urn:microsoft.com/office/officeart/2005/8/layout/hierarchy6"/>
    <dgm:cxn modelId="{CFDA2EF9-2CC3-4BBA-A1AF-55994366C32B}" type="presParOf" srcId="{D2E3A3BD-30EA-4DDF-8381-629754AEE754}" destId="{D76F7C61-9A53-4F28-8D93-50046D5DE59A}" srcOrd="2" destOrd="0" presId="urn:microsoft.com/office/officeart/2005/8/layout/hierarchy6"/>
    <dgm:cxn modelId="{5B913E74-A769-44AF-A1FA-F799CBAAB7A5}" type="presParOf" srcId="{D2E3A3BD-30EA-4DDF-8381-629754AEE754}" destId="{2A6E4169-D58E-4863-BFAE-AAE2ECA93177}" srcOrd="3" destOrd="0" presId="urn:microsoft.com/office/officeart/2005/8/layout/hierarchy6"/>
    <dgm:cxn modelId="{97C965A3-6DF7-4089-8282-9F818981F73A}" type="presParOf" srcId="{2A6E4169-D58E-4863-BFAE-AAE2ECA93177}" destId="{91256EA1-D2CC-4195-AF5C-3585B822FB38}" srcOrd="0" destOrd="0" presId="urn:microsoft.com/office/officeart/2005/8/layout/hierarchy6"/>
    <dgm:cxn modelId="{E49A827B-B6F1-4244-BFB7-DD2609FDAB90}" type="presParOf" srcId="{2A6E4169-D58E-4863-BFAE-AAE2ECA93177}" destId="{12EEF04D-1D81-441F-AA44-38EE04966B4A}" srcOrd="1" destOrd="0" presId="urn:microsoft.com/office/officeart/2005/8/layout/hierarchy6"/>
    <dgm:cxn modelId="{7CDC4C6E-11F4-4A99-B1BD-D29A58BDE1CA}" type="presParOf" srcId="{0AEAD3B2-973E-4E80-8AFB-5C40E01276AB}" destId="{9AEE7C38-5A8C-4A8E-8672-9FC3E756A855}" srcOrd="2" destOrd="0" presId="urn:microsoft.com/office/officeart/2005/8/layout/hierarchy6"/>
    <dgm:cxn modelId="{7554C4E1-B897-47F2-95C8-C76C86763C30}" type="presParOf" srcId="{0AEAD3B2-973E-4E80-8AFB-5C40E01276AB}" destId="{FCA3BE3B-C983-4D8B-A9CB-40ADC1E84DAC}" srcOrd="3" destOrd="0" presId="urn:microsoft.com/office/officeart/2005/8/layout/hierarchy6"/>
    <dgm:cxn modelId="{CD9E3A97-451F-4FFD-B5E1-659EAA1190EF}" type="presParOf" srcId="{FCA3BE3B-C983-4D8B-A9CB-40ADC1E84DAC}" destId="{D20F2CC7-E51C-4DB5-95ED-61B79D6556AE}" srcOrd="0" destOrd="0" presId="urn:microsoft.com/office/officeart/2005/8/layout/hierarchy6"/>
    <dgm:cxn modelId="{3DF5857D-D0B7-4BEA-8321-C29992ECF675}" type="presParOf" srcId="{FCA3BE3B-C983-4D8B-A9CB-40ADC1E84DAC}" destId="{9664FFF4-DD1C-4F33-9ADA-1C48974C4EB4}" srcOrd="1" destOrd="0" presId="urn:microsoft.com/office/officeart/2005/8/layout/hierarchy6"/>
    <dgm:cxn modelId="{FB55976D-3BA5-4308-8E15-851D505DDDD2}" type="presParOf" srcId="{9664FFF4-DD1C-4F33-9ADA-1C48974C4EB4}" destId="{56745FBE-1325-4AD0-8912-B181974F4459}" srcOrd="0" destOrd="0" presId="urn:microsoft.com/office/officeart/2005/8/layout/hierarchy6"/>
    <dgm:cxn modelId="{E202C512-E456-4593-A12F-FF826AFFB424}" type="presParOf" srcId="{9664FFF4-DD1C-4F33-9ADA-1C48974C4EB4}" destId="{9A9BF138-7B7C-4041-8FCD-3D357C3CAC26}" srcOrd="1" destOrd="0" presId="urn:microsoft.com/office/officeart/2005/8/layout/hierarchy6"/>
    <dgm:cxn modelId="{F46ABB36-FD09-49FB-A7E6-4CB8B02A538B}" type="presParOf" srcId="{9A9BF138-7B7C-4041-8FCD-3D357C3CAC26}" destId="{15C3281E-C08A-4343-B96B-B7DC3EAFDBD6}" srcOrd="0" destOrd="0" presId="urn:microsoft.com/office/officeart/2005/8/layout/hierarchy6"/>
    <dgm:cxn modelId="{7AA252CB-C858-4400-B002-6A334496130C}" type="presParOf" srcId="{9A9BF138-7B7C-4041-8FCD-3D357C3CAC26}" destId="{528F998C-2116-4F3F-808D-C40C9E6D5F8A}" srcOrd="1" destOrd="0" presId="urn:microsoft.com/office/officeart/2005/8/layout/hierarchy6"/>
    <dgm:cxn modelId="{393C64B3-EE3C-4533-9DCB-37A616448DD7}" type="presParOf" srcId="{528F998C-2116-4F3F-808D-C40C9E6D5F8A}" destId="{8E9ADC2B-BBF1-4CB3-B5EC-A12B0253CE7D}" srcOrd="0" destOrd="0" presId="urn:microsoft.com/office/officeart/2005/8/layout/hierarchy6"/>
    <dgm:cxn modelId="{8F95F0F3-DB90-4149-84F6-A4A6A5FC8A6F}" type="presParOf" srcId="{528F998C-2116-4F3F-808D-C40C9E6D5F8A}" destId="{68E6BAC1-71B6-411D-991B-56118A6E4380}" srcOrd="1" destOrd="0" presId="urn:microsoft.com/office/officeart/2005/8/layout/hierarchy6"/>
    <dgm:cxn modelId="{B2A5136B-1B40-405C-A6A4-182976AD70A7}" type="presParOf" srcId="{68E6BAC1-71B6-411D-991B-56118A6E4380}" destId="{8311A13A-504E-4085-ABE0-04C4513D460E}" srcOrd="0" destOrd="0" presId="urn:microsoft.com/office/officeart/2005/8/layout/hierarchy6"/>
    <dgm:cxn modelId="{111657A4-39C7-44B2-8A91-AD53A6EC615F}" type="presParOf" srcId="{68E6BAC1-71B6-411D-991B-56118A6E4380}" destId="{FF090960-C99A-4C8E-B3DE-F7B864190078}" srcOrd="1" destOrd="0" presId="urn:microsoft.com/office/officeart/2005/8/layout/hierarchy6"/>
    <dgm:cxn modelId="{C279608C-BF5C-4814-8BE0-41DDD3CD0335}" type="presParOf" srcId="{528F998C-2116-4F3F-808D-C40C9E6D5F8A}" destId="{7F052B43-231F-47AC-B690-DA18B2CD1841}" srcOrd="2" destOrd="0" presId="urn:microsoft.com/office/officeart/2005/8/layout/hierarchy6"/>
    <dgm:cxn modelId="{C81D5710-6059-4775-BC32-D52A99B1497D}" type="presParOf" srcId="{528F998C-2116-4F3F-808D-C40C9E6D5F8A}" destId="{7925B003-78D7-44EF-B6AB-B847C49ED27B}" srcOrd="3" destOrd="0" presId="urn:microsoft.com/office/officeart/2005/8/layout/hierarchy6"/>
    <dgm:cxn modelId="{632D8C04-273E-4B21-862D-14197A08033F}" type="presParOf" srcId="{7925B003-78D7-44EF-B6AB-B847C49ED27B}" destId="{148E8FFE-8806-442E-ABDD-D788AA5DA365}" srcOrd="0" destOrd="0" presId="urn:microsoft.com/office/officeart/2005/8/layout/hierarchy6"/>
    <dgm:cxn modelId="{5FA096C4-9019-4F4C-B51F-4D89B1D956A2}" type="presParOf" srcId="{7925B003-78D7-44EF-B6AB-B847C49ED27B}" destId="{8B2EB4AF-8AC1-4685-84A5-9428C7CE812F}" srcOrd="1" destOrd="0" presId="urn:microsoft.com/office/officeart/2005/8/layout/hierarchy6"/>
    <dgm:cxn modelId="{736BEA8A-FA4F-4511-A903-3970B5E2663C}" type="presParOf" srcId="{9664FFF4-DD1C-4F33-9ADA-1C48974C4EB4}" destId="{E6929895-4036-459E-90A0-D495844BFE28}" srcOrd="2" destOrd="0" presId="urn:microsoft.com/office/officeart/2005/8/layout/hierarchy6"/>
    <dgm:cxn modelId="{28857921-7822-4556-AC3B-E208B2C9FD0A}" type="presParOf" srcId="{9664FFF4-DD1C-4F33-9ADA-1C48974C4EB4}" destId="{4A49EC40-AF1A-4936-9184-4B4E101CE583}" srcOrd="3" destOrd="0" presId="urn:microsoft.com/office/officeart/2005/8/layout/hierarchy6"/>
    <dgm:cxn modelId="{525221BA-8FE7-469E-8874-D97621AD0F25}" type="presParOf" srcId="{4A49EC40-AF1A-4936-9184-4B4E101CE583}" destId="{004E5722-6819-4586-B0E3-85C94C63BE50}" srcOrd="0" destOrd="0" presId="urn:microsoft.com/office/officeart/2005/8/layout/hierarchy6"/>
    <dgm:cxn modelId="{A1D4A3F4-63AF-4D3A-A59C-2E0ACD9E0F67}" type="presParOf" srcId="{4A49EC40-AF1A-4936-9184-4B4E101CE583}" destId="{10A69052-77A6-424E-BECD-0EAA18304111}" srcOrd="1" destOrd="0" presId="urn:microsoft.com/office/officeart/2005/8/layout/hierarchy6"/>
    <dgm:cxn modelId="{E6716312-B83D-4C7A-8B37-F89303C006CF}" type="presParOf" srcId="{10A69052-77A6-424E-BECD-0EAA18304111}" destId="{9A817B87-D314-4F60-9723-37C8937D3B19}" srcOrd="0" destOrd="0" presId="urn:microsoft.com/office/officeart/2005/8/layout/hierarchy6"/>
    <dgm:cxn modelId="{6B0F48C6-2EDF-4A12-A83A-1C0FEF5CAC63}" type="presParOf" srcId="{10A69052-77A6-424E-BECD-0EAA18304111}" destId="{B5284D30-462C-424E-B7DF-74B283856FFF}" srcOrd="1" destOrd="0" presId="urn:microsoft.com/office/officeart/2005/8/layout/hierarchy6"/>
    <dgm:cxn modelId="{DCF7E4B7-4785-4951-A2A6-1C0236A499F8}" type="presParOf" srcId="{B5284D30-462C-424E-B7DF-74B283856FFF}" destId="{AE4A1CA4-C922-40D8-9549-4D61F04B2E38}" srcOrd="0" destOrd="0" presId="urn:microsoft.com/office/officeart/2005/8/layout/hierarchy6"/>
    <dgm:cxn modelId="{245A4FF3-D511-4BE6-926F-B2919B0E874A}" type="presParOf" srcId="{B5284D30-462C-424E-B7DF-74B283856FFF}" destId="{C9C3886C-AAE1-4682-9831-017EB1B5C886}" srcOrd="1" destOrd="0" presId="urn:microsoft.com/office/officeart/2005/8/layout/hierarchy6"/>
    <dgm:cxn modelId="{309C1781-76CD-4211-B368-F5BE454500BF}" type="presParOf" srcId="{10A69052-77A6-424E-BECD-0EAA18304111}" destId="{DBCB6BF3-7ED6-47D5-8ADD-D4321645A4A7}" srcOrd="2" destOrd="0" presId="urn:microsoft.com/office/officeart/2005/8/layout/hierarchy6"/>
    <dgm:cxn modelId="{134B6F2F-A505-4877-B33B-A263B407B8DA}" type="presParOf" srcId="{10A69052-77A6-424E-BECD-0EAA18304111}" destId="{B40E881A-54B3-47A9-BB06-A6345B5B2D72}" srcOrd="3" destOrd="0" presId="urn:microsoft.com/office/officeart/2005/8/layout/hierarchy6"/>
    <dgm:cxn modelId="{812BED3F-E7B7-4973-B9A8-1429CC4144D9}" type="presParOf" srcId="{B40E881A-54B3-47A9-BB06-A6345B5B2D72}" destId="{61687883-B449-4540-A130-07B3485B40BA}" srcOrd="0" destOrd="0" presId="urn:microsoft.com/office/officeart/2005/8/layout/hierarchy6"/>
    <dgm:cxn modelId="{F80412E6-343C-4CA3-B64B-0F1D58C1FCB4}" type="presParOf" srcId="{B40E881A-54B3-47A9-BB06-A6345B5B2D72}" destId="{8595CC13-EB66-4809-9ADD-CD15167B8CCD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E9EF1E9-58BC-4449-B488-25BCAA48109E}">
      <dgm:prSet phldrT="[Text]"/>
      <dgm:spPr/>
      <dgm:t>
        <a:bodyPr/>
        <a:lstStyle/>
        <a:p>
          <a:endParaRPr lang="en-US" dirty="0"/>
        </a:p>
      </dgm:t>
    </dgm:pt>
    <dgm:pt modelId="{17A80643-F3AD-4400-ABE5-414F6FCF641B}" type="parTrans" cxnId="{FC0C62F6-BACC-45E6-8FA5-8C28525A6E7B}">
      <dgm:prSet/>
      <dgm:spPr/>
      <dgm:t>
        <a:bodyPr/>
        <a:lstStyle/>
        <a:p>
          <a:endParaRPr lang="en-US"/>
        </a:p>
      </dgm:t>
    </dgm:pt>
    <dgm:pt modelId="{2ACE8275-52BF-468C-9A8B-03655CA0022C}" type="sibTrans" cxnId="{FC0C62F6-BACC-45E6-8FA5-8C28525A6E7B}">
      <dgm:prSet/>
      <dgm:spPr/>
      <dgm:t>
        <a:bodyPr/>
        <a:lstStyle/>
        <a:p>
          <a:endParaRPr lang="en-US"/>
        </a:p>
      </dgm:t>
    </dgm:pt>
    <dgm:pt modelId="{152D3EC6-7D78-47C0-A093-1A4DFBF4AC57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FF283220-286A-41D9-B951-964736168034}" type="parTrans" cxnId="{3C6DE43B-4598-4E4C-9843-68CD210A9925}">
      <dgm:prSet/>
      <dgm:spPr/>
      <dgm:t>
        <a:bodyPr/>
        <a:lstStyle/>
        <a:p>
          <a:endParaRPr lang="en-US"/>
        </a:p>
      </dgm:t>
    </dgm:pt>
    <dgm:pt modelId="{7F03414A-563C-4CAB-95A6-694E8527E46B}" type="sibTrans" cxnId="{3C6DE43B-4598-4E4C-9843-68CD210A9925}">
      <dgm:prSet/>
      <dgm:spPr/>
      <dgm:t>
        <a:bodyPr/>
        <a:lstStyle/>
        <a:p>
          <a:endParaRPr lang="en-US"/>
        </a:p>
      </dgm:t>
    </dgm:pt>
    <dgm:pt modelId="{25C3D94B-FF05-477E-9258-9A99E50BE926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8A764B70-BB99-4494-84FE-1094FDC89A29}" type="parTrans" cxnId="{F9DA6B53-321B-4351-A699-D3447FB7FFC3}">
      <dgm:prSet/>
      <dgm:spPr/>
      <dgm:t>
        <a:bodyPr/>
        <a:lstStyle/>
        <a:p>
          <a:endParaRPr lang="en-US"/>
        </a:p>
      </dgm:t>
    </dgm:pt>
    <dgm:pt modelId="{BB5C154D-BEA6-4889-BEC2-6CD7F5EBAA1D}" type="sibTrans" cxnId="{F9DA6B53-321B-4351-A699-D3447FB7FFC3}">
      <dgm:prSet/>
      <dgm:spPr/>
      <dgm:t>
        <a:bodyPr/>
        <a:lstStyle/>
        <a:p>
          <a:endParaRPr lang="en-US"/>
        </a:p>
      </dgm:t>
    </dgm:pt>
    <dgm:pt modelId="{F675879C-2D04-4D46-9ED6-2B78922FD47B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5144</a:t>
          </a:r>
        </a:p>
      </dgm:t>
    </dgm:pt>
    <dgm:pt modelId="{60582AA2-4BE9-4192-84E9-EAEFA1022096}" type="parTrans" cxnId="{6CD3A3C1-6E21-4AFE-BAF3-40DFF43B3A76}">
      <dgm:prSet/>
      <dgm:spPr/>
      <dgm:t>
        <a:bodyPr/>
        <a:lstStyle/>
        <a:p>
          <a:endParaRPr lang="en-US"/>
        </a:p>
      </dgm:t>
    </dgm:pt>
    <dgm:pt modelId="{3C9CFC80-25A0-457C-BB62-A1E8006CF616}" type="sibTrans" cxnId="{6CD3A3C1-6E21-4AFE-BAF3-40DFF43B3A76}">
      <dgm:prSet/>
      <dgm:spPr/>
      <dgm:t>
        <a:bodyPr/>
        <a:lstStyle/>
        <a:p>
          <a:endParaRPr lang="en-US"/>
        </a:p>
      </dgm:t>
    </dgm:pt>
    <dgm:pt modelId="{7D1F50C2-9AD5-4F2A-BDF7-94815BE23E0E}">
      <dgm:prSet phldrT="[Text]"/>
      <dgm:spPr>
        <a:noFill/>
      </dgm:spPr>
      <dgm:t>
        <a:bodyPr/>
        <a:lstStyle/>
        <a:p>
          <a:r>
            <a:rPr lang="en-US" dirty="0"/>
            <a:t>5073</a:t>
          </a:r>
        </a:p>
      </dgm:t>
    </dgm:pt>
    <dgm:pt modelId="{14ED6A7F-114D-4529-AC44-8E3873E96A45}" type="parTrans" cxnId="{6F5F6D88-3685-47B1-9965-9E9AA834D42D}">
      <dgm:prSet/>
      <dgm:spPr/>
      <dgm:t>
        <a:bodyPr/>
        <a:lstStyle/>
        <a:p>
          <a:endParaRPr lang="en-US"/>
        </a:p>
      </dgm:t>
    </dgm:pt>
    <dgm:pt modelId="{8E37BED4-F2B7-4977-BA56-E6F44843884D}" type="sibTrans" cxnId="{6F5F6D88-3685-47B1-9965-9E9AA834D42D}">
      <dgm:prSet/>
      <dgm:spPr/>
      <dgm:t>
        <a:bodyPr/>
        <a:lstStyle/>
        <a:p>
          <a:endParaRPr lang="en-US"/>
        </a:p>
      </dgm:t>
    </dgm:pt>
    <dgm:pt modelId="{2B898F8F-6F4C-4C0E-94B2-8B92EEFEEC46}">
      <dgm:prSet phldrT="[Text]"/>
      <dgm:spPr>
        <a:noFill/>
      </dgm:spPr>
      <dgm:t>
        <a:bodyPr/>
        <a:lstStyle/>
        <a:p>
          <a:r>
            <a:rPr lang="en-US" dirty="0"/>
            <a:t>3826</a:t>
          </a:r>
        </a:p>
      </dgm:t>
    </dgm:pt>
    <dgm:pt modelId="{F7269FA9-32B3-49E9-B268-3D186BB87418}" type="parTrans" cxnId="{C268EF21-9340-421F-9266-0D09A096390A}">
      <dgm:prSet/>
      <dgm:spPr/>
      <dgm:t>
        <a:bodyPr/>
        <a:lstStyle/>
        <a:p>
          <a:endParaRPr lang="en-US"/>
        </a:p>
      </dgm:t>
    </dgm:pt>
    <dgm:pt modelId="{8DF3072D-73FF-47E3-8AE2-09169523AEB1}" type="sibTrans" cxnId="{C268EF21-9340-421F-9266-0D09A096390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227D0C8-B9C8-495D-A242-26AF48849E6D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7227D0C8-B9C8-495D-A242-26AF48849E6D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71149FAB-0F83-4E83-8983-E0821DD77159}" type="parTrans" cxnId="{09B8049D-C518-4763-B9A3-1529A628A621}">
      <dgm:prSet/>
      <dgm:spPr/>
      <dgm:t>
        <a:bodyPr/>
        <a:lstStyle/>
        <a:p>
          <a:endParaRPr lang="en-US"/>
        </a:p>
      </dgm:t>
    </dgm:pt>
    <dgm:pt modelId="{0A147F03-429F-4B3D-870B-2229A7C35765}" type="sibTrans" cxnId="{09B8049D-C518-4763-B9A3-1529A628A62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66AE454-ACB6-40BC-93C4-E311D8F2F0A0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D66AE454-ACB6-40BC-93C4-E311D8F2F0A0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DFC86199-6516-4466-880B-0C1746B0F44F}" type="parTrans" cxnId="{6FD74DEF-208B-433B-87C5-55464512E295}">
      <dgm:prSet/>
      <dgm:spPr/>
      <dgm:t>
        <a:bodyPr/>
        <a:lstStyle/>
        <a:p>
          <a:endParaRPr lang="en-US"/>
        </a:p>
      </dgm:t>
    </dgm:pt>
    <dgm:pt modelId="{43C25A6F-6B99-4EDE-8907-A77955911EEF}" type="sibTrans" cxnId="{6FD74DEF-208B-433B-87C5-55464512E29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E92D950-63D2-41DC-9741-5510EA44D41C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7E92D950-63D2-41DC-9741-5510EA44D41C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5A091725-2241-4A94-B752-AF2998C365EF}" type="parTrans" cxnId="{4106A78A-9142-48A0-8236-FFC76002534F}">
      <dgm:prSet/>
      <dgm:spPr/>
      <dgm:t>
        <a:bodyPr/>
        <a:lstStyle/>
        <a:p>
          <a:endParaRPr lang="en-US"/>
        </a:p>
      </dgm:t>
    </dgm:pt>
    <dgm:pt modelId="{922399E7-5DE5-41B9-8B65-2518BA7EA187}" type="sibTrans" cxnId="{4106A78A-9142-48A0-8236-FFC76002534F}">
      <dgm:prSet/>
      <dgm:spPr/>
      <dgm:t>
        <a:bodyPr/>
        <a:lstStyle/>
        <a:p>
          <a:endParaRPr lang="en-US"/>
        </a:p>
      </dgm:t>
    </dgm:pt>
    <dgm:pt modelId="{2FFC2F26-B41C-4893-AFEF-C2861CFC9BBE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22952E67-2A22-4B66-8E7E-F3D9676B0A48}" type="parTrans" cxnId="{C42D8C79-E4B7-4F43-87CC-69C4BA81F3D5}">
      <dgm:prSet/>
      <dgm:spPr/>
      <dgm:t>
        <a:bodyPr/>
        <a:lstStyle/>
        <a:p>
          <a:endParaRPr lang="en-US"/>
        </a:p>
      </dgm:t>
    </dgm:pt>
    <dgm:pt modelId="{096B4189-868E-44F8-AC4B-2013AE7CB329}" type="sibTrans" cxnId="{C42D8C79-E4B7-4F43-87CC-69C4BA81F3D5}">
      <dgm:prSet/>
      <dgm:spPr/>
      <dgm:t>
        <a:bodyPr/>
        <a:lstStyle/>
        <a:p>
          <a:endParaRPr lang="en-US"/>
        </a:p>
      </dgm:t>
    </dgm:pt>
    <dgm:pt modelId="{D7A3BC43-E2BD-4454-9E39-B0EF2434E76F}">
      <dgm:prSet phldrT="[Text]"/>
      <dgm:spPr>
        <a:noFill/>
      </dgm:spPr>
      <dgm:t>
        <a:bodyPr/>
        <a:lstStyle/>
        <a:p>
          <a:r>
            <a:rPr lang="en-US" dirty="0"/>
            <a:t>4910</a:t>
          </a:r>
        </a:p>
      </dgm:t>
    </dgm:pt>
    <dgm:pt modelId="{4AD681AA-AD34-4185-8851-1D73F20E828E}" type="parTrans" cxnId="{107F69F8-1D8B-4F91-AC77-F9483E69536F}">
      <dgm:prSet/>
      <dgm:spPr/>
      <dgm:t>
        <a:bodyPr/>
        <a:lstStyle/>
        <a:p>
          <a:endParaRPr lang="en-US"/>
        </a:p>
      </dgm:t>
    </dgm:pt>
    <dgm:pt modelId="{936DC02B-D023-4342-B41E-917735F5316E}" type="sibTrans" cxnId="{107F69F8-1D8B-4F91-AC77-F9483E69536F}">
      <dgm:prSet/>
      <dgm:spPr/>
      <dgm:t>
        <a:bodyPr/>
        <a:lstStyle/>
        <a:p>
          <a:endParaRPr lang="en-US"/>
        </a:p>
      </dgm:t>
    </dgm:pt>
    <dgm:pt modelId="{6F5C86F9-DBD9-4AC7-8389-542C0AADFA18}">
      <dgm:prSet phldrT="[Text]"/>
      <dgm:spPr/>
      <dgm:t>
        <a:bodyPr/>
        <a:lstStyle/>
        <a:p>
          <a:endParaRPr lang="en-US" dirty="0"/>
        </a:p>
      </dgm:t>
    </dgm:pt>
    <dgm:pt modelId="{2EEFEBC4-B44D-4BA7-BCE6-7293ECC17EAC}" type="parTrans" cxnId="{AEB6A02F-64B3-4DB8-8CDB-AC46C8134DC4}">
      <dgm:prSet/>
      <dgm:spPr/>
      <dgm:t>
        <a:bodyPr/>
        <a:lstStyle/>
        <a:p>
          <a:endParaRPr lang="en-US"/>
        </a:p>
      </dgm:t>
    </dgm:pt>
    <dgm:pt modelId="{8120C870-AC10-405C-96E0-39CBB1DBCEC0}" type="sibTrans" cxnId="{AEB6A02F-64B3-4DB8-8CDB-AC46C8134DC4}">
      <dgm:prSet/>
      <dgm:spPr/>
      <dgm:t>
        <a:bodyPr/>
        <a:lstStyle/>
        <a:p>
          <a:endParaRPr lang="en-US"/>
        </a:p>
      </dgm:t>
    </dgm:pt>
    <dgm:pt modelId="{9AAFCB11-FC3E-467D-94EA-94364E2A70ED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5187</a:t>
          </a:r>
        </a:p>
      </dgm:t>
    </dgm:pt>
    <dgm:pt modelId="{07A86B36-2BE8-455A-8127-EC8EFB6800D7}" type="parTrans" cxnId="{E03BA2F8-1487-4C9C-9095-FD16DAC01C39}">
      <dgm:prSet/>
      <dgm:spPr/>
      <dgm:t>
        <a:bodyPr/>
        <a:lstStyle/>
        <a:p>
          <a:endParaRPr lang="en-US"/>
        </a:p>
      </dgm:t>
    </dgm:pt>
    <dgm:pt modelId="{A62356BB-9A37-42E4-B337-F1DCE3E71106}" type="sibTrans" cxnId="{E03BA2F8-1487-4C9C-9095-FD16DAC01C39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F399CAD-A39F-4C3C-A236-98BBF4A3DFBE}" type="pres">
      <dgm:prSet presAssocID="{1E9EF1E9-58BC-4449-B488-25BCAA48109E}" presName="Name14" presStyleCnt="0"/>
      <dgm:spPr/>
    </dgm:pt>
    <dgm:pt modelId="{1B12A6FF-50ED-4943-BD25-29745F944682}" type="pres">
      <dgm:prSet presAssocID="{1E9EF1E9-58BC-4449-B488-25BCAA48109E}" presName="level1Shape" presStyleLbl="node0" presStyleIdx="0" presStyleCnt="1">
        <dgm:presLayoutVars>
          <dgm:chPref val="3"/>
        </dgm:presLayoutVars>
      </dgm:prSet>
      <dgm:spPr/>
    </dgm:pt>
    <dgm:pt modelId="{928BC009-6C31-4D6B-A90C-3E01A5810900}" type="pres">
      <dgm:prSet presAssocID="{1E9EF1E9-58BC-4449-B488-25BCAA48109E}" presName="hierChild2" presStyleCnt="0"/>
      <dgm:spPr/>
    </dgm:pt>
    <dgm:pt modelId="{A5560781-9526-4DF1-B075-352BE4FC0686}" type="pres">
      <dgm:prSet presAssocID="{2EEFEBC4-B44D-4BA7-BCE6-7293ECC17EAC}" presName="Name19" presStyleLbl="parChTrans1D2" presStyleIdx="0" presStyleCnt="4"/>
      <dgm:spPr/>
    </dgm:pt>
    <dgm:pt modelId="{CFE6CD3F-9765-46DA-9C66-45BDCA851B31}" type="pres">
      <dgm:prSet presAssocID="{6F5C86F9-DBD9-4AC7-8389-542C0AADFA18}" presName="Name21" presStyleCnt="0"/>
      <dgm:spPr/>
    </dgm:pt>
    <dgm:pt modelId="{13DB2B23-CB36-4C76-A3A7-3A07DC68368E}" type="pres">
      <dgm:prSet presAssocID="{6F5C86F9-DBD9-4AC7-8389-542C0AADFA18}" presName="level2Shape" presStyleLbl="node2" presStyleIdx="0" presStyleCnt="4"/>
      <dgm:spPr/>
    </dgm:pt>
    <dgm:pt modelId="{98650029-9BCD-4CB6-9A81-CB8497D89827}" type="pres">
      <dgm:prSet presAssocID="{6F5C86F9-DBD9-4AC7-8389-542C0AADFA18}" presName="hierChild3" presStyleCnt="0"/>
      <dgm:spPr/>
    </dgm:pt>
    <dgm:pt modelId="{2A8EC154-F654-4FA9-BE36-1F8FD1AC77D0}" type="pres">
      <dgm:prSet presAssocID="{FF283220-286A-41D9-B951-964736168034}" presName="Name19" presStyleLbl="parChTrans1D3" presStyleIdx="0" presStyleCnt="8"/>
      <dgm:spPr/>
    </dgm:pt>
    <dgm:pt modelId="{FA90D4C9-AE91-4E5C-B756-86440982723D}" type="pres">
      <dgm:prSet presAssocID="{152D3EC6-7D78-47C0-A093-1A4DFBF4AC57}" presName="Name21" presStyleCnt="0"/>
      <dgm:spPr/>
    </dgm:pt>
    <dgm:pt modelId="{09A09D73-773F-4646-B837-6EFD4621030F}" type="pres">
      <dgm:prSet presAssocID="{152D3EC6-7D78-47C0-A093-1A4DFBF4AC57}" presName="level2Shape" presStyleLbl="node3" presStyleIdx="0" presStyleCnt="8"/>
      <dgm:spPr/>
    </dgm:pt>
    <dgm:pt modelId="{9D0A40F0-BD31-4B13-B55D-EE8858654723}" type="pres">
      <dgm:prSet presAssocID="{152D3EC6-7D78-47C0-A093-1A4DFBF4AC57}" presName="hierChild3" presStyleCnt="0"/>
      <dgm:spPr/>
    </dgm:pt>
    <dgm:pt modelId="{9985F612-40AE-4A21-98F7-3B17AED2AB53}" type="pres">
      <dgm:prSet presAssocID="{8A764B70-BB99-4494-84FE-1094FDC89A29}" presName="Name19" presStyleLbl="parChTrans1D3" presStyleIdx="1" presStyleCnt="8"/>
      <dgm:spPr/>
    </dgm:pt>
    <dgm:pt modelId="{6A59FF73-0F46-43F6-84F4-F747404C3D3F}" type="pres">
      <dgm:prSet presAssocID="{25C3D94B-FF05-477E-9258-9A99E50BE926}" presName="Name21" presStyleCnt="0"/>
      <dgm:spPr/>
    </dgm:pt>
    <dgm:pt modelId="{107D4E32-142C-470D-84CD-AA7C6F83803E}" type="pres">
      <dgm:prSet presAssocID="{25C3D94B-FF05-477E-9258-9A99E50BE926}" presName="level2Shape" presStyleLbl="node3" presStyleIdx="1" presStyleCnt="8"/>
      <dgm:spPr/>
    </dgm:pt>
    <dgm:pt modelId="{86FC65B5-06DA-498B-A18D-1FC531095F3B}" type="pres">
      <dgm:prSet presAssocID="{25C3D94B-FF05-477E-9258-9A99E50BE926}" presName="hierChild3" presStyleCnt="0"/>
      <dgm:spPr/>
    </dgm:pt>
    <dgm:pt modelId="{C518B57B-9FB5-431B-90D1-6E40591CA4B7}" type="pres">
      <dgm:prSet presAssocID="{07A86B36-2BE8-455A-8127-EC8EFB6800D7}" presName="Name19" presStyleLbl="parChTrans1D2" presStyleIdx="1" presStyleCnt="4"/>
      <dgm:spPr/>
    </dgm:pt>
    <dgm:pt modelId="{49578DA4-41F2-4888-9C5C-0D15055335D2}" type="pres">
      <dgm:prSet presAssocID="{9AAFCB11-FC3E-467D-94EA-94364E2A70ED}" presName="Name21" presStyleCnt="0"/>
      <dgm:spPr/>
    </dgm:pt>
    <dgm:pt modelId="{8817A68B-F08E-400B-826A-AE15C750B077}" type="pres">
      <dgm:prSet presAssocID="{9AAFCB11-FC3E-467D-94EA-94364E2A70ED}" presName="level2Shape" presStyleLbl="node2" presStyleIdx="1" presStyleCnt="4"/>
      <dgm:spPr/>
    </dgm:pt>
    <dgm:pt modelId="{AB6A2EF0-E95B-412A-8121-D119EFBB6AE8}" type="pres">
      <dgm:prSet presAssocID="{9AAFCB11-FC3E-467D-94EA-94364E2A70ED}" presName="hierChild3" presStyleCnt="0"/>
      <dgm:spPr/>
    </dgm:pt>
    <dgm:pt modelId="{278A11DC-B3F0-47EA-A243-FBE401607E40}" type="pres">
      <dgm:prSet presAssocID="{60582AA2-4BE9-4192-84E9-EAEFA1022096}" presName="Name19" presStyleLbl="parChTrans1D3" presStyleIdx="2" presStyleCnt="8"/>
      <dgm:spPr/>
    </dgm:pt>
    <dgm:pt modelId="{03371EB4-23BF-405B-9DAE-F4C24E01BB98}" type="pres">
      <dgm:prSet presAssocID="{F675879C-2D04-4D46-9ED6-2B78922FD47B}" presName="Name21" presStyleCnt="0"/>
      <dgm:spPr/>
    </dgm:pt>
    <dgm:pt modelId="{E383F2D3-A613-40DC-A535-F30D5C5B509F}" type="pres">
      <dgm:prSet presAssocID="{F675879C-2D04-4D46-9ED6-2B78922FD47B}" presName="level2Shape" presStyleLbl="node3" presStyleIdx="2" presStyleCnt="8"/>
      <dgm:spPr/>
    </dgm:pt>
    <dgm:pt modelId="{B0DA4101-CAB8-4A33-AD7F-F69B2C9DAE6C}" type="pres">
      <dgm:prSet presAssocID="{F675879C-2D04-4D46-9ED6-2B78922FD47B}" presName="hierChild3" presStyleCnt="0"/>
      <dgm:spPr/>
    </dgm:pt>
    <dgm:pt modelId="{895A57EA-A433-4BF4-BCD5-193C2495499A}" type="pres">
      <dgm:prSet presAssocID="{14ED6A7F-114D-4529-AC44-8E3873E96A45}" presName="Name19" presStyleLbl="parChTrans1D3" presStyleIdx="3" presStyleCnt="8"/>
      <dgm:spPr/>
    </dgm:pt>
    <dgm:pt modelId="{C9953385-4310-4667-A7A7-F909B71780F7}" type="pres">
      <dgm:prSet presAssocID="{7D1F50C2-9AD5-4F2A-BDF7-94815BE23E0E}" presName="Name21" presStyleCnt="0"/>
      <dgm:spPr/>
    </dgm:pt>
    <dgm:pt modelId="{4E707CA9-1E91-4D76-86BC-6A6C52C90BDF}" type="pres">
      <dgm:prSet presAssocID="{7D1F50C2-9AD5-4F2A-BDF7-94815BE23E0E}" presName="level2Shape" presStyleLbl="node3" presStyleIdx="3" presStyleCnt="8"/>
      <dgm:spPr/>
    </dgm:pt>
    <dgm:pt modelId="{F216372D-D0AA-4358-BD8B-D24BB8CCDD97}" type="pres">
      <dgm:prSet presAssocID="{7D1F50C2-9AD5-4F2A-BDF7-94815BE23E0E}" presName="hierChild3" presStyleCnt="0"/>
      <dgm:spPr/>
    </dgm:pt>
    <dgm:pt modelId="{B904AA58-8952-49CB-BF41-EDCD59066233}" type="pres">
      <dgm:prSet presAssocID="{4AD681AA-AD34-4185-8851-1D73F20E828E}" presName="Name19" presStyleLbl="parChTrans1D2" presStyleIdx="2" presStyleCnt="4"/>
      <dgm:spPr/>
    </dgm:pt>
    <dgm:pt modelId="{D0F77886-33F8-4814-B1CF-9C7FF516E267}" type="pres">
      <dgm:prSet presAssocID="{D7A3BC43-E2BD-4454-9E39-B0EF2434E76F}" presName="Name21" presStyleCnt="0"/>
      <dgm:spPr/>
    </dgm:pt>
    <dgm:pt modelId="{970F5CF9-8361-4C85-8C17-F416DF73D8C5}" type="pres">
      <dgm:prSet presAssocID="{D7A3BC43-E2BD-4454-9E39-B0EF2434E76F}" presName="level2Shape" presStyleLbl="node2" presStyleIdx="2" presStyleCnt="4"/>
      <dgm:spPr/>
    </dgm:pt>
    <dgm:pt modelId="{C66ECB5A-FCB8-4A02-B1D8-62FE6F049F40}" type="pres">
      <dgm:prSet presAssocID="{D7A3BC43-E2BD-4454-9E39-B0EF2434E76F}" presName="hierChild3" presStyleCnt="0"/>
      <dgm:spPr/>
    </dgm:pt>
    <dgm:pt modelId="{47B067D1-FE8F-4B72-8733-B053C4C7712D}" type="pres">
      <dgm:prSet presAssocID="{F7269FA9-32B3-49E9-B268-3D186BB87418}" presName="Name19" presStyleLbl="parChTrans1D3" presStyleIdx="4" presStyleCnt="8"/>
      <dgm:spPr/>
    </dgm:pt>
    <dgm:pt modelId="{A06D8653-2AB0-4B61-A668-289C6583517A}" type="pres">
      <dgm:prSet presAssocID="{2B898F8F-6F4C-4C0E-94B2-8B92EEFEEC46}" presName="Name21" presStyleCnt="0"/>
      <dgm:spPr/>
    </dgm:pt>
    <dgm:pt modelId="{29E282A6-2848-4831-820D-C7D8EE8849A1}" type="pres">
      <dgm:prSet presAssocID="{2B898F8F-6F4C-4C0E-94B2-8B92EEFEEC46}" presName="level2Shape" presStyleLbl="node3" presStyleIdx="4" presStyleCnt="8"/>
      <dgm:spPr/>
    </dgm:pt>
    <dgm:pt modelId="{79B46123-60C9-4D13-A8EF-F5EB1E6A9A24}" type="pres">
      <dgm:prSet presAssocID="{2B898F8F-6F4C-4C0E-94B2-8B92EEFEEC46}" presName="hierChild3" presStyleCnt="0"/>
      <dgm:spPr/>
    </dgm:pt>
    <dgm:pt modelId="{D69EC989-BDCB-4E74-8200-BB8F302F3EF9}" type="pres">
      <dgm:prSet presAssocID="{71149FAB-0F83-4E83-8983-E0821DD77159}" presName="Name19" presStyleLbl="parChTrans1D3" presStyleIdx="5" presStyleCnt="8"/>
      <dgm:spPr/>
    </dgm:pt>
    <dgm:pt modelId="{56BD945B-00E9-4836-9BB5-3613AD721BEE}" type="pres">
      <dgm:prSet presAssocID="{7227D0C8-B9C8-495D-A242-26AF48849E6D}" presName="Name21" presStyleCnt="0"/>
      <dgm:spPr/>
    </dgm:pt>
    <dgm:pt modelId="{BE65B694-C768-41CC-A45C-391BB02F5885}" type="pres">
      <dgm:prSet presAssocID="{7227D0C8-B9C8-495D-A242-26AF48849E6D}" presName="level2Shape" presStyleLbl="node3" presStyleIdx="5" presStyleCnt="8"/>
      <dgm:spPr/>
    </dgm:pt>
    <dgm:pt modelId="{F8EFBE7D-0EEC-4876-B284-62C7BE255E47}" type="pres">
      <dgm:prSet presAssocID="{7227D0C8-B9C8-495D-A242-26AF48849E6D}" presName="hierChild3" presStyleCnt="0"/>
      <dgm:spPr/>
    </dgm:pt>
    <dgm:pt modelId="{AF6194F8-A48A-4BA6-9E97-1D393BAECEAD}" type="pres">
      <dgm:prSet presAssocID="{22952E67-2A22-4B66-8E7E-F3D9676B0A48}" presName="Name19" presStyleLbl="parChTrans1D2" presStyleIdx="3" presStyleCnt="4"/>
      <dgm:spPr/>
    </dgm:pt>
    <dgm:pt modelId="{A3499804-9004-4E35-B926-21C05E41D40C}" type="pres">
      <dgm:prSet presAssocID="{2FFC2F26-B41C-4893-AFEF-C2861CFC9BBE}" presName="Name21" presStyleCnt="0"/>
      <dgm:spPr/>
    </dgm:pt>
    <dgm:pt modelId="{2A4D50EC-33D7-41E8-9600-5962AFC1512A}" type="pres">
      <dgm:prSet presAssocID="{2FFC2F26-B41C-4893-AFEF-C2861CFC9BBE}" presName="level2Shape" presStyleLbl="node2" presStyleIdx="3" presStyleCnt="4"/>
      <dgm:spPr/>
    </dgm:pt>
    <dgm:pt modelId="{0E4CDE59-72E4-49CD-81E7-8D4CC0EFDDF1}" type="pres">
      <dgm:prSet presAssocID="{2FFC2F26-B41C-4893-AFEF-C2861CFC9BBE}" presName="hierChild3" presStyleCnt="0"/>
      <dgm:spPr/>
    </dgm:pt>
    <dgm:pt modelId="{719FE4B1-B276-43A4-A164-F96A76B21C62}" type="pres">
      <dgm:prSet presAssocID="{DFC86199-6516-4466-880B-0C1746B0F44F}" presName="Name19" presStyleLbl="parChTrans1D3" presStyleIdx="6" presStyleCnt="8"/>
      <dgm:spPr/>
    </dgm:pt>
    <dgm:pt modelId="{0D8B584A-4A7F-4250-926D-0259F2A06235}" type="pres">
      <dgm:prSet presAssocID="{D66AE454-ACB6-40BC-93C4-E311D8F2F0A0}" presName="Name21" presStyleCnt="0"/>
      <dgm:spPr/>
    </dgm:pt>
    <dgm:pt modelId="{537D4DE7-BFD3-43D3-9523-41E814544BFB}" type="pres">
      <dgm:prSet presAssocID="{D66AE454-ACB6-40BC-93C4-E311D8F2F0A0}" presName="level2Shape" presStyleLbl="node3" presStyleIdx="6" presStyleCnt="8"/>
      <dgm:spPr/>
    </dgm:pt>
    <dgm:pt modelId="{9A24D10D-7EA5-4009-9CC9-FDEC031395A1}" type="pres">
      <dgm:prSet presAssocID="{D66AE454-ACB6-40BC-93C4-E311D8F2F0A0}" presName="hierChild3" presStyleCnt="0"/>
      <dgm:spPr/>
    </dgm:pt>
    <dgm:pt modelId="{4D00CADD-D747-4D9A-867A-727D5915BE4F}" type="pres">
      <dgm:prSet presAssocID="{5A091725-2241-4A94-B752-AF2998C365EF}" presName="Name19" presStyleLbl="parChTrans1D3" presStyleIdx="7" presStyleCnt="8"/>
      <dgm:spPr/>
    </dgm:pt>
    <dgm:pt modelId="{F4E2CBC0-E286-4475-A912-50785082E935}" type="pres">
      <dgm:prSet presAssocID="{7E92D950-63D2-41DC-9741-5510EA44D41C}" presName="Name21" presStyleCnt="0"/>
      <dgm:spPr/>
    </dgm:pt>
    <dgm:pt modelId="{E4483799-AC72-4749-B718-76B84D02CF21}" type="pres">
      <dgm:prSet presAssocID="{7E92D950-63D2-41DC-9741-5510EA44D41C}" presName="level2Shape" presStyleLbl="node3" presStyleIdx="7" presStyleCnt="8"/>
      <dgm:spPr/>
    </dgm:pt>
    <dgm:pt modelId="{3E3A1427-A4E9-4FC2-A3F3-D708A29108CB}" type="pres">
      <dgm:prSet presAssocID="{7E92D950-63D2-41DC-9741-5510EA44D41C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06206704-D561-496E-B152-1F6AC63D012A}" type="presOf" srcId="{7E92D950-63D2-41DC-9741-5510EA44D41C}" destId="{E4483799-AC72-4749-B718-76B84D02CF21}" srcOrd="0" destOrd="0" presId="urn:microsoft.com/office/officeart/2005/8/layout/hierarchy6"/>
    <dgm:cxn modelId="{DAFB3611-4FBD-4751-8CAA-C77889D72FFD}" type="presOf" srcId="{22952E67-2A22-4B66-8E7E-F3D9676B0A48}" destId="{AF6194F8-A48A-4BA6-9E97-1D393BAECEAD}" srcOrd="0" destOrd="0" presId="urn:microsoft.com/office/officeart/2005/8/layout/hierarchy6"/>
    <dgm:cxn modelId="{9FFCB311-DED2-4549-944F-7952C6CFCD8A}" type="presOf" srcId="{2B898F8F-6F4C-4C0E-94B2-8B92EEFEEC46}" destId="{29E282A6-2848-4831-820D-C7D8EE8849A1}" srcOrd="0" destOrd="0" presId="urn:microsoft.com/office/officeart/2005/8/layout/hierarchy6"/>
    <dgm:cxn modelId="{7B479F13-E779-46EB-92E9-8049651F5A69}" type="presOf" srcId="{7227D0C8-B9C8-495D-A242-26AF48849E6D}" destId="{BE65B694-C768-41CC-A45C-391BB02F5885}" srcOrd="0" destOrd="0" presId="urn:microsoft.com/office/officeart/2005/8/layout/hierarchy6"/>
    <dgm:cxn modelId="{C268EF21-9340-421F-9266-0D09A096390A}" srcId="{D7A3BC43-E2BD-4454-9E39-B0EF2434E76F}" destId="{2B898F8F-6F4C-4C0E-94B2-8B92EEFEEC46}" srcOrd="0" destOrd="0" parTransId="{F7269FA9-32B3-49E9-B268-3D186BB87418}" sibTransId="{8DF3072D-73FF-47E3-8AE2-09169523AEB1}"/>
    <dgm:cxn modelId="{0D909427-CB41-4E3E-AA1B-3A80525298B9}" type="presOf" srcId="{F675879C-2D04-4D46-9ED6-2B78922FD47B}" destId="{E383F2D3-A613-40DC-A535-F30D5C5B509F}" srcOrd="0" destOrd="0" presId="urn:microsoft.com/office/officeart/2005/8/layout/hierarchy6"/>
    <dgm:cxn modelId="{703E302B-C413-4CD7-9E9B-02E8B2E4AF7E}" type="presOf" srcId="{FF283220-286A-41D9-B951-964736168034}" destId="{2A8EC154-F654-4FA9-BE36-1F8FD1AC77D0}" srcOrd="0" destOrd="0" presId="urn:microsoft.com/office/officeart/2005/8/layout/hierarchy6"/>
    <dgm:cxn modelId="{AEB6A02F-64B3-4DB8-8CDB-AC46C8134DC4}" srcId="{1E9EF1E9-58BC-4449-B488-25BCAA48109E}" destId="{6F5C86F9-DBD9-4AC7-8389-542C0AADFA18}" srcOrd="0" destOrd="0" parTransId="{2EEFEBC4-B44D-4BA7-BCE6-7293ECC17EAC}" sibTransId="{8120C870-AC10-405C-96E0-39CBB1DBCEC0}"/>
    <dgm:cxn modelId="{830EE831-0DB1-4DE8-A3B4-34D09226F9F8}" type="presOf" srcId="{71149FAB-0F83-4E83-8983-E0821DD77159}" destId="{D69EC989-BDCB-4E74-8200-BB8F302F3EF9}" srcOrd="0" destOrd="0" presId="urn:microsoft.com/office/officeart/2005/8/layout/hierarchy6"/>
    <dgm:cxn modelId="{CF8E8D33-7C1D-4A2C-8AD4-EFDA814520DF}" type="presOf" srcId="{7D1F50C2-9AD5-4F2A-BDF7-94815BE23E0E}" destId="{4E707CA9-1E91-4D76-86BC-6A6C52C90BDF}" srcOrd="0" destOrd="0" presId="urn:microsoft.com/office/officeart/2005/8/layout/hierarchy6"/>
    <dgm:cxn modelId="{3C6DE43B-4598-4E4C-9843-68CD210A9925}" srcId="{6F5C86F9-DBD9-4AC7-8389-542C0AADFA18}" destId="{152D3EC6-7D78-47C0-A093-1A4DFBF4AC57}" srcOrd="0" destOrd="0" parTransId="{FF283220-286A-41D9-B951-964736168034}" sibTransId="{7F03414A-563C-4CAB-95A6-694E8527E46B}"/>
    <dgm:cxn modelId="{86F5823F-061C-49FF-9B6A-DC67B82F9659}" type="presOf" srcId="{D7A3BC43-E2BD-4454-9E39-B0EF2434E76F}" destId="{970F5CF9-8361-4C85-8C17-F416DF73D8C5}" srcOrd="0" destOrd="0" presId="urn:microsoft.com/office/officeart/2005/8/layout/hierarchy6"/>
    <dgm:cxn modelId="{70DFEF5B-84CC-45DB-A109-C9E4BE0D9C62}" type="presOf" srcId="{07A86B36-2BE8-455A-8127-EC8EFB6800D7}" destId="{C518B57B-9FB5-431B-90D1-6E40591CA4B7}" srcOrd="0" destOrd="0" presId="urn:microsoft.com/office/officeart/2005/8/layout/hierarchy6"/>
    <dgm:cxn modelId="{32F1225C-7191-4C9E-BE67-512E646A8871}" type="presOf" srcId="{F7269FA9-32B3-49E9-B268-3D186BB87418}" destId="{47B067D1-FE8F-4B72-8733-B053C4C7712D}" srcOrd="0" destOrd="0" presId="urn:microsoft.com/office/officeart/2005/8/layout/hierarchy6"/>
    <dgm:cxn modelId="{514B3043-7C54-4DD8-9AB6-81D70258C93D}" type="presOf" srcId="{5A091725-2241-4A94-B752-AF2998C365EF}" destId="{4D00CADD-D747-4D9A-867A-727D5915BE4F}" srcOrd="0" destOrd="0" presId="urn:microsoft.com/office/officeart/2005/8/layout/hierarchy6"/>
    <dgm:cxn modelId="{41FE4864-F9A1-4600-A0CD-49B1BE2548A4}" type="presOf" srcId="{2EEFEBC4-B44D-4BA7-BCE6-7293ECC17EAC}" destId="{A5560781-9526-4DF1-B075-352BE4FC0686}" srcOrd="0" destOrd="0" presId="urn:microsoft.com/office/officeart/2005/8/layout/hierarchy6"/>
    <dgm:cxn modelId="{3B3A1248-34FD-4479-A9D2-A2F68B639379}" type="presOf" srcId="{9AAFCB11-FC3E-467D-94EA-94364E2A70ED}" destId="{8817A68B-F08E-400B-826A-AE15C750B077}" srcOrd="0" destOrd="0" presId="urn:microsoft.com/office/officeart/2005/8/layout/hierarchy6"/>
    <dgm:cxn modelId="{37C81D6D-45B0-4FE2-9F0B-89B66A20ED16}" type="presOf" srcId="{8A764B70-BB99-4494-84FE-1094FDC89A29}" destId="{9985F612-40AE-4A21-98F7-3B17AED2AB53}" srcOrd="0" destOrd="0" presId="urn:microsoft.com/office/officeart/2005/8/layout/hierarchy6"/>
    <dgm:cxn modelId="{21349E6D-F632-4CE4-8F8B-CD8CF56CC79F}" type="presOf" srcId="{1E9EF1E9-58BC-4449-B488-25BCAA48109E}" destId="{1B12A6FF-50ED-4943-BD25-29745F944682}" srcOrd="0" destOrd="0" presId="urn:microsoft.com/office/officeart/2005/8/layout/hierarchy6"/>
    <dgm:cxn modelId="{F9DA6B53-321B-4351-A699-D3447FB7FFC3}" srcId="{6F5C86F9-DBD9-4AC7-8389-542C0AADFA18}" destId="{25C3D94B-FF05-477E-9258-9A99E50BE926}" srcOrd="1" destOrd="0" parTransId="{8A764B70-BB99-4494-84FE-1094FDC89A29}" sibTransId="{BB5C154D-BEA6-4889-BEC2-6CD7F5EBAA1D}"/>
    <dgm:cxn modelId="{C42D8C79-E4B7-4F43-87CC-69C4BA81F3D5}" srcId="{1E9EF1E9-58BC-4449-B488-25BCAA48109E}" destId="{2FFC2F26-B41C-4893-AFEF-C2861CFC9BBE}" srcOrd="3" destOrd="0" parTransId="{22952E67-2A22-4B66-8E7E-F3D9676B0A48}" sibTransId="{096B4189-868E-44F8-AC4B-2013AE7CB329}"/>
    <dgm:cxn modelId="{49B29781-6362-414D-AC01-6D3FE1A0DBF5}" type="presOf" srcId="{60582AA2-4BE9-4192-84E9-EAEFA1022096}" destId="{278A11DC-B3F0-47EA-A243-FBE401607E40}" srcOrd="0" destOrd="0" presId="urn:microsoft.com/office/officeart/2005/8/layout/hierarchy6"/>
    <dgm:cxn modelId="{B8D88682-35B0-4ED9-A6B3-D449775429FA}" type="presOf" srcId="{DFC86199-6516-4466-880B-0C1746B0F44F}" destId="{719FE4B1-B276-43A4-A164-F96A76B21C62}" srcOrd="0" destOrd="0" presId="urn:microsoft.com/office/officeart/2005/8/layout/hierarchy6"/>
    <dgm:cxn modelId="{917B0385-0B6D-40EE-9A8A-A11D0FBEA7D0}" type="presOf" srcId="{D66AE454-ACB6-40BC-93C4-E311D8F2F0A0}" destId="{537D4DE7-BFD3-43D3-9523-41E814544BFB}" srcOrd="0" destOrd="0" presId="urn:microsoft.com/office/officeart/2005/8/layout/hierarchy6"/>
    <dgm:cxn modelId="{6F5F6D88-3685-47B1-9965-9E9AA834D42D}" srcId="{9AAFCB11-FC3E-467D-94EA-94364E2A70ED}" destId="{7D1F50C2-9AD5-4F2A-BDF7-94815BE23E0E}" srcOrd="1" destOrd="0" parTransId="{14ED6A7F-114D-4529-AC44-8E3873E96A45}" sibTransId="{8E37BED4-F2B7-4977-BA56-E6F44843884D}"/>
    <dgm:cxn modelId="{4106A78A-9142-48A0-8236-FFC76002534F}" srcId="{2FFC2F26-B41C-4893-AFEF-C2861CFC9BBE}" destId="{7E92D950-63D2-41DC-9741-5510EA44D41C}" srcOrd="1" destOrd="0" parTransId="{5A091725-2241-4A94-B752-AF2998C365EF}" sibTransId="{922399E7-5DE5-41B9-8B65-2518BA7EA187}"/>
    <dgm:cxn modelId="{BA96E698-9F40-4466-BF8D-1CF0681E9245}" type="presOf" srcId="{2FFC2F26-B41C-4893-AFEF-C2861CFC9BBE}" destId="{2A4D50EC-33D7-41E8-9600-5962AFC1512A}" srcOrd="0" destOrd="0" presId="urn:microsoft.com/office/officeart/2005/8/layout/hierarchy6"/>
    <dgm:cxn modelId="{09B8049D-C518-4763-B9A3-1529A628A621}" srcId="{D7A3BC43-E2BD-4454-9E39-B0EF2434E76F}" destId="{7227D0C8-B9C8-495D-A242-26AF48849E6D}" srcOrd="1" destOrd="0" parTransId="{71149FAB-0F83-4E83-8983-E0821DD77159}" sibTransId="{0A147F03-429F-4B3D-870B-2229A7C35765}"/>
    <dgm:cxn modelId="{EB7212A5-4475-4061-AADD-29C7EF11154B}" type="presOf" srcId="{14ED6A7F-114D-4529-AC44-8E3873E96A45}" destId="{895A57EA-A433-4BF4-BCD5-193C2495499A}" srcOrd="0" destOrd="0" presId="urn:microsoft.com/office/officeart/2005/8/layout/hierarchy6"/>
    <dgm:cxn modelId="{3C6573A5-C446-42E1-8FA5-546734E8361E}" type="presOf" srcId="{152D3EC6-7D78-47C0-A093-1A4DFBF4AC57}" destId="{09A09D73-773F-4646-B837-6EFD4621030F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6CD3A3C1-6E21-4AFE-BAF3-40DFF43B3A76}" srcId="{9AAFCB11-FC3E-467D-94EA-94364E2A70ED}" destId="{F675879C-2D04-4D46-9ED6-2B78922FD47B}" srcOrd="0" destOrd="0" parTransId="{60582AA2-4BE9-4192-84E9-EAEFA1022096}" sibTransId="{3C9CFC80-25A0-457C-BB62-A1E8006CF616}"/>
    <dgm:cxn modelId="{1A5B37C7-9AEF-4010-8D6C-1878837DB158}" type="presOf" srcId="{25C3D94B-FF05-477E-9258-9A99E50BE926}" destId="{107D4E32-142C-470D-84CD-AA7C6F83803E}" srcOrd="0" destOrd="0" presId="urn:microsoft.com/office/officeart/2005/8/layout/hierarchy6"/>
    <dgm:cxn modelId="{A9DBD5C7-52BB-4E07-9DEE-CDCBF1598579}" type="presOf" srcId="{4AD681AA-AD34-4185-8851-1D73F20E828E}" destId="{B904AA58-8952-49CB-BF41-EDCD59066233}" srcOrd="0" destOrd="0" presId="urn:microsoft.com/office/officeart/2005/8/layout/hierarchy6"/>
    <dgm:cxn modelId="{BE1F20E5-FE9E-4444-B5BC-6C24D0E90D2B}" type="presOf" srcId="{6F5C86F9-DBD9-4AC7-8389-542C0AADFA18}" destId="{13DB2B23-CB36-4C76-A3A7-3A07DC68368E}" srcOrd="0" destOrd="0" presId="urn:microsoft.com/office/officeart/2005/8/layout/hierarchy6"/>
    <dgm:cxn modelId="{6FD74DEF-208B-433B-87C5-55464512E295}" srcId="{2FFC2F26-B41C-4893-AFEF-C2861CFC9BBE}" destId="{D66AE454-ACB6-40BC-93C4-E311D8F2F0A0}" srcOrd="0" destOrd="0" parTransId="{DFC86199-6516-4466-880B-0C1746B0F44F}" sibTransId="{43C25A6F-6B99-4EDE-8907-A77955911EEF}"/>
    <dgm:cxn modelId="{FC0C62F6-BACC-45E6-8FA5-8C28525A6E7B}" srcId="{25D41D2E-FEC9-444D-B75D-82CC7BEA4B4B}" destId="{1E9EF1E9-58BC-4449-B488-25BCAA48109E}" srcOrd="0" destOrd="0" parTransId="{17A80643-F3AD-4400-ABE5-414F6FCF641B}" sibTransId="{2ACE8275-52BF-468C-9A8B-03655CA0022C}"/>
    <dgm:cxn modelId="{107F69F8-1D8B-4F91-AC77-F9483E69536F}" srcId="{1E9EF1E9-58BC-4449-B488-25BCAA48109E}" destId="{D7A3BC43-E2BD-4454-9E39-B0EF2434E76F}" srcOrd="2" destOrd="0" parTransId="{4AD681AA-AD34-4185-8851-1D73F20E828E}" sibTransId="{936DC02B-D023-4342-B41E-917735F5316E}"/>
    <dgm:cxn modelId="{E03BA2F8-1487-4C9C-9095-FD16DAC01C39}" srcId="{1E9EF1E9-58BC-4449-B488-25BCAA48109E}" destId="{9AAFCB11-FC3E-467D-94EA-94364E2A70ED}" srcOrd="1" destOrd="0" parTransId="{07A86B36-2BE8-455A-8127-EC8EFB6800D7}" sibTransId="{A62356BB-9A37-42E4-B337-F1DCE3E71106}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DED9C441-E0A4-4A6B-9F1F-64E7BEB0273E}" type="presParOf" srcId="{3B8E0E52-806F-461B-808A-40A35535EB4C}" destId="{7F399CAD-A39F-4C3C-A236-98BBF4A3DFBE}" srcOrd="0" destOrd="0" presId="urn:microsoft.com/office/officeart/2005/8/layout/hierarchy6"/>
    <dgm:cxn modelId="{3BC53DA9-9092-4CE6-9CE1-BBF0807C433F}" type="presParOf" srcId="{7F399CAD-A39F-4C3C-A236-98BBF4A3DFBE}" destId="{1B12A6FF-50ED-4943-BD25-29745F944682}" srcOrd="0" destOrd="0" presId="urn:microsoft.com/office/officeart/2005/8/layout/hierarchy6"/>
    <dgm:cxn modelId="{3D551A3C-2DBB-4196-ABD7-3EB8196F42EA}" type="presParOf" srcId="{7F399CAD-A39F-4C3C-A236-98BBF4A3DFBE}" destId="{928BC009-6C31-4D6B-A90C-3E01A5810900}" srcOrd="1" destOrd="0" presId="urn:microsoft.com/office/officeart/2005/8/layout/hierarchy6"/>
    <dgm:cxn modelId="{5BDB225B-76B0-455B-BADC-B59787A9EE75}" type="presParOf" srcId="{928BC009-6C31-4D6B-A90C-3E01A5810900}" destId="{A5560781-9526-4DF1-B075-352BE4FC0686}" srcOrd="0" destOrd="0" presId="urn:microsoft.com/office/officeart/2005/8/layout/hierarchy6"/>
    <dgm:cxn modelId="{F6CB0E19-F422-47B1-A3F1-79CC5171BF50}" type="presParOf" srcId="{928BC009-6C31-4D6B-A90C-3E01A5810900}" destId="{CFE6CD3F-9765-46DA-9C66-45BDCA851B31}" srcOrd="1" destOrd="0" presId="urn:microsoft.com/office/officeart/2005/8/layout/hierarchy6"/>
    <dgm:cxn modelId="{E0E21435-CB81-4C3E-90DF-021703DC870D}" type="presParOf" srcId="{CFE6CD3F-9765-46DA-9C66-45BDCA851B31}" destId="{13DB2B23-CB36-4C76-A3A7-3A07DC68368E}" srcOrd="0" destOrd="0" presId="urn:microsoft.com/office/officeart/2005/8/layout/hierarchy6"/>
    <dgm:cxn modelId="{2CE27969-AA31-450F-84BB-9383A3387F7D}" type="presParOf" srcId="{CFE6CD3F-9765-46DA-9C66-45BDCA851B31}" destId="{98650029-9BCD-4CB6-9A81-CB8497D89827}" srcOrd="1" destOrd="0" presId="urn:microsoft.com/office/officeart/2005/8/layout/hierarchy6"/>
    <dgm:cxn modelId="{2286AC20-B986-4260-9924-1D51754288B1}" type="presParOf" srcId="{98650029-9BCD-4CB6-9A81-CB8497D89827}" destId="{2A8EC154-F654-4FA9-BE36-1F8FD1AC77D0}" srcOrd="0" destOrd="0" presId="urn:microsoft.com/office/officeart/2005/8/layout/hierarchy6"/>
    <dgm:cxn modelId="{0834A771-6375-4B4B-9FC9-B755ED803563}" type="presParOf" srcId="{98650029-9BCD-4CB6-9A81-CB8497D89827}" destId="{FA90D4C9-AE91-4E5C-B756-86440982723D}" srcOrd="1" destOrd="0" presId="urn:microsoft.com/office/officeart/2005/8/layout/hierarchy6"/>
    <dgm:cxn modelId="{9F5E67D1-8ED3-407F-BB54-110FC31AF02F}" type="presParOf" srcId="{FA90D4C9-AE91-4E5C-B756-86440982723D}" destId="{09A09D73-773F-4646-B837-6EFD4621030F}" srcOrd="0" destOrd="0" presId="urn:microsoft.com/office/officeart/2005/8/layout/hierarchy6"/>
    <dgm:cxn modelId="{3FE80AD5-4FC1-4617-A057-CB14D4A34577}" type="presParOf" srcId="{FA90D4C9-AE91-4E5C-B756-86440982723D}" destId="{9D0A40F0-BD31-4B13-B55D-EE8858654723}" srcOrd="1" destOrd="0" presId="urn:microsoft.com/office/officeart/2005/8/layout/hierarchy6"/>
    <dgm:cxn modelId="{4965E700-14D1-4B08-801E-86E4485B1004}" type="presParOf" srcId="{98650029-9BCD-4CB6-9A81-CB8497D89827}" destId="{9985F612-40AE-4A21-98F7-3B17AED2AB53}" srcOrd="2" destOrd="0" presId="urn:microsoft.com/office/officeart/2005/8/layout/hierarchy6"/>
    <dgm:cxn modelId="{C207D046-278E-453E-A9C0-B839297B5773}" type="presParOf" srcId="{98650029-9BCD-4CB6-9A81-CB8497D89827}" destId="{6A59FF73-0F46-43F6-84F4-F747404C3D3F}" srcOrd="3" destOrd="0" presId="urn:microsoft.com/office/officeart/2005/8/layout/hierarchy6"/>
    <dgm:cxn modelId="{D26E8697-8260-42E6-8348-003DB372B2F2}" type="presParOf" srcId="{6A59FF73-0F46-43F6-84F4-F747404C3D3F}" destId="{107D4E32-142C-470D-84CD-AA7C6F83803E}" srcOrd="0" destOrd="0" presId="urn:microsoft.com/office/officeart/2005/8/layout/hierarchy6"/>
    <dgm:cxn modelId="{9CD399C7-30B6-45A7-B547-146CDDA76CFE}" type="presParOf" srcId="{6A59FF73-0F46-43F6-84F4-F747404C3D3F}" destId="{86FC65B5-06DA-498B-A18D-1FC531095F3B}" srcOrd="1" destOrd="0" presId="urn:microsoft.com/office/officeart/2005/8/layout/hierarchy6"/>
    <dgm:cxn modelId="{BFF58ACB-1A0C-405B-90FE-E3DDDF9DC6A3}" type="presParOf" srcId="{928BC009-6C31-4D6B-A90C-3E01A5810900}" destId="{C518B57B-9FB5-431B-90D1-6E40591CA4B7}" srcOrd="2" destOrd="0" presId="urn:microsoft.com/office/officeart/2005/8/layout/hierarchy6"/>
    <dgm:cxn modelId="{76B7EE8B-CD28-4A1A-825C-F6A5838ABCC3}" type="presParOf" srcId="{928BC009-6C31-4D6B-A90C-3E01A5810900}" destId="{49578DA4-41F2-4888-9C5C-0D15055335D2}" srcOrd="3" destOrd="0" presId="urn:microsoft.com/office/officeart/2005/8/layout/hierarchy6"/>
    <dgm:cxn modelId="{F8B3DD32-8427-4E95-B686-3DC32463AB68}" type="presParOf" srcId="{49578DA4-41F2-4888-9C5C-0D15055335D2}" destId="{8817A68B-F08E-400B-826A-AE15C750B077}" srcOrd="0" destOrd="0" presId="urn:microsoft.com/office/officeart/2005/8/layout/hierarchy6"/>
    <dgm:cxn modelId="{452C064D-559A-4819-BA5F-E17B519C39FD}" type="presParOf" srcId="{49578DA4-41F2-4888-9C5C-0D15055335D2}" destId="{AB6A2EF0-E95B-412A-8121-D119EFBB6AE8}" srcOrd="1" destOrd="0" presId="urn:microsoft.com/office/officeart/2005/8/layout/hierarchy6"/>
    <dgm:cxn modelId="{4A3F8208-54A1-4958-AABC-94B614AF7E72}" type="presParOf" srcId="{AB6A2EF0-E95B-412A-8121-D119EFBB6AE8}" destId="{278A11DC-B3F0-47EA-A243-FBE401607E40}" srcOrd="0" destOrd="0" presId="urn:microsoft.com/office/officeart/2005/8/layout/hierarchy6"/>
    <dgm:cxn modelId="{B44347D1-8E6D-4A2B-B02D-230232063A8A}" type="presParOf" srcId="{AB6A2EF0-E95B-412A-8121-D119EFBB6AE8}" destId="{03371EB4-23BF-405B-9DAE-F4C24E01BB98}" srcOrd="1" destOrd="0" presId="urn:microsoft.com/office/officeart/2005/8/layout/hierarchy6"/>
    <dgm:cxn modelId="{1F056F09-18A4-47C1-8CF6-A828E84AC60A}" type="presParOf" srcId="{03371EB4-23BF-405B-9DAE-F4C24E01BB98}" destId="{E383F2D3-A613-40DC-A535-F30D5C5B509F}" srcOrd="0" destOrd="0" presId="urn:microsoft.com/office/officeart/2005/8/layout/hierarchy6"/>
    <dgm:cxn modelId="{F2DC740D-F152-4F63-8ABA-96FC9A61B904}" type="presParOf" srcId="{03371EB4-23BF-405B-9DAE-F4C24E01BB98}" destId="{B0DA4101-CAB8-4A33-AD7F-F69B2C9DAE6C}" srcOrd="1" destOrd="0" presId="urn:microsoft.com/office/officeart/2005/8/layout/hierarchy6"/>
    <dgm:cxn modelId="{A8F0B0FB-B4F3-45C8-8D4B-CCBD34C33439}" type="presParOf" srcId="{AB6A2EF0-E95B-412A-8121-D119EFBB6AE8}" destId="{895A57EA-A433-4BF4-BCD5-193C2495499A}" srcOrd="2" destOrd="0" presId="urn:microsoft.com/office/officeart/2005/8/layout/hierarchy6"/>
    <dgm:cxn modelId="{6772BAC2-9620-4F2D-B509-317C67DEDA23}" type="presParOf" srcId="{AB6A2EF0-E95B-412A-8121-D119EFBB6AE8}" destId="{C9953385-4310-4667-A7A7-F909B71780F7}" srcOrd="3" destOrd="0" presId="urn:microsoft.com/office/officeart/2005/8/layout/hierarchy6"/>
    <dgm:cxn modelId="{35EAAFB8-B3C6-4A0E-9D07-A043C32D3E23}" type="presParOf" srcId="{C9953385-4310-4667-A7A7-F909B71780F7}" destId="{4E707CA9-1E91-4D76-86BC-6A6C52C90BDF}" srcOrd="0" destOrd="0" presId="urn:microsoft.com/office/officeart/2005/8/layout/hierarchy6"/>
    <dgm:cxn modelId="{C958A612-6E2E-46A0-8989-D1F8075D55BE}" type="presParOf" srcId="{C9953385-4310-4667-A7A7-F909B71780F7}" destId="{F216372D-D0AA-4358-BD8B-D24BB8CCDD97}" srcOrd="1" destOrd="0" presId="urn:microsoft.com/office/officeart/2005/8/layout/hierarchy6"/>
    <dgm:cxn modelId="{F07729CD-FE8F-4AEF-98A3-AABB86C54B1B}" type="presParOf" srcId="{928BC009-6C31-4D6B-A90C-3E01A5810900}" destId="{B904AA58-8952-49CB-BF41-EDCD59066233}" srcOrd="4" destOrd="0" presId="urn:microsoft.com/office/officeart/2005/8/layout/hierarchy6"/>
    <dgm:cxn modelId="{32B954C6-B82F-4A4E-8CB8-C2ED76F74128}" type="presParOf" srcId="{928BC009-6C31-4D6B-A90C-3E01A5810900}" destId="{D0F77886-33F8-4814-B1CF-9C7FF516E267}" srcOrd="5" destOrd="0" presId="urn:microsoft.com/office/officeart/2005/8/layout/hierarchy6"/>
    <dgm:cxn modelId="{AD430456-0250-456B-A608-ED6DEE5E2B48}" type="presParOf" srcId="{D0F77886-33F8-4814-B1CF-9C7FF516E267}" destId="{970F5CF9-8361-4C85-8C17-F416DF73D8C5}" srcOrd="0" destOrd="0" presId="urn:microsoft.com/office/officeart/2005/8/layout/hierarchy6"/>
    <dgm:cxn modelId="{C340703E-F6DE-420E-B803-9891410044A0}" type="presParOf" srcId="{D0F77886-33F8-4814-B1CF-9C7FF516E267}" destId="{C66ECB5A-FCB8-4A02-B1D8-62FE6F049F40}" srcOrd="1" destOrd="0" presId="urn:microsoft.com/office/officeart/2005/8/layout/hierarchy6"/>
    <dgm:cxn modelId="{F232D77B-3483-4F71-BB7C-7C864D7C8204}" type="presParOf" srcId="{C66ECB5A-FCB8-4A02-B1D8-62FE6F049F40}" destId="{47B067D1-FE8F-4B72-8733-B053C4C7712D}" srcOrd="0" destOrd="0" presId="urn:microsoft.com/office/officeart/2005/8/layout/hierarchy6"/>
    <dgm:cxn modelId="{E1FD37DA-9BCC-4576-9E80-8375E0FAC08A}" type="presParOf" srcId="{C66ECB5A-FCB8-4A02-B1D8-62FE6F049F40}" destId="{A06D8653-2AB0-4B61-A668-289C6583517A}" srcOrd="1" destOrd="0" presId="urn:microsoft.com/office/officeart/2005/8/layout/hierarchy6"/>
    <dgm:cxn modelId="{456752AB-2606-4585-A8A5-99693B201BF3}" type="presParOf" srcId="{A06D8653-2AB0-4B61-A668-289C6583517A}" destId="{29E282A6-2848-4831-820D-C7D8EE8849A1}" srcOrd="0" destOrd="0" presId="urn:microsoft.com/office/officeart/2005/8/layout/hierarchy6"/>
    <dgm:cxn modelId="{E1C5C214-C1B9-4B24-9BEF-72CCA812A008}" type="presParOf" srcId="{A06D8653-2AB0-4B61-A668-289C6583517A}" destId="{79B46123-60C9-4D13-A8EF-F5EB1E6A9A24}" srcOrd="1" destOrd="0" presId="urn:microsoft.com/office/officeart/2005/8/layout/hierarchy6"/>
    <dgm:cxn modelId="{9A4F142E-E8F9-4635-B063-63F56343FDF9}" type="presParOf" srcId="{C66ECB5A-FCB8-4A02-B1D8-62FE6F049F40}" destId="{D69EC989-BDCB-4E74-8200-BB8F302F3EF9}" srcOrd="2" destOrd="0" presId="urn:microsoft.com/office/officeart/2005/8/layout/hierarchy6"/>
    <dgm:cxn modelId="{614042D1-9315-4635-A737-3609D5C4299B}" type="presParOf" srcId="{C66ECB5A-FCB8-4A02-B1D8-62FE6F049F40}" destId="{56BD945B-00E9-4836-9BB5-3613AD721BEE}" srcOrd="3" destOrd="0" presId="urn:microsoft.com/office/officeart/2005/8/layout/hierarchy6"/>
    <dgm:cxn modelId="{AB8D371B-BAD8-41EE-B56B-175C82282D65}" type="presParOf" srcId="{56BD945B-00E9-4836-9BB5-3613AD721BEE}" destId="{BE65B694-C768-41CC-A45C-391BB02F5885}" srcOrd="0" destOrd="0" presId="urn:microsoft.com/office/officeart/2005/8/layout/hierarchy6"/>
    <dgm:cxn modelId="{0B05A28A-310C-4221-8992-48E3EBB6456D}" type="presParOf" srcId="{56BD945B-00E9-4836-9BB5-3613AD721BEE}" destId="{F8EFBE7D-0EEC-4876-B284-62C7BE255E47}" srcOrd="1" destOrd="0" presId="urn:microsoft.com/office/officeart/2005/8/layout/hierarchy6"/>
    <dgm:cxn modelId="{C54DDD71-1C5F-4DDE-AD34-48C07754E410}" type="presParOf" srcId="{928BC009-6C31-4D6B-A90C-3E01A5810900}" destId="{AF6194F8-A48A-4BA6-9E97-1D393BAECEAD}" srcOrd="6" destOrd="0" presId="urn:microsoft.com/office/officeart/2005/8/layout/hierarchy6"/>
    <dgm:cxn modelId="{B0C59B4C-ECE9-4B8A-B2CA-EF6ED7A41EC1}" type="presParOf" srcId="{928BC009-6C31-4D6B-A90C-3E01A5810900}" destId="{A3499804-9004-4E35-B926-21C05E41D40C}" srcOrd="7" destOrd="0" presId="urn:microsoft.com/office/officeart/2005/8/layout/hierarchy6"/>
    <dgm:cxn modelId="{A08167AA-A49D-4366-8D5B-A8A8AF71A16E}" type="presParOf" srcId="{A3499804-9004-4E35-B926-21C05E41D40C}" destId="{2A4D50EC-33D7-41E8-9600-5962AFC1512A}" srcOrd="0" destOrd="0" presId="urn:microsoft.com/office/officeart/2005/8/layout/hierarchy6"/>
    <dgm:cxn modelId="{E1B664E5-4F0C-419A-86D1-724190AFF801}" type="presParOf" srcId="{A3499804-9004-4E35-B926-21C05E41D40C}" destId="{0E4CDE59-72E4-49CD-81E7-8D4CC0EFDDF1}" srcOrd="1" destOrd="0" presId="urn:microsoft.com/office/officeart/2005/8/layout/hierarchy6"/>
    <dgm:cxn modelId="{AB447EF2-F903-4B7C-94CC-D81DD8AFF874}" type="presParOf" srcId="{0E4CDE59-72E4-49CD-81E7-8D4CC0EFDDF1}" destId="{719FE4B1-B276-43A4-A164-F96A76B21C62}" srcOrd="0" destOrd="0" presId="urn:microsoft.com/office/officeart/2005/8/layout/hierarchy6"/>
    <dgm:cxn modelId="{7675CEA3-CF17-4238-AE48-CE90943AAEE5}" type="presParOf" srcId="{0E4CDE59-72E4-49CD-81E7-8D4CC0EFDDF1}" destId="{0D8B584A-4A7F-4250-926D-0259F2A06235}" srcOrd="1" destOrd="0" presId="urn:microsoft.com/office/officeart/2005/8/layout/hierarchy6"/>
    <dgm:cxn modelId="{4A3BCFFB-F2B0-4F81-B369-5B83EB2F9DF5}" type="presParOf" srcId="{0D8B584A-4A7F-4250-926D-0259F2A06235}" destId="{537D4DE7-BFD3-43D3-9523-41E814544BFB}" srcOrd="0" destOrd="0" presId="urn:microsoft.com/office/officeart/2005/8/layout/hierarchy6"/>
    <dgm:cxn modelId="{A1FDDA7A-5E1B-4225-90E1-C374AD57272A}" type="presParOf" srcId="{0D8B584A-4A7F-4250-926D-0259F2A06235}" destId="{9A24D10D-7EA5-4009-9CC9-FDEC031395A1}" srcOrd="1" destOrd="0" presId="urn:microsoft.com/office/officeart/2005/8/layout/hierarchy6"/>
    <dgm:cxn modelId="{F596DE79-F9B2-4769-871A-D85A3AC17FB7}" type="presParOf" srcId="{0E4CDE59-72E4-49CD-81E7-8D4CC0EFDDF1}" destId="{4D00CADD-D747-4D9A-867A-727D5915BE4F}" srcOrd="2" destOrd="0" presId="urn:microsoft.com/office/officeart/2005/8/layout/hierarchy6"/>
    <dgm:cxn modelId="{0EB30A27-1046-49E4-9A80-DDBC7D5A5BD3}" type="presParOf" srcId="{0E4CDE59-72E4-49CD-81E7-8D4CC0EFDDF1}" destId="{F4E2CBC0-E286-4475-A912-50785082E935}" srcOrd="3" destOrd="0" presId="urn:microsoft.com/office/officeart/2005/8/layout/hierarchy6"/>
    <dgm:cxn modelId="{A1BD9968-A07C-40E5-83B6-D4FA515FC54E}" type="presParOf" srcId="{F4E2CBC0-E286-4475-A912-50785082E935}" destId="{E4483799-AC72-4749-B718-76B84D02CF21}" srcOrd="0" destOrd="0" presId="urn:microsoft.com/office/officeart/2005/8/layout/hierarchy6"/>
    <dgm:cxn modelId="{322C47AA-AF84-4560-A906-612EE7EDD3EC}" type="presParOf" srcId="{F4E2CBC0-E286-4475-A912-50785082E935}" destId="{3E3A1427-A4E9-4FC2-A3F3-D708A29108CB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E9EF1E9-58BC-4449-B488-25BCAA48109E}">
      <dgm:prSet phldrT="[Text]"/>
      <dgm:spPr/>
      <dgm:t>
        <a:bodyPr/>
        <a:lstStyle/>
        <a:p>
          <a:endParaRPr lang="en-US" dirty="0"/>
        </a:p>
      </dgm:t>
    </dgm:pt>
    <dgm:pt modelId="{17A80643-F3AD-4400-ABE5-414F6FCF641B}" type="parTrans" cxnId="{FC0C62F6-BACC-45E6-8FA5-8C28525A6E7B}">
      <dgm:prSet/>
      <dgm:spPr/>
      <dgm:t>
        <a:bodyPr/>
        <a:lstStyle/>
        <a:p>
          <a:endParaRPr lang="en-US"/>
        </a:p>
      </dgm:t>
    </dgm:pt>
    <dgm:pt modelId="{2ACE8275-52BF-468C-9A8B-03655CA0022C}" type="sibTrans" cxnId="{FC0C62F6-BACC-45E6-8FA5-8C28525A6E7B}">
      <dgm:prSet/>
      <dgm:spPr/>
      <dgm:t>
        <a:bodyPr/>
        <a:lstStyle/>
        <a:p>
          <a:endParaRPr lang="en-US"/>
        </a:p>
      </dgm:t>
    </dgm:pt>
    <dgm:pt modelId="{152D3EC6-7D78-47C0-A093-1A4DFBF4AC57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FF283220-286A-41D9-B951-964736168034}" type="parTrans" cxnId="{3C6DE43B-4598-4E4C-9843-68CD210A9925}">
      <dgm:prSet/>
      <dgm:spPr/>
      <dgm:t>
        <a:bodyPr/>
        <a:lstStyle/>
        <a:p>
          <a:endParaRPr lang="en-US"/>
        </a:p>
      </dgm:t>
    </dgm:pt>
    <dgm:pt modelId="{7F03414A-563C-4CAB-95A6-694E8527E46B}" type="sibTrans" cxnId="{3C6DE43B-4598-4E4C-9843-68CD210A9925}">
      <dgm:prSet/>
      <dgm:spPr/>
      <dgm:t>
        <a:bodyPr/>
        <a:lstStyle/>
        <a:p>
          <a:endParaRPr lang="en-US"/>
        </a:p>
      </dgm:t>
    </dgm:pt>
    <dgm:pt modelId="{25C3D94B-FF05-477E-9258-9A99E50BE926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8A764B70-BB99-4494-84FE-1094FDC89A29}" type="parTrans" cxnId="{F9DA6B53-321B-4351-A699-D3447FB7FFC3}">
      <dgm:prSet/>
      <dgm:spPr/>
      <dgm:t>
        <a:bodyPr/>
        <a:lstStyle/>
        <a:p>
          <a:endParaRPr lang="en-US"/>
        </a:p>
      </dgm:t>
    </dgm:pt>
    <dgm:pt modelId="{BB5C154D-BEA6-4889-BEC2-6CD7F5EBAA1D}" type="sibTrans" cxnId="{F9DA6B53-321B-4351-A699-D3447FB7FFC3}">
      <dgm:prSet/>
      <dgm:spPr/>
      <dgm:t>
        <a:bodyPr/>
        <a:lstStyle/>
        <a:p>
          <a:endParaRPr lang="en-US"/>
        </a:p>
      </dgm:t>
    </dgm:pt>
    <dgm:pt modelId="{F675879C-2D04-4D46-9ED6-2B78922FD47B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5144</a:t>
          </a:r>
        </a:p>
      </dgm:t>
    </dgm:pt>
    <dgm:pt modelId="{60582AA2-4BE9-4192-84E9-EAEFA1022096}" type="parTrans" cxnId="{6CD3A3C1-6E21-4AFE-BAF3-40DFF43B3A76}">
      <dgm:prSet/>
      <dgm:spPr/>
      <dgm:t>
        <a:bodyPr/>
        <a:lstStyle/>
        <a:p>
          <a:endParaRPr lang="en-US"/>
        </a:p>
      </dgm:t>
    </dgm:pt>
    <dgm:pt modelId="{3C9CFC80-25A0-457C-BB62-A1E8006CF616}" type="sibTrans" cxnId="{6CD3A3C1-6E21-4AFE-BAF3-40DFF43B3A76}">
      <dgm:prSet/>
      <dgm:spPr/>
      <dgm:t>
        <a:bodyPr/>
        <a:lstStyle/>
        <a:p>
          <a:endParaRPr lang="en-US"/>
        </a:p>
      </dgm:t>
    </dgm:pt>
    <dgm:pt modelId="{7D1F50C2-9AD5-4F2A-BDF7-94815BE23E0E}">
      <dgm:prSet phldrT="[Text]"/>
      <dgm:spPr>
        <a:noFill/>
      </dgm:spPr>
      <dgm:t>
        <a:bodyPr/>
        <a:lstStyle/>
        <a:p>
          <a:r>
            <a:rPr lang="en-US" dirty="0"/>
            <a:t>5073</a:t>
          </a:r>
        </a:p>
      </dgm:t>
    </dgm:pt>
    <dgm:pt modelId="{14ED6A7F-114D-4529-AC44-8E3873E96A45}" type="parTrans" cxnId="{6F5F6D88-3685-47B1-9965-9E9AA834D42D}">
      <dgm:prSet/>
      <dgm:spPr/>
      <dgm:t>
        <a:bodyPr/>
        <a:lstStyle/>
        <a:p>
          <a:endParaRPr lang="en-US"/>
        </a:p>
      </dgm:t>
    </dgm:pt>
    <dgm:pt modelId="{8E37BED4-F2B7-4977-BA56-E6F44843884D}" type="sibTrans" cxnId="{6F5F6D88-3685-47B1-9965-9E9AA834D42D}">
      <dgm:prSet/>
      <dgm:spPr/>
      <dgm:t>
        <a:bodyPr/>
        <a:lstStyle/>
        <a:p>
          <a:endParaRPr lang="en-US"/>
        </a:p>
      </dgm:t>
    </dgm:pt>
    <dgm:pt modelId="{2B898F8F-6F4C-4C0E-94B2-8B92EEFEEC46}">
      <dgm:prSet phldrT="[Text]"/>
      <dgm:spPr>
        <a:noFill/>
      </dgm:spPr>
      <dgm:t>
        <a:bodyPr/>
        <a:lstStyle/>
        <a:p>
          <a:r>
            <a:rPr lang="en-US" dirty="0"/>
            <a:t>3826</a:t>
          </a:r>
        </a:p>
      </dgm:t>
    </dgm:pt>
    <dgm:pt modelId="{F7269FA9-32B3-49E9-B268-3D186BB87418}" type="parTrans" cxnId="{C268EF21-9340-421F-9266-0D09A096390A}">
      <dgm:prSet/>
      <dgm:spPr/>
      <dgm:t>
        <a:bodyPr/>
        <a:lstStyle/>
        <a:p>
          <a:endParaRPr lang="en-US"/>
        </a:p>
      </dgm:t>
    </dgm:pt>
    <dgm:pt modelId="{8DF3072D-73FF-47E3-8AE2-09169523AEB1}" type="sibTrans" cxnId="{C268EF21-9340-421F-9266-0D09A096390A}">
      <dgm:prSet/>
      <dgm:spPr/>
      <dgm:t>
        <a:bodyPr/>
        <a:lstStyle/>
        <a:p>
          <a:endParaRPr lang="en-US"/>
        </a:p>
      </dgm:t>
    </dgm:pt>
    <dgm:pt modelId="{7227D0C8-B9C8-495D-A242-26AF48849E6D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1149FAB-0F83-4E83-8983-E0821DD77159}" type="parTrans" cxnId="{09B8049D-C518-4763-B9A3-1529A628A621}">
      <dgm:prSet/>
      <dgm:spPr/>
      <dgm:t>
        <a:bodyPr/>
        <a:lstStyle/>
        <a:p>
          <a:endParaRPr lang="en-US"/>
        </a:p>
      </dgm:t>
    </dgm:pt>
    <dgm:pt modelId="{0A147F03-429F-4B3D-870B-2229A7C35765}" type="sibTrans" cxnId="{09B8049D-C518-4763-B9A3-1529A628A621}">
      <dgm:prSet/>
      <dgm:spPr/>
      <dgm:t>
        <a:bodyPr/>
        <a:lstStyle/>
        <a:p>
          <a:endParaRPr lang="en-US"/>
        </a:p>
      </dgm:t>
    </dgm:pt>
    <dgm:pt modelId="{D66AE454-ACB6-40BC-93C4-E311D8F2F0A0}">
      <dgm:prSet phldrT="[Text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FC86199-6516-4466-880B-0C1746B0F44F}" type="parTrans" cxnId="{6FD74DEF-208B-433B-87C5-55464512E295}">
      <dgm:prSet/>
      <dgm:spPr/>
      <dgm:t>
        <a:bodyPr/>
        <a:lstStyle/>
        <a:p>
          <a:endParaRPr lang="en-US"/>
        </a:p>
      </dgm:t>
    </dgm:pt>
    <dgm:pt modelId="{43C25A6F-6B99-4EDE-8907-A77955911EEF}" type="sibTrans" cxnId="{6FD74DEF-208B-433B-87C5-55464512E295}">
      <dgm:prSet/>
      <dgm:spPr/>
      <dgm:t>
        <a:bodyPr/>
        <a:lstStyle/>
        <a:p>
          <a:endParaRPr lang="en-US"/>
        </a:p>
      </dgm:t>
    </dgm:pt>
    <dgm:pt modelId="{7E92D950-63D2-41DC-9741-5510EA44D41C}">
      <dgm:prSet phldrT="[Text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A091725-2241-4A94-B752-AF2998C365EF}" type="parTrans" cxnId="{4106A78A-9142-48A0-8236-FFC76002534F}">
      <dgm:prSet/>
      <dgm:spPr/>
      <dgm:t>
        <a:bodyPr/>
        <a:lstStyle/>
        <a:p>
          <a:endParaRPr lang="en-US"/>
        </a:p>
      </dgm:t>
    </dgm:pt>
    <dgm:pt modelId="{922399E7-5DE5-41B9-8B65-2518BA7EA187}" type="sibTrans" cxnId="{4106A78A-9142-48A0-8236-FFC76002534F}">
      <dgm:prSet/>
      <dgm:spPr/>
      <dgm:t>
        <a:bodyPr/>
        <a:lstStyle/>
        <a:p>
          <a:endParaRPr lang="en-US"/>
        </a:p>
      </dgm:t>
    </dgm:pt>
    <dgm:pt modelId="{2FFC2F26-B41C-4893-AFEF-C2861CFC9BBE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22952E67-2A22-4B66-8E7E-F3D9676B0A48}" type="parTrans" cxnId="{C42D8C79-E4B7-4F43-87CC-69C4BA81F3D5}">
      <dgm:prSet/>
      <dgm:spPr/>
      <dgm:t>
        <a:bodyPr/>
        <a:lstStyle/>
        <a:p>
          <a:endParaRPr lang="en-US"/>
        </a:p>
      </dgm:t>
    </dgm:pt>
    <dgm:pt modelId="{096B4189-868E-44F8-AC4B-2013AE7CB329}" type="sibTrans" cxnId="{C42D8C79-E4B7-4F43-87CC-69C4BA81F3D5}">
      <dgm:prSet/>
      <dgm:spPr/>
      <dgm:t>
        <a:bodyPr/>
        <a:lstStyle/>
        <a:p>
          <a:endParaRPr lang="en-US"/>
        </a:p>
      </dgm:t>
    </dgm:pt>
    <dgm:pt modelId="{D7A3BC43-E2BD-4454-9E39-B0EF2434E76F}">
      <dgm:prSet phldrT="[Text]"/>
      <dgm:spPr>
        <a:noFill/>
      </dgm:spPr>
      <dgm:t>
        <a:bodyPr/>
        <a:lstStyle/>
        <a:p>
          <a:r>
            <a:rPr lang="en-US" dirty="0"/>
            <a:t>4910</a:t>
          </a:r>
        </a:p>
      </dgm:t>
    </dgm:pt>
    <dgm:pt modelId="{4AD681AA-AD34-4185-8851-1D73F20E828E}" type="parTrans" cxnId="{107F69F8-1D8B-4F91-AC77-F9483E69536F}">
      <dgm:prSet/>
      <dgm:spPr/>
      <dgm:t>
        <a:bodyPr/>
        <a:lstStyle/>
        <a:p>
          <a:endParaRPr lang="en-US"/>
        </a:p>
      </dgm:t>
    </dgm:pt>
    <dgm:pt modelId="{936DC02B-D023-4342-B41E-917735F5316E}" type="sibTrans" cxnId="{107F69F8-1D8B-4F91-AC77-F9483E69536F}">
      <dgm:prSet/>
      <dgm:spPr/>
      <dgm:t>
        <a:bodyPr/>
        <a:lstStyle/>
        <a:p>
          <a:endParaRPr lang="en-US"/>
        </a:p>
      </dgm:t>
    </dgm:pt>
    <dgm:pt modelId="{6F5C86F9-DBD9-4AC7-8389-542C0AADFA18}">
      <dgm:prSet phldrT="[Text]"/>
      <dgm:spPr/>
      <dgm:t>
        <a:bodyPr/>
        <a:lstStyle/>
        <a:p>
          <a:endParaRPr lang="en-US" dirty="0"/>
        </a:p>
      </dgm:t>
    </dgm:pt>
    <dgm:pt modelId="{2EEFEBC4-B44D-4BA7-BCE6-7293ECC17EAC}" type="parTrans" cxnId="{AEB6A02F-64B3-4DB8-8CDB-AC46C8134DC4}">
      <dgm:prSet/>
      <dgm:spPr/>
      <dgm:t>
        <a:bodyPr/>
        <a:lstStyle/>
        <a:p>
          <a:endParaRPr lang="en-US"/>
        </a:p>
      </dgm:t>
    </dgm:pt>
    <dgm:pt modelId="{8120C870-AC10-405C-96E0-39CBB1DBCEC0}" type="sibTrans" cxnId="{AEB6A02F-64B3-4DB8-8CDB-AC46C8134DC4}">
      <dgm:prSet/>
      <dgm:spPr/>
      <dgm:t>
        <a:bodyPr/>
        <a:lstStyle/>
        <a:p>
          <a:endParaRPr lang="en-US"/>
        </a:p>
      </dgm:t>
    </dgm:pt>
    <dgm:pt modelId="{9AAFCB11-FC3E-467D-94EA-94364E2A70ED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5187</a:t>
          </a:r>
        </a:p>
      </dgm:t>
    </dgm:pt>
    <dgm:pt modelId="{07A86B36-2BE8-455A-8127-EC8EFB6800D7}" type="parTrans" cxnId="{E03BA2F8-1487-4C9C-9095-FD16DAC01C39}">
      <dgm:prSet/>
      <dgm:spPr/>
      <dgm:t>
        <a:bodyPr/>
        <a:lstStyle/>
        <a:p>
          <a:endParaRPr lang="en-US"/>
        </a:p>
      </dgm:t>
    </dgm:pt>
    <dgm:pt modelId="{A62356BB-9A37-42E4-B337-F1DCE3E71106}" type="sibTrans" cxnId="{E03BA2F8-1487-4C9C-9095-FD16DAC01C39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F399CAD-A39F-4C3C-A236-98BBF4A3DFBE}" type="pres">
      <dgm:prSet presAssocID="{1E9EF1E9-58BC-4449-B488-25BCAA48109E}" presName="Name14" presStyleCnt="0"/>
      <dgm:spPr/>
    </dgm:pt>
    <dgm:pt modelId="{1B12A6FF-50ED-4943-BD25-29745F944682}" type="pres">
      <dgm:prSet presAssocID="{1E9EF1E9-58BC-4449-B488-25BCAA48109E}" presName="level1Shape" presStyleLbl="node0" presStyleIdx="0" presStyleCnt="1">
        <dgm:presLayoutVars>
          <dgm:chPref val="3"/>
        </dgm:presLayoutVars>
      </dgm:prSet>
      <dgm:spPr/>
    </dgm:pt>
    <dgm:pt modelId="{928BC009-6C31-4D6B-A90C-3E01A5810900}" type="pres">
      <dgm:prSet presAssocID="{1E9EF1E9-58BC-4449-B488-25BCAA48109E}" presName="hierChild2" presStyleCnt="0"/>
      <dgm:spPr/>
    </dgm:pt>
    <dgm:pt modelId="{A5560781-9526-4DF1-B075-352BE4FC0686}" type="pres">
      <dgm:prSet presAssocID="{2EEFEBC4-B44D-4BA7-BCE6-7293ECC17EAC}" presName="Name19" presStyleLbl="parChTrans1D2" presStyleIdx="0" presStyleCnt="4"/>
      <dgm:spPr/>
    </dgm:pt>
    <dgm:pt modelId="{CFE6CD3F-9765-46DA-9C66-45BDCA851B31}" type="pres">
      <dgm:prSet presAssocID="{6F5C86F9-DBD9-4AC7-8389-542C0AADFA18}" presName="Name21" presStyleCnt="0"/>
      <dgm:spPr/>
    </dgm:pt>
    <dgm:pt modelId="{13DB2B23-CB36-4C76-A3A7-3A07DC68368E}" type="pres">
      <dgm:prSet presAssocID="{6F5C86F9-DBD9-4AC7-8389-542C0AADFA18}" presName="level2Shape" presStyleLbl="node2" presStyleIdx="0" presStyleCnt="4"/>
      <dgm:spPr/>
    </dgm:pt>
    <dgm:pt modelId="{98650029-9BCD-4CB6-9A81-CB8497D89827}" type="pres">
      <dgm:prSet presAssocID="{6F5C86F9-DBD9-4AC7-8389-542C0AADFA18}" presName="hierChild3" presStyleCnt="0"/>
      <dgm:spPr/>
    </dgm:pt>
    <dgm:pt modelId="{2A8EC154-F654-4FA9-BE36-1F8FD1AC77D0}" type="pres">
      <dgm:prSet presAssocID="{FF283220-286A-41D9-B951-964736168034}" presName="Name19" presStyleLbl="parChTrans1D3" presStyleIdx="0" presStyleCnt="8"/>
      <dgm:spPr/>
    </dgm:pt>
    <dgm:pt modelId="{FA90D4C9-AE91-4E5C-B756-86440982723D}" type="pres">
      <dgm:prSet presAssocID="{152D3EC6-7D78-47C0-A093-1A4DFBF4AC57}" presName="Name21" presStyleCnt="0"/>
      <dgm:spPr/>
    </dgm:pt>
    <dgm:pt modelId="{09A09D73-773F-4646-B837-6EFD4621030F}" type="pres">
      <dgm:prSet presAssocID="{152D3EC6-7D78-47C0-A093-1A4DFBF4AC57}" presName="level2Shape" presStyleLbl="node3" presStyleIdx="0" presStyleCnt="8"/>
      <dgm:spPr/>
    </dgm:pt>
    <dgm:pt modelId="{9D0A40F0-BD31-4B13-B55D-EE8858654723}" type="pres">
      <dgm:prSet presAssocID="{152D3EC6-7D78-47C0-A093-1A4DFBF4AC57}" presName="hierChild3" presStyleCnt="0"/>
      <dgm:spPr/>
    </dgm:pt>
    <dgm:pt modelId="{9985F612-40AE-4A21-98F7-3B17AED2AB53}" type="pres">
      <dgm:prSet presAssocID="{8A764B70-BB99-4494-84FE-1094FDC89A29}" presName="Name19" presStyleLbl="parChTrans1D3" presStyleIdx="1" presStyleCnt="8"/>
      <dgm:spPr/>
    </dgm:pt>
    <dgm:pt modelId="{6A59FF73-0F46-43F6-84F4-F747404C3D3F}" type="pres">
      <dgm:prSet presAssocID="{25C3D94B-FF05-477E-9258-9A99E50BE926}" presName="Name21" presStyleCnt="0"/>
      <dgm:spPr/>
    </dgm:pt>
    <dgm:pt modelId="{107D4E32-142C-470D-84CD-AA7C6F83803E}" type="pres">
      <dgm:prSet presAssocID="{25C3D94B-FF05-477E-9258-9A99E50BE926}" presName="level2Shape" presStyleLbl="node3" presStyleIdx="1" presStyleCnt="8"/>
      <dgm:spPr/>
    </dgm:pt>
    <dgm:pt modelId="{86FC65B5-06DA-498B-A18D-1FC531095F3B}" type="pres">
      <dgm:prSet presAssocID="{25C3D94B-FF05-477E-9258-9A99E50BE926}" presName="hierChild3" presStyleCnt="0"/>
      <dgm:spPr/>
    </dgm:pt>
    <dgm:pt modelId="{C518B57B-9FB5-431B-90D1-6E40591CA4B7}" type="pres">
      <dgm:prSet presAssocID="{07A86B36-2BE8-455A-8127-EC8EFB6800D7}" presName="Name19" presStyleLbl="parChTrans1D2" presStyleIdx="1" presStyleCnt="4"/>
      <dgm:spPr/>
    </dgm:pt>
    <dgm:pt modelId="{49578DA4-41F2-4888-9C5C-0D15055335D2}" type="pres">
      <dgm:prSet presAssocID="{9AAFCB11-FC3E-467D-94EA-94364E2A70ED}" presName="Name21" presStyleCnt="0"/>
      <dgm:spPr/>
    </dgm:pt>
    <dgm:pt modelId="{8817A68B-F08E-400B-826A-AE15C750B077}" type="pres">
      <dgm:prSet presAssocID="{9AAFCB11-FC3E-467D-94EA-94364E2A70ED}" presName="level2Shape" presStyleLbl="node2" presStyleIdx="1" presStyleCnt="4"/>
      <dgm:spPr/>
    </dgm:pt>
    <dgm:pt modelId="{AB6A2EF0-E95B-412A-8121-D119EFBB6AE8}" type="pres">
      <dgm:prSet presAssocID="{9AAFCB11-FC3E-467D-94EA-94364E2A70ED}" presName="hierChild3" presStyleCnt="0"/>
      <dgm:spPr/>
    </dgm:pt>
    <dgm:pt modelId="{278A11DC-B3F0-47EA-A243-FBE401607E40}" type="pres">
      <dgm:prSet presAssocID="{60582AA2-4BE9-4192-84E9-EAEFA1022096}" presName="Name19" presStyleLbl="parChTrans1D3" presStyleIdx="2" presStyleCnt="8"/>
      <dgm:spPr/>
    </dgm:pt>
    <dgm:pt modelId="{03371EB4-23BF-405B-9DAE-F4C24E01BB98}" type="pres">
      <dgm:prSet presAssocID="{F675879C-2D04-4D46-9ED6-2B78922FD47B}" presName="Name21" presStyleCnt="0"/>
      <dgm:spPr/>
    </dgm:pt>
    <dgm:pt modelId="{E383F2D3-A613-40DC-A535-F30D5C5B509F}" type="pres">
      <dgm:prSet presAssocID="{F675879C-2D04-4D46-9ED6-2B78922FD47B}" presName="level2Shape" presStyleLbl="node3" presStyleIdx="2" presStyleCnt="8"/>
      <dgm:spPr/>
    </dgm:pt>
    <dgm:pt modelId="{B0DA4101-CAB8-4A33-AD7F-F69B2C9DAE6C}" type="pres">
      <dgm:prSet presAssocID="{F675879C-2D04-4D46-9ED6-2B78922FD47B}" presName="hierChild3" presStyleCnt="0"/>
      <dgm:spPr/>
    </dgm:pt>
    <dgm:pt modelId="{895A57EA-A433-4BF4-BCD5-193C2495499A}" type="pres">
      <dgm:prSet presAssocID="{14ED6A7F-114D-4529-AC44-8E3873E96A45}" presName="Name19" presStyleLbl="parChTrans1D3" presStyleIdx="3" presStyleCnt="8"/>
      <dgm:spPr/>
    </dgm:pt>
    <dgm:pt modelId="{C9953385-4310-4667-A7A7-F909B71780F7}" type="pres">
      <dgm:prSet presAssocID="{7D1F50C2-9AD5-4F2A-BDF7-94815BE23E0E}" presName="Name21" presStyleCnt="0"/>
      <dgm:spPr/>
    </dgm:pt>
    <dgm:pt modelId="{4E707CA9-1E91-4D76-86BC-6A6C52C90BDF}" type="pres">
      <dgm:prSet presAssocID="{7D1F50C2-9AD5-4F2A-BDF7-94815BE23E0E}" presName="level2Shape" presStyleLbl="node3" presStyleIdx="3" presStyleCnt="8"/>
      <dgm:spPr/>
    </dgm:pt>
    <dgm:pt modelId="{F216372D-D0AA-4358-BD8B-D24BB8CCDD97}" type="pres">
      <dgm:prSet presAssocID="{7D1F50C2-9AD5-4F2A-BDF7-94815BE23E0E}" presName="hierChild3" presStyleCnt="0"/>
      <dgm:spPr/>
    </dgm:pt>
    <dgm:pt modelId="{B904AA58-8952-49CB-BF41-EDCD59066233}" type="pres">
      <dgm:prSet presAssocID="{4AD681AA-AD34-4185-8851-1D73F20E828E}" presName="Name19" presStyleLbl="parChTrans1D2" presStyleIdx="2" presStyleCnt="4"/>
      <dgm:spPr/>
    </dgm:pt>
    <dgm:pt modelId="{D0F77886-33F8-4814-B1CF-9C7FF516E267}" type="pres">
      <dgm:prSet presAssocID="{D7A3BC43-E2BD-4454-9E39-B0EF2434E76F}" presName="Name21" presStyleCnt="0"/>
      <dgm:spPr/>
    </dgm:pt>
    <dgm:pt modelId="{970F5CF9-8361-4C85-8C17-F416DF73D8C5}" type="pres">
      <dgm:prSet presAssocID="{D7A3BC43-E2BD-4454-9E39-B0EF2434E76F}" presName="level2Shape" presStyleLbl="node2" presStyleIdx="2" presStyleCnt="4"/>
      <dgm:spPr/>
    </dgm:pt>
    <dgm:pt modelId="{C66ECB5A-FCB8-4A02-B1D8-62FE6F049F40}" type="pres">
      <dgm:prSet presAssocID="{D7A3BC43-E2BD-4454-9E39-B0EF2434E76F}" presName="hierChild3" presStyleCnt="0"/>
      <dgm:spPr/>
    </dgm:pt>
    <dgm:pt modelId="{47B067D1-FE8F-4B72-8733-B053C4C7712D}" type="pres">
      <dgm:prSet presAssocID="{F7269FA9-32B3-49E9-B268-3D186BB87418}" presName="Name19" presStyleLbl="parChTrans1D3" presStyleIdx="4" presStyleCnt="8"/>
      <dgm:spPr/>
    </dgm:pt>
    <dgm:pt modelId="{A06D8653-2AB0-4B61-A668-289C6583517A}" type="pres">
      <dgm:prSet presAssocID="{2B898F8F-6F4C-4C0E-94B2-8B92EEFEEC46}" presName="Name21" presStyleCnt="0"/>
      <dgm:spPr/>
    </dgm:pt>
    <dgm:pt modelId="{29E282A6-2848-4831-820D-C7D8EE8849A1}" type="pres">
      <dgm:prSet presAssocID="{2B898F8F-6F4C-4C0E-94B2-8B92EEFEEC46}" presName="level2Shape" presStyleLbl="node3" presStyleIdx="4" presStyleCnt="8"/>
      <dgm:spPr/>
    </dgm:pt>
    <dgm:pt modelId="{79B46123-60C9-4D13-A8EF-F5EB1E6A9A24}" type="pres">
      <dgm:prSet presAssocID="{2B898F8F-6F4C-4C0E-94B2-8B92EEFEEC46}" presName="hierChild3" presStyleCnt="0"/>
      <dgm:spPr/>
    </dgm:pt>
    <dgm:pt modelId="{D69EC989-BDCB-4E74-8200-BB8F302F3EF9}" type="pres">
      <dgm:prSet presAssocID="{71149FAB-0F83-4E83-8983-E0821DD77159}" presName="Name19" presStyleLbl="parChTrans1D3" presStyleIdx="5" presStyleCnt="8"/>
      <dgm:spPr/>
    </dgm:pt>
    <dgm:pt modelId="{56BD945B-00E9-4836-9BB5-3613AD721BEE}" type="pres">
      <dgm:prSet presAssocID="{7227D0C8-B9C8-495D-A242-26AF48849E6D}" presName="Name21" presStyleCnt="0"/>
      <dgm:spPr/>
    </dgm:pt>
    <dgm:pt modelId="{BE65B694-C768-41CC-A45C-391BB02F5885}" type="pres">
      <dgm:prSet presAssocID="{7227D0C8-B9C8-495D-A242-26AF48849E6D}" presName="level2Shape" presStyleLbl="node3" presStyleIdx="5" presStyleCnt="8"/>
      <dgm:spPr/>
    </dgm:pt>
    <dgm:pt modelId="{F8EFBE7D-0EEC-4876-B284-62C7BE255E47}" type="pres">
      <dgm:prSet presAssocID="{7227D0C8-B9C8-495D-A242-26AF48849E6D}" presName="hierChild3" presStyleCnt="0"/>
      <dgm:spPr/>
    </dgm:pt>
    <dgm:pt modelId="{AF6194F8-A48A-4BA6-9E97-1D393BAECEAD}" type="pres">
      <dgm:prSet presAssocID="{22952E67-2A22-4B66-8E7E-F3D9676B0A48}" presName="Name19" presStyleLbl="parChTrans1D2" presStyleIdx="3" presStyleCnt="4"/>
      <dgm:spPr/>
    </dgm:pt>
    <dgm:pt modelId="{A3499804-9004-4E35-B926-21C05E41D40C}" type="pres">
      <dgm:prSet presAssocID="{2FFC2F26-B41C-4893-AFEF-C2861CFC9BBE}" presName="Name21" presStyleCnt="0"/>
      <dgm:spPr/>
    </dgm:pt>
    <dgm:pt modelId="{2A4D50EC-33D7-41E8-9600-5962AFC1512A}" type="pres">
      <dgm:prSet presAssocID="{2FFC2F26-B41C-4893-AFEF-C2861CFC9BBE}" presName="level2Shape" presStyleLbl="node2" presStyleIdx="3" presStyleCnt="4"/>
      <dgm:spPr/>
    </dgm:pt>
    <dgm:pt modelId="{0E4CDE59-72E4-49CD-81E7-8D4CC0EFDDF1}" type="pres">
      <dgm:prSet presAssocID="{2FFC2F26-B41C-4893-AFEF-C2861CFC9BBE}" presName="hierChild3" presStyleCnt="0"/>
      <dgm:spPr/>
    </dgm:pt>
    <dgm:pt modelId="{719FE4B1-B276-43A4-A164-F96A76B21C62}" type="pres">
      <dgm:prSet presAssocID="{DFC86199-6516-4466-880B-0C1746B0F44F}" presName="Name19" presStyleLbl="parChTrans1D3" presStyleIdx="6" presStyleCnt="8"/>
      <dgm:spPr/>
    </dgm:pt>
    <dgm:pt modelId="{0D8B584A-4A7F-4250-926D-0259F2A06235}" type="pres">
      <dgm:prSet presAssocID="{D66AE454-ACB6-40BC-93C4-E311D8F2F0A0}" presName="Name21" presStyleCnt="0"/>
      <dgm:spPr/>
    </dgm:pt>
    <dgm:pt modelId="{537D4DE7-BFD3-43D3-9523-41E814544BFB}" type="pres">
      <dgm:prSet presAssocID="{D66AE454-ACB6-40BC-93C4-E311D8F2F0A0}" presName="level2Shape" presStyleLbl="node3" presStyleIdx="6" presStyleCnt="8"/>
      <dgm:spPr/>
    </dgm:pt>
    <dgm:pt modelId="{9A24D10D-7EA5-4009-9CC9-FDEC031395A1}" type="pres">
      <dgm:prSet presAssocID="{D66AE454-ACB6-40BC-93C4-E311D8F2F0A0}" presName="hierChild3" presStyleCnt="0"/>
      <dgm:spPr/>
    </dgm:pt>
    <dgm:pt modelId="{4D00CADD-D747-4D9A-867A-727D5915BE4F}" type="pres">
      <dgm:prSet presAssocID="{5A091725-2241-4A94-B752-AF2998C365EF}" presName="Name19" presStyleLbl="parChTrans1D3" presStyleIdx="7" presStyleCnt="8"/>
      <dgm:spPr/>
    </dgm:pt>
    <dgm:pt modelId="{F4E2CBC0-E286-4475-A912-50785082E935}" type="pres">
      <dgm:prSet presAssocID="{7E92D950-63D2-41DC-9741-5510EA44D41C}" presName="Name21" presStyleCnt="0"/>
      <dgm:spPr/>
    </dgm:pt>
    <dgm:pt modelId="{E4483799-AC72-4749-B718-76B84D02CF21}" type="pres">
      <dgm:prSet presAssocID="{7E92D950-63D2-41DC-9741-5510EA44D41C}" presName="level2Shape" presStyleLbl="node3" presStyleIdx="7" presStyleCnt="8"/>
      <dgm:spPr/>
    </dgm:pt>
    <dgm:pt modelId="{3E3A1427-A4E9-4FC2-A3F3-D708A29108CB}" type="pres">
      <dgm:prSet presAssocID="{7E92D950-63D2-41DC-9741-5510EA44D41C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06206704-D561-496E-B152-1F6AC63D012A}" type="presOf" srcId="{7E92D950-63D2-41DC-9741-5510EA44D41C}" destId="{E4483799-AC72-4749-B718-76B84D02CF21}" srcOrd="0" destOrd="0" presId="urn:microsoft.com/office/officeart/2005/8/layout/hierarchy6"/>
    <dgm:cxn modelId="{DAFB3611-4FBD-4751-8CAA-C77889D72FFD}" type="presOf" srcId="{22952E67-2A22-4B66-8E7E-F3D9676B0A48}" destId="{AF6194F8-A48A-4BA6-9E97-1D393BAECEAD}" srcOrd="0" destOrd="0" presId="urn:microsoft.com/office/officeart/2005/8/layout/hierarchy6"/>
    <dgm:cxn modelId="{9FFCB311-DED2-4549-944F-7952C6CFCD8A}" type="presOf" srcId="{2B898F8F-6F4C-4C0E-94B2-8B92EEFEEC46}" destId="{29E282A6-2848-4831-820D-C7D8EE8849A1}" srcOrd="0" destOrd="0" presId="urn:microsoft.com/office/officeart/2005/8/layout/hierarchy6"/>
    <dgm:cxn modelId="{7B479F13-E779-46EB-92E9-8049651F5A69}" type="presOf" srcId="{7227D0C8-B9C8-495D-A242-26AF48849E6D}" destId="{BE65B694-C768-41CC-A45C-391BB02F5885}" srcOrd="0" destOrd="0" presId="urn:microsoft.com/office/officeart/2005/8/layout/hierarchy6"/>
    <dgm:cxn modelId="{C268EF21-9340-421F-9266-0D09A096390A}" srcId="{D7A3BC43-E2BD-4454-9E39-B0EF2434E76F}" destId="{2B898F8F-6F4C-4C0E-94B2-8B92EEFEEC46}" srcOrd="0" destOrd="0" parTransId="{F7269FA9-32B3-49E9-B268-3D186BB87418}" sibTransId="{8DF3072D-73FF-47E3-8AE2-09169523AEB1}"/>
    <dgm:cxn modelId="{0D909427-CB41-4E3E-AA1B-3A80525298B9}" type="presOf" srcId="{F675879C-2D04-4D46-9ED6-2B78922FD47B}" destId="{E383F2D3-A613-40DC-A535-F30D5C5B509F}" srcOrd="0" destOrd="0" presId="urn:microsoft.com/office/officeart/2005/8/layout/hierarchy6"/>
    <dgm:cxn modelId="{703E302B-C413-4CD7-9E9B-02E8B2E4AF7E}" type="presOf" srcId="{FF283220-286A-41D9-B951-964736168034}" destId="{2A8EC154-F654-4FA9-BE36-1F8FD1AC77D0}" srcOrd="0" destOrd="0" presId="urn:microsoft.com/office/officeart/2005/8/layout/hierarchy6"/>
    <dgm:cxn modelId="{AEB6A02F-64B3-4DB8-8CDB-AC46C8134DC4}" srcId="{1E9EF1E9-58BC-4449-B488-25BCAA48109E}" destId="{6F5C86F9-DBD9-4AC7-8389-542C0AADFA18}" srcOrd="0" destOrd="0" parTransId="{2EEFEBC4-B44D-4BA7-BCE6-7293ECC17EAC}" sibTransId="{8120C870-AC10-405C-96E0-39CBB1DBCEC0}"/>
    <dgm:cxn modelId="{830EE831-0DB1-4DE8-A3B4-34D09226F9F8}" type="presOf" srcId="{71149FAB-0F83-4E83-8983-E0821DD77159}" destId="{D69EC989-BDCB-4E74-8200-BB8F302F3EF9}" srcOrd="0" destOrd="0" presId="urn:microsoft.com/office/officeart/2005/8/layout/hierarchy6"/>
    <dgm:cxn modelId="{CF8E8D33-7C1D-4A2C-8AD4-EFDA814520DF}" type="presOf" srcId="{7D1F50C2-9AD5-4F2A-BDF7-94815BE23E0E}" destId="{4E707CA9-1E91-4D76-86BC-6A6C52C90BDF}" srcOrd="0" destOrd="0" presId="urn:microsoft.com/office/officeart/2005/8/layout/hierarchy6"/>
    <dgm:cxn modelId="{3C6DE43B-4598-4E4C-9843-68CD210A9925}" srcId="{6F5C86F9-DBD9-4AC7-8389-542C0AADFA18}" destId="{152D3EC6-7D78-47C0-A093-1A4DFBF4AC57}" srcOrd="0" destOrd="0" parTransId="{FF283220-286A-41D9-B951-964736168034}" sibTransId="{7F03414A-563C-4CAB-95A6-694E8527E46B}"/>
    <dgm:cxn modelId="{86F5823F-061C-49FF-9B6A-DC67B82F9659}" type="presOf" srcId="{D7A3BC43-E2BD-4454-9E39-B0EF2434E76F}" destId="{970F5CF9-8361-4C85-8C17-F416DF73D8C5}" srcOrd="0" destOrd="0" presId="urn:microsoft.com/office/officeart/2005/8/layout/hierarchy6"/>
    <dgm:cxn modelId="{70DFEF5B-84CC-45DB-A109-C9E4BE0D9C62}" type="presOf" srcId="{07A86B36-2BE8-455A-8127-EC8EFB6800D7}" destId="{C518B57B-9FB5-431B-90D1-6E40591CA4B7}" srcOrd="0" destOrd="0" presId="urn:microsoft.com/office/officeart/2005/8/layout/hierarchy6"/>
    <dgm:cxn modelId="{32F1225C-7191-4C9E-BE67-512E646A8871}" type="presOf" srcId="{F7269FA9-32B3-49E9-B268-3D186BB87418}" destId="{47B067D1-FE8F-4B72-8733-B053C4C7712D}" srcOrd="0" destOrd="0" presId="urn:microsoft.com/office/officeart/2005/8/layout/hierarchy6"/>
    <dgm:cxn modelId="{514B3043-7C54-4DD8-9AB6-81D70258C93D}" type="presOf" srcId="{5A091725-2241-4A94-B752-AF2998C365EF}" destId="{4D00CADD-D747-4D9A-867A-727D5915BE4F}" srcOrd="0" destOrd="0" presId="urn:microsoft.com/office/officeart/2005/8/layout/hierarchy6"/>
    <dgm:cxn modelId="{41FE4864-F9A1-4600-A0CD-49B1BE2548A4}" type="presOf" srcId="{2EEFEBC4-B44D-4BA7-BCE6-7293ECC17EAC}" destId="{A5560781-9526-4DF1-B075-352BE4FC0686}" srcOrd="0" destOrd="0" presId="urn:microsoft.com/office/officeart/2005/8/layout/hierarchy6"/>
    <dgm:cxn modelId="{3B3A1248-34FD-4479-A9D2-A2F68B639379}" type="presOf" srcId="{9AAFCB11-FC3E-467D-94EA-94364E2A70ED}" destId="{8817A68B-F08E-400B-826A-AE15C750B077}" srcOrd="0" destOrd="0" presId="urn:microsoft.com/office/officeart/2005/8/layout/hierarchy6"/>
    <dgm:cxn modelId="{37C81D6D-45B0-4FE2-9F0B-89B66A20ED16}" type="presOf" srcId="{8A764B70-BB99-4494-84FE-1094FDC89A29}" destId="{9985F612-40AE-4A21-98F7-3B17AED2AB53}" srcOrd="0" destOrd="0" presId="urn:microsoft.com/office/officeart/2005/8/layout/hierarchy6"/>
    <dgm:cxn modelId="{21349E6D-F632-4CE4-8F8B-CD8CF56CC79F}" type="presOf" srcId="{1E9EF1E9-58BC-4449-B488-25BCAA48109E}" destId="{1B12A6FF-50ED-4943-BD25-29745F944682}" srcOrd="0" destOrd="0" presId="urn:microsoft.com/office/officeart/2005/8/layout/hierarchy6"/>
    <dgm:cxn modelId="{F9DA6B53-321B-4351-A699-D3447FB7FFC3}" srcId="{6F5C86F9-DBD9-4AC7-8389-542C0AADFA18}" destId="{25C3D94B-FF05-477E-9258-9A99E50BE926}" srcOrd="1" destOrd="0" parTransId="{8A764B70-BB99-4494-84FE-1094FDC89A29}" sibTransId="{BB5C154D-BEA6-4889-BEC2-6CD7F5EBAA1D}"/>
    <dgm:cxn modelId="{C42D8C79-E4B7-4F43-87CC-69C4BA81F3D5}" srcId="{1E9EF1E9-58BC-4449-B488-25BCAA48109E}" destId="{2FFC2F26-B41C-4893-AFEF-C2861CFC9BBE}" srcOrd="3" destOrd="0" parTransId="{22952E67-2A22-4B66-8E7E-F3D9676B0A48}" sibTransId="{096B4189-868E-44F8-AC4B-2013AE7CB329}"/>
    <dgm:cxn modelId="{49B29781-6362-414D-AC01-6D3FE1A0DBF5}" type="presOf" srcId="{60582AA2-4BE9-4192-84E9-EAEFA1022096}" destId="{278A11DC-B3F0-47EA-A243-FBE401607E40}" srcOrd="0" destOrd="0" presId="urn:microsoft.com/office/officeart/2005/8/layout/hierarchy6"/>
    <dgm:cxn modelId="{B8D88682-35B0-4ED9-A6B3-D449775429FA}" type="presOf" srcId="{DFC86199-6516-4466-880B-0C1746B0F44F}" destId="{719FE4B1-B276-43A4-A164-F96A76B21C62}" srcOrd="0" destOrd="0" presId="urn:microsoft.com/office/officeart/2005/8/layout/hierarchy6"/>
    <dgm:cxn modelId="{917B0385-0B6D-40EE-9A8A-A11D0FBEA7D0}" type="presOf" srcId="{D66AE454-ACB6-40BC-93C4-E311D8F2F0A0}" destId="{537D4DE7-BFD3-43D3-9523-41E814544BFB}" srcOrd="0" destOrd="0" presId="urn:microsoft.com/office/officeart/2005/8/layout/hierarchy6"/>
    <dgm:cxn modelId="{6F5F6D88-3685-47B1-9965-9E9AA834D42D}" srcId="{9AAFCB11-FC3E-467D-94EA-94364E2A70ED}" destId="{7D1F50C2-9AD5-4F2A-BDF7-94815BE23E0E}" srcOrd="1" destOrd="0" parTransId="{14ED6A7F-114D-4529-AC44-8E3873E96A45}" sibTransId="{8E37BED4-F2B7-4977-BA56-E6F44843884D}"/>
    <dgm:cxn modelId="{4106A78A-9142-48A0-8236-FFC76002534F}" srcId="{2FFC2F26-B41C-4893-AFEF-C2861CFC9BBE}" destId="{7E92D950-63D2-41DC-9741-5510EA44D41C}" srcOrd="1" destOrd="0" parTransId="{5A091725-2241-4A94-B752-AF2998C365EF}" sibTransId="{922399E7-5DE5-41B9-8B65-2518BA7EA187}"/>
    <dgm:cxn modelId="{BA96E698-9F40-4466-BF8D-1CF0681E9245}" type="presOf" srcId="{2FFC2F26-B41C-4893-AFEF-C2861CFC9BBE}" destId="{2A4D50EC-33D7-41E8-9600-5962AFC1512A}" srcOrd="0" destOrd="0" presId="urn:microsoft.com/office/officeart/2005/8/layout/hierarchy6"/>
    <dgm:cxn modelId="{09B8049D-C518-4763-B9A3-1529A628A621}" srcId="{D7A3BC43-E2BD-4454-9E39-B0EF2434E76F}" destId="{7227D0C8-B9C8-495D-A242-26AF48849E6D}" srcOrd="1" destOrd="0" parTransId="{71149FAB-0F83-4E83-8983-E0821DD77159}" sibTransId="{0A147F03-429F-4B3D-870B-2229A7C35765}"/>
    <dgm:cxn modelId="{EB7212A5-4475-4061-AADD-29C7EF11154B}" type="presOf" srcId="{14ED6A7F-114D-4529-AC44-8E3873E96A45}" destId="{895A57EA-A433-4BF4-BCD5-193C2495499A}" srcOrd="0" destOrd="0" presId="urn:microsoft.com/office/officeart/2005/8/layout/hierarchy6"/>
    <dgm:cxn modelId="{3C6573A5-C446-42E1-8FA5-546734E8361E}" type="presOf" srcId="{152D3EC6-7D78-47C0-A093-1A4DFBF4AC57}" destId="{09A09D73-773F-4646-B837-6EFD4621030F}" srcOrd="0" destOrd="0" presId="urn:microsoft.com/office/officeart/2005/8/layout/hierarchy6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6CD3A3C1-6E21-4AFE-BAF3-40DFF43B3A76}" srcId="{9AAFCB11-FC3E-467D-94EA-94364E2A70ED}" destId="{F675879C-2D04-4D46-9ED6-2B78922FD47B}" srcOrd="0" destOrd="0" parTransId="{60582AA2-4BE9-4192-84E9-EAEFA1022096}" sibTransId="{3C9CFC80-25A0-457C-BB62-A1E8006CF616}"/>
    <dgm:cxn modelId="{1A5B37C7-9AEF-4010-8D6C-1878837DB158}" type="presOf" srcId="{25C3D94B-FF05-477E-9258-9A99E50BE926}" destId="{107D4E32-142C-470D-84CD-AA7C6F83803E}" srcOrd="0" destOrd="0" presId="urn:microsoft.com/office/officeart/2005/8/layout/hierarchy6"/>
    <dgm:cxn modelId="{A9DBD5C7-52BB-4E07-9DEE-CDCBF1598579}" type="presOf" srcId="{4AD681AA-AD34-4185-8851-1D73F20E828E}" destId="{B904AA58-8952-49CB-BF41-EDCD59066233}" srcOrd="0" destOrd="0" presId="urn:microsoft.com/office/officeart/2005/8/layout/hierarchy6"/>
    <dgm:cxn modelId="{BE1F20E5-FE9E-4444-B5BC-6C24D0E90D2B}" type="presOf" srcId="{6F5C86F9-DBD9-4AC7-8389-542C0AADFA18}" destId="{13DB2B23-CB36-4C76-A3A7-3A07DC68368E}" srcOrd="0" destOrd="0" presId="urn:microsoft.com/office/officeart/2005/8/layout/hierarchy6"/>
    <dgm:cxn modelId="{6FD74DEF-208B-433B-87C5-55464512E295}" srcId="{2FFC2F26-B41C-4893-AFEF-C2861CFC9BBE}" destId="{D66AE454-ACB6-40BC-93C4-E311D8F2F0A0}" srcOrd="0" destOrd="0" parTransId="{DFC86199-6516-4466-880B-0C1746B0F44F}" sibTransId="{43C25A6F-6B99-4EDE-8907-A77955911EEF}"/>
    <dgm:cxn modelId="{FC0C62F6-BACC-45E6-8FA5-8C28525A6E7B}" srcId="{25D41D2E-FEC9-444D-B75D-82CC7BEA4B4B}" destId="{1E9EF1E9-58BC-4449-B488-25BCAA48109E}" srcOrd="0" destOrd="0" parTransId="{17A80643-F3AD-4400-ABE5-414F6FCF641B}" sibTransId="{2ACE8275-52BF-468C-9A8B-03655CA0022C}"/>
    <dgm:cxn modelId="{107F69F8-1D8B-4F91-AC77-F9483E69536F}" srcId="{1E9EF1E9-58BC-4449-B488-25BCAA48109E}" destId="{D7A3BC43-E2BD-4454-9E39-B0EF2434E76F}" srcOrd="2" destOrd="0" parTransId="{4AD681AA-AD34-4185-8851-1D73F20E828E}" sibTransId="{936DC02B-D023-4342-B41E-917735F5316E}"/>
    <dgm:cxn modelId="{E03BA2F8-1487-4C9C-9095-FD16DAC01C39}" srcId="{1E9EF1E9-58BC-4449-B488-25BCAA48109E}" destId="{9AAFCB11-FC3E-467D-94EA-94364E2A70ED}" srcOrd="1" destOrd="0" parTransId="{07A86B36-2BE8-455A-8127-EC8EFB6800D7}" sibTransId="{A62356BB-9A37-42E4-B337-F1DCE3E71106}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DED9C441-E0A4-4A6B-9F1F-64E7BEB0273E}" type="presParOf" srcId="{3B8E0E52-806F-461B-808A-40A35535EB4C}" destId="{7F399CAD-A39F-4C3C-A236-98BBF4A3DFBE}" srcOrd="0" destOrd="0" presId="urn:microsoft.com/office/officeart/2005/8/layout/hierarchy6"/>
    <dgm:cxn modelId="{3BC53DA9-9092-4CE6-9CE1-BBF0807C433F}" type="presParOf" srcId="{7F399CAD-A39F-4C3C-A236-98BBF4A3DFBE}" destId="{1B12A6FF-50ED-4943-BD25-29745F944682}" srcOrd="0" destOrd="0" presId="urn:microsoft.com/office/officeart/2005/8/layout/hierarchy6"/>
    <dgm:cxn modelId="{3D551A3C-2DBB-4196-ABD7-3EB8196F42EA}" type="presParOf" srcId="{7F399CAD-A39F-4C3C-A236-98BBF4A3DFBE}" destId="{928BC009-6C31-4D6B-A90C-3E01A5810900}" srcOrd="1" destOrd="0" presId="urn:microsoft.com/office/officeart/2005/8/layout/hierarchy6"/>
    <dgm:cxn modelId="{5BDB225B-76B0-455B-BADC-B59787A9EE75}" type="presParOf" srcId="{928BC009-6C31-4D6B-A90C-3E01A5810900}" destId="{A5560781-9526-4DF1-B075-352BE4FC0686}" srcOrd="0" destOrd="0" presId="urn:microsoft.com/office/officeart/2005/8/layout/hierarchy6"/>
    <dgm:cxn modelId="{F6CB0E19-F422-47B1-A3F1-79CC5171BF50}" type="presParOf" srcId="{928BC009-6C31-4D6B-A90C-3E01A5810900}" destId="{CFE6CD3F-9765-46DA-9C66-45BDCA851B31}" srcOrd="1" destOrd="0" presId="urn:microsoft.com/office/officeart/2005/8/layout/hierarchy6"/>
    <dgm:cxn modelId="{E0E21435-CB81-4C3E-90DF-021703DC870D}" type="presParOf" srcId="{CFE6CD3F-9765-46DA-9C66-45BDCA851B31}" destId="{13DB2B23-CB36-4C76-A3A7-3A07DC68368E}" srcOrd="0" destOrd="0" presId="urn:microsoft.com/office/officeart/2005/8/layout/hierarchy6"/>
    <dgm:cxn modelId="{2CE27969-AA31-450F-84BB-9383A3387F7D}" type="presParOf" srcId="{CFE6CD3F-9765-46DA-9C66-45BDCA851B31}" destId="{98650029-9BCD-4CB6-9A81-CB8497D89827}" srcOrd="1" destOrd="0" presId="urn:microsoft.com/office/officeart/2005/8/layout/hierarchy6"/>
    <dgm:cxn modelId="{2286AC20-B986-4260-9924-1D51754288B1}" type="presParOf" srcId="{98650029-9BCD-4CB6-9A81-CB8497D89827}" destId="{2A8EC154-F654-4FA9-BE36-1F8FD1AC77D0}" srcOrd="0" destOrd="0" presId="urn:microsoft.com/office/officeart/2005/8/layout/hierarchy6"/>
    <dgm:cxn modelId="{0834A771-6375-4B4B-9FC9-B755ED803563}" type="presParOf" srcId="{98650029-9BCD-4CB6-9A81-CB8497D89827}" destId="{FA90D4C9-AE91-4E5C-B756-86440982723D}" srcOrd="1" destOrd="0" presId="urn:microsoft.com/office/officeart/2005/8/layout/hierarchy6"/>
    <dgm:cxn modelId="{9F5E67D1-8ED3-407F-BB54-110FC31AF02F}" type="presParOf" srcId="{FA90D4C9-AE91-4E5C-B756-86440982723D}" destId="{09A09D73-773F-4646-B837-6EFD4621030F}" srcOrd="0" destOrd="0" presId="urn:microsoft.com/office/officeart/2005/8/layout/hierarchy6"/>
    <dgm:cxn modelId="{3FE80AD5-4FC1-4617-A057-CB14D4A34577}" type="presParOf" srcId="{FA90D4C9-AE91-4E5C-B756-86440982723D}" destId="{9D0A40F0-BD31-4B13-B55D-EE8858654723}" srcOrd="1" destOrd="0" presId="urn:microsoft.com/office/officeart/2005/8/layout/hierarchy6"/>
    <dgm:cxn modelId="{4965E700-14D1-4B08-801E-86E4485B1004}" type="presParOf" srcId="{98650029-9BCD-4CB6-9A81-CB8497D89827}" destId="{9985F612-40AE-4A21-98F7-3B17AED2AB53}" srcOrd="2" destOrd="0" presId="urn:microsoft.com/office/officeart/2005/8/layout/hierarchy6"/>
    <dgm:cxn modelId="{C207D046-278E-453E-A9C0-B839297B5773}" type="presParOf" srcId="{98650029-9BCD-4CB6-9A81-CB8497D89827}" destId="{6A59FF73-0F46-43F6-84F4-F747404C3D3F}" srcOrd="3" destOrd="0" presId="urn:microsoft.com/office/officeart/2005/8/layout/hierarchy6"/>
    <dgm:cxn modelId="{D26E8697-8260-42E6-8348-003DB372B2F2}" type="presParOf" srcId="{6A59FF73-0F46-43F6-84F4-F747404C3D3F}" destId="{107D4E32-142C-470D-84CD-AA7C6F83803E}" srcOrd="0" destOrd="0" presId="urn:microsoft.com/office/officeart/2005/8/layout/hierarchy6"/>
    <dgm:cxn modelId="{9CD399C7-30B6-45A7-B547-146CDDA76CFE}" type="presParOf" srcId="{6A59FF73-0F46-43F6-84F4-F747404C3D3F}" destId="{86FC65B5-06DA-498B-A18D-1FC531095F3B}" srcOrd="1" destOrd="0" presId="urn:microsoft.com/office/officeart/2005/8/layout/hierarchy6"/>
    <dgm:cxn modelId="{BFF58ACB-1A0C-405B-90FE-E3DDDF9DC6A3}" type="presParOf" srcId="{928BC009-6C31-4D6B-A90C-3E01A5810900}" destId="{C518B57B-9FB5-431B-90D1-6E40591CA4B7}" srcOrd="2" destOrd="0" presId="urn:microsoft.com/office/officeart/2005/8/layout/hierarchy6"/>
    <dgm:cxn modelId="{76B7EE8B-CD28-4A1A-825C-F6A5838ABCC3}" type="presParOf" srcId="{928BC009-6C31-4D6B-A90C-3E01A5810900}" destId="{49578DA4-41F2-4888-9C5C-0D15055335D2}" srcOrd="3" destOrd="0" presId="urn:microsoft.com/office/officeart/2005/8/layout/hierarchy6"/>
    <dgm:cxn modelId="{F8B3DD32-8427-4E95-B686-3DC32463AB68}" type="presParOf" srcId="{49578DA4-41F2-4888-9C5C-0D15055335D2}" destId="{8817A68B-F08E-400B-826A-AE15C750B077}" srcOrd="0" destOrd="0" presId="urn:microsoft.com/office/officeart/2005/8/layout/hierarchy6"/>
    <dgm:cxn modelId="{452C064D-559A-4819-BA5F-E17B519C39FD}" type="presParOf" srcId="{49578DA4-41F2-4888-9C5C-0D15055335D2}" destId="{AB6A2EF0-E95B-412A-8121-D119EFBB6AE8}" srcOrd="1" destOrd="0" presId="urn:microsoft.com/office/officeart/2005/8/layout/hierarchy6"/>
    <dgm:cxn modelId="{4A3F8208-54A1-4958-AABC-94B614AF7E72}" type="presParOf" srcId="{AB6A2EF0-E95B-412A-8121-D119EFBB6AE8}" destId="{278A11DC-B3F0-47EA-A243-FBE401607E40}" srcOrd="0" destOrd="0" presId="urn:microsoft.com/office/officeart/2005/8/layout/hierarchy6"/>
    <dgm:cxn modelId="{B44347D1-8E6D-4A2B-B02D-230232063A8A}" type="presParOf" srcId="{AB6A2EF0-E95B-412A-8121-D119EFBB6AE8}" destId="{03371EB4-23BF-405B-9DAE-F4C24E01BB98}" srcOrd="1" destOrd="0" presId="urn:microsoft.com/office/officeart/2005/8/layout/hierarchy6"/>
    <dgm:cxn modelId="{1F056F09-18A4-47C1-8CF6-A828E84AC60A}" type="presParOf" srcId="{03371EB4-23BF-405B-9DAE-F4C24E01BB98}" destId="{E383F2D3-A613-40DC-A535-F30D5C5B509F}" srcOrd="0" destOrd="0" presId="urn:microsoft.com/office/officeart/2005/8/layout/hierarchy6"/>
    <dgm:cxn modelId="{F2DC740D-F152-4F63-8ABA-96FC9A61B904}" type="presParOf" srcId="{03371EB4-23BF-405B-9DAE-F4C24E01BB98}" destId="{B0DA4101-CAB8-4A33-AD7F-F69B2C9DAE6C}" srcOrd="1" destOrd="0" presId="urn:microsoft.com/office/officeart/2005/8/layout/hierarchy6"/>
    <dgm:cxn modelId="{A8F0B0FB-B4F3-45C8-8D4B-CCBD34C33439}" type="presParOf" srcId="{AB6A2EF0-E95B-412A-8121-D119EFBB6AE8}" destId="{895A57EA-A433-4BF4-BCD5-193C2495499A}" srcOrd="2" destOrd="0" presId="urn:microsoft.com/office/officeart/2005/8/layout/hierarchy6"/>
    <dgm:cxn modelId="{6772BAC2-9620-4F2D-B509-317C67DEDA23}" type="presParOf" srcId="{AB6A2EF0-E95B-412A-8121-D119EFBB6AE8}" destId="{C9953385-4310-4667-A7A7-F909B71780F7}" srcOrd="3" destOrd="0" presId="urn:microsoft.com/office/officeart/2005/8/layout/hierarchy6"/>
    <dgm:cxn modelId="{35EAAFB8-B3C6-4A0E-9D07-A043C32D3E23}" type="presParOf" srcId="{C9953385-4310-4667-A7A7-F909B71780F7}" destId="{4E707CA9-1E91-4D76-86BC-6A6C52C90BDF}" srcOrd="0" destOrd="0" presId="urn:microsoft.com/office/officeart/2005/8/layout/hierarchy6"/>
    <dgm:cxn modelId="{C958A612-6E2E-46A0-8989-D1F8075D55BE}" type="presParOf" srcId="{C9953385-4310-4667-A7A7-F909B71780F7}" destId="{F216372D-D0AA-4358-BD8B-D24BB8CCDD97}" srcOrd="1" destOrd="0" presId="urn:microsoft.com/office/officeart/2005/8/layout/hierarchy6"/>
    <dgm:cxn modelId="{F07729CD-FE8F-4AEF-98A3-AABB86C54B1B}" type="presParOf" srcId="{928BC009-6C31-4D6B-A90C-3E01A5810900}" destId="{B904AA58-8952-49CB-BF41-EDCD59066233}" srcOrd="4" destOrd="0" presId="urn:microsoft.com/office/officeart/2005/8/layout/hierarchy6"/>
    <dgm:cxn modelId="{32B954C6-B82F-4A4E-8CB8-C2ED76F74128}" type="presParOf" srcId="{928BC009-6C31-4D6B-A90C-3E01A5810900}" destId="{D0F77886-33F8-4814-B1CF-9C7FF516E267}" srcOrd="5" destOrd="0" presId="urn:microsoft.com/office/officeart/2005/8/layout/hierarchy6"/>
    <dgm:cxn modelId="{AD430456-0250-456B-A608-ED6DEE5E2B48}" type="presParOf" srcId="{D0F77886-33F8-4814-B1CF-9C7FF516E267}" destId="{970F5CF9-8361-4C85-8C17-F416DF73D8C5}" srcOrd="0" destOrd="0" presId="urn:microsoft.com/office/officeart/2005/8/layout/hierarchy6"/>
    <dgm:cxn modelId="{C340703E-F6DE-420E-B803-9891410044A0}" type="presParOf" srcId="{D0F77886-33F8-4814-B1CF-9C7FF516E267}" destId="{C66ECB5A-FCB8-4A02-B1D8-62FE6F049F40}" srcOrd="1" destOrd="0" presId="urn:microsoft.com/office/officeart/2005/8/layout/hierarchy6"/>
    <dgm:cxn modelId="{F232D77B-3483-4F71-BB7C-7C864D7C8204}" type="presParOf" srcId="{C66ECB5A-FCB8-4A02-B1D8-62FE6F049F40}" destId="{47B067D1-FE8F-4B72-8733-B053C4C7712D}" srcOrd="0" destOrd="0" presId="urn:microsoft.com/office/officeart/2005/8/layout/hierarchy6"/>
    <dgm:cxn modelId="{E1FD37DA-9BCC-4576-9E80-8375E0FAC08A}" type="presParOf" srcId="{C66ECB5A-FCB8-4A02-B1D8-62FE6F049F40}" destId="{A06D8653-2AB0-4B61-A668-289C6583517A}" srcOrd="1" destOrd="0" presId="urn:microsoft.com/office/officeart/2005/8/layout/hierarchy6"/>
    <dgm:cxn modelId="{456752AB-2606-4585-A8A5-99693B201BF3}" type="presParOf" srcId="{A06D8653-2AB0-4B61-A668-289C6583517A}" destId="{29E282A6-2848-4831-820D-C7D8EE8849A1}" srcOrd="0" destOrd="0" presId="urn:microsoft.com/office/officeart/2005/8/layout/hierarchy6"/>
    <dgm:cxn modelId="{E1C5C214-C1B9-4B24-9BEF-72CCA812A008}" type="presParOf" srcId="{A06D8653-2AB0-4B61-A668-289C6583517A}" destId="{79B46123-60C9-4D13-A8EF-F5EB1E6A9A24}" srcOrd="1" destOrd="0" presId="urn:microsoft.com/office/officeart/2005/8/layout/hierarchy6"/>
    <dgm:cxn modelId="{9A4F142E-E8F9-4635-B063-63F56343FDF9}" type="presParOf" srcId="{C66ECB5A-FCB8-4A02-B1D8-62FE6F049F40}" destId="{D69EC989-BDCB-4E74-8200-BB8F302F3EF9}" srcOrd="2" destOrd="0" presId="urn:microsoft.com/office/officeart/2005/8/layout/hierarchy6"/>
    <dgm:cxn modelId="{614042D1-9315-4635-A737-3609D5C4299B}" type="presParOf" srcId="{C66ECB5A-FCB8-4A02-B1D8-62FE6F049F40}" destId="{56BD945B-00E9-4836-9BB5-3613AD721BEE}" srcOrd="3" destOrd="0" presId="urn:microsoft.com/office/officeart/2005/8/layout/hierarchy6"/>
    <dgm:cxn modelId="{AB8D371B-BAD8-41EE-B56B-175C82282D65}" type="presParOf" srcId="{56BD945B-00E9-4836-9BB5-3613AD721BEE}" destId="{BE65B694-C768-41CC-A45C-391BB02F5885}" srcOrd="0" destOrd="0" presId="urn:microsoft.com/office/officeart/2005/8/layout/hierarchy6"/>
    <dgm:cxn modelId="{0B05A28A-310C-4221-8992-48E3EBB6456D}" type="presParOf" srcId="{56BD945B-00E9-4836-9BB5-3613AD721BEE}" destId="{F8EFBE7D-0EEC-4876-B284-62C7BE255E47}" srcOrd="1" destOrd="0" presId="urn:microsoft.com/office/officeart/2005/8/layout/hierarchy6"/>
    <dgm:cxn modelId="{C54DDD71-1C5F-4DDE-AD34-48C07754E410}" type="presParOf" srcId="{928BC009-6C31-4D6B-A90C-3E01A5810900}" destId="{AF6194F8-A48A-4BA6-9E97-1D393BAECEAD}" srcOrd="6" destOrd="0" presId="urn:microsoft.com/office/officeart/2005/8/layout/hierarchy6"/>
    <dgm:cxn modelId="{B0C59B4C-ECE9-4B8A-B2CA-EF6ED7A41EC1}" type="presParOf" srcId="{928BC009-6C31-4D6B-A90C-3E01A5810900}" destId="{A3499804-9004-4E35-B926-21C05E41D40C}" srcOrd="7" destOrd="0" presId="urn:microsoft.com/office/officeart/2005/8/layout/hierarchy6"/>
    <dgm:cxn modelId="{A08167AA-A49D-4366-8D5B-A8A8AF71A16E}" type="presParOf" srcId="{A3499804-9004-4E35-B926-21C05E41D40C}" destId="{2A4D50EC-33D7-41E8-9600-5962AFC1512A}" srcOrd="0" destOrd="0" presId="urn:microsoft.com/office/officeart/2005/8/layout/hierarchy6"/>
    <dgm:cxn modelId="{E1B664E5-4F0C-419A-86D1-724190AFF801}" type="presParOf" srcId="{A3499804-9004-4E35-B926-21C05E41D40C}" destId="{0E4CDE59-72E4-49CD-81E7-8D4CC0EFDDF1}" srcOrd="1" destOrd="0" presId="urn:microsoft.com/office/officeart/2005/8/layout/hierarchy6"/>
    <dgm:cxn modelId="{AB447EF2-F903-4B7C-94CC-D81DD8AFF874}" type="presParOf" srcId="{0E4CDE59-72E4-49CD-81E7-8D4CC0EFDDF1}" destId="{719FE4B1-B276-43A4-A164-F96A76B21C62}" srcOrd="0" destOrd="0" presId="urn:microsoft.com/office/officeart/2005/8/layout/hierarchy6"/>
    <dgm:cxn modelId="{7675CEA3-CF17-4238-AE48-CE90943AAEE5}" type="presParOf" srcId="{0E4CDE59-72E4-49CD-81E7-8D4CC0EFDDF1}" destId="{0D8B584A-4A7F-4250-926D-0259F2A06235}" srcOrd="1" destOrd="0" presId="urn:microsoft.com/office/officeart/2005/8/layout/hierarchy6"/>
    <dgm:cxn modelId="{4A3BCFFB-F2B0-4F81-B369-5B83EB2F9DF5}" type="presParOf" srcId="{0D8B584A-4A7F-4250-926D-0259F2A06235}" destId="{537D4DE7-BFD3-43D3-9523-41E814544BFB}" srcOrd="0" destOrd="0" presId="urn:microsoft.com/office/officeart/2005/8/layout/hierarchy6"/>
    <dgm:cxn modelId="{A1FDDA7A-5E1B-4225-90E1-C374AD57272A}" type="presParOf" srcId="{0D8B584A-4A7F-4250-926D-0259F2A06235}" destId="{9A24D10D-7EA5-4009-9CC9-FDEC031395A1}" srcOrd="1" destOrd="0" presId="urn:microsoft.com/office/officeart/2005/8/layout/hierarchy6"/>
    <dgm:cxn modelId="{F596DE79-F9B2-4769-871A-D85A3AC17FB7}" type="presParOf" srcId="{0E4CDE59-72E4-49CD-81E7-8D4CC0EFDDF1}" destId="{4D00CADD-D747-4D9A-867A-727D5915BE4F}" srcOrd="2" destOrd="0" presId="urn:microsoft.com/office/officeart/2005/8/layout/hierarchy6"/>
    <dgm:cxn modelId="{0EB30A27-1046-49E4-9A80-DDBC7D5A5BD3}" type="presParOf" srcId="{0E4CDE59-72E4-49CD-81E7-8D4CC0EFDDF1}" destId="{F4E2CBC0-E286-4475-A912-50785082E935}" srcOrd="3" destOrd="0" presId="urn:microsoft.com/office/officeart/2005/8/layout/hierarchy6"/>
    <dgm:cxn modelId="{A1BD9968-A07C-40E5-83B6-D4FA515FC54E}" type="presParOf" srcId="{F4E2CBC0-E286-4475-A912-50785082E935}" destId="{E4483799-AC72-4749-B718-76B84D02CF21}" srcOrd="0" destOrd="0" presId="urn:microsoft.com/office/officeart/2005/8/layout/hierarchy6"/>
    <dgm:cxn modelId="{322C47AA-AF84-4560-A906-612EE7EDD3EC}" type="presParOf" srcId="{F4E2CBC0-E286-4475-A912-50785082E935}" destId="{3E3A1427-A4E9-4FC2-A3F3-D708A29108CB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52D3EC6-7D78-47C0-A093-1A4DFBF4AC57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FF283220-286A-41D9-B951-964736168034}" type="parTrans" cxnId="{3C6DE43B-4598-4E4C-9843-68CD210A9925}">
      <dgm:prSet/>
      <dgm:spPr/>
      <dgm:t>
        <a:bodyPr/>
        <a:lstStyle/>
        <a:p>
          <a:endParaRPr lang="en-US"/>
        </a:p>
      </dgm:t>
    </dgm:pt>
    <dgm:pt modelId="{7F03414A-563C-4CAB-95A6-694E8527E46B}" type="sibTrans" cxnId="{3C6DE43B-4598-4E4C-9843-68CD210A9925}">
      <dgm:prSet/>
      <dgm:spPr/>
      <dgm:t>
        <a:bodyPr/>
        <a:lstStyle/>
        <a:p>
          <a:endParaRPr lang="en-US"/>
        </a:p>
      </dgm:t>
    </dgm:pt>
    <dgm:pt modelId="{25C3D94B-FF05-477E-9258-9A99E50BE926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8A764B70-BB99-4494-84FE-1094FDC89A29}" type="parTrans" cxnId="{F9DA6B53-321B-4351-A699-D3447FB7FFC3}">
      <dgm:prSet/>
      <dgm:spPr/>
      <dgm:t>
        <a:bodyPr/>
        <a:lstStyle/>
        <a:p>
          <a:endParaRPr lang="en-US"/>
        </a:p>
      </dgm:t>
    </dgm:pt>
    <dgm:pt modelId="{BB5C154D-BEA6-4889-BEC2-6CD7F5EBAA1D}" type="sibTrans" cxnId="{F9DA6B53-321B-4351-A699-D3447FB7FFC3}">
      <dgm:prSet/>
      <dgm:spPr/>
      <dgm:t>
        <a:bodyPr/>
        <a:lstStyle/>
        <a:p>
          <a:endParaRPr lang="en-US"/>
        </a:p>
      </dgm:t>
    </dgm:pt>
    <dgm:pt modelId="{F675879C-2D04-4D46-9ED6-2B78922FD47B}">
      <dgm:prSet phldrT="[Text]"/>
      <dgm:spPr>
        <a:noFill/>
      </dgm:spPr>
      <dgm:t>
        <a:bodyPr/>
        <a:lstStyle/>
        <a:p>
          <a:r>
            <a:rPr lang="en-US" dirty="0"/>
            <a:t>5144</a:t>
          </a:r>
        </a:p>
      </dgm:t>
    </dgm:pt>
    <dgm:pt modelId="{60582AA2-4BE9-4192-84E9-EAEFA1022096}" type="parTrans" cxnId="{6CD3A3C1-6E21-4AFE-BAF3-40DFF43B3A76}">
      <dgm:prSet/>
      <dgm:spPr/>
      <dgm:t>
        <a:bodyPr/>
        <a:lstStyle/>
        <a:p>
          <a:endParaRPr lang="en-US"/>
        </a:p>
      </dgm:t>
    </dgm:pt>
    <dgm:pt modelId="{3C9CFC80-25A0-457C-BB62-A1E8006CF616}" type="sibTrans" cxnId="{6CD3A3C1-6E21-4AFE-BAF3-40DFF43B3A76}">
      <dgm:prSet/>
      <dgm:spPr/>
      <dgm:t>
        <a:bodyPr/>
        <a:lstStyle/>
        <a:p>
          <a:endParaRPr lang="en-US"/>
        </a:p>
      </dgm:t>
    </dgm:pt>
    <dgm:pt modelId="{7D1F50C2-9AD5-4F2A-BDF7-94815BE23E0E}">
      <dgm:prSet phldrT="[Text]"/>
      <dgm:spPr>
        <a:noFill/>
      </dgm:spPr>
      <dgm:t>
        <a:bodyPr/>
        <a:lstStyle/>
        <a:p>
          <a:r>
            <a:rPr lang="en-US" dirty="0"/>
            <a:t>5073</a:t>
          </a:r>
        </a:p>
      </dgm:t>
    </dgm:pt>
    <dgm:pt modelId="{14ED6A7F-114D-4529-AC44-8E3873E96A45}" type="parTrans" cxnId="{6F5F6D88-3685-47B1-9965-9E9AA834D42D}">
      <dgm:prSet/>
      <dgm:spPr/>
      <dgm:t>
        <a:bodyPr/>
        <a:lstStyle/>
        <a:p>
          <a:endParaRPr lang="en-US"/>
        </a:p>
      </dgm:t>
    </dgm:pt>
    <dgm:pt modelId="{8E37BED4-F2B7-4977-BA56-E6F44843884D}" type="sibTrans" cxnId="{6F5F6D88-3685-47B1-9965-9E9AA834D42D}">
      <dgm:prSet/>
      <dgm:spPr/>
      <dgm:t>
        <a:bodyPr/>
        <a:lstStyle/>
        <a:p>
          <a:endParaRPr lang="en-US"/>
        </a:p>
      </dgm:t>
    </dgm:pt>
    <dgm:pt modelId="{2B898F8F-6F4C-4C0E-94B2-8B92EEFEEC46}">
      <dgm:prSet phldrT="[Text]"/>
      <dgm:spPr>
        <a:noFill/>
      </dgm:spPr>
      <dgm:t>
        <a:bodyPr/>
        <a:lstStyle/>
        <a:p>
          <a:r>
            <a:rPr lang="en-US" dirty="0"/>
            <a:t>3826</a:t>
          </a:r>
        </a:p>
      </dgm:t>
    </dgm:pt>
    <dgm:pt modelId="{F7269FA9-32B3-49E9-B268-3D186BB87418}" type="parTrans" cxnId="{C268EF21-9340-421F-9266-0D09A096390A}">
      <dgm:prSet/>
      <dgm:spPr/>
      <dgm:t>
        <a:bodyPr/>
        <a:lstStyle/>
        <a:p>
          <a:endParaRPr lang="en-US"/>
        </a:p>
      </dgm:t>
    </dgm:pt>
    <dgm:pt modelId="{8DF3072D-73FF-47E3-8AE2-09169523AEB1}" type="sibTrans" cxnId="{C268EF21-9340-421F-9266-0D09A096390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227D0C8-B9C8-495D-A242-26AF48849E6D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7227D0C8-B9C8-495D-A242-26AF48849E6D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71149FAB-0F83-4E83-8983-E0821DD77159}" type="parTrans" cxnId="{09B8049D-C518-4763-B9A3-1529A628A621}">
      <dgm:prSet/>
      <dgm:spPr/>
      <dgm:t>
        <a:bodyPr/>
        <a:lstStyle/>
        <a:p>
          <a:endParaRPr lang="en-US"/>
        </a:p>
      </dgm:t>
    </dgm:pt>
    <dgm:pt modelId="{0A147F03-429F-4B3D-870B-2229A7C35765}" type="sibTrans" cxnId="{09B8049D-C518-4763-B9A3-1529A628A62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66AE454-ACB6-40BC-93C4-E311D8F2F0A0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D66AE454-ACB6-40BC-93C4-E311D8F2F0A0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DFC86199-6516-4466-880B-0C1746B0F44F}" type="parTrans" cxnId="{6FD74DEF-208B-433B-87C5-55464512E295}">
      <dgm:prSet/>
      <dgm:spPr/>
      <dgm:t>
        <a:bodyPr/>
        <a:lstStyle/>
        <a:p>
          <a:endParaRPr lang="en-US"/>
        </a:p>
      </dgm:t>
    </dgm:pt>
    <dgm:pt modelId="{43C25A6F-6B99-4EDE-8907-A77955911EEF}" type="sibTrans" cxnId="{6FD74DEF-208B-433B-87C5-55464512E29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E92D950-63D2-41DC-9741-5510EA44D41C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7E92D950-63D2-41DC-9741-5510EA44D41C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5A091725-2241-4A94-B752-AF2998C365EF}" type="parTrans" cxnId="{4106A78A-9142-48A0-8236-FFC76002534F}">
      <dgm:prSet/>
      <dgm:spPr/>
      <dgm:t>
        <a:bodyPr/>
        <a:lstStyle/>
        <a:p>
          <a:endParaRPr lang="en-US"/>
        </a:p>
      </dgm:t>
    </dgm:pt>
    <dgm:pt modelId="{922399E7-5DE5-41B9-8B65-2518BA7EA187}" type="sibTrans" cxnId="{4106A78A-9142-48A0-8236-FFC76002534F}">
      <dgm:prSet/>
      <dgm:spPr/>
      <dgm:t>
        <a:bodyPr/>
        <a:lstStyle/>
        <a:p>
          <a:endParaRPr lang="en-US"/>
        </a:p>
      </dgm:t>
    </dgm:pt>
    <dgm:pt modelId="{2FFC2F26-B41C-4893-AFEF-C2861CFC9BBE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22952E67-2A22-4B66-8E7E-F3D9676B0A48}" type="parTrans" cxnId="{C42D8C79-E4B7-4F43-87CC-69C4BA81F3D5}">
      <dgm:prSet/>
      <dgm:spPr/>
      <dgm:t>
        <a:bodyPr/>
        <a:lstStyle/>
        <a:p>
          <a:endParaRPr lang="en-US"/>
        </a:p>
      </dgm:t>
    </dgm:pt>
    <dgm:pt modelId="{096B4189-868E-44F8-AC4B-2013AE7CB329}" type="sibTrans" cxnId="{C42D8C79-E4B7-4F43-87CC-69C4BA81F3D5}">
      <dgm:prSet/>
      <dgm:spPr/>
      <dgm:t>
        <a:bodyPr/>
        <a:lstStyle/>
        <a:p>
          <a:endParaRPr lang="en-US"/>
        </a:p>
      </dgm:t>
    </dgm:pt>
    <dgm:pt modelId="{D7A3BC43-E2BD-4454-9E39-B0EF2434E76F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5139</a:t>
          </a:r>
        </a:p>
      </dgm:t>
    </dgm:pt>
    <dgm:pt modelId="{4AD681AA-AD34-4185-8851-1D73F20E828E}" type="parTrans" cxnId="{107F69F8-1D8B-4F91-AC77-F9483E69536F}">
      <dgm:prSet/>
      <dgm:spPr/>
      <dgm:t>
        <a:bodyPr/>
        <a:lstStyle/>
        <a:p>
          <a:endParaRPr lang="en-US"/>
        </a:p>
      </dgm:t>
    </dgm:pt>
    <dgm:pt modelId="{936DC02B-D023-4342-B41E-917735F5316E}" type="sibTrans" cxnId="{107F69F8-1D8B-4F91-AC77-F9483E69536F}">
      <dgm:prSet/>
      <dgm:spPr/>
      <dgm:t>
        <a:bodyPr/>
        <a:lstStyle/>
        <a:p>
          <a:endParaRPr lang="en-US"/>
        </a:p>
      </dgm:t>
    </dgm:pt>
    <dgm:pt modelId="{6F5C86F9-DBD9-4AC7-8389-542C0AADFA18}">
      <dgm:prSet phldrT="[Text]"/>
      <dgm:spPr/>
      <dgm:t>
        <a:bodyPr/>
        <a:lstStyle/>
        <a:p>
          <a:r>
            <a:rPr lang="en-US" dirty="0"/>
            <a:t>5051</a:t>
          </a:r>
        </a:p>
      </dgm:t>
    </dgm:pt>
    <dgm:pt modelId="{2EEFEBC4-B44D-4BA7-BCE6-7293ECC17EAC}" type="parTrans" cxnId="{AEB6A02F-64B3-4DB8-8CDB-AC46C8134DC4}">
      <dgm:prSet/>
      <dgm:spPr/>
      <dgm:t>
        <a:bodyPr/>
        <a:lstStyle/>
        <a:p>
          <a:endParaRPr lang="en-US"/>
        </a:p>
      </dgm:t>
    </dgm:pt>
    <dgm:pt modelId="{8120C870-AC10-405C-96E0-39CBB1DBCEC0}" type="sibTrans" cxnId="{AEB6A02F-64B3-4DB8-8CDB-AC46C8134DC4}">
      <dgm:prSet/>
      <dgm:spPr/>
      <dgm:t>
        <a:bodyPr/>
        <a:lstStyle/>
        <a:p>
          <a:endParaRPr lang="en-US"/>
        </a:p>
      </dgm:t>
    </dgm:pt>
    <dgm:pt modelId="{9AAFCB11-FC3E-467D-94EA-94364E2A70ED}">
      <dgm:prSet phldrT="[Text]"/>
      <dgm:spPr>
        <a:noFill/>
      </dgm:spPr>
      <dgm:t>
        <a:bodyPr/>
        <a:lstStyle/>
        <a:p>
          <a:r>
            <a:rPr lang="en-US" dirty="0"/>
            <a:t>5187</a:t>
          </a:r>
        </a:p>
      </dgm:t>
    </dgm:pt>
    <dgm:pt modelId="{07A86B36-2BE8-455A-8127-EC8EFB6800D7}" type="parTrans" cxnId="{E03BA2F8-1487-4C9C-9095-FD16DAC01C39}">
      <dgm:prSet/>
      <dgm:spPr/>
      <dgm:t>
        <a:bodyPr/>
        <a:lstStyle/>
        <a:p>
          <a:endParaRPr lang="en-US"/>
        </a:p>
      </dgm:t>
    </dgm:pt>
    <dgm:pt modelId="{A62356BB-9A37-42E4-B337-F1DCE3E71106}" type="sibTrans" cxnId="{E03BA2F8-1487-4C9C-9095-FD16DAC01C39}">
      <dgm:prSet/>
      <dgm:spPr/>
      <dgm:t>
        <a:bodyPr/>
        <a:lstStyle/>
        <a:p>
          <a:endParaRPr lang="en-US"/>
        </a:p>
      </dgm:t>
    </dgm:pt>
    <dgm:pt modelId="{F9FCC74F-CDA2-4480-84F1-214A424A698B}">
      <dgm:prSet phldrT="[Text]"/>
      <dgm:spPr/>
      <dgm:t>
        <a:bodyPr/>
        <a:lstStyle/>
        <a:p>
          <a:endParaRPr lang="en-US" dirty="0"/>
        </a:p>
      </dgm:t>
    </dgm:pt>
    <dgm:pt modelId="{3469929B-91B9-44FD-A758-C811D0DC1684}" type="parTrans" cxnId="{5C4F4B79-4595-4350-A271-BB980952EDA9}">
      <dgm:prSet/>
      <dgm:spPr/>
      <dgm:t>
        <a:bodyPr/>
        <a:lstStyle/>
        <a:p>
          <a:endParaRPr lang="en-US"/>
        </a:p>
      </dgm:t>
    </dgm:pt>
    <dgm:pt modelId="{1795968F-3E3D-4853-B84A-D4E4BE083D1B}" type="sibTrans" cxnId="{5C4F4B79-4595-4350-A271-BB980952EDA9}">
      <dgm:prSet/>
      <dgm:spPr/>
      <dgm:t>
        <a:bodyPr/>
        <a:lstStyle/>
        <a:p>
          <a:endParaRPr lang="en-US"/>
        </a:p>
      </dgm:t>
    </dgm:pt>
    <dgm:pt modelId="{28E1B561-AD1A-4BD2-BA8E-43258976049A}">
      <dgm:prSet phldrT="[Text]"/>
      <dgm:spPr/>
      <dgm:t>
        <a:bodyPr/>
        <a:lstStyle/>
        <a:p>
          <a:endParaRPr lang="en-US" dirty="0"/>
        </a:p>
      </dgm:t>
    </dgm:pt>
    <dgm:pt modelId="{5D073C56-A137-430C-806F-1520C08E43AE}" type="parTrans" cxnId="{A5D0CCEE-C0A7-4EB3-9066-9583DAFF7301}">
      <dgm:prSet/>
      <dgm:spPr/>
      <dgm:t>
        <a:bodyPr/>
        <a:lstStyle/>
        <a:p>
          <a:endParaRPr lang="en-US"/>
        </a:p>
      </dgm:t>
    </dgm:pt>
    <dgm:pt modelId="{C7BF57AA-B838-4E8F-AB41-880239C7C7C5}" type="sibTrans" cxnId="{A5D0CCEE-C0A7-4EB3-9066-9583DAFF7301}">
      <dgm:prSet/>
      <dgm:spPr/>
      <dgm:t>
        <a:bodyPr/>
        <a:lstStyle/>
        <a:p>
          <a:endParaRPr lang="en-US"/>
        </a:p>
      </dgm:t>
    </dgm:pt>
    <dgm:pt modelId="{D736E312-A4C8-4DAF-8507-2A50F8F5ACB6}">
      <dgm:prSet phldrT="[Text]"/>
      <dgm:spPr>
        <a:noFill/>
      </dgm:spPr>
      <dgm:t>
        <a:bodyPr/>
        <a:lstStyle/>
        <a:p>
          <a:r>
            <a:rPr lang="en-US" dirty="0"/>
            <a:t>4910</a:t>
          </a:r>
        </a:p>
      </dgm:t>
    </dgm:pt>
    <dgm:pt modelId="{C6B4AA2E-A7F3-4CAB-AB66-078D73F2BCF5}" type="parTrans" cxnId="{A35D0965-8713-4175-AE0D-0EBD9E8DBEC8}">
      <dgm:prSet/>
      <dgm:spPr/>
      <dgm:t>
        <a:bodyPr/>
        <a:lstStyle/>
        <a:p>
          <a:endParaRPr lang="en-US"/>
        </a:p>
      </dgm:t>
    </dgm:pt>
    <dgm:pt modelId="{D6E9E644-3354-46B6-A89B-8A4D18B2C750}" type="sibTrans" cxnId="{A35D0965-8713-4175-AE0D-0EBD9E8DBEC8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0A63B98-FFDC-4E8A-AAA7-794AFB7420D0}" type="pres">
      <dgm:prSet presAssocID="{F9FCC74F-CDA2-4480-84F1-214A424A698B}" presName="Name14" presStyleCnt="0"/>
      <dgm:spPr/>
    </dgm:pt>
    <dgm:pt modelId="{F1BD6853-81C7-40E1-B665-61DC8E96FEF0}" type="pres">
      <dgm:prSet presAssocID="{F9FCC74F-CDA2-4480-84F1-214A424A698B}" presName="level1Shape" presStyleLbl="node0" presStyleIdx="0" presStyleCnt="1">
        <dgm:presLayoutVars>
          <dgm:chPref val="3"/>
        </dgm:presLayoutVars>
      </dgm:prSet>
      <dgm:spPr/>
    </dgm:pt>
    <dgm:pt modelId="{223DC0C5-DD4E-4690-BF89-A4A36DDE2AA7}" type="pres">
      <dgm:prSet presAssocID="{F9FCC74F-CDA2-4480-84F1-214A424A698B}" presName="hierChild2" presStyleCnt="0"/>
      <dgm:spPr/>
    </dgm:pt>
    <dgm:pt modelId="{C33BF8C2-41ED-4403-A7C2-B70567EA65EA}" type="pres">
      <dgm:prSet presAssocID="{5D073C56-A137-430C-806F-1520C08E43AE}" presName="Name19" presStyleLbl="parChTrans1D2" presStyleIdx="0" presStyleCnt="2"/>
      <dgm:spPr/>
    </dgm:pt>
    <dgm:pt modelId="{CD80D5BA-F318-4132-8434-6420A358ED77}" type="pres">
      <dgm:prSet presAssocID="{28E1B561-AD1A-4BD2-BA8E-43258976049A}" presName="Name21" presStyleCnt="0"/>
      <dgm:spPr/>
    </dgm:pt>
    <dgm:pt modelId="{20290E2F-72AD-4549-9080-55B784B07CD3}" type="pres">
      <dgm:prSet presAssocID="{28E1B561-AD1A-4BD2-BA8E-43258976049A}" presName="level2Shape" presStyleLbl="node2" presStyleIdx="0" presStyleCnt="2"/>
      <dgm:spPr/>
    </dgm:pt>
    <dgm:pt modelId="{CDF6B1D4-7530-4ECD-A39A-5249D12741A5}" type="pres">
      <dgm:prSet presAssocID="{28E1B561-AD1A-4BD2-BA8E-43258976049A}" presName="hierChild3" presStyleCnt="0"/>
      <dgm:spPr/>
    </dgm:pt>
    <dgm:pt modelId="{6ECEEDC3-3DE5-449A-9C7C-74DD09AE0798}" type="pres">
      <dgm:prSet presAssocID="{2EEFEBC4-B44D-4BA7-BCE6-7293ECC17EAC}" presName="Name19" presStyleLbl="parChTrans1D3" presStyleIdx="0" presStyleCnt="4"/>
      <dgm:spPr/>
    </dgm:pt>
    <dgm:pt modelId="{E1A9BACD-9B71-404E-AE29-E0BE2EBAC197}" type="pres">
      <dgm:prSet presAssocID="{6F5C86F9-DBD9-4AC7-8389-542C0AADFA18}" presName="Name21" presStyleCnt="0"/>
      <dgm:spPr/>
    </dgm:pt>
    <dgm:pt modelId="{F6F11474-0F90-4F17-9451-6E35FF8821F3}" type="pres">
      <dgm:prSet presAssocID="{6F5C86F9-DBD9-4AC7-8389-542C0AADFA18}" presName="level2Shape" presStyleLbl="node3" presStyleIdx="0" presStyleCnt="4"/>
      <dgm:spPr/>
    </dgm:pt>
    <dgm:pt modelId="{E1DF9AB4-8635-4332-AEE4-B41C3A9E07E4}" type="pres">
      <dgm:prSet presAssocID="{6F5C86F9-DBD9-4AC7-8389-542C0AADFA18}" presName="hierChild3" presStyleCnt="0"/>
      <dgm:spPr/>
    </dgm:pt>
    <dgm:pt modelId="{38DC6658-687D-4AED-95A1-30A2756DEC6C}" type="pres">
      <dgm:prSet presAssocID="{FF283220-286A-41D9-B951-964736168034}" presName="Name19" presStyleLbl="parChTrans1D4" presStyleIdx="0" presStyleCnt="8"/>
      <dgm:spPr/>
    </dgm:pt>
    <dgm:pt modelId="{9F1BA0F5-0A90-40ED-9CBF-350E0C75CE26}" type="pres">
      <dgm:prSet presAssocID="{152D3EC6-7D78-47C0-A093-1A4DFBF4AC57}" presName="Name21" presStyleCnt="0"/>
      <dgm:spPr/>
    </dgm:pt>
    <dgm:pt modelId="{90E46341-163E-4CBF-BF4D-CA9B17F0BC3C}" type="pres">
      <dgm:prSet presAssocID="{152D3EC6-7D78-47C0-A093-1A4DFBF4AC57}" presName="level2Shape" presStyleLbl="node4" presStyleIdx="0" presStyleCnt="8"/>
      <dgm:spPr/>
    </dgm:pt>
    <dgm:pt modelId="{89303938-5A45-41EE-AF0D-BDDFEDE8487D}" type="pres">
      <dgm:prSet presAssocID="{152D3EC6-7D78-47C0-A093-1A4DFBF4AC57}" presName="hierChild3" presStyleCnt="0"/>
      <dgm:spPr/>
    </dgm:pt>
    <dgm:pt modelId="{2DBEACEF-8152-4C66-B5EE-A0DD36C278FB}" type="pres">
      <dgm:prSet presAssocID="{8A764B70-BB99-4494-84FE-1094FDC89A29}" presName="Name19" presStyleLbl="parChTrans1D4" presStyleIdx="1" presStyleCnt="8"/>
      <dgm:spPr/>
    </dgm:pt>
    <dgm:pt modelId="{A6796547-E495-4D2C-B5D8-24D9ABD58CF1}" type="pres">
      <dgm:prSet presAssocID="{25C3D94B-FF05-477E-9258-9A99E50BE926}" presName="Name21" presStyleCnt="0"/>
      <dgm:spPr/>
    </dgm:pt>
    <dgm:pt modelId="{BB8E1E2E-C554-4491-AD73-3EB56150AD94}" type="pres">
      <dgm:prSet presAssocID="{25C3D94B-FF05-477E-9258-9A99E50BE926}" presName="level2Shape" presStyleLbl="node4" presStyleIdx="1" presStyleCnt="8"/>
      <dgm:spPr/>
    </dgm:pt>
    <dgm:pt modelId="{79C52F23-5180-4898-853B-121BB9DC7516}" type="pres">
      <dgm:prSet presAssocID="{25C3D94B-FF05-477E-9258-9A99E50BE926}" presName="hierChild3" presStyleCnt="0"/>
      <dgm:spPr/>
    </dgm:pt>
    <dgm:pt modelId="{AB67B5C7-DB30-4F9E-A92E-9B7E27F88815}" type="pres">
      <dgm:prSet presAssocID="{07A86B36-2BE8-455A-8127-EC8EFB6800D7}" presName="Name19" presStyleLbl="parChTrans1D3" presStyleIdx="1" presStyleCnt="4"/>
      <dgm:spPr/>
    </dgm:pt>
    <dgm:pt modelId="{76647235-B89D-4E64-8CC7-3F1E0117EAB9}" type="pres">
      <dgm:prSet presAssocID="{9AAFCB11-FC3E-467D-94EA-94364E2A70ED}" presName="Name21" presStyleCnt="0"/>
      <dgm:spPr/>
    </dgm:pt>
    <dgm:pt modelId="{E47371F4-FCBE-4A19-A8C8-C7605666D107}" type="pres">
      <dgm:prSet presAssocID="{9AAFCB11-FC3E-467D-94EA-94364E2A70ED}" presName="level2Shape" presStyleLbl="node3" presStyleIdx="1" presStyleCnt="4"/>
      <dgm:spPr/>
    </dgm:pt>
    <dgm:pt modelId="{A4EFECA4-E5BD-4B06-8A17-F4D027796EF1}" type="pres">
      <dgm:prSet presAssocID="{9AAFCB11-FC3E-467D-94EA-94364E2A70ED}" presName="hierChild3" presStyleCnt="0"/>
      <dgm:spPr/>
    </dgm:pt>
    <dgm:pt modelId="{0E2293B5-64C2-4FCC-A88F-094ADE8CCDF7}" type="pres">
      <dgm:prSet presAssocID="{60582AA2-4BE9-4192-84E9-EAEFA1022096}" presName="Name19" presStyleLbl="parChTrans1D4" presStyleIdx="2" presStyleCnt="8"/>
      <dgm:spPr/>
    </dgm:pt>
    <dgm:pt modelId="{24D3BFA1-52E7-435F-AC57-FC055E26F68A}" type="pres">
      <dgm:prSet presAssocID="{F675879C-2D04-4D46-9ED6-2B78922FD47B}" presName="Name21" presStyleCnt="0"/>
      <dgm:spPr/>
    </dgm:pt>
    <dgm:pt modelId="{E95D0892-B76A-4B01-A166-08BAA4B97430}" type="pres">
      <dgm:prSet presAssocID="{F675879C-2D04-4D46-9ED6-2B78922FD47B}" presName="level2Shape" presStyleLbl="node4" presStyleIdx="2" presStyleCnt="8"/>
      <dgm:spPr/>
    </dgm:pt>
    <dgm:pt modelId="{7147D429-B0FC-4411-8256-5619EC346CEE}" type="pres">
      <dgm:prSet presAssocID="{F675879C-2D04-4D46-9ED6-2B78922FD47B}" presName="hierChild3" presStyleCnt="0"/>
      <dgm:spPr/>
    </dgm:pt>
    <dgm:pt modelId="{0BDA36D0-06E0-4818-A3F1-93218D4CDE60}" type="pres">
      <dgm:prSet presAssocID="{14ED6A7F-114D-4529-AC44-8E3873E96A45}" presName="Name19" presStyleLbl="parChTrans1D4" presStyleIdx="3" presStyleCnt="8"/>
      <dgm:spPr/>
    </dgm:pt>
    <dgm:pt modelId="{9E18228E-49F0-4406-8E79-B23F47DE53F2}" type="pres">
      <dgm:prSet presAssocID="{7D1F50C2-9AD5-4F2A-BDF7-94815BE23E0E}" presName="Name21" presStyleCnt="0"/>
      <dgm:spPr/>
    </dgm:pt>
    <dgm:pt modelId="{C7CC4989-08EF-45DF-A7C4-00755C263BBF}" type="pres">
      <dgm:prSet presAssocID="{7D1F50C2-9AD5-4F2A-BDF7-94815BE23E0E}" presName="level2Shape" presStyleLbl="node4" presStyleIdx="3" presStyleCnt="8"/>
      <dgm:spPr/>
    </dgm:pt>
    <dgm:pt modelId="{D98BA0E3-BAAF-4751-8943-55A7AD8AE840}" type="pres">
      <dgm:prSet presAssocID="{7D1F50C2-9AD5-4F2A-BDF7-94815BE23E0E}" presName="hierChild3" presStyleCnt="0"/>
      <dgm:spPr/>
    </dgm:pt>
    <dgm:pt modelId="{8AA4A51E-F38F-4EEE-AC65-DA951D18B74D}" type="pres">
      <dgm:prSet presAssocID="{4AD681AA-AD34-4185-8851-1D73F20E828E}" presName="Name19" presStyleLbl="parChTrans1D2" presStyleIdx="1" presStyleCnt="2"/>
      <dgm:spPr/>
    </dgm:pt>
    <dgm:pt modelId="{32FD3D59-0F8B-4C43-B1DF-B2B9711D16ED}" type="pres">
      <dgm:prSet presAssocID="{D7A3BC43-E2BD-4454-9E39-B0EF2434E76F}" presName="Name21" presStyleCnt="0"/>
      <dgm:spPr/>
    </dgm:pt>
    <dgm:pt modelId="{66A39787-BB9A-41CA-8FD2-3B37DF32B220}" type="pres">
      <dgm:prSet presAssocID="{D7A3BC43-E2BD-4454-9E39-B0EF2434E76F}" presName="level2Shape" presStyleLbl="node2" presStyleIdx="1" presStyleCnt="2"/>
      <dgm:spPr/>
    </dgm:pt>
    <dgm:pt modelId="{A6D26CCF-DC71-4292-BC30-9E8D3FDDC203}" type="pres">
      <dgm:prSet presAssocID="{D7A3BC43-E2BD-4454-9E39-B0EF2434E76F}" presName="hierChild3" presStyleCnt="0"/>
      <dgm:spPr/>
    </dgm:pt>
    <dgm:pt modelId="{1BC2AB64-A9AF-46D8-A5E9-4006EC6AA4D7}" type="pres">
      <dgm:prSet presAssocID="{C6B4AA2E-A7F3-4CAB-AB66-078D73F2BCF5}" presName="Name19" presStyleLbl="parChTrans1D3" presStyleIdx="2" presStyleCnt="4"/>
      <dgm:spPr/>
    </dgm:pt>
    <dgm:pt modelId="{DBBF1DD0-E21E-47E5-B4C0-0DCB608F07C1}" type="pres">
      <dgm:prSet presAssocID="{D736E312-A4C8-4DAF-8507-2A50F8F5ACB6}" presName="Name21" presStyleCnt="0"/>
      <dgm:spPr/>
    </dgm:pt>
    <dgm:pt modelId="{B1BC82DA-CBDB-4AE4-AFB5-C2F6967A411A}" type="pres">
      <dgm:prSet presAssocID="{D736E312-A4C8-4DAF-8507-2A50F8F5ACB6}" presName="level2Shape" presStyleLbl="node3" presStyleIdx="2" presStyleCnt="4"/>
      <dgm:spPr/>
    </dgm:pt>
    <dgm:pt modelId="{CEA4B6F3-B433-4713-8BFD-589EB1182D1E}" type="pres">
      <dgm:prSet presAssocID="{D736E312-A4C8-4DAF-8507-2A50F8F5ACB6}" presName="hierChild3" presStyleCnt="0"/>
      <dgm:spPr/>
    </dgm:pt>
    <dgm:pt modelId="{5D33218A-A4A0-4DF3-8A32-CB987E55B5F0}" type="pres">
      <dgm:prSet presAssocID="{F7269FA9-32B3-49E9-B268-3D186BB87418}" presName="Name19" presStyleLbl="parChTrans1D4" presStyleIdx="4" presStyleCnt="8"/>
      <dgm:spPr/>
    </dgm:pt>
    <dgm:pt modelId="{2087BEB0-8994-46E3-8339-BF61E47D2917}" type="pres">
      <dgm:prSet presAssocID="{2B898F8F-6F4C-4C0E-94B2-8B92EEFEEC46}" presName="Name21" presStyleCnt="0"/>
      <dgm:spPr/>
    </dgm:pt>
    <dgm:pt modelId="{ABB4139D-FC61-4CA4-804A-1B97A5ACFBF3}" type="pres">
      <dgm:prSet presAssocID="{2B898F8F-6F4C-4C0E-94B2-8B92EEFEEC46}" presName="level2Shape" presStyleLbl="node4" presStyleIdx="4" presStyleCnt="8"/>
      <dgm:spPr/>
    </dgm:pt>
    <dgm:pt modelId="{90E72F39-1A77-4646-8369-0159D493BEE8}" type="pres">
      <dgm:prSet presAssocID="{2B898F8F-6F4C-4C0E-94B2-8B92EEFEEC46}" presName="hierChild3" presStyleCnt="0"/>
      <dgm:spPr/>
    </dgm:pt>
    <dgm:pt modelId="{2A3F0C08-F68E-4D15-A24C-F0F3490863A6}" type="pres">
      <dgm:prSet presAssocID="{71149FAB-0F83-4E83-8983-E0821DD77159}" presName="Name19" presStyleLbl="parChTrans1D4" presStyleIdx="5" presStyleCnt="8"/>
      <dgm:spPr/>
    </dgm:pt>
    <dgm:pt modelId="{6A4AEB51-7926-4DF4-95A8-27578B56A729}" type="pres">
      <dgm:prSet presAssocID="{7227D0C8-B9C8-495D-A242-26AF48849E6D}" presName="Name21" presStyleCnt="0"/>
      <dgm:spPr/>
    </dgm:pt>
    <dgm:pt modelId="{C00B5B54-D5F3-4E8E-AA60-DBB30DA66CEB}" type="pres">
      <dgm:prSet presAssocID="{7227D0C8-B9C8-495D-A242-26AF48849E6D}" presName="level2Shape" presStyleLbl="node4" presStyleIdx="5" presStyleCnt="8"/>
      <dgm:spPr/>
    </dgm:pt>
    <dgm:pt modelId="{1F34E1A1-DF97-4006-9C71-E23F390DAB7F}" type="pres">
      <dgm:prSet presAssocID="{7227D0C8-B9C8-495D-A242-26AF48849E6D}" presName="hierChild3" presStyleCnt="0"/>
      <dgm:spPr/>
    </dgm:pt>
    <dgm:pt modelId="{AA1BCF02-0D39-49A8-97EC-987CAFDCA1F9}" type="pres">
      <dgm:prSet presAssocID="{22952E67-2A22-4B66-8E7E-F3D9676B0A48}" presName="Name19" presStyleLbl="parChTrans1D3" presStyleIdx="3" presStyleCnt="4"/>
      <dgm:spPr/>
    </dgm:pt>
    <dgm:pt modelId="{3B0E7C28-9CF8-40A9-9D31-323935516303}" type="pres">
      <dgm:prSet presAssocID="{2FFC2F26-B41C-4893-AFEF-C2861CFC9BBE}" presName="Name21" presStyleCnt="0"/>
      <dgm:spPr/>
    </dgm:pt>
    <dgm:pt modelId="{AFF8432A-ADCF-40EE-A0C2-B7456E4E7371}" type="pres">
      <dgm:prSet presAssocID="{2FFC2F26-B41C-4893-AFEF-C2861CFC9BBE}" presName="level2Shape" presStyleLbl="node3" presStyleIdx="3" presStyleCnt="4"/>
      <dgm:spPr/>
    </dgm:pt>
    <dgm:pt modelId="{7098DE96-2534-4D2C-A1F9-5AD607D5E817}" type="pres">
      <dgm:prSet presAssocID="{2FFC2F26-B41C-4893-AFEF-C2861CFC9BBE}" presName="hierChild3" presStyleCnt="0"/>
      <dgm:spPr/>
    </dgm:pt>
    <dgm:pt modelId="{7B9BFBF7-DEA7-4CD3-BBF2-CE8AB682B07B}" type="pres">
      <dgm:prSet presAssocID="{DFC86199-6516-4466-880B-0C1746B0F44F}" presName="Name19" presStyleLbl="parChTrans1D4" presStyleIdx="6" presStyleCnt="8"/>
      <dgm:spPr/>
    </dgm:pt>
    <dgm:pt modelId="{AC6834B9-9D60-4B44-AC5C-CFD5704A97BD}" type="pres">
      <dgm:prSet presAssocID="{D66AE454-ACB6-40BC-93C4-E311D8F2F0A0}" presName="Name21" presStyleCnt="0"/>
      <dgm:spPr/>
    </dgm:pt>
    <dgm:pt modelId="{4336BFC9-FE61-404A-BAF5-B9DF59B47DFE}" type="pres">
      <dgm:prSet presAssocID="{D66AE454-ACB6-40BC-93C4-E311D8F2F0A0}" presName="level2Shape" presStyleLbl="node4" presStyleIdx="6" presStyleCnt="8"/>
      <dgm:spPr/>
    </dgm:pt>
    <dgm:pt modelId="{11AD96A1-0CB3-4165-B6FB-232BF2ADF5C1}" type="pres">
      <dgm:prSet presAssocID="{D66AE454-ACB6-40BC-93C4-E311D8F2F0A0}" presName="hierChild3" presStyleCnt="0"/>
      <dgm:spPr/>
    </dgm:pt>
    <dgm:pt modelId="{BFAFEA9F-DB55-4973-A7C2-3A6DB0FA39C8}" type="pres">
      <dgm:prSet presAssocID="{5A091725-2241-4A94-B752-AF2998C365EF}" presName="Name19" presStyleLbl="parChTrans1D4" presStyleIdx="7" presStyleCnt="8"/>
      <dgm:spPr/>
    </dgm:pt>
    <dgm:pt modelId="{9CA32E08-8BD0-47F1-9E87-6CFF22CFCFAD}" type="pres">
      <dgm:prSet presAssocID="{7E92D950-63D2-41DC-9741-5510EA44D41C}" presName="Name21" presStyleCnt="0"/>
      <dgm:spPr/>
    </dgm:pt>
    <dgm:pt modelId="{1F70FEA6-92C2-44A1-B941-B2548F969D47}" type="pres">
      <dgm:prSet presAssocID="{7E92D950-63D2-41DC-9741-5510EA44D41C}" presName="level2Shape" presStyleLbl="node4" presStyleIdx="7" presStyleCnt="8"/>
      <dgm:spPr/>
    </dgm:pt>
    <dgm:pt modelId="{FBE028B1-3E99-49D2-922E-5B90077C1E5F}" type="pres">
      <dgm:prSet presAssocID="{7E92D950-63D2-41DC-9741-5510EA44D41C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2311AB03-FEF8-4AF2-A3E1-718B291B7D11}" type="presOf" srcId="{7D1F50C2-9AD5-4F2A-BDF7-94815BE23E0E}" destId="{C7CC4989-08EF-45DF-A7C4-00755C263BBF}" srcOrd="0" destOrd="0" presId="urn:microsoft.com/office/officeart/2005/8/layout/hierarchy6"/>
    <dgm:cxn modelId="{44092D07-E3E2-4F66-A862-CB591174DE7D}" type="presOf" srcId="{9AAFCB11-FC3E-467D-94EA-94364E2A70ED}" destId="{E47371F4-FCBE-4A19-A8C8-C7605666D107}" srcOrd="0" destOrd="0" presId="urn:microsoft.com/office/officeart/2005/8/layout/hierarchy6"/>
    <dgm:cxn modelId="{51376D09-798E-42C4-89EB-3CC388D7AC1B}" type="presOf" srcId="{152D3EC6-7D78-47C0-A093-1A4DFBF4AC57}" destId="{90E46341-163E-4CBF-BF4D-CA9B17F0BC3C}" srcOrd="0" destOrd="0" presId="urn:microsoft.com/office/officeart/2005/8/layout/hierarchy6"/>
    <dgm:cxn modelId="{2785C110-BC3B-430A-B8DB-EF6456DEB1E2}" type="presOf" srcId="{F9FCC74F-CDA2-4480-84F1-214A424A698B}" destId="{F1BD6853-81C7-40E1-B665-61DC8E96FEF0}" srcOrd="0" destOrd="0" presId="urn:microsoft.com/office/officeart/2005/8/layout/hierarchy6"/>
    <dgm:cxn modelId="{848EA911-C0FF-48A8-8BE3-2DD9234A3246}" type="presOf" srcId="{5D073C56-A137-430C-806F-1520C08E43AE}" destId="{C33BF8C2-41ED-4403-A7C2-B70567EA65EA}" srcOrd="0" destOrd="0" presId="urn:microsoft.com/office/officeart/2005/8/layout/hierarchy6"/>
    <dgm:cxn modelId="{A6EB5816-0927-4743-A16A-004C3881C7CA}" type="presOf" srcId="{22952E67-2A22-4B66-8E7E-F3D9676B0A48}" destId="{AA1BCF02-0D39-49A8-97EC-987CAFDCA1F9}" srcOrd="0" destOrd="0" presId="urn:microsoft.com/office/officeart/2005/8/layout/hierarchy6"/>
    <dgm:cxn modelId="{CDD12617-AA1D-4119-B2C3-F49046929AC9}" type="presOf" srcId="{14ED6A7F-114D-4529-AC44-8E3873E96A45}" destId="{0BDA36D0-06E0-4818-A3F1-93218D4CDE60}" srcOrd="0" destOrd="0" presId="urn:microsoft.com/office/officeart/2005/8/layout/hierarchy6"/>
    <dgm:cxn modelId="{C268EF21-9340-421F-9266-0D09A096390A}" srcId="{D736E312-A4C8-4DAF-8507-2A50F8F5ACB6}" destId="{2B898F8F-6F4C-4C0E-94B2-8B92EEFEEC46}" srcOrd="0" destOrd="0" parTransId="{F7269FA9-32B3-49E9-B268-3D186BB87418}" sibTransId="{8DF3072D-73FF-47E3-8AE2-09169523AEB1}"/>
    <dgm:cxn modelId="{CA1CD422-BC4C-4B5D-8F2B-A5391F86291C}" type="presOf" srcId="{D66AE454-ACB6-40BC-93C4-E311D8F2F0A0}" destId="{4336BFC9-FE61-404A-BAF5-B9DF59B47DFE}" srcOrd="0" destOrd="0" presId="urn:microsoft.com/office/officeart/2005/8/layout/hierarchy6"/>
    <dgm:cxn modelId="{AEB6A02F-64B3-4DB8-8CDB-AC46C8134DC4}" srcId="{28E1B561-AD1A-4BD2-BA8E-43258976049A}" destId="{6F5C86F9-DBD9-4AC7-8389-542C0AADFA18}" srcOrd="0" destOrd="0" parTransId="{2EEFEBC4-B44D-4BA7-BCE6-7293ECC17EAC}" sibTransId="{8120C870-AC10-405C-96E0-39CBB1DBCEC0}"/>
    <dgm:cxn modelId="{2BFA1F31-A9FE-411C-9FD1-C7A2A51C9305}" type="presOf" srcId="{7E92D950-63D2-41DC-9741-5510EA44D41C}" destId="{1F70FEA6-92C2-44A1-B941-B2548F969D47}" srcOrd="0" destOrd="0" presId="urn:microsoft.com/office/officeart/2005/8/layout/hierarchy6"/>
    <dgm:cxn modelId="{2C8F7732-6B20-4CAA-B0CF-5BE023231FCE}" type="presOf" srcId="{71149FAB-0F83-4E83-8983-E0821DD77159}" destId="{2A3F0C08-F68E-4D15-A24C-F0F3490863A6}" srcOrd="0" destOrd="0" presId="urn:microsoft.com/office/officeart/2005/8/layout/hierarchy6"/>
    <dgm:cxn modelId="{7C08E036-D139-498D-82C8-D14901D6DFFE}" type="presOf" srcId="{6F5C86F9-DBD9-4AC7-8389-542C0AADFA18}" destId="{F6F11474-0F90-4F17-9451-6E35FF8821F3}" srcOrd="0" destOrd="0" presId="urn:microsoft.com/office/officeart/2005/8/layout/hierarchy6"/>
    <dgm:cxn modelId="{3C6DE43B-4598-4E4C-9843-68CD210A9925}" srcId="{6F5C86F9-DBD9-4AC7-8389-542C0AADFA18}" destId="{152D3EC6-7D78-47C0-A093-1A4DFBF4AC57}" srcOrd="0" destOrd="0" parTransId="{FF283220-286A-41D9-B951-964736168034}" sibTransId="{7F03414A-563C-4CAB-95A6-694E8527E46B}"/>
    <dgm:cxn modelId="{7682155E-8677-479A-A08A-171543352C7C}" type="presOf" srcId="{2EEFEBC4-B44D-4BA7-BCE6-7293ECC17EAC}" destId="{6ECEEDC3-3DE5-449A-9C7C-74DD09AE0798}" srcOrd="0" destOrd="0" presId="urn:microsoft.com/office/officeart/2005/8/layout/hierarchy6"/>
    <dgm:cxn modelId="{CF37F163-6C0E-431C-ADD9-93AE289593D4}" type="presOf" srcId="{D736E312-A4C8-4DAF-8507-2A50F8F5ACB6}" destId="{B1BC82DA-CBDB-4AE4-AFB5-C2F6967A411A}" srcOrd="0" destOrd="0" presId="urn:microsoft.com/office/officeart/2005/8/layout/hierarchy6"/>
    <dgm:cxn modelId="{A35D0965-8713-4175-AE0D-0EBD9E8DBEC8}" srcId="{D7A3BC43-E2BD-4454-9E39-B0EF2434E76F}" destId="{D736E312-A4C8-4DAF-8507-2A50F8F5ACB6}" srcOrd="0" destOrd="0" parTransId="{C6B4AA2E-A7F3-4CAB-AB66-078D73F2BCF5}" sibTransId="{D6E9E644-3354-46B6-A89B-8A4D18B2C750}"/>
    <dgm:cxn modelId="{072C0849-A79D-436D-AE7A-B573E8A82972}" type="presOf" srcId="{28E1B561-AD1A-4BD2-BA8E-43258976049A}" destId="{20290E2F-72AD-4549-9080-55B784B07CD3}" srcOrd="0" destOrd="0" presId="urn:microsoft.com/office/officeart/2005/8/layout/hierarchy6"/>
    <dgm:cxn modelId="{4525BB70-D177-475A-82EF-8C8E404ADCF0}" type="presOf" srcId="{D7A3BC43-E2BD-4454-9E39-B0EF2434E76F}" destId="{66A39787-BB9A-41CA-8FD2-3B37DF32B220}" srcOrd="0" destOrd="0" presId="urn:microsoft.com/office/officeart/2005/8/layout/hierarchy6"/>
    <dgm:cxn modelId="{F9DA6B53-321B-4351-A699-D3447FB7FFC3}" srcId="{6F5C86F9-DBD9-4AC7-8389-542C0AADFA18}" destId="{25C3D94B-FF05-477E-9258-9A99E50BE926}" srcOrd="1" destOrd="0" parTransId="{8A764B70-BB99-4494-84FE-1094FDC89A29}" sibTransId="{BB5C154D-BEA6-4889-BEC2-6CD7F5EBAA1D}"/>
    <dgm:cxn modelId="{5C4F4B79-4595-4350-A271-BB980952EDA9}" srcId="{25D41D2E-FEC9-444D-B75D-82CC7BEA4B4B}" destId="{F9FCC74F-CDA2-4480-84F1-214A424A698B}" srcOrd="0" destOrd="0" parTransId="{3469929B-91B9-44FD-A758-C811D0DC1684}" sibTransId="{1795968F-3E3D-4853-B84A-D4E4BE083D1B}"/>
    <dgm:cxn modelId="{C42D8C79-E4B7-4F43-87CC-69C4BA81F3D5}" srcId="{D7A3BC43-E2BD-4454-9E39-B0EF2434E76F}" destId="{2FFC2F26-B41C-4893-AFEF-C2861CFC9BBE}" srcOrd="1" destOrd="0" parTransId="{22952E67-2A22-4B66-8E7E-F3D9676B0A48}" sibTransId="{096B4189-868E-44F8-AC4B-2013AE7CB329}"/>
    <dgm:cxn modelId="{5D694483-FE32-4153-B8FD-7BC352F2E1EB}" type="presOf" srcId="{2FFC2F26-B41C-4893-AFEF-C2861CFC9BBE}" destId="{AFF8432A-ADCF-40EE-A0C2-B7456E4E7371}" srcOrd="0" destOrd="0" presId="urn:microsoft.com/office/officeart/2005/8/layout/hierarchy6"/>
    <dgm:cxn modelId="{6F5F6D88-3685-47B1-9965-9E9AA834D42D}" srcId="{9AAFCB11-FC3E-467D-94EA-94364E2A70ED}" destId="{7D1F50C2-9AD5-4F2A-BDF7-94815BE23E0E}" srcOrd="1" destOrd="0" parTransId="{14ED6A7F-114D-4529-AC44-8E3873E96A45}" sibTransId="{8E37BED4-F2B7-4977-BA56-E6F44843884D}"/>
    <dgm:cxn modelId="{4106A78A-9142-48A0-8236-FFC76002534F}" srcId="{2FFC2F26-B41C-4893-AFEF-C2861CFC9BBE}" destId="{7E92D950-63D2-41DC-9741-5510EA44D41C}" srcOrd="1" destOrd="0" parTransId="{5A091725-2241-4A94-B752-AF2998C365EF}" sibTransId="{922399E7-5DE5-41B9-8B65-2518BA7EA187}"/>
    <dgm:cxn modelId="{E291F18B-D34D-4C9D-A486-679872004A93}" type="presOf" srcId="{2B898F8F-6F4C-4C0E-94B2-8B92EEFEEC46}" destId="{ABB4139D-FC61-4CA4-804A-1B97A5ACFBF3}" srcOrd="0" destOrd="0" presId="urn:microsoft.com/office/officeart/2005/8/layout/hierarchy6"/>
    <dgm:cxn modelId="{BD19F58E-6805-4569-A9AB-97833A5B0CA6}" type="presOf" srcId="{5A091725-2241-4A94-B752-AF2998C365EF}" destId="{BFAFEA9F-DB55-4973-A7C2-3A6DB0FA39C8}" srcOrd="0" destOrd="0" presId="urn:microsoft.com/office/officeart/2005/8/layout/hierarchy6"/>
    <dgm:cxn modelId="{20350A92-024F-49AD-A23B-9844CB06015E}" type="presOf" srcId="{F7269FA9-32B3-49E9-B268-3D186BB87418}" destId="{5D33218A-A4A0-4DF3-8A32-CB987E55B5F0}" srcOrd="0" destOrd="0" presId="urn:microsoft.com/office/officeart/2005/8/layout/hierarchy6"/>
    <dgm:cxn modelId="{09B8049D-C518-4763-B9A3-1529A628A621}" srcId="{D736E312-A4C8-4DAF-8507-2A50F8F5ACB6}" destId="{7227D0C8-B9C8-495D-A242-26AF48849E6D}" srcOrd="1" destOrd="0" parTransId="{71149FAB-0F83-4E83-8983-E0821DD77159}" sibTransId="{0A147F03-429F-4B3D-870B-2229A7C35765}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20E128AF-4006-4B82-BF4A-86F94FF03865}" type="presOf" srcId="{25C3D94B-FF05-477E-9258-9A99E50BE926}" destId="{BB8E1E2E-C554-4491-AD73-3EB56150AD94}" srcOrd="0" destOrd="0" presId="urn:microsoft.com/office/officeart/2005/8/layout/hierarchy6"/>
    <dgm:cxn modelId="{6CD3A3C1-6E21-4AFE-BAF3-40DFF43B3A76}" srcId="{9AAFCB11-FC3E-467D-94EA-94364E2A70ED}" destId="{F675879C-2D04-4D46-9ED6-2B78922FD47B}" srcOrd="0" destOrd="0" parTransId="{60582AA2-4BE9-4192-84E9-EAEFA1022096}" sibTransId="{3C9CFC80-25A0-457C-BB62-A1E8006CF616}"/>
    <dgm:cxn modelId="{FEF3BEC8-B9EA-420E-A1CB-968413B6637A}" type="presOf" srcId="{8A764B70-BB99-4494-84FE-1094FDC89A29}" destId="{2DBEACEF-8152-4C66-B5EE-A0DD36C278FB}" srcOrd="0" destOrd="0" presId="urn:microsoft.com/office/officeart/2005/8/layout/hierarchy6"/>
    <dgm:cxn modelId="{114644D2-D0EF-43B7-B0A8-14C62C94DF28}" type="presOf" srcId="{C6B4AA2E-A7F3-4CAB-AB66-078D73F2BCF5}" destId="{1BC2AB64-A9AF-46D8-A5E9-4006EC6AA4D7}" srcOrd="0" destOrd="0" presId="urn:microsoft.com/office/officeart/2005/8/layout/hierarchy6"/>
    <dgm:cxn modelId="{7FB331E2-4715-43BC-BB8D-AB350EBD956C}" type="presOf" srcId="{4AD681AA-AD34-4185-8851-1D73F20E828E}" destId="{8AA4A51E-F38F-4EEE-AC65-DA951D18B74D}" srcOrd="0" destOrd="0" presId="urn:microsoft.com/office/officeart/2005/8/layout/hierarchy6"/>
    <dgm:cxn modelId="{1E3374E2-DEE9-4B4A-851D-C041AB8CD6CC}" type="presOf" srcId="{07A86B36-2BE8-455A-8127-EC8EFB6800D7}" destId="{AB67B5C7-DB30-4F9E-A92E-9B7E27F88815}" srcOrd="0" destOrd="0" presId="urn:microsoft.com/office/officeart/2005/8/layout/hierarchy6"/>
    <dgm:cxn modelId="{7303FDE2-FFFB-4A8E-8B8F-A1BBD375BC89}" type="presOf" srcId="{FF283220-286A-41D9-B951-964736168034}" destId="{38DC6658-687D-4AED-95A1-30A2756DEC6C}" srcOrd="0" destOrd="0" presId="urn:microsoft.com/office/officeart/2005/8/layout/hierarchy6"/>
    <dgm:cxn modelId="{4CD8CFE6-A661-415B-B9A3-8F3761C11A0B}" type="presOf" srcId="{7227D0C8-B9C8-495D-A242-26AF48849E6D}" destId="{C00B5B54-D5F3-4E8E-AA60-DBB30DA66CEB}" srcOrd="0" destOrd="0" presId="urn:microsoft.com/office/officeart/2005/8/layout/hierarchy6"/>
    <dgm:cxn modelId="{A5D0CCEE-C0A7-4EB3-9066-9583DAFF7301}" srcId="{F9FCC74F-CDA2-4480-84F1-214A424A698B}" destId="{28E1B561-AD1A-4BD2-BA8E-43258976049A}" srcOrd="0" destOrd="0" parTransId="{5D073C56-A137-430C-806F-1520C08E43AE}" sibTransId="{C7BF57AA-B838-4E8F-AB41-880239C7C7C5}"/>
    <dgm:cxn modelId="{C87DD9EE-2011-4E63-8C94-0318BDB4FCBD}" type="presOf" srcId="{60582AA2-4BE9-4192-84E9-EAEFA1022096}" destId="{0E2293B5-64C2-4FCC-A88F-094ADE8CCDF7}" srcOrd="0" destOrd="0" presId="urn:microsoft.com/office/officeart/2005/8/layout/hierarchy6"/>
    <dgm:cxn modelId="{6FD74DEF-208B-433B-87C5-55464512E295}" srcId="{2FFC2F26-B41C-4893-AFEF-C2861CFC9BBE}" destId="{D66AE454-ACB6-40BC-93C4-E311D8F2F0A0}" srcOrd="0" destOrd="0" parTransId="{DFC86199-6516-4466-880B-0C1746B0F44F}" sibTransId="{43C25A6F-6B99-4EDE-8907-A77955911EEF}"/>
    <dgm:cxn modelId="{78A51BF1-52D7-4596-935F-C4043CE5EDB1}" type="presOf" srcId="{DFC86199-6516-4466-880B-0C1746B0F44F}" destId="{7B9BFBF7-DEA7-4CD3-BBF2-CE8AB682B07B}" srcOrd="0" destOrd="0" presId="urn:microsoft.com/office/officeart/2005/8/layout/hierarchy6"/>
    <dgm:cxn modelId="{107F69F8-1D8B-4F91-AC77-F9483E69536F}" srcId="{F9FCC74F-CDA2-4480-84F1-214A424A698B}" destId="{D7A3BC43-E2BD-4454-9E39-B0EF2434E76F}" srcOrd="1" destOrd="0" parTransId="{4AD681AA-AD34-4185-8851-1D73F20E828E}" sibTransId="{936DC02B-D023-4342-B41E-917735F5316E}"/>
    <dgm:cxn modelId="{E03BA2F8-1487-4C9C-9095-FD16DAC01C39}" srcId="{28E1B561-AD1A-4BD2-BA8E-43258976049A}" destId="{9AAFCB11-FC3E-467D-94EA-94364E2A70ED}" srcOrd="1" destOrd="0" parTransId="{07A86B36-2BE8-455A-8127-EC8EFB6800D7}" sibTransId="{A62356BB-9A37-42E4-B337-F1DCE3E71106}"/>
    <dgm:cxn modelId="{07CE04FC-3124-4773-8028-E7E90E369836}" type="presOf" srcId="{F675879C-2D04-4D46-9ED6-2B78922FD47B}" destId="{E95D0892-B76A-4B01-A166-08BAA4B97430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5168E4BD-FF1E-44D0-8AA0-0887847844BC}" type="presParOf" srcId="{3B8E0E52-806F-461B-808A-40A35535EB4C}" destId="{B0A63B98-FFDC-4E8A-AAA7-794AFB7420D0}" srcOrd="0" destOrd="0" presId="urn:microsoft.com/office/officeart/2005/8/layout/hierarchy6"/>
    <dgm:cxn modelId="{6FE76645-8FC9-4545-A366-9DC14258C5DD}" type="presParOf" srcId="{B0A63B98-FFDC-4E8A-AAA7-794AFB7420D0}" destId="{F1BD6853-81C7-40E1-B665-61DC8E96FEF0}" srcOrd="0" destOrd="0" presId="urn:microsoft.com/office/officeart/2005/8/layout/hierarchy6"/>
    <dgm:cxn modelId="{E42D4520-6B44-4F21-9102-05F7E32172D4}" type="presParOf" srcId="{B0A63B98-FFDC-4E8A-AAA7-794AFB7420D0}" destId="{223DC0C5-DD4E-4690-BF89-A4A36DDE2AA7}" srcOrd="1" destOrd="0" presId="urn:microsoft.com/office/officeart/2005/8/layout/hierarchy6"/>
    <dgm:cxn modelId="{90973907-8968-4D77-A469-4BA716DC9460}" type="presParOf" srcId="{223DC0C5-DD4E-4690-BF89-A4A36DDE2AA7}" destId="{C33BF8C2-41ED-4403-A7C2-B70567EA65EA}" srcOrd="0" destOrd="0" presId="urn:microsoft.com/office/officeart/2005/8/layout/hierarchy6"/>
    <dgm:cxn modelId="{14A6E85C-14E3-4774-B235-B0DB2D5CD0E1}" type="presParOf" srcId="{223DC0C5-DD4E-4690-BF89-A4A36DDE2AA7}" destId="{CD80D5BA-F318-4132-8434-6420A358ED77}" srcOrd="1" destOrd="0" presId="urn:microsoft.com/office/officeart/2005/8/layout/hierarchy6"/>
    <dgm:cxn modelId="{5112ED1C-F012-48BF-9BF4-64C4EBDF438B}" type="presParOf" srcId="{CD80D5BA-F318-4132-8434-6420A358ED77}" destId="{20290E2F-72AD-4549-9080-55B784B07CD3}" srcOrd="0" destOrd="0" presId="urn:microsoft.com/office/officeart/2005/8/layout/hierarchy6"/>
    <dgm:cxn modelId="{2E5D5A52-524F-4EF7-9C1F-E6D553869F7E}" type="presParOf" srcId="{CD80D5BA-F318-4132-8434-6420A358ED77}" destId="{CDF6B1D4-7530-4ECD-A39A-5249D12741A5}" srcOrd="1" destOrd="0" presId="urn:microsoft.com/office/officeart/2005/8/layout/hierarchy6"/>
    <dgm:cxn modelId="{6A71C9B9-1E61-45CB-AFA0-3D075C9A572C}" type="presParOf" srcId="{CDF6B1D4-7530-4ECD-A39A-5249D12741A5}" destId="{6ECEEDC3-3DE5-449A-9C7C-74DD09AE0798}" srcOrd="0" destOrd="0" presId="urn:microsoft.com/office/officeart/2005/8/layout/hierarchy6"/>
    <dgm:cxn modelId="{BC63D559-C004-4ACC-B69F-F2E2C54D282C}" type="presParOf" srcId="{CDF6B1D4-7530-4ECD-A39A-5249D12741A5}" destId="{E1A9BACD-9B71-404E-AE29-E0BE2EBAC197}" srcOrd="1" destOrd="0" presId="urn:microsoft.com/office/officeart/2005/8/layout/hierarchy6"/>
    <dgm:cxn modelId="{1468743D-BF62-4AFA-B73B-D0AD213CAEFC}" type="presParOf" srcId="{E1A9BACD-9B71-404E-AE29-E0BE2EBAC197}" destId="{F6F11474-0F90-4F17-9451-6E35FF8821F3}" srcOrd="0" destOrd="0" presId="urn:microsoft.com/office/officeart/2005/8/layout/hierarchy6"/>
    <dgm:cxn modelId="{78511012-B6A5-4E94-A429-EAAA0CC06DDF}" type="presParOf" srcId="{E1A9BACD-9B71-404E-AE29-E0BE2EBAC197}" destId="{E1DF9AB4-8635-4332-AEE4-B41C3A9E07E4}" srcOrd="1" destOrd="0" presId="urn:microsoft.com/office/officeart/2005/8/layout/hierarchy6"/>
    <dgm:cxn modelId="{609769C4-57D3-4533-8A73-279B5F27076C}" type="presParOf" srcId="{E1DF9AB4-8635-4332-AEE4-B41C3A9E07E4}" destId="{38DC6658-687D-4AED-95A1-30A2756DEC6C}" srcOrd="0" destOrd="0" presId="urn:microsoft.com/office/officeart/2005/8/layout/hierarchy6"/>
    <dgm:cxn modelId="{E574B679-46AF-41C5-9792-A6A9A54E2362}" type="presParOf" srcId="{E1DF9AB4-8635-4332-AEE4-B41C3A9E07E4}" destId="{9F1BA0F5-0A90-40ED-9CBF-350E0C75CE26}" srcOrd="1" destOrd="0" presId="urn:microsoft.com/office/officeart/2005/8/layout/hierarchy6"/>
    <dgm:cxn modelId="{219B3FBF-3703-4417-AF73-0C3D95B694A3}" type="presParOf" srcId="{9F1BA0F5-0A90-40ED-9CBF-350E0C75CE26}" destId="{90E46341-163E-4CBF-BF4D-CA9B17F0BC3C}" srcOrd="0" destOrd="0" presId="urn:microsoft.com/office/officeart/2005/8/layout/hierarchy6"/>
    <dgm:cxn modelId="{ADE64DD4-D5DF-4E22-B0DC-43FF38F02294}" type="presParOf" srcId="{9F1BA0F5-0A90-40ED-9CBF-350E0C75CE26}" destId="{89303938-5A45-41EE-AF0D-BDDFEDE8487D}" srcOrd="1" destOrd="0" presId="urn:microsoft.com/office/officeart/2005/8/layout/hierarchy6"/>
    <dgm:cxn modelId="{42FA6170-8E19-4B5E-A32F-252F98377E39}" type="presParOf" srcId="{E1DF9AB4-8635-4332-AEE4-B41C3A9E07E4}" destId="{2DBEACEF-8152-4C66-B5EE-A0DD36C278FB}" srcOrd="2" destOrd="0" presId="urn:microsoft.com/office/officeart/2005/8/layout/hierarchy6"/>
    <dgm:cxn modelId="{D8BD5A48-BCE1-4D8C-A165-BAAD01C7C566}" type="presParOf" srcId="{E1DF9AB4-8635-4332-AEE4-B41C3A9E07E4}" destId="{A6796547-E495-4D2C-B5D8-24D9ABD58CF1}" srcOrd="3" destOrd="0" presId="urn:microsoft.com/office/officeart/2005/8/layout/hierarchy6"/>
    <dgm:cxn modelId="{A36B47A5-4155-49D9-AA28-007C11A03739}" type="presParOf" srcId="{A6796547-E495-4D2C-B5D8-24D9ABD58CF1}" destId="{BB8E1E2E-C554-4491-AD73-3EB56150AD94}" srcOrd="0" destOrd="0" presId="urn:microsoft.com/office/officeart/2005/8/layout/hierarchy6"/>
    <dgm:cxn modelId="{7E429EDA-CC1D-42B8-A549-511937EF6AE4}" type="presParOf" srcId="{A6796547-E495-4D2C-B5D8-24D9ABD58CF1}" destId="{79C52F23-5180-4898-853B-121BB9DC7516}" srcOrd="1" destOrd="0" presId="urn:microsoft.com/office/officeart/2005/8/layout/hierarchy6"/>
    <dgm:cxn modelId="{3A68CD01-5784-4D0C-B009-44A91CA9336E}" type="presParOf" srcId="{CDF6B1D4-7530-4ECD-A39A-5249D12741A5}" destId="{AB67B5C7-DB30-4F9E-A92E-9B7E27F88815}" srcOrd="2" destOrd="0" presId="urn:microsoft.com/office/officeart/2005/8/layout/hierarchy6"/>
    <dgm:cxn modelId="{F1B94231-3863-4243-96EF-76036982EC89}" type="presParOf" srcId="{CDF6B1D4-7530-4ECD-A39A-5249D12741A5}" destId="{76647235-B89D-4E64-8CC7-3F1E0117EAB9}" srcOrd="3" destOrd="0" presId="urn:microsoft.com/office/officeart/2005/8/layout/hierarchy6"/>
    <dgm:cxn modelId="{E4F73350-8E63-4424-BC1E-ACED7DEBCB40}" type="presParOf" srcId="{76647235-B89D-4E64-8CC7-3F1E0117EAB9}" destId="{E47371F4-FCBE-4A19-A8C8-C7605666D107}" srcOrd="0" destOrd="0" presId="urn:microsoft.com/office/officeart/2005/8/layout/hierarchy6"/>
    <dgm:cxn modelId="{4635E736-9B25-4D4F-BE55-35DD1B27E6BD}" type="presParOf" srcId="{76647235-B89D-4E64-8CC7-3F1E0117EAB9}" destId="{A4EFECA4-E5BD-4B06-8A17-F4D027796EF1}" srcOrd="1" destOrd="0" presId="urn:microsoft.com/office/officeart/2005/8/layout/hierarchy6"/>
    <dgm:cxn modelId="{58222B36-9492-487C-8DFB-224BB8D7A872}" type="presParOf" srcId="{A4EFECA4-E5BD-4B06-8A17-F4D027796EF1}" destId="{0E2293B5-64C2-4FCC-A88F-094ADE8CCDF7}" srcOrd="0" destOrd="0" presId="urn:microsoft.com/office/officeart/2005/8/layout/hierarchy6"/>
    <dgm:cxn modelId="{D28BC6E3-6092-4CF9-91A3-51AF84D63188}" type="presParOf" srcId="{A4EFECA4-E5BD-4B06-8A17-F4D027796EF1}" destId="{24D3BFA1-52E7-435F-AC57-FC055E26F68A}" srcOrd="1" destOrd="0" presId="urn:microsoft.com/office/officeart/2005/8/layout/hierarchy6"/>
    <dgm:cxn modelId="{7CBBD74C-3FFF-4D52-B3D0-2BCA4805F152}" type="presParOf" srcId="{24D3BFA1-52E7-435F-AC57-FC055E26F68A}" destId="{E95D0892-B76A-4B01-A166-08BAA4B97430}" srcOrd="0" destOrd="0" presId="urn:microsoft.com/office/officeart/2005/8/layout/hierarchy6"/>
    <dgm:cxn modelId="{32EC3C72-5016-43A8-9CB0-13B48E9C714E}" type="presParOf" srcId="{24D3BFA1-52E7-435F-AC57-FC055E26F68A}" destId="{7147D429-B0FC-4411-8256-5619EC346CEE}" srcOrd="1" destOrd="0" presId="urn:microsoft.com/office/officeart/2005/8/layout/hierarchy6"/>
    <dgm:cxn modelId="{749CBF25-CC7C-4363-8FDB-B93938B5A649}" type="presParOf" srcId="{A4EFECA4-E5BD-4B06-8A17-F4D027796EF1}" destId="{0BDA36D0-06E0-4818-A3F1-93218D4CDE60}" srcOrd="2" destOrd="0" presId="urn:microsoft.com/office/officeart/2005/8/layout/hierarchy6"/>
    <dgm:cxn modelId="{77F0D519-1C3F-4597-93EF-4BF887CB829E}" type="presParOf" srcId="{A4EFECA4-E5BD-4B06-8A17-F4D027796EF1}" destId="{9E18228E-49F0-4406-8E79-B23F47DE53F2}" srcOrd="3" destOrd="0" presId="urn:microsoft.com/office/officeart/2005/8/layout/hierarchy6"/>
    <dgm:cxn modelId="{89E8164D-8B86-4CB2-AB5D-A39860B3F5F8}" type="presParOf" srcId="{9E18228E-49F0-4406-8E79-B23F47DE53F2}" destId="{C7CC4989-08EF-45DF-A7C4-00755C263BBF}" srcOrd="0" destOrd="0" presId="urn:microsoft.com/office/officeart/2005/8/layout/hierarchy6"/>
    <dgm:cxn modelId="{E251EA66-DDCF-4747-AFAB-5621EFB7D090}" type="presParOf" srcId="{9E18228E-49F0-4406-8E79-B23F47DE53F2}" destId="{D98BA0E3-BAAF-4751-8943-55A7AD8AE840}" srcOrd="1" destOrd="0" presId="urn:microsoft.com/office/officeart/2005/8/layout/hierarchy6"/>
    <dgm:cxn modelId="{ECA73376-23FB-4A07-A6B8-A229C130E6C5}" type="presParOf" srcId="{223DC0C5-DD4E-4690-BF89-A4A36DDE2AA7}" destId="{8AA4A51E-F38F-4EEE-AC65-DA951D18B74D}" srcOrd="2" destOrd="0" presId="urn:microsoft.com/office/officeart/2005/8/layout/hierarchy6"/>
    <dgm:cxn modelId="{B8EF057D-A748-4415-843A-DDCAEE8D3CE2}" type="presParOf" srcId="{223DC0C5-DD4E-4690-BF89-A4A36DDE2AA7}" destId="{32FD3D59-0F8B-4C43-B1DF-B2B9711D16ED}" srcOrd="3" destOrd="0" presId="urn:microsoft.com/office/officeart/2005/8/layout/hierarchy6"/>
    <dgm:cxn modelId="{A75B7268-2077-44D3-B4F0-7641C4C9EB78}" type="presParOf" srcId="{32FD3D59-0F8B-4C43-B1DF-B2B9711D16ED}" destId="{66A39787-BB9A-41CA-8FD2-3B37DF32B220}" srcOrd="0" destOrd="0" presId="urn:microsoft.com/office/officeart/2005/8/layout/hierarchy6"/>
    <dgm:cxn modelId="{4FF539AD-BB9D-4F35-AAE9-76A1A3C70DBD}" type="presParOf" srcId="{32FD3D59-0F8B-4C43-B1DF-B2B9711D16ED}" destId="{A6D26CCF-DC71-4292-BC30-9E8D3FDDC203}" srcOrd="1" destOrd="0" presId="urn:microsoft.com/office/officeart/2005/8/layout/hierarchy6"/>
    <dgm:cxn modelId="{1129F14A-BEEC-4808-A867-476D8162D14C}" type="presParOf" srcId="{A6D26CCF-DC71-4292-BC30-9E8D3FDDC203}" destId="{1BC2AB64-A9AF-46D8-A5E9-4006EC6AA4D7}" srcOrd="0" destOrd="0" presId="urn:microsoft.com/office/officeart/2005/8/layout/hierarchy6"/>
    <dgm:cxn modelId="{C989A330-A815-4172-933E-D729A47B0BD8}" type="presParOf" srcId="{A6D26CCF-DC71-4292-BC30-9E8D3FDDC203}" destId="{DBBF1DD0-E21E-47E5-B4C0-0DCB608F07C1}" srcOrd="1" destOrd="0" presId="urn:microsoft.com/office/officeart/2005/8/layout/hierarchy6"/>
    <dgm:cxn modelId="{9C788CE3-1647-45E9-B379-C5B462AE5B77}" type="presParOf" srcId="{DBBF1DD0-E21E-47E5-B4C0-0DCB608F07C1}" destId="{B1BC82DA-CBDB-4AE4-AFB5-C2F6967A411A}" srcOrd="0" destOrd="0" presId="urn:microsoft.com/office/officeart/2005/8/layout/hierarchy6"/>
    <dgm:cxn modelId="{3AFE4736-71F6-4913-B50D-672FA9A0E465}" type="presParOf" srcId="{DBBF1DD0-E21E-47E5-B4C0-0DCB608F07C1}" destId="{CEA4B6F3-B433-4713-8BFD-589EB1182D1E}" srcOrd="1" destOrd="0" presId="urn:microsoft.com/office/officeart/2005/8/layout/hierarchy6"/>
    <dgm:cxn modelId="{1CA89FEF-253C-4171-9268-1F2103A67812}" type="presParOf" srcId="{CEA4B6F3-B433-4713-8BFD-589EB1182D1E}" destId="{5D33218A-A4A0-4DF3-8A32-CB987E55B5F0}" srcOrd="0" destOrd="0" presId="urn:microsoft.com/office/officeart/2005/8/layout/hierarchy6"/>
    <dgm:cxn modelId="{6BFD602F-BB15-4340-ABFF-F2A5D67D4CB0}" type="presParOf" srcId="{CEA4B6F3-B433-4713-8BFD-589EB1182D1E}" destId="{2087BEB0-8994-46E3-8339-BF61E47D2917}" srcOrd="1" destOrd="0" presId="urn:microsoft.com/office/officeart/2005/8/layout/hierarchy6"/>
    <dgm:cxn modelId="{30B0A5C4-2826-4DB4-B8CA-A353CA6803B1}" type="presParOf" srcId="{2087BEB0-8994-46E3-8339-BF61E47D2917}" destId="{ABB4139D-FC61-4CA4-804A-1B97A5ACFBF3}" srcOrd="0" destOrd="0" presId="urn:microsoft.com/office/officeart/2005/8/layout/hierarchy6"/>
    <dgm:cxn modelId="{17135DF0-C4D6-4B76-A039-37A6C8272D1A}" type="presParOf" srcId="{2087BEB0-8994-46E3-8339-BF61E47D2917}" destId="{90E72F39-1A77-4646-8369-0159D493BEE8}" srcOrd="1" destOrd="0" presId="urn:microsoft.com/office/officeart/2005/8/layout/hierarchy6"/>
    <dgm:cxn modelId="{4C64E40E-676A-4308-A74D-2DB6BD7688F4}" type="presParOf" srcId="{CEA4B6F3-B433-4713-8BFD-589EB1182D1E}" destId="{2A3F0C08-F68E-4D15-A24C-F0F3490863A6}" srcOrd="2" destOrd="0" presId="urn:microsoft.com/office/officeart/2005/8/layout/hierarchy6"/>
    <dgm:cxn modelId="{FA04603C-81A1-41F4-8C22-F160B00B04F4}" type="presParOf" srcId="{CEA4B6F3-B433-4713-8BFD-589EB1182D1E}" destId="{6A4AEB51-7926-4DF4-95A8-27578B56A729}" srcOrd="3" destOrd="0" presId="urn:microsoft.com/office/officeart/2005/8/layout/hierarchy6"/>
    <dgm:cxn modelId="{4C36C01B-BED0-4677-B83D-F2B1CD5993B8}" type="presParOf" srcId="{6A4AEB51-7926-4DF4-95A8-27578B56A729}" destId="{C00B5B54-D5F3-4E8E-AA60-DBB30DA66CEB}" srcOrd="0" destOrd="0" presId="urn:microsoft.com/office/officeart/2005/8/layout/hierarchy6"/>
    <dgm:cxn modelId="{46214DB6-6EE6-4272-B87D-46070C07954E}" type="presParOf" srcId="{6A4AEB51-7926-4DF4-95A8-27578B56A729}" destId="{1F34E1A1-DF97-4006-9C71-E23F390DAB7F}" srcOrd="1" destOrd="0" presId="urn:microsoft.com/office/officeart/2005/8/layout/hierarchy6"/>
    <dgm:cxn modelId="{DF4BA8C9-03AA-4209-8194-888D8CA243A9}" type="presParOf" srcId="{A6D26CCF-DC71-4292-BC30-9E8D3FDDC203}" destId="{AA1BCF02-0D39-49A8-97EC-987CAFDCA1F9}" srcOrd="2" destOrd="0" presId="urn:microsoft.com/office/officeart/2005/8/layout/hierarchy6"/>
    <dgm:cxn modelId="{F52B0B1B-6D30-45BF-97B6-F98F24B1F4CC}" type="presParOf" srcId="{A6D26CCF-DC71-4292-BC30-9E8D3FDDC203}" destId="{3B0E7C28-9CF8-40A9-9D31-323935516303}" srcOrd="3" destOrd="0" presId="urn:microsoft.com/office/officeart/2005/8/layout/hierarchy6"/>
    <dgm:cxn modelId="{7C9125AC-3A6C-4797-810E-864642E536B9}" type="presParOf" srcId="{3B0E7C28-9CF8-40A9-9D31-323935516303}" destId="{AFF8432A-ADCF-40EE-A0C2-B7456E4E7371}" srcOrd="0" destOrd="0" presId="urn:microsoft.com/office/officeart/2005/8/layout/hierarchy6"/>
    <dgm:cxn modelId="{EE530C21-60E4-445A-84D2-27492A6667E2}" type="presParOf" srcId="{3B0E7C28-9CF8-40A9-9D31-323935516303}" destId="{7098DE96-2534-4D2C-A1F9-5AD607D5E817}" srcOrd="1" destOrd="0" presId="urn:microsoft.com/office/officeart/2005/8/layout/hierarchy6"/>
    <dgm:cxn modelId="{42CDE8BA-203D-44E2-98F2-8E95C96CC738}" type="presParOf" srcId="{7098DE96-2534-4D2C-A1F9-5AD607D5E817}" destId="{7B9BFBF7-DEA7-4CD3-BBF2-CE8AB682B07B}" srcOrd="0" destOrd="0" presId="urn:microsoft.com/office/officeart/2005/8/layout/hierarchy6"/>
    <dgm:cxn modelId="{2FCCBE8E-09EA-430A-9569-9D11EB233C9B}" type="presParOf" srcId="{7098DE96-2534-4D2C-A1F9-5AD607D5E817}" destId="{AC6834B9-9D60-4B44-AC5C-CFD5704A97BD}" srcOrd="1" destOrd="0" presId="urn:microsoft.com/office/officeart/2005/8/layout/hierarchy6"/>
    <dgm:cxn modelId="{63B89898-31C8-4D53-A8D5-07BD97331E3C}" type="presParOf" srcId="{AC6834B9-9D60-4B44-AC5C-CFD5704A97BD}" destId="{4336BFC9-FE61-404A-BAF5-B9DF59B47DFE}" srcOrd="0" destOrd="0" presId="urn:microsoft.com/office/officeart/2005/8/layout/hierarchy6"/>
    <dgm:cxn modelId="{C27C3CE4-3FA2-4DBB-BF39-AD927B2ED26D}" type="presParOf" srcId="{AC6834B9-9D60-4B44-AC5C-CFD5704A97BD}" destId="{11AD96A1-0CB3-4165-B6FB-232BF2ADF5C1}" srcOrd="1" destOrd="0" presId="urn:microsoft.com/office/officeart/2005/8/layout/hierarchy6"/>
    <dgm:cxn modelId="{C7EE6FE1-759C-4B37-B647-229A7D1E8474}" type="presParOf" srcId="{7098DE96-2534-4D2C-A1F9-5AD607D5E817}" destId="{BFAFEA9F-DB55-4973-A7C2-3A6DB0FA39C8}" srcOrd="2" destOrd="0" presId="urn:microsoft.com/office/officeart/2005/8/layout/hierarchy6"/>
    <dgm:cxn modelId="{F3F07CB1-305A-4CBD-9D4C-75C8153F3C45}" type="presParOf" srcId="{7098DE96-2534-4D2C-A1F9-5AD607D5E817}" destId="{9CA32E08-8BD0-47F1-9E87-6CFF22CFCFAD}" srcOrd="3" destOrd="0" presId="urn:microsoft.com/office/officeart/2005/8/layout/hierarchy6"/>
    <dgm:cxn modelId="{6555BC54-05F6-4C63-9264-3D6369F501E7}" type="presParOf" srcId="{9CA32E08-8BD0-47F1-9E87-6CFF22CFCFAD}" destId="{1F70FEA6-92C2-44A1-B941-B2548F969D47}" srcOrd="0" destOrd="0" presId="urn:microsoft.com/office/officeart/2005/8/layout/hierarchy6"/>
    <dgm:cxn modelId="{1E8866AD-5D01-425D-93A6-8A55FB2340C5}" type="presParOf" srcId="{9CA32E08-8BD0-47F1-9E87-6CFF22CFCFAD}" destId="{FBE028B1-3E99-49D2-922E-5B90077C1E5F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52D3EC6-7D78-47C0-A093-1A4DFBF4AC57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FF283220-286A-41D9-B951-964736168034}" type="parTrans" cxnId="{3C6DE43B-4598-4E4C-9843-68CD210A9925}">
      <dgm:prSet/>
      <dgm:spPr/>
      <dgm:t>
        <a:bodyPr/>
        <a:lstStyle/>
        <a:p>
          <a:endParaRPr lang="en-US"/>
        </a:p>
      </dgm:t>
    </dgm:pt>
    <dgm:pt modelId="{7F03414A-563C-4CAB-95A6-694E8527E46B}" type="sibTrans" cxnId="{3C6DE43B-4598-4E4C-9843-68CD210A9925}">
      <dgm:prSet/>
      <dgm:spPr/>
      <dgm:t>
        <a:bodyPr/>
        <a:lstStyle/>
        <a:p>
          <a:endParaRPr lang="en-US"/>
        </a:p>
      </dgm:t>
    </dgm:pt>
    <dgm:pt modelId="{25C3D94B-FF05-477E-9258-9A99E50BE926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8A764B70-BB99-4494-84FE-1094FDC89A29}" type="parTrans" cxnId="{F9DA6B53-321B-4351-A699-D3447FB7FFC3}">
      <dgm:prSet/>
      <dgm:spPr/>
      <dgm:t>
        <a:bodyPr/>
        <a:lstStyle/>
        <a:p>
          <a:endParaRPr lang="en-US"/>
        </a:p>
      </dgm:t>
    </dgm:pt>
    <dgm:pt modelId="{BB5C154D-BEA6-4889-BEC2-6CD7F5EBAA1D}" type="sibTrans" cxnId="{F9DA6B53-321B-4351-A699-D3447FB7FFC3}">
      <dgm:prSet/>
      <dgm:spPr/>
      <dgm:t>
        <a:bodyPr/>
        <a:lstStyle/>
        <a:p>
          <a:endParaRPr lang="en-US"/>
        </a:p>
      </dgm:t>
    </dgm:pt>
    <dgm:pt modelId="{F675879C-2D04-4D46-9ED6-2B78922FD47B}">
      <dgm:prSet phldrT="[Text]"/>
      <dgm:spPr>
        <a:noFill/>
      </dgm:spPr>
      <dgm:t>
        <a:bodyPr/>
        <a:lstStyle/>
        <a:p>
          <a:r>
            <a:rPr lang="en-US" dirty="0"/>
            <a:t>5144</a:t>
          </a:r>
        </a:p>
      </dgm:t>
    </dgm:pt>
    <dgm:pt modelId="{60582AA2-4BE9-4192-84E9-EAEFA1022096}" type="parTrans" cxnId="{6CD3A3C1-6E21-4AFE-BAF3-40DFF43B3A76}">
      <dgm:prSet/>
      <dgm:spPr/>
      <dgm:t>
        <a:bodyPr/>
        <a:lstStyle/>
        <a:p>
          <a:endParaRPr lang="en-US"/>
        </a:p>
      </dgm:t>
    </dgm:pt>
    <dgm:pt modelId="{3C9CFC80-25A0-457C-BB62-A1E8006CF616}" type="sibTrans" cxnId="{6CD3A3C1-6E21-4AFE-BAF3-40DFF43B3A76}">
      <dgm:prSet/>
      <dgm:spPr/>
      <dgm:t>
        <a:bodyPr/>
        <a:lstStyle/>
        <a:p>
          <a:endParaRPr lang="en-US"/>
        </a:p>
      </dgm:t>
    </dgm:pt>
    <dgm:pt modelId="{7D1F50C2-9AD5-4F2A-BDF7-94815BE23E0E}">
      <dgm:prSet phldrT="[Text]"/>
      <dgm:spPr>
        <a:noFill/>
      </dgm:spPr>
      <dgm:t>
        <a:bodyPr/>
        <a:lstStyle/>
        <a:p>
          <a:r>
            <a:rPr lang="en-US" dirty="0"/>
            <a:t>5073</a:t>
          </a:r>
        </a:p>
      </dgm:t>
    </dgm:pt>
    <dgm:pt modelId="{14ED6A7F-114D-4529-AC44-8E3873E96A45}" type="parTrans" cxnId="{6F5F6D88-3685-47B1-9965-9E9AA834D42D}">
      <dgm:prSet/>
      <dgm:spPr/>
      <dgm:t>
        <a:bodyPr/>
        <a:lstStyle/>
        <a:p>
          <a:endParaRPr lang="en-US"/>
        </a:p>
      </dgm:t>
    </dgm:pt>
    <dgm:pt modelId="{8E37BED4-F2B7-4977-BA56-E6F44843884D}" type="sibTrans" cxnId="{6F5F6D88-3685-47B1-9965-9E9AA834D42D}">
      <dgm:prSet/>
      <dgm:spPr/>
      <dgm:t>
        <a:bodyPr/>
        <a:lstStyle/>
        <a:p>
          <a:endParaRPr lang="en-US"/>
        </a:p>
      </dgm:t>
    </dgm:pt>
    <dgm:pt modelId="{2B898F8F-6F4C-4C0E-94B2-8B92EEFEEC46}">
      <dgm:prSet phldrT="[Text]"/>
      <dgm:spPr>
        <a:noFill/>
      </dgm:spPr>
      <dgm:t>
        <a:bodyPr/>
        <a:lstStyle/>
        <a:p>
          <a:r>
            <a:rPr lang="en-US" dirty="0"/>
            <a:t>3826</a:t>
          </a:r>
        </a:p>
      </dgm:t>
    </dgm:pt>
    <dgm:pt modelId="{F7269FA9-32B3-49E9-B268-3D186BB87418}" type="parTrans" cxnId="{C268EF21-9340-421F-9266-0D09A096390A}">
      <dgm:prSet/>
      <dgm:spPr/>
      <dgm:t>
        <a:bodyPr/>
        <a:lstStyle/>
        <a:p>
          <a:endParaRPr lang="en-US"/>
        </a:p>
      </dgm:t>
    </dgm:pt>
    <dgm:pt modelId="{8DF3072D-73FF-47E3-8AE2-09169523AEB1}" type="sibTrans" cxnId="{C268EF21-9340-421F-9266-0D09A096390A}">
      <dgm:prSet/>
      <dgm:spPr/>
      <dgm:t>
        <a:bodyPr/>
        <a:lstStyle/>
        <a:p>
          <a:endParaRPr lang="en-US"/>
        </a:p>
      </dgm:t>
    </dgm:pt>
    <dgm:pt modelId="{7227D0C8-B9C8-495D-A242-26AF48849E6D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1149FAB-0F83-4E83-8983-E0821DD77159}" type="parTrans" cxnId="{09B8049D-C518-4763-B9A3-1529A628A621}">
      <dgm:prSet/>
      <dgm:spPr/>
      <dgm:t>
        <a:bodyPr/>
        <a:lstStyle/>
        <a:p>
          <a:endParaRPr lang="en-US"/>
        </a:p>
      </dgm:t>
    </dgm:pt>
    <dgm:pt modelId="{0A147F03-429F-4B3D-870B-2229A7C35765}" type="sibTrans" cxnId="{09B8049D-C518-4763-B9A3-1529A628A621}">
      <dgm:prSet/>
      <dgm:spPr/>
      <dgm:t>
        <a:bodyPr/>
        <a:lstStyle/>
        <a:p>
          <a:endParaRPr lang="en-US"/>
        </a:p>
      </dgm:t>
    </dgm:pt>
    <dgm:pt modelId="{D66AE454-ACB6-40BC-93C4-E311D8F2F0A0}">
      <dgm:prSet phldrT="[Text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FC86199-6516-4466-880B-0C1746B0F44F}" type="parTrans" cxnId="{6FD74DEF-208B-433B-87C5-55464512E295}">
      <dgm:prSet/>
      <dgm:spPr/>
      <dgm:t>
        <a:bodyPr/>
        <a:lstStyle/>
        <a:p>
          <a:endParaRPr lang="en-US"/>
        </a:p>
      </dgm:t>
    </dgm:pt>
    <dgm:pt modelId="{43C25A6F-6B99-4EDE-8907-A77955911EEF}" type="sibTrans" cxnId="{6FD74DEF-208B-433B-87C5-55464512E295}">
      <dgm:prSet/>
      <dgm:spPr/>
      <dgm:t>
        <a:bodyPr/>
        <a:lstStyle/>
        <a:p>
          <a:endParaRPr lang="en-US"/>
        </a:p>
      </dgm:t>
    </dgm:pt>
    <dgm:pt modelId="{7E92D950-63D2-41DC-9741-5510EA44D41C}">
      <dgm:prSet phldrT="[Text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A091725-2241-4A94-B752-AF2998C365EF}" type="parTrans" cxnId="{4106A78A-9142-48A0-8236-FFC76002534F}">
      <dgm:prSet/>
      <dgm:spPr/>
      <dgm:t>
        <a:bodyPr/>
        <a:lstStyle/>
        <a:p>
          <a:endParaRPr lang="en-US"/>
        </a:p>
      </dgm:t>
    </dgm:pt>
    <dgm:pt modelId="{922399E7-5DE5-41B9-8B65-2518BA7EA187}" type="sibTrans" cxnId="{4106A78A-9142-48A0-8236-FFC76002534F}">
      <dgm:prSet/>
      <dgm:spPr/>
      <dgm:t>
        <a:bodyPr/>
        <a:lstStyle/>
        <a:p>
          <a:endParaRPr lang="en-US"/>
        </a:p>
      </dgm:t>
    </dgm:pt>
    <dgm:pt modelId="{2FFC2F26-B41C-4893-AFEF-C2861CFC9BBE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22952E67-2A22-4B66-8E7E-F3D9676B0A48}" type="parTrans" cxnId="{C42D8C79-E4B7-4F43-87CC-69C4BA81F3D5}">
      <dgm:prSet/>
      <dgm:spPr/>
      <dgm:t>
        <a:bodyPr/>
        <a:lstStyle/>
        <a:p>
          <a:endParaRPr lang="en-US"/>
        </a:p>
      </dgm:t>
    </dgm:pt>
    <dgm:pt modelId="{096B4189-868E-44F8-AC4B-2013AE7CB329}" type="sibTrans" cxnId="{C42D8C79-E4B7-4F43-87CC-69C4BA81F3D5}">
      <dgm:prSet/>
      <dgm:spPr/>
      <dgm:t>
        <a:bodyPr/>
        <a:lstStyle/>
        <a:p>
          <a:endParaRPr lang="en-US"/>
        </a:p>
      </dgm:t>
    </dgm:pt>
    <dgm:pt modelId="{D7A3BC43-E2BD-4454-9E39-B0EF2434E76F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5139</a:t>
          </a:r>
        </a:p>
      </dgm:t>
    </dgm:pt>
    <dgm:pt modelId="{4AD681AA-AD34-4185-8851-1D73F20E828E}" type="parTrans" cxnId="{107F69F8-1D8B-4F91-AC77-F9483E69536F}">
      <dgm:prSet/>
      <dgm:spPr/>
      <dgm:t>
        <a:bodyPr/>
        <a:lstStyle/>
        <a:p>
          <a:endParaRPr lang="en-US"/>
        </a:p>
      </dgm:t>
    </dgm:pt>
    <dgm:pt modelId="{936DC02B-D023-4342-B41E-917735F5316E}" type="sibTrans" cxnId="{107F69F8-1D8B-4F91-AC77-F9483E69536F}">
      <dgm:prSet/>
      <dgm:spPr/>
      <dgm:t>
        <a:bodyPr/>
        <a:lstStyle/>
        <a:p>
          <a:endParaRPr lang="en-US"/>
        </a:p>
      </dgm:t>
    </dgm:pt>
    <dgm:pt modelId="{6F5C86F9-DBD9-4AC7-8389-542C0AADFA18}">
      <dgm:prSet phldrT="[Text]"/>
      <dgm:spPr/>
      <dgm:t>
        <a:bodyPr/>
        <a:lstStyle/>
        <a:p>
          <a:r>
            <a:rPr lang="en-US" dirty="0"/>
            <a:t>5051</a:t>
          </a:r>
        </a:p>
      </dgm:t>
    </dgm:pt>
    <dgm:pt modelId="{2EEFEBC4-B44D-4BA7-BCE6-7293ECC17EAC}" type="parTrans" cxnId="{AEB6A02F-64B3-4DB8-8CDB-AC46C8134DC4}">
      <dgm:prSet/>
      <dgm:spPr/>
      <dgm:t>
        <a:bodyPr/>
        <a:lstStyle/>
        <a:p>
          <a:endParaRPr lang="en-US"/>
        </a:p>
      </dgm:t>
    </dgm:pt>
    <dgm:pt modelId="{8120C870-AC10-405C-96E0-39CBB1DBCEC0}" type="sibTrans" cxnId="{AEB6A02F-64B3-4DB8-8CDB-AC46C8134DC4}">
      <dgm:prSet/>
      <dgm:spPr/>
      <dgm:t>
        <a:bodyPr/>
        <a:lstStyle/>
        <a:p>
          <a:endParaRPr lang="en-US"/>
        </a:p>
      </dgm:t>
    </dgm:pt>
    <dgm:pt modelId="{9AAFCB11-FC3E-467D-94EA-94364E2A70ED}">
      <dgm:prSet phldrT="[Text]"/>
      <dgm:spPr>
        <a:noFill/>
      </dgm:spPr>
      <dgm:t>
        <a:bodyPr/>
        <a:lstStyle/>
        <a:p>
          <a:r>
            <a:rPr lang="en-US" dirty="0"/>
            <a:t>5187</a:t>
          </a:r>
        </a:p>
      </dgm:t>
    </dgm:pt>
    <dgm:pt modelId="{07A86B36-2BE8-455A-8127-EC8EFB6800D7}" type="parTrans" cxnId="{E03BA2F8-1487-4C9C-9095-FD16DAC01C39}">
      <dgm:prSet/>
      <dgm:spPr/>
      <dgm:t>
        <a:bodyPr/>
        <a:lstStyle/>
        <a:p>
          <a:endParaRPr lang="en-US"/>
        </a:p>
      </dgm:t>
    </dgm:pt>
    <dgm:pt modelId="{A62356BB-9A37-42E4-B337-F1DCE3E71106}" type="sibTrans" cxnId="{E03BA2F8-1487-4C9C-9095-FD16DAC01C39}">
      <dgm:prSet/>
      <dgm:spPr/>
      <dgm:t>
        <a:bodyPr/>
        <a:lstStyle/>
        <a:p>
          <a:endParaRPr lang="en-US"/>
        </a:p>
      </dgm:t>
    </dgm:pt>
    <dgm:pt modelId="{F9FCC74F-CDA2-4480-84F1-214A424A698B}">
      <dgm:prSet phldrT="[Text]"/>
      <dgm:spPr/>
      <dgm:t>
        <a:bodyPr/>
        <a:lstStyle/>
        <a:p>
          <a:endParaRPr lang="en-US" dirty="0"/>
        </a:p>
      </dgm:t>
    </dgm:pt>
    <dgm:pt modelId="{3469929B-91B9-44FD-A758-C811D0DC1684}" type="parTrans" cxnId="{5C4F4B79-4595-4350-A271-BB980952EDA9}">
      <dgm:prSet/>
      <dgm:spPr/>
      <dgm:t>
        <a:bodyPr/>
        <a:lstStyle/>
        <a:p>
          <a:endParaRPr lang="en-US"/>
        </a:p>
      </dgm:t>
    </dgm:pt>
    <dgm:pt modelId="{1795968F-3E3D-4853-B84A-D4E4BE083D1B}" type="sibTrans" cxnId="{5C4F4B79-4595-4350-A271-BB980952EDA9}">
      <dgm:prSet/>
      <dgm:spPr/>
      <dgm:t>
        <a:bodyPr/>
        <a:lstStyle/>
        <a:p>
          <a:endParaRPr lang="en-US"/>
        </a:p>
      </dgm:t>
    </dgm:pt>
    <dgm:pt modelId="{28E1B561-AD1A-4BD2-BA8E-43258976049A}">
      <dgm:prSet phldrT="[Text]"/>
      <dgm:spPr/>
      <dgm:t>
        <a:bodyPr/>
        <a:lstStyle/>
        <a:p>
          <a:endParaRPr lang="en-US" dirty="0"/>
        </a:p>
      </dgm:t>
    </dgm:pt>
    <dgm:pt modelId="{5D073C56-A137-430C-806F-1520C08E43AE}" type="parTrans" cxnId="{A5D0CCEE-C0A7-4EB3-9066-9583DAFF7301}">
      <dgm:prSet/>
      <dgm:spPr/>
      <dgm:t>
        <a:bodyPr/>
        <a:lstStyle/>
        <a:p>
          <a:endParaRPr lang="en-US"/>
        </a:p>
      </dgm:t>
    </dgm:pt>
    <dgm:pt modelId="{C7BF57AA-B838-4E8F-AB41-880239C7C7C5}" type="sibTrans" cxnId="{A5D0CCEE-C0A7-4EB3-9066-9583DAFF7301}">
      <dgm:prSet/>
      <dgm:spPr/>
      <dgm:t>
        <a:bodyPr/>
        <a:lstStyle/>
        <a:p>
          <a:endParaRPr lang="en-US"/>
        </a:p>
      </dgm:t>
    </dgm:pt>
    <dgm:pt modelId="{D736E312-A4C8-4DAF-8507-2A50F8F5ACB6}">
      <dgm:prSet phldrT="[Text]"/>
      <dgm:spPr>
        <a:noFill/>
      </dgm:spPr>
      <dgm:t>
        <a:bodyPr/>
        <a:lstStyle/>
        <a:p>
          <a:r>
            <a:rPr lang="en-US" dirty="0"/>
            <a:t>4910</a:t>
          </a:r>
        </a:p>
      </dgm:t>
    </dgm:pt>
    <dgm:pt modelId="{C6B4AA2E-A7F3-4CAB-AB66-078D73F2BCF5}" type="parTrans" cxnId="{A35D0965-8713-4175-AE0D-0EBD9E8DBEC8}">
      <dgm:prSet/>
      <dgm:spPr/>
      <dgm:t>
        <a:bodyPr/>
        <a:lstStyle/>
        <a:p>
          <a:endParaRPr lang="en-US"/>
        </a:p>
      </dgm:t>
    </dgm:pt>
    <dgm:pt modelId="{D6E9E644-3354-46B6-A89B-8A4D18B2C750}" type="sibTrans" cxnId="{A35D0965-8713-4175-AE0D-0EBD9E8DBEC8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0A63B98-FFDC-4E8A-AAA7-794AFB7420D0}" type="pres">
      <dgm:prSet presAssocID="{F9FCC74F-CDA2-4480-84F1-214A424A698B}" presName="Name14" presStyleCnt="0"/>
      <dgm:spPr/>
    </dgm:pt>
    <dgm:pt modelId="{F1BD6853-81C7-40E1-B665-61DC8E96FEF0}" type="pres">
      <dgm:prSet presAssocID="{F9FCC74F-CDA2-4480-84F1-214A424A698B}" presName="level1Shape" presStyleLbl="node0" presStyleIdx="0" presStyleCnt="1">
        <dgm:presLayoutVars>
          <dgm:chPref val="3"/>
        </dgm:presLayoutVars>
      </dgm:prSet>
      <dgm:spPr/>
    </dgm:pt>
    <dgm:pt modelId="{223DC0C5-DD4E-4690-BF89-A4A36DDE2AA7}" type="pres">
      <dgm:prSet presAssocID="{F9FCC74F-CDA2-4480-84F1-214A424A698B}" presName="hierChild2" presStyleCnt="0"/>
      <dgm:spPr/>
    </dgm:pt>
    <dgm:pt modelId="{C33BF8C2-41ED-4403-A7C2-B70567EA65EA}" type="pres">
      <dgm:prSet presAssocID="{5D073C56-A137-430C-806F-1520C08E43AE}" presName="Name19" presStyleLbl="parChTrans1D2" presStyleIdx="0" presStyleCnt="2"/>
      <dgm:spPr/>
    </dgm:pt>
    <dgm:pt modelId="{CD80D5BA-F318-4132-8434-6420A358ED77}" type="pres">
      <dgm:prSet presAssocID="{28E1B561-AD1A-4BD2-BA8E-43258976049A}" presName="Name21" presStyleCnt="0"/>
      <dgm:spPr/>
    </dgm:pt>
    <dgm:pt modelId="{20290E2F-72AD-4549-9080-55B784B07CD3}" type="pres">
      <dgm:prSet presAssocID="{28E1B561-AD1A-4BD2-BA8E-43258976049A}" presName="level2Shape" presStyleLbl="node2" presStyleIdx="0" presStyleCnt="2"/>
      <dgm:spPr/>
    </dgm:pt>
    <dgm:pt modelId="{CDF6B1D4-7530-4ECD-A39A-5249D12741A5}" type="pres">
      <dgm:prSet presAssocID="{28E1B561-AD1A-4BD2-BA8E-43258976049A}" presName="hierChild3" presStyleCnt="0"/>
      <dgm:spPr/>
    </dgm:pt>
    <dgm:pt modelId="{6ECEEDC3-3DE5-449A-9C7C-74DD09AE0798}" type="pres">
      <dgm:prSet presAssocID="{2EEFEBC4-B44D-4BA7-BCE6-7293ECC17EAC}" presName="Name19" presStyleLbl="parChTrans1D3" presStyleIdx="0" presStyleCnt="4"/>
      <dgm:spPr/>
    </dgm:pt>
    <dgm:pt modelId="{E1A9BACD-9B71-404E-AE29-E0BE2EBAC197}" type="pres">
      <dgm:prSet presAssocID="{6F5C86F9-DBD9-4AC7-8389-542C0AADFA18}" presName="Name21" presStyleCnt="0"/>
      <dgm:spPr/>
    </dgm:pt>
    <dgm:pt modelId="{F6F11474-0F90-4F17-9451-6E35FF8821F3}" type="pres">
      <dgm:prSet presAssocID="{6F5C86F9-DBD9-4AC7-8389-542C0AADFA18}" presName="level2Shape" presStyleLbl="node3" presStyleIdx="0" presStyleCnt="4"/>
      <dgm:spPr/>
    </dgm:pt>
    <dgm:pt modelId="{E1DF9AB4-8635-4332-AEE4-B41C3A9E07E4}" type="pres">
      <dgm:prSet presAssocID="{6F5C86F9-DBD9-4AC7-8389-542C0AADFA18}" presName="hierChild3" presStyleCnt="0"/>
      <dgm:spPr/>
    </dgm:pt>
    <dgm:pt modelId="{38DC6658-687D-4AED-95A1-30A2756DEC6C}" type="pres">
      <dgm:prSet presAssocID="{FF283220-286A-41D9-B951-964736168034}" presName="Name19" presStyleLbl="parChTrans1D4" presStyleIdx="0" presStyleCnt="8"/>
      <dgm:spPr/>
    </dgm:pt>
    <dgm:pt modelId="{9F1BA0F5-0A90-40ED-9CBF-350E0C75CE26}" type="pres">
      <dgm:prSet presAssocID="{152D3EC6-7D78-47C0-A093-1A4DFBF4AC57}" presName="Name21" presStyleCnt="0"/>
      <dgm:spPr/>
    </dgm:pt>
    <dgm:pt modelId="{90E46341-163E-4CBF-BF4D-CA9B17F0BC3C}" type="pres">
      <dgm:prSet presAssocID="{152D3EC6-7D78-47C0-A093-1A4DFBF4AC57}" presName="level2Shape" presStyleLbl="node4" presStyleIdx="0" presStyleCnt="8"/>
      <dgm:spPr/>
    </dgm:pt>
    <dgm:pt modelId="{89303938-5A45-41EE-AF0D-BDDFEDE8487D}" type="pres">
      <dgm:prSet presAssocID="{152D3EC6-7D78-47C0-A093-1A4DFBF4AC57}" presName="hierChild3" presStyleCnt="0"/>
      <dgm:spPr/>
    </dgm:pt>
    <dgm:pt modelId="{2DBEACEF-8152-4C66-B5EE-A0DD36C278FB}" type="pres">
      <dgm:prSet presAssocID="{8A764B70-BB99-4494-84FE-1094FDC89A29}" presName="Name19" presStyleLbl="parChTrans1D4" presStyleIdx="1" presStyleCnt="8"/>
      <dgm:spPr/>
    </dgm:pt>
    <dgm:pt modelId="{A6796547-E495-4D2C-B5D8-24D9ABD58CF1}" type="pres">
      <dgm:prSet presAssocID="{25C3D94B-FF05-477E-9258-9A99E50BE926}" presName="Name21" presStyleCnt="0"/>
      <dgm:spPr/>
    </dgm:pt>
    <dgm:pt modelId="{BB8E1E2E-C554-4491-AD73-3EB56150AD94}" type="pres">
      <dgm:prSet presAssocID="{25C3D94B-FF05-477E-9258-9A99E50BE926}" presName="level2Shape" presStyleLbl="node4" presStyleIdx="1" presStyleCnt="8"/>
      <dgm:spPr/>
    </dgm:pt>
    <dgm:pt modelId="{79C52F23-5180-4898-853B-121BB9DC7516}" type="pres">
      <dgm:prSet presAssocID="{25C3D94B-FF05-477E-9258-9A99E50BE926}" presName="hierChild3" presStyleCnt="0"/>
      <dgm:spPr/>
    </dgm:pt>
    <dgm:pt modelId="{AB67B5C7-DB30-4F9E-A92E-9B7E27F88815}" type="pres">
      <dgm:prSet presAssocID="{07A86B36-2BE8-455A-8127-EC8EFB6800D7}" presName="Name19" presStyleLbl="parChTrans1D3" presStyleIdx="1" presStyleCnt="4"/>
      <dgm:spPr/>
    </dgm:pt>
    <dgm:pt modelId="{76647235-B89D-4E64-8CC7-3F1E0117EAB9}" type="pres">
      <dgm:prSet presAssocID="{9AAFCB11-FC3E-467D-94EA-94364E2A70ED}" presName="Name21" presStyleCnt="0"/>
      <dgm:spPr/>
    </dgm:pt>
    <dgm:pt modelId="{E47371F4-FCBE-4A19-A8C8-C7605666D107}" type="pres">
      <dgm:prSet presAssocID="{9AAFCB11-FC3E-467D-94EA-94364E2A70ED}" presName="level2Shape" presStyleLbl="node3" presStyleIdx="1" presStyleCnt="4"/>
      <dgm:spPr/>
    </dgm:pt>
    <dgm:pt modelId="{A4EFECA4-E5BD-4B06-8A17-F4D027796EF1}" type="pres">
      <dgm:prSet presAssocID="{9AAFCB11-FC3E-467D-94EA-94364E2A70ED}" presName="hierChild3" presStyleCnt="0"/>
      <dgm:spPr/>
    </dgm:pt>
    <dgm:pt modelId="{0E2293B5-64C2-4FCC-A88F-094ADE8CCDF7}" type="pres">
      <dgm:prSet presAssocID="{60582AA2-4BE9-4192-84E9-EAEFA1022096}" presName="Name19" presStyleLbl="parChTrans1D4" presStyleIdx="2" presStyleCnt="8"/>
      <dgm:spPr/>
    </dgm:pt>
    <dgm:pt modelId="{24D3BFA1-52E7-435F-AC57-FC055E26F68A}" type="pres">
      <dgm:prSet presAssocID="{F675879C-2D04-4D46-9ED6-2B78922FD47B}" presName="Name21" presStyleCnt="0"/>
      <dgm:spPr/>
    </dgm:pt>
    <dgm:pt modelId="{E95D0892-B76A-4B01-A166-08BAA4B97430}" type="pres">
      <dgm:prSet presAssocID="{F675879C-2D04-4D46-9ED6-2B78922FD47B}" presName="level2Shape" presStyleLbl="node4" presStyleIdx="2" presStyleCnt="8"/>
      <dgm:spPr/>
    </dgm:pt>
    <dgm:pt modelId="{7147D429-B0FC-4411-8256-5619EC346CEE}" type="pres">
      <dgm:prSet presAssocID="{F675879C-2D04-4D46-9ED6-2B78922FD47B}" presName="hierChild3" presStyleCnt="0"/>
      <dgm:spPr/>
    </dgm:pt>
    <dgm:pt modelId="{0BDA36D0-06E0-4818-A3F1-93218D4CDE60}" type="pres">
      <dgm:prSet presAssocID="{14ED6A7F-114D-4529-AC44-8E3873E96A45}" presName="Name19" presStyleLbl="parChTrans1D4" presStyleIdx="3" presStyleCnt="8"/>
      <dgm:spPr/>
    </dgm:pt>
    <dgm:pt modelId="{9E18228E-49F0-4406-8E79-B23F47DE53F2}" type="pres">
      <dgm:prSet presAssocID="{7D1F50C2-9AD5-4F2A-BDF7-94815BE23E0E}" presName="Name21" presStyleCnt="0"/>
      <dgm:spPr/>
    </dgm:pt>
    <dgm:pt modelId="{C7CC4989-08EF-45DF-A7C4-00755C263BBF}" type="pres">
      <dgm:prSet presAssocID="{7D1F50C2-9AD5-4F2A-BDF7-94815BE23E0E}" presName="level2Shape" presStyleLbl="node4" presStyleIdx="3" presStyleCnt="8"/>
      <dgm:spPr/>
    </dgm:pt>
    <dgm:pt modelId="{D98BA0E3-BAAF-4751-8943-55A7AD8AE840}" type="pres">
      <dgm:prSet presAssocID="{7D1F50C2-9AD5-4F2A-BDF7-94815BE23E0E}" presName="hierChild3" presStyleCnt="0"/>
      <dgm:spPr/>
    </dgm:pt>
    <dgm:pt modelId="{8AA4A51E-F38F-4EEE-AC65-DA951D18B74D}" type="pres">
      <dgm:prSet presAssocID="{4AD681AA-AD34-4185-8851-1D73F20E828E}" presName="Name19" presStyleLbl="parChTrans1D2" presStyleIdx="1" presStyleCnt="2"/>
      <dgm:spPr/>
    </dgm:pt>
    <dgm:pt modelId="{32FD3D59-0F8B-4C43-B1DF-B2B9711D16ED}" type="pres">
      <dgm:prSet presAssocID="{D7A3BC43-E2BD-4454-9E39-B0EF2434E76F}" presName="Name21" presStyleCnt="0"/>
      <dgm:spPr/>
    </dgm:pt>
    <dgm:pt modelId="{66A39787-BB9A-41CA-8FD2-3B37DF32B220}" type="pres">
      <dgm:prSet presAssocID="{D7A3BC43-E2BD-4454-9E39-B0EF2434E76F}" presName="level2Shape" presStyleLbl="node2" presStyleIdx="1" presStyleCnt="2"/>
      <dgm:spPr/>
    </dgm:pt>
    <dgm:pt modelId="{A6D26CCF-DC71-4292-BC30-9E8D3FDDC203}" type="pres">
      <dgm:prSet presAssocID="{D7A3BC43-E2BD-4454-9E39-B0EF2434E76F}" presName="hierChild3" presStyleCnt="0"/>
      <dgm:spPr/>
    </dgm:pt>
    <dgm:pt modelId="{1BC2AB64-A9AF-46D8-A5E9-4006EC6AA4D7}" type="pres">
      <dgm:prSet presAssocID="{C6B4AA2E-A7F3-4CAB-AB66-078D73F2BCF5}" presName="Name19" presStyleLbl="parChTrans1D3" presStyleIdx="2" presStyleCnt="4"/>
      <dgm:spPr/>
    </dgm:pt>
    <dgm:pt modelId="{DBBF1DD0-E21E-47E5-B4C0-0DCB608F07C1}" type="pres">
      <dgm:prSet presAssocID="{D736E312-A4C8-4DAF-8507-2A50F8F5ACB6}" presName="Name21" presStyleCnt="0"/>
      <dgm:spPr/>
    </dgm:pt>
    <dgm:pt modelId="{B1BC82DA-CBDB-4AE4-AFB5-C2F6967A411A}" type="pres">
      <dgm:prSet presAssocID="{D736E312-A4C8-4DAF-8507-2A50F8F5ACB6}" presName="level2Shape" presStyleLbl="node3" presStyleIdx="2" presStyleCnt="4"/>
      <dgm:spPr/>
    </dgm:pt>
    <dgm:pt modelId="{CEA4B6F3-B433-4713-8BFD-589EB1182D1E}" type="pres">
      <dgm:prSet presAssocID="{D736E312-A4C8-4DAF-8507-2A50F8F5ACB6}" presName="hierChild3" presStyleCnt="0"/>
      <dgm:spPr/>
    </dgm:pt>
    <dgm:pt modelId="{5D33218A-A4A0-4DF3-8A32-CB987E55B5F0}" type="pres">
      <dgm:prSet presAssocID="{F7269FA9-32B3-49E9-B268-3D186BB87418}" presName="Name19" presStyleLbl="parChTrans1D4" presStyleIdx="4" presStyleCnt="8"/>
      <dgm:spPr/>
    </dgm:pt>
    <dgm:pt modelId="{2087BEB0-8994-46E3-8339-BF61E47D2917}" type="pres">
      <dgm:prSet presAssocID="{2B898F8F-6F4C-4C0E-94B2-8B92EEFEEC46}" presName="Name21" presStyleCnt="0"/>
      <dgm:spPr/>
    </dgm:pt>
    <dgm:pt modelId="{ABB4139D-FC61-4CA4-804A-1B97A5ACFBF3}" type="pres">
      <dgm:prSet presAssocID="{2B898F8F-6F4C-4C0E-94B2-8B92EEFEEC46}" presName="level2Shape" presStyleLbl="node4" presStyleIdx="4" presStyleCnt="8"/>
      <dgm:spPr/>
    </dgm:pt>
    <dgm:pt modelId="{90E72F39-1A77-4646-8369-0159D493BEE8}" type="pres">
      <dgm:prSet presAssocID="{2B898F8F-6F4C-4C0E-94B2-8B92EEFEEC46}" presName="hierChild3" presStyleCnt="0"/>
      <dgm:spPr/>
    </dgm:pt>
    <dgm:pt modelId="{2A3F0C08-F68E-4D15-A24C-F0F3490863A6}" type="pres">
      <dgm:prSet presAssocID="{71149FAB-0F83-4E83-8983-E0821DD77159}" presName="Name19" presStyleLbl="parChTrans1D4" presStyleIdx="5" presStyleCnt="8"/>
      <dgm:spPr/>
    </dgm:pt>
    <dgm:pt modelId="{6A4AEB51-7926-4DF4-95A8-27578B56A729}" type="pres">
      <dgm:prSet presAssocID="{7227D0C8-B9C8-495D-A242-26AF48849E6D}" presName="Name21" presStyleCnt="0"/>
      <dgm:spPr/>
    </dgm:pt>
    <dgm:pt modelId="{C00B5B54-D5F3-4E8E-AA60-DBB30DA66CEB}" type="pres">
      <dgm:prSet presAssocID="{7227D0C8-B9C8-495D-A242-26AF48849E6D}" presName="level2Shape" presStyleLbl="node4" presStyleIdx="5" presStyleCnt="8"/>
      <dgm:spPr/>
    </dgm:pt>
    <dgm:pt modelId="{1F34E1A1-DF97-4006-9C71-E23F390DAB7F}" type="pres">
      <dgm:prSet presAssocID="{7227D0C8-B9C8-495D-A242-26AF48849E6D}" presName="hierChild3" presStyleCnt="0"/>
      <dgm:spPr/>
    </dgm:pt>
    <dgm:pt modelId="{AA1BCF02-0D39-49A8-97EC-987CAFDCA1F9}" type="pres">
      <dgm:prSet presAssocID="{22952E67-2A22-4B66-8E7E-F3D9676B0A48}" presName="Name19" presStyleLbl="parChTrans1D3" presStyleIdx="3" presStyleCnt="4"/>
      <dgm:spPr/>
    </dgm:pt>
    <dgm:pt modelId="{3B0E7C28-9CF8-40A9-9D31-323935516303}" type="pres">
      <dgm:prSet presAssocID="{2FFC2F26-B41C-4893-AFEF-C2861CFC9BBE}" presName="Name21" presStyleCnt="0"/>
      <dgm:spPr/>
    </dgm:pt>
    <dgm:pt modelId="{AFF8432A-ADCF-40EE-A0C2-B7456E4E7371}" type="pres">
      <dgm:prSet presAssocID="{2FFC2F26-B41C-4893-AFEF-C2861CFC9BBE}" presName="level2Shape" presStyleLbl="node3" presStyleIdx="3" presStyleCnt="4"/>
      <dgm:spPr/>
    </dgm:pt>
    <dgm:pt modelId="{7098DE96-2534-4D2C-A1F9-5AD607D5E817}" type="pres">
      <dgm:prSet presAssocID="{2FFC2F26-B41C-4893-AFEF-C2861CFC9BBE}" presName="hierChild3" presStyleCnt="0"/>
      <dgm:spPr/>
    </dgm:pt>
    <dgm:pt modelId="{7B9BFBF7-DEA7-4CD3-BBF2-CE8AB682B07B}" type="pres">
      <dgm:prSet presAssocID="{DFC86199-6516-4466-880B-0C1746B0F44F}" presName="Name19" presStyleLbl="parChTrans1D4" presStyleIdx="6" presStyleCnt="8"/>
      <dgm:spPr/>
    </dgm:pt>
    <dgm:pt modelId="{AC6834B9-9D60-4B44-AC5C-CFD5704A97BD}" type="pres">
      <dgm:prSet presAssocID="{D66AE454-ACB6-40BC-93C4-E311D8F2F0A0}" presName="Name21" presStyleCnt="0"/>
      <dgm:spPr/>
    </dgm:pt>
    <dgm:pt modelId="{4336BFC9-FE61-404A-BAF5-B9DF59B47DFE}" type="pres">
      <dgm:prSet presAssocID="{D66AE454-ACB6-40BC-93C4-E311D8F2F0A0}" presName="level2Shape" presStyleLbl="node4" presStyleIdx="6" presStyleCnt="8"/>
      <dgm:spPr/>
    </dgm:pt>
    <dgm:pt modelId="{11AD96A1-0CB3-4165-B6FB-232BF2ADF5C1}" type="pres">
      <dgm:prSet presAssocID="{D66AE454-ACB6-40BC-93C4-E311D8F2F0A0}" presName="hierChild3" presStyleCnt="0"/>
      <dgm:spPr/>
    </dgm:pt>
    <dgm:pt modelId="{BFAFEA9F-DB55-4973-A7C2-3A6DB0FA39C8}" type="pres">
      <dgm:prSet presAssocID="{5A091725-2241-4A94-B752-AF2998C365EF}" presName="Name19" presStyleLbl="parChTrans1D4" presStyleIdx="7" presStyleCnt="8"/>
      <dgm:spPr/>
    </dgm:pt>
    <dgm:pt modelId="{9CA32E08-8BD0-47F1-9E87-6CFF22CFCFAD}" type="pres">
      <dgm:prSet presAssocID="{7E92D950-63D2-41DC-9741-5510EA44D41C}" presName="Name21" presStyleCnt="0"/>
      <dgm:spPr/>
    </dgm:pt>
    <dgm:pt modelId="{1F70FEA6-92C2-44A1-B941-B2548F969D47}" type="pres">
      <dgm:prSet presAssocID="{7E92D950-63D2-41DC-9741-5510EA44D41C}" presName="level2Shape" presStyleLbl="node4" presStyleIdx="7" presStyleCnt="8"/>
      <dgm:spPr/>
    </dgm:pt>
    <dgm:pt modelId="{FBE028B1-3E99-49D2-922E-5B90077C1E5F}" type="pres">
      <dgm:prSet presAssocID="{7E92D950-63D2-41DC-9741-5510EA44D41C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2311AB03-FEF8-4AF2-A3E1-718B291B7D11}" type="presOf" srcId="{7D1F50C2-9AD5-4F2A-BDF7-94815BE23E0E}" destId="{C7CC4989-08EF-45DF-A7C4-00755C263BBF}" srcOrd="0" destOrd="0" presId="urn:microsoft.com/office/officeart/2005/8/layout/hierarchy6"/>
    <dgm:cxn modelId="{44092D07-E3E2-4F66-A862-CB591174DE7D}" type="presOf" srcId="{9AAFCB11-FC3E-467D-94EA-94364E2A70ED}" destId="{E47371F4-FCBE-4A19-A8C8-C7605666D107}" srcOrd="0" destOrd="0" presId="urn:microsoft.com/office/officeart/2005/8/layout/hierarchy6"/>
    <dgm:cxn modelId="{51376D09-798E-42C4-89EB-3CC388D7AC1B}" type="presOf" srcId="{152D3EC6-7D78-47C0-A093-1A4DFBF4AC57}" destId="{90E46341-163E-4CBF-BF4D-CA9B17F0BC3C}" srcOrd="0" destOrd="0" presId="urn:microsoft.com/office/officeart/2005/8/layout/hierarchy6"/>
    <dgm:cxn modelId="{2785C110-BC3B-430A-B8DB-EF6456DEB1E2}" type="presOf" srcId="{F9FCC74F-CDA2-4480-84F1-214A424A698B}" destId="{F1BD6853-81C7-40E1-B665-61DC8E96FEF0}" srcOrd="0" destOrd="0" presId="urn:microsoft.com/office/officeart/2005/8/layout/hierarchy6"/>
    <dgm:cxn modelId="{848EA911-C0FF-48A8-8BE3-2DD9234A3246}" type="presOf" srcId="{5D073C56-A137-430C-806F-1520C08E43AE}" destId="{C33BF8C2-41ED-4403-A7C2-B70567EA65EA}" srcOrd="0" destOrd="0" presId="urn:microsoft.com/office/officeart/2005/8/layout/hierarchy6"/>
    <dgm:cxn modelId="{A6EB5816-0927-4743-A16A-004C3881C7CA}" type="presOf" srcId="{22952E67-2A22-4B66-8E7E-F3D9676B0A48}" destId="{AA1BCF02-0D39-49A8-97EC-987CAFDCA1F9}" srcOrd="0" destOrd="0" presId="urn:microsoft.com/office/officeart/2005/8/layout/hierarchy6"/>
    <dgm:cxn modelId="{CDD12617-AA1D-4119-B2C3-F49046929AC9}" type="presOf" srcId="{14ED6A7F-114D-4529-AC44-8E3873E96A45}" destId="{0BDA36D0-06E0-4818-A3F1-93218D4CDE60}" srcOrd="0" destOrd="0" presId="urn:microsoft.com/office/officeart/2005/8/layout/hierarchy6"/>
    <dgm:cxn modelId="{C268EF21-9340-421F-9266-0D09A096390A}" srcId="{D736E312-A4C8-4DAF-8507-2A50F8F5ACB6}" destId="{2B898F8F-6F4C-4C0E-94B2-8B92EEFEEC46}" srcOrd="0" destOrd="0" parTransId="{F7269FA9-32B3-49E9-B268-3D186BB87418}" sibTransId="{8DF3072D-73FF-47E3-8AE2-09169523AEB1}"/>
    <dgm:cxn modelId="{CA1CD422-BC4C-4B5D-8F2B-A5391F86291C}" type="presOf" srcId="{D66AE454-ACB6-40BC-93C4-E311D8F2F0A0}" destId="{4336BFC9-FE61-404A-BAF5-B9DF59B47DFE}" srcOrd="0" destOrd="0" presId="urn:microsoft.com/office/officeart/2005/8/layout/hierarchy6"/>
    <dgm:cxn modelId="{AEB6A02F-64B3-4DB8-8CDB-AC46C8134DC4}" srcId="{28E1B561-AD1A-4BD2-BA8E-43258976049A}" destId="{6F5C86F9-DBD9-4AC7-8389-542C0AADFA18}" srcOrd="0" destOrd="0" parTransId="{2EEFEBC4-B44D-4BA7-BCE6-7293ECC17EAC}" sibTransId="{8120C870-AC10-405C-96E0-39CBB1DBCEC0}"/>
    <dgm:cxn modelId="{2BFA1F31-A9FE-411C-9FD1-C7A2A51C9305}" type="presOf" srcId="{7E92D950-63D2-41DC-9741-5510EA44D41C}" destId="{1F70FEA6-92C2-44A1-B941-B2548F969D47}" srcOrd="0" destOrd="0" presId="urn:microsoft.com/office/officeart/2005/8/layout/hierarchy6"/>
    <dgm:cxn modelId="{2C8F7732-6B20-4CAA-B0CF-5BE023231FCE}" type="presOf" srcId="{71149FAB-0F83-4E83-8983-E0821DD77159}" destId="{2A3F0C08-F68E-4D15-A24C-F0F3490863A6}" srcOrd="0" destOrd="0" presId="urn:microsoft.com/office/officeart/2005/8/layout/hierarchy6"/>
    <dgm:cxn modelId="{7C08E036-D139-498D-82C8-D14901D6DFFE}" type="presOf" srcId="{6F5C86F9-DBD9-4AC7-8389-542C0AADFA18}" destId="{F6F11474-0F90-4F17-9451-6E35FF8821F3}" srcOrd="0" destOrd="0" presId="urn:microsoft.com/office/officeart/2005/8/layout/hierarchy6"/>
    <dgm:cxn modelId="{3C6DE43B-4598-4E4C-9843-68CD210A9925}" srcId="{6F5C86F9-DBD9-4AC7-8389-542C0AADFA18}" destId="{152D3EC6-7D78-47C0-A093-1A4DFBF4AC57}" srcOrd="0" destOrd="0" parTransId="{FF283220-286A-41D9-B951-964736168034}" sibTransId="{7F03414A-563C-4CAB-95A6-694E8527E46B}"/>
    <dgm:cxn modelId="{7682155E-8677-479A-A08A-171543352C7C}" type="presOf" srcId="{2EEFEBC4-B44D-4BA7-BCE6-7293ECC17EAC}" destId="{6ECEEDC3-3DE5-449A-9C7C-74DD09AE0798}" srcOrd="0" destOrd="0" presId="urn:microsoft.com/office/officeart/2005/8/layout/hierarchy6"/>
    <dgm:cxn modelId="{CF37F163-6C0E-431C-ADD9-93AE289593D4}" type="presOf" srcId="{D736E312-A4C8-4DAF-8507-2A50F8F5ACB6}" destId="{B1BC82DA-CBDB-4AE4-AFB5-C2F6967A411A}" srcOrd="0" destOrd="0" presId="urn:microsoft.com/office/officeart/2005/8/layout/hierarchy6"/>
    <dgm:cxn modelId="{A35D0965-8713-4175-AE0D-0EBD9E8DBEC8}" srcId="{D7A3BC43-E2BD-4454-9E39-B0EF2434E76F}" destId="{D736E312-A4C8-4DAF-8507-2A50F8F5ACB6}" srcOrd="0" destOrd="0" parTransId="{C6B4AA2E-A7F3-4CAB-AB66-078D73F2BCF5}" sibTransId="{D6E9E644-3354-46B6-A89B-8A4D18B2C750}"/>
    <dgm:cxn modelId="{072C0849-A79D-436D-AE7A-B573E8A82972}" type="presOf" srcId="{28E1B561-AD1A-4BD2-BA8E-43258976049A}" destId="{20290E2F-72AD-4549-9080-55B784B07CD3}" srcOrd="0" destOrd="0" presId="urn:microsoft.com/office/officeart/2005/8/layout/hierarchy6"/>
    <dgm:cxn modelId="{4525BB70-D177-475A-82EF-8C8E404ADCF0}" type="presOf" srcId="{D7A3BC43-E2BD-4454-9E39-B0EF2434E76F}" destId="{66A39787-BB9A-41CA-8FD2-3B37DF32B220}" srcOrd="0" destOrd="0" presId="urn:microsoft.com/office/officeart/2005/8/layout/hierarchy6"/>
    <dgm:cxn modelId="{F9DA6B53-321B-4351-A699-D3447FB7FFC3}" srcId="{6F5C86F9-DBD9-4AC7-8389-542C0AADFA18}" destId="{25C3D94B-FF05-477E-9258-9A99E50BE926}" srcOrd="1" destOrd="0" parTransId="{8A764B70-BB99-4494-84FE-1094FDC89A29}" sibTransId="{BB5C154D-BEA6-4889-BEC2-6CD7F5EBAA1D}"/>
    <dgm:cxn modelId="{5C4F4B79-4595-4350-A271-BB980952EDA9}" srcId="{25D41D2E-FEC9-444D-B75D-82CC7BEA4B4B}" destId="{F9FCC74F-CDA2-4480-84F1-214A424A698B}" srcOrd="0" destOrd="0" parTransId="{3469929B-91B9-44FD-A758-C811D0DC1684}" sibTransId="{1795968F-3E3D-4853-B84A-D4E4BE083D1B}"/>
    <dgm:cxn modelId="{C42D8C79-E4B7-4F43-87CC-69C4BA81F3D5}" srcId="{D7A3BC43-E2BD-4454-9E39-B0EF2434E76F}" destId="{2FFC2F26-B41C-4893-AFEF-C2861CFC9BBE}" srcOrd="1" destOrd="0" parTransId="{22952E67-2A22-4B66-8E7E-F3D9676B0A48}" sibTransId="{096B4189-868E-44F8-AC4B-2013AE7CB329}"/>
    <dgm:cxn modelId="{5D694483-FE32-4153-B8FD-7BC352F2E1EB}" type="presOf" srcId="{2FFC2F26-B41C-4893-AFEF-C2861CFC9BBE}" destId="{AFF8432A-ADCF-40EE-A0C2-B7456E4E7371}" srcOrd="0" destOrd="0" presId="urn:microsoft.com/office/officeart/2005/8/layout/hierarchy6"/>
    <dgm:cxn modelId="{6F5F6D88-3685-47B1-9965-9E9AA834D42D}" srcId="{9AAFCB11-FC3E-467D-94EA-94364E2A70ED}" destId="{7D1F50C2-9AD5-4F2A-BDF7-94815BE23E0E}" srcOrd="1" destOrd="0" parTransId="{14ED6A7F-114D-4529-AC44-8E3873E96A45}" sibTransId="{8E37BED4-F2B7-4977-BA56-E6F44843884D}"/>
    <dgm:cxn modelId="{4106A78A-9142-48A0-8236-FFC76002534F}" srcId="{2FFC2F26-B41C-4893-AFEF-C2861CFC9BBE}" destId="{7E92D950-63D2-41DC-9741-5510EA44D41C}" srcOrd="1" destOrd="0" parTransId="{5A091725-2241-4A94-B752-AF2998C365EF}" sibTransId="{922399E7-5DE5-41B9-8B65-2518BA7EA187}"/>
    <dgm:cxn modelId="{E291F18B-D34D-4C9D-A486-679872004A93}" type="presOf" srcId="{2B898F8F-6F4C-4C0E-94B2-8B92EEFEEC46}" destId="{ABB4139D-FC61-4CA4-804A-1B97A5ACFBF3}" srcOrd="0" destOrd="0" presId="urn:microsoft.com/office/officeart/2005/8/layout/hierarchy6"/>
    <dgm:cxn modelId="{BD19F58E-6805-4569-A9AB-97833A5B0CA6}" type="presOf" srcId="{5A091725-2241-4A94-B752-AF2998C365EF}" destId="{BFAFEA9F-DB55-4973-A7C2-3A6DB0FA39C8}" srcOrd="0" destOrd="0" presId="urn:microsoft.com/office/officeart/2005/8/layout/hierarchy6"/>
    <dgm:cxn modelId="{20350A92-024F-49AD-A23B-9844CB06015E}" type="presOf" srcId="{F7269FA9-32B3-49E9-B268-3D186BB87418}" destId="{5D33218A-A4A0-4DF3-8A32-CB987E55B5F0}" srcOrd="0" destOrd="0" presId="urn:microsoft.com/office/officeart/2005/8/layout/hierarchy6"/>
    <dgm:cxn modelId="{09B8049D-C518-4763-B9A3-1529A628A621}" srcId="{D736E312-A4C8-4DAF-8507-2A50F8F5ACB6}" destId="{7227D0C8-B9C8-495D-A242-26AF48849E6D}" srcOrd="1" destOrd="0" parTransId="{71149FAB-0F83-4E83-8983-E0821DD77159}" sibTransId="{0A147F03-429F-4B3D-870B-2229A7C35765}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20E128AF-4006-4B82-BF4A-86F94FF03865}" type="presOf" srcId="{25C3D94B-FF05-477E-9258-9A99E50BE926}" destId="{BB8E1E2E-C554-4491-AD73-3EB56150AD94}" srcOrd="0" destOrd="0" presId="urn:microsoft.com/office/officeart/2005/8/layout/hierarchy6"/>
    <dgm:cxn modelId="{6CD3A3C1-6E21-4AFE-BAF3-40DFF43B3A76}" srcId="{9AAFCB11-FC3E-467D-94EA-94364E2A70ED}" destId="{F675879C-2D04-4D46-9ED6-2B78922FD47B}" srcOrd="0" destOrd="0" parTransId="{60582AA2-4BE9-4192-84E9-EAEFA1022096}" sibTransId="{3C9CFC80-25A0-457C-BB62-A1E8006CF616}"/>
    <dgm:cxn modelId="{FEF3BEC8-B9EA-420E-A1CB-968413B6637A}" type="presOf" srcId="{8A764B70-BB99-4494-84FE-1094FDC89A29}" destId="{2DBEACEF-8152-4C66-B5EE-A0DD36C278FB}" srcOrd="0" destOrd="0" presId="urn:microsoft.com/office/officeart/2005/8/layout/hierarchy6"/>
    <dgm:cxn modelId="{114644D2-D0EF-43B7-B0A8-14C62C94DF28}" type="presOf" srcId="{C6B4AA2E-A7F3-4CAB-AB66-078D73F2BCF5}" destId="{1BC2AB64-A9AF-46D8-A5E9-4006EC6AA4D7}" srcOrd="0" destOrd="0" presId="urn:microsoft.com/office/officeart/2005/8/layout/hierarchy6"/>
    <dgm:cxn modelId="{7FB331E2-4715-43BC-BB8D-AB350EBD956C}" type="presOf" srcId="{4AD681AA-AD34-4185-8851-1D73F20E828E}" destId="{8AA4A51E-F38F-4EEE-AC65-DA951D18B74D}" srcOrd="0" destOrd="0" presId="urn:microsoft.com/office/officeart/2005/8/layout/hierarchy6"/>
    <dgm:cxn modelId="{1E3374E2-DEE9-4B4A-851D-C041AB8CD6CC}" type="presOf" srcId="{07A86B36-2BE8-455A-8127-EC8EFB6800D7}" destId="{AB67B5C7-DB30-4F9E-A92E-9B7E27F88815}" srcOrd="0" destOrd="0" presId="urn:microsoft.com/office/officeart/2005/8/layout/hierarchy6"/>
    <dgm:cxn modelId="{7303FDE2-FFFB-4A8E-8B8F-A1BBD375BC89}" type="presOf" srcId="{FF283220-286A-41D9-B951-964736168034}" destId="{38DC6658-687D-4AED-95A1-30A2756DEC6C}" srcOrd="0" destOrd="0" presId="urn:microsoft.com/office/officeart/2005/8/layout/hierarchy6"/>
    <dgm:cxn modelId="{4CD8CFE6-A661-415B-B9A3-8F3761C11A0B}" type="presOf" srcId="{7227D0C8-B9C8-495D-A242-26AF48849E6D}" destId="{C00B5B54-D5F3-4E8E-AA60-DBB30DA66CEB}" srcOrd="0" destOrd="0" presId="urn:microsoft.com/office/officeart/2005/8/layout/hierarchy6"/>
    <dgm:cxn modelId="{A5D0CCEE-C0A7-4EB3-9066-9583DAFF7301}" srcId="{F9FCC74F-CDA2-4480-84F1-214A424A698B}" destId="{28E1B561-AD1A-4BD2-BA8E-43258976049A}" srcOrd="0" destOrd="0" parTransId="{5D073C56-A137-430C-806F-1520C08E43AE}" sibTransId="{C7BF57AA-B838-4E8F-AB41-880239C7C7C5}"/>
    <dgm:cxn modelId="{C87DD9EE-2011-4E63-8C94-0318BDB4FCBD}" type="presOf" srcId="{60582AA2-4BE9-4192-84E9-EAEFA1022096}" destId="{0E2293B5-64C2-4FCC-A88F-094ADE8CCDF7}" srcOrd="0" destOrd="0" presId="urn:microsoft.com/office/officeart/2005/8/layout/hierarchy6"/>
    <dgm:cxn modelId="{6FD74DEF-208B-433B-87C5-55464512E295}" srcId="{2FFC2F26-B41C-4893-AFEF-C2861CFC9BBE}" destId="{D66AE454-ACB6-40BC-93C4-E311D8F2F0A0}" srcOrd="0" destOrd="0" parTransId="{DFC86199-6516-4466-880B-0C1746B0F44F}" sibTransId="{43C25A6F-6B99-4EDE-8907-A77955911EEF}"/>
    <dgm:cxn modelId="{78A51BF1-52D7-4596-935F-C4043CE5EDB1}" type="presOf" srcId="{DFC86199-6516-4466-880B-0C1746B0F44F}" destId="{7B9BFBF7-DEA7-4CD3-BBF2-CE8AB682B07B}" srcOrd="0" destOrd="0" presId="urn:microsoft.com/office/officeart/2005/8/layout/hierarchy6"/>
    <dgm:cxn modelId="{107F69F8-1D8B-4F91-AC77-F9483E69536F}" srcId="{F9FCC74F-CDA2-4480-84F1-214A424A698B}" destId="{D7A3BC43-E2BD-4454-9E39-B0EF2434E76F}" srcOrd="1" destOrd="0" parTransId="{4AD681AA-AD34-4185-8851-1D73F20E828E}" sibTransId="{936DC02B-D023-4342-B41E-917735F5316E}"/>
    <dgm:cxn modelId="{E03BA2F8-1487-4C9C-9095-FD16DAC01C39}" srcId="{28E1B561-AD1A-4BD2-BA8E-43258976049A}" destId="{9AAFCB11-FC3E-467D-94EA-94364E2A70ED}" srcOrd="1" destOrd="0" parTransId="{07A86B36-2BE8-455A-8127-EC8EFB6800D7}" sibTransId="{A62356BB-9A37-42E4-B337-F1DCE3E71106}"/>
    <dgm:cxn modelId="{07CE04FC-3124-4773-8028-E7E90E369836}" type="presOf" srcId="{F675879C-2D04-4D46-9ED6-2B78922FD47B}" destId="{E95D0892-B76A-4B01-A166-08BAA4B97430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5168E4BD-FF1E-44D0-8AA0-0887847844BC}" type="presParOf" srcId="{3B8E0E52-806F-461B-808A-40A35535EB4C}" destId="{B0A63B98-FFDC-4E8A-AAA7-794AFB7420D0}" srcOrd="0" destOrd="0" presId="urn:microsoft.com/office/officeart/2005/8/layout/hierarchy6"/>
    <dgm:cxn modelId="{6FE76645-8FC9-4545-A366-9DC14258C5DD}" type="presParOf" srcId="{B0A63B98-FFDC-4E8A-AAA7-794AFB7420D0}" destId="{F1BD6853-81C7-40E1-B665-61DC8E96FEF0}" srcOrd="0" destOrd="0" presId="urn:microsoft.com/office/officeart/2005/8/layout/hierarchy6"/>
    <dgm:cxn modelId="{E42D4520-6B44-4F21-9102-05F7E32172D4}" type="presParOf" srcId="{B0A63B98-FFDC-4E8A-AAA7-794AFB7420D0}" destId="{223DC0C5-DD4E-4690-BF89-A4A36DDE2AA7}" srcOrd="1" destOrd="0" presId="urn:microsoft.com/office/officeart/2005/8/layout/hierarchy6"/>
    <dgm:cxn modelId="{90973907-8968-4D77-A469-4BA716DC9460}" type="presParOf" srcId="{223DC0C5-DD4E-4690-BF89-A4A36DDE2AA7}" destId="{C33BF8C2-41ED-4403-A7C2-B70567EA65EA}" srcOrd="0" destOrd="0" presId="urn:microsoft.com/office/officeart/2005/8/layout/hierarchy6"/>
    <dgm:cxn modelId="{14A6E85C-14E3-4774-B235-B0DB2D5CD0E1}" type="presParOf" srcId="{223DC0C5-DD4E-4690-BF89-A4A36DDE2AA7}" destId="{CD80D5BA-F318-4132-8434-6420A358ED77}" srcOrd="1" destOrd="0" presId="urn:microsoft.com/office/officeart/2005/8/layout/hierarchy6"/>
    <dgm:cxn modelId="{5112ED1C-F012-48BF-9BF4-64C4EBDF438B}" type="presParOf" srcId="{CD80D5BA-F318-4132-8434-6420A358ED77}" destId="{20290E2F-72AD-4549-9080-55B784B07CD3}" srcOrd="0" destOrd="0" presId="urn:microsoft.com/office/officeart/2005/8/layout/hierarchy6"/>
    <dgm:cxn modelId="{2E5D5A52-524F-4EF7-9C1F-E6D553869F7E}" type="presParOf" srcId="{CD80D5BA-F318-4132-8434-6420A358ED77}" destId="{CDF6B1D4-7530-4ECD-A39A-5249D12741A5}" srcOrd="1" destOrd="0" presId="urn:microsoft.com/office/officeart/2005/8/layout/hierarchy6"/>
    <dgm:cxn modelId="{6A71C9B9-1E61-45CB-AFA0-3D075C9A572C}" type="presParOf" srcId="{CDF6B1D4-7530-4ECD-A39A-5249D12741A5}" destId="{6ECEEDC3-3DE5-449A-9C7C-74DD09AE0798}" srcOrd="0" destOrd="0" presId="urn:microsoft.com/office/officeart/2005/8/layout/hierarchy6"/>
    <dgm:cxn modelId="{BC63D559-C004-4ACC-B69F-F2E2C54D282C}" type="presParOf" srcId="{CDF6B1D4-7530-4ECD-A39A-5249D12741A5}" destId="{E1A9BACD-9B71-404E-AE29-E0BE2EBAC197}" srcOrd="1" destOrd="0" presId="urn:microsoft.com/office/officeart/2005/8/layout/hierarchy6"/>
    <dgm:cxn modelId="{1468743D-BF62-4AFA-B73B-D0AD213CAEFC}" type="presParOf" srcId="{E1A9BACD-9B71-404E-AE29-E0BE2EBAC197}" destId="{F6F11474-0F90-4F17-9451-6E35FF8821F3}" srcOrd="0" destOrd="0" presId="urn:microsoft.com/office/officeart/2005/8/layout/hierarchy6"/>
    <dgm:cxn modelId="{78511012-B6A5-4E94-A429-EAAA0CC06DDF}" type="presParOf" srcId="{E1A9BACD-9B71-404E-AE29-E0BE2EBAC197}" destId="{E1DF9AB4-8635-4332-AEE4-B41C3A9E07E4}" srcOrd="1" destOrd="0" presId="urn:microsoft.com/office/officeart/2005/8/layout/hierarchy6"/>
    <dgm:cxn modelId="{609769C4-57D3-4533-8A73-279B5F27076C}" type="presParOf" srcId="{E1DF9AB4-8635-4332-AEE4-B41C3A9E07E4}" destId="{38DC6658-687D-4AED-95A1-30A2756DEC6C}" srcOrd="0" destOrd="0" presId="urn:microsoft.com/office/officeart/2005/8/layout/hierarchy6"/>
    <dgm:cxn modelId="{E574B679-46AF-41C5-9792-A6A9A54E2362}" type="presParOf" srcId="{E1DF9AB4-8635-4332-AEE4-B41C3A9E07E4}" destId="{9F1BA0F5-0A90-40ED-9CBF-350E0C75CE26}" srcOrd="1" destOrd="0" presId="urn:microsoft.com/office/officeart/2005/8/layout/hierarchy6"/>
    <dgm:cxn modelId="{219B3FBF-3703-4417-AF73-0C3D95B694A3}" type="presParOf" srcId="{9F1BA0F5-0A90-40ED-9CBF-350E0C75CE26}" destId="{90E46341-163E-4CBF-BF4D-CA9B17F0BC3C}" srcOrd="0" destOrd="0" presId="urn:microsoft.com/office/officeart/2005/8/layout/hierarchy6"/>
    <dgm:cxn modelId="{ADE64DD4-D5DF-4E22-B0DC-43FF38F02294}" type="presParOf" srcId="{9F1BA0F5-0A90-40ED-9CBF-350E0C75CE26}" destId="{89303938-5A45-41EE-AF0D-BDDFEDE8487D}" srcOrd="1" destOrd="0" presId="urn:microsoft.com/office/officeart/2005/8/layout/hierarchy6"/>
    <dgm:cxn modelId="{42FA6170-8E19-4B5E-A32F-252F98377E39}" type="presParOf" srcId="{E1DF9AB4-8635-4332-AEE4-B41C3A9E07E4}" destId="{2DBEACEF-8152-4C66-B5EE-A0DD36C278FB}" srcOrd="2" destOrd="0" presId="urn:microsoft.com/office/officeart/2005/8/layout/hierarchy6"/>
    <dgm:cxn modelId="{D8BD5A48-BCE1-4D8C-A165-BAAD01C7C566}" type="presParOf" srcId="{E1DF9AB4-8635-4332-AEE4-B41C3A9E07E4}" destId="{A6796547-E495-4D2C-B5D8-24D9ABD58CF1}" srcOrd="3" destOrd="0" presId="urn:microsoft.com/office/officeart/2005/8/layout/hierarchy6"/>
    <dgm:cxn modelId="{A36B47A5-4155-49D9-AA28-007C11A03739}" type="presParOf" srcId="{A6796547-E495-4D2C-B5D8-24D9ABD58CF1}" destId="{BB8E1E2E-C554-4491-AD73-3EB56150AD94}" srcOrd="0" destOrd="0" presId="urn:microsoft.com/office/officeart/2005/8/layout/hierarchy6"/>
    <dgm:cxn modelId="{7E429EDA-CC1D-42B8-A549-511937EF6AE4}" type="presParOf" srcId="{A6796547-E495-4D2C-B5D8-24D9ABD58CF1}" destId="{79C52F23-5180-4898-853B-121BB9DC7516}" srcOrd="1" destOrd="0" presId="urn:microsoft.com/office/officeart/2005/8/layout/hierarchy6"/>
    <dgm:cxn modelId="{3A68CD01-5784-4D0C-B009-44A91CA9336E}" type="presParOf" srcId="{CDF6B1D4-7530-4ECD-A39A-5249D12741A5}" destId="{AB67B5C7-DB30-4F9E-A92E-9B7E27F88815}" srcOrd="2" destOrd="0" presId="urn:microsoft.com/office/officeart/2005/8/layout/hierarchy6"/>
    <dgm:cxn modelId="{F1B94231-3863-4243-96EF-76036982EC89}" type="presParOf" srcId="{CDF6B1D4-7530-4ECD-A39A-5249D12741A5}" destId="{76647235-B89D-4E64-8CC7-3F1E0117EAB9}" srcOrd="3" destOrd="0" presId="urn:microsoft.com/office/officeart/2005/8/layout/hierarchy6"/>
    <dgm:cxn modelId="{E4F73350-8E63-4424-BC1E-ACED7DEBCB40}" type="presParOf" srcId="{76647235-B89D-4E64-8CC7-3F1E0117EAB9}" destId="{E47371F4-FCBE-4A19-A8C8-C7605666D107}" srcOrd="0" destOrd="0" presId="urn:microsoft.com/office/officeart/2005/8/layout/hierarchy6"/>
    <dgm:cxn modelId="{4635E736-9B25-4D4F-BE55-35DD1B27E6BD}" type="presParOf" srcId="{76647235-B89D-4E64-8CC7-3F1E0117EAB9}" destId="{A4EFECA4-E5BD-4B06-8A17-F4D027796EF1}" srcOrd="1" destOrd="0" presId="urn:microsoft.com/office/officeart/2005/8/layout/hierarchy6"/>
    <dgm:cxn modelId="{58222B36-9492-487C-8DFB-224BB8D7A872}" type="presParOf" srcId="{A4EFECA4-E5BD-4B06-8A17-F4D027796EF1}" destId="{0E2293B5-64C2-4FCC-A88F-094ADE8CCDF7}" srcOrd="0" destOrd="0" presId="urn:microsoft.com/office/officeart/2005/8/layout/hierarchy6"/>
    <dgm:cxn modelId="{D28BC6E3-6092-4CF9-91A3-51AF84D63188}" type="presParOf" srcId="{A4EFECA4-E5BD-4B06-8A17-F4D027796EF1}" destId="{24D3BFA1-52E7-435F-AC57-FC055E26F68A}" srcOrd="1" destOrd="0" presId="urn:microsoft.com/office/officeart/2005/8/layout/hierarchy6"/>
    <dgm:cxn modelId="{7CBBD74C-3FFF-4D52-B3D0-2BCA4805F152}" type="presParOf" srcId="{24D3BFA1-52E7-435F-AC57-FC055E26F68A}" destId="{E95D0892-B76A-4B01-A166-08BAA4B97430}" srcOrd="0" destOrd="0" presId="urn:microsoft.com/office/officeart/2005/8/layout/hierarchy6"/>
    <dgm:cxn modelId="{32EC3C72-5016-43A8-9CB0-13B48E9C714E}" type="presParOf" srcId="{24D3BFA1-52E7-435F-AC57-FC055E26F68A}" destId="{7147D429-B0FC-4411-8256-5619EC346CEE}" srcOrd="1" destOrd="0" presId="urn:microsoft.com/office/officeart/2005/8/layout/hierarchy6"/>
    <dgm:cxn modelId="{749CBF25-CC7C-4363-8FDB-B93938B5A649}" type="presParOf" srcId="{A4EFECA4-E5BD-4B06-8A17-F4D027796EF1}" destId="{0BDA36D0-06E0-4818-A3F1-93218D4CDE60}" srcOrd="2" destOrd="0" presId="urn:microsoft.com/office/officeart/2005/8/layout/hierarchy6"/>
    <dgm:cxn modelId="{77F0D519-1C3F-4597-93EF-4BF887CB829E}" type="presParOf" srcId="{A4EFECA4-E5BD-4B06-8A17-F4D027796EF1}" destId="{9E18228E-49F0-4406-8E79-B23F47DE53F2}" srcOrd="3" destOrd="0" presId="urn:microsoft.com/office/officeart/2005/8/layout/hierarchy6"/>
    <dgm:cxn modelId="{89E8164D-8B86-4CB2-AB5D-A39860B3F5F8}" type="presParOf" srcId="{9E18228E-49F0-4406-8E79-B23F47DE53F2}" destId="{C7CC4989-08EF-45DF-A7C4-00755C263BBF}" srcOrd="0" destOrd="0" presId="urn:microsoft.com/office/officeart/2005/8/layout/hierarchy6"/>
    <dgm:cxn modelId="{E251EA66-DDCF-4747-AFAB-5621EFB7D090}" type="presParOf" srcId="{9E18228E-49F0-4406-8E79-B23F47DE53F2}" destId="{D98BA0E3-BAAF-4751-8943-55A7AD8AE840}" srcOrd="1" destOrd="0" presId="urn:microsoft.com/office/officeart/2005/8/layout/hierarchy6"/>
    <dgm:cxn modelId="{ECA73376-23FB-4A07-A6B8-A229C130E6C5}" type="presParOf" srcId="{223DC0C5-DD4E-4690-BF89-A4A36DDE2AA7}" destId="{8AA4A51E-F38F-4EEE-AC65-DA951D18B74D}" srcOrd="2" destOrd="0" presId="urn:microsoft.com/office/officeart/2005/8/layout/hierarchy6"/>
    <dgm:cxn modelId="{B8EF057D-A748-4415-843A-DDCAEE8D3CE2}" type="presParOf" srcId="{223DC0C5-DD4E-4690-BF89-A4A36DDE2AA7}" destId="{32FD3D59-0F8B-4C43-B1DF-B2B9711D16ED}" srcOrd="3" destOrd="0" presId="urn:microsoft.com/office/officeart/2005/8/layout/hierarchy6"/>
    <dgm:cxn modelId="{A75B7268-2077-44D3-B4F0-7641C4C9EB78}" type="presParOf" srcId="{32FD3D59-0F8B-4C43-B1DF-B2B9711D16ED}" destId="{66A39787-BB9A-41CA-8FD2-3B37DF32B220}" srcOrd="0" destOrd="0" presId="urn:microsoft.com/office/officeart/2005/8/layout/hierarchy6"/>
    <dgm:cxn modelId="{4FF539AD-BB9D-4F35-AAE9-76A1A3C70DBD}" type="presParOf" srcId="{32FD3D59-0F8B-4C43-B1DF-B2B9711D16ED}" destId="{A6D26CCF-DC71-4292-BC30-9E8D3FDDC203}" srcOrd="1" destOrd="0" presId="urn:microsoft.com/office/officeart/2005/8/layout/hierarchy6"/>
    <dgm:cxn modelId="{1129F14A-BEEC-4808-A867-476D8162D14C}" type="presParOf" srcId="{A6D26CCF-DC71-4292-BC30-9E8D3FDDC203}" destId="{1BC2AB64-A9AF-46D8-A5E9-4006EC6AA4D7}" srcOrd="0" destOrd="0" presId="urn:microsoft.com/office/officeart/2005/8/layout/hierarchy6"/>
    <dgm:cxn modelId="{C989A330-A815-4172-933E-D729A47B0BD8}" type="presParOf" srcId="{A6D26CCF-DC71-4292-BC30-9E8D3FDDC203}" destId="{DBBF1DD0-E21E-47E5-B4C0-0DCB608F07C1}" srcOrd="1" destOrd="0" presId="urn:microsoft.com/office/officeart/2005/8/layout/hierarchy6"/>
    <dgm:cxn modelId="{9C788CE3-1647-45E9-B379-C5B462AE5B77}" type="presParOf" srcId="{DBBF1DD0-E21E-47E5-B4C0-0DCB608F07C1}" destId="{B1BC82DA-CBDB-4AE4-AFB5-C2F6967A411A}" srcOrd="0" destOrd="0" presId="urn:microsoft.com/office/officeart/2005/8/layout/hierarchy6"/>
    <dgm:cxn modelId="{3AFE4736-71F6-4913-B50D-672FA9A0E465}" type="presParOf" srcId="{DBBF1DD0-E21E-47E5-B4C0-0DCB608F07C1}" destId="{CEA4B6F3-B433-4713-8BFD-589EB1182D1E}" srcOrd="1" destOrd="0" presId="urn:microsoft.com/office/officeart/2005/8/layout/hierarchy6"/>
    <dgm:cxn modelId="{1CA89FEF-253C-4171-9268-1F2103A67812}" type="presParOf" srcId="{CEA4B6F3-B433-4713-8BFD-589EB1182D1E}" destId="{5D33218A-A4A0-4DF3-8A32-CB987E55B5F0}" srcOrd="0" destOrd="0" presId="urn:microsoft.com/office/officeart/2005/8/layout/hierarchy6"/>
    <dgm:cxn modelId="{6BFD602F-BB15-4340-ABFF-F2A5D67D4CB0}" type="presParOf" srcId="{CEA4B6F3-B433-4713-8BFD-589EB1182D1E}" destId="{2087BEB0-8994-46E3-8339-BF61E47D2917}" srcOrd="1" destOrd="0" presId="urn:microsoft.com/office/officeart/2005/8/layout/hierarchy6"/>
    <dgm:cxn modelId="{30B0A5C4-2826-4DB4-B8CA-A353CA6803B1}" type="presParOf" srcId="{2087BEB0-8994-46E3-8339-BF61E47D2917}" destId="{ABB4139D-FC61-4CA4-804A-1B97A5ACFBF3}" srcOrd="0" destOrd="0" presId="urn:microsoft.com/office/officeart/2005/8/layout/hierarchy6"/>
    <dgm:cxn modelId="{17135DF0-C4D6-4B76-A039-37A6C8272D1A}" type="presParOf" srcId="{2087BEB0-8994-46E3-8339-BF61E47D2917}" destId="{90E72F39-1A77-4646-8369-0159D493BEE8}" srcOrd="1" destOrd="0" presId="urn:microsoft.com/office/officeart/2005/8/layout/hierarchy6"/>
    <dgm:cxn modelId="{4C64E40E-676A-4308-A74D-2DB6BD7688F4}" type="presParOf" srcId="{CEA4B6F3-B433-4713-8BFD-589EB1182D1E}" destId="{2A3F0C08-F68E-4D15-A24C-F0F3490863A6}" srcOrd="2" destOrd="0" presId="urn:microsoft.com/office/officeart/2005/8/layout/hierarchy6"/>
    <dgm:cxn modelId="{FA04603C-81A1-41F4-8C22-F160B00B04F4}" type="presParOf" srcId="{CEA4B6F3-B433-4713-8BFD-589EB1182D1E}" destId="{6A4AEB51-7926-4DF4-95A8-27578B56A729}" srcOrd="3" destOrd="0" presId="urn:microsoft.com/office/officeart/2005/8/layout/hierarchy6"/>
    <dgm:cxn modelId="{4C36C01B-BED0-4677-B83D-F2B1CD5993B8}" type="presParOf" srcId="{6A4AEB51-7926-4DF4-95A8-27578B56A729}" destId="{C00B5B54-D5F3-4E8E-AA60-DBB30DA66CEB}" srcOrd="0" destOrd="0" presId="urn:microsoft.com/office/officeart/2005/8/layout/hierarchy6"/>
    <dgm:cxn modelId="{46214DB6-6EE6-4272-B87D-46070C07954E}" type="presParOf" srcId="{6A4AEB51-7926-4DF4-95A8-27578B56A729}" destId="{1F34E1A1-DF97-4006-9C71-E23F390DAB7F}" srcOrd="1" destOrd="0" presId="urn:microsoft.com/office/officeart/2005/8/layout/hierarchy6"/>
    <dgm:cxn modelId="{DF4BA8C9-03AA-4209-8194-888D8CA243A9}" type="presParOf" srcId="{A6D26CCF-DC71-4292-BC30-9E8D3FDDC203}" destId="{AA1BCF02-0D39-49A8-97EC-987CAFDCA1F9}" srcOrd="2" destOrd="0" presId="urn:microsoft.com/office/officeart/2005/8/layout/hierarchy6"/>
    <dgm:cxn modelId="{F52B0B1B-6D30-45BF-97B6-F98F24B1F4CC}" type="presParOf" srcId="{A6D26CCF-DC71-4292-BC30-9E8D3FDDC203}" destId="{3B0E7C28-9CF8-40A9-9D31-323935516303}" srcOrd="3" destOrd="0" presId="urn:microsoft.com/office/officeart/2005/8/layout/hierarchy6"/>
    <dgm:cxn modelId="{7C9125AC-3A6C-4797-810E-864642E536B9}" type="presParOf" srcId="{3B0E7C28-9CF8-40A9-9D31-323935516303}" destId="{AFF8432A-ADCF-40EE-A0C2-B7456E4E7371}" srcOrd="0" destOrd="0" presId="urn:microsoft.com/office/officeart/2005/8/layout/hierarchy6"/>
    <dgm:cxn modelId="{EE530C21-60E4-445A-84D2-27492A6667E2}" type="presParOf" srcId="{3B0E7C28-9CF8-40A9-9D31-323935516303}" destId="{7098DE96-2534-4D2C-A1F9-5AD607D5E817}" srcOrd="1" destOrd="0" presId="urn:microsoft.com/office/officeart/2005/8/layout/hierarchy6"/>
    <dgm:cxn modelId="{42CDE8BA-203D-44E2-98F2-8E95C96CC738}" type="presParOf" srcId="{7098DE96-2534-4D2C-A1F9-5AD607D5E817}" destId="{7B9BFBF7-DEA7-4CD3-BBF2-CE8AB682B07B}" srcOrd="0" destOrd="0" presId="urn:microsoft.com/office/officeart/2005/8/layout/hierarchy6"/>
    <dgm:cxn modelId="{2FCCBE8E-09EA-430A-9569-9D11EB233C9B}" type="presParOf" srcId="{7098DE96-2534-4D2C-A1F9-5AD607D5E817}" destId="{AC6834B9-9D60-4B44-AC5C-CFD5704A97BD}" srcOrd="1" destOrd="0" presId="urn:microsoft.com/office/officeart/2005/8/layout/hierarchy6"/>
    <dgm:cxn modelId="{63B89898-31C8-4D53-A8D5-07BD97331E3C}" type="presParOf" srcId="{AC6834B9-9D60-4B44-AC5C-CFD5704A97BD}" destId="{4336BFC9-FE61-404A-BAF5-B9DF59B47DFE}" srcOrd="0" destOrd="0" presId="urn:microsoft.com/office/officeart/2005/8/layout/hierarchy6"/>
    <dgm:cxn modelId="{C27C3CE4-3FA2-4DBB-BF39-AD927B2ED26D}" type="presParOf" srcId="{AC6834B9-9D60-4B44-AC5C-CFD5704A97BD}" destId="{11AD96A1-0CB3-4165-B6FB-232BF2ADF5C1}" srcOrd="1" destOrd="0" presId="urn:microsoft.com/office/officeart/2005/8/layout/hierarchy6"/>
    <dgm:cxn modelId="{C7EE6FE1-759C-4B37-B647-229A7D1E8474}" type="presParOf" srcId="{7098DE96-2534-4D2C-A1F9-5AD607D5E817}" destId="{BFAFEA9F-DB55-4973-A7C2-3A6DB0FA39C8}" srcOrd="2" destOrd="0" presId="urn:microsoft.com/office/officeart/2005/8/layout/hierarchy6"/>
    <dgm:cxn modelId="{F3F07CB1-305A-4CBD-9D4C-75C8153F3C45}" type="presParOf" srcId="{7098DE96-2534-4D2C-A1F9-5AD607D5E817}" destId="{9CA32E08-8BD0-47F1-9E87-6CFF22CFCFAD}" srcOrd="3" destOrd="0" presId="urn:microsoft.com/office/officeart/2005/8/layout/hierarchy6"/>
    <dgm:cxn modelId="{6555BC54-05F6-4C63-9264-3D6369F501E7}" type="presParOf" srcId="{9CA32E08-8BD0-47F1-9E87-6CFF22CFCFAD}" destId="{1F70FEA6-92C2-44A1-B941-B2548F969D47}" srcOrd="0" destOrd="0" presId="urn:microsoft.com/office/officeart/2005/8/layout/hierarchy6"/>
    <dgm:cxn modelId="{1E8866AD-5D01-425D-93A6-8A55FB2340C5}" type="presParOf" srcId="{9CA32E08-8BD0-47F1-9E87-6CFF22CFCFAD}" destId="{FBE028B1-3E99-49D2-922E-5B90077C1E5F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52D3EC6-7D78-47C0-A093-1A4DFBF4AC57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FF283220-286A-41D9-B951-964736168034}" type="parTrans" cxnId="{3C6DE43B-4598-4E4C-9843-68CD210A9925}">
      <dgm:prSet/>
      <dgm:spPr/>
      <dgm:t>
        <a:bodyPr/>
        <a:lstStyle/>
        <a:p>
          <a:endParaRPr lang="en-US"/>
        </a:p>
      </dgm:t>
    </dgm:pt>
    <dgm:pt modelId="{7F03414A-563C-4CAB-95A6-694E8527E46B}" type="sibTrans" cxnId="{3C6DE43B-4598-4E4C-9843-68CD210A9925}">
      <dgm:prSet/>
      <dgm:spPr/>
      <dgm:t>
        <a:bodyPr/>
        <a:lstStyle/>
        <a:p>
          <a:endParaRPr lang="en-US"/>
        </a:p>
      </dgm:t>
    </dgm:pt>
    <dgm:pt modelId="{25C3D94B-FF05-477E-9258-9A99E50BE926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8A764B70-BB99-4494-84FE-1094FDC89A29}" type="parTrans" cxnId="{F9DA6B53-321B-4351-A699-D3447FB7FFC3}">
      <dgm:prSet/>
      <dgm:spPr/>
      <dgm:t>
        <a:bodyPr/>
        <a:lstStyle/>
        <a:p>
          <a:endParaRPr lang="en-US"/>
        </a:p>
      </dgm:t>
    </dgm:pt>
    <dgm:pt modelId="{BB5C154D-BEA6-4889-BEC2-6CD7F5EBAA1D}" type="sibTrans" cxnId="{F9DA6B53-321B-4351-A699-D3447FB7FFC3}">
      <dgm:prSet/>
      <dgm:spPr/>
      <dgm:t>
        <a:bodyPr/>
        <a:lstStyle/>
        <a:p>
          <a:endParaRPr lang="en-US"/>
        </a:p>
      </dgm:t>
    </dgm:pt>
    <dgm:pt modelId="{F675879C-2D04-4D46-9ED6-2B78922FD47B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4967</a:t>
          </a:r>
        </a:p>
      </dgm:t>
    </dgm:pt>
    <dgm:pt modelId="{60582AA2-4BE9-4192-84E9-EAEFA1022096}" type="parTrans" cxnId="{6CD3A3C1-6E21-4AFE-BAF3-40DFF43B3A76}">
      <dgm:prSet/>
      <dgm:spPr/>
      <dgm:t>
        <a:bodyPr/>
        <a:lstStyle/>
        <a:p>
          <a:endParaRPr lang="en-US"/>
        </a:p>
      </dgm:t>
    </dgm:pt>
    <dgm:pt modelId="{3C9CFC80-25A0-457C-BB62-A1E8006CF616}" type="sibTrans" cxnId="{6CD3A3C1-6E21-4AFE-BAF3-40DFF43B3A76}">
      <dgm:prSet/>
      <dgm:spPr/>
      <dgm:t>
        <a:bodyPr/>
        <a:lstStyle/>
        <a:p>
          <a:endParaRPr lang="en-US"/>
        </a:p>
      </dgm:t>
    </dgm:pt>
    <dgm:pt modelId="{7D1F50C2-9AD5-4F2A-BDF7-94815BE23E0E}">
      <dgm:prSet phldrT="[Text]"/>
      <dgm:spPr>
        <a:noFill/>
      </dgm:spPr>
      <dgm:t>
        <a:bodyPr/>
        <a:lstStyle/>
        <a:p>
          <a:r>
            <a:rPr lang="en-US" dirty="0"/>
            <a:t>5073</a:t>
          </a:r>
        </a:p>
      </dgm:t>
    </dgm:pt>
    <dgm:pt modelId="{14ED6A7F-114D-4529-AC44-8E3873E96A45}" type="parTrans" cxnId="{6F5F6D88-3685-47B1-9965-9E9AA834D42D}">
      <dgm:prSet/>
      <dgm:spPr/>
      <dgm:t>
        <a:bodyPr/>
        <a:lstStyle/>
        <a:p>
          <a:endParaRPr lang="en-US"/>
        </a:p>
      </dgm:t>
    </dgm:pt>
    <dgm:pt modelId="{8E37BED4-F2B7-4977-BA56-E6F44843884D}" type="sibTrans" cxnId="{6F5F6D88-3685-47B1-9965-9E9AA834D42D}">
      <dgm:prSet/>
      <dgm:spPr/>
      <dgm:t>
        <a:bodyPr/>
        <a:lstStyle/>
        <a:p>
          <a:endParaRPr lang="en-US"/>
        </a:p>
      </dgm:t>
    </dgm:pt>
    <dgm:pt modelId="{2B898F8F-6F4C-4C0E-94B2-8B92EEFEEC46}">
      <dgm:prSet phldrT="[Text]"/>
      <dgm:spPr>
        <a:noFill/>
      </dgm:spPr>
      <dgm:t>
        <a:bodyPr/>
        <a:lstStyle/>
        <a:p>
          <a:r>
            <a:rPr lang="en-US" dirty="0"/>
            <a:t>3826</a:t>
          </a:r>
        </a:p>
      </dgm:t>
    </dgm:pt>
    <dgm:pt modelId="{F7269FA9-32B3-49E9-B268-3D186BB87418}" type="parTrans" cxnId="{C268EF21-9340-421F-9266-0D09A096390A}">
      <dgm:prSet/>
      <dgm:spPr/>
      <dgm:t>
        <a:bodyPr/>
        <a:lstStyle/>
        <a:p>
          <a:endParaRPr lang="en-US"/>
        </a:p>
      </dgm:t>
    </dgm:pt>
    <dgm:pt modelId="{8DF3072D-73FF-47E3-8AE2-09169523AEB1}" type="sibTrans" cxnId="{C268EF21-9340-421F-9266-0D09A096390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227D0C8-B9C8-495D-A242-26AF48849E6D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7227D0C8-B9C8-495D-A242-26AF48849E6D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71149FAB-0F83-4E83-8983-E0821DD77159}" type="parTrans" cxnId="{09B8049D-C518-4763-B9A3-1529A628A621}">
      <dgm:prSet/>
      <dgm:spPr/>
      <dgm:t>
        <a:bodyPr/>
        <a:lstStyle/>
        <a:p>
          <a:endParaRPr lang="en-US"/>
        </a:p>
      </dgm:t>
    </dgm:pt>
    <dgm:pt modelId="{0A147F03-429F-4B3D-870B-2229A7C35765}" type="sibTrans" cxnId="{09B8049D-C518-4763-B9A3-1529A628A62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66AE454-ACB6-40BC-93C4-E311D8F2F0A0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D66AE454-ACB6-40BC-93C4-E311D8F2F0A0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DFC86199-6516-4466-880B-0C1746B0F44F}" type="parTrans" cxnId="{6FD74DEF-208B-433B-87C5-55464512E295}">
      <dgm:prSet/>
      <dgm:spPr/>
      <dgm:t>
        <a:bodyPr/>
        <a:lstStyle/>
        <a:p>
          <a:endParaRPr lang="en-US"/>
        </a:p>
      </dgm:t>
    </dgm:pt>
    <dgm:pt modelId="{43C25A6F-6B99-4EDE-8907-A77955911EEF}" type="sibTrans" cxnId="{6FD74DEF-208B-433B-87C5-55464512E29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E92D950-63D2-41DC-9741-5510EA44D41C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7E92D950-63D2-41DC-9741-5510EA44D41C}">
          <dgm:prSet phldrT="[Text]"/>
          <dgm:spPr/>
          <dgm:t>
            <a:bodyPr/>
            <a:lstStyle/>
            <a:p>
              <a:r>
                <a:rPr lang="en-US" b="0" i="0" dirty="0">
                  <a:latin typeface="Cambria Math" panose="02040503050406030204" pitchFamily="18" charset="0"/>
                </a:rPr>
                <a:t>−</a:t>
              </a:r>
              <a:r>
                <a: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∞</a:t>
              </a:r>
              <a:endParaRPr lang="en-US" dirty="0"/>
            </a:p>
          </dgm:t>
        </dgm:pt>
      </mc:Fallback>
    </mc:AlternateContent>
    <dgm:pt modelId="{5A091725-2241-4A94-B752-AF2998C365EF}" type="parTrans" cxnId="{4106A78A-9142-48A0-8236-FFC76002534F}">
      <dgm:prSet/>
      <dgm:spPr/>
      <dgm:t>
        <a:bodyPr/>
        <a:lstStyle/>
        <a:p>
          <a:endParaRPr lang="en-US"/>
        </a:p>
      </dgm:t>
    </dgm:pt>
    <dgm:pt modelId="{922399E7-5DE5-41B9-8B65-2518BA7EA187}" type="sibTrans" cxnId="{4106A78A-9142-48A0-8236-FFC76002534F}">
      <dgm:prSet/>
      <dgm:spPr/>
      <dgm:t>
        <a:bodyPr/>
        <a:lstStyle/>
        <a:p>
          <a:endParaRPr lang="en-US"/>
        </a:p>
      </dgm:t>
    </dgm:pt>
    <dgm:pt modelId="{2FFC2F26-B41C-4893-AFEF-C2861CFC9BBE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22952E67-2A22-4B66-8E7E-F3D9676B0A48}" type="parTrans" cxnId="{C42D8C79-E4B7-4F43-87CC-69C4BA81F3D5}">
      <dgm:prSet/>
      <dgm:spPr/>
      <dgm:t>
        <a:bodyPr/>
        <a:lstStyle/>
        <a:p>
          <a:endParaRPr lang="en-US"/>
        </a:p>
      </dgm:t>
    </dgm:pt>
    <dgm:pt modelId="{096B4189-868E-44F8-AC4B-2013AE7CB329}" type="sibTrans" cxnId="{C42D8C79-E4B7-4F43-87CC-69C4BA81F3D5}">
      <dgm:prSet/>
      <dgm:spPr/>
      <dgm:t>
        <a:bodyPr/>
        <a:lstStyle/>
        <a:p>
          <a:endParaRPr lang="en-US"/>
        </a:p>
      </dgm:t>
    </dgm:pt>
    <dgm:pt modelId="{D7A3BC43-E2BD-4454-9E39-B0EF2434E76F}">
      <dgm:prSet phldrT="[Text]"/>
      <dgm:spPr>
        <a:noFill/>
      </dgm:spPr>
      <dgm:t>
        <a:bodyPr/>
        <a:lstStyle/>
        <a:p>
          <a:r>
            <a:rPr lang="en-US" dirty="0"/>
            <a:t>5139</a:t>
          </a:r>
        </a:p>
      </dgm:t>
    </dgm:pt>
    <dgm:pt modelId="{4AD681AA-AD34-4185-8851-1D73F20E828E}" type="parTrans" cxnId="{107F69F8-1D8B-4F91-AC77-F9483E69536F}">
      <dgm:prSet/>
      <dgm:spPr/>
      <dgm:t>
        <a:bodyPr/>
        <a:lstStyle/>
        <a:p>
          <a:endParaRPr lang="en-US"/>
        </a:p>
      </dgm:t>
    </dgm:pt>
    <dgm:pt modelId="{936DC02B-D023-4342-B41E-917735F5316E}" type="sibTrans" cxnId="{107F69F8-1D8B-4F91-AC77-F9483E69536F}">
      <dgm:prSet/>
      <dgm:spPr/>
      <dgm:t>
        <a:bodyPr/>
        <a:lstStyle/>
        <a:p>
          <a:endParaRPr lang="en-US"/>
        </a:p>
      </dgm:t>
    </dgm:pt>
    <dgm:pt modelId="{6F5C86F9-DBD9-4AC7-8389-542C0AADFA18}">
      <dgm:prSet phldrT="[Text]"/>
      <dgm:spPr/>
      <dgm:t>
        <a:bodyPr/>
        <a:lstStyle/>
        <a:p>
          <a:r>
            <a:rPr lang="en-US" dirty="0"/>
            <a:t>5051</a:t>
          </a:r>
        </a:p>
      </dgm:t>
    </dgm:pt>
    <dgm:pt modelId="{2EEFEBC4-B44D-4BA7-BCE6-7293ECC17EAC}" type="parTrans" cxnId="{AEB6A02F-64B3-4DB8-8CDB-AC46C8134DC4}">
      <dgm:prSet/>
      <dgm:spPr/>
      <dgm:t>
        <a:bodyPr/>
        <a:lstStyle/>
        <a:p>
          <a:endParaRPr lang="en-US"/>
        </a:p>
      </dgm:t>
    </dgm:pt>
    <dgm:pt modelId="{8120C870-AC10-405C-96E0-39CBB1DBCEC0}" type="sibTrans" cxnId="{AEB6A02F-64B3-4DB8-8CDB-AC46C8134DC4}">
      <dgm:prSet/>
      <dgm:spPr/>
      <dgm:t>
        <a:bodyPr/>
        <a:lstStyle/>
        <a:p>
          <a:endParaRPr lang="en-US"/>
        </a:p>
      </dgm:t>
    </dgm:pt>
    <dgm:pt modelId="{9AAFCB11-FC3E-467D-94EA-94364E2A70ED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5144</a:t>
          </a:r>
        </a:p>
      </dgm:t>
    </dgm:pt>
    <dgm:pt modelId="{07A86B36-2BE8-455A-8127-EC8EFB6800D7}" type="parTrans" cxnId="{E03BA2F8-1487-4C9C-9095-FD16DAC01C39}">
      <dgm:prSet/>
      <dgm:spPr/>
      <dgm:t>
        <a:bodyPr/>
        <a:lstStyle/>
        <a:p>
          <a:endParaRPr lang="en-US"/>
        </a:p>
      </dgm:t>
    </dgm:pt>
    <dgm:pt modelId="{A62356BB-9A37-42E4-B337-F1DCE3E71106}" type="sibTrans" cxnId="{E03BA2F8-1487-4C9C-9095-FD16DAC01C39}">
      <dgm:prSet/>
      <dgm:spPr/>
      <dgm:t>
        <a:bodyPr/>
        <a:lstStyle/>
        <a:p>
          <a:endParaRPr lang="en-US"/>
        </a:p>
      </dgm:t>
    </dgm:pt>
    <dgm:pt modelId="{F9FCC74F-CDA2-4480-84F1-214A424A698B}">
      <dgm:prSet phldrT="[Text]"/>
      <dgm:spPr/>
      <dgm:t>
        <a:bodyPr/>
        <a:lstStyle/>
        <a:p>
          <a:endParaRPr lang="en-US" dirty="0"/>
        </a:p>
      </dgm:t>
    </dgm:pt>
    <dgm:pt modelId="{3469929B-91B9-44FD-A758-C811D0DC1684}" type="parTrans" cxnId="{5C4F4B79-4595-4350-A271-BB980952EDA9}">
      <dgm:prSet/>
      <dgm:spPr/>
      <dgm:t>
        <a:bodyPr/>
        <a:lstStyle/>
        <a:p>
          <a:endParaRPr lang="en-US"/>
        </a:p>
      </dgm:t>
    </dgm:pt>
    <dgm:pt modelId="{1795968F-3E3D-4853-B84A-D4E4BE083D1B}" type="sibTrans" cxnId="{5C4F4B79-4595-4350-A271-BB980952EDA9}">
      <dgm:prSet/>
      <dgm:spPr/>
      <dgm:t>
        <a:bodyPr/>
        <a:lstStyle/>
        <a:p>
          <a:endParaRPr lang="en-US"/>
        </a:p>
      </dgm:t>
    </dgm:pt>
    <dgm:pt modelId="{28E1B561-AD1A-4BD2-BA8E-43258976049A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5187</a:t>
          </a:r>
        </a:p>
      </dgm:t>
    </dgm:pt>
    <dgm:pt modelId="{5D073C56-A137-430C-806F-1520C08E43AE}" type="parTrans" cxnId="{A5D0CCEE-C0A7-4EB3-9066-9583DAFF7301}">
      <dgm:prSet/>
      <dgm:spPr/>
      <dgm:t>
        <a:bodyPr/>
        <a:lstStyle/>
        <a:p>
          <a:endParaRPr lang="en-US"/>
        </a:p>
      </dgm:t>
    </dgm:pt>
    <dgm:pt modelId="{C7BF57AA-B838-4E8F-AB41-880239C7C7C5}" type="sibTrans" cxnId="{A5D0CCEE-C0A7-4EB3-9066-9583DAFF7301}">
      <dgm:prSet/>
      <dgm:spPr/>
      <dgm:t>
        <a:bodyPr/>
        <a:lstStyle/>
        <a:p>
          <a:endParaRPr lang="en-US"/>
        </a:p>
      </dgm:t>
    </dgm:pt>
    <dgm:pt modelId="{D736E312-A4C8-4DAF-8507-2A50F8F5ACB6}">
      <dgm:prSet phldrT="[Text]"/>
      <dgm:spPr>
        <a:noFill/>
      </dgm:spPr>
      <dgm:t>
        <a:bodyPr/>
        <a:lstStyle/>
        <a:p>
          <a:r>
            <a:rPr lang="en-US" dirty="0"/>
            <a:t>4910</a:t>
          </a:r>
        </a:p>
      </dgm:t>
    </dgm:pt>
    <dgm:pt modelId="{C6B4AA2E-A7F3-4CAB-AB66-078D73F2BCF5}" type="parTrans" cxnId="{A35D0965-8713-4175-AE0D-0EBD9E8DBEC8}">
      <dgm:prSet/>
      <dgm:spPr/>
      <dgm:t>
        <a:bodyPr/>
        <a:lstStyle/>
        <a:p>
          <a:endParaRPr lang="en-US"/>
        </a:p>
      </dgm:t>
    </dgm:pt>
    <dgm:pt modelId="{D6E9E644-3354-46B6-A89B-8A4D18B2C750}" type="sibTrans" cxnId="{A35D0965-8713-4175-AE0D-0EBD9E8DBEC8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0A63B98-FFDC-4E8A-AAA7-794AFB7420D0}" type="pres">
      <dgm:prSet presAssocID="{F9FCC74F-CDA2-4480-84F1-214A424A698B}" presName="Name14" presStyleCnt="0"/>
      <dgm:spPr/>
    </dgm:pt>
    <dgm:pt modelId="{F1BD6853-81C7-40E1-B665-61DC8E96FEF0}" type="pres">
      <dgm:prSet presAssocID="{F9FCC74F-CDA2-4480-84F1-214A424A698B}" presName="level1Shape" presStyleLbl="node0" presStyleIdx="0" presStyleCnt="1">
        <dgm:presLayoutVars>
          <dgm:chPref val="3"/>
        </dgm:presLayoutVars>
      </dgm:prSet>
      <dgm:spPr/>
    </dgm:pt>
    <dgm:pt modelId="{223DC0C5-DD4E-4690-BF89-A4A36DDE2AA7}" type="pres">
      <dgm:prSet presAssocID="{F9FCC74F-CDA2-4480-84F1-214A424A698B}" presName="hierChild2" presStyleCnt="0"/>
      <dgm:spPr/>
    </dgm:pt>
    <dgm:pt modelId="{C33BF8C2-41ED-4403-A7C2-B70567EA65EA}" type="pres">
      <dgm:prSet presAssocID="{5D073C56-A137-430C-806F-1520C08E43AE}" presName="Name19" presStyleLbl="parChTrans1D2" presStyleIdx="0" presStyleCnt="2"/>
      <dgm:spPr/>
    </dgm:pt>
    <dgm:pt modelId="{CD80D5BA-F318-4132-8434-6420A358ED77}" type="pres">
      <dgm:prSet presAssocID="{28E1B561-AD1A-4BD2-BA8E-43258976049A}" presName="Name21" presStyleCnt="0"/>
      <dgm:spPr/>
    </dgm:pt>
    <dgm:pt modelId="{20290E2F-72AD-4549-9080-55B784B07CD3}" type="pres">
      <dgm:prSet presAssocID="{28E1B561-AD1A-4BD2-BA8E-43258976049A}" presName="level2Shape" presStyleLbl="node2" presStyleIdx="0" presStyleCnt="2"/>
      <dgm:spPr/>
    </dgm:pt>
    <dgm:pt modelId="{CDF6B1D4-7530-4ECD-A39A-5249D12741A5}" type="pres">
      <dgm:prSet presAssocID="{28E1B561-AD1A-4BD2-BA8E-43258976049A}" presName="hierChild3" presStyleCnt="0"/>
      <dgm:spPr/>
    </dgm:pt>
    <dgm:pt modelId="{6ECEEDC3-3DE5-449A-9C7C-74DD09AE0798}" type="pres">
      <dgm:prSet presAssocID="{2EEFEBC4-B44D-4BA7-BCE6-7293ECC17EAC}" presName="Name19" presStyleLbl="parChTrans1D3" presStyleIdx="0" presStyleCnt="4"/>
      <dgm:spPr/>
    </dgm:pt>
    <dgm:pt modelId="{E1A9BACD-9B71-404E-AE29-E0BE2EBAC197}" type="pres">
      <dgm:prSet presAssocID="{6F5C86F9-DBD9-4AC7-8389-542C0AADFA18}" presName="Name21" presStyleCnt="0"/>
      <dgm:spPr/>
    </dgm:pt>
    <dgm:pt modelId="{F6F11474-0F90-4F17-9451-6E35FF8821F3}" type="pres">
      <dgm:prSet presAssocID="{6F5C86F9-DBD9-4AC7-8389-542C0AADFA18}" presName="level2Shape" presStyleLbl="node3" presStyleIdx="0" presStyleCnt="4"/>
      <dgm:spPr/>
    </dgm:pt>
    <dgm:pt modelId="{E1DF9AB4-8635-4332-AEE4-B41C3A9E07E4}" type="pres">
      <dgm:prSet presAssocID="{6F5C86F9-DBD9-4AC7-8389-542C0AADFA18}" presName="hierChild3" presStyleCnt="0"/>
      <dgm:spPr/>
    </dgm:pt>
    <dgm:pt modelId="{38DC6658-687D-4AED-95A1-30A2756DEC6C}" type="pres">
      <dgm:prSet presAssocID="{FF283220-286A-41D9-B951-964736168034}" presName="Name19" presStyleLbl="parChTrans1D4" presStyleIdx="0" presStyleCnt="8"/>
      <dgm:spPr/>
    </dgm:pt>
    <dgm:pt modelId="{9F1BA0F5-0A90-40ED-9CBF-350E0C75CE26}" type="pres">
      <dgm:prSet presAssocID="{152D3EC6-7D78-47C0-A093-1A4DFBF4AC57}" presName="Name21" presStyleCnt="0"/>
      <dgm:spPr/>
    </dgm:pt>
    <dgm:pt modelId="{90E46341-163E-4CBF-BF4D-CA9B17F0BC3C}" type="pres">
      <dgm:prSet presAssocID="{152D3EC6-7D78-47C0-A093-1A4DFBF4AC57}" presName="level2Shape" presStyleLbl="node4" presStyleIdx="0" presStyleCnt="8"/>
      <dgm:spPr/>
    </dgm:pt>
    <dgm:pt modelId="{89303938-5A45-41EE-AF0D-BDDFEDE8487D}" type="pres">
      <dgm:prSet presAssocID="{152D3EC6-7D78-47C0-A093-1A4DFBF4AC57}" presName="hierChild3" presStyleCnt="0"/>
      <dgm:spPr/>
    </dgm:pt>
    <dgm:pt modelId="{2DBEACEF-8152-4C66-B5EE-A0DD36C278FB}" type="pres">
      <dgm:prSet presAssocID="{8A764B70-BB99-4494-84FE-1094FDC89A29}" presName="Name19" presStyleLbl="parChTrans1D4" presStyleIdx="1" presStyleCnt="8"/>
      <dgm:spPr/>
    </dgm:pt>
    <dgm:pt modelId="{A6796547-E495-4D2C-B5D8-24D9ABD58CF1}" type="pres">
      <dgm:prSet presAssocID="{25C3D94B-FF05-477E-9258-9A99E50BE926}" presName="Name21" presStyleCnt="0"/>
      <dgm:spPr/>
    </dgm:pt>
    <dgm:pt modelId="{BB8E1E2E-C554-4491-AD73-3EB56150AD94}" type="pres">
      <dgm:prSet presAssocID="{25C3D94B-FF05-477E-9258-9A99E50BE926}" presName="level2Shape" presStyleLbl="node4" presStyleIdx="1" presStyleCnt="8"/>
      <dgm:spPr/>
    </dgm:pt>
    <dgm:pt modelId="{79C52F23-5180-4898-853B-121BB9DC7516}" type="pres">
      <dgm:prSet presAssocID="{25C3D94B-FF05-477E-9258-9A99E50BE926}" presName="hierChild3" presStyleCnt="0"/>
      <dgm:spPr/>
    </dgm:pt>
    <dgm:pt modelId="{AB67B5C7-DB30-4F9E-A92E-9B7E27F88815}" type="pres">
      <dgm:prSet presAssocID="{07A86B36-2BE8-455A-8127-EC8EFB6800D7}" presName="Name19" presStyleLbl="parChTrans1D3" presStyleIdx="1" presStyleCnt="4"/>
      <dgm:spPr/>
    </dgm:pt>
    <dgm:pt modelId="{76647235-B89D-4E64-8CC7-3F1E0117EAB9}" type="pres">
      <dgm:prSet presAssocID="{9AAFCB11-FC3E-467D-94EA-94364E2A70ED}" presName="Name21" presStyleCnt="0"/>
      <dgm:spPr/>
    </dgm:pt>
    <dgm:pt modelId="{E47371F4-FCBE-4A19-A8C8-C7605666D107}" type="pres">
      <dgm:prSet presAssocID="{9AAFCB11-FC3E-467D-94EA-94364E2A70ED}" presName="level2Shape" presStyleLbl="node3" presStyleIdx="1" presStyleCnt="4"/>
      <dgm:spPr/>
    </dgm:pt>
    <dgm:pt modelId="{A4EFECA4-E5BD-4B06-8A17-F4D027796EF1}" type="pres">
      <dgm:prSet presAssocID="{9AAFCB11-FC3E-467D-94EA-94364E2A70ED}" presName="hierChild3" presStyleCnt="0"/>
      <dgm:spPr/>
    </dgm:pt>
    <dgm:pt modelId="{0E2293B5-64C2-4FCC-A88F-094ADE8CCDF7}" type="pres">
      <dgm:prSet presAssocID="{60582AA2-4BE9-4192-84E9-EAEFA1022096}" presName="Name19" presStyleLbl="parChTrans1D4" presStyleIdx="2" presStyleCnt="8"/>
      <dgm:spPr/>
    </dgm:pt>
    <dgm:pt modelId="{24D3BFA1-52E7-435F-AC57-FC055E26F68A}" type="pres">
      <dgm:prSet presAssocID="{F675879C-2D04-4D46-9ED6-2B78922FD47B}" presName="Name21" presStyleCnt="0"/>
      <dgm:spPr/>
    </dgm:pt>
    <dgm:pt modelId="{E95D0892-B76A-4B01-A166-08BAA4B97430}" type="pres">
      <dgm:prSet presAssocID="{F675879C-2D04-4D46-9ED6-2B78922FD47B}" presName="level2Shape" presStyleLbl="node4" presStyleIdx="2" presStyleCnt="8"/>
      <dgm:spPr/>
    </dgm:pt>
    <dgm:pt modelId="{7147D429-B0FC-4411-8256-5619EC346CEE}" type="pres">
      <dgm:prSet presAssocID="{F675879C-2D04-4D46-9ED6-2B78922FD47B}" presName="hierChild3" presStyleCnt="0"/>
      <dgm:spPr/>
    </dgm:pt>
    <dgm:pt modelId="{0BDA36D0-06E0-4818-A3F1-93218D4CDE60}" type="pres">
      <dgm:prSet presAssocID="{14ED6A7F-114D-4529-AC44-8E3873E96A45}" presName="Name19" presStyleLbl="parChTrans1D4" presStyleIdx="3" presStyleCnt="8"/>
      <dgm:spPr/>
    </dgm:pt>
    <dgm:pt modelId="{9E18228E-49F0-4406-8E79-B23F47DE53F2}" type="pres">
      <dgm:prSet presAssocID="{7D1F50C2-9AD5-4F2A-BDF7-94815BE23E0E}" presName="Name21" presStyleCnt="0"/>
      <dgm:spPr/>
    </dgm:pt>
    <dgm:pt modelId="{C7CC4989-08EF-45DF-A7C4-00755C263BBF}" type="pres">
      <dgm:prSet presAssocID="{7D1F50C2-9AD5-4F2A-BDF7-94815BE23E0E}" presName="level2Shape" presStyleLbl="node4" presStyleIdx="3" presStyleCnt="8"/>
      <dgm:spPr/>
    </dgm:pt>
    <dgm:pt modelId="{D98BA0E3-BAAF-4751-8943-55A7AD8AE840}" type="pres">
      <dgm:prSet presAssocID="{7D1F50C2-9AD5-4F2A-BDF7-94815BE23E0E}" presName="hierChild3" presStyleCnt="0"/>
      <dgm:spPr/>
    </dgm:pt>
    <dgm:pt modelId="{8AA4A51E-F38F-4EEE-AC65-DA951D18B74D}" type="pres">
      <dgm:prSet presAssocID="{4AD681AA-AD34-4185-8851-1D73F20E828E}" presName="Name19" presStyleLbl="parChTrans1D2" presStyleIdx="1" presStyleCnt="2"/>
      <dgm:spPr/>
    </dgm:pt>
    <dgm:pt modelId="{32FD3D59-0F8B-4C43-B1DF-B2B9711D16ED}" type="pres">
      <dgm:prSet presAssocID="{D7A3BC43-E2BD-4454-9E39-B0EF2434E76F}" presName="Name21" presStyleCnt="0"/>
      <dgm:spPr/>
    </dgm:pt>
    <dgm:pt modelId="{66A39787-BB9A-41CA-8FD2-3B37DF32B220}" type="pres">
      <dgm:prSet presAssocID="{D7A3BC43-E2BD-4454-9E39-B0EF2434E76F}" presName="level2Shape" presStyleLbl="node2" presStyleIdx="1" presStyleCnt="2"/>
      <dgm:spPr/>
    </dgm:pt>
    <dgm:pt modelId="{A6D26CCF-DC71-4292-BC30-9E8D3FDDC203}" type="pres">
      <dgm:prSet presAssocID="{D7A3BC43-E2BD-4454-9E39-B0EF2434E76F}" presName="hierChild3" presStyleCnt="0"/>
      <dgm:spPr/>
    </dgm:pt>
    <dgm:pt modelId="{1BC2AB64-A9AF-46D8-A5E9-4006EC6AA4D7}" type="pres">
      <dgm:prSet presAssocID="{C6B4AA2E-A7F3-4CAB-AB66-078D73F2BCF5}" presName="Name19" presStyleLbl="parChTrans1D3" presStyleIdx="2" presStyleCnt="4"/>
      <dgm:spPr/>
    </dgm:pt>
    <dgm:pt modelId="{DBBF1DD0-E21E-47E5-B4C0-0DCB608F07C1}" type="pres">
      <dgm:prSet presAssocID="{D736E312-A4C8-4DAF-8507-2A50F8F5ACB6}" presName="Name21" presStyleCnt="0"/>
      <dgm:spPr/>
    </dgm:pt>
    <dgm:pt modelId="{B1BC82DA-CBDB-4AE4-AFB5-C2F6967A411A}" type="pres">
      <dgm:prSet presAssocID="{D736E312-A4C8-4DAF-8507-2A50F8F5ACB6}" presName="level2Shape" presStyleLbl="node3" presStyleIdx="2" presStyleCnt="4"/>
      <dgm:spPr/>
    </dgm:pt>
    <dgm:pt modelId="{CEA4B6F3-B433-4713-8BFD-589EB1182D1E}" type="pres">
      <dgm:prSet presAssocID="{D736E312-A4C8-4DAF-8507-2A50F8F5ACB6}" presName="hierChild3" presStyleCnt="0"/>
      <dgm:spPr/>
    </dgm:pt>
    <dgm:pt modelId="{5D33218A-A4A0-4DF3-8A32-CB987E55B5F0}" type="pres">
      <dgm:prSet presAssocID="{F7269FA9-32B3-49E9-B268-3D186BB87418}" presName="Name19" presStyleLbl="parChTrans1D4" presStyleIdx="4" presStyleCnt="8"/>
      <dgm:spPr/>
    </dgm:pt>
    <dgm:pt modelId="{2087BEB0-8994-46E3-8339-BF61E47D2917}" type="pres">
      <dgm:prSet presAssocID="{2B898F8F-6F4C-4C0E-94B2-8B92EEFEEC46}" presName="Name21" presStyleCnt="0"/>
      <dgm:spPr/>
    </dgm:pt>
    <dgm:pt modelId="{ABB4139D-FC61-4CA4-804A-1B97A5ACFBF3}" type="pres">
      <dgm:prSet presAssocID="{2B898F8F-6F4C-4C0E-94B2-8B92EEFEEC46}" presName="level2Shape" presStyleLbl="node4" presStyleIdx="4" presStyleCnt="8"/>
      <dgm:spPr/>
    </dgm:pt>
    <dgm:pt modelId="{90E72F39-1A77-4646-8369-0159D493BEE8}" type="pres">
      <dgm:prSet presAssocID="{2B898F8F-6F4C-4C0E-94B2-8B92EEFEEC46}" presName="hierChild3" presStyleCnt="0"/>
      <dgm:spPr/>
    </dgm:pt>
    <dgm:pt modelId="{2A3F0C08-F68E-4D15-A24C-F0F3490863A6}" type="pres">
      <dgm:prSet presAssocID="{71149FAB-0F83-4E83-8983-E0821DD77159}" presName="Name19" presStyleLbl="parChTrans1D4" presStyleIdx="5" presStyleCnt="8"/>
      <dgm:spPr/>
    </dgm:pt>
    <dgm:pt modelId="{6A4AEB51-7926-4DF4-95A8-27578B56A729}" type="pres">
      <dgm:prSet presAssocID="{7227D0C8-B9C8-495D-A242-26AF48849E6D}" presName="Name21" presStyleCnt="0"/>
      <dgm:spPr/>
    </dgm:pt>
    <dgm:pt modelId="{C00B5B54-D5F3-4E8E-AA60-DBB30DA66CEB}" type="pres">
      <dgm:prSet presAssocID="{7227D0C8-B9C8-495D-A242-26AF48849E6D}" presName="level2Shape" presStyleLbl="node4" presStyleIdx="5" presStyleCnt="8"/>
      <dgm:spPr/>
    </dgm:pt>
    <dgm:pt modelId="{1F34E1A1-DF97-4006-9C71-E23F390DAB7F}" type="pres">
      <dgm:prSet presAssocID="{7227D0C8-B9C8-495D-A242-26AF48849E6D}" presName="hierChild3" presStyleCnt="0"/>
      <dgm:spPr/>
    </dgm:pt>
    <dgm:pt modelId="{AA1BCF02-0D39-49A8-97EC-987CAFDCA1F9}" type="pres">
      <dgm:prSet presAssocID="{22952E67-2A22-4B66-8E7E-F3D9676B0A48}" presName="Name19" presStyleLbl="parChTrans1D3" presStyleIdx="3" presStyleCnt="4"/>
      <dgm:spPr/>
    </dgm:pt>
    <dgm:pt modelId="{3B0E7C28-9CF8-40A9-9D31-323935516303}" type="pres">
      <dgm:prSet presAssocID="{2FFC2F26-B41C-4893-AFEF-C2861CFC9BBE}" presName="Name21" presStyleCnt="0"/>
      <dgm:spPr/>
    </dgm:pt>
    <dgm:pt modelId="{AFF8432A-ADCF-40EE-A0C2-B7456E4E7371}" type="pres">
      <dgm:prSet presAssocID="{2FFC2F26-B41C-4893-AFEF-C2861CFC9BBE}" presName="level2Shape" presStyleLbl="node3" presStyleIdx="3" presStyleCnt="4"/>
      <dgm:spPr/>
    </dgm:pt>
    <dgm:pt modelId="{7098DE96-2534-4D2C-A1F9-5AD607D5E817}" type="pres">
      <dgm:prSet presAssocID="{2FFC2F26-B41C-4893-AFEF-C2861CFC9BBE}" presName="hierChild3" presStyleCnt="0"/>
      <dgm:spPr/>
    </dgm:pt>
    <dgm:pt modelId="{7B9BFBF7-DEA7-4CD3-BBF2-CE8AB682B07B}" type="pres">
      <dgm:prSet presAssocID="{DFC86199-6516-4466-880B-0C1746B0F44F}" presName="Name19" presStyleLbl="parChTrans1D4" presStyleIdx="6" presStyleCnt="8"/>
      <dgm:spPr/>
    </dgm:pt>
    <dgm:pt modelId="{AC6834B9-9D60-4B44-AC5C-CFD5704A97BD}" type="pres">
      <dgm:prSet presAssocID="{D66AE454-ACB6-40BC-93C4-E311D8F2F0A0}" presName="Name21" presStyleCnt="0"/>
      <dgm:spPr/>
    </dgm:pt>
    <dgm:pt modelId="{4336BFC9-FE61-404A-BAF5-B9DF59B47DFE}" type="pres">
      <dgm:prSet presAssocID="{D66AE454-ACB6-40BC-93C4-E311D8F2F0A0}" presName="level2Shape" presStyleLbl="node4" presStyleIdx="6" presStyleCnt="8"/>
      <dgm:spPr/>
    </dgm:pt>
    <dgm:pt modelId="{11AD96A1-0CB3-4165-B6FB-232BF2ADF5C1}" type="pres">
      <dgm:prSet presAssocID="{D66AE454-ACB6-40BC-93C4-E311D8F2F0A0}" presName="hierChild3" presStyleCnt="0"/>
      <dgm:spPr/>
    </dgm:pt>
    <dgm:pt modelId="{BFAFEA9F-DB55-4973-A7C2-3A6DB0FA39C8}" type="pres">
      <dgm:prSet presAssocID="{5A091725-2241-4A94-B752-AF2998C365EF}" presName="Name19" presStyleLbl="parChTrans1D4" presStyleIdx="7" presStyleCnt="8"/>
      <dgm:spPr/>
    </dgm:pt>
    <dgm:pt modelId="{9CA32E08-8BD0-47F1-9E87-6CFF22CFCFAD}" type="pres">
      <dgm:prSet presAssocID="{7E92D950-63D2-41DC-9741-5510EA44D41C}" presName="Name21" presStyleCnt="0"/>
      <dgm:spPr/>
    </dgm:pt>
    <dgm:pt modelId="{1F70FEA6-92C2-44A1-B941-B2548F969D47}" type="pres">
      <dgm:prSet presAssocID="{7E92D950-63D2-41DC-9741-5510EA44D41C}" presName="level2Shape" presStyleLbl="node4" presStyleIdx="7" presStyleCnt="8"/>
      <dgm:spPr/>
    </dgm:pt>
    <dgm:pt modelId="{FBE028B1-3E99-49D2-922E-5B90077C1E5F}" type="pres">
      <dgm:prSet presAssocID="{7E92D950-63D2-41DC-9741-5510EA44D41C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2311AB03-FEF8-4AF2-A3E1-718B291B7D11}" type="presOf" srcId="{7D1F50C2-9AD5-4F2A-BDF7-94815BE23E0E}" destId="{C7CC4989-08EF-45DF-A7C4-00755C263BBF}" srcOrd="0" destOrd="0" presId="urn:microsoft.com/office/officeart/2005/8/layout/hierarchy6"/>
    <dgm:cxn modelId="{44092D07-E3E2-4F66-A862-CB591174DE7D}" type="presOf" srcId="{9AAFCB11-FC3E-467D-94EA-94364E2A70ED}" destId="{E47371F4-FCBE-4A19-A8C8-C7605666D107}" srcOrd="0" destOrd="0" presId="urn:microsoft.com/office/officeart/2005/8/layout/hierarchy6"/>
    <dgm:cxn modelId="{51376D09-798E-42C4-89EB-3CC388D7AC1B}" type="presOf" srcId="{152D3EC6-7D78-47C0-A093-1A4DFBF4AC57}" destId="{90E46341-163E-4CBF-BF4D-CA9B17F0BC3C}" srcOrd="0" destOrd="0" presId="urn:microsoft.com/office/officeart/2005/8/layout/hierarchy6"/>
    <dgm:cxn modelId="{2785C110-BC3B-430A-B8DB-EF6456DEB1E2}" type="presOf" srcId="{F9FCC74F-CDA2-4480-84F1-214A424A698B}" destId="{F1BD6853-81C7-40E1-B665-61DC8E96FEF0}" srcOrd="0" destOrd="0" presId="urn:microsoft.com/office/officeart/2005/8/layout/hierarchy6"/>
    <dgm:cxn modelId="{848EA911-C0FF-48A8-8BE3-2DD9234A3246}" type="presOf" srcId="{5D073C56-A137-430C-806F-1520C08E43AE}" destId="{C33BF8C2-41ED-4403-A7C2-B70567EA65EA}" srcOrd="0" destOrd="0" presId="urn:microsoft.com/office/officeart/2005/8/layout/hierarchy6"/>
    <dgm:cxn modelId="{A6EB5816-0927-4743-A16A-004C3881C7CA}" type="presOf" srcId="{22952E67-2A22-4B66-8E7E-F3D9676B0A48}" destId="{AA1BCF02-0D39-49A8-97EC-987CAFDCA1F9}" srcOrd="0" destOrd="0" presId="urn:microsoft.com/office/officeart/2005/8/layout/hierarchy6"/>
    <dgm:cxn modelId="{CDD12617-AA1D-4119-B2C3-F49046929AC9}" type="presOf" srcId="{14ED6A7F-114D-4529-AC44-8E3873E96A45}" destId="{0BDA36D0-06E0-4818-A3F1-93218D4CDE60}" srcOrd="0" destOrd="0" presId="urn:microsoft.com/office/officeart/2005/8/layout/hierarchy6"/>
    <dgm:cxn modelId="{C268EF21-9340-421F-9266-0D09A096390A}" srcId="{D736E312-A4C8-4DAF-8507-2A50F8F5ACB6}" destId="{2B898F8F-6F4C-4C0E-94B2-8B92EEFEEC46}" srcOrd="0" destOrd="0" parTransId="{F7269FA9-32B3-49E9-B268-3D186BB87418}" sibTransId="{8DF3072D-73FF-47E3-8AE2-09169523AEB1}"/>
    <dgm:cxn modelId="{CA1CD422-BC4C-4B5D-8F2B-A5391F86291C}" type="presOf" srcId="{D66AE454-ACB6-40BC-93C4-E311D8F2F0A0}" destId="{4336BFC9-FE61-404A-BAF5-B9DF59B47DFE}" srcOrd="0" destOrd="0" presId="urn:microsoft.com/office/officeart/2005/8/layout/hierarchy6"/>
    <dgm:cxn modelId="{AEB6A02F-64B3-4DB8-8CDB-AC46C8134DC4}" srcId="{28E1B561-AD1A-4BD2-BA8E-43258976049A}" destId="{6F5C86F9-DBD9-4AC7-8389-542C0AADFA18}" srcOrd="0" destOrd="0" parTransId="{2EEFEBC4-B44D-4BA7-BCE6-7293ECC17EAC}" sibTransId="{8120C870-AC10-405C-96E0-39CBB1DBCEC0}"/>
    <dgm:cxn modelId="{2BFA1F31-A9FE-411C-9FD1-C7A2A51C9305}" type="presOf" srcId="{7E92D950-63D2-41DC-9741-5510EA44D41C}" destId="{1F70FEA6-92C2-44A1-B941-B2548F969D47}" srcOrd="0" destOrd="0" presId="urn:microsoft.com/office/officeart/2005/8/layout/hierarchy6"/>
    <dgm:cxn modelId="{2C8F7732-6B20-4CAA-B0CF-5BE023231FCE}" type="presOf" srcId="{71149FAB-0F83-4E83-8983-E0821DD77159}" destId="{2A3F0C08-F68E-4D15-A24C-F0F3490863A6}" srcOrd="0" destOrd="0" presId="urn:microsoft.com/office/officeart/2005/8/layout/hierarchy6"/>
    <dgm:cxn modelId="{7C08E036-D139-498D-82C8-D14901D6DFFE}" type="presOf" srcId="{6F5C86F9-DBD9-4AC7-8389-542C0AADFA18}" destId="{F6F11474-0F90-4F17-9451-6E35FF8821F3}" srcOrd="0" destOrd="0" presId="urn:microsoft.com/office/officeart/2005/8/layout/hierarchy6"/>
    <dgm:cxn modelId="{3C6DE43B-4598-4E4C-9843-68CD210A9925}" srcId="{6F5C86F9-DBD9-4AC7-8389-542C0AADFA18}" destId="{152D3EC6-7D78-47C0-A093-1A4DFBF4AC57}" srcOrd="0" destOrd="0" parTransId="{FF283220-286A-41D9-B951-964736168034}" sibTransId="{7F03414A-563C-4CAB-95A6-694E8527E46B}"/>
    <dgm:cxn modelId="{7682155E-8677-479A-A08A-171543352C7C}" type="presOf" srcId="{2EEFEBC4-B44D-4BA7-BCE6-7293ECC17EAC}" destId="{6ECEEDC3-3DE5-449A-9C7C-74DD09AE0798}" srcOrd="0" destOrd="0" presId="urn:microsoft.com/office/officeart/2005/8/layout/hierarchy6"/>
    <dgm:cxn modelId="{CF37F163-6C0E-431C-ADD9-93AE289593D4}" type="presOf" srcId="{D736E312-A4C8-4DAF-8507-2A50F8F5ACB6}" destId="{B1BC82DA-CBDB-4AE4-AFB5-C2F6967A411A}" srcOrd="0" destOrd="0" presId="urn:microsoft.com/office/officeart/2005/8/layout/hierarchy6"/>
    <dgm:cxn modelId="{A35D0965-8713-4175-AE0D-0EBD9E8DBEC8}" srcId="{D7A3BC43-E2BD-4454-9E39-B0EF2434E76F}" destId="{D736E312-A4C8-4DAF-8507-2A50F8F5ACB6}" srcOrd="0" destOrd="0" parTransId="{C6B4AA2E-A7F3-4CAB-AB66-078D73F2BCF5}" sibTransId="{D6E9E644-3354-46B6-A89B-8A4D18B2C750}"/>
    <dgm:cxn modelId="{072C0849-A79D-436D-AE7A-B573E8A82972}" type="presOf" srcId="{28E1B561-AD1A-4BD2-BA8E-43258976049A}" destId="{20290E2F-72AD-4549-9080-55B784B07CD3}" srcOrd="0" destOrd="0" presId="urn:microsoft.com/office/officeart/2005/8/layout/hierarchy6"/>
    <dgm:cxn modelId="{4525BB70-D177-475A-82EF-8C8E404ADCF0}" type="presOf" srcId="{D7A3BC43-E2BD-4454-9E39-B0EF2434E76F}" destId="{66A39787-BB9A-41CA-8FD2-3B37DF32B220}" srcOrd="0" destOrd="0" presId="urn:microsoft.com/office/officeart/2005/8/layout/hierarchy6"/>
    <dgm:cxn modelId="{F9DA6B53-321B-4351-A699-D3447FB7FFC3}" srcId="{6F5C86F9-DBD9-4AC7-8389-542C0AADFA18}" destId="{25C3D94B-FF05-477E-9258-9A99E50BE926}" srcOrd="1" destOrd="0" parTransId="{8A764B70-BB99-4494-84FE-1094FDC89A29}" sibTransId="{BB5C154D-BEA6-4889-BEC2-6CD7F5EBAA1D}"/>
    <dgm:cxn modelId="{5C4F4B79-4595-4350-A271-BB980952EDA9}" srcId="{25D41D2E-FEC9-444D-B75D-82CC7BEA4B4B}" destId="{F9FCC74F-CDA2-4480-84F1-214A424A698B}" srcOrd="0" destOrd="0" parTransId="{3469929B-91B9-44FD-A758-C811D0DC1684}" sibTransId="{1795968F-3E3D-4853-B84A-D4E4BE083D1B}"/>
    <dgm:cxn modelId="{C42D8C79-E4B7-4F43-87CC-69C4BA81F3D5}" srcId="{D7A3BC43-E2BD-4454-9E39-B0EF2434E76F}" destId="{2FFC2F26-B41C-4893-AFEF-C2861CFC9BBE}" srcOrd="1" destOrd="0" parTransId="{22952E67-2A22-4B66-8E7E-F3D9676B0A48}" sibTransId="{096B4189-868E-44F8-AC4B-2013AE7CB329}"/>
    <dgm:cxn modelId="{5D694483-FE32-4153-B8FD-7BC352F2E1EB}" type="presOf" srcId="{2FFC2F26-B41C-4893-AFEF-C2861CFC9BBE}" destId="{AFF8432A-ADCF-40EE-A0C2-B7456E4E7371}" srcOrd="0" destOrd="0" presId="urn:microsoft.com/office/officeart/2005/8/layout/hierarchy6"/>
    <dgm:cxn modelId="{6F5F6D88-3685-47B1-9965-9E9AA834D42D}" srcId="{9AAFCB11-FC3E-467D-94EA-94364E2A70ED}" destId="{7D1F50C2-9AD5-4F2A-BDF7-94815BE23E0E}" srcOrd="1" destOrd="0" parTransId="{14ED6A7F-114D-4529-AC44-8E3873E96A45}" sibTransId="{8E37BED4-F2B7-4977-BA56-E6F44843884D}"/>
    <dgm:cxn modelId="{4106A78A-9142-48A0-8236-FFC76002534F}" srcId="{2FFC2F26-B41C-4893-AFEF-C2861CFC9BBE}" destId="{7E92D950-63D2-41DC-9741-5510EA44D41C}" srcOrd="1" destOrd="0" parTransId="{5A091725-2241-4A94-B752-AF2998C365EF}" sibTransId="{922399E7-5DE5-41B9-8B65-2518BA7EA187}"/>
    <dgm:cxn modelId="{E291F18B-D34D-4C9D-A486-679872004A93}" type="presOf" srcId="{2B898F8F-6F4C-4C0E-94B2-8B92EEFEEC46}" destId="{ABB4139D-FC61-4CA4-804A-1B97A5ACFBF3}" srcOrd="0" destOrd="0" presId="urn:microsoft.com/office/officeart/2005/8/layout/hierarchy6"/>
    <dgm:cxn modelId="{BD19F58E-6805-4569-A9AB-97833A5B0CA6}" type="presOf" srcId="{5A091725-2241-4A94-B752-AF2998C365EF}" destId="{BFAFEA9F-DB55-4973-A7C2-3A6DB0FA39C8}" srcOrd="0" destOrd="0" presId="urn:microsoft.com/office/officeart/2005/8/layout/hierarchy6"/>
    <dgm:cxn modelId="{20350A92-024F-49AD-A23B-9844CB06015E}" type="presOf" srcId="{F7269FA9-32B3-49E9-B268-3D186BB87418}" destId="{5D33218A-A4A0-4DF3-8A32-CB987E55B5F0}" srcOrd="0" destOrd="0" presId="urn:microsoft.com/office/officeart/2005/8/layout/hierarchy6"/>
    <dgm:cxn modelId="{09B8049D-C518-4763-B9A3-1529A628A621}" srcId="{D736E312-A4C8-4DAF-8507-2A50F8F5ACB6}" destId="{7227D0C8-B9C8-495D-A242-26AF48849E6D}" srcOrd="1" destOrd="0" parTransId="{71149FAB-0F83-4E83-8983-E0821DD77159}" sibTransId="{0A147F03-429F-4B3D-870B-2229A7C35765}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20E128AF-4006-4B82-BF4A-86F94FF03865}" type="presOf" srcId="{25C3D94B-FF05-477E-9258-9A99E50BE926}" destId="{BB8E1E2E-C554-4491-AD73-3EB56150AD94}" srcOrd="0" destOrd="0" presId="urn:microsoft.com/office/officeart/2005/8/layout/hierarchy6"/>
    <dgm:cxn modelId="{6CD3A3C1-6E21-4AFE-BAF3-40DFF43B3A76}" srcId="{9AAFCB11-FC3E-467D-94EA-94364E2A70ED}" destId="{F675879C-2D04-4D46-9ED6-2B78922FD47B}" srcOrd="0" destOrd="0" parTransId="{60582AA2-4BE9-4192-84E9-EAEFA1022096}" sibTransId="{3C9CFC80-25A0-457C-BB62-A1E8006CF616}"/>
    <dgm:cxn modelId="{FEF3BEC8-B9EA-420E-A1CB-968413B6637A}" type="presOf" srcId="{8A764B70-BB99-4494-84FE-1094FDC89A29}" destId="{2DBEACEF-8152-4C66-B5EE-A0DD36C278FB}" srcOrd="0" destOrd="0" presId="urn:microsoft.com/office/officeart/2005/8/layout/hierarchy6"/>
    <dgm:cxn modelId="{114644D2-D0EF-43B7-B0A8-14C62C94DF28}" type="presOf" srcId="{C6B4AA2E-A7F3-4CAB-AB66-078D73F2BCF5}" destId="{1BC2AB64-A9AF-46D8-A5E9-4006EC6AA4D7}" srcOrd="0" destOrd="0" presId="urn:microsoft.com/office/officeart/2005/8/layout/hierarchy6"/>
    <dgm:cxn modelId="{7FB331E2-4715-43BC-BB8D-AB350EBD956C}" type="presOf" srcId="{4AD681AA-AD34-4185-8851-1D73F20E828E}" destId="{8AA4A51E-F38F-4EEE-AC65-DA951D18B74D}" srcOrd="0" destOrd="0" presId="urn:microsoft.com/office/officeart/2005/8/layout/hierarchy6"/>
    <dgm:cxn modelId="{1E3374E2-DEE9-4B4A-851D-C041AB8CD6CC}" type="presOf" srcId="{07A86B36-2BE8-455A-8127-EC8EFB6800D7}" destId="{AB67B5C7-DB30-4F9E-A92E-9B7E27F88815}" srcOrd="0" destOrd="0" presId="urn:microsoft.com/office/officeart/2005/8/layout/hierarchy6"/>
    <dgm:cxn modelId="{7303FDE2-FFFB-4A8E-8B8F-A1BBD375BC89}" type="presOf" srcId="{FF283220-286A-41D9-B951-964736168034}" destId="{38DC6658-687D-4AED-95A1-30A2756DEC6C}" srcOrd="0" destOrd="0" presId="urn:microsoft.com/office/officeart/2005/8/layout/hierarchy6"/>
    <dgm:cxn modelId="{4CD8CFE6-A661-415B-B9A3-8F3761C11A0B}" type="presOf" srcId="{7227D0C8-B9C8-495D-A242-26AF48849E6D}" destId="{C00B5B54-D5F3-4E8E-AA60-DBB30DA66CEB}" srcOrd="0" destOrd="0" presId="urn:microsoft.com/office/officeart/2005/8/layout/hierarchy6"/>
    <dgm:cxn modelId="{A5D0CCEE-C0A7-4EB3-9066-9583DAFF7301}" srcId="{F9FCC74F-CDA2-4480-84F1-214A424A698B}" destId="{28E1B561-AD1A-4BD2-BA8E-43258976049A}" srcOrd="0" destOrd="0" parTransId="{5D073C56-A137-430C-806F-1520C08E43AE}" sibTransId="{C7BF57AA-B838-4E8F-AB41-880239C7C7C5}"/>
    <dgm:cxn modelId="{C87DD9EE-2011-4E63-8C94-0318BDB4FCBD}" type="presOf" srcId="{60582AA2-4BE9-4192-84E9-EAEFA1022096}" destId="{0E2293B5-64C2-4FCC-A88F-094ADE8CCDF7}" srcOrd="0" destOrd="0" presId="urn:microsoft.com/office/officeart/2005/8/layout/hierarchy6"/>
    <dgm:cxn modelId="{6FD74DEF-208B-433B-87C5-55464512E295}" srcId="{2FFC2F26-B41C-4893-AFEF-C2861CFC9BBE}" destId="{D66AE454-ACB6-40BC-93C4-E311D8F2F0A0}" srcOrd="0" destOrd="0" parTransId="{DFC86199-6516-4466-880B-0C1746B0F44F}" sibTransId="{43C25A6F-6B99-4EDE-8907-A77955911EEF}"/>
    <dgm:cxn modelId="{78A51BF1-52D7-4596-935F-C4043CE5EDB1}" type="presOf" srcId="{DFC86199-6516-4466-880B-0C1746B0F44F}" destId="{7B9BFBF7-DEA7-4CD3-BBF2-CE8AB682B07B}" srcOrd="0" destOrd="0" presId="urn:microsoft.com/office/officeart/2005/8/layout/hierarchy6"/>
    <dgm:cxn modelId="{107F69F8-1D8B-4F91-AC77-F9483E69536F}" srcId="{F9FCC74F-CDA2-4480-84F1-214A424A698B}" destId="{D7A3BC43-E2BD-4454-9E39-B0EF2434E76F}" srcOrd="1" destOrd="0" parTransId="{4AD681AA-AD34-4185-8851-1D73F20E828E}" sibTransId="{936DC02B-D023-4342-B41E-917735F5316E}"/>
    <dgm:cxn modelId="{E03BA2F8-1487-4C9C-9095-FD16DAC01C39}" srcId="{28E1B561-AD1A-4BD2-BA8E-43258976049A}" destId="{9AAFCB11-FC3E-467D-94EA-94364E2A70ED}" srcOrd="1" destOrd="0" parTransId="{07A86B36-2BE8-455A-8127-EC8EFB6800D7}" sibTransId="{A62356BB-9A37-42E4-B337-F1DCE3E71106}"/>
    <dgm:cxn modelId="{07CE04FC-3124-4773-8028-E7E90E369836}" type="presOf" srcId="{F675879C-2D04-4D46-9ED6-2B78922FD47B}" destId="{E95D0892-B76A-4B01-A166-08BAA4B97430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5168E4BD-FF1E-44D0-8AA0-0887847844BC}" type="presParOf" srcId="{3B8E0E52-806F-461B-808A-40A35535EB4C}" destId="{B0A63B98-FFDC-4E8A-AAA7-794AFB7420D0}" srcOrd="0" destOrd="0" presId="urn:microsoft.com/office/officeart/2005/8/layout/hierarchy6"/>
    <dgm:cxn modelId="{6FE76645-8FC9-4545-A366-9DC14258C5DD}" type="presParOf" srcId="{B0A63B98-FFDC-4E8A-AAA7-794AFB7420D0}" destId="{F1BD6853-81C7-40E1-B665-61DC8E96FEF0}" srcOrd="0" destOrd="0" presId="urn:microsoft.com/office/officeart/2005/8/layout/hierarchy6"/>
    <dgm:cxn modelId="{E42D4520-6B44-4F21-9102-05F7E32172D4}" type="presParOf" srcId="{B0A63B98-FFDC-4E8A-AAA7-794AFB7420D0}" destId="{223DC0C5-DD4E-4690-BF89-A4A36DDE2AA7}" srcOrd="1" destOrd="0" presId="urn:microsoft.com/office/officeart/2005/8/layout/hierarchy6"/>
    <dgm:cxn modelId="{90973907-8968-4D77-A469-4BA716DC9460}" type="presParOf" srcId="{223DC0C5-DD4E-4690-BF89-A4A36DDE2AA7}" destId="{C33BF8C2-41ED-4403-A7C2-B70567EA65EA}" srcOrd="0" destOrd="0" presId="urn:microsoft.com/office/officeart/2005/8/layout/hierarchy6"/>
    <dgm:cxn modelId="{14A6E85C-14E3-4774-B235-B0DB2D5CD0E1}" type="presParOf" srcId="{223DC0C5-DD4E-4690-BF89-A4A36DDE2AA7}" destId="{CD80D5BA-F318-4132-8434-6420A358ED77}" srcOrd="1" destOrd="0" presId="urn:microsoft.com/office/officeart/2005/8/layout/hierarchy6"/>
    <dgm:cxn modelId="{5112ED1C-F012-48BF-9BF4-64C4EBDF438B}" type="presParOf" srcId="{CD80D5BA-F318-4132-8434-6420A358ED77}" destId="{20290E2F-72AD-4549-9080-55B784B07CD3}" srcOrd="0" destOrd="0" presId="urn:microsoft.com/office/officeart/2005/8/layout/hierarchy6"/>
    <dgm:cxn modelId="{2E5D5A52-524F-4EF7-9C1F-E6D553869F7E}" type="presParOf" srcId="{CD80D5BA-F318-4132-8434-6420A358ED77}" destId="{CDF6B1D4-7530-4ECD-A39A-5249D12741A5}" srcOrd="1" destOrd="0" presId="urn:microsoft.com/office/officeart/2005/8/layout/hierarchy6"/>
    <dgm:cxn modelId="{6A71C9B9-1E61-45CB-AFA0-3D075C9A572C}" type="presParOf" srcId="{CDF6B1D4-7530-4ECD-A39A-5249D12741A5}" destId="{6ECEEDC3-3DE5-449A-9C7C-74DD09AE0798}" srcOrd="0" destOrd="0" presId="urn:microsoft.com/office/officeart/2005/8/layout/hierarchy6"/>
    <dgm:cxn modelId="{BC63D559-C004-4ACC-B69F-F2E2C54D282C}" type="presParOf" srcId="{CDF6B1D4-7530-4ECD-A39A-5249D12741A5}" destId="{E1A9BACD-9B71-404E-AE29-E0BE2EBAC197}" srcOrd="1" destOrd="0" presId="urn:microsoft.com/office/officeart/2005/8/layout/hierarchy6"/>
    <dgm:cxn modelId="{1468743D-BF62-4AFA-B73B-D0AD213CAEFC}" type="presParOf" srcId="{E1A9BACD-9B71-404E-AE29-E0BE2EBAC197}" destId="{F6F11474-0F90-4F17-9451-6E35FF8821F3}" srcOrd="0" destOrd="0" presId="urn:microsoft.com/office/officeart/2005/8/layout/hierarchy6"/>
    <dgm:cxn modelId="{78511012-B6A5-4E94-A429-EAAA0CC06DDF}" type="presParOf" srcId="{E1A9BACD-9B71-404E-AE29-E0BE2EBAC197}" destId="{E1DF9AB4-8635-4332-AEE4-B41C3A9E07E4}" srcOrd="1" destOrd="0" presId="urn:microsoft.com/office/officeart/2005/8/layout/hierarchy6"/>
    <dgm:cxn modelId="{609769C4-57D3-4533-8A73-279B5F27076C}" type="presParOf" srcId="{E1DF9AB4-8635-4332-AEE4-B41C3A9E07E4}" destId="{38DC6658-687D-4AED-95A1-30A2756DEC6C}" srcOrd="0" destOrd="0" presId="urn:microsoft.com/office/officeart/2005/8/layout/hierarchy6"/>
    <dgm:cxn modelId="{E574B679-46AF-41C5-9792-A6A9A54E2362}" type="presParOf" srcId="{E1DF9AB4-8635-4332-AEE4-B41C3A9E07E4}" destId="{9F1BA0F5-0A90-40ED-9CBF-350E0C75CE26}" srcOrd="1" destOrd="0" presId="urn:microsoft.com/office/officeart/2005/8/layout/hierarchy6"/>
    <dgm:cxn modelId="{219B3FBF-3703-4417-AF73-0C3D95B694A3}" type="presParOf" srcId="{9F1BA0F5-0A90-40ED-9CBF-350E0C75CE26}" destId="{90E46341-163E-4CBF-BF4D-CA9B17F0BC3C}" srcOrd="0" destOrd="0" presId="urn:microsoft.com/office/officeart/2005/8/layout/hierarchy6"/>
    <dgm:cxn modelId="{ADE64DD4-D5DF-4E22-B0DC-43FF38F02294}" type="presParOf" srcId="{9F1BA0F5-0A90-40ED-9CBF-350E0C75CE26}" destId="{89303938-5A45-41EE-AF0D-BDDFEDE8487D}" srcOrd="1" destOrd="0" presId="urn:microsoft.com/office/officeart/2005/8/layout/hierarchy6"/>
    <dgm:cxn modelId="{42FA6170-8E19-4B5E-A32F-252F98377E39}" type="presParOf" srcId="{E1DF9AB4-8635-4332-AEE4-B41C3A9E07E4}" destId="{2DBEACEF-8152-4C66-B5EE-A0DD36C278FB}" srcOrd="2" destOrd="0" presId="urn:microsoft.com/office/officeart/2005/8/layout/hierarchy6"/>
    <dgm:cxn modelId="{D8BD5A48-BCE1-4D8C-A165-BAAD01C7C566}" type="presParOf" srcId="{E1DF9AB4-8635-4332-AEE4-B41C3A9E07E4}" destId="{A6796547-E495-4D2C-B5D8-24D9ABD58CF1}" srcOrd="3" destOrd="0" presId="urn:microsoft.com/office/officeart/2005/8/layout/hierarchy6"/>
    <dgm:cxn modelId="{A36B47A5-4155-49D9-AA28-007C11A03739}" type="presParOf" srcId="{A6796547-E495-4D2C-B5D8-24D9ABD58CF1}" destId="{BB8E1E2E-C554-4491-AD73-3EB56150AD94}" srcOrd="0" destOrd="0" presId="urn:microsoft.com/office/officeart/2005/8/layout/hierarchy6"/>
    <dgm:cxn modelId="{7E429EDA-CC1D-42B8-A549-511937EF6AE4}" type="presParOf" srcId="{A6796547-E495-4D2C-B5D8-24D9ABD58CF1}" destId="{79C52F23-5180-4898-853B-121BB9DC7516}" srcOrd="1" destOrd="0" presId="urn:microsoft.com/office/officeart/2005/8/layout/hierarchy6"/>
    <dgm:cxn modelId="{3A68CD01-5784-4D0C-B009-44A91CA9336E}" type="presParOf" srcId="{CDF6B1D4-7530-4ECD-A39A-5249D12741A5}" destId="{AB67B5C7-DB30-4F9E-A92E-9B7E27F88815}" srcOrd="2" destOrd="0" presId="urn:microsoft.com/office/officeart/2005/8/layout/hierarchy6"/>
    <dgm:cxn modelId="{F1B94231-3863-4243-96EF-76036982EC89}" type="presParOf" srcId="{CDF6B1D4-7530-4ECD-A39A-5249D12741A5}" destId="{76647235-B89D-4E64-8CC7-3F1E0117EAB9}" srcOrd="3" destOrd="0" presId="urn:microsoft.com/office/officeart/2005/8/layout/hierarchy6"/>
    <dgm:cxn modelId="{E4F73350-8E63-4424-BC1E-ACED7DEBCB40}" type="presParOf" srcId="{76647235-B89D-4E64-8CC7-3F1E0117EAB9}" destId="{E47371F4-FCBE-4A19-A8C8-C7605666D107}" srcOrd="0" destOrd="0" presId="urn:microsoft.com/office/officeart/2005/8/layout/hierarchy6"/>
    <dgm:cxn modelId="{4635E736-9B25-4D4F-BE55-35DD1B27E6BD}" type="presParOf" srcId="{76647235-B89D-4E64-8CC7-3F1E0117EAB9}" destId="{A4EFECA4-E5BD-4B06-8A17-F4D027796EF1}" srcOrd="1" destOrd="0" presId="urn:microsoft.com/office/officeart/2005/8/layout/hierarchy6"/>
    <dgm:cxn modelId="{58222B36-9492-487C-8DFB-224BB8D7A872}" type="presParOf" srcId="{A4EFECA4-E5BD-4B06-8A17-F4D027796EF1}" destId="{0E2293B5-64C2-4FCC-A88F-094ADE8CCDF7}" srcOrd="0" destOrd="0" presId="urn:microsoft.com/office/officeart/2005/8/layout/hierarchy6"/>
    <dgm:cxn modelId="{D28BC6E3-6092-4CF9-91A3-51AF84D63188}" type="presParOf" srcId="{A4EFECA4-E5BD-4B06-8A17-F4D027796EF1}" destId="{24D3BFA1-52E7-435F-AC57-FC055E26F68A}" srcOrd="1" destOrd="0" presId="urn:microsoft.com/office/officeart/2005/8/layout/hierarchy6"/>
    <dgm:cxn modelId="{7CBBD74C-3FFF-4D52-B3D0-2BCA4805F152}" type="presParOf" srcId="{24D3BFA1-52E7-435F-AC57-FC055E26F68A}" destId="{E95D0892-B76A-4B01-A166-08BAA4B97430}" srcOrd="0" destOrd="0" presId="urn:microsoft.com/office/officeart/2005/8/layout/hierarchy6"/>
    <dgm:cxn modelId="{32EC3C72-5016-43A8-9CB0-13B48E9C714E}" type="presParOf" srcId="{24D3BFA1-52E7-435F-AC57-FC055E26F68A}" destId="{7147D429-B0FC-4411-8256-5619EC346CEE}" srcOrd="1" destOrd="0" presId="urn:microsoft.com/office/officeart/2005/8/layout/hierarchy6"/>
    <dgm:cxn modelId="{749CBF25-CC7C-4363-8FDB-B93938B5A649}" type="presParOf" srcId="{A4EFECA4-E5BD-4B06-8A17-F4D027796EF1}" destId="{0BDA36D0-06E0-4818-A3F1-93218D4CDE60}" srcOrd="2" destOrd="0" presId="urn:microsoft.com/office/officeart/2005/8/layout/hierarchy6"/>
    <dgm:cxn modelId="{77F0D519-1C3F-4597-93EF-4BF887CB829E}" type="presParOf" srcId="{A4EFECA4-E5BD-4B06-8A17-F4D027796EF1}" destId="{9E18228E-49F0-4406-8E79-B23F47DE53F2}" srcOrd="3" destOrd="0" presId="urn:microsoft.com/office/officeart/2005/8/layout/hierarchy6"/>
    <dgm:cxn modelId="{89E8164D-8B86-4CB2-AB5D-A39860B3F5F8}" type="presParOf" srcId="{9E18228E-49F0-4406-8E79-B23F47DE53F2}" destId="{C7CC4989-08EF-45DF-A7C4-00755C263BBF}" srcOrd="0" destOrd="0" presId="urn:microsoft.com/office/officeart/2005/8/layout/hierarchy6"/>
    <dgm:cxn modelId="{E251EA66-DDCF-4747-AFAB-5621EFB7D090}" type="presParOf" srcId="{9E18228E-49F0-4406-8E79-B23F47DE53F2}" destId="{D98BA0E3-BAAF-4751-8943-55A7AD8AE840}" srcOrd="1" destOrd="0" presId="urn:microsoft.com/office/officeart/2005/8/layout/hierarchy6"/>
    <dgm:cxn modelId="{ECA73376-23FB-4A07-A6B8-A229C130E6C5}" type="presParOf" srcId="{223DC0C5-DD4E-4690-BF89-A4A36DDE2AA7}" destId="{8AA4A51E-F38F-4EEE-AC65-DA951D18B74D}" srcOrd="2" destOrd="0" presId="urn:microsoft.com/office/officeart/2005/8/layout/hierarchy6"/>
    <dgm:cxn modelId="{B8EF057D-A748-4415-843A-DDCAEE8D3CE2}" type="presParOf" srcId="{223DC0C5-DD4E-4690-BF89-A4A36DDE2AA7}" destId="{32FD3D59-0F8B-4C43-B1DF-B2B9711D16ED}" srcOrd="3" destOrd="0" presId="urn:microsoft.com/office/officeart/2005/8/layout/hierarchy6"/>
    <dgm:cxn modelId="{A75B7268-2077-44D3-B4F0-7641C4C9EB78}" type="presParOf" srcId="{32FD3D59-0F8B-4C43-B1DF-B2B9711D16ED}" destId="{66A39787-BB9A-41CA-8FD2-3B37DF32B220}" srcOrd="0" destOrd="0" presId="urn:microsoft.com/office/officeart/2005/8/layout/hierarchy6"/>
    <dgm:cxn modelId="{4FF539AD-BB9D-4F35-AAE9-76A1A3C70DBD}" type="presParOf" srcId="{32FD3D59-0F8B-4C43-B1DF-B2B9711D16ED}" destId="{A6D26CCF-DC71-4292-BC30-9E8D3FDDC203}" srcOrd="1" destOrd="0" presId="urn:microsoft.com/office/officeart/2005/8/layout/hierarchy6"/>
    <dgm:cxn modelId="{1129F14A-BEEC-4808-A867-476D8162D14C}" type="presParOf" srcId="{A6D26CCF-DC71-4292-BC30-9E8D3FDDC203}" destId="{1BC2AB64-A9AF-46D8-A5E9-4006EC6AA4D7}" srcOrd="0" destOrd="0" presId="urn:microsoft.com/office/officeart/2005/8/layout/hierarchy6"/>
    <dgm:cxn modelId="{C989A330-A815-4172-933E-D729A47B0BD8}" type="presParOf" srcId="{A6D26CCF-DC71-4292-BC30-9E8D3FDDC203}" destId="{DBBF1DD0-E21E-47E5-B4C0-0DCB608F07C1}" srcOrd="1" destOrd="0" presId="urn:microsoft.com/office/officeart/2005/8/layout/hierarchy6"/>
    <dgm:cxn modelId="{9C788CE3-1647-45E9-B379-C5B462AE5B77}" type="presParOf" srcId="{DBBF1DD0-E21E-47E5-B4C0-0DCB608F07C1}" destId="{B1BC82DA-CBDB-4AE4-AFB5-C2F6967A411A}" srcOrd="0" destOrd="0" presId="urn:microsoft.com/office/officeart/2005/8/layout/hierarchy6"/>
    <dgm:cxn modelId="{3AFE4736-71F6-4913-B50D-672FA9A0E465}" type="presParOf" srcId="{DBBF1DD0-E21E-47E5-B4C0-0DCB608F07C1}" destId="{CEA4B6F3-B433-4713-8BFD-589EB1182D1E}" srcOrd="1" destOrd="0" presId="urn:microsoft.com/office/officeart/2005/8/layout/hierarchy6"/>
    <dgm:cxn modelId="{1CA89FEF-253C-4171-9268-1F2103A67812}" type="presParOf" srcId="{CEA4B6F3-B433-4713-8BFD-589EB1182D1E}" destId="{5D33218A-A4A0-4DF3-8A32-CB987E55B5F0}" srcOrd="0" destOrd="0" presId="urn:microsoft.com/office/officeart/2005/8/layout/hierarchy6"/>
    <dgm:cxn modelId="{6BFD602F-BB15-4340-ABFF-F2A5D67D4CB0}" type="presParOf" srcId="{CEA4B6F3-B433-4713-8BFD-589EB1182D1E}" destId="{2087BEB0-8994-46E3-8339-BF61E47D2917}" srcOrd="1" destOrd="0" presId="urn:microsoft.com/office/officeart/2005/8/layout/hierarchy6"/>
    <dgm:cxn modelId="{30B0A5C4-2826-4DB4-B8CA-A353CA6803B1}" type="presParOf" srcId="{2087BEB0-8994-46E3-8339-BF61E47D2917}" destId="{ABB4139D-FC61-4CA4-804A-1B97A5ACFBF3}" srcOrd="0" destOrd="0" presId="urn:microsoft.com/office/officeart/2005/8/layout/hierarchy6"/>
    <dgm:cxn modelId="{17135DF0-C4D6-4B76-A039-37A6C8272D1A}" type="presParOf" srcId="{2087BEB0-8994-46E3-8339-BF61E47D2917}" destId="{90E72F39-1A77-4646-8369-0159D493BEE8}" srcOrd="1" destOrd="0" presId="urn:microsoft.com/office/officeart/2005/8/layout/hierarchy6"/>
    <dgm:cxn modelId="{4C64E40E-676A-4308-A74D-2DB6BD7688F4}" type="presParOf" srcId="{CEA4B6F3-B433-4713-8BFD-589EB1182D1E}" destId="{2A3F0C08-F68E-4D15-A24C-F0F3490863A6}" srcOrd="2" destOrd="0" presId="urn:microsoft.com/office/officeart/2005/8/layout/hierarchy6"/>
    <dgm:cxn modelId="{FA04603C-81A1-41F4-8C22-F160B00B04F4}" type="presParOf" srcId="{CEA4B6F3-B433-4713-8BFD-589EB1182D1E}" destId="{6A4AEB51-7926-4DF4-95A8-27578B56A729}" srcOrd="3" destOrd="0" presId="urn:microsoft.com/office/officeart/2005/8/layout/hierarchy6"/>
    <dgm:cxn modelId="{4C36C01B-BED0-4677-B83D-F2B1CD5993B8}" type="presParOf" srcId="{6A4AEB51-7926-4DF4-95A8-27578B56A729}" destId="{C00B5B54-D5F3-4E8E-AA60-DBB30DA66CEB}" srcOrd="0" destOrd="0" presId="urn:microsoft.com/office/officeart/2005/8/layout/hierarchy6"/>
    <dgm:cxn modelId="{46214DB6-6EE6-4272-B87D-46070C07954E}" type="presParOf" srcId="{6A4AEB51-7926-4DF4-95A8-27578B56A729}" destId="{1F34E1A1-DF97-4006-9C71-E23F390DAB7F}" srcOrd="1" destOrd="0" presId="urn:microsoft.com/office/officeart/2005/8/layout/hierarchy6"/>
    <dgm:cxn modelId="{DF4BA8C9-03AA-4209-8194-888D8CA243A9}" type="presParOf" srcId="{A6D26CCF-DC71-4292-BC30-9E8D3FDDC203}" destId="{AA1BCF02-0D39-49A8-97EC-987CAFDCA1F9}" srcOrd="2" destOrd="0" presId="urn:microsoft.com/office/officeart/2005/8/layout/hierarchy6"/>
    <dgm:cxn modelId="{F52B0B1B-6D30-45BF-97B6-F98F24B1F4CC}" type="presParOf" srcId="{A6D26CCF-DC71-4292-BC30-9E8D3FDDC203}" destId="{3B0E7C28-9CF8-40A9-9D31-323935516303}" srcOrd="3" destOrd="0" presId="urn:microsoft.com/office/officeart/2005/8/layout/hierarchy6"/>
    <dgm:cxn modelId="{7C9125AC-3A6C-4797-810E-864642E536B9}" type="presParOf" srcId="{3B0E7C28-9CF8-40A9-9D31-323935516303}" destId="{AFF8432A-ADCF-40EE-A0C2-B7456E4E7371}" srcOrd="0" destOrd="0" presId="urn:microsoft.com/office/officeart/2005/8/layout/hierarchy6"/>
    <dgm:cxn modelId="{EE530C21-60E4-445A-84D2-27492A6667E2}" type="presParOf" srcId="{3B0E7C28-9CF8-40A9-9D31-323935516303}" destId="{7098DE96-2534-4D2C-A1F9-5AD607D5E817}" srcOrd="1" destOrd="0" presId="urn:microsoft.com/office/officeart/2005/8/layout/hierarchy6"/>
    <dgm:cxn modelId="{42CDE8BA-203D-44E2-98F2-8E95C96CC738}" type="presParOf" srcId="{7098DE96-2534-4D2C-A1F9-5AD607D5E817}" destId="{7B9BFBF7-DEA7-4CD3-BBF2-CE8AB682B07B}" srcOrd="0" destOrd="0" presId="urn:microsoft.com/office/officeart/2005/8/layout/hierarchy6"/>
    <dgm:cxn modelId="{2FCCBE8E-09EA-430A-9569-9D11EB233C9B}" type="presParOf" srcId="{7098DE96-2534-4D2C-A1F9-5AD607D5E817}" destId="{AC6834B9-9D60-4B44-AC5C-CFD5704A97BD}" srcOrd="1" destOrd="0" presId="urn:microsoft.com/office/officeart/2005/8/layout/hierarchy6"/>
    <dgm:cxn modelId="{63B89898-31C8-4D53-A8D5-07BD97331E3C}" type="presParOf" srcId="{AC6834B9-9D60-4B44-AC5C-CFD5704A97BD}" destId="{4336BFC9-FE61-404A-BAF5-B9DF59B47DFE}" srcOrd="0" destOrd="0" presId="urn:microsoft.com/office/officeart/2005/8/layout/hierarchy6"/>
    <dgm:cxn modelId="{C27C3CE4-3FA2-4DBB-BF39-AD927B2ED26D}" type="presParOf" srcId="{AC6834B9-9D60-4B44-AC5C-CFD5704A97BD}" destId="{11AD96A1-0CB3-4165-B6FB-232BF2ADF5C1}" srcOrd="1" destOrd="0" presId="urn:microsoft.com/office/officeart/2005/8/layout/hierarchy6"/>
    <dgm:cxn modelId="{C7EE6FE1-759C-4B37-B647-229A7D1E8474}" type="presParOf" srcId="{7098DE96-2534-4D2C-A1F9-5AD607D5E817}" destId="{BFAFEA9F-DB55-4973-A7C2-3A6DB0FA39C8}" srcOrd="2" destOrd="0" presId="urn:microsoft.com/office/officeart/2005/8/layout/hierarchy6"/>
    <dgm:cxn modelId="{F3F07CB1-305A-4CBD-9D4C-75C8153F3C45}" type="presParOf" srcId="{7098DE96-2534-4D2C-A1F9-5AD607D5E817}" destId="{9CA32E08-8BD0-47F1-9E87-6CFF22CFCFAD}" srcOrd="3" destOrd="0" presId="urn:microsoft.com/office/officeart/2005/8/layout/hierarchy6"/>
    <dgm:cxn modelId="{6555BC54-05F6-4C63-9264-3D6369F501E7}" type="presParOf" srcId="{9CA32E08-8BD0-47F1-9E87-6CFF22CFCFAD}" destId="{1F70FEA6-92C2-44A1-B941-B2548F969D47}" srcOrd="0" destOrd="0" presId="urn:microsoft.com/office/officeart/2005/8/layout/hierarchy6"/>
    <dgm:cxn modelId="{1E8866AD-5D01-425D-93A6-8A55FB2340C5}" type="presParOf" srcId="{9CA32E08-8BD0-47F1-9E87-6CFF22CFCFAD}" destId="{FBE028B1-3E99-49D2-922E-5B90077C1E5F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5D41D2E-FEC9-444D-B75D-82CC7BEA4B4B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52D3EC6-7D78-47C0-A093-1A4DFBF4AC57}">
      <dgm:prSet phldrT="[Text]"/>
      <dgm:spPr/>
      <dgm:t>
        <a:bodyPr/>
        <a:lstStyle/>
        <a:p>
          <a:r>
            <a:rPr lang="en-US" dirty="0"/>
            <a:t>4669</a:t>
          </a:r>
        </a:p>
      </dgm:t>
    </dgm:pt>
    <dgm:pt modelId="{FF283220-286A-41D9-B951-964736168034}" type="parTrans" cxnId="{3C6DE43B-4598-4E4C-9843-68CD210A9925}">
      <dgm:prSet/>
      <dgm:spPr/>
      <dgm:t>
        <a:bodyPr/>
        <a:lstStyle/>
        <a:p>
          <a:endParaRPr lang="en-US"/>
        </a:p>
      </dgm:t>
    </dgm:pt>
    <dgm:pt modelId="{7F03414A-563C-4CAB-95A6-694E8527E46B}" type="sibTrans" cxnId="{3C6DE43B-4598-4E4C-9843-68CD210A9925}">
      <dgm:prSet/>
      <dgm:spPr/>
      <dgm:t>
        <a:bodyPr/>
        <a:lstStyle/>
        <a:p>
          <a:endParaRPr lang="en-US"/>
        </a:p>
      </dgm:t>
    </dgm:pt>
    <dgm:pt modelId="{25C3D94B-FF05-477E-9258-9A99E50BE926}">
      <dgm:prSet phldrT="[Text]"/>
      <dgm:spPr/>
      <dgm:t>
        <a:bodyPr/>
        <a:lstStyle/>
        <a:p>
          <a:r>
            <a:rPr lang="en-US" dirty="0"/>
            <a:t>5019</a:t>
          </a:r>
        </a:p>
      </dgm:t>
    </dgm:pt>
    <dgm:pt modelId="{8A764B70-BB99-4494-84FE-1094FDC89A29}" type="parTrans" cxnId="{F9DA6B53-321B-4351-A699-D3447FB7FFC3}">
      <dgm:prSet/>
      <dgm:spPr/>
      <dgm:t>
        <a:bodyPr/>
        <a:lstStyle/>
        <a:p>
          <a:endParaRPr lang="en-US"/>
        </a:p>
      </dgm:t>
    </dgm:pt>
    <dgm:pt modelId="{BB5C154D-BEA6-4889-BEC2-6CD7F5EBAA1D}" type="sibTrans" cxnId="{F9DA6B53-321B-4351-A699-D3447FB7FFC3}">
      <dgm:prSet/>
      <dgm:spPr/>
      <dgm:t>
        <a:bodyPr/>
        <a:lstStyle/>
        <a:p>
          <a:endParaRPr lang="en-US"/>
        </a:p>
      </dgm:t>
    </dgm:pt>
    <dgm:pt modelId="{F675879C-2D04-4D46-9ED6-2B78922FD47B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4967</a:t>
          </a:r>
        </a:p>
      </dgm:t>
    </dgm:pt>
    <dgm:pt modelId="{60582AA2-4BE9-4192-84E9-EAEFA1022096}" type="parTrans" cxnId="{6CD3A3C1-6E21-4AFE-BAF3-40DFF43B3A76}">
      <dgm:prSet/>
      <dgm:spPr/>
      <dgm:t>
        <a:bodyPr/>
        <a:lstStyle/>
        <a:p>
          <a:endParaRPr lang="en-US"/>
        </a:p>
      </dgm:t>
    </dgm:pt>
    <dgm:pt modelId="{3C9CFC80-25A0-457C-BB62-A1E8006CF616}" type="sibTrans" cxnId="{6CD3A3C1-6E21-4AFE-BAF3-40DFF43B3A76}">
      <dgm:prSet/>
      <dgm:spPr/>
      <dgm:t>
        <a:bodyPr/>
        <a:lstStyle/>
        <a:p>
          <a:endParaRPr lang="en-US"/>
        </a:p>
      </dgm:t>
    </dgm:pt>
    <dgm:pt modelId="{7D1F50C2-9AD5-4F2A-BDF7-94815BE23E0E}">
      <dgm:prSet phldrT="[Text]"/>
      <dgm:spPr>
        <a:noFill/>
      </dgm:spPr>
      <dgm:t>
        <a:bodyPr/>
        <a:lstStyle/>
        <a:p>
          <a:r>
            <a:rPr lang="en-US" dirty="0"/>
            <a:t>5073</a:t>
          </a:r>
        </a:p>
      </dgm:t>
    </dgm:pt>
    <dgm:pt modelId="{14ED6A7F-114D-4529-AC44-8E3873E96A45}" type="parTrans" cxnId="{6F5F6D88-3685-47B1-9965-9E9AA834D42D}">
      <dgm:prSet/>
      <dgm:spPr/>
      <dgm:t>
        <a:bodyPr/>
        <a:lstStyle/>
        <a:p>
          <a:endParaRPr lang="en-US"/>
        </a:p>
      </dgm:t>
    </dgm:pt>
    <dgm:pt modelId="{8E37BED4-F2B7-4977-BA56-E6F44843884D}" type="sibTrans" cxnId="{6F5F6D88-3685-47B1-9965-9E9AA834D42D}">
      <dgm:prSet/>
      <dgm:spPr/>
      <dgm:t>
        <a:bodyPr/>
        <a:lstStyle/>
        <a:p>
          <a:endParaRPr lang="en-US"/>
        </a:p>
      </dgm:t>
    </dgm:pt>
    <dgm:pt modelId="{2B898F8F-6F4C-4C0E-94B2-8B92EEFEEC46}">
      <dgm:prSet phldrT="[Text]"/>
      <dgm:spPr>
        <a:noFill/>
      </dgm:spPr>
      <dgm:t>
        <a:bodyPr/>
        <a:lstStyle/>
        <a:p>
          <a:r>
            <a:rPr lang="en-US" dirty="0"/>
            <a:t>3826</a:t>
          </a:r>
        </a:p>
      </dgm:t>
    </dgm:pt>
    <dgm:pt modelId="{F7269FA9-32B3-49E9-B268-3D186BB87418}" type="parTrans" cxnId="{C268EF21-9340-421F-9266-0D09A096390A}">
      <dgm:prSet/>
      <dgm:spPr/>
      <dgm:t>
        <a:bodyPr/>
        <a:lstStyle/>
        <a:p>
          <a:endParaRPr lang="en-US"/>
        </a:p>
      </dgm:t>
    </dgm:pt>
    <dgm:pt modelId="{8DF3072D-73FF-47E3-8AE2-09169523AEB1}" type="sibTrans" cxnId="{C268EF21-9340-421F-9266-0D09A096390A}">
      <dgm:prSet/>
      <dgm:spPr/>
      <dgm:t>
        <a:bodyPr/>
        <a:lstStyle/>
        <a:p>
          <a:endParaRPr lang="en-US"/>
        </a:p>
      </dgm:t>
    </dgm:pt>
    <dgm:pt modelId="{7227D0C8-B9C8-495D-A242-26AF48849E6D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1149FAB-0F83-4E83-8983-E0821DD77159}" type="parTrans" cxnId="{09B8049D-C518-4763-B9A3-1529A628A621}">
      <dgm:prSet/>
      <dgm:spPr/>
      <dgm:t>
        <a:bodyPr/>
        <a:lstStyle/>
        <a:p>
          <a:endParaRPr lang="en-US"/>
        </a:p>
      </dgm:t>
    </dgm:pt>
    <dgm:pt modelId="{0A147F03-429F-4B3D-870B-2229A7C35765}" type="sibTrans" cxnId="{09B8049D-C518-4763-B9A3-1529A628A621}">
      <dgm:prSet/>
      <dgm:spPr/>
      <dgm:t>
        <a:bodyPr/>
        <a:lstStyle/>
        <a:p>
          <a:endParaRPr lang="en-US"/>
        </a:p>
      </dgm:t>
    </dgm:pt>
    <dgm:pt modelId="{D66AE454-ACB6-40BC-93C4-E311D8F2F0A0}">
      <dgm:prSet phldrT="[Text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FC86199-6516-4466-880B-0C1746B0F44F}" type="parTrans" cxnId="{6FD74DEF-208B-433B-87C5-55464512E295}">
      <dgm:prSet/>
      <dgm:spPr/>
      <dgm:t>
        <a:bodyPr/>
        <a:lstStyle/>
        <a:p>
          <a:endParaRPr lang="en-US"/>
        </a:p>
      </dgm:t>
    </dgm:pt>
    <dgm:pt modelId="{43C25A6F-6B99-4EDE-8907-A77955911EEF}" type="sibTrans" cxnId="{6FD74DEF-208B-433B-87C5-55464512E295}">
      <dgm:prSet/>
      <dgm:spPr/>
      <dgm:t>
        <a:bodyPr/>
        <a:lstStyle/>
        <a:p>
          <a:endParaRPr lang="en-US"/>
        </a:p>
      </dgm:t>
    </dgm:pt>
    <dgm:pt modelId="{7E92D950-63D2-41DC-9741-5510EA44D41C}">
      <dgm:prSet phldrT="[Text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A091725-2241-4A94-B752-AF2998C365EF}" type="parTrans" cxnId="{4106A78A-9142-48A0-8236-FFC76002534F}">
      <dgm:prSet/>
      <dgm:spPr/>
      <dgm:t>
        <a:bodyPr/>
        <a:lstStyle/>
        <a:p>
          <a:endParaRPr lang="en-US"/>
        </a:p>
      </dgm:t>
    </dgm:pt>
    <dgm:pt modelId="{922399E7-5DE5-41B9-8B65-2518BA7EA187}" type="sibTrans" cxnId="{4106A78A-9142-48A0-8236-FFC76002534F}">
      <dgm:prSet/>
      <dgm:spPr/>
      <dgm:t>
        <a:bodyPr/>
        <a:lstStyle/>
        <a:p>
          <a:endParaRPr lang="en-US"/>
        </a:p>
      </dgm:t>
    </dgm:pt>
    <dgm:pt modelId="{2FFC2F26-B41C-4893-AFEF-C2861CFC9BBE}">
      <dgm:prSet phldrT="[Text]"/>
      <dgm:spPr/>
      <dgm:t>
        <a:bodyPr/>
        <a:lstStyle/>
        <a:p>
          <a:r>
            <a:rPr lang="en-US" dirty="0"/>
            <a:t>4930</a:t>
          </a:r>
        </a:p>
      </dgm:t>
    </dgm:pt>
    <dgm:pt modelId="{22952E67-2A22-4B66-8E7E-F3D9676B0A48}" type="parTrans" cxnId="{C42D8C79-E4B7-4F43-87CC-69C4BA81F3D5}">
      <dgm:prSet/>
      <dgm:spPr/>
      <dgm:t>
        <a:bodyPr/>
        <a:lstStyle/>
        <a:p>
          <a:endParaRPr lang="en-US"/>
        </a:p>
      </dgm:t>
    </dgm:pt>
    <dgm:pt modelId="{096B4189-868E-44F8-AC4B-2013AE7CB329}" type="sibTrans" cxnId="{C42D8C79-E4B7-4F43-87CC-69C4BA81F3D5}">
      <dgm:prSet/>
      <dgm:spPr/>
      <dgm:t>
        <a:bodyPr/>
        <a:lstStyle/>
        <a:p>
          <a:endParaRPr lang="en-US"/>
        </a:p>
      </dgm:t>
    </dgm:pt>
    <dgm:pt modelId="{D7A3BC43-E2BD-4454-9E39-B0EF2434E76F}">
      <dgm:prSet phldrT="[Text]"/>
      <dgm:spPr>
        <a:noFill/>
      </dgm:spPr>
      <dgm:t>
        <a:bodyPr/>
        <a:lstStyle/>
        <a:p>
          <a:r>
            <a:rPr lang="en-US" dirty="0"/>
            <a:t>5139</a:t>
          </a:r>
        </a:p>
      </dgm:t>
    </dgm:pt>
    <dgm:pt modelId="{4AD681AA-AD34-4185-8851-1D73F20E828E}" type="parTrans" cxnId="{107F69F8-1D8B-4F91-AC77-F9483E69536F}">
      <dgm:prSet/>
      <dgm:spPr/>
      <dgm:t>
        <a:bodyPr/>
        <a:lstStyle/>
        <a:p>
          <a:endParaRPr lang="en-US"/>
        </a:p>
      </dgm:t>
    </dgm:pt>
    <dgm:pt modelId="{936DC02B-D023-4342-B41E-917735F5316E}" type="sibTrans" cxnId="{107F69F8-1D8B-4F91-AC77-F9483E69536F}">
      <dgm:prSet/>
      <dgm:spPr/>
      <dgm:t>
        <a:bodyPr/>
        <a:lstStyle/>
        <a:p>
          <a:endParaRPr lang="en-US"/>
        </a:p>
      </dgm:t>
    </dgm:pt>
    <dgm:pt modelId="{6F5C86F9-DBD9-4AC7-8389-542C0AADFA18}">
      <dgm:prSet phldrT="[Text]"/>
      <dgm:spPr/>
      <dgm:t>
        <a:bodyPr/>
        <a:lstStyle/>
        <a:p>
          <a:r>
            <a:rPr lang="en-US" dirty="0"/>
            <a:t>5051</a:t>
          </a:r>
        </a:p>
      </dgm:t>
    </dgm:pt>
    <dgm:pt modelId="{2EEFEBC4-B44D-4BA7-BCE6-7293ECC17EAC}" type="parTrans" cxnId="{AEB6A02F-64B3-4DB8-8CDB-AC46C8134DC4}">
      <dgm:prSet/>
      <dgm:spPr/>
      <dgm:t>
        <a:bodyPr/>
        <a:lstStyle/>
        <a:p>
          <a:endParaRPr lang="en-US"/>
        </a:p>
      </dgm:t>
    </dgm:pt>
    <dgm:pt modelId="{8120C870-AC10-405C-96E0-39CBB1DBCEC0}" type="sibTrans" cxnId="{AEB6A02F-64B3-4DB8-8CDB-AC46C8134DC4}">
      <dgm:prSet/>
      <dgm:spPr/>
      <dgm:t>
        <a:bodyPr/>
        <a:lstStyle/>
        <a:p>
          <a:endParaRPr lang="en-US"/>
        </a:p>
      </dgm:t>
    </dgm:pt>
    <dgm:pt modelId="{9AAFCB11-FC3E-467D-94EA-94364E2A70ED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5144</a:t>
          </a:r>
        </a:p>
      </dgm:t>
    </dgm:pt>
    <dgm:pt modelId="{07A86B36-2BE8-455A-8127-EC8EFB6800D7}" type="parTrans" cxnId="{E03BA2F8-1487-4C9C-9095-FD16DAC01C39}">
      <dgm:prSet/>
      <dgm:spPr/>
      <dgm:t>
        <a:bodyPr/>
        <a:lstStyle/>
        <a:p>
          <a:endParaRPr lang="en-US"/>
        </a:p>
      </dgm:t>
    </dgm:pt>
    <dgm:pt modelId="{A62356BB-9A37-42E4-B337-F1DCE3E71106}" type="sibTrans" cxnId="{E03BA2F8-1487-4C9C-9095-FD16DAC01C39}">
      <dgm:prSet/>
      <dgm:spPr/>
      <dgm:t>
        <a:bodyPr/>
        <a:lstStyle/>
        <a:p>
          <a:endParaRPr lang="en-US"/>
        </a:p>
      </dgm:t>
    </dgm:pt>
    <dgm:pt modelId="{F9FCC74F-CDA2-4480-84F1-214A424A698B}">
      <dgm:prSet phldrT="[Text]"/>
      <dgm:spPr/>
      <dgm:t>
        <a:bodyPr/>
        <a:lstStyle/>
        <a:p>
          <a:endParaRPr lang="en-US" dirty="0"/>
        </a:p>
      </dgm:t>
    </dgm:pt>
    <dgm:pt modelId="{3469929B-91B9-44FD-A758-C811D0DC1684}" type="parTrans" cxnId="{5C4F4B79-4595-4350-A271-BB980952EDA9}">
      <dgm:prSet/>
      <dgm:spPr/>
      <dgm:t>
        <a:bodyPr/>
        <a:lstStyle/>
        <a:p>
          <a:endParaRPr lang="en-US"/>
        </a:p>
      </dgm:t>
    </dgm:pt>
    <dgm:pt modelId="{1795968F-3E3D-4853-B84A-D4E4BE083D1B}" type="sibTrans" cxnId="{5C4F4B79-4595-4350-A271-BB980952EDA9}">
      <dgm:prSet/>
      <dgm:spPr/>
      <dgm:t>
        <a:bodyPr/>
        <a:lstStyle/>
        <a:p>
          <a:endParaRPr lang="en-US"/>
        </a:p>
      </dgm:t>
    </dgm:pt>
    <dgm:pt modelId="{28E1B561-AD1A-4BD2-BA8E-43258976049A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/>
            <a:t>5187</a:t>
          </a:r>
        </a:p>
      </dgm:t>
    </dgm:pt>
    <dgm:pt modelId="{5D073C56-A137-430C-806F-1520C08E43AE}" type="parTrans" cxnId="{A5D0CCEE-C0A7-4EB3-9066-9583DAFF7301}">
      <dgm:prSet/>
      <dgm:spPr/>
      <dgm:t>
        <a:bodyPr/>
        <a:lstStyle/>
        <a:p>
          <a:endParaRPr lang="en-US"/>
        </a:p>
      </dgm:t>
    </dgm:pt>
    <dgm:pt modelId="{C7BF57AA-B838-4E8F-AB41-880239C7C7C5}" type="sibTrans" cxnId="{A5D0CCEE-C0A7-4EB3-9066-9583DAFF7301}">
      <dgm:prSet/>
      <dgm:spPr/>
      <dgm:t>
        <a:bodyPr/>
        <a:lstStyle/>
        <a:p>
          <a:endParaRPr lang="en-US"/>
        </a:p>
      </dgm:t>
    </dgm:pt>
    <dgm:pt modelId="{D736E312-A4C8-4DAF-8507-2A50F8F5ACB6}">
      <dgm:prSet phldrT="[Text]"/>
      <dgm:spPr>
        <a:noFill/>
      </dgm:spPr>
      <dgm:t>
        <a:bodyPr/>
        <a:lstStyle/>
        <a:p>
          <a:r>
            <a:rPr lang="en-US" dirty="0"/>
            <a:t>4910</a:t>
          </a:r>
        </a:p>
      </dgm:t>
    </dgm:pt>
    <dgm:pt modelId="{C6B4AA2E-A7F3-4CAB-AB66-078D73F2BCF5}" type="parTrans" cxnId="{A35D0965-8713-4175-AE0D-0EBD9E8DBEC8}">
      <dgm:prSet/>
      <dgm:spPr/>
      <dgm:t>
        <a:bodyPr/>
        <a:lstStyle/>
        <a:p>
          <a:endParaRPr lang="en-US"/>
        </a:p>
      </dgm:t>
    </dgm:pt>
    <dgm:pt modelId="{D6E9E644-3354-46B6-A89B-8A4D18B2C750}" type="sibTrans" cxnId="{A35D0965-8713-4175-AE0D-0EBD9E8DBEC8}">
      <dgm:prSet/>
      <dgm:spPr/>
      <dgm:t>
        <a:bodyPr/>
        <a:lstStyle/>
        <a:p>
          <a:endParaRPr lang="en-US"/>
        </a:p>
      </dgm:t>
    </dgm:pt>
    <dgm:pt modelId="{795F8D38-F273-4357-8278-7DE3F5760840}" type="pres">
      <dgm:prSet presAssocID="{25D41D2E-FEC9-444D-B75D-82CC7BEA4B4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695314-BBE3-4218-9C76-EBC1528D0B37}" type="pres">
      <dgm:prSet presAssocID="{25D41D2E-FEC9-444D-B75D-82CC7BEA4B4B}" presName="hierFlow" presStyleCnt="0"/>
      <dgm:spPr/>
    </dgm:pt>
    <dgm:pt modelId="{3B8E0E52-806F-461B-808A-40A35535EB4C}" type="pres">
      <dgm:prSet presAssocID="{25D41D2E-FEC9-444D-B75D-82CC7BEA4B4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0A63B98-FFDC-4E8A-AAA7-794AFB7420D0}" type="pres">
      <dgm:prSet presAssocID="{F9FCC74F-CDA2-4480-84F1-214A424A698B}" presName="Name14" presStyleCnt="0"/>
      <dgm:spPr/>
    </dgm:pt>
    <dgm:pt modelId="{F1BD6853-81C7-40E1-B665-61DC8E96FEF0}" type="pres">
      <dgm:prSet presAssocID="{F9FCC74F-CDA2-4480-84F1-214A424A698B}" presName="level1Shape" presStyleLbl="node0" presStyleIdx="0" presStyleCnt="1">
        <dgm:presLayoutVars>
          <dgm:chPref val="3"/>
        </dgm:presLayoutVars>
      </dgm:prSet>
      <dgm:spPr/>
    </dgm:pt>
    <dgm:pt modelId="{223DC0C5-DD4E-4690-BF89-A4A36DDE2AA7}" type="pres">
      <dgm:prSet presAssocID="{F9FCC74F-CDA2-4480-84F1-214A424A698B}" presName="hierChild2" presStyleCnt="0"/>
      <dgm:spPr/>
    </dgm:pt>
    <dgm:pt modelId="{C33BF8C2-41ED-4403-A7C2-B70567EA65EA}" type="pres">
      <dgm:prSet presAssocID="{5D073C56-A137-430C-806F-1520C08E43AE}" presName="Name19" presStyleLbl="parChTrans1D2" presStyleIdx="0" presStyleCnt="2"/>
      <dgm:spPr/>
    </dgm:pt>
    <dgm:pt modelId="{CD80D5BA-F318-4132-8434-6420A358ED77}" type="pres">
      <dgm:prSet presAssocID="{28E1B561-AD1A-4BD2-BA8E-43258976049A}" presName="Name21" presStyleCnt="0"/>
      <dgm:spPr/>
    </dgm:pt>
    <dgm:pt modelId="{20290E2F-72AD-4549-9080-55B784B07CD3}" type="pres">
      <dgm:prSet presAssocID="{28E1B561-AD1A-4BD2-BA8E-43258976049A}" presName="level2Shape" presStyleLbl="node2" presStyleIdx="0" presStyleCnt="2"/>
      <dgm:spPr/>
    </dgm:pt>
    <dgm:pt modelId="{CDF6B1D4-7530-4ECD-A39A-5249D12741A5}" type="pres">
      <dgm:prSet presAssocID="{28E1B561-AD1A-4BD2-BA8E-43258976049A}" presName="hierChild3" presStyleCnt="0"/>
      <dgm:spPr/>
    </dgm:pt>
    <dgm:pt modelId="{6ECEEDC3-3DE5-449A-9C7C-74DD09AE0798}" type="pres">
      <dgm:prSet presAssocID="{2EEFEBC4-B44D-4BA7-BCE6-7293ECC17EAC}" presName="Name19" presStyleLbl="parChTrans1D3" presStyleIdx="0" presStyleCnt="4"/>
      <dgm:spPr/>
    </dgm:pt>
    <dgm:pt modelId="{E1A9BACD-9B71-404E-AE29-E0BE2EBAC197}" type="pres">
      <dgm:prSet presAssocID="{6F5C86F9-DBD9-4AC7-8389-542C0AADFA18}" presName="Name21" presStyleCnt="0"/>
      <dgm:spPr/>
    </dgm:pt>
    <dgm:pt modelId="{F6F11474-0F90-4F17-9451-6E35FF8821F3}" type="pres">
      <dgm:prSet presAssocID="{6F5C86F9-DBD9-4AC7-8389-542C0AADFA18}" presName="level2Shape" presStyleLbl="node3" presStyleIdx="0" presStyleCnt="4"/>
      <dgm:spPr/>
    </dgm:pt>
    <dgm:pt modelId="{E1DF9AB4-8635-4332-AEE4-B41C3A9E07E4}" type="pres">
      <dgm:prSet presAssocID="{6F5C86F9-DBD9-4AC7-8389-542C0AADFA18}" presName="hierChild3" presStyleCnt="0"/>
      <dgm:spPr/>
    </dgm:pt>
    <dgm:pt modelId="{38DC6658-687D-4AED-95A1-30A2756DEC6C}" type="pres">
      <dgm:prSet presAssocID="{FF283220-286A-41D9-B951-964736168034}" presName="Name19" presStyleLbl="parChTrans1D4" presStyleIdx="0" presStyleCnt="8"/>
      <dgm:spPr/>
    </dgm:pt>
    <dgm:pt modelId="{9F1BA0F5-0A90-40ED-9CBF-350E0C75CE26}" type="pres">
      <dgm:prSet presAssocID="{152D3EC6-7D78-47C0-A093-1A4DFBF4AC57}" presName="Name21" presStyleCnt="0"/>
      <dgm:spPr/>
    </dgm:pt>
    <dgm:pt modelId="{90E46341-163E-4CBF-BF4D-CA9B17F0BC3C}" type="pres">
      <dgm:prSet presAssocID="{152D3EC6-7D78-47C0-A093-1A4DFBF4AC57}" presName="level2Shape" presStyleLbl="node4" presStyleIdx="0" presStyleCnt="8"/>
      <dgm:spPr/>
    </dgm:pt>
    <dgm:pt modelId="{89303938-5A45-41EE-AF0D-BDDFEDE8487D}" type="pres">
      <dgm:prSet presAssocID="{152D3EC6-7D78-47C0-A093-1A4DFBF4AC57}" presName="hierChild3" presStyleCnt="0"/>
      <dgm:spPr/>
    </dgm:pt>
    <dgm:pt modelId="{2DBEACEF-8152-4C66-B5EE-A0DD36C278FB}" type="pres">
      <dgm:prSet presAssocID="{8A764B70-BB99-4494-84FE-1094FDC89A29}" presName="Name19" presStyleLbl="parChTrans1D4" presStyleIdx="1" presStyleCnt="8"/>
      <dgm:spPr/>
    </dgm:pt>
    <dgm:pt modelId="{A6796547-E495-4D2C-B5D8-24D9ABD58CF1}" type="pres">
      <dgm:prSet presAssocID="{25C3D94B-FF05-477E-9258-9A99E50BE926}" presName="Name21" presStyleCnt="0"/>
      <dgm:spPr/>
    </dgm:pt>
    <dgm:pt modelId="{BB8E1E2E-C554-4491-AD73-3EB56150AD94}" type="pres">
      <dgm:prSet presAssocID="{25C3D94B-FF05-477E-9258-9A99E50BE926}" presName="level2Shape" presStyleLbl="node4" presStyleIdx="1" presStyleCnt="8"/>
      <dgm:spPr/>
    </dgm:pt>
    <dgm:pt modelId="{79C52F23-5180-4898-853B-121BB9DC7516}" type="pres">
      <dgm:prSet presAssocID="{25C3D94B-FF05-477E-9258-9A99E50BE926}" presName="hierChild3" presStyleCnt="0"/>
      <dgm:spPr/>
    </dgm:pt>
    <dgm:pt modelId="{AB67B5C7-DB30-4F9E-A92E-9B7E27F88815}" type="pres">
      <dgm:prSet presAssocID="{07A86B36-2BE8-455A-8127-EC8EFB6800D7}" presName="Name19" presStyleLbl="parChTrans1D3" presStyleIdx="1" presStyleCnt="4"/>
      <dgm:spPr/>
    </dgm:pt>
    <dgm:pt modelId="{76647235-B89D-4E64-8CC7-3F1E0117EAB9}" type="pres">
      <dgm:prSet presAssocID="{9AAFCB11-FC3E-467D-94EA-94364E2A70ED}" presName="Name21" presStyleCnt="0"/>
      <dgm:spPr/>
    </dgm:pt>
    <dgm:pt modelId="{E47371F4-FCBE-4A19-A8C8-C7605666D107}" type="pres">
      <dgm:prSet presAssocID="{9AAFCB11-FC3E-467D-94EA-94364E2A70ED}" presName="level2Shape" presStyleLbl="node3" presStyleIdx="1" presStyleCnt="4"/>
      <dgm:spPr/>
    </dgm:pt>
    <dgm:pt modelId="{A4EFECA4-E5BD-4B06-8A17-F4D027796EF1}" type="pres">
      <dgm:prSet presAssocID="{9AAFCB11-FC3E-467D-94EA-94364E2A70ED}" presName="hierChild3" presStyleCnt="0"/>
      <dgm:spPr/>
    </dgm:pt>
    <dgm:pt modelId="{0E2293B5-64C2-4FCC-A88F-094ADE8CCDF7}" type="pres">
      <dgm:prSet presAssocID="{60582AA2-4BE9-4192-84E9-EAEFA1022096}" presName="Name19" presStyleLbl="parChTrans1D4" presStyleIdx="2" presStyleCnt="8"/>
      <dgm:spPr/>
    </dgm:pt>
    <dgm:pt modelId="{24D3BFA1-52E7-435F-AC57-FC055E26F68A}" type="pres">
      <dgm:prSet presAssocID="{F675879C-2D04-4D46-9ED6-2B78922FD47B}" presName="Name21" presStyleCnt="0"/>
      <dgm:spPr/>
    </dgm:pt>
    <dgm:pt modelId="{E95D0892-B76A-4B01-A166-08BAA4B97430}" type="pres">
      <dgm:prSet presAssocID="{F675879C-2D04-4D46-9ED6-2B78922FD47B}" presName="level2Shape" presStyleLbl="node4" presStyleIdx="2" presStyleCnt="8"/>
      <dgm:spPr/>
    </dgm:pt>
    <dgm:pt modelId="{7147D429-B0FC-4411-8256-5619EC346CEE}" type="pres">
      <dgm:prSet presAssocID="{F675879C-2D04-4D46-9ED6-2B78922FD47B}" presName="hierChild3" presStyleCnt="0"/>
      <dgm:spPr/>
    </dgm:pt>
    <dgm:pt modelId="{0BDA36D0-06E0-4818-A3F1-93218D4CDE60}" type="pres">
      <dgm:prSet presAssocID="{14ED6A7F-114D-4529-AC44-8E3873E96A45}" presName="Name19" presStyleLbl="parChTrans1D4" presStyleIdx="3" presStyleCnt="8"/>
      <dgm:spPr/>
    </dgm:pt>
    <dgm:pt modelId="{9E18228E-49F0-4406-8E79-B23F47DE53F2}" type="pres">
      <dgm:prSet presAssocID="{7D1F50C2-9AD5-4F2A-BDF7-94815BE23E0E}" presName="Name21" presStyleCnt="0"/>
      <dgm:spPr/>
    </dgm:pt>
    <dgm:pt modelId="{C7CC4989-08EF-45DF-A7C4-00755C263BBF}" type="pres">
      <dgm:prSet presAssocID="{7D1F50C2-9AD5-4F2A-BDF7-94815BE23E0E}" presName="level2Shape" presStyleLbl="node4" presStyleIdx="3" presStyleCnt="8"/>
      <dgm:spPr/>
    </dgm:pt>
    <dgm:pt modelId="{D98BA0E3-BAAF-4751-8943-55A7AD8AE840}" type="pres">
      <dgm:prSet presAssocID="{7D1F50C2-9AD5-4F2A-BDF7-94815BE23E0E}" presName="hierChild3" presStyleCnt="0"/>
      <dgm:spPr/>
    </dgm:pt>
    <dgm:pt modelId="{8AA4A51E-F38F-4EEE-AC65-DA951D18B74D}" type="pres">
      <dgm:prSet presAssocID="{4AD681AA-AD34-4185-8851-1D73F20E828E}" presName="Name19" presStyleLbl="parChTrans1D2" presStyleIdx="1" presStyleCnt="2"/>
      <dgm:spPr/>
    </dgm:pt>
    <dgm:pt modelId="{32FD3D59-0F8B-4C43-B1DF-B2B9711D16ED}" type="pres">
      <dgm:prSet presAssocID="{D7A3BC43-E2BD-4454-9E39-B0EF2434E76F}" presName="Name21" presStyleCnt="0"/>
      <dgm:spPr/>
    </dgm:pt>
    <dgm:pt modelId="{66A39787-BB9A-41CA-8FD2-3B37DF32B220}" type="pres">
      <dgm:prSet presAssocID="{D7A3BC43-E2BD-4454-9E39-B0EF2434E76F}" presName="level2Shape" presStyleLbl="node2" presStyleIdx="1" presStyleCnt="2"/>
      <dgm:spPr/>
    </dgm:pt>
    <dgm:pt modelId="{A6D26CCF-DC71-4292-BC30-9E8D3FDDC203}" type="pres">
      <dgm:prSet presAssocID="{D7A3BC43-E2BD-4454-9E39-B0EF2434E76F}" presName="hierChild3" presStyleCnt="0"/>
      <dgm:spPr/>
    </dgm:pt>
    <dgm:pt modelId="{1BC2AB64-A9AF-46D8-A5E9-4006EC6AA4D7}" type="pres">
      <dgm:prSet presAssocID="{C6B4AA2E-A7F3-4CAB-AB66-078D73F2BCF5}" presName="Name19" presStyleLbl="parChTrans1D3" presStyleIdx="2" presStyleCnt="4"/>
      <dgm:spPr/>
    </dgm:pt>
    <dgm:pt modelId="{DBBF1DD0-E21E-47E5-B4C0-0DCB608F07C1}" type="pres">
      <dgm:prSet presAssocID="{D736E312-A4C8-4DAF-8507-2A50F8F5ACB6}" presName="Name21" presStyleCnt="0"/>
      <dgm:spPr/>
    </dgm:pt>
    <dgm:pt modelId="{B1BC82DA-CBDB-4AE4-AFB5-C2F6967A411A}" type="pres">
      <dgm:prSet presAssocID="{D736E312-A4C8-4DAF-8507-2A50F8F5ACB6}" presName="level2Shape" presStyleLbl="node3" presStyleIdx="2" presStyleCnt="4"/>
      <dgm:spPr/>
    </dgm:pt>
    <dgm:pt modelId="{CEA4B6F3-B433-4713-8BFD-589EB1182D1E}" type="pres">
      <dgm:prSet presAssocID="{D736E312-A4C8-4DAF-8507-2A50F8F5ACB6}" presName="hierChild3" presStyleCnt="0"/>
      <dgm:spPr/>
    </dgm:pt>
    <dgm:pt modelId="{5D33218A-A4A0-4DF3-8A32-CB987E55B5F0}" type="pres">
      <dgm:prSet presAssocID="{F7269FA9-32B3-49E9-B268-3D186BB87418}" presName="Name19" presStyleLbl="parChTrans1D4" presStyleIdx="4" presStyleCnt="8"/>
      <dgm:spPr/>
    </dgm:pt>
    <dgm:pt modelId="{2087BEB0-8994-46E3-8339-BF61E47D2917}" type="pres">
      <dgm:prSet presAssocID="{2B898F8F-6F4C-4C0E-94B2-8B92EEFEEC46}" presName="Name21" presStyleCnt="0"/>
      <dgm:spPr/>
    </dgm:pt>
    <dgm:pt modelId="{ABB4139D-FC61-4CA4-804A-1B97A5ACFBF3}" type="pres">
      <dgm:prSet presAssocID="{2B898F8F-6F4C-4C0E-94B2-8B92EEFEEC46}" presName="level2Shape" presStyleLbl="node4" presStyleIdx="4" presStyleCnt="8"/>
      <dgm:spPr/>
    </dgm:pt>
    <dgm:pt modelId="{90E72F39-1A77-4646-8369-0159D493BEE8}" type="pres">
      <dgm:prSet presAssocID="{2B898F8F-6F4C-4C0E-94B2-8B92EEFEEC46}" presName="hierChild3" presStyleCnt="0"/>
      <dgm:spPr/>
    </dgm:pt>
    <dgm:pt modelId="{2A3F0C08-F68E-4D15-A24C-F0F3490863A6}" type="pres">
      <dgm:prSet presAssocID="{71149FAB-0F83-4E83-8983-E0821DD77159}" presName="Name19" presStyleLbl="parChTrans1D4" presStyleIdx="5" presStyleCnt="8"/>
      <dgm:spPr/>
    </dgm:pt>
    <dgm:pt modelId="{6A4AEB51-7926-4DF4-95A8-27578B56A729}" type="pres">
      <dgm:prSet presAssocID="{7227D0C8-B9C8-495D-A242-26AF48849E6D}" presName="Name21" presStyleCnt="0"/>
      <dgm:spPr/>
    </dgm:pt>
    <dgm:pt modelId="{C00B5B54-D5F3-4E8E-AA60-DBB30DA66CEB}" type="pres">
      <dgm:prSet presAssocID="{7227D0C8-B9C8-495D-A242-26AF48849E6D}" presName="level2Shape" presStyleLbl="node4" presStyleIdx="5" presStyleCnt="8"/>
      <dgm:spPr/>
    </dgm:pt>
    <dgm:pt modelId="{1F34E1A1-DF97-4006-9C71-E23F390DAB7F}" type="pres">
      <dgm:prSet presAssocID="{7227D0C8-B9C8-495D-A242-26AF48849E6D}" presName="hierChild3" presStyleCnt="0"/>
      <dgm:spPr/>
    </dgm:pt>
    <dgm:pt modelId="{AA1BCF02-0D39-49A8-97EC-987CAFDCA1F9}" type="pres">
      <dgm:prSet presAssocID="{22952E67-2A22-4B66-8E7E-F3D9676B0A48}" presName="Name19" presStyleLbl="parChTrans1D3" presStyleIdx="3" presStyleCnt="4"/>
      <dgm:spPr/>
    </dgm:pt>
    <dgm:pt modelId="{3B0E7C28-9CF8-40A9-9D31-323935516303}" type="pres">
      <dgm:prSet presAssocID="{2FFC2F26-B41C-4893-AFEF-C2861CFC9BBE}" presName="Name21" presStyleCnt="0"/>
      <dgm:spPr/>
    </dgm:pt>
    <dgm:pt modelId="{AFF8432A-ADCF-40EE-A0C2-B7456E4E7371}" type="pres">
      <dgm:prSet presAssocID="{2FFC2F26-B41C-4893-AFEF-C2861CFC9BBE}" presName="level2Shape" presStyleLbl="node3" presStyleIdx="3" presStyleCnt="4"/>
      <dgm:spPr/>
    </dgm:pt>
    <dgm:pt modelId="{7098DE96-2534-4D2C-A1F9-5AD607D5E817}" type="pres">
      <dgm:prSet presAssocID="{2FFC2F26-B41C-4893-AFEF-C2861CFC9BBE}" presName="hierChild3" presStyleCnt="0"/>
      <dgm:spPr/>
    </dgm:pt>
    <dgm:pt modelId="{7B9BFBF7-DEA7-4CD3-BBF2-CE8AB682B07B}" type="pres">
      <dgm:prSet presAssocID="{DFC86199-6516-4466-880B-0C1746B0F44F}" presName="Name19" presStyleLbl="parChTrans1D4" presStyleIdx="6" presStyleCnt="8"/>
      <dgm:spPr/>
    </dgm:pt>
    <dgm:pt modelId="{AC6834B9-9D60-4B44-AC5C-CFD5704A97BD}" type="pres">
      <dgm:prSet presAssocID="{D66AE454-ACB6-40BC-93C4-E311D8F2F0A0}" presName="Name21" presStyleCnt="0"/>
      <dgm:spPr/>
    </dgm:pt>
    <dgm:pt modelId="{4336BFC9-FE61-404A-BAF5-B9DF59B47DFE}" type="pres">
      <dgm:prSet presAssocID="{D66AE454-ACB6-40BC-93C4-E311D8F2F0A0}" presName="level2Shape" presStyleLbl="node4" presStyleIdx="6" presStyleCnt="8"/>
      <dgm:spPr/>
    </dgm:pt>
    <dgm:pt modelId="{11AD96A1-0CB3-4165-B6FB-232BF2ADF5C1}" type="pres">
      <dgm:prSet presAssocID="{D66AE454-ACB6-40BC-93C4-E311D8F2F0A0}" presName="hierChild3" presStyleCnt="0"/>
      <dgm:spPr/>
    </dgm:pt>
    <dgm:pt modelId="{BFAFEA9F-DB55-4973-A7C2-3A6DB0FA39C8}" type="pres">
      <dgm:prSet presAssocID="{5A091725-2241-4A94-B752-AF2998C365EF}" presName="Name19" presStyleLbl="parChTrans1D4" presStyleIdx="7" presStyleCnt="8"/>
      <dgm:spPr/>
    </dgm:pt>
    <dgm:pt modelId="{9CA32E08-8BD0-47F1-9E87-6CFF22CFCFAD}" type="pres">
      <dgm:prSet presAssocID="{7E92D950-63D2-41DC-9741-5510EA44D41C}" presName="Name21" presStyleCnt="0"/>
      <dgm:spPr/>
    </dgm:pt>
    <dgm:pt modelId="{1F70FEA6-92C2-44A1-B941-B2548F969D47}" type="pres">
      <dgm:prSet presAssocID="{7E92D950-63D2-41DC-9741-5510EA44D41C}" presName="level2Shape" presStyleLbl="node4" presStyleIdx="7" presStyleCnt="8"/>
      <dgm:spPr/>
    </dgm:pt>
    <dgm:pt modelId="{FBE028B1-3E99-49D2-922E-5B90077C1E5F}" type="pres">
      <dgm:prSet presAssocID="{7E92D950-63D2-41DC-9741-5510EA44D41C}" presName="hierChild3" presStyleCnt="0"/>
      <dgm:spPr/>
    </dgm:pt>
    <dgm:pt modelId="{7E63DA02-DECF-437D-A9F4-F60E0940C42C}" type="pres">
      <dgm:prSet presAssocID="{25D41D2E-FEC9-444D-B75D-82CC7BEA4B4B}" presName="bgShapesFlow" presStyleCnt="0"/>
      <dgm:spPr/>
    </dgm:pt>
  </dgm:ptLst>
  <dgm:cxnLst>
    <dgm:cxn modelId="{2311AB03-FEF8-4AF2-A3E1-718B291B7D11}" type="presOf" srcId="{7D1F50C2-9AD5-4F2A-BDF7-94815BE23E0E}" destId="{C7CC4989-08EF-45DF-A7C4-00755C263BBF}" srcOrd="0" destOrd="0" presId="urn:microsoft.com/office/officeart/2005/8/layout/hierarchy6"/>
    <dgm:cxn modelId="{44092D07-E3E2-4F66-A862-CB591174DE7D}" type="presOf" srcId="{9AAFCB11-FC3E-467D-94EA-94364E2A70ED}" destId="{E47371F4-FCBE-4A19-A8C8-C7605666D107}" srcOrd="0" destOrd="0" presId="urn:microsoft.com/office/officeart/2005/8/layout/hierarchy6"/>
    <dgm:cxn modelId="{51376D09-798E-42C4-89EB-3CC388D7AC1B}" type="presOf" srcId="{152D3EC6-7D78-47C0-A093-1A4DFBF4AC57}" destId="{90E46341-163E-4CBF-BF4D-CA9B17F0BC3C}" srcOrd="0" destOrd="0" presId="urn:microsoft.com/office/officeart/2005/8/layout/hierarchy6"/>
    <dgm:cxn modelId="{2785C110-BC3B-430A-B8DB-EF6456DEB1E2}" type="presOf" srcId="{F9FCC74F-CDA2-4480-84F1-214A424A698B}" destId="{F1BD6853-81C7-40E1-B665-61DC8E96FEF0}" srcOrd="0" destOrd="0" presId="urn:microsoft.com/office/officeart/2005/8/layout/hierarchy6"/>
    <dgm:cxn modelId="{848EA911-C0FF-48A8-8BE3-2DD9234A3246}" type="presOf" srcId="{5D073C56-A137-430C-806F-1520C08E43AE}" destId="{C33BF8C2-41ED-4403-A7C2-B70567EA65EA}" srcOrd="0" destOrd="0" presId="urn:microsoft.com/office/officeart/2005/8/layout/hierarchy6"/>
    <dgm:cxn modelId="{A6EB5816-0927-4743-A16A-004C3881C7CA}" type="presOf" srcId="{22952E67-2A22-4B66-8E7E-F3D9676B0A48}" destId="{AA1BCF02-0D39-49A8-97EC-987CAFDCA1F9}" srcOrd="0" destOrd="0" presId="urn:microsoft.com/office/officeart/2005/8/layout/hierarchy6"/>
    <dgm:cxn modelId="{CDD12617-AA1D-4119-B2C3-F49046929AC9}" type="presOf" srcId="{14ED6A7F-114D-4529-AC44-8E3873E96A45}" destId="{0BDA36D0-06E0-4818-A3F1-93218D4CDE60}" srcOrd="0" destOrd="0" presId="urn:microsoft.com/office/officeart/2005/8/layout/hierarchy6"/>
    <dgm:cxn modelId="{C268EF21-9340-421F-9266-0D09A096390A}" srcId="{D736E312-A4C8-4DAF-8507-2A50F8F5ACB6}" destId="{2B898F8F-6F4C-4C0E-94B2-8B92EEFEEC46}" srcOrd="0" destOrd="0" parTransId="{F7269FA9-32B3-49E9-B268-3D186BB87418}" sibTransId="{8DF3072D-73FF-47E3-8AE2-09169523AEB1}"/>
    <dgm:cxn modelId="{CA1CD422-BC4C-4B5D-8F2B-A5391F86291C}" type="presOf" srcId="{D66AE454-ACB6-40BC-93C4-E311D8F2F0A0}" destId="{4336BFC9-FE61-404A-BAF5-B9DF59B47DFE}" srcOrd="0" destOrd="0" presId="urn:microsoft.com/office/officeart/2005/8/layout/hierarchy6"/>
    <dgm:cxn modelId="{AEB6A02F-64B3-4DB8-8CDB-AC46C8134DC4}" srcId="{28E1B561-AD1A-4BD2-BA8E-43258976049A}" destId="{6F5C86F9-DBD9-4AC7-8389-542C0AADFA18}" srcOrd="0" destOrd="0" parTransId="{2EEFEBC4-B44D-4BA7-BCE6-7293ECC17EAC}" sibTransId="{8120C870-AC10-405C-96E0-39CBB1DBCEC0}"/>
    <dgm:cxn modelId="{2BFA1F31-A9FE-411C-9FD1-C7A2A51C9305}" type="presOf" srcId="{7E92D950-63D2-41DC-9741-5510EA44D41C}" destId="{1F70FEA6-92C2-44A1-B941-B2548F969D47}" srcOrd="0" destOrd="0" presId="urn:microsoft.com/office/officeart/2005/8/layout/hierarchy6"/>
    <dgm:cxn modelId="{2C8F7732-6B20-4CAA-B0CF-5BE023231FCE}" type="presOf" srcId="{71149FAB-0F83-4E83-8983-E0821DD77159}" destId="{2A3F0C08-F68E-4D15-A24C-F0F3490863A6}" srcOrd="0" destOrd="0" presId="urn:microsoft.com/office/officeart/2005/8/layout/hierarchy6"/>
    <dgm:cxn modelId="{7C08E036-D139-498D-82C8-D14901D6DFFE}" type="presOf" srcId="{6F5C86F9-DBD9-4AC7-8389-542C0AADFA18}" destId="{F6F11474-0F90-4F17-9451-6E35FF8821F3}" srcOrd="0" destOrd="0" presId="urn:microsoft.com/office/officeart/2005/8/layout/hierarchy6"/>
    <dgm:cxn modelId="{3C6DE43B-4598-4E4C-9843-68CD210A9925}" srcId="{6F5C86F9-DBD9-4AC7-8389-542C0AADFA18}" destId="{152D3EC6-7D78-47C0-A093-1A4DFBF4AC57}" srcOrd="0" destOrd="0" parTransId="{FF283220-286A-41D9-B951-964736168034}" sibTransId="{7F03414A-563C-4CAB-95A6-694E8527E46B}"/>
    <dgm:cxn modelId="{7682155E-8677-479A-A08A-171543352C7C}" type="presOf" srcId="{2EEFEBC4-B44D-4BA7-BCE6-7293ECC17EAC}" destId="{6ECEEDC3-3DE5-449A-9C7C-74DD09AE0798}" srcOrd="0" destOrd="0" presId="urn:microsoft.com/office/officeart/2005/8/layout/hierarchy6"/>
    <dgm:cxn modelId="{CF37F163-6C0E-431C-ADD9-93AE289593D4}" type="presOf" srcId="{D736E312-A4C8-4DAF-8507-2A50F8F5ACB6}" destId="{B1BC82DA-CBDB-4AE4-AFB5-C2F6967A411A}" srcOrd="0" destOrd="0" presId="urn:microsoft.com/office/officeart/2005/8/layout/hierarchy6"/>
    <dgm:cxn modelId="{A35D0965-8713-4175-AE0D-0EBD9E8DBEC8}" srcId="{D7A3BC43-E2BD-4454-9E39-B0EF2434E76F}" destId="{D736E312-A4C8-4DAF-8507-2A50F8F5ACB6}" srcOrd="0" destOrd="0" parTransId="{C6B4AA2E-A7F3-4CAB-AB66-078D73F2BCF5}" sibTransId="{D6E9E644-3354-46B6-A89B-8A4D18B2C750}"/>
    <dgm:cxn modelId="{072C0849-A79D-436D-AE7A-B573E8A82972}" type="presOf" srcId="{28E1B561-AD1A-4BD2-BA8E-43258976049A}" destId="{20290E2F-72AD-4549-9080-55B784B07CD3}" srcOrd="0" destOrd="0" presId="urn:microsoft.com/office/officeart/2005/8/layout/hierarchy6"/>
    <dgm:cxn modelId="{4525BB70-D177-475A-82EF-8C8E404ADCF0}" type="presOf" srcId="{D7A3BC43-E2BD-4454-9E39-B0EF2434E76F}" destId="{66A39787-BB9A-41CA-8FD2-3B37DF32B220}" srcOrd="0" destOrd="0" presId="urn:microsoft.com/office/officeart/2005/8/layout/hierarchy6"/>
    <dgm:cxn modelId="{F9DA6B53-321B-4351-A699-D3447FB7FFC3}" srcId="{6F5C86F9-DBD9-4AC7-8389-542C0AADFA18}" destId="{25C3D94B-FF05-477E-9258-9A99E50BE926}" srcOrd="1" destOrd="0" parTransId="{8A764B70-BB99-4494-84FE-1094FDC89A29}" sibTransId="{BB5C154D-BEA6-4889-BEC2-6CD7F5EBAA1D}"/>
    <dgm:cxn modelId="{5C4F4B79-4595-4350-A271-BB980952EDA9}" srcId="{25D41D2E-FEC9-444D-B75D-82CC7BEA4B4B}" destId="{F9FCC74F-CDA2-4480-84F1-214A424A698B}" srcOrd="0" destOrd="0" parTransId="{3469929B-91B9-44FD-A758-C811D0DC1684}" sibTransId="{1795968F-3E3D-4853-B84A-D4E4BE083D1B}"/>
    <dgm:cxn modelId="{C42D8C79-E4B7-4F43-87CC-69C4BA81F3D5}" srcId="{D7A3BC43-E2BD-4454-9E39-B0EF2434E76F}" destId="{2FFC2F26-B41C-4893-AFEF-C2861CFC9BBE}" srcOrd="1" destOrd="0" parTransId="{22952E67-2A22-4B66-8E7E-F3D9676B0A48}" sibTransId="{096B4189-868E-44F8-AC4B-2013AE7CB329}"/>
    <dgm:cxn modelId="{5D694483-FE32-4153-B8FD-7BC352F2E1EB}" type="presOf" srcId="{2FFC2F26-B41C-4893-AFEF-C2861CFC9BBE}" destId="{AFF8432A-ADCF-40EE-A0C2-B7456E4E7371}" srcOrd="0" destOrd="0" presId="urn:microsoft.com/office/officeart/2005/8/layout/hierarchy6"/>
    <dgm:cxn modelId="{6F5F6D88-3685-47B1-9965-9E9AA834D42D}" srcId="{9AAFCB11-FC3E-467D-94EA-94364E2A70ED}" destId="{7D1F50C2-9AD5-4F2A-BDF7-94815BE23E0E}" srcOrd="1" destOrd="0" parTransId="{14ED6A7F-114D-4529-AC44-8E3873E96A45}" sibTransId="{8E37BED4-F2B7-4977-BA56-E6F44843884D}"/>
    <dgm:cxn modelId="{4106A78A-9142-48A0-8236-FFC76002534F}" srcId="{2FFC2F26-B41C-4893-AFEF-C2861CFC9BBE}" destId="{7E92D950-63D2-41DC-9741-5510EA44D41C}" srcOrd="1" destOrd="0" parTransId="{5A091725-2241-4A94-B752-AF2998C365EF}" sibTransId="{922399E7-5DE5-41B9-8B65-2518BA7EA187}"/>
    <dgm:cxn modelId="{E291F18B-D34D-4C9D-A486-679872004A93}" type="presOf" srcId="{2B898F8F-6F4C-4C0E-94B2-8B92EEFEEC46}" destId="{ABB4139D-FC61-4CA4-804A-1B97A5ACFBF3}" srcOrd="0" destOrd="0" presId="urn:microsoft.com/office/officeart/2005/8/layout/hierarchy6"/>
    <dgm:cxn modelId="{BD19F58E-6805-4569-A9AB-97833A5B0CA6}" type="presOf" srcId="{5A091725-2241-4A94-B752-AF2998C365EF}" destId="{BFAFEA9F-DB55-4973-A7C2-3A6DB0FA39C8}" srcOrd="0" destOrd="0" presId="urn:microsoft.com/office/officeart/2005/8/layout/hierarchy6"/>
    <dgm:cxn modelId="{20350A92-024F-49AD-A23B-9844CB06015E}" type="presOf" srcId="{F7269FA9-32B3-49E9-B268-3D186BB87418}" destId="{5D33218A-A4A0-4DF3-8A32-CB987E55B5F0}" srcOrd="0" destOrd="0" presId="urn:microsoft.com/office/officeart/2005/8/layout/hierarchy6"/>
    <dgm:cxn modelId="{09B8049D-C518-4763-B9A3-1529A628A621}" srcId="{D736E312-A4C8-4DAF-8507-2A50F8F5ACB6}" destId="{7227D0C8-B9C8-495D-A242-26AF48849E6D}" srcOrd="1" destOrd="0" parTransId="{71149FAB-0F83-4E83-8983-E0821DD77159}" sibTransId="{0A147F03-429F-4B3D-870B-2229A7C35765}"/>
    <dgm:cxn modelId="{1EEEFFAB-53DB-4955-95D1-7B262FE01211}" type="presOf" srcId="{25D41D2E-FEC9-444D-B75D-82CC7BEA4B4B}" destId="{795F8D38-F273-4357-8278-7DE3F5760840}" srcOrd="0" destOrd="0" presId="urn:microsoft.com/office/officeart/2005/8/layout/hierarchy6"/>
    <dgm:cxn modelId="{20E128AF-4006-4B82-BF4A-86F94FF03865}" type="presOf" srcId="{25C3D94B-FF05-477E-9258-9A99E50BE926}" destId="{BB8E1E2E-C554-4491-AD73-3EB56150AD94}" srcOrd="0" destOrd="0" presId="urn:microsoft.com/office/officeart/2005/8/layout/hierarchy6"/>
    <dgm:cxn modelId="{6CD3A3C1-6E21-4AFE-BAF3-40DFF43B3A76}" srcId="{9AAFCB11-FC3E-467D-94EA-94364E2A70ED}" destId="{F675879C-2D04-4D46-9ED6-2B78922FD47B}" srcOrd="0" destOrd="0" parTransId="{60582AA2-4BE9-4192-84E9-EAEFA1022096}" sibTransId="{3C9CFC80-25A0-457C-BB62-A1E8006CF616}"/>
    <dgm:cxn modelId="{FEF3BEC8-B9EA-420E-A1CB-968413B6637A}" type="presOf" srcId="{8A764B70-BB99-4494-84FE-1094FDC89A29}" destId="{2DBEACEF-8152-4C66-B5EE-A0DD36C278FB}" srcOrd="0" destOrd="0" presId="urn:microsoft.com/office/officeart/2005/8/layout/hierarchy6"/>
    <dgm:cxn modelId="{114644D2-D0EF-43B7-B0A8-14C62C94DF28}" type="presOf" srcId="{C6B4AA2E-A7F3-4CAB-AB66-078D73F2BCF5}" destId="{1BC2AB64-A9AF-46D8-A5E9-4006EC6AA4D7}" srcOrd="0" destOrd="0" presId="urn:microsoft.com/office/officeart/2005/8/layout/hierarchy6"/>
    <dgm:cxn modelId="{7FB331E2-4715-43BC-BB8D-AB350EBD956C}" type="presOf" srcId="{4AD681AA-AD34-4185-8851-1D73F20E828E}" destId="{8AA4A51E-F38F-4EEE-AC65-DA951D18B74D}" srcOrd="0" destOrd="0" presId="urn:microsoft.com/office/officeart/2005/8/layout/hierarchy6"/>
    <dgm:cxn modelId="{1E3374E2-DEE9-4B4A-851D-C041AB8CD6CC}" type="presOf" srcId="{07A86B36-2BE8-455A-8127-EC8EFB6800D7}" destId="{AB67B5C7-DB30-4F9E-A92E-9B7E27F88815}" srcOrd="0" destOrd="0" presId="urn:microsoft.com/office/officeart/2005/8/layout/hierarchy6"/>
    <dgm:cxn modelId="{7303FDE2-FFFB-4A8E-8B8F-A1BBD375BC89}" type="presOf" srcId="{FF283220-286A-41D9-B951-964736168034}" destId="{38DC6658-687D-4AED-95A1-30A2756DEC6C}" srcOrd="0" destOrd="0" presId="urn:microsoft.com/office/officeart/2005/8/layout/hierarchy6"/>
    <dgm:cxn modelId="{4CD8CFE6-A661-415B-B9A3-8F3761C11A0B}" type="presOf" srcId="{7227D0C8-B9C8-495D-A242-26AF48849E6D}" destId="{C00B5B54-D5F3-4E8E-AA60-DBB30DA66CEB}" srcOrd="0" destOrd="0" presId="urn:microsoft.com/office/officeart/2005/8/layout/hierarchy6"/>
    <dgm:cxn modelId="{A5D0CCEE-C0A7-4EB3-9066-9583DAFF7301}" srcId="{F9FCC74F-CDA2-4480-84F1-214A424A698B}" destId="{28E1B561-AD1A-4BD2-BA8E-43258976049A}" srcOrd="0" destOrd="0" parTransId="{5D073C56-A137-430C-806F-1520C08E43AE}" sibTransId="{C7BF57AA-B838-4E8F-AB41-880239C7C7C5}"/>
    <dgm:cxn modelId="{C87DD9EE-2011-4E63-8C94-0318BDB4FCBD}" type="presOf" srcId="{60582AA2-4BE9-4192-84E9-EAEFA1022096}" destId="{0E2293B5-64C2-4FCC-A88F-094ADE8CCDF7}" srcOrd="0" destOrd="0" presId="urn:microsoft.com/office/officeart/2005/8/layout/hierarchy6"/>
    <dgm:cxn modelId="{6FD74DEF-208B-433B-87C5-55464512E295}" srcId="{2FFC2F26-B41C-4893-AFEF-C2861CFC9BBE}" destId="{D66AE454-ACB6-40BC-93C4-E311D8F2F0A0}" srcOrd="0" destOrd="0" parTransId="{DFC86199-6516-4466-880B-0C1746B0F44F}" sibTransId="{43C25A6F-6B99-4EDE-8907-A77955911EEF}"/>
    <dgm:cxn modelId="{78A51BF1-52D7-4596-935F-C4043CE5EDB1}" type="presOf" srcId="{DFC86199-6516-4466-880B-0C1746B0F44F}" destId="{7B9BFBF7-DEA7-4CD3-BBF2-CE8AB682B07B}" srcOrd="0" destOrd="0" presId="urn:microsoft.com/office/officeart/2005/8/layout/hierarchy6"/>
    <dgm:cxn modelId="{107F69F8-1D8B-4F91-AC77-F9483E69536F}" srcId="{F9FCC74F-CDA2-4480-84F1-214A424A698B}" destId="{D7A3BC43-E2BD-4454-9E39-B0EF2434E76F}" srcOrd="1" destOrd="0" parTransId="{4AD681AA-AD34-4185-8851-1D73F20E828E}" sibTransId="{936DC02B-D023-4342-B41E-917735F5316E}"/>
    <dgm:cxn modelId="{E03BA2F8-1487-4C9C-9095-FD16DAC01C39}" srcId="{28E1B561-AD1A-4BD2-BA8E-43258976049A}" destId="{9AAFCB11-FC3E-467D-94EA-94364E2A70ED}" srcOrd="1" destOrd="0" parTransId="{07A86B36-2BE8-455A-8127-EC8EFB6800D7}" sibTransId="{A62356BB-9A37-42E4-B337-F1DCE3E71106}"/>
    <dgm:cxn modelId="{07CE04FC-3124-4773-8028-E7E90E369836}" type="presOf" srcId="{F675879C-2D04-4D46-9ED6-2B78922FD47B}" destId="{E95D0892-B76A-4B01-A166-08BAA4B97430}" srcOrd="0" destOrd="0" presId="urn:microsoft.com/office/officeart/2005/8/layout/hierarchy6"/>
    <dgm:cxn modelId="{717CC137-6B96-4A92-868E-4E5077FF9FC2}" type="presParOf" srcId="{795F8D38-F273-4357-8278-7DE3F5760840}" destId="{2D695314-BBE3-4218-9C76-EBC1528D0B37}" srcOrd="0" destOrd="0" presId="urn:microsoft.com/office/officeart/2005/8/layout/hierarchy6"/>
    <dgm:cxn modelId="{AEA61484-ACC9-49DC-A098-2B71193EB438}" type="presParOf" srcId="{2D695314-BBE3-4218-9C76-EBC1528D0B37}" destId="{3B8E0E52-806F-461B-808A-40A35535EB4C}" srcOrd="0" destOrd="0" presId="urn:microsoft.com/office/officeart/2005/8/layout/hierarchy6"/>
    <dgm:cxn modelId="{5168E4BD-FF1E-44D0-8AA0-0887847844BC}" type="presParOf" srcId="{3B8E0E52-806F-461B-808A-40A35535EB4C}" destId="{B0A63B98-FFDC-4E8A-AAA7-794AFB7420D0}" srcOrd="0" destOrd="0" presId="urn:microsoft.com/office/officeart/2005/8/layout/hierarchy6"/>
    <dgm:cxn modelId="{6FE76645-8FC9-4545-A366-9DC14258C5DD}" type="presParOf" srcId="{B0A63B98-FFDC-4E8A-AAA7-794AFB7420D0}" destId="{F1BD6853-81C7-40E1-B665-61DC8E96FEF0}" srcOrd="0" destOrd="0" presId="urn:microsoft.com/office/officeart/2005/8/layout/hierarchy6"/>
    <dgm:cxn modelId="{E42D4520-6B44-4F21-9102-05F7E32172D4}" type="presParOf" srcId="{B0A63B98-FFDC-4E8A-AAA7-794AFB7420D0}" destId="{223DC0C5-DD4E-4690-BF89-A4A36DDE2AA7}" srcOrd="1" destOrd="0" presId="urn:microsoft.com/office/officeart/2005/8/layout/hierarchy6"/>
    <dgm:cxn modelId="{90973907-8968-4D77-A469-4BA716DC9460}" type="presParOf" srcId="{223DC0C5-DD4E-4690-BF89-A4A36DDE2AA7}" destId="{C33BF8C2-41ED-4403-A7C2-B70567EA65EA}" srcOrd="0" destOrd="0" presId="urn:microsoft.com/office/officeart/2005/8/layout/hierarchy6"/>
    <dgm:cxn modelId="{14A6E85C-14E3-4774-B235-B0DB2D5CD0E1}" type="presParOf" srcId="{223DC0C5-DD4E-4690-BF89-A4A36DDE2AA7}" destId="{CD80D5BA-F318-4132-8434-6420A358ED77}" srcOrd="1" destOrd="0" presId="urn:microsoft.com/office/officeart/2005/8/layout/hierarchy6"/>
    <dgm:cxn modelId="{5112ED1C-F012-48BF-9BF4-64C4EBDF438B}" type="presParOf" srcId="{CD80D5BA-F318-4132-8434-6420A358ED77}" destId="{20290E2F-72AD-4549-9080-55B784B07CD3}" srcOrd="0" destOrd="0" presId="urn:microsoft.com/office/officeart/2005/8/layout/hierarchy6"/>
    <dgm:cxn modelId="{2E5D5A52-524F-4EF7-9C1F-E6D553869F7E}" type="presParOf" srcId="{CD80D5BA-F318-4132-8434-6420A358ED77}" destId="{CDF6B1D4-7530-4ECD-A39A-5249D12741A5}" srcOrd="1" destOrd="0" presId="urn:microsoft.com/office/officeart/2005/8/layout/hierarchy6"/>
    <dgm:cxn modelId="{6A71C9B9-1E61-45CB-AFA0-3D075C9A572C}" type="presParOf" srcId="{CDF6B1D4-7530-4ECD-A39A-5249D12741A5}" destId="{6ECEEDC3-3DE5-449A-9C7C-74DD09AE0798}" srcOrd="0" destOrd="0" presId="urn:microsoft.com/office/officeart/2005/8/layout/hierarchy6"/>
    <dgm:cxn modelId="{BC63D559-C004-4ACC-B69F-F2E2C54D282C}" type="presParOf" srcId="{CDF6B1D4-7530-4ECD-A39A-5249D12741A5}" destId="{E1A9BACD-9B71-404E-AE29-E0BE2EBAC197}" srcOrd="1" destOrd="0" presId="urn:microsoft.com/office/officeart/2005/8/layout/hierarchy6"/>
    <dgm:cxn modelId="{1468743D-BF62-4AFA-B73B-D0AD213CAEFC}" type="presParOf" srcId="{E1A9BACD-9B71-404E-AE29-E0BE2EBAC197}" destId="{F6F11474-0F90-4F17-9451-6E35FF8821F3}" srcOrd="0" destOrd="0" presId="urn:microsoft.com/office/officeart/2005/8/layout/hierarchy6"/>
    <dgm:cxn modelId="{78511012-B6A5-4E94-A429-EAAA0CC06DDF}" type="presParOf" srcId="{E1A9BACD-9B71-404E-AE29-E0BE2EBAC197}" destId="{E1DF9AB4-8635-4332-AEE4-B41C3A9E07E4}" srcOrd="1" destOrd="0" presId="urn:microsoft.com/office/officeart/2005/8/layout/hierarchy6"/>
    <dgm:cxn modelId="{609769C4-57D3-4533-8A73-279B5F27076C}" type="presParOf" srcId="{E1DF9AB4-8635-4332-AEE4-B41C3A9E07E4}" destId="{38DC6658-687D-4AED-95A1-30A2756DEC6C}" srcOrd="0" destOrd="0" presId="urn:microsoft.com/office/officeart/2005/8/layout/hierarchy6"/>
    <dgm:cxn modelId="{E574B679-46AF-41C5-9792-A6A9A54E2362}" type="presParOf" srcId="{E1DF9AB4-8635-4332-AEE4-B41C3A9E07E4}" destId="{9F1BA0F5-0A90-40ED-9CBF-350E0C75CE26}" srcOrd="1" destOrd="0" presId="urn:microsoft.com/office/officeart/2005/8/layout/hierarchy6"/>
    <dgm:cxn modelId="{219B3FBF-3703-4417-AF73-0C3D95B694A3}" type="presParOf" srcId="{9F1BA0F5-0A90-40ED-9CBF-350E0C75CE26}" destId="{90E46341-163E-4CBF-BF4D-CA9B17F0BC3C}" srcOrd="0" destOrd="0" presId="urn:microsoft.com/office/officeart/2005/8/layout/hierarchy6"/>
    <dgm:cxn modelId="{ADE64DD4-D5DF-4E22-B0DC-43FF38F02294}" type="presParOf" srcId="{9F1BA0F5-0A90-40ED-9CBF-350E0C75CE26}" destId="{89303938-5A45-41EE-AF0D-BDDFEDE8487D}" srcOrd="1" destOrd="0" presId="urn:microsoft.com/office/officeart/2005/8/layout/hierarchy6"/>
    <dgm:cxn modelId="{42FA6170-8E19-4B5E-A32F-252F98377E39}" type="presParOf" srcId="{E1DF9AB4-8635-4332-AEE4-B41C3A9E07E4}" destId="{2DBEACEF-8152-4C66-B5EE-A0DD36C278FB}" srcOrd="2" destOrd="0" presId="urn:microsoft.com/office/officeart/2005/8/layout/hierarchy6"/>
    <dgm:cxn modelId="{D8BD5A48-BCE1-4D8C-A165-BAAD01C7C566}" type="presParOf" srcId="{E1DF9AB4-8635-4332-AEE4-B41C3A9E07E4}" destId="{A6796547-E495-4D2C-B5D8-24D9ABD58CF1}" srcOrd="3" destOrd="0" presId="urn:microsoft.com/office/officeart/2005/8/layout/hierarchy6"/>
    <dgm:cxn modelId="{A36B47A5-4155-49D9-AA28-007C11A03739}" type="presParOf" srcId="{A6796547-E495-4D2C-B5D8-24D9ABD58CF1}" destId="{BB8E1E2E-C554-4491-AD73-3EB56150AD94}" srcOrd="0" destOrd="0" presId="urn:microsoft.com/office/officeart/2005/8/layout/hierarchy6"/>
    <dgm:cxn modelId="{7E429EDA-CC1D-42B8-A549-511937EF6AE4}" type="presParOf" srcId="{A6796547-E495-4D2C-B5D8-24D9ABD58CF1}" destId="{79C52F23-5180-4898-853B-121BB9DC7516}" srcOrd="1" destOrd="0" presId="urn:microsoft.com/office/officeart/2005/8/layout/hierarchy6"/>
    <dgm:cxn modelId="{3A68CD01-5784-4D0C-B009-44A91CA9336E}" type="presParOf" srcId="{CDF6B1D4-7530-4ECD-A39A-5249D12741A5}" destId="{AB67B5C7-DB30-4F9E-A92E-9B7E27F88815}" srcOrd="2" destOrd="0" presId="urn:microsoft.com/office/officeart/2005/8/layout/hierarchy6"/>
    <dgm:cxn modelId="{F1B94231-3863-4243-96EF-76036982EC89}" type="presParOf" srcId="{CDF6B1D4-7530-4ECD-A39A-5249D12741A5}" destId="{76647235-B89D-4E64-8CC7-3F1E0117EAB9}" srcOrd="3" destOrd="0" presId="urn:microsoft.com/office/officeart/2005/8/layout/hierarchy6"/>
    <dgm:cxn modelId="{E4F73350-8E63-4424-BC1E-ACED7DEBCB40}" type="presParOf" srcId="{76647235-B89D-4E64-8CC7-3F1E0117EAB9}" destId="{E47371F4-FCBE-4A19-A8C8-C7605666D107}" srcOrd="0" destOrd="0" presId="urn:microsoft.com/office/officeart/2005/8/layout/hierarchy6"/>
    <dgm:cxn modelId="{4635E736-9B25-4D4F-BE55-35DD1B27E6BD}" type="presParOf" srcId="{76647235-B89D-4E64-8CC7-3F1E0117EAB9}" destId="{A4EFECA4-E5BD-4B06-8A17-F4D027796EF1}" srcOrd="1" destOrd="0" presId="urn:microsoft.com/office/officeart/2005/8/layout/hierarchy6"/>
    <dgm:cxn modelId="{58222B36-9492-487C-8DFB-224BB8D7A872}" type="presParOf" srcId="{A4EFECA4-E5BD-4B06-8A17-F4D027796EF1}" destId="{0E2293B5-64C2-4FCC-A88F-094ADE8CCDF7}" srcOrd="0" destOrd="0" presId="urn:microsoft.com/office/officeart/2005/8/layout/hierarchy6"/>
    <dgm:cxn modelId="{D28BC6E3-6092-4CF9-91A3-51AF84D63188}" type="presParOf" srcId="{A4EFECA4-E5BD-4B06-8A17-F4D027796EF1}" destId="{24D3BFA1-52E7-435F-AC57-FC055E26F68A}" srcOrd="1" destOrd="0" presId="urn:microsoft.com/office/officeart/2005/8/layout/hierarchy6"/>
    <dgm:cxn modelId="{7CBBD74C-3FFF-4D52-B3D0-2BCA4805F152}" type="presParOf" srcId="{24D3BFA1-52E7-435F-AC57-FC055E26F68A}" destId="{E95D0892-B76A-4B01-A166-08BAA4B97430}" srcOrd="0" destOrd="0" presId="urn:microsoft.com/office/officeart/2005/8/layout/hierarchy6"/>
    <dgm:cxn modelId="{32EC3C72-5016-43A8-9CB0-13B48E9C714E}" type="presParOf" srcId="{24D3BFA1-52E7-435F-AC57-FC055E26F68A}" destId="{7147D429-B0FC-4411-8256-5619EC346CEE}" srcOrd="1" destOrd="0" presId="urn:microsoft.com/office/officeart/2005/8/layout/hierarchy6"/>
    <dgm:cxn modelId="{749CBF25-CC7C-4363-8FDB-B93938B5A649}" type="presParOf" srcId="{A4EFECA4-E5BD-4B06-8A17-F4D027796EF1}" destId="{0BDA36D0-06E0-4818-A3F1-93218D4CDE60}" srcOrd="2" destOrd="0" presId="urn:microsoft.com/office/officeart/2005/8/layout/hierarchy6"/>
    <dgm:cxn modelId="{77F0D519-1C3F-4597-93EF-4BF887CB829E}" type="presParOf" srcId="{A4EFECA4-E5BD-4B06-8A17-F4D027796EF1}" destId="{9E18228E-49F0-4406-8E79-B23F47DE53F2}" srcOrd="3" destOrd="0" presId="urn:microsoft.com/office/officeart/2005/8/layout/hierarchy6"/>
    <dgm:cxn modelId="{89E8164D-8B86-4CB2-AB5D-A39860B3F5F8}" type="presParOf" srcId="{9E18228E-49F0-4406-8E79-B23F47DE53F2}" destId="{C7CC4989-08EF-45DF-A7C4-00755C263BBF}" srcOrd="0" destOrd="0" presId="urn:microsoft.com/office/officeart/2005/8/layout/hierarchy6"/>
    <dgm:cxn modelId="{E251EA66-DDCF-4747-AFAB-5621EFB7D090}" type="presParOf" srcId="{9E18228E-49F0-4406-8E79-B23F47DE53F2}" destId="{D98BA0E3-BAAF-4751-8943-55A7AD8AE840}" srcOrd="1" destOrd="0" presId="urn:microsoft.com/office/officeart/2005/8/layout/hierarchy6"/>
    <dgm:cxn modelId="{ECA73376-23FB-4A07-A6B8-A229C130E6C5}" type="presParOf" srcId="{223DC0C5-DD4E-4690-BF89-A4A36DDE2AA7}" destId="{8AA4A51E-F38F-4EEE-AC65-DA951D18B74D}" srcOrd="2" destOrd="0" presId="urn:microsoft.com/office/officeart/2005/8/layout/hierarchy6"/>
    <dgm:cxn modelId="{B8EF057D-A748-4415-843A-DDCAEE8D3CE2}" type="presParOf" srcId="{223DC0C5-DD4E-4690-BF89-A4A36DDE2AA7}" destId="{32FD3D59-0F8B-4C43-B1DF-B2B9711D16ED}" srcOrd="3" destOrd="0" presId="urn:microsoft.com/office/officeart/2005/8/layout/hierarchy6"/>
    <dgm:cxn modelId="{A75B7268-2077-44D3-B4F0-7641C4C9EB78}" type="presParOf" srcId="{32FD3D59-0F8B-4C43-B1DF-B2B9711D16ED}" destId="{66A39787-BB9A-41CA-8FD2-3B37DF32B220}" srcOrd="0" destOrd="0" presId="urn:microsoft.com/office/officeart/2005/8/layout/hierarchy6"/>
    <dgm:cxn modelId="{4FF539AD-BB9D-4F35-AAE9-76A1A3C70DBD}" type="presParOf" srcId="{32FD3D59-0F8B-4C43-B1DF-B2B9711D16ED}" destId="{A6D26CCF-DC71-4292-BC30-9E8D3FDDC203}" srcOrd="1" destOrd="0" presId="urn:microsoft.com/office/officeart/2005/8/layout/hierarchy6"/>
    <dgm:cxn modelId="{1129F14A-BEEC-4808-A867-476D8162D14C}" type="presParOf" srcId="{A6D26CCF-DC71-4292-BC30-9E8D3FDDC203}" destId="{1BC2AB64-A9AF-46D8-A5E9-4006EC6AA4D7}" srcOrd="0" destOrd="0" presId="urn:microsoft.com/office/officeart/2005/8/layout/hierarchy6"/>
    <dgm:cxn modelId="{C989A330-A815-4172-933E-D729A47B0BD8}" type="presParOf" srcId="{A6D26CCF-DC71-4292-BC30-9E8D3FDDC203}" destId="{DBBF1DD0-E21E-47E5-B4C0-0DCB608F07C1}" srcOrd="1" destOrd="0" presId="urn:microsoft.com/office/officeart/2005/8/layout/hierarchy6"/>
    <dgm:cxn modelId="{9C788CE3-1647-45E9-B379-C5B462AE5B77}" type="presParOf" srcId="{DBBF1DD0-E21E-47E5-B4C0-0DCB608F07C1}" destId="{B1BC82DA-CBDB-4AE4-AFB5-C2F6967A411A}" srcOrd="0" destOrd="0" presId="urn:microsoft.com/office/officeart/2005/8/layout/hierarchy6"/>
    <dgm:cxn modelId="{3AFE4736-71F6-4913-B50D-672FA9A0E465}" type="presParOf" srcId="{DBBF1DD0-E21E-47E5-B4C0-0DCB608F07C1}" destId="{CEA4B6F3-B433-4713-8BFD-589EB1182D1E}" srcOrd="1" destOrd="0" presId="urn:microsoft.com/office/officeart/2005/8/layout/hierarchy6"/>
    <dgm:cxn modelId="{1CA89FEF-253C-4171-9268-1F2103A67812}" type="presParOf" srcId="{CEA4B6F3-B433-4713-8BFD-589EB1182D1E}" destId="{5D33218A-A4A0-4DF3-8A32-CB987E55B5F0}" srcOrd="0" destOrd="0" presId="urn:microsoft.com/office/officeart/2005/8/layout/hierarchy6"/>
    <dgm:cxn modelId="{6BFD602F-BB15-4340-ABFF-F2A5D67D4CB0}" type="presParOf" srcId="{CEA4B6F3-B433-4713-8BFD-589EB1182D1E}" destId="{2087BEB0-8994-46E3-8339-BF61E47D2917}" srcOrd="1" destOrd="0" presId="urn:microsoft.com/office/officeart/2005/8/layout/hierarchy6"/>
    <dgm:cxn modelId="{30B0A5C4-2826-4DB4-B8CA-A353CA6803B1}" type="presParOf" srcId="{2087BEB0-8994-46E3-8339-BF61E47D2917}" destId="{ABB4139D-FC61-4CA4-804A-1B97A5ACFBF3}" srcOrd="0" destOrd="0" presId="urn:microsoft.com/office/officeart/2005/8/layout/hierarchy6"/>
    <dgm:cxn modelId="{17135DF0-C4D6-4B76-A039-37A6C8272D1A}" type="presParOf" srcId="{2087BEB0-8994-46E3-8339-BF61E47D2917}" destId="{90E72F39-1A77-4646-8369-0159D493BEE8}" srcOrd="1" destOrd="0" presId="urn:microsoft.com/office/officeart/2005/8/layout/hierarchy6"/>
    <dgm:cxn modelId="{4C64E40E-676A-4308-A74D-2DB6BD7688F4}" type="presParOf" srcId="{CEA4B6F3-B433-4713-8BFD-589EB1182D1E}" destId="{2A3F0C08-F68E-4D15-A24C-F0F3490863A6}" srcOrd="2" destOrd="0" presId="urn:microsoft.com/office/officeart/2005/8/layout/hierarchy6"/>
    <dgm:cxn modelId="{FA04603C-81A1-41F4-8C22-F160B00B04F4}" type="presParOf" srcId="{CEA4B6F3-B433-4713-8BFD-589EB1182D1E}" destId="{6A4AEB51-7926-4DF4-95A8-27578B56A729}" srcOrd="3" destOrd="0" presId="urn:microsoft.com/office/officeart/2005/8/layout/hierarchy6"/>
    <dgm:cxn modelId="{4C36C01B-BED0-4677-B83D-F2B1CD5993B8}" type="presParOf" srcId="{6A4AEB51-7926-4DF4-95A8-27578B56A729}" destId="{C00B5B54-D5F3-4E8E-AA60-DBB30DA66CEB}" srcOrd="0" destOrd="0" presId="urn:microsoft.com/office/officeart/2005/8/layout/hierarchy6"/>
    <dgm:cxn modelId="{46214DB6-6EE6-4272-B87D-46070C07954E}" type="presParOf" srcId="{6A4AEB51-7926-4DF4-95A8-27578B56A729}" destId="{1F34E1A1-DF97-4006-9C71-E23F390DAB7F}" srcOrd="1" destOrd="0" presId="urn:microsoft.com/office/officeart/2005/8/layout/hierarchy6"/>
    <dgm:cxn modelId="{DF4BA8C9-03AA-4209-8194-888D8CA243A9}" type="presParOf" srcId="{A6D26CCF-DC71-4292-BC30-9E8D3FDDC203}" destId="{AA1BCF02-0D39-49A8-97EC-987CAFDCA1F9}" srcOrd="2" destOrd="0" presId="urn:microsoft.com/office/officeart/2005/8/layout/hierarchy6"/>
    <dgm:cxn modelId="{F52B0B1B-6D30-45BF-97B6-F98F24B1F4CC}" type="presParOf" srcId="{A6D26CCF-DC71-4292-BC30-9E8D3FDDC203}" destId="{3B0E7C28-9CF8-40A9-9D31-323935516303}" srcOrd="3" destOrd="0" presId="urn:microsoft.com/office/officeart/2005/8/layout/hierarchy6"/>
    <dgm:cxn modelId="{7C9125AC-3A6C-4797-810E-864642E536B9}" type="presParOf" srcId="{3B0E7C28-9CF8-40A9-9D31-323935516303}" destId="{AFF8432A-ADCF-40EE-A0C2-B7456E4E7371}" srcOrd="0" destOrd="0" presId="urn:microsoft.com/office/officeart/2005/8/layout/hierarchy6"/>
    <dgm:cxn modelId="{EE530C21-60E4-445A-84D2-27492A6667E2}" type="presParOf" srcId="{3B0E7C28-9CF8-40A9-9D31-323935516303}" destId="{7098DE96-2534-4D2C-A1F9-5AD607D5E817}" srcOrd="1" destOrd="0" presId="urn:microsoft.com/office/officeart/2005/8/layout/hierarchy6"/>
    <dgm:cxn modelId="{42CDE8BA-203D-44E2-98F2-8E95C96CC738}" type="presParOf" srcId="{7098DE96-2534-4D2C-A1F9-5AD607D5E817}" destId="{7B9BFBF7-DEA7-4CD3-BBF2-CE8AB682B07B}" srcOrd="0" destOrd="0" presId="urn:microsoft.com/office/officeart/2005/8/layout/hierarchy6"/>
    <dgm:cxn modelId="{2FCCBE8E-09EA-430A-9569-9D11EB233C9B}" type="presParOf" srcId="{7098DE96-2534-4D2C-A1F9-5AD607D5E817}" destId="{AC6834B9-9D60-4B44-AC5C-CFD5704A97BD}" srcOrd="1" destOrd="0" presId="urn:microsoft.com/office/officeart/2005/8/layout/hierarchy6"/>
    <dgm:cxn modelId="{63B89898-31C8-4D53-A8D5-07BD97331E3C}" type="presParOf" srcId="{AC6834B9-9D60-4B44-AC5C-CFD5704A97BD}" destId="{4336BFC9-FE61-404A-BAF5-B9DF59B47DFE}" srcOrd="0" destOrd="0" presId="urn:microsoft.com/office/officeart/2005/8/layout/hierarchy6"/>
    <dgm:cxn modelId="{C27C3CE4-3FA2-4DBB-BF39-AD927B2ED26D}" type="presParOf" srcId="{AC6834B9-9D60-4B44-AC5C-CFD5704A97BD}" destId="{11AD96A1-0CB3-4165-B6FB-232BF2ADF5C1}" srcOrd="1" destOrd="0" presId="urn:microsoft.com/office/officeart/2005/8/layout/hierarchy6"/>
    <dgm:cxn modelId="{C7EE6FE1-759C-4B37-B647-229A7D1E8474}" type="presParOf" srcId="{7098DE96-2534-4D2C-A1F9-5AD607D5E817}" destId="{BFAFEA9F-DB55-4973-A7C2-3A6DB0FA39C8}" srcOrd="2" destOrd="0" presId="urn:microsoft.com/office/officeart/2005/8/layout/hierarchy6"/>
    <dgm:cxn modelId="{F3F07CB1-305A-4CBD-9D4C-75C8153F3C45}" type="presParOf" srcId="{7098DE96-2534-4D2C-A1F9-5AD607D5E817}" destId="{9CA32E08-8BD0-47F1-9E87-6CFF22CFCFAD}" srcOrd="3" destOrd="0" presId="urn:microsoft.com/office/officeart/2005/8/layout/hierarchy6"/>
    <dgm:cxn modelId="{6555BC54-05F6-4C63-9264-3D6369F501E7}" type="presParOf" srcId="{9CA32E08-8BD0-47F1-9E87-6CFF22CFCFAD}" destId="{1F70FEA6-92C2-44A1-B941-B2548F969D47}" srcOrd="0" destOrd="0" presId="urn:microsoft.com/office/officeart/2005/8/layout/hierarchy6"/>
    <dgm:cxn modelId="{1E8866AD-5D01-425D-93A6-8A55FB2340C5}" type="presParOf" srcId="{9CA32E08-8BD0-47F1-9E87-6CFF22CFCFAD}" destId="{FBE028B1-3E99-49D2-922E-5B90077C1E5F}" srcOrd="1" destOrd="0" presId="urn:microsoft.com/office/officeart/2005/8/layout/hierarchy6"/>
    <dgm:cxn modelId="{54B4ED86-D481-4532-9C1E-0DA760F0D6EE}" type="presParOf" srcId="{795F8D38-F273-4357-8278-7DE3F5760840}" destId="{7E63DA02-DECF-437D-A9F4-F60E0940C42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7B3AD6-D2F4-4D3D-825F-33770313BB27}">
      <dsp:nvSpPr>
        <dsp:cNvPr id="0" name=""/>
        <dsp:cNvSpPr/>
      </dsp:nvSpPr>
      <dsp:spPr>
        <a:xfrm>
          <a:off x="2864667" y="1599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4669</a:t>
          </a:r>
        </a:p>
      </dsp:txBody>
      <dsp:txXfrm>
        <a:off x="2878399" y="15331"/>
        <a:ext cx="675802" cy="441380"/>
      </dsp:txXfrm>
    </dsp:sp>
    <dsp:sp modelId="{384DE6B7-CD56-4C6E-B801-56C8DC0726AB}">
      <dsp:nvSpPr>
        <dsp:cNvPr id="0" name=""/>
        <dsp:cNvSpPr/>
      </dsp:nvSpPr>
      <dsp:spPr>
        <a:xfrm>
          <a:off x="2073492" y="470444"/>
          <a:ext cx="1142808" cy="187537"/>
        </a:xfrm>
        <a:custGeom>
          <a:avLst/>
          <a:gdLst/>
          <a:ahLst/>
          <a:cxnLst/>
          <a:rect l="0" t="0" r="0" b="0"/>
          <a:pathLst>
            <a:path>
              <a:moveTo>
                <a:pt x="1142808" y="0"/>
              </a:moveTo>
              <a:lnTo>
                <a:pt x="1142808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970B1A-1A53-40BC-B762-CD6FCEC99850}">
      <dsp:nvSpPr>
        <dsp:cNvPr id="0" name=""/>
        <dsp:cNvSpPr/>
      </dsp:nvSpPr>
      <dsp:spPr>
        <a:xfrm>
          <a:off x="1721858" y="657981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4901</a:t>
          </a:r>
        </a:p>
      </dsp:txBody>
      <dsp:txXfrm>
        <a:off x="1735590" y="671713"/>
        <a:ext cx="675802" cy="441380"/>
      </dsp:txXfrm>
    </dsp:sp>
    <dsp:sp modelId="{8963A563-9528-4454-8AA3-68751E3AD828}">
      <dsp:nvSpPr>
        <dsp:cNvPr id="0" name=""/>
        <dsp:cNvSpPr/>
      </dsp:nvSpPr>
      <dsp:spPr>
        <a:xfrm>
          <a:off x="1159245" y="1126826"/>
          <a:ext cx="914246" cy="187537"/>
        </a:xfrm>
        <a:custGeom>
          <a:avLst/>
          <a:gdLst/>
          <a:ahLst/>
          <a:cxnLst/>
          <a:rect l="0" t="0" r="0" b="0"/>
          <a:pathLst>
            <a:path>
              <a:moveTo>
                <a:pt x="914246" y="0"/>
              </a:moveTo>
              <a:lnTo>
                <a:pt x="914246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8E3467-626B-45AE-9442-C8A2B9FFDCF8}">
      <dsp:nvSpPr>
        <dsp:cNvPr id="0" name=""/>
        <dsp:cNvSpPr/>
      </dsp:nvSpPr>
      <dsp:spPr>
        <a:xfrm>
          <a:off x="807611" y="1314364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4930</a:t>
          </a:r>
        </a:p>
      </dsp:txBody>
      <dsp:txXfrm>
        <a:off x="821343" y="1328096"/>
        <a:ext cx="675802" cy="441380"/>
      </dsp:txXfrm>
    </dsp:sp>
    <dsp:sp modelId="{4E13CE57-DF35-4E72-91CA-A0E86CBC5245}">
      <dsp:nvSpPr>
        <dsp:cNvPr id="0" name=""/>
        <dsp:cNvSpPr/>
      </dsp:nvSpPr>
      <dsp:spPr>
        <a:xfrm>
          <a:off x="702121" y="1783209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457123" y="0"/>
              </a:moveTo>
              <a:lnTo>
                <a:pt x="457123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A6FF69-217A-4519-A19D-3E630816E02E}">
      <dsp:nvSpPr>
        <dsp:cNvPr id="0" name=""/>
        <dsp:cNvSpPr/>
      </dsp:nvSpPr>
      <dsp:spPr>
        <a:xfrm>
          <a:off x="350488" y="1970746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5073</a:t>
          </a:r>
        </a:p>
      </dsp:txBody>
      <dsp:txXfrm>
        <a:off x="364220" y="1984478"/>
        <a:ext cx="675802" cy="441380"/>
      </dsp:txXfrm>
    </dsp:sp>
    <dsp:sp modelId="{2959629B-9624-4CF1-8C75-00A693F26C16}">
      <dsp:nvSpPr>
        <dsp:cNvPr id="0" name=""/>
        <dsp:cNvSpPr/>
      </dsp:nvSpPr>
      <dsp:spPr>
        <a:xfrm>
          <a:off x="1159245" y="1783209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457123" y="93768"/>
              </a:lnTo>
              <a:lnTo>
                <a:pt x="457123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C5B53C-35CB-4A59-8D93-68A4FD64BC6F}">
      <dsp:nvSpPr>
        <dsp:cNvPr id="0" name=""/>
        <dsp:cNvSpPr/>
      </dsp:nvSpPr>
      <dsp:spPr>
        <a:xfrm>
          <a:off x="1264735" y="1970746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4967</a:t>
          </a:r>
        </a:p>
      </dsp:txBody>
      <dsp:txXfrm>
        <a:off x="1278467" y="1984478"/>
        <a:ext cx="675802" cy="441380"/>
      </dsp:txXfrm>
    </dsp:sp>
    <dsp:sp modelId="{4F98196D-E79E-4519-8C98-745210CEAA8E}">
      <dsp:nvSpPr>
        <dsp:cNvPr id="0" name=""/>
        <dsp:cNvSpPr/>
      </dsp:nvSpPr>
      <dsp:spPr>
        <a:xfrm>
          <a:off x="2073492" y="1126826"/>
          <a:ext cx="914246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914246" y="93768"/>
              </a:lnTo>
              <a:lnTo>
                <a:pt x="914246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B37A9B-1899-482E-87D8-9246BEC72BF3}">
      <dsp:nvSpPr>
        <dsp:cNvPr id="0" name=""/>
        <dsp:cNvSpPr/>
      </dsp:nvSpPr>
      <dsp:spPr>
        <a:xfrm>
          <a:off x="2636105" y="1314364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4910</a:t>
          </a:r>
        </a:p>
      </dsp:txBody>
      <dsp:txXfrm>
        <a:off x="2649837" y="1328096"/>
        <a:ext cx="675802" cy="441380"/>
      </dsp:txXfrm>
    </dsp:sp>
    <dsp:sp modelId="{B94C282B-D030-406A-A0CC-9E301442EE41}">
      <dsp:nvSpPr>
        <dsp:cNvPr id="0" name=""/>
        <dsp:cNvSpPr/>
      </dsp:nvSpPr>
      <dsp:spPr>
        <a:xfrm>
          <a:off x="2530615" y="1783209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457123" y="0"/>
              </a:moveTo>
              <a:lnTo>
                <a:pt x="457123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4C4399-3C63-4088-A8D8-1B50224CFDA4}">
      <dsp:nvSpPr>
        <dsp:cNvPr id="0" name=""/>
        <dsp:cNvSpPr/>
      </dsp:nvSpPr>
      <dsp:spPr>
        <a:xfrm>
          <a:off x="2178982" y="1970746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4946</a:t>
          </a:r>
        </a:p>
      </dsp:txBody>
      <dsp:txXfrm>
        <a:off x="2192714" y="1984478"/>
        <a:ext cx="675802" cy="441380"/>
      </dsp:txXfrm>
    </dsp:sp>
    <dsp:sp modelId="{64BD8B3D-461E-4D80-A7C5-59461F2E9B91}">
      <dsp:nvSpPr>
        <dsp:cNvPr id="0" name=""/>
        <dsp:cNvSpPr/>
      </dsp:nvSpPr>
      <dsp:spPr>
        <a:xfrm>
          <a:off x="2987739" y="1783209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457123" y="93768"/>
              </a:lnTo>
              <a:lnTo>
                <a:pt x="457123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DEB78D-1895-4494-ADFD-30C5E411989D}">
      <dsp:nvSpPr>
        <dsp:cNvPr id="0" name=""/>
        <dsp:cNvSpPr/>
      </dsp:nvSpPr>
      <dsp:spPr>
        <a:xfrm>
          <a:off x="3093229" y="1970746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5040</a:t>
          </a:r>
        </a:p>
      </dsp:txBody>
      <dsp:txXfrm>
        <a:off x="3106961" y="1984478"/>
        <a:ext cx="675802" cy="441380"/>
      </dsp:txXfrm>
    </dsp:sp>
    <dsp:sp modelId="{502DEBFF-A32B-4CF9-89A5-1DFE52C763A1}">
      <dsp:nvSpPr>
        <dsp:cNvPr id="0" name=""/>
        <dsp:cNvSpPr/>
      </dsp:nvSpPr>
      <dsp:spPr>
        <a:xfrm>
          <a:off x="3216300" y="470444"/>
          <a:ext cx="1142808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1142808" y="93768"/>
              </a:lnTo>
              <a:lnTo>
                <a:pt x="1142808" y="18753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4E15E-3B4B-42D8-862E-A975A9729BD8}">
      <dsp:nvSpPr>
        <dsp:cNvPr id="0" name=""/>
        <dsp:cNvSpPr/>
      </dsp:nvSpPr>
      <dsp:spPr>
        <a:xfrm>
          <a:off x="4007476" y="657981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5019</a:t>
          </a:r>
        </a:p>
      </dsp:txBody>
      <dsp:txXfrm>
        <a:off x="4021208" y="671713"/>
        <a:ext cx="675802" cy="441380"/>
      </dsp:txXfrm>
    </dsp:sp>
    <dsp:sp modelId="{B4722D48-D7EF-4076-8266-9A5E590F1E74}">
      <dsp:nvSpPr>
        <dsp:cNvPr id="0" name=""/>
        <dsp:cNvSpPr/>
      </dsp:nvSpPr>
      <dsp:spPr>
        <a:xfrm>
          <a:off x="3901986" y="1126826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457123" y="0"/>
              </a:moveTo>
              <a:lnTo>
                <a:pt x="457123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10E9C6-3BBF-4485-A51F-2AB9EB39ED63}">
      <dsp:nvSpPr>
        <dsp:cNvPr id="0" name=""/>
        <dsp:cNvSpPr/>
      </dsp:nvSpPr>
      <dsp:spPr>
        <a:xfrm>
          <a:off x="3550352" y="1314364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5139</a:t>
          </a:r>
        </a:p>
      </dsp:txBody>
      <dsp:txXfrm>
        <a:off x="3564084" y="1328096"/>
        <a:ext cx="675802" cy="441380"/>
      </dsp:txXfrm>
    </dsp:sp>
    <dsp:sp modelId="{952BE6E0-911E-4241-8DEF-9EF99F09EF10}">
      <dsp:nvSpPr>
        <dsp:cNvPr id="0" name=""/>
        <dsp:cNvSpPr/>
      </dsp:nvSpPr>
      <dsp:spPr>
        <a:xfrm>
          <a:off x="4359109" y="1126826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457123" y="93768"/>
              </a:lnTo>
              <a:lnTo>
                <a:pt x="457123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52357A-B0B4-4247-9B0F-659CE23DFB6C}">
      <dsp:nvSpPr>
        <dsp:cNvPr id="0" name=""/>
        <dsp:cNvSpPr/>
      </dsp:nvSpPr>
      <dsp:spPr>
        <a:xfrm>
          <a:off x="4464599" y="1314364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5144</a:t>
          </a:r>
        </a:p>
      </dsp:txBody>
      <dsp:txXfrm>
        <a:off x="4478331" y="1328096"/>
        <a:ext cx="675802" cy="441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2864667" y="1599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5144</a:t>
          </a:r>
        </a:p>
      </dsp:txBody>
      <dsp:txXfrm>
        <a:off x="2878399" y="15331"/>
        <a:ext cx="675802" cy="441380"/>
      </dsp:txXfrm>
    </dsp:sp>
    <dsp:sp modelId="{B24BB3AC-008B-4F67-9794-0D87BCBB43E5}">
      <dsp:nvSpPr>
        <dsp:cNvPr id="0" name=""/>
        <dsp:cNvSpPr/>
      </dsp:nvSpPr>
      <dsp:spPr>
        <a:xfrm>
          <a:off x="2073492" y="470444"/>
          <a:ext cx="1142808" cy="187537"/>
        </a:xfrm>
        <a:custGeom>
          <a:avLst/>
          <a:gdLst/>
          <a:ahLst/>
          <a:cxnLst/>
          <a:rect l="0" t="0" r="0" b="0"/>
          <a:pathLst>
            <a:path>
              <a:moveTo>
                <a:pt x="1142808" y="0"/>
              </a:moveTo>
              <a:lnTo>
                <a:pt x="1142808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721858" y="657981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5139</a:t>
          </a:r>
        </a:p>
      </dsp:txBody>
      <dsp:txXfrm>
        <a:off x="1735590" y="671713"/>
        <a:ext cx="675802" cy="441380"/>
      </dsp:txXfrm>
    </dsp:sp>
    <dsp:sp modelId="{B0367589-497A-4875-951F-45EC0E1C7C32}">
      <dsp:nvSpPr>
        <dsp:cNvPr id="0" name=""/>
        <dsp:cNvSpPr/>
      </dsp:nvSpPr>
      <dsp:spPr>
        <a:xfrm>
          <a:off x="1159245" y="1126826"/>
          <a:ext cx="914246" cy="187537"/>
        </a:xfrm>
        <a:custGeom>
          <a:avLst/>
          <a:gdLst/>
          <a:ahLst/>
          <a:cxnLst/>
          <a:rect l="0" t="0" r="0" b="0"/>
          <a:pathLst>
            <a:path>
              <a:moveTo>
                <a:pt x="914246" y="0"/>
              </a:moveTo>
              <a:lnTo>
                <a:pt x="914246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807611" y="1314364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5073</a:t>
          </a:r>
        </a:p>
      </dsp:txBody>
      <dsp:txXfrm>
        <a:off x="821343" y="1328096"/>
        <a:ext cx="675802" cy="441380"/>
      </dsp:txXfrm>
    </dsp:sp>
    <dsp:sp modelId="{DE793EE6-148F-4E33-850A-CCA6FDD4E953}">
      <dsp:nvSpPr>
        <dsp:cNvPr id="0" name=""/>
        <dsp:cNvSpPr/>
      </dsp:nvSpPr>
      <dsp:spPr>
        <a:xfrm>
          <a:off x="702121" y="1783209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457123" y="0"/>
              </a:moveTo>
              <a:lnTo>
                <a:pt x="457123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350488" y="1970746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4967</a:t>
          </a:r>
        </a:p>
      </dsp:txBody>
      <dsp:txXfrm>
        <a:off x="364220" y="1984478"/>
        <a:ext cx="675802" cy="441380"/>
      </dsp:txXfrm>
    </dsp:sp>
    <dsp:sp modelId="{B3EA0E01-1237-47A4-BC76-04D4C6D250B4}">
      <dsp:nvSpPr>
        <dsp:cNvPr id="0" name=""/>
        <dsp:cNvSpPr/>
      </dsp:nvSpPr>
      <dsp:spPr>
        <a:xfrm>
          <a:off x="1159245" y="1783209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457123" y="93768"/>
              </a:lnTo>
              <a:lnTo>
                <a:pt x="457123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264735" y="1970746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5019</a:t>
          </a:r>
        </a:p>
      </dsp:txBody>
      <dsp:txXfrm>
        <a:off x="1278467" y="1984478"/>
        <a:ext cx="675802" cy="441380"/>
      </dsp:txXfrm>
    </dsp:sp>
    <dsp:sp modelId="{C64A9CA2-04C0-44B6-96B1-FCF1A63B439D}">
      <dsp:nvSpPr>
        <dsp:cNvPr id="0" name=""/>
        <dsp:cNvSpPr/>
      </dsp:nvSpPr>
      <dsp:spPr>
        <a:xfrm>
          <a:off x="2073492" y="1126826"/>
          <a:ext cx="914246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914246" y="93768"/>
              </a:lnTo>
              <a:lnTo>
                <a:pt x="914246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636105" y="1314364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4946</a:t>
          </a:r>
        </a:p>
      </dsp:txBody>
      <dsp:txXfrm>
        <a:off x="2649837" y="1328096"/>
        <a:ext cx="675802" cy="441380"/>
      </dsp:txXfrm>
    </dsp:sp>
    <dsp:sp modelId="{112988A9-A465-452D-A67D-02E2008D0944}">
      <dsp:nvSpPr>
        <dsp:cNvPr id="0" name=""/>
        <dsp:cNvSpPr/>
      </dsp:nvSpPr>
      <dsp:spPr>
        <a:xfrm>
          <a:off x="2530615" y="1783209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457123" y="0"/>
              </a:moveTo>
              <a:lnTo>
                <a:pt x="457123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2178982" y="1970746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4669</a:t>
          </a:r>
        </a:p>
      </dsp:txBody>
      <dsp:txXfrm>
        <a:off x="2192714" y="1984478"/>
        <a:ext cx="675802" cy="441380"/>
      </dsp:txXfrm>
    </dsp:sp>
    <dsp:sp modelId="{A01CFBE1-D46D-4878-AE2C-9DC8FC615B1A}">
      <dsp:nvSpPr>
        <dsp:cNvPr id="0" name=""/>
        <dsp:cNvSpPr/>
      </dsp:nvSpPr>
      <dsp:spPr>
        <a:xfrm>
          <a:off x="2987739" y="1783209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457123" y="93768"/>
              </a:lnTo>
              <a:lnTo>
                <a:pt x="457123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3093229" y="1970746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4930</a:t>
          </a:r>
        </a:p>
      </dsp:txBody>
      <dsp:txXfrm>
        <a:off x="3106961" y="1984478"/>
        <a:ext cx="675802" cy="441380"/>
      </dsp:txXfrm>
    </dsp:sp>
    <dsp:sp modelId="{3C40A692-13D9-422B-B9FF-193B81CF340D}">
      <dsp:nvSpPr>
        <dsp:cNvPr id="0" name=""/>
        <dsp:cNvSpPr/>
      </dsp:nvSpPr>
      <dsp:spPr>
        <a:xfrm>
          <a:off x="3216300" y="470444"/>
          <a:ext cx="1142808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1142808" y="93768"/>
              </a:lnTo>
              <a:lnTo>
                <a:pt x="1142808" y="18753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4007476" y="657981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5040</a:t>
          </a:r>
        </a:p>
      </dsp:txBody>
      <dsp:txXfrm>
        <a:off x="4021208" y="671713"/>
        <a:ext cx="675802" cy="441380"/>
      </dsp:txXfrm>
    </dsp:sp>
    <dsp:sp modelId="{8EDEE330-77EE-4AD7-A556-1ABCCA4C4A49}">
      <dsp:nvSpPr>
        <dsp:cNvPr id="0" name=""/>
        <dsp:cNvSpPr/>
      </dsp:nvSpPr>
      <dsp:spPr>
        <a:xfrm>
          <a:off x="3901986" y="1126826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457123" y="0"/>
              </a:moveTo>
              <a:lnTo>
                <a:pt x="457123" y="93768"/>
              </a:lnTo>
              <a:lnTo>
                <a:pt x="0" y="93768"/>
              </a:lnTo>
              <a:lnTo>
                <a:pt x="0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A66481-C015-444E-A158-F2EECADAD76F}">
      <dsp:nvSpPr>
        <dsp:cNvPr id="0" name=""/>
        <dsp:cNvSpPr/>
      </dsp:nvSpPr>
      <dsp:spPr>
        <a:xfrm>
          <a:off x="3550352" y="1314364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4910</a:t>
          </a:r>
        </a:p>
      </dsp:txBody>
      <dsp:txXfrm>
        <a:off x="3564084" y="1328096"/>
        <a:ext cx="675802" cy="441380"/>
      </dsp:txXfrm>
    </dsp:sp>
    <dsp:sp modelId="{5FF37B24-8B9C-4A73-8099-97320B73F4FA}">
      <dsp:nvSpPr>
        <dsp:cNvPr id="0" name=""/>
        <dsp:cNvSpPr/>
      </dsp:nvSpPr>
      <dsp:spPr>
        <a:xfrm>
          <a:off x="4359109" y="1126826"/>
          <a:ext cx="457123" cy="187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768"/>
              </a:lnTo>
              <a:lnTo>
                <a:pt x="457123" y="93768"/>
              </a:lnTo>
              <a:lnTo>
                <a:pt x="457123" y="187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4464599" y="1314364"/>
          <a:ext cx="703266" cy="46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4901</a:t>
          </a:r>
        </a:p>
      </dsp:txBody>
      <dsp:txXfrm>
        <a:off x="4478331" y="1328096"/>
        <a:ext cx="675802" cy="4413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3026996" y="317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5144</a:t>
          </a:r>
        </a:p>
      </dsp:txBody>
      <dsp:txXfrm>
        <a:off x="3038606" y="11927"/>
        <a:ext cx="571370" cy="373173"/>
      </dsp:txXfrm>
    </dsp:sp>
    <dsp:sp modelId="{B24BB3AC-008B-4F67-9794-0D87BCBB43E5}">
      <dsp:nvSpPr>
        <dsp:cNvPr id="0" name=""/>
        <dsp:cNvSpPr/>
      </dsp:nvSpPr>
      <dsp:spPr>
        <a:xfrm>
          <a:off x="2164840" y="396711"/>
          <a:ext cx="1159451" cy="158557"/>
        </a:xfrm>
        <a:custGeom>
          <a:avLst/>
          <a:gdLst/>
          <a:ahLst/>
          <a:cxnLst/>
          <a:rect l="0" t="0" r="0" b="0"/>
          <a:pathLst>
            <a:path>
              <a:moveTo>
                <a:pt x="1159451" y="0"/>
              </a:moveTo>
              <a:lnTo>
                <a:pt x="1159451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867545" y="555268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5139</a:t>
          </a:r>
        </a:p>
      </dsp:txBody>
      <dsp:txXfrm>
        <a:off x="1879155" y="566878"/>
        <a:ext cx="571370" cy="373173"/>
      </dsp:txXfrm>
    </dsp:sp>
    <dsp:sp modelId="{B0367589-497A-4875-951F-45EC0E1C7C32}">
      <dsp:nvSpPr>
        <dsp:cNvPr id="0" name=""/>
        <dsp:cNvSpPr/>
      </dsp:nvSpPr>
      <dsp:spPr>
        <a:xfrm>
          <a:off x="1391872" y="951662"/>
          <a:ext cx="772967" cy="158557"/>
        </a:xfrm>
        <a:custGeom>
          <a:avLst/>
          <a:gdLst/>
          <a:ahLst/>
          <a:cxnLst/>
          <a:rect l="0" t="0" r="0" b="0"/>
          <a:pathLst>
            <a:path>
              <a:moveTo>
                <a:pt x="772967" y="0"/>
              </a:moveTo>
              <a:lnTo>
                <a:pt x="772967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1094577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5073</a:t>
          </a:r>
        </a:p>
      </dsp:txBody>
      <dsp:txXfrm>
        <a:off x="1106187" y="1121829"/>
        <a:ext cx="571370" cy="373173"/>
      </dsp:txXfrm>
    </dsp:sp>
    <dsp:sp modelId="{DE793EE6-148F-4E33-850A-CCA6FDD4E953}">
      <dsp:nvSpPr>
        <dsp:cNvPr id="0" name=""/>
        <dsp:cNvSpPr/>
      </dsp:nvSpPr>
      <dsp:spPr>
        <a:xfrm>
          <a:off x="1005388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708093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4967</a:t>
          </a:r>
        </a:p>
      </dsp:txBody>
      <dsp:txXfrm>
        <a:off x="719703" y="1676780"/>
        <a:ext cx="571370" cy="373173"/>
      </dsp:txXfrm>
    </dsp:sp>
    <dsp:sp modelId="{B3EA0E01-1237-47A4-BC76-04D4C6D250B4}">
      <dsp:nvSpPr>
        <dsp:cNvPr id="0" name=""/>
        <dsp:cNvSpPr/>
      </dsp:nvSpPr>
      <dsp:spPr>
        <a:xfrm>
          <a:off x="1391872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481061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5019</a:t>
          </a:r>
        </a:p>
      </dsp:txBody>
      <dsp:txXfrm>
        <a:off x="1492671" y="1676780"/>
        <a:ext cx="571370" cy="373173"/>
      </dsp:txXfrm>
    </dsp:sp>
    <dsp:sp modelId="{C64A9CA2-04C0-44B6-96B1-FCF1A63B439D}">
      <dsp:nvSpPr>
        <dsp:cNvPr id="0" name=""/>
        <dsp:cNvSpPr/>
      </dsp:nvSpPr>
      <dsp:spPr>
        <a:xfrm>
          <a:off x="2164840" y="951662"/>
          <a:ext cx="772967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772967" y="79278"/>
              </a:lnTo>
              <a:lnTo>
                <a:pt x="772967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640512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4946</a:t>
          </a:r>
        </a:p>
      </dsp:txBody>
      <dsp:txXfrm>
        <a:off x="2652122" y="1121829"/>
        <a:ext cx="571370" cy="373173"/>
      </dsp:txXfrm>
    </dsp:sp>
    <dsp:sp modelId="{112988A9-A465-452D-A67D-02E2008D0944}">
      <dsp:nvSpPr>
        <dsp:cNvPr id="0" name=""/>
        <dsp:cNvSpPr/>
      </dsp:nvSpPr>
      <dsp:spPr>
        <a:xfrm>
          <a:off x="2551324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2254028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4669</a:t>
          </a:r>
        </a:p>
      </dsp:txBody>
      <dsp:txXfrm>
        <a:off x="2265638" y="1676780"/>
        <a:ext cx="571370" cy="373173"/>
      </dsp:txXfrm>
    </dsp:sp>
    <dsp:sp modelId="{A01CFBE1-D46D-4878-AE2C-9DC8FC615B1A}">
      <dsp:nvSpPr>
        <dsp:cNvPr id="0" name=""/>
        <dsp:cNvSpPr/>
      </dsp:nvSpPr>
      <dsp:spPr>
        <a:xfrm>
          <a:off x="2937808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3026996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4930</a:t>
          </a:r>
        </a:p>
      </dsp:txBody>
      <dsp:txXfrm>
        <a:off x="3038606" y="1676780"/>
        <a:ext cx="571370" cy="373173"/>
      </dsp:txXfrm>
    </dsp:sp>
    <dsp:sp modelId="{3C40A692-13D9-422B-B9FF-193B81CF340D}">
      <dsp:nvSpPr>
        <dsp:cNvPr id="0" name=""/>
        <dsp:cNvSpPr/>
      </dsp:nvSpPr>
      <dsp:spPr>
        <a:xfrm>
          <a:off x="3324291" y="396711"/>
          <a:ext cx="1159451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1159451" y="79278"/>
              </a:lnTo>
              <a:lnTo>
                <a:pt x="1159451" y="15855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4186448" y="555268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5040</a:t>
          </a:r>
        </a:p>
      </dsp:txBody>
      <dsp:txXfrm>
        <a:off x="4198058" y="566878"/>
        <a:ext cx="571370" cy="373173"/>
      </dsp:txXfrm>
    </dsp:sp>
    <dsp:sp modelId="{69C3670A-1514-4A63-9A6E-6F43E7A9157D}">
      <dsp:nvSpPr>
        <dsp:cNvPr id="0" name=""/>
        <dsp:cNvSpPr/>
      </dsp:nvSpPr>
      <dsp:spPr>
        <a:xfrm>
          <a:off x="4097259" y="951662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EA27A-E629-4358-81A0-AE031994D5ED}">
      <dsp:nvSpPr>
        <dsp:cNvPr id="0" name=""/>
        <dsp:cNvSpPr/>
      </dsp:nvSpPr>
      <dsp:spPr>
        <a:xfrm>
          <a:off x="3799964" y="1110219"/>
          <a:ext cx="594590" cy="396393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5150</a:t>
          </a:r>
        </a:p>
      </dsp:txBody>
      <dsp:txXfrm>
        <a:off x="3811574" y="1121829"/>
        <a:ext cx="571370" cy="373173"/>
      </dsp:txXfrm>
    </dsp:sp>
    <dsp:sp modelId="{8EDEE330-77EE-4AD7-A556-1ABCCA4C4A49}">
      <dsp:nvSpPr>
        <dsp:cNvPr id="0" name=""/>
        <dsp:cNvSpPr/>
      </dsp:nvSpPr>
      <dsp:spPr>
        <a:xfrm>
          <a:off x="4051539" y="1506613"/>
          <a:ext cx="91440" cy="1585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A66481-C015-444E-A158-F2EECADAD76F}">
      <dsp:nvSpPr>
        <dsp:cNvPr id="0" name=""/>
        <dsp:cNvSpPr/>
      </dsp:nvSpPr>
      <dsp:spPr>
        <a:xfrm>
          <a:off x="3799964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4910</a:t>
          </a:r>
        </a:p>
      </dsp:txBody>
      <dsp:txXfrm>
        <a:off x="3811574" y="1676780"/>
        <a:ext cx="571370" cy="373173"/>
      </dsp:txXfrm>
    </dsp:sp>
    <dsp:sp modelId="{5FF37B24-8B9C-4A73-8099-97320B73F4FA}">
      <dsp:nvSpPr>
        <dsp:cNvPr id="0" name=""/>
        <dsp:cNvSpPr/>
      </dsp:nvSpPr>
      <dsp:spPr>
        <a:xfrm>
          <a:off x="4483743" y="951662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4572931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4901</a:t>
          </a:r>
        </a:p>
      </dsp:txBody>
      <dsp:txXfrm>
        <a:off x="4584541" y="1121829"/>
        <a:ext cx="571370" cy="3731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3026996" y="317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5144</a:t>
          </a:r>
        </a:p>
      </dsp:txBody>
      <dsp:txXfrm>
        <a:off x="3038606" y="11927"/>
        <a:ext cx="571370" cy="373173"/>
      </dsp:txXfrm>
    </dsp:sp>
    <dsp:sp modelId="{B24BB3AC-008B-4F67-9794-0D87BCBB43E5}">
      <dsp:nvSpPr>
        <dsp:cNvPr id="0" name=""/>
        <dsp:cNvSpPr/>
      </dsp:nvSpPr>
      <dsp:spPr>
        <a:xfrm>
          <a:off x="2164840" y="396711"/>
          <a:ext cx="1159451" cy="158557"/>
        </a:xfrm>
        <a:custGeom>
          <a:avLst/>
          <a:gdLst/>
          <a:ahLst/>
          <a:cxnLst/>
          <a:rect l="0" t="0" r="0" b="0"/>
          <a:pathLst>
            <a:path>
              <a:moveTo>
                <a:pt x="1159451" y="0"/>
              </a:moveTo>
              <a:lnTo>
                <a:pt x="1159451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867545" y="555268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5139</a:t>
          </a:r>
        </a:p>
      </dsp:txBody>
      <dsp:txXfrm>
        <a:off x="1879155" y="566878"/>
        <a:ext cx="571370" cy="373173"/>
      </dsp:txXfrm>
    </dsp:sp>
    <dsp:sp modelId="{B0367589-497A-4875-951F-45EC0E1C7C32}">
      <dsp:nvSpPr>
        <dsp:cNvPr id="0" name=""/>
        <dsp:cNvSpPr/>
      </dsp:nvSpPr>
      <dsp:spPr>
        <a:xfrm>
          <a:off x="1391872" y="951662"/>
          <a:ext cx="772967" cy="158557"/>
        </a:xfrm>
        <a:custGeom>
          <a:avLst/>
          <a:gdLst/>
          <a:ahLst/>
          <a:cxnLst/>
          <a:rect l="0" t="0" r="0" b="0"/>
          <a:pathLst>
            <a:path>
              <a:moveTo>
                <a:pt x="772967" y="0"/>
              </a:moveTo>
              <a:lnTo>
                <a:pt x="772967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1094577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5073</a:t>
          </a:r>
        </a:p>
      </dsp:txBody>
      <dsp:txXfrm>
        <a:off x="1106187" y="1121829"/>
        <a:ext cx="571370" cy="373173"/>
      </dsp:txXfrm>
    </dsp:sp>
    <dsp:sp modelId="{DE793EE6-148F-4E33-850A-CCA6FDD4E953}">
      <dsp:nvSpPr>
        <dsp:cNvPr id="0" name=""/>
        <dsp:cNvSpPr/>
      </dsp:nvSpPr>
      <dsp:spPr>
        <a:xfrm>
          <a:off x="1005388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708093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4967</a:t>
          </a:r>
        </a:p>
      </dsp:txBody>
      <dsp:txXfrm>
        <a:off x="719703" y="1676780"/>
        <a:ext cx="571370" cy="373173"/>
      </dsp:txXfrm>
    </dsp:sp>
    <dsp:sp modelId="{B3EA0E01-1237-47A4-BC76-04D4C6D250B4}">
      <dsp:nvSpPr>
        <dsp:cNvPr id="0" name=""/>
        <dsp:cNvSpPr/>
      </dsp:nvSpPr>
      <dsp:spPr>
        <a:xfrm>
          <a:off x="1391872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481061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5019</a:t>
          </a:r>
        </a:p>
      </dsp:txBody>
      <dsp:txXfrm>
        <a:off x="1492671" y="1676780"/>
        <a:ext cx="571370" cy="373173"/>
      </dsp:txXfrm>
    </dsp:sp>
    <dsp:sp modelId="{C64A9CA2-04C0-44B6-96B1-FCF1A63B439D}">
      <dsp:nvSpPr>
        <dsp:cNvPr id="0" name=""/>
        <dsp:cNvSpPr/>
      </dsp:nvSpPr>
      <dsp:spPr>
        <a:xfrm>
          <a:off x="2164840" y="951662"/>
          <a:ext cx="772967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772967" y="79278"/>
              </a:lnTo>
              <a:lnTo>
                <a:pt x="772967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640512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4946</a:t>
          </a:r>
        </a:p>
      </dsp:txBody>
      <dsp:txXfrm>
        <a:off x="2652122" y="1121829"/>
        <a:ext cx="571370" cy="373173"/>
      </dsp:txXfrm>
    </dsp:sp>
    <dsp:sp modelId="{112988A9-A465-452D-A67D-02E2008D0944}">
      <dsp:nvSpPr>
        <dsp:cNvPr id="0" name=""/>
        <dsp:cNvSpPr/>
      </dsp:nvSpPr>
      <dsp:spPr>
        <a:xfrm>
          <a:off x="2551324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2254028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4669</a:t>
          </a:r>
        </a:p>
      </dsp:txBody>
      <dsp:txXfrm>
        <a:off x="2265638" y="1676780"/>
        <a:ext cx="571370" cy="373173"/>
      </dsp:txXfrm>
    </dsp:sp>
    <dsp:sp modelId="{A01CFBE1-D46D-4878-AE2C-9DC8FC615B1A}">
      <dsp:nvSpPr>
        <dsp:cNvPr id="0" name=""/>
        <dsp:cNvSpPr/>
      </dsp:nvSpPr>
      <dsp:spPr>
        <a:xfrm>
          <a:off x="2937808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3026996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4930</a:t>
          </a:r>
        </a:p>
      </dsp:txBody>
      <dsp:txXfrm>
        <a:off x="3038606" y="1676780"/>
        <a:ext cx="571370" cy="373173"/>
      </dsp:txXfrm>
    </dsp:sp>
    <dsp:sp modelId="{3C40A692-13D9-422B-B9FF-193B81CF340D}">
      <dsp:nvSpPr>
        <dsp:cNvPr id="0" name=""/>
        <dsp:cNvSpPr/>
      </dsp:nvSpPr>
      <dsp:spPr>
        <a:xfrm>
          <a:off x="3324291" y="396711"/>
          <a:ext cx="1159451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1159451" y="79278"/>
              </a:lnTo>
              <a:lnTo>
                <a:pt x="1159451" y="15855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4186448" y="555268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5040</a:t>
          </a:r>
        </a:p>
      </dsp:txBody>
      <dsp:txXfrm>
        <a:off x="4198058" y="566878"/>
        <a:ext cx="571370" cy="373173"/>
      </dsp:txXfrm>
    </dsp:sp>
    <dsp:sp modelId="{8EDEE330-77EE-4AD7-A556-1ABCCA4C4A49}">
      <dsp:nvSpPr>
        <dsp:cNvPr id="0" name=""/>
        <dsp:cNvSpPr/>
      </dsp:nvSpPr>
      <dsp:spPr>
        <a:xfrm>
          <a:off x="4097259" y="951662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A66481-C015-444E-A158-F2EECADAD76F}">
      <dsp:nvSpPr>
        <dsp:cNvPr id="0" name=""/>
        <dsp:cNvSpPr/>
      </dsp:nvSpPr>
      <dsp:spPr>
        <a:xfrm>
          <a:off x="3799964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4910</a:t>
          </a:r>
        </a:p>
      </dsp:txBody>
      <dsp:txXfrm>
        <a:off x="3811574" y="1121829"/>
        <a:ext cx="571370" cy="373173"/>
      </dsp:txXfrm>
    </dsp:sp>
    <dsp:sp modelId="{C699C1BD-71B6-4353-9A9E-3BA55540F2E0}">
      <dsp:nvSpPr>
        <dsp:cNvPr id="0" name=""/>
        <dsp:cNvSpPr/>
      </dsp:nvSpPr>
      <dsp:spPr>
        <a:xfrm>
          <a:off x="4051539" y="1506613"/>
          <a:ext cx="91440" cy="1585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C5D4B2-2B2B-49E8-ADAF-EBD9344B3C30}">
      <dsp:nvSpPr>
        <dsp:cNvPr id="0" name=""/>
        <dsp:cNvSpPr/>
      </dsp:nvSpPr>
      <dsp:spPr>
        <a:xfrm>
          <a:off x="3799964" y="1665170"/>
          <a:ext cx="594590" cy="396393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5150</a:t>
          </a:r>
        </a:p>
      </dsp:txBody>
      <dsp:txXfrm>
        <a:off x="3811574" y="1676780"/>
        <a:ext cx="571370" cy="373173"/>
      </dsp:txXfrm>
    </dsp:sp>
    <dsp:sp modelId="{5FF37B24-8B9C-4A73-8099-97320B73F4FA}">
      <dsp:nvSpPr>
        <dsp:cNvPr id="0" name=""/>
        <dsp:cNvSpPr/>
      </dsp:nvSpPr>
      <dsp:spPr>
        <a:xfrm>
          <a:off x="4483743" y="951662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4572931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4901</a:t>
          </a:r>
        </a:p>
      </dsp:txBody>
      <dsp:txXfrm>
        <a:off x="4584541" y="1121829"/>
        <a:ext cx="571370" cy="3731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3026996" y="317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5144</a:t>
          </a:r>
        </a:p>
      </dsp:txBody>
      <dsp:txXfrm>
        <a:off x="3038606" y="11927"/>
        <a:ext cx="571370" cy="373173"/>
      </dsp:txXfrm>
    </dsp:sp>
    <dsp:sp modelId="{B24BB3AC-008B-4F67-9794-0D87BCBB43E5}">
      <dsp:nvSpPr>
        <dsp:cNvPr id="0" name=""/>
        <dsp:cNvSpPr/>
      </dsp:nvSpPr>
      <dsp:spPr>
        <a:xfrm>
          <a:off x="2164840" y="396711"/>
          <a:ext cx="1159451" cy="158557"/>
        </a:xfrm>
        <a:custGeom>
          <a:avLst/>
          <a:gdLst/>
          <a:ahLst/>
          <a:cxnLst/>
          <a:rect l="0" t="0" r="0" b="0"/>
          <a:pathLst>
            <a:path>
              <a:moveTo>
                <a:pt x="1159451" y="0"/>
              </a:moveTo>
              <a:lnTo>
                <a:pt x="1159451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867545" y="555268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5139</a:t>
          </a:r>
        </a:p>
      </dsp:txBody>
      <dsp:txXfrm>
        <a:off x="1879155" y="566878"/>
        <a:ext cx="571370" cy="373173"/>
      </dsp:txXfrm>
    </dsp:sp>
    <dsp:sp modelId="{B0367589-497A-4875-951F-45EC0E1C7C32}">
      <dsp:nvSpPr>
        <dsp:cNvPr id="0" name=""/>
        <dsp:cNvSpPr/>
      </dsp:nvSpPr>
      <dsp:spPr>
        <a:xfrm>
          <a:off x="1391872" y="951662"/>
          <a:ext cx="772967" cy="158557"/>
        </a:xfrm>
        <a:custGeom>
          <a:avLst/>
          <a:gdLst/>
          <a:ahLst/>
          <a:cxnLst/>
          <a:rect l="0" t="0" r="0" b="0"/>
          <a:pathLst>
            <a:path>
              <a:moveTo>
                <a:pt x="772967" y="0"/>
              </a:moveTo>
              <a:lnTo>
                <a:pt x="772967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1094577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5073</a:t>
          </a:r>
        </a:p>
      </dsp:txBody>
      <dsp:txXfrm>
        <a:off x="1106187" y="1121829"/>
        <a:ext cx="571370" cy="373173"/>
      </dsp:txXfrm>
    </dsp:sp>
    <dsp:sp modelId="{DE793EE6-148F-4E33-850A-CCA6FDD4E953}">
      <dsp:nvSpPr>
        <dsp:cNvPr id="0" name=""/>
        <dsp:cNvSpPr/>
      </dsp:nvSpPr>
      <dsp:spPr>
        <a:xfrm>
          <a:off x="1005388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708093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4967</a:t>
          </a:r>
        </a:p>
      </dsp:txBody>
      <dsp:txXfrm>
        <a:off x="719703" y="1676780"/>
        <a:ext cx="571370" cy="373173"/>
      </dsp:txXfrm>
    </dsp:sp>
    <dsp:sp modelId="{B3EA0E01-1237-47A4-BC76-04D4C6D250B4}">
      <dsp:nvSpPr>
        <dsp:cNvPr id="0" name=""/>
        <dsp:cNvSpPr/>
      </dsp:nvSpPr>
      <dsp:spPr>
        <a:xfrm>
          <a:off x="1391872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481061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5019</a:t>
          </a:r>
        </a:p>
      </dsp:txBody>
      <dsp:txXfrm>
        <a:off x="1492671" y="1676780"/>
        <a:ext cx="571370" cy="373173"/>
      </dsp:txXfrm>
    </dsp:sp>
    <dsp:sp modelId="{C64A9CA2-04C0-44B6-96B1-FCF1A63B439D}">
      <dsp:nvSpPr>
        <dsp:cNvPr id="0" name=""/>
        <dsp:cNvSpPr/>
      </dsp:nvSpPr>
      <dsp:spPr>
        <a:xfrm>
          <a:off x="2164840" y="951662"/>
          <a:ext cx="772967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772967" y="79278"/>
              </a:lnTo>
              <a:lnTo>
                <a:pt x="772967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640512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4946</a:t>
          </a:r>
        </a:p>
      </dsp:txBody>
      <dsp:txXfrm>
        <a:off x="2652122" y="1121829"/>
        <a:ext cx="571370" cy="373173"/>
      </dsp:txXfrm>
    </dsp:sp>
    <dsp:sp modelId="{112988A9-A465-452D-A67D-02E2008D0944}">
      <dsp:nvSpPr>
        <dsp:cNvPr id="0" name=""/>
        <dsp:cNvSpPr/>
      </dsp:nvSpPr>
      <dsp:spPr>
        <a:xfrm>
          <a:off x="2551324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2254028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4669</a:t>
          </a:r>
        </a:p>
      </dsp:txBody>
      <dsp:txXfrm>
        <a:off x="2265638" y="1676780"/>
        <a:ext cx="571370" cy="373173"/>
      </dsp:txXfrm>
    </dsp:sp>
    <dsp:sp modelId="{A01CFBE1-D46D-4878-AE2C-9DC8FC615B1A}">
      <dsp:nvSpPr>
        <dsp:cNvPr id="0" name=""/>
        <dsp:cNvSpPr/>
      </dsp:nvSpPr>
      <dsp:spPr>
        <a:xfrm>
          <a:off x="2937808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3026996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4930</a:t>
          </a:r>
        </a:p>
      </dsp:txBody>
      <dsp:txXfrm>
        <a:off x="3038606" y="1676780"/>
        <a:ext cx="571370" cy="373173"/>
      </dsp:txXfrm>
    </dsp:sp>
    <dsp:sp modelId="{3C40A692-13D9-422B-B9FF-193B81CF340D}">
      <dsp:nvSpPr>
        <dsp:cNvPr id="0" name=""/>
        <dsp:cNvSpPr/>
      </dsp:nvSpPr>
      <dsp:spPr>
        <a:xfrm>
          <a:off x="3324291" y="396711"/>
          <a:ext cx="1159451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1159451" y="79278"/>
              </a:lnTo>
              <a:lnTo>
                <a:pt x="1159451" y="15855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4186448" y="555268"/>
          <a:ext cx="594590" cy="396393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5150</a:t>
          </a:r>
        </a:p>
      </dsp:txBody>
      <dsp:txXfrm>
        <a:off x="4198058" y="566878"/>
        <a:ext cx="571370" cy="373173"/>
      </dsp:txXfrm>
    </dsp:sp>
    <dsp:sp modelId="{69C3670A-1514-4A63-9A6E-6F43E7A9157D}">
      <dsp:nvSpPr>
        <dsp:cNvPr id="0" name=""/>
        <dsp:cNvSpPr/>
      </dsp:nvSpPr>
      <dsp:spPr>
        <a:xfrm>
          <a:off x="4097259" y="951662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EA27A-E629-4358-81A0-AE031994D5ED}">
      <dsp:nvSpPr>
        <dsp:cNvPr id="0" name=""/>
        <dsp:cNvSpPr/>
      </dsp:nvSpPr>
      <dsp:spPr>
        <a:xfrm>
          <a:off x="3799964" y="1110219"/>
          <a:ext cx="594590" cy="396393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5040</a:t>
          </a:r>
        </a:p>
      </dsp:txBody>
      <dsp:txXfrm>
        <a:off x="3811574" y="1121829"/>
        <a:ext cx="571370" cy="373173"/>
      </dsp:txXfrm>
    </dsp:sp>
    <dsp:sp modelId="{8EDEE330-77EE-4AD7-A556-1ABCCA4C4A49}">
      <dsp:nvSpPr>
        <dsp:cNvPr id="0" name=""/>
        <dsp:cNvSpPr/>
      </dsp:nvSpPr>
      <dsp:spPr>
        <a:xfrm>
          <a:off x="4051539" y="1506613"/>
          <a:ext cx="91440" cy="1585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A66481-C015-444E-A158-F2EECADAD76F}">
      <dsp:nvSpPr>
        <dsp:cNvPr id="0" name=""/>
        <dsp:cNvSpPr/>
      </dsp:nvSpPr>
      <dsp:spPr>
        <a:xfrm>
          <a:off x="3799964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4910</a:t>
          </a:r>
        </a:p>
      </dsp:txBody>
      <dsp:txXfrm>
        <a:off x="3811574" y="1676780"/>
        <a:ext cx="571370" cy="373173"/>
      </dsp:txXfrm>
    </dsp:sp>
    <dsp:sp modelId="{5FF37B24-8B9C-4A73-8099-97320B73F4FA}">
      <dsp:nvSpPr>
        <dsp:cNvPr id="0" name=""/>
        <dsp:cNvSpPr/>
      </dsp:nvSpPr>
      <dsp:spPr>
        <a:xfrm>
          <a:off x="4483743" y="951662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4572931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4901</a:t>
          </a:r>
        </a:p>
      </dsp:txBody>
      <dsp:txXfrm>
        <a:off x="4584541" y="1121829"/>
        <a:ext cx="571370" cy="3731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3026996" y="317"/>
          <a:ext cx="594590" cy="396393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5150</a:t>
          </a:r>
        </a:p>
      </dsp:txBody>
      <dsp:txXfrm>
        <a:off x="3038606" y="11927"/>
        <a:ext cx="571370" cy="373173"/>
      </dsp:txXfrm>
    </dsp:sp>
    <dsp:sp modelId="{B24BB3AC-008B-4F67-9794-0D87BCBB43E5}">
      <dsp:nvSpPr>
        <dsp:cNvPr id="0" name=""/>
        <dsp:cNvSpPr/>
      </dsp:nvSpPr>
      <dsp:spPr>
        <a:xfrm>
          <a:off x="2164840" y="396711"/>
          <a:ext cx="1159451" cy="158557"/>
        </a:xfrm>
        <a:custGeom>
          <a:avLst/>
          <a:gdLst/>
          <a:ahLst/>
          <a:cxnLst/>
          <a:rect l="0" t="0" r="0" b="0"/>
          <a:pathLst>
            <a:path>
              <a:moveTo>
                <a:pt x="1159451" y="0"/>
              </a:moveTo>
              <a:lnTo>
                <a:pt x="1159451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867545" y="555268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5139</a:t>
          </a:r>
        </a:p>
      </dsp:txBody>
      <dsp:txXfrm>
        <a:off x="1879155" y="566878"/>
        <a:ext cx="571370" cy="373173"/>
      </dsp:txXfrm>
    </dsp:sp>
    <dsp:sp modelId="{B0367589-497A-4875-951F-45EC0E1C7C32}">
      <dsp:nvSpPr>
        <dsp:cNvPr id="0" name=""/>
        <dsp:cNvSpPr/>
      </dsp:nvSpPr>
      <dsp:spPr>
        <a:xfrm>
          <a:off x="1391872" y="951662"/>
          <a:ext cx="772967" cy="158557"/>
        </a:xfrm>
        <a:custGeom>
          <a:avLst/>
          <a:gdLst/>
          <a:ahLst/>
          <a:cxnLst/>
          <a:rect l="0" t="0" r="0" b="0"/>
          <a:pathLst>
            <a:path>
              <a:moveTo>
                <a:pt x="772967" y="0"/>
              </a:moveTo>
              <a:lnTo>
                <a:pt x="772967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1094577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5073</a:t>
          </a:r>
        </a:p>
      </dsp:txBody>
      <dsp:txXfrm>
        <a:off x="1106187" y="1121829"/>
        <a:ext cx="571370" cy="373173"/>
      </dsp:txXfrm>
    </dsp:sp>
    <dsp:sp modelId="{DE793EE6-148F-4E33-850A-CCA6FDD4E953}">
      <dsp:nvSpPr>
        <dsp:cNvPr id="0" name=""/>
        <dsp:cNvSpPr/>
      </dsp:nvSpPr>
      <dsp:spPr>
        <a:xfrm>
          <a:off x="1005388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708093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4967</a:t>
          </a:r>
        </a:p>
      </dsp:txBody>
      <dsp:txXfrm>
        <a:off x="719703" y="1676780"/>
        <a:ext cx="571370" cy="373173"/>
      </dsp:txXfrm>
    </dsp:sp>
    <dsp:sp modelId="{B3EA0E01-1237-47A4-BC76-04D4C6D250B4}">
      <dsp:nvSpPr>
        <dsp:cNvPr id="0" name=""/>
        <dsp:cNvSpPr/>
      </dsp:nvSpPr>
      <dsp:spPr>
        <a:xfrm>
          <a:off x="1391872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481061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5019</a:t>
          </a:r>
        </a:p>
      </dsp:txBody>
      <dsp:txXfrm>
        <a:off x="1492671" y="1676780"/>
        <a:ext cx="571370" cy="373173"/>
      </dsp:txXfrm>
    </dsp:sp>
    <dsp:sp modelId="{C64A9CA2-04C0-44B6-96B1-FCF1A63B439D}">
      <dsp:nvSpPr>
        <dsp:cNvPr id="0" name=""/>
        <dsp:cNvSpPr/>
      </dsp:nvSpPr>
      <dsp:spPr>
        <a:xfrm>
          <a:off x="2164840" y="951662"/>
          <a:ext cx="772967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772967" y="79278"/>
              </a:lnTo>
              <a:lnTo>
                <a:pt x="772967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640512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4946</a:t>
          </a:r>
        </a:p>
      </dsp:txBody>
      <dsp:txXfrm>
        <a:off x="2652122" y="1121829"/>
        <a:ext cx="571370" cy="373173"/>
      </dsp:txXfrm>
    </dsp:sp>
    <dsp:sp modelId="{112988A9-A465-452D-A67D-02E2008D0944}">
      <dsp:nvSpPr>
        <dsp:cNvPr id="0" name=""/>
        <dsp:cNvSpPr/>
      </dsp:nvSpPr>
      <dsp:spPr>
        <a:xfrm>
          <a:off x="2551324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2254028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4669</a:t>
          </a:r>
        </a:p>
      </dsp:txBody>
      <dsp:txXfrm>
        <a:off x="2265638" y="1676780"/>
        <a:ext cx="571370" cy="373173"/>
      </dsp:txXfrm>
    </dsp:sp>
    <dsp:sp modelId="{A01CFBE1-D46D-4878-AE2C-9DC8FC615B1A}">
      <dsp:nvSpPr>
        <dsp:cNvPr id="0" name=""/>
        <dsp:cNvSpPr/>
      </dsp:nvSpPr>
      <dsp:spPr>
        <a:xfrm>
          <a:off x="2937808" y="1506613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3026996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4930</a:t>
          </a:r>
        </a:p>
      </dsp:txBody>
      <dsp:txXfrm>
        <a:off x="3038606" y="1676780"/>
        <a:ext cx="571370" cy="373173"/>
      </dsp:txXfrm>
    </dsp:sp>
    <dsp:sp modelId="{3C40A692-13D9-422B-B9FF-193B81CF340D}">
      <dsp:nvSpPr>
        <dsp:cNvPr id="0" name=""/>
        <dsp:cNvSpPr/>
      </dsp:nvSpPr>
      <dsp:spPr>
        <a:xfrm>
          <a:off x="3324291" y="396711"/>
          <a:ext cx="1159451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1159451" y="79278"/>
              </a:lnTo>
              <a:lnTo>
                <a:pt x="1159451" y="15855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4186448" y="555268"/>
          <a:ext cx="594590" cy="396393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5144</a:t>
          </a:r>
        </a:p>
      </dsp:txBody>
      <dsp:txXfrm>
        <a:off x="4198058" y="566878"/>
        <a:ext cx="571370" cy="373173"/>
      </dsp:txXfrm>
    </dsp:sp>
    <dsp:sp modelId="{69C3670A-1514-4A63-9A6E-6F43E7A9157D}">
      <dsp:nvSpPr>
        <dsp:cNvPr id="0" name=""/>
        <dsp:cNvSpPr/>
      </dsp:nvSpPr>
      <dsp:spPr>
        <a:xfrm>
          <a:off x="4097259" y="951662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386483" y="0"/>
              </a:moveTo>
              <a:lnTo>
                <a:pt x="386483" y="79278"/>
              </a:lnTo>
              <a:lnTo>
                <a:pt x="0" y="79278"/>
              </a:lnTo>
              <a:lnTo>
                <a:pt x="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EA27A-E629-4358-81A0-AE031994D5ED}">
      <dsp:nvSpPr>
        <dsp:cNvPr id="0" name=""/>
        <dsp:cNvSpPr/>
      </dsp:nvSpPr>
      <dsp:spPr>
        <a:xfrm>
          <a:off x="3799964" y="1110219"/>
          <a:ext cx="594590" cy="396393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5040</a:t>
          </a:r>
        </a:p>
      </dsp:txBody>
      <dsp:txXfrm>
        <a:off x="3811574" y="1121829"/>
        <a:ext cx="571370" cy="373173"/>
      </dsp:txXfrm>
    </dsp:sp>
    <dsp:sp modelId="{8EDEE330-77EE-4AD7-A556-1ABCCA4C4A49}">
      <dsp:nvSpPr>
        <dsp:cNvPr id="0" name=""/>
        <dsp:cNvSpPr/>
      </dsp:nvSpPr>
      <dsp:spPr>
        <a:xfrm>
          <a:off x="4051539" y="1506613"/>
          <a:ext cx="91440" cy="1585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A66481-C015-444E-A158-F2EECADAD76F}">
      <dsp:nvSpPr>
        <dsp:cNvPr id="0" name=""/>
        <dsp:cNvSpPr/>
      </dsp:nvSpPr>
      <dsp:spPr>
        <a:xfrm>
          <a:off x="3799964" y="1665170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4910</a:t>
          </a:r>
        </a:p>
      </dsp:txBody>
      <dsp:txXfrm>
        <a:off x="3811574" y="1676780"/>
        <a:ext cx="571370" cy="373173"/>
      </dsp:txXfrm>
    </dsp:sp>
    <dsp:sp modelId="{5FF37B24-8B9C-4A73-8099-97320B73F4FA}">
      <dsp:nvSpPr>
        <dsp:cNvPr id="0" name=""/>
        <dsp:cNvSpPr/>
      </dsp:nvSpPr>
      <dsp:spPr>
        <a:xfrm>
          <a:off x="4483743" y="951662"/>
          <a:ext cx="386483" cy="158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78"/>
              </a:lnTo>
              <a:lnTo>
                <a:pt x="386483" y="79278"/>
              </a:lnTo>
              <a:lnTo>
                <a:pt x="386483" y="15855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4572931" y="1110219"/>
          <a:ext cx="594590" cy="3963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4901</a:t>
          </a:r>
        </a:p>
      </dsp:txBody>
      <dsp:txXfrm>
        <a:off x="4584541" y="1121829"/>
        <a:ext cx="571370" cy="37317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2623905" y="145"/>
          <a:ext cx="594689" cy="396459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4910</a:t>
          </a:r>
        </a:p>
      </dsp:txBody>
      <dsp:txXfrm>
        <a:off x="2635517" y="11757"/>
        <a:ext cx="571465" cy="373235"/>
      </dsp:txXfrm>
    </dsp:sp>
    <dsp:sp modelId="{B24BB3AC-008B-4F67-9794-0D87BCBB43E5}">
      <dsp:nvSpPr>
        <dsp:cNvPr id="0" name=""/>
        <dsp:cNvSpPr/>
      </dsp:nvSpPr>
      <dsp:spPr>
        <a:xfrm>
          <a:off x="1954880" y="396605"/>
          <a:ext cx="966370" cy="158583"/>
        </a:xfrm>
        <a:custGeom>
          <a:avLst/>
          <a:gdLst/>
          <a:ahLst/>
          <a:cxnLst/>
          <a:rect l="0" t="0" r="0" b="0"/>
          <a:pathLst>
            <a:path>
              <a:moveTo>
                <a:pt x="966370" y="0"/>
              </a:moveTo>
              <a:lnTo>
                <a:pt x="966370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657535" y="555189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5139</a:t>
          </a:r>
        </a:p>
      </dsp:txBody>
      <dsp:txXfrm>
        <a:off x="1669147" y="566801"/>
        <a:ext cx="571465" cy="373235"/>
      </dsp:txXfrm>
    </dsp:sp>
    <dsp:sp modelId="{B0367589-497A-4875-951F-45EC0E1C7C32}">
      <dsp:nvSpPr>
        <dsp:cNvPr id="0" name=""/>
        <dsp:cNvSpPr/>
      </dsp:nvSpPr>
      <dsp:spPr>
        <a:xfrm>
          <a:off x="1181783" y="951649"/>
          <a:ext cx="773096" cy="158583"/>
        </a:xfrm>
        <a:custGeom>
          <a:avLst/>
          <a:gdLst/>
          <a:ahLst/>
          <a:cxnLst/>
          <a:rect l="0" t="0" r="0" b="0"/>
          <a:pathLst>
            <a:path>
              <a:moveTo>
                <a:pt x="773096" y="0"/>
              </a:moveTo>
              <a:lnTo>
                <a:pt x="773096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884438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5073</a:t>
          </a:r>
        </a:p>
      </dsp:txBody>
      <dsp:txXfrm>
        <a:off x="896050" y="1121844"/>
        <a:ext cx="571465" cy="373235"/>
      </dsp:txXfrm>
    </dsp:sp>
    <dsp:sp modelId="{DE793EE6-148F-4E33-850A-CCA6FDD4E953}">
      <dsp:nvSpPr>
        <dsp:cNvPr id="0" name=""/>
        <dsp:cNvSpPr/>
      </dsp:nvSpPr>
      <dsp:spPr>
        <a:xfrm>
          <a:off x="795235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497890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4967</a:t>
          </a:r>
        </a:p>
      </dsp:txBody>
      <dsp:txXfrm>
        <a:off x="509502" y="1676888"/>
        <a:ext cx="571465" cy="373235"/>
      </dsp:txXfrm>
    </dsp:sp>
    <dsp:sp modelId="{B3EA0E01-1237-47A4-BC76-04D4C6D250B4}">
      <dsp:nvSpPr>
        <dsp:cNvPr id="0" name=""/>
        <dsp:cNvSpPr/>
      </dsp:nvSpPr>
      <dsp:spPr>
        <a:xfrm>
          <a:off x="1181783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270986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5019</a:t>
          </a:r>
        </a:p>
      </dsp:txBody>
      <dsp:txXfrm>
        <a:off x="1282598" y="1676888"/>
        <a:ext cx="571465" cy="373235"/>
      </dsp:txXfrm>
    </dsp:sp>
    <dsp:sp modelId="{C64A9CA2-04C0-44B6-96B1-FCF1A63B439D}">
      <dsp:nvSpPr>
        <dsp:cNvPr id="0" name=""/>
        <dsp:cNvSpPr/>
      </dsp:nvSpPr>
      <dsp:spPr>
        <a:xfrm>
          <a:off x="1954880" y="951649"/>
          <a:ext cx="773096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773096" y="79291"/>
              </a:lnTo>
              <a:lnTo>
                <a:pt x="773096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430631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4946</a:t>
          </a:r>
        </a:p>
      </dsp:txBody>
      <dsp:txXfrm>
        <a:off x="2442243" y="1121844"/>
        <a:ext cx="571465" cy="373235"/>
      </dsp:txXfrm>
    </dsp:sp>
    <dsp:sp modelId="{112988A9-A465-452D-A67D-02E2008D0944}">
      <dsp:nvSpPr>
        <dsp:cNvPr id="0" name=""/>
        <dsp:cNvSpPr/>
      </dsp:nvSpPr>
      <dsp:spPr>
        <a:xfrm>
          <a:off x="2341428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2044083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4669</a:t>
          </a:r>
        </a:p>
      </dsp:txBody>
      <dsp:txXfrm>
        <a:off x="2055695" y="1676888"/>
        <a:ext cx="571465" cy="373235"/>
      </dsp:txXfrm>
    </dsp:sp>
    <dsp:sp modelId="{A01CFBE1-D46D-4878-AE2C-9DC8FC615B1A}">
      <dsp:nvSpPr>
        <dsp:cNvPr id="0" name=""/>
        <dsp:cNvSpPr/>
      </dsp:nvSpPr>
      <dsp:spPr>
        <a:xfrm>
          <a:off x="2727976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2817180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4930</a:t>
          </a:r>
        </a:p>
      </dsp:txBody>
      <dsp:txXfrm>
        <a:off x="2828792" y="1676888"/>
        <a:ext cx="571465" cy="373235"/>
      </dsp:txXfrm>
    </dsp:sp>
    <dsp:sp modelId="{3C40A692-13D9-422B-B9FF-193B81CF340D}">
      <dsp:nvSpPr>
        <dsp:cNvPr id="0" name=""/>
        <dsp:cNvSpPr/>
      </dsp:nvSpPr>
      <dsp:spPr>
        <a:xfrm>
          <a:off x="2921250" y="396605"/>
          <a:ext cx="966370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966370" y="79291"/>
              </a:lnTo>
              <a:lnTo>
                <a:pt x="966370" y="15858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3590276" y="555189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5040</a:t>
          </a:r>
        </a:p>
      </dsp:txBody>
      <dsp:txXfrm>
        <a:off x="3601888" y="566801"/>
        <a:ext cx="571465" cy="373235"/>
      </dsp:txXfrm>
    </dsp:sp>
    <dsp:sp modelId="{69C3670A-1514-4A63-9A6E-6F43E7A9157D}">
      <dsp:nvSpPr>
        <dsp:cNvPr id="0" name=""/>
        <dsp:cNvSpPr/>
      </dsp:nvSpPr>
      <dsp:spPr>
        <a:xfrm>
          <a:off x="3501073" y="951649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EA27A-E629-4358-81A0-AE031994D5ED}">
      <dsp:nvSpPr>
        <dsp:cNvPr id="0" name=""/>
        <dsp:cNvSpPr/>
      </dsp:nvSpPr>
      <dsp:spPr>
        <a:xfrm>
          <a:off x="3203728" y="1110232"/>
          <a:ext cx="594689" cy="39645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5150</a:t>
          </a:r>
        </a:p>
      </dsp:txBody>
      <dsp:txXfrm>
        <a:off x="3215340" y="1121844"/>
        <a:ext cx="571465" cy="373235"/>
      </dsp:txXfrm>
    </dsp:sp>
    <dsp:sp modelId="{5FF37B24-8B9C-4A73-8099-97320B73F4FA}">
      <dsp:nvSpPr>
        <dsp:cNvPr id="0" name=""/>
        <dsp:cNvSpPr/>
      </dsp:nvSpPr>
      <dsp:spPr>
        <a:xfrm>
          <a:off x="3887621" y="951649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3976825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4901</a:t>
          </a:r>
        </a:p>
      </dsp:txBody>
      <dsp:txXfrm>
        <a:off x="3988437" y="1121844"/>
        <a:ext cx="571465" cy="3732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2623905" y="145"/>
          <a:ext cx="594689" cy="39645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5150</a:t>
          </a:r>
        </a:p>
      </dsp:txBody>
      <dsp:txXfrm>
        <a:off x="2635517" y="11757"/>
        <a:ext cx="571465" cy="373235"/>
      </dsp:txXfrm>
    </dsp:sp>
    <dsp:sp modelId="{B24BB3AC-008B-4F67-9794-0D87BCBB43E5}">
      <dsp:nvSpPr>
        <dsp:cNvPr id="0" name=""/>
        <dsp:cNvSpPr/>
      </dsp:nvSpPr>
      <dsp:spPr>
        <a:xfrm>
          <a:off x="1761605" y="396605"/>
          <a:ext cx="1159644" cy="158583"/>
        </a:xfrm>
        <a:custGeom>
          <a:avLst/>
          <a:gdLst/>
          <a:ahLst/>
          <a:cxnLst/>
          <a:rect l="0" t="0" r="0" b="0"/>
          <a:pathLst>
            <a:path>
              <a:moveTo>
                <a:pt x="1159644" y="0"/>
              </a:moveTo>
              <a:lnTo>
                <a:pt x="1159644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464260" y="555189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5139</a:t>
          </a:r>
        </a:p>
      </dsp:txBody>
      <dsp:txXfrm>
        <a:off x="1475872" y="566801"/>
        <a:ext cx="571465" cy="373235"/>
      </dsp:txXfrm>
    </dsp:sp>
    <dsp:sp modelId="{B0367589-497A-4875-951F-45EC0E1C7C32}">
      <dsp:nvSpPr>
        <dsp:cNvPr id="0" name=""/>
        <dsp:cNvSpPr/>
      </dsp:nvSpPr>
      <dsp:spPr>
        <a:xfrm>
          <a:off x="988509" y="951649"/>
          <a:ext cx="773096" cy="158583"/>
        </a:xfrm>
        <a:custGeom>
          <a:avLst/>
          <a:gdLst/>
          <a:ahLst/>
          <a:cxnLst/>
          <a:rect l="0" t="0" r="0" b="0"/>
          <a:pathLst>
            <a:path>
              <a:moveTo>
                <a:pt x="773096" y="0"/>
              </a:moveTo>
              <a:lnTo>
                <a:pt x="773096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691164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5073</a:t>
          </a:r>
        </a:p>
      </dsp:txBody>
      <dsp:txXfrm>
        <a:off x="702776" y="1121844"/>
        <a:ext cx="571465" cy="373235"/>
      </dsp:txXfrm>
    </dsp:sp>
    <dsp:sp modelId="{DE793EE6-148F-4E33-850A-CCA6FDD4E953}">
      <dsp:nvSpPr>
        <dsp:cNvPr id="0" name=""/>
        <dsp:cNvSpPr/>
      </dsp:nvSpPr>
      <dsp:spPr>
        <a:xfrm>
          <a:off x="601960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304616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4967</a:t>
          </a:r>
        </a:p>
      </dsp:txBody>
      <dsp:txXfrm>
        <a:off x="316228" y="1676888"/>
        <a:ext cx="571465" cy="373235"/>
      </dsp:txXfrm>
    </dsp:sp>
    <dsp:sp modelId="{B3EA0E01-1237-47A4-BC76-04D4C6D250B4}">
      <dsp:nvSpPr>
        <dsp:cNvPr id="0" name=""/>
        <dsp:cNvSpPr/>
      </dsp:nvSpPr>
      <dsp:spPr>
        <a:xfrm>
          <a:off x="988509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077712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5019</a:t>
          </a:r>
        </a:p>
      </dsp:txBody>
      <dsp:txXfrm>
        <a:off x="1089324" y="1676888"/>
        <a:ext cx="571465" cy="373235"/>
      </dsp:txXfrm>
    </dsp:sp>
    <dsp:sp modelId="{C64A9CA2-04C0-44B6-96B1-FCF1A63B439D}">
      <dsp:nvSpPr>
        <dsp:cNvPr id="0" name=""/>
        <dsp:cNvSpPr/>
      </dsp:nvSpPr>
      <dsp:spPr>
        <a:xfrm>
          <a:off x="1761605" y="951649"/>
          <a:ext cx="773096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773096" y="79291"/>
              </a:lnTo>
              <a:lnTo>
                <a:pt x="773096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237357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4946</a:t>
          </a:r>
        </a:p>
      </dsp:txBody>
      <dsp:txXfrm>
        <a:off x="2248969" y="1121844"/>
        <a:ext cx="571465" cy="373235"/>
      </dsp:txXfrm>
    </dsp:sp>
    <dsp:sp modelId="{112988A9-A465-452D-A67D-02E2008D0944}">
      <dsp:nvSpPr>
        <dsp:cNvPr id="0" name=""/>
        <dsp:cNvSpPr/>
      </dsp:nvSpPr>
      <dsp:spPr>
        <a:xfrm>
          <a:off x="2148154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1850809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4669</a:t>
          </a:r>
        </a:p>
      </dsp:txBody>
      <dsp:txXfrm>
        <a:off x="1862421" y="1676888"/>
        <a:ext cx="571465" cy="373235"/>
      </dsp:txXfrm>
    </dsp:sp>
    <dsp:sp modelId="{A01CFBE1-D46D-4878-AE2C-9DC8FC615B1A}">
      <dsp:nvSpPr>
        <dsp:cNvPr id="0" name=""/>
        <dsp:cNvSpPr/>
      </dsp:nvSpPr>
      <dsp:spPr>
        <a:xfrm>
          <a:off x="2534702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2623905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4930</a:t>
          </a:r>
        </a:p>
      </dsp:txBody>
      <dsp:txXfrm>
        <a:off x="2635517" y="1676888"/>
        <a:ext cx="571465" cy="373235"/>
      </dsp:txXfrm>
    </dsp:sp>
    <dsp:sp modelId="{3C40A692-13D9-422B-B9FF-193B81CF340D}">
      <dsp:nvSpPr>
        <dsp:cNvPr id="0" name=""/>
        <dsp:cNvSpPr/>
      </dsp:nvSpPr>
      <dsp:spPr>
        <a:xfrm>
          <a:off x="2921250" y="396605"/>
          <a:ext cx="1159644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1159644" y="79291"/>
              </a:lnTo>
              <a:lnTo>
                <a:pt x="1159644" y="15858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3783550" y="555189"/>
          <a:ext cx="594689" cy="39645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5144</a:t>
          </a:r>
        </a:p>
      </dsp:txBody>
      <dsp:txXfrm>
        <a:off x="3795162" y="566801"/>
        <a:ext cx="571465" cy="373235"/>
      </dsp:txXfrm>
    </dsp:sp>
    <dsp:sp modelId="{69C3670A-1514-4A63-9A6E-6F43E7A9157D}">
      <dsp:nvSpPr>
        <dsp:cNvPr id="0" name=""/>
        <dsp:cNvSpPr/>
      </dsp:nvSpPr>
      <dsp:spPr>
        <a:xfrm>
          <a:off x="3694347" y="951649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EA27A-E629-4358-81A0-AE031994D5ED}">
      <dsp:nvSpPr>
        <dsp:cNvPr id="0" name=""/>
        <dsp:cNvSpPr/>
      </dsp:nvSpPr>
      <dsp:spPr>
        <a:xfrm>
          <a:off x="3397002" y="1110232"/>
          <a:ext cx="594689" cy="39645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5040</a:t>
          </a:r>
        </a:p>
      </dsp:txBody>
      <dsp:txXfrm>
        <a:off x="3408614" y="1121844"/>
        <a:ext cx="571465" cy="373235"/>
      </dsp:txXfrm>
    </dsp:sp>
    <dsp:sp modelId="{8EDEE330-77EE-4AD7-A556-1ABCCA4C4A49}">
      <dsp:nvSpPr>
        <dsp:cNvPr id="0" name=""/>
        <dsp:cNvSpPr/>
      </dsp:nvSpPr>
      <dsp:spPr>
        <a:xfrm>
          <a:off x="3648627" y="1506692"/>
          <a:ext cx="91440" cy="15858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A66481-C015-444E-A158-F2EECADAD76F}">
      <dsp:nvSpPr>
        <dsp:cNvPr id="0" name=""/>
        <dsp:cNvSpPr/>
      </dsp:nvSpPr>
      <dsp:spPr>
        <a:xfrm>
          <a:off x="3397002" y="1665276"/>
          <a:ext cx="594689" cy="396459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4910</a:t>
          </a:r>
        </a:p>
      </dsp:txBody>
      <dsp:txXfrm>
        <a:off x="3408614" y="1676888"/>
        <a:ext cx="571465" cy="373235"/>
      </dsp:txXfrm>
    </dsp:sp>
    <dsp:sp modelId="{5FF37B24-8B9C-4A73-8099-97320B73F4FA}">
      <dsp:nvSpPr>
        <dsp:cNvPr id="0" name=""/>
        <dsp:cNvSpPr/>
      </dsp:nvSpPr>
      <dsp:spPr>
        <a:xfrm>
          <a:off x="4080895" y="951649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4170099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4901</a:t>
          </a:r>
        </a:p>
      </dsp:txBody>
      <dsp:txXfrm>
        <a:off x="4181711" y="1121844"/>
        <a:ext cx="571465" cy="3732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2623905" y="145"/>
          <a:ext cx="594689" cy="39645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5139</a:t>
          </a:r>
        </a:p>
      </dsp:txBody>
      <dsp:txXfrm>
        <a:off x="2635517" y="11757"/>
        <a:ext cx="571465" cy="373235"/>
      </dsp:txXfrm>
    </dsp:sp>
    <dsp:sp modelId="{B24BB3AC-008B-4F67-9794-0D87BCBB43E5}">
      <dsp:nvSpPr>
        <dsp:cNvPr id="0" name=""/>
        <dsp:cNvSpPr/>
      </dsp:nvSpPr>
      <dsp:spPr>
        <a:xfrm>
          <a:off x="1954880" y="396605"/>
          <a:ext cx="966370" cy="158583"/>
        </a:xfrm>
        <a:custGeom>
          <a:avLst/>
          <a:gdLst/>
          <a:ahLst/>
          <a:cxnLst/>
          <a:rect l="0" t="0" r="0" b="0"/>
          <a:pathLst>
            <a:path>
              <a:moveTo>
                <a:pt x="966370" y="0"/>
              </a:moveTo>
              <a:lnTo>
                <a:pt x="966370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657535" y="555189"/>
          <a:ext cx="594689" cy="396459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4910</a:t>
          </a:r>
        </a:p>
      </dsp:txBody>
      <dsp:txXfrm>
        <a:off x="1669147" y="566801"/>
        <a:ext cx="571465" cy="373235"/>
      </dsp:txXfrm>
    </dsp:sp>
    <dsp:sp modelId="{B0367589-497A-4875-951F-45EC0E1C7C32}">
      <dsp:nvSpPr>
        <dsp:cNvPr id="0" name=""/>
        <dsp:cNvSpPr/>
      </dsp:nvSpPr>
      <dsp:spPr>
        <a:xfrm>
          <a:off x="1181783" y="951649"/>
          <a:ext cx="773096" cy="158583"/>
        </a:xfrm>
        <a:custGeom>
          <a:avLst/>
          <a:gdLst/>
          <a:ahLst/>
          <a:cxnLst/>
          <a:rect l="0" t="0" r="0" b="0"/>
          <a:pathLst>
            <a:path>
              <a:moveTo>
                <a:pt x="773096" y="0"/>
              </a:moveTo>
              <a:lnTo>
                <a:pt x="773096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884438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5073</a:t>
          </a:r>
        </a:p>
      </dsp:txBody>
      <dsp:txXfrm>
        <a:off x="896050" y="1121844"/>
        <a:ext cx="571465" cy="373235"/>
      </dsp:txXfrm>
    </dsp:sp>
    <dsp:sp modelId="{DE793EE6-148F-4E33-850A-CCA6FDD4E953}">
      <dsp:nvSpPr>
        <dsp:cNvPr id="0" name=""/>
        <dsp:cNvSpPr/>
      </dsp:nvSpPr>
      <dsp:spPr>
        <a:xfrm>
          <a:off x="795235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497890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4967</a:t>
          </a:r>
        </a:p>
      </dsp:txBody>
      <dsp:txXfrm>
        <a:off x="509502" y="1676888"/>
        <a:ext cx="571465" cy="373235"/>
      </dsp:txXfrm>
    </dsp:sp>
    <dsp:sp modelId="{B3EA0E01-1237-47A4-BC76-04D4C6D250B4}">
      <dsp:nvSpPr>
        <dsp:cNvPr id="0" name=""/>
        <dsp:cNvSpPr/>
      </dsp:nvSpPr>
      <dsp:spPr>
        <a:xfrm>
          <a:off x="1181783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270986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5019</a:t>
          </a:r>
        </a:p>
      </dsp:txBody>
      <dsp:txXfrm>
        <a:off x="1282598" y="1676888"/>
        <a:ext cx="571465" cy="373235"/>
      </dsp:txXfrm>
    </dsp:sp>
    <dsp:sp modelId="{C64A9CA2-04C0-44B6-96B1-FCF1A63B439D}">
      <dsp:nvSpPr>
        <dsp:cNvPr id="0" name=""/>
        <dsp:cNvSpPr/>
      </dsp:nvSpPr>
      <dsp:spPr>
        <a:xfrm>
          <a:off x="1954880" y="951649"/>
          <a:ext cx="773096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773096" y="79291"/>
              </a:lnTo>
              <a:lnTo>
                <a:pt x="773096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430631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4946</a:t>
          </a:r>
        </a:p>
      </dsp:txBody>
      <dsp:txXfrm>
        <a:off x="2442243" y="1121844"/>
        <a:ext cx="571465" cy="373235"/>
      </dsp:txXfrm>
    </dsp:sp>
    <dsp:sp modelId="{112988A9-A465-452D-A67D-02E2008D0944}">
      <dsp:nvSpPr>
        <dsp:cNvPr id="0" name=""/>
        <dsp:cNvSpPr/>
      </dsp:nvSpPr>
      <dsp:spPr>
        <a:xfrm>
          <a:off x="2341428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2044083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4669</a:t>
          </a:r>
        </a:p>
      </dsp:txBody>
      <dsp:txXfrm>
        <a:off x="2055695" y="1676888"/>
        <a:ext cx="571465" cy="373235"/>
      </dsp:txXfrm>
    </dsp:sp>
    <dsp:sp modelId="{A01CFBE1-D46D-4878-AE2C-9DC8FC615B1A}">
      <dsp:nvSpPr>
        <dsp:cNvPr id="0" name=""/>
        <dsp:cNvSpPr/>
      </dsp:nvSpPr>
      <dsp:spPr>
        <a:xfrm>
          <a:off x="2727976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2817180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4930</a:t>
          </a:r>
        </a:p>
      </dsp:txBody>
      <dsp:txXfrm>
        <a:off x="2828792" y="1676888"/>
        <a:ext cx="571465" cy="373235"/>
      </dsp:txXfrm>
    </dsp:sp>
    <dsp:sp modelId="{3C40A692-13D9-422B-B9FF-193B81CF340D}">
      <dsp:nvSpPr>
        <dsp:cNvPr id="0" name=""/>
        <dsp:cNvSpPr/>
      </dsp:nvSpPr>
      <dsp:spPr>
        <a:xfrm>
          <a:off x="2921250" y="396605"/>
          <a:ext cx="966370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966370" y="79291"/>
              </a:lnTo>
              <a:lnTo>
                <a:pt x="966370" y="15858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3590276" y="555189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5040</a:t>
          </a:r>
        </a:p>
      </dsp:txBody>
      <dsp:txXfrm>
        <a:off x="3601888" y="566801"/>
        <a:ext cx="571465" cy="373235"/>
      </dsp:txXfrm>
    </dsp:sp>
    <dsp:sp modelId="{69C3670A-1514-4A63-9A6E-6F43E7A9157D}">
      <dsp:nvSpPr>
        <dsp:cNvPr id="0" name=""/>
        <dsp:cNvSpPr/>
      </dsp:nvSpPr>
      <dsp:spPr>
        <a:xfrm>
          <a:off x="3501073" y="951649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EA27A-E629-4358-81A0-AE031994D5ED}">
      <dsp:nvSpPr>
        <dsp:cNvPr id="0" name=""/>
        <dsp:cNvSpPr/>
      </dsp:nvSpPr>
      <dsp:spPr>
        <a:xfrm>
          <a:off x="3203728" y="1110232"/>
          <a:ext cx="594689" cy="39645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5150</a:t>
          </a:r>
        </a:p>
      </dsp:txBody>
      <dsp:txXfrm>
        <a:off x="3215340" y="1121844"/>
        <a:ext cx="571465" cy="373235"/>
      </dsp:txXfrm>
    </dsp:sp>
    <dsp:sp modelId="{5FF37B24-8B9C-4A73-8099-97320B73F4FA}">
      <dsp:nvSpPr>
        <dsp:cNvPr id="0" name=""/>
        <dsp:cNvSpPr/>
      </dsp:nvSpPr>
      <dsp:spPr>
        <a:xfrm>
          <a:off x="3887621" y="951649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3976825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4901</a:t>
          </a:r>
        </a:p>
      </dsp:txBody>
      <dsp:txXfrm>
        <a:off x="3988437" y="1121844"/>
        <a:ext cx="571465" cy="3732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01598-B8D7-406C-B736-3CF836DDD4DE}">
      <dsp:nvSpPr>
        <dsp:cNvPr id="0" name=""/>
        <dsp:cNvSpPr/>
      </dsp:nvSpPr>
      <dsp:spPr>
        <a:xfrm>
          <a:off x="2623905" y="145"/>
          <a:ext cx="594689" cy="39645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5139</a:t>
          </a:r>
        </a:p>
      </dsp:txBody>
      <dsp:txXfrm>
        <a:off x="2635517" y="11757"/>
        <a:ext cx="571465" cy="373235"/>
      </dsp:txXfrm>
    </dsp:sp>
    <dsp:sp modelId="{B24BB3AC-008B-4F67-9794-0D87BCBB43E5}">
      <dsp:nvSpPr>
        <dsp:cNvPr id="0" name=""/>
        <dsp:cNvSpPr/>
      </dsp:nvSpPr>
      <dsp:spPr>
        <a:xfrm>
          <a:off x="1954880" y="396605"/>
          <a:ext cx="966370" cy="158583"/>
        </a:xfrm>
        <a:custGeom>
          <a:avLst/>
          <a:gdLst/>
          <a:ahLst/>
          <a:cxnLst/>
          <a:rect l="0" t="0" r="0" b="0"/>
          <a:pathLst>
            <a:path>
              <a:moveTo>
                <a:pt x="966370" y="0"/>
              </a:moveTo>
              <a:lnTo>
                <a:pt x="966370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A013F-1438-47F4-8B27-D69502865401}">
      <dsp:nvSpPr>
        <dsp:cNvPr id="0" name=""/>
        <dsp:cNvSpPr/>
      </dsp:nvSpPr>
      <dsp:spPr>
        <a:xfrm>
          <a:off x="1657535" y="555189"/>
          <a:ext cx="594689" cy="39645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5073</a:t>
          </a:r>
        </a:p>
      </dsp:txBody>
      <dsp:txXfrm>
        <a:off x="1669147" y="566801"/>
        <a:ext cx="571465" cy="373235"/>
      </dsp:txXfrm>
    </dsp:sp>
    <dsp:sp modelId="{B0367589-497A-4875-951F-45EC0E1C7C32}">
      <dsp:nvSpPr>
        <dsp:cNvPr id="0" name=""/>
        <dsp:cNvSpPr/>
      </dsp:nvSpPr>
      <dsp:spPr>
        <a:xfrm>
          <a:off x="1181783" y="951649"/>
          <a:ext cx="773096" cy="158583"/>
        </a:xfrm>
        <a:custGeom>
          <a:avLst/>
          <a:gdLst/>
          <a:ahLst/>
          <a:cxnLst/>
          <a:rect l="0" t="0" r="0" b="0"/>
          <a:pathLst>
            <a:path>
              <a:moveTo>
                <a:pt x="773096" y="0"/>
              </a:moveTo>
              <a:lnTo>
                <a:pt x="773096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1D3B3-42E5-4952-8DCB-1CA0F3F2ABA5}">
      <dsp:nvSpPr>
        <dsp:cNvPr id="0" name=""/>
        <dsp:cNvSpPr/>
      </dsp:nvSpPr>
      <dsp:spPr>
        <a:xfrm>
          <a:off x="884438" y="1110232"/>
          <a:ext cx="594689" cy="396459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4910</a:t>
          </a:r>
        </a:p>
      </dsp:txBody>
      <dsp:txXfrm>
        <a:off x="896050" y="1121844"/>
        <a:ext cx="571465" cy="373235"/>
      </dsp:txXfrm>
    </dsp:sp>
    <dsp:sp modelId="{DE793EE6-148F-4E33-850A-CCA6FDD4E953}">
      <dsp:nvSpPr>
        <dsp:cNvPr id="0" name=""/>
        <dsp:cNvSpPr/>
      </dsp:nvSpPr>
      <dsp:spPr>
        <a:xfrm>
          <a:off x="795235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A3625-52A1-4E0D-B86C-A0F4F527DFD0}">
      <dsp:nvSpPr>
        <dsp:cNvPr id="0" name=""/>
        <dsp:cNvSpPr/>
      </dsp:nvSpPr>
      <dsp:spPr>
        <a:xfrm>
          <a:off x="497890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4967</a:t>
          </a:r>
        </a:p>
      </dsp:txBody>
      <dsp:txXfrm>
        <a:off x="509502" y="1676888"/>
        <a:ext cx="571465" cy="373235"/>
      </dsp:txXfrm>
    </dsp:sp>
    <dsp:sp modelId="{B3EA0E01-1237-47A4-BC76-04D4C6D250B4}">
      <dsp:nvSpPr>
        <dsp:cNvPr id="0" name=""/>
        <dsp:cNvSpPr/>
      </dsp:nvSpPr>
      <dsp:spPr>
        <a:xfrm>
          <a:off x="1181783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69CA-194D-4CB2-BEFE-89B7027B48AA}">
      <dsp:nvSpPr>
        <dsp:cNvPr id="0" name=""/>
        <dsp:cNvSpPr/>
      </dsp:nvSpPr>
      <dsp:spPr>
        <a:xfrm>
          <a:off x="1270986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5019</a:t>
          </a:r>
        </a:p>
      </dsp:txBody>
      <dsp:txXfrm>
        <a:off x="1282598" y="1676888"/>
        <a:ext cx="571465" cy="373235"/>
      </dsp:txXfrm>
    </dsp:sp>
    <dsp:sp modelId="{C64A9CA2-04C0-44B6-96B1-FCF1A63B439D}">
      <dsp:nvSpPr>
        <dsp:cNvPr id="0" name=""/>
        <dsp:cNvSpPr/>
      </dsp:nvSpPr>
      <dsp:spPr>
        <a:xfrm>
          <a:off x="1954880" y="951649"/>
          <a:ext cx="773096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773096" y="79291"/>
              </a:lnTo>
              <a:lnTo>
                <a:pt x="773096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78E7F0-832D-4A20-925F-020B3BF5C8B8}">
      <dsp:nvSpPr>
        <dsp:cNvPr id="0" name=""/>
        <dsp:cNvSpPr/>
      </dsp:nvSpPr>
      <dsp:spPr>
        <a:xfrm>
          <a:off x="2430631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4946</a:t>
          </a:r>
        </a:p>
      </dsp:txBody>
      <dsp:txXfrm>
        <a:off x="2442243" y="1121844"/>
        <a:ext cx="571465" cy="373235"/>
      </dsp:txXfrm>
    </dsp:sp>
    <dsp:sp modelId="{112988A9-A465-452D-A67D-02E2008D0944}">
      <dsp:nvSpPr>
        <dsp:cNvPr id="0" name=""/>
        <dsp:cNvSpPr/>
      </dsp:nvSpPr>
      <dsp:spPr>
        <a:xfrm>
          <a:off x="2341428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7EB2E-4343-4B1C-B618-F055AC67793E}">
      <dsp:nvSpPr>
        <dsp:cNvPr id="0" name=""/>
        <dsp:cNvSpPr/>
      </dsp:nvSpPr>
      <dsp:spPr>
        <a:xfrm>
          <a:off x="2044083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4669</a:t>
          </a:r>
        </a:p>
      </dsp:txBody>
      <dsp:txXfrm>
        <a:off x="2055695" y="1676888"/>
        <a:ext cx="571465" cy="373235"/>
      </dsp:txXfrm>
    </dsp:sp>
    <dsp:sp modelId="{A01CFBE1-D46D-4878-AE2C-9DC8FC615B1A}">
      <dsp:nvSpPr>
        <dsp:cNvPr id="0" name=""/>
        <dsp:cNvSpPr/>
      </dsp:nvSpPr>
      <dsp:spPr>
        <a:xfrm>
          <a:off x="2727976" y="1506692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87DD-A3B7-42DB-82F1-C6BD2064E027}">
      <dsp:nvSpPr>
        <dsp:cNvPr id="0" name=""/>
        <dsp:cNvSpPr/>
      </dsp:nvSpPr>
      <dsp:spPr>
        <a:xfrm>
          <a:off x="2817180" y="1665276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4930</a:t>
          </a:r>
        </a:p>
      </dsp:txBody>
      <dsp:txXfrm>
        <a:off x="2828792" y="1676888"/>
        <a:ext cx="571465" cy="373235"/>
      </dsp:txXfrm>
    </dsp:sp>
    <dsp:sp modelId="{3C40A692-13D9-422B-B9FF-193B81CF340D}">
      <dsp:nvSpPr>
        <dsp:cNvPr id="0" name=""/>
        <dsp:cNvSpPr/>
      </dsp:nvSpPr>
      <dsp:spPr>
        <a:xfrm>
          <a:off x="2921250" y="396605"/>
          <a:ext cx="966370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966370" y="79291"/>
              </a:lnTo>
              <a:lnTo>
                <a:pt x="966370" y="15858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AEF2B-4191-4BFA-996A-379639767DFD}">
      <dsp:nvSpPr>
        <dsp:cNvPr id="0" name=""/>
        <dsp:cNvSpPr/>
      </dsp:nvSpPr>
      <dsp:spPr>
        <a:xfrm>
          <a:off x="3590276" y="555189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5040</a:t>
          </a:r>
        </a:p>
      </dsp:txBody>
      <dsp:txXfrm>
        <a:off x="3601888" y="566801"/>
        <a:ext cx="571465" cy="373235"/>
      </dsp:txXfrm>
    </dsp:sp>
    <dsp:sp modelId="{69C3670A-1514-4A63-9A6E-6F43E7A9157D}">
      <dsp:nvSpPr>
        <dsp:cNvPr id="0" name=""/>
        <dsp:cNvSpPr/>
      </dsp:nvSpPr>
      <dsp:spPr>
        <a:xfrm>
          <a:off x="3501073" y="951649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386548" y="0"/>
              </a:moveTo>
              <a:lnTo>
                <a:pt x="386548" y="79291"/>
              </a:lnTo>
              <a:lnTo>
                <a:pt x="0" y="79291"/>
              </a:lnTo>
              <a:lnTo>
                <a:pt x="0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EA27A-E629-4358-81A0-AE031994D5ED}">
      <dsp:nvSpPr>
        <dsp:cNvPr id="0" name=""/>
        <dsp:cNvSpPr/>
      </dsp:nvSpPr>
      <dsp:spPr>
        <a:xfrm>
          <a:off x="3203728" y="1110232"/>
          <a:ext cx="594689" cy="396459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5150</a:t>
          </a:r>
        </a:p>
      </dsp:txBody>
      <dsp:txXfrm>
        <a:off x="3215340" y="1121844"/>
        <a:ext cx="571465" cy="373235"/>
      </dsp:txXfrm>
    </dsp:sp>
    <dsp:sp modelId="{5FF37B24-8B9C-4A73-8099-97320B73F4FA}">
      <dsp:nvSpPr>
        <dsp:cNvPr id="0" name=""/>
        <dsp:cNvSpPr/>
      </dsp:nvSpPr>
      <dsp:spPr>
        <a:xfrm>
          <a:off x="3887621" y="951649"/>
          <a:ext cx="386548" cy="158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291"/>
              </a:lnTo>
              <a:lnTo>
                <a:pt x="386548" y="79291"/>
              </a:lnTo>
              <a:lnTo>
                <a:pt x="386548" y="15858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4761A-DA6F-4BB7-AAA8-FA4B8CB0BC36}">
      <dsp:nvSpPr>
        <dsp:cNvPr id="0" name=""/>
        <dsp:cNvSpPr/>
      </dsp:nvSpPr>
      <dsp:spPr>
        <a:xfrm>
          <a:off x="3976825" y="1110232"/>
          <a:ext cx="594689" cy="39645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4901</a:t>
          </a:r>
        </a:p>
      </dsp:txBody>
      <dsp:txXfrm>
        <a:off x="3988437" y="1121844"/>
        <a:ext cx="571465" cy="3732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2A6FF-50ED-4943-BD25-29745F944682}">
      <dsp:nvSpPr>
        <dsp:cNvPr id="0" name=""/>
        <dsp:cNvSpPr/>
      </dsp:nvSpPr>
      <dsp:spPr>
        <a:xfrm>
          <a:off x="6017029" y="1486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4946</a:t>
          </a:r>
        </a:p>
      </dsp:txBody>
      <dsp:txXfrm>
        <a:off x="6034171" y="18628"/>
        <a:ext cx="843632" cy="550993"/>
      </dsp:txXfrm>
    </dsp:sp>
    <dsp:sp modelId="{85AD3F35-1126-470A-9469-E756255D86C1}">
      <dsp:nvSpPr>
        <dsp:cNvPr id="0" name=""/>
        <dsp:cNvSpPr/>
      </dsp:nvSpPr>
      <dsp:spPr>
        <a:xfrm>
          <a:off x="4744051" y="586764"/>
          <a:ext cx="1711936" cy="234110"/>
        </a:xfrm>
        <a:custGeom>
          <a:avLst/>
          <a:gdLst/>
          <a:ahLst/>
          <a:cxnLst/>
          <a:rect l="0" t="0" r="0" b="0"/>
          <a:pathLst>
            <a:path>
              <a:moveTo>
                <a:pt x="1711936" y="0"/>
              </a:moveTo>
              <a:lnTo>
                <a:pt x="1711936" y="117055"/>
              </a:lnTo>
              <a:lnTo>
                <a:pt x="0" y="117055"/>
              </a:lnTo>
              <a:lnTo>
                <a:pt x="0" y="23411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BBC88E-DD2F-418B-906A-C32A7BC5664A}">
      <dsp:nvSpPr>
        <dsp:cNvPr id="0" name=""/>
        <dsp:cNvSpPr/>
      </dsp:nvSpPr>
      <dsp:spPr>
        <a:xfrm>
          <a:off x="4305093" y="820875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4967</a:t>
          </a:r>
          <a:endParaRPr lang="en-US" sz="2500" kern="1200" dirty="0"/>
        </a:p>
      </dsp:txBody>
      <dsp:txXfrm>
        <a:off x="4322235" y="838017"/>
        <a:ext cx="843632" cy="550993"/>
      </dsp:txXfrm>
    </dsp:sp>
    <dsp:sp modelId="{882FB6CA-1D4C-4BB9-A81F-C07F1667737F}">
      <dsp:nvSpPr>
        <dsp:cNvPr id="0" name=""/>
        <dsp:cNvSpPr/>
      </dsp:nvSpPr>
      <dsp:spPr>
        <a:xfrm>
          <a:off x="3602760" y="1406152"/>
          <a:ext cx="1141290" cy="234110"/>
        </a:xfrm>
        <a:custGeom>
          <a:avLst/>
          <a:gdLst/>
          <a:ahLst/>
          <a:cxnLst/>
          <a:rect l="0" t="0" r="0" b="0"/>
          <a:pathLst>
            <a:path>
              <a:moveTo>
                <a:pt x="1141290" y="0"/>
              </a:moveTo>
              <a:lnTo>
                <a:pt x="1141290" y="117055"/>
              </a:lnTo>
              <a:lnTo>
                <a:pt x="0" y="117055"/>
              </a:lnTo>
              <a:lnTo>
                <a:pt x="0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6EAD9B-7712-49CC-9EBF-919CE3B44B5C}">
      <dsp:nvSpPr>
        <dsp:cNvPr id="0" name=""/>
        <dsp:cNvSpPr/>
      </dsp:nvSpPr>
      <dsp:spPr>
        <a:xfrm>
          <a:off x="3163802" y="1640263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5051</a:t>
          </a:r>
          <a:endParaRPr lang="en-US" sz="2500" kern="1200" dirty="0"/>
        </a:p>
      </dsp:txBody>
      <dsp:txXfrm>
        <a:off x="3180944" y="1657405"/>
        <a:ext cx="843632" cy="550993"/>
      </dsp:txXfrm>
    </dsp:sp>
    <dsp:sp modelId="{9C8B359A-C43E-4B23-97F2-412865549F91}">
      <dsp:nvSpPr>
        <dsp:cNvPr id="0" name=""/>
        <dsp:cNvSpPr/>
      </dsp:nvSpPr>
      <dsp:spPr>
        <a:xfrm>
          <a:off x="3032114" y="2225540"/>
          <a:ext cx="570645" cy="234110"/>
        </a:xfrm>
        <a:custGeom>
          <a:avLst/>
          <a:gdLst/>
          <a:ahLst/>
          <a:cxnLst/>
          <a:rect l="0" t="0" r="0" b="0"/>
          <a:pathLst>
            <a:path>
              <a:moveTo>
                <a:pt x="570645" y="0"/>
              </a:moveTo>
              <a:lnTo>
                <a:pt x="570645" y="117055"/>
              </a:lnTo>
              <a:lnTo>
                <a:pt x="0" y="117055"/>
              </a:lnTo>
              <a:lnTo>
                <a:pt x="0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A1422A-3F26-4296-A3CF-A0CEE0DB1565}">
      <dsp:nvSpPr>
        <dsp:cNvPr id="0" name=""/>
        <dsp:cNvSpPr/>
      </dsp:nvSpPr>
      <dsp:spPr>
        <a:xfrm>
          <a:off x="2593156" y="2459651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4669</a:t>
          </a:r>
          <a:endParaRPr lang="en-US" sz="2500" kern="1200" dirty="0"/>
        </a:p>
      </dsp:txBody>
      <dsp:txXfrm>
        <a:off x="2610298" y="2476793"/>
        <a:ext cx="843632" cy="550993"/>
      </dsp:txXfrm>
    </dsp:sp>
    <dsp:sp modelId="{50F858D7-D24A-4C7F-AE6E-F57385040245}">
      <dsp:nvSpPr>
        <dsp:cNvPr id="0" name=""/>
        <dsp:cNvSpPr/>
      </dsp:nvSpPr>
      <dsp:spPr>
        <a:xfrm>
          <a:off x="3602760" y="2225540"/>
          <a:ext cx="570645" cy="234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055"/>
              </a:lnTo>
              <a:lnTo>
                <a:pt x="570645" y="117055"/>
              </a:lnTo>
              <a:lnTo>
                <a:pt x="570645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CE2ED6-1A18-4F4E-AD4B-2836B32EF68F}">
      <dsp:nvSpPr>
        <dsp:cNvPr id="0" name=""/>
        <dsp:cNvSpPr/>
      </dsp:nvSpPr>
      <dsp:spPr>
        <a:xfrm>
          <a:off x="3734447" y="2459651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5019</a:t>
          </a:r>
          <a:endParaRPr lang="en-US" sz="2500" kern="1200" dirty="0"/>
        </a:p>
      </dsp:txBody>
      <dsp:txXfrm>
        <a:off x="3751589" y="2476793"/>
        <a:ext cx="843632" cy="550993"/>
      </dsp:txXfrm>
    </dsp:sp>
    <dsp:sp modelId="{FEE6A337-062C-4616-BE73-10B3CF16CFCF}">
      <dsp:nvSpPr>
        <dsp:cNvPr id="0" name=""/>
        <dsp:cNvSpPr/>
      </dsp:nvSpPr>
      <dsp:spPr>
        <a:xfrm>
          <a:off x="4744051" y="1406152"/>
          <a:ext cx="1141290" cy="234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055"/>
              </a:lnTo>
              <a:lnTo>
                <a:pt x="1141290" y="117055"/>
              </a:lnTo>
              <a:lnTo>
                <a:pt x="1141290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DE42C9-730D-4A50-9857-CE6440C6A62E}">
      <dsp:nvSpPr>
        <dsp:cNvPr id="0" name=""/>
        <dsp:cNvSpPr/>
      </dsp:nvSpPr>
      <dsp:spPr>
        <a:xfrm>
          <a:off x="5446383" y="1640263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5073</a:t>
          </a:r>
          <a:endParaRPr lang="en-US" sz="2500" kern="1200" dirty="0"/>
        </a:p>
      </dsp:txBody>
      <dsp:txXfrm>
        <a:off x="5463525" y="1657405"/>
        <a:ext cx="843632" cy="550993"/>
      </dsp:txXfrm>
    </dsp:sp>
    <dsp:sp modelId="{4CDD4B7D-A44C-4FE0-8239-FCCA3A1D86DD}">
      <dsp:nvSpPr>
        <dsp:cNvPr id="0" name=""/>
        <dsp:cNvSpPr/>
      </dsp:nvSpPr>
      <dsp:spPr>
        <a:xfrm>
          <a:off x="5314696" y="2225540"/>
          <a:ext cx="570645" cy="234110"/>
        </a:xfrm>
        <a:custGeom>
          <a:avLst/>
          <a:gdLst/>
          <a:ahLst/>
          <a:cxnLst/>
          <a:rect l="0" t="0" r="0" b="0"/>
          <a:pathLst>
            <a:path>
              <a:moveTo>
                <a:pt x="570645" y="0"/>
              </a:moveTo>
              <a:lnTo>
                <a:pt x="570645" y="117055"/>
              </a:lnTo>
              <a:lnTo>
                <a:pt x="0" y="117055"/>
              </a:lnTo>
              <a:lnTo>
                <a:pt x="0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8D3C98-638A-499A-BCFB-6428B6BC53D6}">
      <dsp:nvSpPr>
        <dsp:cNvPr id="0" name=""/>
        <dsp:cNvSpPr/>
      </dsp:nvSpPr>
      <dsp:spPr>
        <a:xfrm>
          <a:off x="4875738" y="2459651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5187</a:t>
          </a:r>
          <a:endParaRPr lang="en-US" sz="2500" kern="1200" dirty="0"/>
        </a:p>
      </dsp:txBody>
      <dsp:txXfrm>
        <a:off x="4892880" y="2476793"/>
        <a:ext cx="843632" cy="550993"/>
      </dsp:txXfrm>
    </dsp:sp>
    <dsp:sp modelId="{22867D17-9F16-4D51-9A2B-9C36B6C51CCB}">
      <dsp:nvSpPr>
        <dsp:cNvPr id="0" name=""/>
        <dsp:cNvSpPr/>
      </dsp:nvSpPr>
      <dsp:spPr>
        <a:xfrm>
          <a:off x="5885342" y="2225540"/>
          <a:ext cx="570645" cy="234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055"/>
              </a:lnTo>
              <a:lnTo>
                <a:pt x="570645" y="117055"/>
              </a:lnTo>
              <a:lnTo>
                <a:pt x="570645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FB48E2-8F67-4D73-8353-D910743F5C29}">
      <dsp:nvSpPr>
        <dsp:cNvPr id="0" name=""/>
        <dsp:cNvSpPr/>
      </dsp:nvSpPr>
      <dsp:spPr>
        <a:xfrm>
          <a:off x="6017029" y="2459651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5144</a:t>
          </a:r>
          <a:endParaRPr lang="en-US" sz="2500" kern="1200" dirty="0"/>
        </a:p>
      </dsp:txBody>
      <dsp:txXfrm>
        <a:off x="6034171" y="2476793"/>
        <a:ext cx="843632" cy="550993"/>
      </dsp:txXfrm>
    </dsp:sp>
    <dsp:sp modelId="{9BB3DB38-48D9-4209-8EEB-E673CDD62668}">
      <dsp:nvSpPr>
        <dsp:cNvPr id="0" name=""/>
        <dsp:cNvSpPr/>
      </dsp:nvSpPr>
      <dsp:spPr>
        <a:xfrm>
          <a:off x="6455987" y="586764"/>
          <a:ext cx="1711936" cy="234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055"/>
              </a:lnTo>
              <a:lnTo>
                <a:pt x="1711936" y="117055"/>
              </a:lnTo>
              <a:lnTo>
                <a:pt x="1711936" y="23411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C842FC-71D0-4FEA-B11C-6BA31BCDA592}">
      <dsp:nvSpPr>
        <dsp:cNvPr id="0" name=""/>
        <dsp:cNvSpPr/>
      </dsp:nvSpPr>
      <dsp:spPr>
        <a:xfrm>
          <a:off x="7728965" y="820875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5139</a:t>
          </a:r>
          <a:endParaRPr lang="en-US" sz="2500" kern="1200" dirty="0"/>
        </a:p>
      </dsp:txBody>
      <dsp:txXfrm>
        <a:off x="7746107" y="838017"/>
        <a:ext cx="843632" cy="550993"/>
      </dsp:txXfrm>
    </dsp:sp>
    <dsp:sp modelId="{FE7EB98C-E781-4A66-A074-9A09BF7D6AA0}">
      <dsp:nvSpPr>
        <dsp:cNvPr id="0" name=""/>
        <dsp:cNvSpPr/>
      </dsp:nvSpPr>
      <dsp:spPr>
        <a:xfrm>
          <a:off x="7597278" y="1406152"/>
          <a:ext cx="570645" cy="234110"/>
        </a:xfrm>
        <a:custGeom>
          <a:avLst/>
          <a:gdLst/>
          <a:ahLst/>
          <a:cxnLst/>
          <a:rect l="0" t="0" r="0" b="0"/>
          <a:pathLst>
            <a:path>
              <a:moveTo>
                <a:pt x="570645" y="0"/>
              </a:moveTo>
              <a:lnTo>
                <a:pt x="570645" y="117055"/>
              </a:lnTo>
              <a:lnTo>
                <a:pt x="0" y="117055"/>
              </a:lnTo>
              <a:lnTo>
                <a:pt x="0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B8A60-42E5-47B3-AEDD-3CF388DCB1C4}">
      <dsp:nvSpPr>
        <dsp:cNvPr id="0" name=""/>
        <dsp:cNvSpPr/>
      </dsp:nvSpPr>
      <dsp:spPr>
        <a:xfrm>
          <a:off x="7158320" y="1640263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3826</a:t>
          </a:r>
          <a:endParaRPr lang="en-US" sz="2500" kern="1200" dirty="0"/>
        </a:p>
      </dsp:txBody>
      <dsp:txXfrm>
        <a:off x="7175462" y="1657405"/>
        <a:ext cx="843632" cy="550993"/>
      </dsp:txXfrm>
    </dsp:sp>
    <dsp:sp modelId="{932FEF74-64B9-41D2-8781-70A2334B4E22}">
      <dsp:nvSpPr>
        <dsp:cNvPr id="0" name=""/>
        <dsp:cNvSpPr/>
      </dsp:nvSpPr>
      <dsp:spPr>
        <a:xfrm>
          <a:off x="7551558" y="2225540"/>
          <a:ext cx="91440" cy="2341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C422F6-D243-4AF9-A204-801F6716882C}">
      <dsp:nvSpPr>
        <dsp:cNvPr id="0" name=""/>
        <dsp:cNvSpPr/>
      </dsp:nvSpPr>
      <dsp:spPr>
        <a:xfrm>
          <a:off x="7158320" y="2459651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4901</a:t>
          </a:r>
          <a:endParaRPr lang="en-US" sz="2500" kern="1200" dirty="0"/>
        </a:p>
      </dsp:txBody>
      <dsp:txXfrm>
        <a:off x="7175462" y="2476793"/>
        <a:ext cx="843632" cy="550993"/>
      </dsp:txXfrm>
    </dsp:sp>
    <dsp:sp modelId="{52FCE529-CE2F-4707-BB04-A866CA9D394E}">
      <dsp:nvSpPr>
        <dsp:cNvPr id="0" name=""/>
        <dsp:cNvSpPr/>
      </dsp:nvSpPr>
      <dsp:spPr>
        <a:xfrm>
          <a:off x="8167923" y="1406152"/>
          <a:ext cx="570645" cy="234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055"/>
              </a:lnTo>
              <a:lnTo>
                <a:pt x="570645" y="117055"/>
              </a:lnTo>
              <a:lnTo>
                <a:pt x="570645" y="234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DBA057-5B3C-423D-A5AB-561006FBDA7E}">
      <dsp:nvSpPr>
        <dsp:cNvPr id="0" name=""/>
        <dsp:cNvSpPr/>
      </dsp:nvSpPr>
      <dsp:spPr>
        <a:xfrm>
          <a:off x="8299611" y="1640263"/>
          <a:ext cx="877916" cy="5852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u="none" kern="1200" dirty="0"/>
            <a:t>4930</a:t>
          </a:r>
          <a:endParaRPr lang="en-US" sz="2500" kern="1200" dirty="0"/>
        </a:p>
      </dsp:txBody>
      <dsp:txXfrm>
        <a:off x="8316753" y="1657405"/>
        <a:ext cx="843632" cy="55099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CA7DD-C882-4971-A2FB-582F316C3F56}">
      <dsp:nvSpPr>
        <dsp:cNvPr id="0" name=""/>
        <dsp:cNvSpPr/>
      </dsp:nvSpPr>
      <dsp:spPr>
        <a:xfrm>
          <a:off x="5457160" y="745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5473881" y="17466"/>
        <a:ext cx="822921" cy="537466"/>
      </dsp:txXfrm>
    </dsp:sp>
    <dsp:sp modelId="{618366AF-05DA-4DB0-9203-E2AC5C7B58F9}">
      <dsp:nvSpPr>
        <dsp:cNvPr id="0" name=""/>
        <dsp:cNvSpPr/>
      </dsp:nvSpPr>
      <dsp:spPr>
        <a:xfrm>
          <a:off x="3658797" y="571653"/>
          <a:ext cx="2226544" cy="228363"/>
        </a:xfrm>
        <a:custGeom>
          <a:avLst/>
          <a:gdLst/>
          <a:ahLst/>
          <a:cxnLst/>
          <a:rect l="0" t="0" r="0" b="0"/>
          <a:pathLst>
            <a:path>
              <a:moveTo>
                <a:pt x="2226544" y="0"/>
              </a:moveTo>
              <a:lnTo>
                <a:pt x="2226544" y="114181"/>
              </a:lnTo>
              <a:lnTo>
                <a:pt x="0" y="114181"/>
              </a:lnTo>
              <a:lnTo>
                <a:pt x="0" y="22836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DE8666-4D8F-46D3-952F-104FEF9303E3}">
      <dsp:nvSpPr>
        <dsp:cNvPr id="0" name=""/>
        <dsp:cNvSpPr/>
      </dsp:nvSpPr>
      <dsp:spPr>
        <a:xfrm>
          <a:off x="3230615" y="800017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3247336" y="816738"/>
        <a:ext cx="822921" cy="537466"/>
      </dsp:txXfrm>
    </dsp:sp>
    <dsp:sp modelId="{FAECDF5F-107D-47C8-8B46-908B3B80D0CF}">
      <dsp:nvSpPr>
        <dsp:cNvPr id="0" name=""/>
        <dsp:cNvSpPr/>
      </dsp:nvSpPr>
      <dsp:spPr>
        <a:xfrm>
          <a:off x="2545525" y="1370926"/>
          <a:ext cx="1113272" cy="228363"/>
        </a:xfrm>
        <a:custGeom>
          <a:avLst/>
          <a:gdLst/>
          <a:ahLst/>
          <a:cxnLst/>
          <a:rect l="0" t="0" r="0" b="0"/>
          <a:pathLst>
            <a:path>
              <a:moveTo>
                <a:pt x="1113272" y="0"/>
              </a:moveTo>
              <a:lnTo>
                <a:pt x="1113272" y="114181"/>
              </a:lnTo>
              <a:lnTo>
                <a:pt x="0" y="114181"/>
              </a:lnTo>
              <a:lnTo>
                <a:pt x="0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066E57-82B4-41E1-BCB1-94727AF70EDC}">
      <dsp:nvSpPr>
        <dsp:cNvPr id="0" name=""/>
        <dsp:cNvSpPr/>
      </dsp:nvSpPr>
      <dsp:spPr>
        <a:xfrm>
          <a:off x="2117343" y="1599289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2134064" y="1616010"/>
        <a:ext cx="822921" cy="537466"/>
      </dsp:txXfrm>
    </dsp:sp>
    <dsp:sp modelId="{0AD6FF5E-A743-473C-A0DB-CDFB0B2321D7}">
      <dsp:nvSpPr>
        <dsp:cNvPr id="0" name=""/>
        <dsp:cNvSpPr/>
      </dsp:nvSpPr>
      <dsp:spPr>
        <a:xfrm>
          <a:off x="1988889" y="2170198"/>
          <a:ext cx="556636" cy="228363"/>
        </a:xfrm>
        <a:custGeom>
          <a:avLst/>
          <a:gdLst/>
          <a:ahLst/>
          <a:cxnLst/>
          <a:rect l="0" t="0" r="0" b="0"/>
          <a:pathLst>
            <a:path>
              <a:moveTo>
                <a:pt x="556636" y="0"/>
              </a:moveTo>
              <a:lnTo>
                <a:pt x="556636" y="114181"/>
              </a:lnTo>
              <a:lnTo>
                <a:pt x="0" y="114181"/>
              </a:lnTo>
              <a:lnTo>
                <a:pt x="0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75D74-5DD0-40D3-BA84-F2410E0F94AF}">
      <dsp:nvSpPr>
        <dsp:cNvPr id="0" name=""/>
        <dsp:cNvSpPr/>
      </dsp:nvSpPr>
      <dsp:spPr>
        <a:xfrm>
          <a:off x="1560707" y="2398562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4669</a:t>
          </a:r>
        </a:p>
      </dsp:txBody>
      <dsp:txXfrm>
        <a:off x="1577428" y="2415283"/>
        <a:ext cx="822921" cy="537466"/>
      </dsp:txXfrm>
    </dsp:sp>
    <dsp:sp modelId="{E236C2D4-10E1-4BA9-B9D9-91CC14340DCB}">
      <dsp:nvSpPr>
        <dsp:cNvPr id="0" name=""/>
        <dsp:cNvSpPr/>
      </dsp:nvSpPr>
      <dsp:spPr>
        <a:xfrm>
          <a:off x="2545525" y="2170198"/>
          <a:ext cx="556636" cy="228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181"/>
              </a:lnTo>
              <a:lnTo>
                <a:pt x="556636" y="114181"/>
              </a:lnTo>
              <a:lnTo>
                <a:pt x="556636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AA300-FB70-499E-B82C-619DEEF4AFC7}">
      <dsp:nvSpPr>
        <dsp:cNvPr id="0" name=""/>
        <dsp:cNvSpPr/>
      </dsp:nvSpPr>
      <dsp:spPr>
        <a:xfrm>
          <a:off x="2673979" y="2398562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5019</a:t>
          </a:r>
        </a:p>
      </dsp:txBody>
      <dsp:txXfrm>
        <a:off x="2690700" y="2415283"/>
        <a:ext cx="822921" cy="537466"/>
      </dsp:txXfrm>
    </dsp:sp>
    <dsp:sp modelId="{99066D90-43D7-4CCC-B02E-AEC73F0B4468}">
      <dsp:nvSpPr>
        <dsp:cNvPr id="0" name=""/>
        <dsp:cNvSpPr/>
      </dsp:nvSpPr>
      <dsp:spPr>
        <a:xfrm>
          <a:off x="3658797" y="1370926"/>
          <a:ext cx="1113272" cy="228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181"/>
              </a:lnTo>
              <a:lnTo>
                <a:pt x="1113272" y="114181"/>
              </a:lnTo>
              <a:lnTo>
                <a:pt x="1113272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46234-B5B3-46C6-8F6A-D08CD6367FBF}">
      <dsp:nvSpPr>
        <dsp:cNvPr id="0" name=""/>
        <dsp:cNvSpPr/>
      </dsp:nvSpPr>
      <dsp:spPr>
        <a:xfrm>
          <a:off x="4343888" y="1599289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4360609" y="1616010"/>
        <a:ext cx="822921" cy="537466"/>
      </dsp:txXfrm>
    </dsp:sp>
    <dsp:sp modelId="{5C5451C0-B931-4C95-8459-5A5D01373381}">
      <dsp:nvSpPr>
        <dsp:cNvPr id="0" name=""/>
        <dsp:cNvSpPr/>
      </dsp:nvSpPr>
      <dsp:spPr>
        <a:xfrm>
          <a:off x="4215433" y="2170198"/>
          <a:ext cx="556636" cy="228363"/>
        </a:xfrm>
        <a:custGeom>
          <a:avLst/>
          <a:gdLst/>
          <a:ahLst/>
          <a:cxnLst/>
          <a:rect l="0" t="0" r="0" b="0"/>
          <a:pathLst>
            <a:path>
              <a:moveTo>
                <a:pt x="556636" y="0"/>
              </a:moveTo>
              <a:lnTo>
                <a:pt x="556636" y="114181"/>
              </a:lnTo>
              <a:lnTo>
                <a:pt x="0" y="114181"/>
              </a:lnTo>
              <a:lnTo>
                <a:pt x="0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4AB392-ECD7-4876-AC30-91872B2837CD}">
      <dsp:nvSpPr>
        <dsp:cNvPr id="0" name=""/>
        <dsp:cNvSpPr/>
      </dsp:nvSpPr>
      <dsp:spPr>
        <a:xfrm>
          <a:off x="3787252" y="2398562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5187</a:t>
          </a:r>
        </a:p>
      </dsp:txBody>
      <dsp:txXfrm>
        <a:off x="3803973" y="2415283"/>
        <a:ext cx="822921" cy="537466"/>
      </dsp:txXfrm>
    </dsp:sp>
    <dsp:sp modelId="{D76F7C61-9A53-4F28-8D93-50046D5DE59A}">
      <dsp:nvSpPr>
        <dsp:cNvPr id="0" name=""/>
        <dsp:cNvSpPr/>
      </dsp:nvSpPr>
      <dsp:spPr>
        <a:xfrm>
          <a:off x="4772069" y="2170198"/>
          <a:ext cx="556636" cy="228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181"/>
              </a:lnTo>
              <a:lnTo>
                <a:pt x="556636" y="114181"/>
              </a:lnTo>
              <a:lnTo>
                <a:pt x="556636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256EA1-D2CC-4195-AF5C-3585B822FB38}">
      <dsp:nvSpPr>
        <dsp:cNvPr id="0" name=""/>
        <dsp:cNvSpPr/>
      </dsp:nvSpPr>
      <dsp:spPr>
        <a:xfrm>
          <a:off x="4900524" y="2398562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5144</a:t>
          </a:r>
        </a:p>
      </dsp:txBody>
      <dsp:txXfrm>
        <a:off x="4917245" y="2415283"/>
        <a:ext cx="822921" cy="537466"/>
      </dsp:txXfrm>
    </dsp:sp>
    <dsp:sp modelId="{9AEE7C38-5A8C-4A8E-8672-9FC3E756A855}">
      <dsp:nvSpPr>
        <dsp:cNvPr id="0" name=""/>
        <dsp:cNvSpPr/>
      </dsp:nvSpPr>
      <dsp:spPr>
        <a:xfrm>
          <a:off x="5885341" y="571653"/>
          <a:ext cx="2226544" cy="228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181"/>
              </a:lnTo>
              <a:lnTo>
                <a:pt x="2226544" y="114181"/>
              </a:lnTo>
              <a:lnTo>
                <a:pt x="2226544" y="22836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F2CC7-E51C-4DB5-95ED-61B79D6556AE}">
      <dsp:nvSpPr>
        <dsp:cNvPr id="0" name=""/>
        <dsp:cNvSpPr/>
      </dsp:nvSpPr>
      <dsp:spPr>
        <a:xfrm>
          <a:off x="7683704" y="800017"/>
          <a:ext cx="856363" cy="570908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7700425" y="816738"/>
        <a:ext cx="822921" cy="537466"/>
      </dsp:txXfrm>
    </dsp:sp>
    <dsp:sp modelId="{56745FBE-1325-4AD0-8912-B181974F4459}">
      <dsp:nvSpPr>
        <dsp:cNvPr id="0" name=""/>
        <dsp:cNvSpPr/>
      </dsp:nvSpPr>
      <dsp:spPr>
        <a:xfrm>
          <a:off x="6998614" y="1370926"/>
          <a:ext cx="1113272" cy="228363"/>
        </a:xfrm>
        <a:custGeom>
          <a:avLst/>
          <a:gdLst/>
          <a:ahLst/>
          <a:cxnLst/>
          <a:rect l="0" t="0" r="0" b="0"/>
          <a:pathLst>
            <a:path>
              <a:moveTo>
                <a:pt x="1113272" y="0"/>
              </a:moveTo>
              <a:lnTo>
                <a:pt x="1113272" y="114181"/>
              </a:lnTo>
              <a:lnTo>
                <a:pt x="0" y="114181"/>
              </a:lnTo>
              <a:lnTo>
                <a:pt x="0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C3281E-C08A-4343-B96B-B7DC3EAFDBD6}">
      <dsp:nvSpPr>
        <dsp:cNvPr id="0" name=""/>
        <dsp:cNvSpPr/>
      </dsp:nvSpPr>
      <dsp:spPr>
        <a:xfrm>
          <a:off x="6570432" y="1599289"/>
          <a:ext cx="856363" cy="570908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4910</a:t>
          </a:r>
        </a:p>
      </dsp:txBody>
      <dsp:txXfrm>
        <a:off x="6587153" y="1616010"/>
        <a:ext cx="822921" cy="537466"/>
      </dsp:txXfrm>
    </dsp:sp>
    <dsp:sp modelId="{8E9ADC2B-BBF1-4CB3-B5EC-A12B0253CE7D}">
      <dsp:nvSpPr>
        <dsp:cNvPr id="0" name=""/>
        <dsp:cNvSpPr/>
      </dsp:nvSpPr>
      <dsp:spPr>
        <a:xfrm>
          <a:off x="6441978" y="2170198"/>
          <a:ext cx="556636" cy="228363"/>
        </a:xfrm>
        <a:custGeom>
          <a:avLst/>
          <a:gdLst/>
          <a:ahLst/>
          <a:cxnLst/>
          <a:rect l="0" t="0" r="0" b="0"/>
          <a:pathLst>
            <a:path>
              <a:moveTo>
                <a:pt x="556636" y="0"/>
              </a:moveTo>
              <a:lnTo>
                <a:pt x="556636" y="114181"/>
              </a:lnTo>
              <a:lnTo>
                <a:pt x="0" y="114181"/>
              </a:lnTo>
              <a:lnTo>
                <a:pt x="0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11A13A-504E-4085-ABE0-04C4513D460E}">
      <dsp:nvSpPr>
        <dsp:cNvPr id="0" name=""/>
        <dsp:cNvSpPr/>
      </dsp:nvSpPr>
      <dsp:spPr>
        <a:xfrm>
          <a:off x="6013796" y="2398562"/>
          <a:ext cx="856363" cy="570908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3826</a:t>
          </a:r>
        </a:p>
      </dsp:txBody>
      <dsp:txXfrm>
        <a:off x="6030517" y="2415283"/>
        <a:ext cx="822921" cy="537466"/>
      </dsp:txXfrm>
    </dsp:sp>
    <dsp:sp modelId="{7F052B43-231F-47AC-B690-DA18B2CD1841}">
      <dsp:nvSpPr>
        <dsp:cNvPr id="0" name=""/>
        <dsp:cNvSpPr/>
      </dsp:nvSpPr>
      <dsp:spPr>
        <a:xfrm>
          <a:off x="6998614" y="2170198"/>
          <a:ext cx="556636" cy="228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181"/>
              </a:lnTo>
              <a:lnTo>
                <a:pt x="556636" y="114181"/>
              </a:lnTo>
              <a:lnTo>
                <a:pt x="556636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8E8FFE-8806-442E-ABDD-D788AA5DA365}">
      <dsp:nvSpPr>
        <dsp:cNvPr id="0" name=""/>
        <dsp:cNvSpPr/>
      </dsp:nvSpPr>
      <dsp:spPr>
        <a:xfrm>
          <a:off x="7127068" y="2398562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7143789" y="2415283"/>
        <a:ext cx="822921" cy="537466"/>
      </dsp:txXfrm>
    </dsp:sp>
    <dsp:sp modelId="{E6929895-4036-459E-90A0-D495844BFE28}">
      <dsp:nvSpPr>
        <dsp:cNvPr id="0" name=""/>
        <dsp:cNvSpPr/>
      </dsp:nvSpPr>
      <dsp:spPr>
        <a:xfrm>
          <a:off x="8111886" y="1370926"/>
          <a:ext cx="1113272" cy="228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181"/>
              </a:lnTo>
              <a:lnTo>
                <a:pt x="1113272" y="114181"/>
              </a:lnTo>
              <a:lnTo>
                <a:pt x="1113272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4E5722-6819-4586-B0E3-85C94C63BE50}">
      <dsp:nvSpPr>
        <dsp:cNvPr id="0" name=""/>
        <dsp:cNvSpPr/>
      </dsp:nvSpPr>
      <dsp:spPr>
        <a:xfrm>
          <a:off x="8796977" y="1599289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4930</a:t>
          </a:r>
        </a:p>
      </dsp:txBody>
      <dsp:txXfrm>
        <a:off x="8813698" y="1616010"/>
        <a:ext cx="822921" cy="537466"/>
      </dsp:txXfrm>
    </dsp:sp>
    <dsp:sp modelId="{9A817B87-D314-4F60-9723-37C8937D3B19}">
      <dsp:nvSpPr>
        <dsp:cNvPr id="0" name=""/>
        <dsp:cNvSpPr/>
      </dsp:nvSpPr>
      <dsp:spPr>
        <a:xfrm>
          <a:off x="8668522" y="2170198"/>
          <a:ext cx="556636" cy="228363"/>
        </a:xfrm>
        <a:custGeom>
          <a:avLst/>
          <a:gdLst/>
          <a:ahLst/>
          <a:cxnLst/>
          <a:rect l="0" t="0" r="0" b="0"/>
          <a:pathLst>
            <a:path>
              <a:moveTo>
                <a:pt x="556636" y="0"/>
              </a:moveTo>
              <a:lnTo>
                <a:pt x="556636" y="114181"/>
              </a:lnTo>
              <a:lnTo>
                <a:pt x="0" y="114181"/>
              </a:lnTo>
              <a:lnTo>
                <a:pt x="0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4A1CA4-C922-40D8-9549-4D61F04B2E38}">
      <dsp:nvSpPr>
        <dsp:cNvPr id="0" name=""/>
        <dsp:cNvSpPr/>
      </dsp:nvSpPr>
      <dsp:spPr>
        <a:xfrm>
          <a:off x="8240340" y="2398562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8257061" y="2415283"/>
        <a:ext cx="822921" cy="537466"/>
      </dsp:txXfrm>
    </dsp:sp>
    <dsp:sp modelId="{DBCB6BF3-7ED6-47D5-8ADD-D4321645A4A7}">
      <dsp:nvSpPr>
        <dsp:cNvPr id="0" name=""/>
        <dsp:cNvSpPr/>
      </dsp:nvSpPr>
      <dsp:spPr>
        <a:xfrm>
          <a:off x="9225158" y="2170198"/>
          <a:ext cx="556636" cy="2283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181"/>
              </a:lnTo>
              <a:lnTo>
                <a:pt x="556636" y="114181"/>
              </a:lnTo>
              <a:lnTo>
                <a:pt x="556636" y="22836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687883-B449-4540-A130-07B3485B40BA}">
      <dsp:nvSpPr>
        <dsp:cNvPr id="0" name=""/>
        <dsp:cNvSpPr/>
      </dsp:nvSpPr>
      <dsp:spPr>
        <a:xfrm>
          <a:off x="9353613" y="2398562"/>
          <a:ext cx="856363" cy="5709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9370334" y="2415283"/>
        <a:ext cx="822921" cy="53746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2A6FF-50ED-4943-BD25-29745F944682}">
      <dsp:nvSpPr>
        <dsp:cNvPr id="0" name=""/>
        <dsp:cNvSpPr/>
      </dsp:nvSpPr>
      <dsp:spPr>
        <a:xfrm>
          <a:off x="5466499" y="426"/>
          <a:ext cx="837684" cy="558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5482856" y="16783"/>
        <a:ext cx="804970" cy="525742"/>
      </dsp:txXfrm>
    </dsp:sp>
    <dsp:sp modelId="{A5560781-9526-4DF1-B075-352BE4FC0686}">
      <dsp:nvSpPr>
        <dsp:cNvPr id="0" name=""/>
        <dsp:cNvSpPr/>
      </dsp:nvSpPr>
      <dsp:spPr>
        <a:xfrm>
          <a:off x="2618373" y="558882"/>
          <a:ext cx="3266968" cy="223382"/>
        </a:xfrm>
        <a:custGeom>
          <a:avLst/>
          <a:gdLst/>
          <a:ahLst/>
          <a:cxnLst/>
          <a:rect l="0" t="0" r="0" b="0"/>
          <a:pathLst>
            <a:path>
              <a:moveTo>
                <a:pt x="3266968" y="0"/>
              </a:moveTo>
              <a:lnTo>
                <a:pt x="3266968" y="111691"/>
              </a:lnTo>
              <a:lnTo>
                <a:pt x="0" y="111691"/>
              </a:lnTo>
              <a:lnTo>
                <a:pt x="0" y="22338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DB2B23-CB36-4C76-A3A7-3A07DC68368E}">
      <dsp:nvSpPr>
        <dsp:cNvPr id="0" name=""/>
        <dsp:cNvSpPr/>
      </dsp:nvSpPr>
      <dsp:spPr>
        <a:xfrm>
          <a:off x="2199531" y="782265"/>
          <a:ext cx="837684" cy="558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2215888" y="798622"/>
        <a:ext cx="804970" cy="525742"/>
      </dsp:txXfrm>
    </dsp:sp>
    <dsp:sp modelId="{2A8EC154-F654-4FA9-BE36-1F8FD1AC77D0}">
      <dsp:nvSpPr>
        <dsp:cNvPr id="0" name=""/>
        <dsp:cNvSpPr/>
      </dsp:nvSpPr>
      <dsp:spPr>
        <a:xfrm>
          <a:off x="2073878" y="1340721"/>
          <a:ext cx="544494" cy="223382"/>
        </a:xfrm>
        <a:custGeom>
          <a:avLst/>
          <a:gdLst/>
          <a:ahLst/>
          <a:cxnLst/>
          <a:rect l="0" t="0" r="0" b="0"/>
          <a:pathLst>
            <a:path>
              <a:moveTo>
                <a:pt x="544494" y="0"/>
              </a:moveTo>
              <a:lnTo>
                <a:pt x="544494" y="111691"/>
              </a:lnTo>
              <a:lnTo>
                <a:pt x="0" y="111691"/>
              </a:lnTo>
              <a:lnTo>
                <a:pt x="0" y="223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A09D73-773F-4646-B837-6EFD4621030F}">
      <dsp:nvSpPr>
        <dsp:cNvPr id="0" name=""/>
        <dsp:cNvSpPr/>
      </dsp:nvSpPr>
      <dsp:spPr>
        <a:xfrm>
          <a:off x="1655036" y="1564104"/>
          <a:ext cx="837684" cy="558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4669</a:t>
          </a:r>
        </a:p>
      </dsp:txBody>
      <dsp:txXfrm>
        <a:off x="1671393" y="1580461"/>
        <a:ext cx="804970" cy="525742"/>
      </dsp:txXfrm>
    </dsp:sp>
    <dsp:sp modelId="{9985F612-40AE-4A21-98F7-3B17AED2AB53}">
      <dsp:nvSpPr>
        <dsp:cNvPr id="0" name=""/>
        <dsp:cNvSpPr/>
      </dsp:nvSpPr>
      <dsp:spPr>
        <a:xfrm>
          <a:off x="2618373" y="1340721"/>
          <a:ext cx="544494" cy="223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91"/>
              </a:lnTo>
              <a:lnTo>
                <a:pt x="544494" y="111691"/>
              </a:lnTo>
              <a:lnTo>
                <a:pt x="544494" y="223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7D4E32-142C-470D-84CD-AA7C6F83803E}">
      <dsp:nvSpPr>
        <dsp:cNvPr id="0" name=""/>
        <dsp:cNvSpPr/>
      </dsp:nvSpPr>
      <dsp:spPr>
        <a:xfrm>
          <a:off x="2744026" y="1564104"/>
          <a:ext cx="837684" cy="558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5019</a:t>
          </a:r>
        </a:p>
      </dsp:txBody>
      <dsp:txXfrm>
        <a:off x="2760383" y="1580461"/>
        <a:ext cx="804970" cy="525742"/>
      </dsp:txXfrm>
    </dsp:sp>
    <dsp:sp modelId="{C518B57B-9FB5-431B-90D1-6E40591CA4B7}">
      <dsp:nvSpPr>
        <dsp:cNvPr id="0" name=""/>
        <dsp:cNvSpPr/>
      </dsp:nvSpPr>
      <dsp:spPr>
        <a:xfrm>
          <a:off x="4796352" y="558882"/>
          <a:ext cx="1088989" cy="223382"/>
        </a:xfrm>
        <a:custGeom>
          <a:avLst/>
          <a:gdLst/>
          <a:ahLst/>
          <a:cxnLst/>
          <a:rect l="0" t="0" r="0" b="0"/>
          <a:pathLst>
            <a:path>
              <a:moveTo>
                <a:pt x="1088989" y="0"/>
              </a:moveTo>
              <a:lnTo>
                <a:pt x="1088989" y="111691"/>
              </a:lnTo>
              <a:lnTo>
                <a:pt x="0" y="111691"/>
              </a:lnTo>
              <a:lnTo>
                <a:pt x="0" y="22338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17A68B-F08E-400B-826A-AE15C750B077}">
      <dsp:nvSpPr>
        <dsp:cNvPr id="0" name=""/>
        <dsp:cNvSpPr/>
      </dsp:nvSpPr>
      <dsp:spPr>
        <a:xfrm>
          <a:off x="4377510" y="782265"/>
          <a:ext cx="837684" cy="558456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5187</a:t>
          </a:r>
        </a:p>
      </dsp:txBody>
      <dsp:txXfrm>
        <a:off x="4393867" y="798622"/>
        <a:ext cx="804970" cy="525742"/>
      </dsp:txXfrm>
    </dsp:sp>
    <dsp:sp modelId="{278A11DC-B3F0-47EA-A243-FBE401607E40}">
      <dsp:nvSpPr>
        <dsp:cNvPr id="0" name=""/>
        <dsp:cNvSpPr/>
      </dsp:nvSpPr>
      <dsp:spPr>
        <a:xfrm>
          <a:off x="4251857" y="1340721"/>
          <a:ext cx="544494" cy="223382"/>
        </a:xfrm>
        <a:custGeom>
          <a:avLst/>
          <a:gdLst/>
          <a:ahLst/>
          <a:cxnLst/>
          <a:rect l="0" t="0" r="0" b="0"/>
          <a:pathLst>
            <a:path>
              <a:moveTo>
                <a:pt x="544494" y="0"/>
              </a:moveTo>
              <a:lnTo>
                <a:pt x="544494" y="111691"/>
              </a:lnTo>
              <a:lnTo>
                <a:pt x="0" y="111691"/>
              </a:lnTo>
              <a:lnTo>
                <a:pt x="0" y="223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3F2D3-A613-40DC-A535-F30D5C5B509F}">
      <dsp:nvSpPr>
        <dsp:cNvPr id="0" name=""/>
        <dsp:cNvSpPr/>
      </dsp:nvSpPr>
      <dsp:spPr>
        <a:xfrm>
          <a:off x="3833015" y="1564104"/>
          <a:ext cx="837684" cy="558456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5144</a:t>
          </a:r>
        </a:p>
      </dsp:txBody>
      <dsp:txXfrm>
        <a:off x="3849372" y="1580461"/>
        <a:ext cx="804970" cy="525742"/>
      </dsp:txXfrm>
    </dsp:sp>
    <dsp:sp modelId="{895A57EA-A433-4BF4-BCD5-193C2495499A}">
      <dsp:nvSpPr>
        <dsp:cNvPr id="0" name=""/>
        <dsp:cNvSpPr/>
      </dsp:nvSpPr>
      <dsp:spPr>
        <a:xfrm>
          <a:off x="4796352" y="1340721"/>
          <a:ext cx="544494" cy="223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91"/>
              </a:lnTo>
              <a:lnTo>
                <a:pt x="544494" y="111691"/>
              </a:lnTo>
              <a:lnTo>
                <a:pt x="544494" y="223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07CA9-1E91-4D76-86BC-6A6C52C90BDF}">
      <dsp:nvSpPr>
        <dsp:cNvPr id="0" name=""/>
        <dsp:cNvSpPr/>
      </dsp:nvSpPr>
      <dsp:spPr>
        <a:xfrm>
          <a:off x="4922005" y="1564104"/>
          <a:ext cx="837684" cy="55845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5073</a:t>
          </a:r>
        </a:p>
      </dsp:txBody>
      <dsp:txXfrm>
        <a:off x="4938362" y="1580461"/>
        <a:ext cx="804970" cy="525742"/>
      </dsp:txXfrm>
    </dsp:sp>
    <dsp:sp modelId="{B904AA58-8952-49CB-BF41-EDCD59066233}">
      <dsp:nvSpPr>
        <dsp:cNvPr id="0" name=""/>
        <dsp:cNvSpPr/>
      </dsp:nvSpPr>
      <dsp:spPr>
        <a:xfrm>
          <a:off x="5885342" y="558882"/>
          <a:ext cx="1088989" cy="223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91"/>
              </a:lnTo>
              <a:lnTo>
                <a:pt x="1088989" y="111691"/>
              </a:lnTo>
              <a:lnTo>
                <a:pt x="1088989" y="22338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0F5CF9-8361-4C85-8C17-F416DF73D8C5}">
      <dsp:nvSpPr>
        <dsp:cNvPr id="0" name=""/>
        <dsp:cNvSpPr/>
      </dsp:nvSpPr>
      <dsp:spPr>
        <a:xfrm>
          <a:off x="6555489" y="782265"/>
          <a:ext cx="837684" cy="55845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4910</a:t>
          </a:r>
        </a:p>
      </dsp:txBody>
      <dsp:txXfrm>
        <a:off x="6571846" y="798622"/>
        <a:ext cx="804970" cy="525742"/>
      </dsp:txXfrm>
    </dsp:sp>
    <dsp:sp modelId="{47B067D1-FE8F-4B72-8733-B053C4C7712D}">
      <dsp:nvSpPr>
        <dsp:cNvPr id="0" name=""/>
        <dsp:cNvSpPr/>
      </dsp:nvSpPr>
      <dsp:spPr>
        <a:xfrm>
          <a:off x="6429836" y="1340721"/>
          <a:ext cx="544494" cy="223382"/>
        </a:xfrm>
        <a:custGeom>
          <a:avLst/>
          <a:gdLst/>
          <a:ahLst/>
          <a:cxnLst/>
          <a:rect l="0" t="0" r="0" b="0"/>
          <a:pathLst>
            <a:path>
              <a:moveTo>
                <a:pt x="544494" y="0"/>
              </a:moveTo>
              <a:lnTo>
                <a:pt x="544494" y="111691"/>
              </a:lnTo>
              <a:lnTo>
                <a:pt x="0" y="111691"/>
              </a:lnTo>
              <a:lnTo>
                <a:pt x="0" y="223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E282A6-2848-4831-820D-C7D8EE8849A1}">
      <dsp:nvSpPr>
        <dsp:cNvPr id="0" name=""/>
        <dsp:cNvSpPr/>
      </dsp:nvSpPr>
      <dsp:spPr>
        <a:xfrm>
          <a:off x="6010994" y="1564104"/>
          <a:ext cx="837684" cy="558456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3826</a:t>
          </a:r>
        </a:p>
      </dsp:txBody>
      <dsp:txXfrm>
        <a:off x="6027351" y="1580461"/>
        <a:ext cx="804970" cy="525742"/>
      </dsp:txXfrm>
    </dsp:sp>
    <dsp:sp modelId="{D69EC989-BDCB-4E74-8200-BB8F302F3EF9}">
      <dsp:nvSpPr>
        <dsp:cNvPr id="0" name=""/>
        <dsp:cNvSpPr/>
      </dsp:nvSpPr>
      <dsp:spPr>
        <a:xfrm>
          <a:off x="6974331" y="1340721"/>
          <a:ext cx="544494" cy="223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91"/>
              </a:lnTo>
              <a:lnTo>
                <a:pt x="544494" y="111691"/>
              </a:lnTo>
              <a:lnTo>
                <a:pt x="544494" y="223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5B694-C768-41CC-A45C-391BB02F5885}">
      <dsp:nvSpPr>
        <dsp:cNvPr id="0" name=""/>
        <dsp:cNvSpPr/>
      </dsp:nvSpPr>
      <dsp:spPr>
        <a:xfrm>
          <a:off x="7099984" y="1564104"/>
          <a:ext cx="837684" cy="558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7116341" y="1580461"/>
        <a:ext cx="804970" cy="525742"/>
      </dsp:txXfrm>
    </dsp:sp>
    <dsp:sp modelId="{AF6194F8-A48A-4BA6-9E97-1D393BAECEAD}">
      <dsp:nvSpPr>
        <dsp:cNvPr id="0" name=""/>
        <dsp:cNvSpPr/>
      </dsp:nvSpPr>
      <dsp:spPr>
        <a:xfrm>
          <a:off x="5885342" y="558882"/>
          <a:ext cx="3266968" cy="223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91"/>
              </a:lnTo>
              <a:lnTo>
                <a:pt x="3266968" y="111691"/>
              </a:lnTo>
              <a:lnTo>
                <a:pt x="3266968" y="22338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4D50EC-33D7-41E8-9600-5962AFC1512A}">
      <dsp:nvSpPr>
        <dsp:cNvPr id="0" name=""/>
        <dsp:cNvSpPr/>
      </dsp:nvSpPr>
      <dsp:spPr>
        <a:xfrm>
          <a:off x="8733468" y="782265"/>
          <a:ext cx="837684" cy="558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4930</a:t>
          </a:r>
        </a:p>
      </dsp:txBody>
      <dsp:txXfrm>
        <a:off x="8749825" y="798622"/>
        <a:ext cx="804970" cy="525742"/>
      </dsp:txXfrm>
    </dsp:sp>
    <dsp:sp modelId="{719FE4B1-B276-43A4-A164-F96A76B21C62}">
      <dsp:nvSpPr>
        <dsp:cNvPr id="0" name=""/>
        <dsp:cNvSpPr/>
      </dsp:nvSpPr>
      <dsp:spPr>
        <a:xfrm>
          <a:off x="8607815" y="1340721"/>
          <a:ext cx="544494" cy="223382"/>
        </a:xfrm>
        <a:custGeom>
          <a:avLst/>
          <a:gdLst/>
          <a:ahLst/>
          <a:cxnLst/>
          <a:rect l="0" t="0" r="0" b="0"/>
          <a:pathLst>
            <a:path>
              <a:moveTo>
                <a:pt x="544494" y="0"/>
              </a:moveTo>
              <a:lnTo>
                <a:pt x="544494" y="111691"/>
              </a:lnTo>
              <a:lnTo>
                <a:pt x="0" y="111691"/>
              </a:lnTo>
              <a:lnTo>
                <a:pt x="0" y="223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D4DE7-BFD3-43D3-9523-41E814544BFB}">
      <dsp:nvSpPr>
        <dsp:cNvPr id="0" name=""/>
        <dsp:cNvSpPr/>
      </dsp:nvSpPr>
      <dsp:spPr>
        <a:xfrm>
          <a:off x="8188973" y="1564104"/>
          <a:ext cx="837684" cy="558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8205330" y="1580461"/>
        <a:ext cx="804970" cy="525742"/>
      </dsp:txXfrm>
    </dsp:sp>
    <dsp:sp modelId="{4D00CADD-D747-4D9A-867A-727D5915BE4F}">
      <dsp:nvSpPr>
        <dsp:cNvPr id="0" name=""/>
        <dsp:cNvSpPr/>
      </dsp:nvSpPr>
      <dsp:spPr>
        <a:xfrm>
          <a:off x="9152310" y="1340721"/>
          <a:ext cx="544494" cy="223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91"/>
              </a:lnTo>
              <a:lnTo>
                <a:pt x="544494" y="111691"/>
              </a:lnTo>
              <a:lnTo>
                <a:pt x="544494" y="22338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483799-AC72-4749-B718-76B84D02CF21}">
      <dsp:nvSpPr>
        <dsp:cNvPr id="0" name=""/>
        <dsp:cNvSpPr/>
      </dsp:nvSpPr>
      <dsp:spPr>
        <a:xfrm>
          <a:off x="9277962" y="1564104"/>
          <a:ext cx="837684" cy="5584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9294319" y="1580461"/>
        <a:ext cx="804970" cy="5257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D6853-81C7-40E1-B665-61DC8E96FEF0}">
      <dsp:nvSpPr>
        <dsp:cNvPr id="0" name=""/>
        <dsp:cNvSpPr/>
      </dsp:nvSpPr>
      <dsp:spPr>
        <a:xfrm>
          <a:off x="5455723" y="1755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5472500" y="18532"/>
        <a:ext cx="825682" cy="539270"/>
      </dsp:txXfrm>
    </dsp:sp>
    <dsp:sp modelId="{C33BF8C2-41ED-4403-A7C2-B70567EA65EA}">
      <dsp:nvSpPr>
        <dsp:cNvPr id="0" name=""/>
        <dsp:cNvSpPr/>
      </dsp:nvSpPr>
      <dsp:spPr>
        <a:xfrm>
          <a:off x="3651325" y="574580"/>
          <a:ext cx="2234016" cy="229129"/>
        </a:xfrm>
        <a:custGeom>
          <a:avLst/>
          <a:gdLst/>
          <a:ahLst/>
          <a:cxnLst/>
          <a:rect l="0" t="0" r="0" b="0"/>
          <a:pathLst>
            <a:path>
              <a:moveTo>
                <a:pt x="2234016" y="0"/>
              </a:moveTo>
              <a:lnTo>
                <a:pt x="2234016" y="114564"/>
              </a:lnTo>
              <a:lnTo>
                <a:pt x="0" y="114564"/>
              </a:lnTo>
              <a:lnTo>
                <a:pt x="0" y="22912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290E2F-72AD-4549-9080-55B784B07CD3}">
      <dsp:nvSpPr>
        <dsp:cNvPr id="0" name=""/>
        <dsp:cNvSpPr/>
      </dsp:nvSpPr>
      <dsp:spPr>
        <a:xfrm>
          <a:off x="3221707" y="803710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3238484" y="820487"/>
        <a:ext cx="825682" cy="539270"/>
      </dsp:txXfrm>
    </dsp:sp>
    <dsp:sp modelId="{6ECEEDC3-3DE5-449A-9C7C-74DD09AE0798}">
      <dsp:nvSpPr>
        <dsp:cNvPr id="0" name=""/>
        <dsp:cNvSpPr/>
      </dsp:nvSpPr>
      <dsp:spPr>
        <a:xfrm>
          <a:off x="2534317" y="1376535"/>
          <a:ext cx="1117008" cy="229129"/>
        </a:xfrm>
        <a:custGeom>
          <a:avLst/>
          <a:gdLst/>
          <a:ahLst/>
          <a:cxnLst/>
          <a:rect l="0" t="0" r="0" b="0"/>
          <a:pathLst>
            <a:path>
              <a:moveTo>
                <a:pt x="1117008" y="0"/>
              </a:moveTo>
              <a:lnTo>
                <a:pt x="1117008" y="114564"/>
              </a:lnTo>
              <a:lnTo>
                <a:pt x="0" y="114564"/>
              </a:lnTo>
              <a:lnTo>
                <a:pt x="0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11474-0F90-4F17-9451-6E35FF8821F3}">
      <dsp:nvSpPr>
        <dsp:cNvPr id="0" name=""/>
        <dsp:cNvSpPr/>
      </dsp:nvSpPr>
      <dsp:spPr>
        <a:xfrm>
          <a:off x="2104699" y="1605664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5051</a:t>
          </a:r>
        </a:p>
      </dsp:txBody>
      <dsp:txXfrm>
        <a:off x="2121476" y="1622441"/>
        <a:ext cx="825682" cy="539270"/>
      </dsp:txXfrm>
    </dsp:sp>
    <dsp:sp modelId="{38DC6658-687D-4AED-95A1-30A2756DEC6C}">
      <dsp:nvSpPr>
        <dsp:cNvPr id="0" name=""/>
        <dsp:cNvSpPr/>
      </dsp:nvSpPr>
      <dsp:spPr>
        <a:xfrm>
          <a:off x="1975813" y="2178489"/>
          <a:ext cx="558504" cy="229129"/>
        </a:xfrm>
        <a:custGeom>
          <a:avLst/>
          <a:gdLst/>
          <a:ahLst/>
          <a:cxnLst/>
          <a:rect l="0" t="0" r="0" b="0"/>
          <a:pathLst>
            <a:path>
              <a:moveTo>
                <a:pt x="558504" y="0"/>
              </a:moveTo>
              <a:lnTo>
                <a:pt x="558504" y="114564"/>
              </a:lnTo>
              <a:lnTo>
                <a:pt x="0" y="114564"/>
              </a:lnTo>
              <a:lnTo>
                <a:pt x="0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E46341-163E-4CBF-BF4D-CA9B17F0BC3C}">
      <dsp:nvSpPr>
        <dsp:cNvPr id="0" name=""/>
        <dsp:cNvSpPr/>
      </dsp:nvSpPr>
      <dsp:spPr>
        <a:xfrm>
          <a:off x="1546195" y="2407619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4669</a:t>
          </a:r>
        </a:p>
      </dsp:txBody>
      <dsp:txXfrm>
        <a:off x="1562972" y="2424396"/>
        <a:ext cx="825682" cy="539270"/>
      </dsp:txXfrm>
    </dsp:sp>
    <dsp:sp modelId="{2DBEACEF-8152-4C66-B5EE-A0DD36C278FB}">
      <dsp:nvSpPr>
        <dsp:cNvPr id="0" name=""/>
        <dsp:cNvSpPr/>
      </dsp:nvSpPr>
      <dsp:spPr>
        <a:xfrm>
          <a:off x="2534317" y="2178489"/>
          <a:ext cx="558504" cy="229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564"/>
              </a:lnTo>
              <a:lnTo>
                <a:pt x="558504" y="114564"/>
              </a:lnTo>
              <a:lnTo>
                <a:pt x="558504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8E1E2E-C554-4491-AD73-3EB56150AD94}">
      <dsp:nvSpPr>
        <dsp:cNvPr id="0" name=""/>
        <dsp:cNvSpPr/>
      </dsp:nvSpPr>
      <dsp:spPr>
        <a:xfrm>
          <a:off x="2663203" y="2407619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5019</a:t>
          </a:r>
        </a:p>
      </dsp:txBody>
      <dsp:txXfrm>
        <a:off x="2679980" y="2424396"/>
        <a:ext cx="825682" cy="539270"/>
      </dsp:txXfrm>
    </dsp:sp>
    <dsp:sp modelId="{AB67B5C7-DB30-4F9E-A92E-9B7E27F88815}">
      <dsp:nvSpPr>
        <dsp:cNvPr id="0" name=""/>
        <dsp:cNvSpPr/>
      </dsp:nvSpPr>
      <dsp:spPr>
        <a:xfrm>
          <a:off x="3651325" y="1376535"/>
          <a:ext cx="1117008" cy="229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564"/>
              </a:lnTo>
              <a:lnTo>
                <a:pt x="1117008" y="114564"/>
              </a:lnTo>
              <a:lnTo>
                <a:pt x="1117008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7371F4-FCBE-4A19-A8C8-C7605666D107}">
      <dsp:nvSpPr>
        <dsp:cNvPr id="0" name=""/>
        <dsp:cNvSpPr/>
      </dsp:nvSpPr>
      <dsp:spPr>
        <a:xfrm>
          <a:off x="4338715" y="1605664"/>
          <a:ext cx="859236" cy="572824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5187</a:t>
          </a:r>
        </a:p>
      </dsp:txBody>
      <dsp:txXfrm>
        <a:off x="4355492" y="1622441"/>
        <a:ext cx="825682" cy="539270"/>
      </dsp:txXfrm>
    </dsp:sp>
    <dsp:sp modelId="{0E2293B5-64C2-4FCC-A88F-094ADE8CCDF7}">
      <dsp:nvSpPr>
        <dsp:cNvPr id="0" name=""/>
        <dsp:cNvSpPr/>
      </dsp:nvSpPr>
      <dsp:spPr>
        <a:xfrm>
          <a:off x="4209829" y="2178489"/>
          <a:ext cx="558504" cy="229129"/>
        </a:xfrm>
        <a:custGeom>
          <a:avLst/>
          <a:gdLst/>
          <a:ahLst/>
          <a:cxnLst/>
          <a:rect l="0" t="0" r="0" b="0"/>
          <a:pathLst>
            <a:path>
              <a:moveTo>
                <a:pt x="558504" y="0"/>
              </a:moveTo>
              <a:lnTo>
                <a:pt x="558504" y="114564"/>
              </a:lnTo>
              <a:lnTo>
                <a:pt x="0" y="114564"/>
              </a:lnTo>
              <a:lnTo>
                <a:pt x="0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5D0892-B76A-4B01-A166-08BAA4B97430}">
      <dsp:nvSpPr>
        <dsp:cNvPr id="0" name=""/>
        <dsp:cNvSpPr/>
      </dsp:nvSpPr>
      <dsp:spPr>
        <a:xfrm>
          <a:off x="3780211" y="2407619"/>
          <a:ext cx="859236" cy="572824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5144</a:t>
          </a:r>
        </a:p>
      </dsp:txBody>
      <dsp:txXfrm>
        <a:off x="3796988" y="2424396"/>
        <a:ext cx="825682" cy="539270"/>
      </dsp:txXfrm>
    </dsp:sp>
    <dsp:sp modelId="{0BDA36D0-06E0-4818-A3F1-93218D4CDE60}">
      <dsp:nvSpPr>
        <dsp:cNvPr id="0" name=""/>
        <dsp:cNvSpPr/>
      </dsp:nvSpPr>
      <dsp:spPr>
        <a:xfrm>
          <a:off x="4768333" y="2178489"/>
          <a:ext cx="558504" cy="229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564"/>
              </a:lnTo>
              <a:lnTo>
                <a:pt x="558504" y="114564"/>
              </a:lnTo>
              <a:lnTo>
                <a:pt x="558504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CC4989-08EF-45DF-A7C4-00755C263BBF}">
      <dsp:nvSpPr>
        <dsp:cNvPr id="0" name=""/>
        <dsp:cNvSpPr/>
      </dsp:nvSpPr>
      <dsp:spPr>
        <a:xfrm>
          <a:off x="4897219" y="2407619"/>
          <a:ext cx="859236" cy="572824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5073</a:t>
          </a:r>
        </a:p>
      </dsp:txBody>
      <dsp:txXfrm>
        <a:off x="4913996" y="2424396"/>
        <a:ext cx="825682" cy="539270"/>
      </dsp:txXfrm>
    </dsp:sp>
    <dsp:sp modelId="{8AA4A51E-F38F-4EEE-AC65-DA951D18B74D}">
      <dsp:nvSpPr>
        <dsp:cNvPr id="0" name=""/>
        <dsp:cNvSpPr/>
      </dsp:nvSpPr>
      <dsp:spPr>
        <a:xfrm>
          <a:off x="5885341" y="574580"/>
          <a:ext cx="2234016" cy="229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564"/>
              </a:lnTo>
              <a:lnTo>
                <a:pt x="2234016" y="114564"/>
              </a:lnTo>
              <a:lnTo>
                <a:pt x="2234016" y="229129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A39787-BB9A-41CA-8FD2-3B37DF32B220}">
      <dsp:nvSpPr>
        <dsp:cNvPr id="0" name=""/>
        <dsp:cNvSpPr/>
      </dsp:nvSpPr>
      <dsp:spPr>
        <a:xfrm>
          <a:off x="7689739" y="803710"/>
          <a:ext cx="859236" cy="572824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5139</a:t>
          </a:r>
        </a:p>
      </dsp:txBody>
      <dsp:txXfrm>
        <a:off x="7706516" y="820487"/>
        <a:ext cx="825682" cy="539270"/>
      </dsp:txXfrm>
    </dsp:sp>
    <dsp:sp modelId="{1BC2AB64-A9AF-46D8-A5E9-4006EC6AA4D7}">
      <dsp:nvSpPr>
        <dsp:cNvPr id="0" name=""/>
        <dsp:cNvSpPr/>
      </dsp:nvSpPr>
      <dsp:spPr>
        <a:xfrm>
          <a:off x="7002350" y="1376535"/>
          <a:ext cx="1117008" cy="229129"/>
        </a:xfrm>
        <a:custGeom>
          <a:avLst/>
          <a:gdLst/>
          <a:ahLst/>
          <a:cxnLst/>
          <a:rect l="0" t="0" r="0" b="0"/>
          <a:pathLst>
            <a:path>
              <a:moveTo>
                <a:pt x="1117008" y="0"/>
              </a:moveTo>
              <a:lnTo>
                <a:pt x="1117008" y="114564"/>
              </a:lnTo>
              <a:lnTo>
                <a:pt x="0" y="114564"/>
              </a:lnTo>
              <a:lnTo>
                <a:pt x="0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BC82DA-CBDB-4AE4-AFB5-C2F6967A411A}">
      <dsp:nvSpPr>
        <dsp:cNvPr id="0" name=""/>
        <dsp:cNvSpPr/>
      </dsp:nvSpPr>
      <dsp:spPr>
        <a:xfrm>
          <a:off x="6572731" y="1605664"/>
          <a:ext cx="859236" cy="572824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4910</a:t>
          </a:r>
        </a:p>
      </dsp:txBody>
      <dsp:txXfrm>
        <a:off x="6589508" y="1622441"/>
        <a:ext cx="825682" cy="539270"/>
      </dsp:txXfrm>
    </dsp:sp>
    <dsp:sp modelId="{5D33218A-A4A0-4DF3-8A32-CB987E55B5F0}">
      <dsp:nvSpPr>
        <dsp:cNvPr id="0" name=""/>
        <dsp:cNvSpPr/>
      </dsp:nvSpPr>
      <dsp:spPr>
        <a:xfrm>
          <a:off x="6443846" y="2178489"/>
          <a:ext cx="558504" cy="229129"/>
        </a:xfrm>
        <a:custGeom>
          <a:avLst/>
          <a:gdLst/>
          <a:ahLst/>
          <a:cxnLst/>
          <a:rect l="0" t="0" r="0" b="0"/>
          <a:pathLst>
            <a:path>
              <a:moveTo>
                <a:pt x="558504" y="0"/>
              </a:moveTo>
              <a:lnTo>
                <a:pt x="558504" y="114564"/>
              </a:lnTo>
              <a:lnTo>
                <a:pt x="0" y="114564"/>
              </a:lnTo>
              <a:lnTo>
                <a:pt x="0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B4139D-FC61-4CA4-804A-1B97A5ACFBF3}">
      <dsp:nvSpPr>
        <dsp:cNvPr id="0" name=""/>
        <dsp:cNvSpPr/>
      </dsp:nvSpPr>
      <dsp:spPr>
        <a:xfrm>
          <a:off x="6014227" y="2407619"/>
          <a:ext cx="859236" cy="572824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3826</a:t>
          </a:r>
        </a:p>
      </dsp:txBody>
      <dsp:txXfrm>
        <a:off x="6031004" y="2424396"/>
        <a:ext cx="825682" cy="539270"/>
      </dsp:txXfrm>
    </dsp:sp>
    <dsp:sp modelId="{2A3F0C08-F68E-4D15-A24C-F0F3490863A6}">
      <dsp:nvSpPr>
        <dsp:cNvPr id="0" name=""/>
        <dsp:cNvSpPr/>
      </dsp:nvSpPr>
      <dsp:spPr>
        <a:xfrm>
          <a:off x="7002350" y="2178489"/>
          <a:ext cx="558504" cy="229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564"/>
              </a:lnTo>
              <a:lnTo>
                <a:pt x="558504" y="114564"/>
              </a:lnTo>
              <a:lnTo>
                <a:pt x="558504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0B5B54-D5F3-4E8E-AA60-DBB30DA66CEB}">
      <dsp:nvSpPr>
        <dsp:cNvPr id="0" name=""/>
        <dsp:cNvSpPr/>
      </dsp:nvSpPr>
      <dsp:spPr>
        <a:xfrm>
          <a:off x="7131235" y="2407619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7148012" y="2424396"/>
        <a:ext cx="825682" cy="539270"/>
      </dsp:txXfrm>
    </dsp:sp>
    <dsp:sp modelId="{AA1BCF02-0D39-49A8-97EC-987CAFDCA1F9}">
      <dsp:nvSpPr>
        <dsp:cNvPr id="0" name=""/>
        <dsp:cNvSpPr/>
      </dsp:nvSpPr>
      <dsp:spPr>
        <a:xfrm>
          <a:off x="8119358" y="1376535"/>
          <a:ext cx="1117008" cy="229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564"/>
              </a:lnTo>
              <a:lnTo>
                <a:pt x="1117008" y="114564"/>
              </a:lnTo>
              <a:lnTo>
                <a:pt x="1117008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F8432A-ADCF-40EE-A0C2-B7456E4E7371}">
      <dsp:nvSpPr>
        <dsp:cNvPr id="0" name=""/>
        <dsp:cNvSpPr/>
      </dsp:nvSpPr>
      <dsp:spPr>
        <a:xfrm>
          <a:off x="8806747" y="1605664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4930</a:t>
          </a:r>
        </a:p>
      </dsp:txBody>
      <dsp:txXfrm>
        <a:off x="8823524" y="1622441"/>
        <a:ext cx="825682" cy="539270"/>
      </dsp:txXfrm>
    </dsp:sp>
    <dsp:sp modelId="{7B9BFBF7-DEA7-4CD3-BBF2-CE8AB682B07B}">
      <dsp:nvSpPr>
        <dsp:cNvPr id="0" name=""/>
        <dsp:cNvSpPr/>
      </dsp:nvSpPr>
      <dsp:spPr>
        <a:xfrm>
          <a:off x="8677862" y="2178489"/>
          <a:ext cx="558504" cy="229129"/>
        </a:xfrm>
        <a:custGeom>
          <a:avLst/>
          <a:gdLst/>
          <a:ahLst/>
          <a:cxnLst/>
          <a:rect l="0" t="0" r="0" b="0"/>
          <a:pathLst>
            <a:path>
              <a:moveTo>
                <a:pt x="558504" y="0"/>
              </a:moveTo>
              <a:lnTo>
                <a:pt x="558504" y="114564"/>
              </a:lnTo>
              <a:lnTo>
                <a:pt x="0" y="114564"/>
              </a:lnTo>
              <a:lnTo>
                <a:pt x="0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36BFC9-FE61-404A-BAF5-B9DF59B47DFE}">
      <dsp:nvSpPr>
        <dsp:cNvPr id="0" name=""/>
        <dsp:cNvSpPr/>
      </dsp:nvSpPr>
      <dsp:spPr>
        <a:xfrm>
          <a:off x="8248243" y="2407619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8265020" y="2424396"/>
        <a:ext cx="825682" cy="539270"/>
      </dsp:txXfrm>
    </dsp:sp>
    <dsp:sp modelId="{BFAFEA9F-DB55-4973-A7C2-3A6DB0FA39C8}">
      <dsp:nvSpPr>
        <dsp:cNvPr id="0" name=""/>
        <dsp:cNvSpPr/>
      </dsp:nvSpPr>
      <dsp:spPr>
        <a:xfrm>
          <a:off x="9236366" y="2178489"/>
          <a:ext cx="558504" cy="229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564"/>
              </a:lnTo>
              <a:lnTo>
                <a:pt x="558504" y="114564"/>
              </a:lnTo>
              <a:lnTo>
                <a:pt x="558504" y="229129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0FEA6-92C2-44A1-B941-B2548F969D47}">
      <dsp:nvSpPr>
        <dsp:cNvPr id="0" name=""/>
        <dsp:cNvSpPr/>
      </dsp:nvSpPr>
      <dsp:spPr>
        <a:xfrm>
          <a:off x="9365251" y="2407619"/>
          <a:ext cx="859236" cy="5728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9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19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1900" kern="1200" dirty="0"/>
        </a:p>
      </dsp:txBody>
      <dsp:txXfrm>
        <a:off x="9382028" y="2424396"/>
        <a:ext cx="825682" cy="53927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D6853-81C7-40E1-B665-61DC8E96FEF0}">
      <dsp:nvSpPr>
        <dsp:cNvPr id="0" name=""/>
        <dsp:cNvSpPr/>
      </dsp:nvSpPr>
      <dsp:spPr>
        <a:xfrm>
          <a:off x="5327843" y="2470"/>
          <a:ext cx="1114996" cy="743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5349614" y="24241"/>
        <a:ext cx="1071454" cy="699788"/>
      </dsp:txXfrm>
    </dsp:sp>
    <dsp:sp modelId="{C33BF8C2-41ED-4403-A7C2-B70567EA65EA}">
      <dsp:nvSpPr>
        <dsp:cNvPr id="0" name=""/>
        <dsp:cNvSpPr/>
      </dsp:nvSpPr>
      <dsp:spPr>
        <a:xfrm>
          <a:off x="2986351" y="745800"/>
          <a:ext cx="2898990" cy="297332"/>
        </a:xfrm>
        <a:custGeom>
          <a:avLst/>
          <a:gdLst/>
          <a:ahLst/>
          <a:cxnLst/>
          <a:rect l="0" t="0" r="0" b="0"/>
          <a:pathLst>
            <a:path>
              <a:moveTo>
                <a:pt x="2898990" y="0"/>
              </a:moveTo>
              <a:lnTo>
                <a:pt x="2898990" y="148666"/>
              </a:lnTo>
              <a:lnTo>
                <a:pt x="0" y="148666"/>
              </a:lnTo>
              <a:lnTo>
                <a:pt x="0" y="29733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290E2F-72AD-4549-9080-55B784B07CD3}">
      <dsp:nvSpPr>
        <dsp:cNvPr id="0" name=""/>
        <dsp:cNvSpPr/>
      </dsp:nvSpPr>
      <dsp:spPr>
        <a:xfrm>
          <a:off x="2428853" y="1043133"/>
          <a:ext cx="1114996" cy="743330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5187</a:t>
          </a:r>
        </a:p>
      </dsp:txBody>
      <dsp:txXfrm>
        <a:off x="2450624" y="1064904"/>
        <a:ext cx="1071454" cy="699788"/>
      </dsp:txXfrm>
    </dsp:sp>
    <dsp:sp modelId="{6ECEEDC3-3DE5-449A-9C7C-74DD09AE0798}">
      <dsp:nvSpPr>
        <dsp:cNvPr id="0" name=""/>
        <dsp:cNvSpPr/>
      </dsp:nvSpPr>
      <dsp:spPr>
        <a:xfrm>
          <a:off x="1536855" y="1786464"/>
          <a:ext cx="1449495" cy="297332"/>
        </a:xfrm>
        <a:custGeom>
          <a:avLst/>
          <a:gdLst/>
          <a:ahLst/>
          <a:cxnLst/>
          <a:rect l="0" t="0" r="0" b="0"/>
          <a:pathLst>
            <a:path>
              <a:moveTo>
                <a:pt x="1449495" y="0"/>
              </a:moveTo>
              <a:lnTo>
                <a:pt x="1449495" y="148666"/>
              </a:lnTo>
              <a:lnTo>
                <a:pt x="0" y="148666"/>
              </a:lnTo>
              <a:lnTo>
                <a:pt x="0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11474-0F90-4F17-9451-6E35FF8821F3}">
      <dsp:nvSpPr>
        <dsp:cNvPr id="0" name=""/>
        <dsp:cNvSpPr/>
      </dsp:nvSpPr>
      <dsp:spPr>
        <a:xfrm>
          <a:off x="979357" y="2083796"/>
          <a:ext cx="1114996" cy="743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5051</a:t>
          </a:r>
        </a:p>
      </dsp:txBody>
      <dsp:txXfrm>
        <a:off x="1001128" y="2105567"/>
        <a:ext cx="1071454" cy="699788"/>
      </dsp:txXfrm>
    </dsp:sp>
    <dsp:sp modelId="{38DC6658-687D-4AED-95A1-30A2756DEC6C}">
      <dsp:nvSpPr>
        <dsp:cNvPr id="0" name=""/>
        <dsp:cNvSpPr/>
      </dsp:nvSpPr>
      <dsp:spPr>
        <a:xfrm>
          <a:off x="812108" y="2827127"/>
          <a:ext cx="724747" cy="297332"/>
        </a:xfrm>
        <a:custGeom>
          <a:avLst/>
          <a:gdLst/>
          <a:ahLst/>
          <a:cxnLst/>
          <a:rect l="0" t="0" r="0" b="0"/>
          <a:pathLst>
            <a:path>
              <a:moveTo>
                <a:pt x="724747" y="0"/>
              </a:moveTo>
              <a:lnTo>
                <a:pt x="724747" y="148666"/>
              </a:lnTo>
              <a:lnTo>
                <a:pt x="0" y="148666"/>
              </a:lnTo>
              <a:lnTo>
                <a:pt x="0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E46341-163E-4CBF-BF4D-CA9B17F0BC3C}">
      <dsp:nvSpPr>
        <dsp:cNvPr id="0" name=""/>
        <dsp:cNvSpPr/>
      </dsp:nvSpPr>
      <dsp:spPr>
        <a:xfrm>
          <a:off x="254610" y="3124460"/>
          <a:ext cx="1114996" cy="743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4669</a:t>
          </a:r>
        </a:p>
      </dsp:txBody>
      <dsp:txXfrm>
        <a:off x="276381" y="3146231"/>
        <a:ext cx="1071454" cy="699788"/>
      </dsp:txXfrm>
    </dsp:sp>
    <dsp:sp modelId="{2DBEACEF-8152-4C66-B5EE-A0DD36C278FB}">
      <dsp:nvSpPr>
        <dsp:cNvPr id="0" name=""/>
        <dsp:cNvSpPr/>
      </dsp:nvSpPr>
      <dsp:spPr>
        <a:xfrm>
          <a:off x="1536855" y="2827127"/>
          <a:ext cx="724747" cy="29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66"/>
              </a:lnTo>
              <a:lnTo>
                <a:pt x="724747" y="148666"/>
              </a:lnTo>
              <a:lnTo>
                <a:pt x="724747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8E1E2E-C554-4491-AD73-3EB56150AD94}">
      <dsp:nvSpPr>
        <dsp:cNvPr id="0" name=""/>
        <dsp:cNvSpPr/>
      </dsp:nvSpPr>
      <dsp:spPr>
        <a:xfrm>
          <a:off x="1704105" y="3124460"/>
          <a:ext cx="1114996" cy="743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5019</a:t>
          </a:r>
        </a:p>
      </dsp:txBody>
      <dsp:txXfrm>
        <a:off x="1725876" y="3146231"/>
        <a:ext cx="1071454" cy="699788"/>
      </dsp:txXfrm>
    </dsp:sp>
    <dsp:sp modelId="{AB67B5C7-DB30-4F9E-A92E-9B7E27F88815}">
      <dsp:nvSpPr>
        <dsp:cNvPr id="0" name=""/>
        <dsp:cNvSpPr/>
      </dsp:nvSpPr>
      <dsp:spPr>
        <a:xfrm>
          <a:off x="2986351" y="1786464"/>
          <a:ext cx="1449495" cy="29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66"/>
              </a:lnTo>
              <a:lnTo>
                <a:pt x="1449495" y="148666"/>
              </a:lnTo>
              <a:lnTo>
                <a:pt x="1449495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7371F4-FCBE-4A19-A8C8-C7605666D107}">
      <dsp:nvSpPr>
        <dsp:cNvPr id="0" name=""/>
        <dsp:cNvSpPr/>
      </dsp:nvSpPr>
      <dsp:spPr>
        <a:xfrm>
          <a:off x="3878348" y="2083796"/>
          <a:ext cx="1114996" cy="743330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5144</a:t>
          </a:r>
        </a:p>
      </dsp:txBody>
      <dsp:txXfrm>
        <a:off x="3900119" y="2105567"/>
        <a:ext cx="1071454" cy="699788"/>
      </dsp:txXfrm>
    </dsp:sp>
    <dsp:sp modelId="{0E2293B5-64C2-4FCC-A88F-094ADE8CCDF7}">
      <dsp:nvSpPr>
        <dsp:cNvPr id="0" name=""/>
        <dsp:cNvSpPr/>
      </dsp:nvSpPr>
      <dsp:spPr>
        <a:xfrm>
          <a:off x="3711098" y="2827127"/>
          <a:ext cx="724747" cy="297332"/>
        </a:xfrm>
        <a:custGeom>
          <a:avLst/>
          <a:gdLst/>
          <a:ahLst/>
          <a:cxnLst/>
          <a:rect l="0" t="0" r="0" b="0"/>
          <a:pathLst>
            <a:path>
              <a:moveTo>
                <a:pt x="724747" y="0"/>
              </a:moveTo>
              <a:lnTo>
                <a:pt x="724747" y="148666"/>
              </a:lnTo>
              <a:lnTo>
                <a:pt x="0" y="148666"/>
              </a:lnTo>
              <a:lnTo>
                <a:pt x="0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5D0892-B76A-4B01-A166-08BAA4B97430}">
      <dsp:nvSpPr>
        <dsp:cNvPr id="0" name=""/>
        <dsp:cNvSpPr/>
      </dsp:nvSpPr>
      <dsp:spPr>
        <a:xfrm>
          <a:off x="3153600" y="3124460"/>
          <a:ext cx="1114996" cy="743330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4967</a:t>
          </a:r>
        </a:p>
      </dsp:txBody>
      <dsp:txXfrm>
        <a:off x="3175371" y="3146231"/>
        <a:ext cx="1071454" cy="699788"/>
      </dsp:txXfrm>
    </dsp:sp>
    <dsp:sp modelId="{0BDA36D0-06E0-4818-A3F1-93218D4CDE60}">
      <dsp:nvSpPr>
        <dsp:cNvPr id="0" name=""/>
        <dsp:cNvSpPr/>
      </dsp:nvSpPr>
      <dsp:spPr>
        <a:xfrm>
          <a:off x="4435846" y="2827127"/>
          <a:ext cx="724747" cy="29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66"/>
              </a:lnTo>
              <a:lnTo>
                <a:pt x="724747" y="148666"/>
              </a:lnTo>
              <a:lnTo>
                <a:pt x="724747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CC4989-08EF-45DF-A7C4-00755C263BBF}">
      <dsp:nvSpPr>
        <dsp:cNvPr id="0" name=""/>
        <dsp:cNvSpPr/>
      </dsp:nvSpPr>
      <dsp:spPr>
        <a:xfrm>
          <a:off x="4603096" y="3124460"/>
          <a:ext cx="1114996" cy="743330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5073</a:t>
          </a:r>
        </a:p>
      </dsp:txBody>
      <dsp:txXfrm>
        <a:off x="4624867" y="3146231"/>
        <a:ext cx="1071454" cy="699788"/>
      </dsp:txXfrm>
    </dsp:sp>
    <dsp:sp modelId="{8AA4A51E-F38F-4EEE-AC65-DA951D18B74D}">
      <dsp:nvSpPr>
        <dsp:cNvPr id="0" name=""/>
        <dsp:cNvSpPr/>
      </dsp:nvSpPr>
      <dsp:spPr>
        <a:xfrm>
          <a:off x="5885342" y="745800"/>
          <a:ext cx="2898990" cy="29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66"/>
              </a:lnTo>
              <a:lnTo>
                <a:pt x="2898990" y="148666"/>
              </a:lnTo>
              <a:lnTo>
                <a:pt x="2898990" y="29733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A39787-BB9A-41CA-8FD2-3B37DF32B220}">
      <dsp:nvSpPr>
        <dsp:cNvPr id="0" name=""/>
        <dsp:cNvSpPr/>
      </dsp:nvSpPr>
      <dsp:spPr>
        <a:xfrm>
          <a:off x="8226834" y="1043133"/>
          <a:ext cx="1114996" cy="743330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5139</a:t>
          </a:r>
        </a:p>
      </dsp:txBody>
      <dsp:txXfrm>
        <a:off x="8248605" y="1064904"/>
        <a:ext cx="1071454" cy="699788"/>
      </dsp:txXfrm>
    </dsp:sp>
    <dsp:sp modelId="{1BC2AB64-A9AF-46D8-A5E9-4006EC6AA4D7}">
      <dsp:nvSpPr>
        <dsp:cNvPr id="0" name=""/>
        <dsp:cNvSpPr/>
      </dsp:nvSpPr>
      <dsp:spPr>
        <a:xfrm>
          <a:off x="7334837" y="1786464"/>
          <a:ext cx="1449495" cy="297332"/>
        </a:xfrm>
        <a:custGeom>
          <a:avLst/>
          <a:gdLst/>
          <a:ahLst/>
          <a:cxnLst/>
          <a:rect l="0" t="0" r="0" b="0"/>
          <a:pathLst>
            <a:path>
              <a:moveTo>
                <a:pt x="1449495" y="0"/>
              </a:moveTo>
              <a:lnTo>
                <a:pt x="1449495" y="148666"/>
              </a:lnTo>
              <a:lnTo>
                <a:pt x="0" y="148666"/>
              </a:lnTo>
              <a:lnTo>
                <a:pt x="0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BC82DA-CBDB-4AE4-AFB5-C2F6967A411A}">
      <dsp:nvSpPr>
        <dsp:cNvPr id="0" name=""/>
        <dsp:cNvSpPr/>
      </dsp:nvSpPr>
      <dsp:spPr>
        <a:xfrm>
          <a:off x="6777339" y="2083796"/>
          <a:ext cx="1114996" cy="743330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4910</a:t>
          </a:r>
        </a:p>
      </dsp:txBody>
      <dsp:txXfrm>
        <a:off x="6799110" y="2105567"/>
        <a:ext cx="1071454" cy="699788"/>
      </dsp:txXfrm>
    </dsp:sp>
    <dsp:sp modelId="{5D33218A-A4A0-4DF3-8A32-CB987E55B5F0}">
      <dsp:nvSpPr>
        <dsp:cNvPr id="0" name=""/>
        <dsp:cNvSpPr/>
      </dsp:nvSpPr>
      <dsp:spPr>
        <a:xfrm>
          <a:off x="6610089" y="2827127"/>
          <a:ext cx="724747" cy="297332"/>
        </a:xfrm>
        <a:custGeom>
          <a:avLst/>
          <a:gdLst/>
          <a:ahLst/>
          <a:cxnLst/>
          <a:rect l="0" t="0" r="0" b="0"/>
          <a:pathLst>
            <a:path>
              <a:moveTo>
                <a:pt x="724747" y="0"/>
              </a:moveTo>
              <a:lnTo>
                <a:pt x="724747" y="148666"/>
              </a:lnTo>
              <a:lnTo>
                <a:pt x="0" y="148666"/>
              </a:lnTo>
              <a:lnTo>
                <a:pt x="0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B4139D-FC61-4CA4-804A-1B97A5ACFBF3}">
      <dsp:nvSpPr>
        <dsp:cNvPr id="0" name=""/>
        <dsp:cNvSpPr/>
      </dsp:nvSpPr>
      <dsp:spPr>
        <a:xfrm>
          <a:off x="6052591" y="3124460"/>
          <a:ext cx="1114996" cy="743330"/>
        </a:xfrm>
        <a:prstGeom prst="roundRect">
          <a:avLst>
            <a:gd name="adj" fmla="val 10000"/>
          </a:avLst>
        </a:pr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3826</a:t>
          </a:r>
        </a:p>
      </dsp:txBody>
      <dsp:txXfrm>
        <a:off x="6074362" y="3146231"/>
        <a:ext cx="1071454" cy="699788"/>
      </dsp:txXfrm>
    </dsp:sp>
    <dsp:sp modelId="{2A3F0C08-F68E-4D15-A24C-F0F3490863A6}">
      <dsp:nvSpPr>
        <dsp:cNvPr id="0" name=""/>
        <dsp:cNvSpPr/>
      </dsp:nvSpPr>
      <dsp:spPr>
        <a:xfrm>
          <a:off x="7334837" y="2827127"/>
          <a:ext cx="724747" cy="29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66"/>
              </a:lnTo>
              <a:lnTo>
                <a:pt x="724747" y="148666"/>
              </a:lnTo>
              <a:lnTo>
                <a:pt x="724747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0B5B54-D5F3-4E8E-AA60-DBB30DA66CEB}">
      <dsp:nvSpPr>
        <dsp:cNvPr id="0" name=""/>
        <dsp:cNvSpPr/>
      </dsp:nvSpPr>
      <dsp:spPr>
        <a:xfrm>
          <a:off x="7502086" y="3124460"/>
          <a:ext cx="1114996" cy="743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5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25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2500" kern="1200" dirty="0"/>
        </a:p>
      </dsp:txBody>
      <dsp:txXfrm>
        <a:off x="7523857" y="3146231"/>
        <a:ext cx="1071454" cy="699788"/>
      </dsp:txXfrm>
    </dsp:sp>
    <dsp:sp modelId="{AA1BCF02-0D39-49A8-97EC-987CAFDCA1F9}">
      <dsp:nvSpPr>
        <dsp:cNvPr id="0" name=""/>
        <dsp:cNvSpPr/>
      </dsp:nvSpPr>
      <dsp:spPr>
        <a:xfrm>
          <a:off x="8784332" y="1786464"/>
          <a:ext cx="1449495" cy="29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66"/>
              </a:lnTo>
              <a:lnTo>
                <a:pt x="1449495" y="148666"/>
              </a:lnTo>
              <a:lnTo>
                <a:pt x="1449495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F8432A-ADCF-40EE-A0C2-B7456E4E7371}">
      <dsp:nvSpPr>
        <dsp:cNvPr id="0" name=""/>
        <dsp:cNvSpPr/>
      </dsp:nvSpPr>
      <dsp:spPr>
        <a:xfrm>
          <a:off x="9676329" y="2083796"/>
          <a:ext cx="1114996" cy="743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4930</a:t>
          </a:r>
        </a:p>
      </dsp:txBody>
      <dsp:txXfrm>
        <a:off x="9698100" y="2105567"/>
        <a:ext cx="1071454" cy="699788"/>
      </dsp:txXfrm>
    </dsp:sp>
    <dsp:sp modelId="{7B9BFBF7-DEA7-4CD3-BBF2-CE8AB682B07B}">
      <dsp:nvSpPr>
        <dsp:cNvPr id="0" name=""/>
        <dsp:cNvSpPr/>
      </dsp:nvSpPr>
      <dsp:spPr>
        <a:xfrm>
          <a:off x="9509080" y="2827127"/>
          <a:ext cx="724747" cy="297332"/>
        </a:xfrm>
        <a:custGeom>
          <a:avLst/>
          <a:gdLst/>
          <a:ahLst/>
          <a:cxnLst/>
          <a:rect l="0" t="0" r="0" b="0"/>
          <a:pathLst>
            <a:path>
              <a:moveTo>
                <a:pt x="724747" y="0"/>
              </a:moveTo>
              <a:lnTo>
                <a:pt x="724747" y="148666"/>
              </a:lnTo>
              <a:lnTo>
                <a:pt x="0" y="148666"/>
              </a:lnTo>
              <a:lnTo>
                <a:pt x="0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36BFC9-FE61-404A-BAF5-B9DF59B47DFE}">
      <dsp:nvSpPr>
        <dsp:cNvPr id="0" name=""/>
        <dsp:cNvSpPr/>
      </dsp:nvSpPr>
      <dsp:spPr>
        <a:xfrm>
          <a:off x="8951582" y="3124460"/>
          <a:ext cx="1114996" cy="743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5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25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2500" kern="1200" dirty="0"/>
        </a:p>
      </dsp:txBody>
      <dsp:txXfrm>
        <a:off x="8973353" y="3146231"/>
        <a:ext cx="1071454" cy="699788"/>
      </dsp:txXfrm>
    </dsp:sp>
    <dsp:sp modelId="{BFAFEA9F-DB55-4973-A7C2-3A6DB0FA39C8}">
      <dsp:nvSpPr>
        <dsp:cNvPr id="0" name=""/>
        <dsp:cNvSpPr/>
      </dsp:nvSpPr>
      <dsp:spPr>
        <a:xfrm>
          <a:off x="10233828" y="2827127"/>
          <a:ext cx="724747" cy="29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66"/>
              </a:lnTo>
              <a:lnTo>
                <a:pt x="724747" y="148666"/>
              </a:lnTo>
              <a:lnTo>
                <a:pt x="724747" y="29733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0FEA6-92C2-44A1-B941-B2548F969D47}">
      <dsp:nvSpPr>
        <dsp:cNvPr id="0" name=""/>
        <dsp:cNvSpPr/>
      </dsp:nvSpPr>
      <dsp:spPr>
        <a:xfrm>
          <a:off x="10401077" y="3124460"/>
          <a:ext cx="1114996" cy="7433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500" b="0" i="1" kern="1200" dirty="0" smtClean="0">
                    <a:latin typeface="Cambria Math" panose="02040503050406030204" pitchFamily="18" charset="0"/>
                  </a:rPr>
                  <m:t>−</m:t>
                </m:r>
                <m:r>
                  <a:rPr lang="en-US" sz="2500" b="0" i="1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∞</m:t>
                </m:r>
              </m:oMath>
            </m:oMathPara>
          </a14:m>
          <a:endParaRPr lang="en-US" sz="2500" kern="1200" dirty="0"/>
        </a:p>
      </dsp:txBody>
      <dsp:txXfrm>
        <a:off x="10422848" y="3146231"/>
        <a:ext cx="1071454" cy="699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20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30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40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150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02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69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46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679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In delete operation, the last element is chosen to be moved to maintain completeness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36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06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126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452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163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07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504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64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217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736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96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2146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082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67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02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4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18" Type="http://schemas.openxmlformats.org/officeDocument/2006/relationships/diagramData" Target="../diagrams/data6.xml"/><Relationship Id="rId3" Type="http://schemas.openxmlformats.org/officeDocument/2006/relationships/diagramData" Target="../diagrams/data3.xml"/><Relationship Id="rId21" Type="http://schemas.openxmlformats.org/officeDocument/2006/relationships/diagramColors" Target="../diagrams/colors6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6" Type="http://schemas.openxmlformats.org/officeDocument/2006/relationships/diagramColors" Target="../diagrams/colors5.xml"/><Relationship Id="rId20" Type="http://schemas.openxmlformats.org/officeDocument/2006/relationships/diagramQuickStyle" Target="../diagrams/quickStyl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4.xml"/><Relationship Id="rId19" Type="http://schemas.openxmlformats.org/officeDocument/2006/relationships/diagramLayout" Target="../diagrams/layout6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Relationship Id="rId22" Type="http://schemas.microsoft.com/office/2007/relationships/diagramDrawing" Target="../diagrams/drawin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13" Type="http://schemas.openxmlformats.org/officeDocument/2006/relationships/diagramData" Target="../diagrams/data9.xml"/><Relationship Id="rId18" Type="http://schemas.openxmlformats.org/officeDocument/2006/relationships/diagramData" Target="../diagrams/data10.xml"/><Relationship Id="rId3" Type="http://schemas.openxmlformats.org/officeDocument/2006/relationships/diagramData" Target="../diagrams/data7.xml"/><Relationship Id="rId21" Type="http://schemas.openxmlformats.org/officeDocument/2006/relationships/diagramColors" Target="../diagrams/colors10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17" Type="http://schemas.microsoft.com/office/2007/relationships/diagramDrawing" Target="../diagrams/drawing9.xml"/><Relationship Id="rId2" Type="http://schemas.openxmlformats.org/officeDocument/2006/relationships/notesSlide" Target="../notesSlides/notesSlide7.xml"/><Relationship Id="rId16" Type="http://schemas.openxmlformats.org/officeDocument/2006/relationships/diagramColors" Target="../diagrams/colors9.xml"/><Relationship Id="rId20" Type="http://schemas.openxmlformats.org/officeDocument/2006/relationships/diagramQuickStyle" Target="../diagrams/quickStyl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8.xml"/><Relationship Id="rId19" Type="http://schemas.openxmlformats.org/officeDocument/2006/relationships/diagramLayout" Target="../diagrams/layout10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Relationship Id="rId14" Type="http://schemas.openxmlformats.org/officeDocument/2006/relationships/diagramLayout" Target="../diagrams/layout9.xml"/><Relationship Id="rId22" Type="http://schemas.microsoft.com/office/2007/relationships/diagramDrawing" Target="../diagrams/drawing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2.xml"/><Relationship Id="rId13" Type="http://schemas.openxmlformats.org/officeDocument/2006/relationships/diagramQuickStyle" Target="../diagrams/quickStyle120.xml"/><Relationship Id="rId3" Type="http://schemas.openxmlformats.org/officeDocument/2006/relationships/image" Target="../media/image6.png"/><Relationship Id="rId7" Type="http://schemas.openxmlformats.org/officeDocument/2006/relationships/diagramLayout" Target="../diagrams/layout12.xml"/><Relationship Id="rId12" Type="http://schemas.openxmlformats.org/officeDocument/2006/relationships/diagramLayout" Target="../diagrams/layout12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Data" Target="../diagrams/data12.xml"/><Relationship Id="rId11" Type="http://schemas.openxmlformats.org/officeDocument/2006/relationships/diagramData" Target="../diagrams/data13.xml"/><Relationship Id="rId5" Type="http://schemas.openxmlformats.org/officeDocument/2006/relationships/image" Target="../media/image8.png"/><Relationship Id="rId10" Type="http://schemas.microsoft.com/office/2007/relationships/diagramDrawing" Target="../diagrams/drawing12.xml"/><Relationship Id="rId4" Type="http://schemas.openxmlformats.org/officeDocument/2006/relationships/image" Target="../media/image7.png"/><Relationship Id="rId9" Type="http://schemas.openxmlformats.org/officeDocument/2006/relationships/diagramColors" Target="../diagrams/colors12.xml"/><Relationship Id="rId14" Type="http://schemas.openxmlformats.org/officeDocument/2006/relationships/diagramColors" Target="../diagrams/colors12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3.xml"/><Relationship Id="rId13" Type="http://schemas.openxmlformats.org/officeDocument/2006/relationships/diagramQuickStyle" Target="../diagrams/quickStyle130.xml"/><Relationship Id="rId3" Type="http://schemas.openxmlformats.org/officeDocument/2006/relationships/image" Target="../media/image12.png"/><Relationship Id="rId7" Type="http://schemas.openxmlformats.org/officeDocument/2006/relationships/diagramLayout" Target="../diagrams/layout13.xml"/><Relationship Id="rId12" Type="http://schemas.openxmlformats.org/officeDocument/2006/relationships/diagramLayout" Target="../diagrams/layout13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diagramData" Target="../diagrams/data14.xml"/><Relationship Id="rId11" Type="http://schemas.openxmlformats.org/officeDocument/2006/relationships/diagramData" Target="../diagrams/data15.xml"/><Relationship Id="rId5" Type="http://schemas.openxmlformats.org/officeDocument/2006/relationships/image" Target="../media/image14.png"/><Relationship Id="rId10" Type="http://schemas.microsoft.com/office/2007/relationships/diagramDrawing" Target="../diagrams/drawing13.xml"/><Relationship Id="rId4" Type="http://schemas.openxmlformats.org/officeDocument/2006/relationships/image" Target="../media/image13.png"/><Relationship Id="rId9" Type="http://schemas.openxmlformats.org/officeDocument/2006/relationships/diagramColors" Target="../diagrams/colors13.xml"/><Relationship Id="rId14" Type="http://schemas.openxmlformats.org/officeDocument/2006/relationships/diagramColors" Target="../diagrams/colors13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4.xml"/><Relationship Id="rId13" Type="http://schemas.openxmlformats.org/officeDocument/2006/relationships/diagramQuickStyle" Target="../diagrams/quickStyle140.xml"/><Relationship Id="rId3" Type="http://schemas.openxmlformats.org/officeDocument/2006/relationships/image" Target="../media/image18.png"/><Relationship Id="rId7" Type="http://schemas.openxmlformats.org/officeDocument/2006/relationships/diagramLayout" Target="../diagrams/layout14.xml"/><Relationship Id="rId12" Type="http://schemas.openxmlformats.org/officeDocument/2006/relationships/diagramLayout" Target="../diagrams/layout14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Data" Target="../diagrams/data16.xml"/><Relationship Id="rId11" Type="http://schemas.openxmlformats.org/officeDocument/2006/relationships/diagramData" Target="../diagrams/data17.xml"/><Relationship Id="rId5" Type="http://schemas.openxmlformats.org/officeDocument/2006/relationships/image" Target="../media/image20.png"/><Relationship Id="rId10" Type="http://schemas.microsoft.com/office/2007/relationships/diagramDrawing" Target="../diagrams/drawing14.xml"/><Relationship Id="rId4" Type="http://schemas.openxmlformats.org/officeDocument/2006/relationships/image" Target="../media/image19.png"/><Relationship Id="rId9" Type="http://schemas.openxmlformats.org/officeDocument/2006/relationships/diagramColors" Target="../diagrams/colors14.xml"/><Relationship Id="rId14" Type="http://schemas.openxmlformats.org/officeDocument/2006/relationships/diagramColors" Target="../diagrams/colors140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24.png"/><Relationship Id="rId7" Type="http://schemas.openxmlformats.org/officeDocument/2006/relationships/diagramColors" Target="../diagrams/colors15.xml"/><Relationship Id="rId12" Type="http://schemas.openxmlformats.org/officeDocument/2006/relationships/diagramColors" Target="../diagrams/colors15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5.xml"/><Relationship Id="rId11" Type="http://schemas.openxmlformats.org/officeDocument/2006/relationships/diagramQuickStyle" Target="../diagrams/quickStyle150.xml"/><Relationship Id="rId5" Type="http://schemas.openxmlformats.org/officeDocument/2006/relationships/diagramLayout" Target="../diagrams/layout15.xml"/><Relationship Id="rId10" Type="http://schemas.openxmlformats.org/officeDocument/2006/relationships/diagramLayout" Target="../diagrams/layout150.xml"/><Relationship Id="rId4" Type="http://schemas.openxmlformats.org/officeDocument/2006/relationships/diagramData" Target="../diagrams/data18.xml"/><Relationship Id="rId9" Type="http://schemas.openxmlformats.org/officeDocument/2006/relationships/diagramData" Target="../diagrams/data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DESIGN AND ANALYSIS OF ALGORITHMS (113939)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808703"/>
            <a:ext cx="4480450" cy="4406369"/>
          </a:xfrm>
        </p:spPr>
        <p:txBody>
          <a:bodyPr/>
          <a:lstStyle/>
          <a:p>
            <a:r>
              <a:rPr lang="en-US" dirty="0"/>
              <a:t>Heaps</a:t>
            </a:r>
          </a:p>
          <a:p>
            <a:r>
              <a:rPr lang="en-US" dirty="0"/>
              <a:t>Heapify</a:t>
            </a:r>
          </a:p>
          <a:p>
            <a:r>
              <a:rPr lang="en-US" dirty="0"/>
              <a:t>Priority Queues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Heap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Binary Heap is a Binary Tree which is: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ALWAYS complete.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Each Parent node is either the smallest or the largest element.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Min heap, the element at root node is the smallest and each parent node is smaller than all its children.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Max heap, the element at root node is the largest and each parent node is larger than all its children.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One of the most important uses of Heap is in implementing Priority Queues.</a:t>
            </a:r>
          </a:p>
        </p:txBody>
      </p:sp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Heap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Min heap, the element at root node is the smallest and each parent node is smaller than all its children.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Assume the data to be: 4967, 4910, 5144, 5073, 4930, 5040, 4901, 5019, 5139, 4669, 4946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 Min Heap will be like the first tree.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Max Heap will look like the second tree.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AB67E05-3A87-91A8-3B30-46F707BCE7DB}"/>
              </a:ext>
            </a:extLst>
          </p:cNvPr>
          <p:cNvGraphicFramePr/>
          <p:nvPr/>
        </p:nvGraphicFramePr>
        <p:xfrm>
          <a:off x="6445044" y="1511409"/>
          <a:ext cx="5518355" cy="2441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6B136B2-39BE-7359-2E19-7A7CD1DEE1DA}"/>
              </a:ext>
            </a:extLst>
          </p:cNvPr>
          <p:cNvGraphicFramePr/>
          <p:nvPr/>
        </p:nvGraphicFramePr>
        <p:xfrm>
          <a:off x="6445043" y="4034225"/>
          <a:ext cx="5518355" cy="2441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02512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Heap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INSERT operation in Max heap: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If the heap is empty, then Insert the element at the root.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Otherwise: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Insert the element at the last free space in complete binary tree.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If the element is greater than its parent, then swap with the parent.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Keep on repeating until the inserted element is the larger than its parent element.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time complexity of INSERT operation is based on the number of SWAP operations.</a:t>
            </a:r>
          </a:p>
        </p:txBody>
      </p:sp>
    </p:spTree>
    <p:extLst>
      <p:ext uri="{BB962C8B-B14F-4D97-AF65-F5344CB8AC3E}">
        <p14:creationId xmlns:p14="http://schemas.microsoft.com/office/powerpoint/2010/main" val="267648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Heap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15A564-B6BD-E0E2-861F-35FFD0AB97F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7623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INSERT 5150 in the following Heap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D1D1AF4-2022-928F-321B-1D93F08FDF2C}"/>
              </a:ext>
            </a:extLst>
          </p:cNvPr>
          <p:cNvGraphicFramePr/>
          <p:nvPr/>
        </p:nvGraphicFramePr>
        <p:xfrm>
          <a:off x="6096000" y="2294965"/>
          <a:ext cx="5875616" cy="2061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6EE8F7F-322D-2D1D-5A40-810FF4E27776}"/>
              </a:ext>
            </a:extLst>
          </p:cNvPr>
          <p:cNvGraphicFramePr/>
          <p:nvPr/>
        </p:nvGraphicFramePr>
        <p:xfrm>
          <a:off x="17929" y="2294965"/>
          <a:ext cx="5875616" cy="2061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5BCDC92-7B32-2176-B2B1-0126D96D1C48}"/>
              </a:ext>
            </a:extLst>
          </p:cNvPr>
          <p:cNvGraphicFramePr/>
          <p:nvPr/>
        </p:nvGraphicFramePr>
        <p:xfrm>
          <a:off x="17929" y="4486835"/>
          <a:ext cx="5875616" cy="2061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B0BA684-69FC-1D4F-8F84-8F7DBADE5E3B}"/>
              </a:ext>
            </a:extLst>
          </p:cNvPr>
          <p:cNvGraphicFramePr/>
          <p:nvPr/>
        </p:nvGraphicFramePr>
        <p:xfrm>
          <a:off x="5893545" y="4491318"/>
          <a:ext cx="5875616" cy="2061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</p:spTree>
    <p:extLst>
      <p:ext uri="{BB962C8B-B14F-4D97-AF65-F5344CB8AC3E}">
        <p14:creationId xmlns:p14="http://schemas.microsoft.com/office/powerpoint/2010/main" val="81453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Graphic spid="9" grpId="0">
        <p:bldAsOne/>
      </p:bldGraphic>
      <p:bldGraphic spid="10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Heap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DELETE operation in Max heap, ONLY THE ROOT NODE can be deleted. Because that’s the whole purpose of a Heap.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If the heap is empty, then return false.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Otherwise:</a:t>
                </a:r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Delete the root element.</a:t>
                </a:r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Move the last element of binary tree to root*.</a:t>
                </a:r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Now compare this element’s left and right children and SWAP with the larger node.</a:t>
                </a:r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Keep on repeating until the element is at the last level (i.e., leaf).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time complexity depends on the height of the tree, i.e.,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1038" t="-1456" r="-1038" b="-2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10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Heap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15A564-B6BD-E0E2-861F-35FFD0AB97F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7623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DELETE 5150 from the following Heap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D1D1AF4-2022-928F-321B-1D93F08FDF2C}"/>
              </a:ext>
            </a:extLst>
          </p:cNvPr>
          <p:cNvGraphicFramePr/>
          <p:nvPr/>
        </p:nvGraphicFramePr>
        <p:xfrm>
          <a:off x="5289789" y="2294965"/>
          <a:ext cx="5069405" cy="2061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29A803C-15FD-7D3C-CE40-F1E9CBD83915}"/>
              </a:ext>
            </a:extLst>
          </p:cNvPr>
          <p:cNvGraphicFramePr/>
          <p:nvPr/>
        </p:nvGraphicFramePr>
        <p:xfrm>
          <a:off x="220384" y="2294965"/>
          <a:ext cx="5069405" cy="2061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75D8977-1084-BF4D-8101-E583EE353369}"/>
              </a:ext>
            </a:extLst>
          </p:cNvPr>
          <p:cNvGraphicFramePr/>
          <p:nvPr/>
        </p:nvGraphicFramePr>
        <p:xfrm>
          <a:off x="210659" y="4491318"/>
          <a:ext cx="5069405" cy="2061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706DEB8-767A-3BA2-A3C2-F7D6CDE5E351}"/>
              </a:ext>
            </a:extLst>
          </p:cNvPr>
          <p:cNvGraphicFramePr/>
          <p:nvPr/>
        </p:nvGraphicFramePr>
        <p:xfrm>
          <a:off x="5280064" y="4491318"/>
          <a:ext cx="5069405" cy="2061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3331A6-F305-D372-2795-C57149D62CB8}"/>
              </a:ext>
            </a:extLst>
          </p:cNvPr>
          <p:cNvSpPr txBox="1">
            <a:spLocks/>
          </p:cNvSpPr>
          <p:nvPr/>
        </p:nvSpPr>
        <p:spPr>
          <a:xfrm>
            <a:off x="10068448" y="4491318"/>
            <a:ext cx="2047351" cy="198409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Can you guess the last step?</a:t>
            </a:r>
          </a:p>
        </p:txBody>
      </p:sp>
    </p:spTree>
    <p:extLst>
      <p:ext uri="{BB962C8B-B14F-4D97-AF65-F5344CB8AC3E}">
        <p14:creationId xmlns:p14="http://schemas.microsoft.com/office/powerpoint/2010/main" val="247170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3" grpId="0">
        <p:bldAsOne/>
      </p:bldGraphic>
      <p:bldGraphic spid="4" grpId="0">
        <p:bldAsOne/>
      </p:bldGraphic>
      <p:bldGraphic spid="8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Heap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Heap Sort is one of the most efficient sorting algorithms.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Once we implement a Heap, then this algorithm is fairly simple with only 2 steps.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Given an array of unsorted values: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INSERT all values in Min Heap.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DELETE all values from the Heap and collect into a linear array.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The array will be sorted.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Similarly, to sort an array into reverse order, use Max Heap.</a:t>
            </a:r>
          </a:p>
        </p:txBody>
      </p:sp>
    </p:spTree>
    <p:extLst>
      <p:ext uri="{BB962C8B-B14F-4D97-AF65-F5344CB8AC3E}">
        <p14:creationId xmlns:p14="http://schemas.microsoft.com/office/powerpoint/2010/main" val="255266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Heapify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1F08D9E-5A4E-B576-734E-BBE3BCC0CC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1012712"/>
              </p:ext>
            </p:extLst>
          </p:nvPr>
        </p:nvGraphicFramePr>
        <p:xfrm>
          <a:off x="200933" y="3429000"/>
          <a:ext cx="11770684" cy="3046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A35136-C794-38C7-B173-FD2428D06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896413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INSERTING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elements into a Heap takes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time, is there a way to simply convert an ordinary complete binary tree into a heap more efficiently?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answer is Yes, using the Heapify function, which takes linear time to convert a binary tree into a heap.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A35136-C794-38C7-B173-FD2428D06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896413"/>
              </a:xfrm>
              <a:prstGeom prst="rect">
                <a:avLst/>
              </a:prstGeom>
              <a:blipFill>
                <a:blip r:embed="rId8"/>
                <a:stretch>
                  <a:fillRect l="-830" t="-2564" b="-6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64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Heapify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A35136-C794-38C7-B173-FD2428D06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Assume a binary tree stored as an array: [4946, 4967, 5139, 5051, 5073, 3826, 4930, 4669, 5019, 5187, 5144, 4901]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can form a perfect tree, then proceed. Otherwise insert extra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3200" dirty="0"/>
                  <a:t> to make it a perfect tree. (For min-heap, insert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3200" dirty="0"/>
                  <a:t>)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12=3.58</m:t>
                        </m:r>
                      </m:e>
                    </m:func>
                  </m:oMath>
                </a14:m>
                <a:r>
                  <a:rPr lang="en-US" sz="3200" dirty="0"/>
                  <a:t>, we require a tree of 4 levels, i.e., the number of leaves will be 8. Hence the array becomes [4946, 4967, 5139, 5051, 5073, 3826, 4930, 4669, 5019, 5187, 5144, 4901,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3200" dirty="0"/>
                  <a:t>]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Start creating nodes from right to left, i.e., first we create leaf nodes.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Therefore, the last 8 elements are placed as leaf nodes.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A35136-C794-38C7-B173-FD2428D06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1038" t="-1480" r="-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04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Heapify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A35136-C794-38C7-B173-FD2428D061D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34579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tree with leaf nodes; each node itself is a heap.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Now add elements from right to left and make sure they are also heaps.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9C6913-EFDC-D653-8065-07577DAF6623}"/>
              </a:ext>
            </a:extLst>
          </p:cNvPr>
          <p:cNvGrpSpPr/>
          <p:nvPr/>
        </p:nvGrpSpPr>
        <p:grpSpPr>
          <a:xfrm>
            <a:off x="586152" y="2878386"/>
            <a:ext cx="11000245" cy="550614"/>
            <a:chOff x="586152" y="5749312"/>
            <a:chExt cx="11000245" cy="72608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8DE15D9-D0FF-2975-F3AC-B1104E605FDD}"/>
                </a:ext>
              </a:extLst>
            </p:cNvPr>
            <p:cNvSpPr/>
            <p:nvPr/>
          </p:nvSpPr>
          <p:spPr>
            <a:xfrm>
              <a:off x="586152" y="5749312"/>
              <a:ext cx="1089133" cy="726088"/>
            </a:xfrm>
            <a:custGeom>
              <a:avLst/>
              <a:gdLst>
                <a:gd name="connsiteX0" fmla="*/ 0 w 1089133"/>
                <a:gd name="connsiteY0" fmla="*/ 72609 h 726088"/>
                <a:gd name="connsiteX1" fmla="*/ 72609 w 1089133"/>
                <a:gd name="connsiteY1" fmla="*/ 0 h 726088"/>
                <a:gd name="connsiteX2" fmla="*/ 1016524 w 1089133"/>
                <a:gd name="connsiteY2" fmla="*/ 0 h 726088"/>
                <a:gd name="connsiteX3" fmla="*/ 1089133 w 1089133"/>
                <a:gd name="connsiteY3" fmla="*/ 72609 h 726088"/>
                <a:gd name="connsiteX4" fmla="*/ 1089133 w 1089133"/>
                <a:gd name="connsiteY4" fmla="*/ 653479 h 726088"/>
                <a:gd name="connsiteX5" fmla="*/ 1016524 w 1089133"/>
                <a:gd name="connsiteY5" fmla="*/ 726088 h 726088"/>
                <a:gd name="connsiteX6" fmla="*/ 72609 w 1089133"/>
                <a:gd name="connsiteY6" fmla="*/ 726088 h 726088"/>
                <a:gd name="connsiteX7" fmla="*/ 0 w 1089133"/>
                <a:gd name="connsiteY7" fmla="*/ 653479 h 726088"/>
                <a:gd name="connsiteX8" fmla="*/ 0 w 1089133"/>
                <a:gd name="connsiteY8" fmla="*/ 72609 h 72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133" h="726088">
                  <a:moveTo>
                    <a:pt x="0" y="72609"/>
                  </a:moveTo>
                  <a:cubicBezTo>
                    <a:pt x="0" y="32508"/>
                    <a:pt x="32508" y="0"/>
                    <a:pt x="72609" y="0"/>
                  </a:cubicBezTo>
                  <a:lnTo>
                    <a:pt x="1016524" y="0"/>
                  </a:lnTo>
                  <a:cubicBezTo>
                    <a:pt x="1056625" y="0"/>
                    <a:pt x="1089133" y="32508"/>
                    <a:pt x="1089133" y="72609"/>
                  </a:cubicBezTo>
                  <a:lnTo>
                    <a:pt x="1089133" y="653479"/>
                  </a:lnTo>
                  <a:cubicBezTo>
                    <a:pt x="1089133" y="693580"/>
                    <a:pt x="1056625" y="726088"/>
                    <a:pt x="1016524" y="726088"/>
                  </a:cubicBezTo>
                  <a:lnTo>
                    <a:pt x="72609" y="726088"/>
                  </a:lnTo>
                  <a:cubicBezTo>
                    <a:pt x="32508" y="726088"/>
                    <a:pt x="0" y="693580"/>
                    <a:pt x="0" y="653479"/>
                  </a:cubicBezTo>
                  <a:lnTo>
                    <a:pt x="0" y="7260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9376" tIns="139376" rIns="139376" bIns="139376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100" kern="1200" dirty="0"/>
                <a:t>4669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940CF45-585B-FD51-C2B9-5600033D8FB8}"/>
                </a:ext>
              </a:extLst>
            </p:cNvPr>
            <p:cNvSpPr/>
            <p:nvPr/>
          </p:nvSpPr>
          <p:spPr>
            <a:xfrm>
              <a:off x="2002025" y="5749312"/>
              <a:ext cx="1089133" cy="726088"/>
            </a:xfrm>
            <a:custGeom>
              <a:avLst/>
              <a:gdLst>
                <a:gd name="connsiteX0" fmla="*/ 0 w 1089133"/>
                <a:gd name="connsiteY0" fmla="*/ 72609 h 726088"/>
                <a:gd name="connsiteX1" fmla="*/ 72609 w 1089133"/>
                <a:gd name="connsiteY1" fmla="*/ 0 h 726088"/>
                <a:gd name="connsiteX2" fmla="*/ 1016524 w 1089133"/>
                <a:gd name="connsiteY2" fmla="*/ 0 h 726088"/>
                <a:gd name="connsiteX3" fmla="*/ 1089133 w 1089133"/>
                <a:gd name="connsiteY3" fmla="*/ 72609 h 726088"/>
                <a:gd name="connsiteX4" fmla="*/ 1089133 w 1089133"/>
                <a:gd name="connsiteY4" fmla="*/ 653479 h 726088"/>
                <a:gd name="connsiteX5" fmla="*/ 1016524 w 1089133"/>
                <a:gd name="connsiteY5" fmla="*/ 726088 h 726088"/>
                <a:gd name="connsiteX6" fmla="*/ 72609 w 1089133"/>
                <a:gd name="connsiteY6" fmla="*/ 726088 h 726088"/>
                <a:gd name="connsiteX7" fmla="*/ 0 w 1089133"/>
                <a:gd name="connsiteY7" fmla="*/ 653479 h 726088"/>
                <a:gd name="connsiteX8" fmla="*/ 0 w 1089133"/>
                <a:gd name="connsiteY8" fmla="*/ 72609 h 72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133" h="726088">
                  <a:moveTo>
                    <a:pt x="0" y="72609"/>
                  </a:moveTo>
                  <a:cubicBezTo>
                    <a:pt x="0" y="32508"/>
                    <a:pt x="32508" y="0"/>
                    <a:pt x="72609" y="0"/>
                  </a:cubicBezTo>
                  <a:lnTo>
                    <a:pt x="1016524" y="0"/>
                  </a:lnTo>
                  <a:cubicBezTo>
                    <a:pt x="1056625" y="0"/>
                    <a:pt x="1089133" y="32508"/>
                    <a:pt x="1089133" y="72609"/>
                  </a:cubicBezTo>
                  <a:lnTo>
                    <a:pt x="1089133" y="653479"/>
                  </a:lnTo>
                  <a:cubicBezTo>
                    <a:pt x="1089133" y="693580"/>
                    <a:pt x="1056625" y="726088"/>
                    <a:pt x="1016524" y="726088"/>
                  </a:cubicBezTo>
                  <a:lnTo>
                    <a:pt x="72609" y="726088"/>
                  </a:lnTo>
                  <a:cubicBezTo>
                    <a:pt x="32508" y="726088"/>
                    <a:pt x="0" y="693580"/>
                    <a:pt x="0" y="653479"/>
                  </a:cubicBezTo>
                  <a:lnTo>
                    <a:pt x="0" y="7260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9376" tIns="139376" rIns="139376" bIns="139376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100" kern="1200" dirty="0"/>
                <a:t>5019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6C3B6B2-9383-3031-3EDF-8BDA86AF890B}"/>
                </a:ext>
              </a:extLst>
            </p:cNvPr>
            <p:cNvSpPr/>
            <p:nvPr/>
          </p:nvSpPr>
          <p:spPr>
            <a:xfrm>
              <a:off x="3417898" y="5749312"/>
              <a:ext cx="1089133" cy="726088"/>
            </a:xfrm>
            <a:custGeom>
              <a:avLst/>
              <a:gdLst>
                <a:gd name="connsiteX0" fmla="*/ 0 w 1089133"/>
                <a:gd name="connsiteY0" fmla="*/ 72609 h 726088"/>
                <a:gd name="connsiteX1" fmla="*/ 72609 w 1089133"/>
                <a:gd name="connsiteY1" fmla="*/ 0 h 726088"/>
                <a:gd name="connsiteX2" fmla="*/ 1016524 w 1089133"/>
                <a:gd name="connsiteY2" fmla="*/ 0 h 726088"/>
                <a:gd name="connsiteX3" fmla="*/ 1089133 w 1089133"/>
                <a:gd name="connsiteY3" fmla="*/ 72609 h 726088"/>
                <a:gd name="connsiteX4" fmla="*/ 1089133 w 1089133"/>
                <a:gd name="connsiteY4" fmla="*/ 653479 h 726088"/>
                <a:gd name="connsiteX5" fmla="*/ 1016524 w 1089133"/>
                <a:gd name="connsiteY5" fmla="*/ 726088 h 726088"/>
                <a:gd name="connsiteX6" fmla="*/ 72609 w 1089133"/>
                <a:gd name="connsiteY6" fmla="*/ 726088 h 726088"/>
                <a:gd name="connsiteX7" fmla="*/ 0 w 1089133"/>
                <a:gd name="connsiteY7" fmla="*/ 653479 h 726088"/>
                <a:gd name="connsiteX8" fmla="*/ 0 w 1089133"/>
                <a:gd name="connsiteY8" fmla="*/ 72609 h 72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133" h="726088">
                  <a:moveTo>
                    <a:pt x="0" y="72609"/>
                  </a:moveTo>
                  <a:cubicBezTo>
                    <a:pt x="0" y="32508"/>
                    <a:pt x="32508" y="0"/>
                    <a:pt x="72609" y="0"/>
                  </a:cubicBezTo>
                  <a:lnTo>
                    <a:pt x="1016524" y="0"/>
                  </a:lnTo>
                  <a:cubicBezTo>
                    <a:pt x="1056625" y="0"/>
                    <a:pt x="1089133" y="32508"/>
                    <a:pt x="1089133" y="72609"/>
                  </a:cubicBezTo>
                  <a:lnTo>
                    <a:pt x="1089133" y="653479"/>
                  </a:lnTo>
                  <a:cubicBezTo>
                    <a:pt x="1089133" y="693580"/>
                    <a:pt x="1056625" y="726088"/>
                    <a:pt x="1016524" y="726088"/>
                  </a:cubicBezTo>
                  <a:lnTo>
                    <a:pt x="72609" y="726088"/>
                  </a:lnTo>
                  <a:cubicBezTo>
                    <a:pt x="32508" y="726088"/>
                    <a:pt x="0" y="693580"/>
                    <a:pt x="0" y="653479"/>
                  </a:cubicBezTo>
                  <a:lnTo>
                    <a:pt x="0" y="7260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9376" tIns="139376" rIns="139376" bIns="139376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100" kern="1200" dirty="0"/>
                <a:t>5187</a:t>
              </a: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89B17E4-1561-E504-D972-57AC860A0FBE}"/>
                </a:ext>
              </a:extLst>
            </p:cNvPr>
            <p:cNvSpPr/>
            <p:nvPr/>
          </p:nvSpPr>
          <p:spPr>
            <a:xfrm>
              <a:off x="4833771" y="5749312"/>
              <a:ext cx="1089133" cy="726088"/>
            </a:xfrm>
            <a:custGeom>
              <a:avLst/>
              <a:gdLst>
                <a:gd name="connsiteX0" fmla="*/ 0 w 1089133"/>
                <a:gd name="connsiteY0" fmla="*/ 72609 h 726088"/>
                <a:gd name="connsiteX1" fmla="*/ 72609 w 1089133"/>
                <a:gd name="connsiteY1" fmla="*/ 0 h 726088"/>
                <a:gd name="connsiteX2" fmla="*/ 1016524 w 1089133"/>
                <a:gd name="connsiteY2" fmla="*/ 0 h 726088"/>
                <a:gd name="connsiteX3" fmla="*/ 1089133 w 1089133"/>
                <a:gd name="connsiteY3" fmla="*/ 72609 h 726088"/>
                <a:gd name="connsiteX4" fmla="*/ 1089133 w 1089133"/>
                <a:gd name="connsiteY4" fmla="*/ 653479 h 726088"/>
                <a:gd name="connsiteX5" fmla="*/ 1016524 w 1089133"/>
                <a:gd name="connsiteY5" fmla="*/ 726088 h 726088"/>
                <a:gd name="connsiteX6" fmla="*/ 72609 w 1089133"/>
                <a:gd name="connsiteY6" fmla="*/ 726088 h 726088"/>
                <a:gd name="connsiteX7" fmla="*/ 0 w 1089133"/>
                <a:gd name="connsiteY7" fmla="*/ 653479 h 726088"/>
                <a:gd name="connsiteX8" fmla="*/ 0 w 1089133"/>
                <a:gd name="connsiteY8" fmla="*/ 72609 h 72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133" h="726088">
                  <a:moveTo>
                    <a:pt x="0" y="72609"/>
                  </a:moveTo>
                  <a:cubicBezTo>
                    <a:pt x="0" y="32508"/>
                    <a:pt x="32508" y="0"/>
                    <a:pt x="72609" y="0"/>
                  </a:cubicBezTo>
                  <a:lnTo>
                    <a:pt x="1016524" y="0"/>
                  </a:lnTo>
                  <a:cubicBezTo>
                    <a:pt x="1056625" y="0"/>
                    <a:pt x="1089133" y="32508"/>
                    <a:pt x="1089133" y="72609"/>
                  </a:cubicBezTo>
                  <a:lnTo>
                    <a:pt x="1089133" y="653479"/>
                  </a:lnTo>
                  <a:cubicBezTo>
                    <a:pt x="1089133" y="693580"/>
                    <a:pt x="1056625" y="726088"/>
                    <a:pt x="1016524" y="726088"/>
                  </a:cubicBezTo>
                  <a:lnTo>
                    <a:pt x="72609" y="726088"/>
                  </a:lnTo>
                  <a:cubicBezTo>
                    <a:pt x="32508" y="726088"/>
                    <a:pt x="0" y="693580"/>
                    <a:pt x="0" y="653479"/>
                  </a:cubicBezTo>
                  <a:lnTo>
                    <a:pt x="0" y="7260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9376" tIns="139376" rIns="139376" bIns="139376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100" kern="1200" dirty="0"/>
                <a:t>5144</a:t>
              </a: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EAD029-68AA-02C1-A6BC-305531641307}"/>
                </a:ext>
              </a:extLst>
            </p:cNvPr>
            <p:cNvSpPr/>
            <p:nvPr/>
          </p:nvSpPr>
          <p:spPr>
            <a:xfrm>
              <a:off x="6249644" y="5749312"/>
              <a:ext cx="1089133" cy="726088"/>
            </a:xfrm>
            <a:custGeom>
              <a:avLst/>
              <a:gdLst>
                <a:gd name="connsiteX0" fmla="*/ 0 w 1089133"/>
                <a:gd name="connsiteY0" fmla="*/ 72609 h 726088"/>
                <a:gd name="connsiteX1" fmla="*/ 72609 w 1089133"/>
                <a:gd name="connsiteY1" fmla="*/ 0 h 726088"/>
                <a:gd name="connsiteX2" fmla="*/ 1016524 w 1089133"/>
                <a:gd name="connsiteY2" fmla="*/ 0 h 726088"/>
                <a:gd name="connsiteX3" fmla="*/ 1089133 w 1089133"/>
                <a:gd name="connsiteY3" fmla="*/ 72609 h 726088"/>
                <a:gd name="connsiteX4" fmla="*/ 1089133 w 1089133"/>
                <a:gd name="connsiteY4" fmla="*/ 653479 h 726088"/>
                <a:gd name="connsiteX5" fmla="*/ 1016524 w 1089133"/>
                <a:gd name="connsiteY5" fmla="*/ 726088 h 726088"/>
                <a:gd name="connsiteX6" fmla="*/ 72609 w 1089133"/>
                <a:gd name="connsiteY6" fmla="*/ 726088 h 726088"/>
                <a:gd name="connsiteX7" fmla="*/ 0 w 1089133"/>
                <a:gd name="connsiteY7" fmla="*/ 653479 h 726088"/>
                <a:gd name="connsiteX8" fmla="*/ 0 w 1089133"/>
                <a:gd name="connsiteY8" fmla="*/ 72609 h 72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133" h="726088">
                  <a:moveTo>
                    <a:pt x="0" y="72609"/>
                  </a:moveTo>
                  <a:cubicBezTo>
                    <a:pt x="0" y="32508"/>
                    <a:pt x="32508" y="0"/>
                    <a:pt x="72609" y="0"/>
                  </a:cubicBezTo>
                  <a:lnTo>
                    <a:pt x="1016524" y="0"/>
                  </a:lnTo>
                  <a:cubicBezTo>
                    <a:pt x="1056625" y="0"/>
                    <a:pt x="1089133" y="32508"/>
                    <a:pt x="1089133" y="72609"/>
                  </a:cubicBezTo>
                  <a:lnTo>
                    <a:pt x="1089133" y="653479"/>
                  </a:lnTo>
                  <a:cubicBezTo>
                    <a:pt x="1089133" y="693580"/>
                    <a:pt x="1056625" y="726088"/>
                    <a:pt x="1016524" y="726088"/>
                  </a:cubicBezTo>
                  <a:lnTo>
                    <a:pt x="72609" y="726088"/>
                  </a:lnTo>
                  <a:cubicBezTo>
                    <a:pt x="32508" y="726088"/>
                    <a:pt x="0" y="693580"/>
                    <a:pt x="0" y="653479"/>
                  </a:cubicBezTo>
                  <a:lnTo>
                    <a:pt x="0" y="7260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9376" tIns="139376" rIns="139376" bIns="139376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100" kern="1200" dirty="0"/>
                <a:t>4910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A3F286F5-883D-0D3A-F8BC-CF641668CD08}"/>
                    </a:ext>
                  </a:extLst>
                </p:cNvPr>
                <p:cNvSpPr/>
                <p:nvPr/>
              </p:nvSpPr>
              <p:spPr>
                <a:xfrm>
                  <a:off x="7665518" y="5749312"/>
                  <a:ext cx="1089133" cy="726088"/>
                </a:xfrm>
                <a:custGeom>
                  <a:avLst/>
                  <a:gdLst>
                    <a:gd name="connsiteX0" fmla="*/ 0 w 1089133"/>
                    <a:gd name="connsiteY0" fmla="*/ 72609 h 726088"/>
                    <a:gd name="connsiteX1" fmla="*/ 72609 w 1089133"/>
                    <a:gd name="connsiteY1" fmla="*/ 0 h 726088"/>
                    <a:gd name="connsiteX2" fmla="*/ 1016524 w 1089133"/>
                    <a:gd name="connsiteY2" fmla="*/ 0 h 726088"/>
                    <a:gd name="connsiteX3" fmla="*/ 1089133 w 1089133"/>
                    <a:gd name="connsiteY3" fmla="*/ 72609 h 726088"/>
                    <a:gd name="connsiteX4" fmla="*/ 1089133 w 1089133"/>
                    <a:gd name="connsiteY4" fmla="*/ 653479 h 726088"/>
                    <a:gd name="connsiteX5" fmla="*/ 1016524 w 1089133"/>
                    <a:gd name="connsiteY5" fmla="*/ 726088 h 726088"/>
                    <a:gd name="connsiteX6" fmla="*/ 72609 w 1089133"/>
                    <a:gd name="connsiteY6" fmla="*/ 726088 h 726088"/>
                    <a:gd name="connsiteX7" fmla="*/ 0 w 1089133"/>
                    <a:gd name="connsiteY7" fmla="*/ 653479 h 726088"/>
                    <a:gd name="connsiteX8" fmla="*/ 0 w 1089133"/>
                    <a:gd name="connsiteY8" fmla="*/ 72609 h 726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89133" h="726088">
                      <a:moveTo>
                        <a:pt x="0" y="72609"/>
                      </a:moveTo>
                      <a:cubicBezTo>
                        <a:pt x="0" y="32508"/>
                        <a:pt x="32508" y="0"/>
                        <a:pt x="72609" y="0"/>
                      </a:cubicBezTo>
                      <a:lnTo>
                        <a:pt x="1016524" y="0"/>
                      </a:lnTo>
                      <a:cubicBezTo>
                        <a:pt x="1056625" y="0"/>
                        <a:pt x="1089133" y="32508"/>
                        <a:pt x="1089133" y="72609"/>
                      </a:cubicBezTo>
                      <a:lnTo>
                        <a:pt x="1089133" y="653479"/>
                      </a:lnTo>
                      <a:cubicBezTo>
                        <a:pt x="1089133" y="693580"/>
                        <a:pt x="1056625" y="726088"/>
                        <a:pt x="1016524" y="726088"/>
                      </a:cubicBezTo>
                      <a:lnTo>
                        <a:pt x="72609" y="726088"/>
                      </a:lnTo>
                      <a:cubicBezTo>
                        <a:pt x="32508" y="726088"/>
                        <a:pt x="0" y="693580"/>
                        <a:pt x="0" y="653479"/>
                      </a:cubicBezTo>
                      <a:lnTo>
                        <a:pt x="0" y="72609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39376" tIns="139376" rIns="139376" bIns="139376" numCol="1" spcCol="1270" anchor="ctr" anchorCtr="0">
                  <a:noAutofit/>
                </a:bodyPr>
                <a:lstStyle/>
                <a:p>
                  <a:pPr marL="0" lvl="0" indent="0" algn="ctr" defTabSz="13779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3100" kern="1200" dirty="0"/>
                </a:p>
              </p:txBody>
            </p:sp>
          </mc:Choice>
          <mc:Fallback xmlns=""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A3F286F5-883D-0D3A-F8BC-CF641668CD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5518" y="5749312"/>
                  <a:ext cx="1089133" cy="726088"/>
                </a:xfrm>
                <a:custGeom>
                  <a:avLst/>
                  <a:gdLst>
                    <a:gd name="connsiteX0" fmla="*/ 0 w 1089133"/>
                    <a:gd name="connsiteY0" fmla="*/ 72609 h 726088"/>
                    <a:gd name="connsiteX1" fmla="*/ 72609 w 1089133"/>
                    <a:gd name="connsiteY1" fmla="*/ 0 h 726088"/>
                    <a:gd name="connsiteX2" fmla="*/ 1016524 w 1089133"/>
                    <a:gd name="connsiteY2" fmla="*/ 0 h 726088"/>
                    <a:gd name="connsiteX3" fmla="*/ 1089133 w 1089133"/>
                    <a:gd name="connsiteY3" fmla="*/ 72609 h 726088"/>
                    <a:gd name="connsiteX4" fmla="*/ 1089133 w 1089133"/>
                    <a:gd name="connsiteY4" fmla="*/ 653479 h 726088"/>
                    <a:gd name="connsiteX5" fmla="*/ 1016524 w 1089133"/>
                    <a:gd name="connsiteY5" fmla="*/ 726088 h 726088"/>
                    <a:gd name="connsiteX6" fmla="*/ 72609 w 1089133"/>
                    <a:gd name="connsiteY6" fmla="*/ 726088 h 726088"/>
                    <a:gd name="connsiteX7" fmla="*/ 0 w 1089133"/>
                    <a:gd name="connsiteY7" fmla="*/ 653479 h 726088"/>
                    <a:gd name="connsiteX8" fmla="*/ 0 w 1089133"/>
                    <a:gd name="connsiteY8" fmla="*/ 72609 h 726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89133" h="726088">
                      <a:moveTo>
                        <a:pt x="0" y="72609"/>
                      </a:moveTo>
                      <a:cubicBezTo>
                        <a:pt x="0" y="32508"/>
                        <a:pt x="32508" y="0"/>
                        <a:pt x="72609" y="0"/>
                      </a:cubicBezTo>
                      <a:lnTo>
                        <a:pt x="1016524" y="0"/>
                      </a:lnTo>
                      <a:cubicBezTo>
                        <a:pt x="1056625" y="0"/>
                        <a:pt x="1089133" y="32508"/>
                        <a:pt x="1089133" y="72609"/>
                      </a:cubicBezTo>
                      <a:lnTo>
                        <a:pt x="1089133" y="653479"/>
                      </a:lnTo>
                      <a:cubicBezTo>
                        <a:pt x="1089133" y="693580"/>
                        <a:pt x="1056625" y="726088"/>
                        <a:pt x="1016524" y="726088"/>
                      </a:cubicBezTo>
                      <a:lnTo>
                        <a:pt x="72609" y="726088"/>
                      </a:lnTo>
                      <a:cubicBezTo>
                        <a:pt x="32508" y="726088"/>
                        <a:pt x="0" y="693580"/>
                        <a:pt x="0" y="653479"/>
                      </a:cubicBezTo>
                      <a:lnTo>
                        <a:pt x="0" y="72609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4CE99797-B9E5-5036-F862-CEC0E6F62206}"/>
                    </a:ext>
                  </a:extLst>
                </p:cNvPr>
                <p:cNvSpPr/>
                <p:nvPr/>
              </p:nvSpPr>
              <p:spPr>
                <a:xfrm>
                  <a:off x="9081391" y="5749312"/>
                  <a:ext cx="1089133" cy="726088"/>
                </a:xfrm>
                <a:custGeom>
                  <a:avLst/>
                  <a:gdLst>
                    <a:gd name="connsiteX0" fmla="*/ 0 w 1089133"/>
                    <a:gd name="connsiteY0" fmla="*/ 72609 h 726088"/>
                    <a:gd name="connsiteX1" fmla="*/ 72609 w 1089133"/>
                    <a:gd name="connsiteY1" fmla="*/ 0 h 726088"/>
                    <a:gd name="connsiteX2" fmla="*/ 1016524 w 1089133"/>
                    <a:gd name="connsiteY2" fmla="*/ 0 h 726088"/>
                    <a:gd name="connsiteX3" fmla="*/ 1089133 w 1089133"/>
                    <a:gd name="connsiteY3" fmla="*/ 72609 h 726088"/>
                    <a:gd name="connsiteX4" fmla="*/ 1089133 w 1089133"/>
                    <a:gd name="connsiteY4" fmla="*/ 653479 h 726088"/>
                    <a:gd name="connsiteX5" fmla="*/ 1016524 w 1089133"/>
                    <a:gd name="connsiteY5" fmla="*/ 726088 h 726088"/>
                    <a:gd name="connsiteX6" fmla="*/ 72609 w 1089133"/>
                    <a:gd name="connsiteY6" fmla="*/ 726088 h 726088"/>
                    <a:gd name="connsiteX7" fmla="*/ 0 w 1089133"/>
                    <a:gd name="connsiteY7" fmla="*/ 653479 h 726088"/>
                    <a:gd name="connsiteX8" fmla="*/ 0 w 1089133"/>
                    <a:gd name="connsiteY8" fmla="*/ 72609 h 726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89133" h="726088">
                      <a:moveTo>
                        <a:pt x="0" y="72609"/>
                      </a:moveTo>
                      <a:cubicBezTo>
                        <a:pt x="0" y="32508"/>
                        <a:pt x="32508" y="0"/>
                        <a:pt x="72609" y="0"/>
                      </a:cubicBezTo>
                      <a:lnTo>
                        <a:pt x="1016524" y="0"/>
                      </a:lnTo>
                      <a:cubicBezTo>
                        <a:pt x="1056625" y="0"/>
                        <a:pt x="1089133" y="32508"/>
                        <a:pt x="1089133" y="72609"/>
                      </a:cubicBezTo>
                      <a:lnTo>
                        <a:pt x="1089133" y="653479"/>
                      </a:lnTo>
                      <a:cubicBezTo>
                        <a:pt x="1089133" y="693580"/>
                        <a:pt x="1056625" y="726088"/>
                        <a:pt x="1016524" y="726088"/>
                      </a:cubicBezTo>
                      <a:lnTo>
                        <a:pt x="72609" y="726088"/>
                      </a:lnTo>
                      <a:cubicBezTo>
                        <a:pt x="32508" y="726088"/>
                        <a:pt x="0" y="693580"/>
                        <a:pt x="0" y="653479"/>
                      </a:cubicBezTo>
                      <a:lnTo>
                        <a:pt x="0" y="72609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39376" tIns="139376" rIns="139376" bIns="139376" numCol="1" spcCol="1270" anchor="ctr" anchorCtr="0">
                  <a:noAutofit/>
                </a:bodyPr>
                <a:lstStyle/>
                <a:p>
                  <a:pPr marL="0" lvl="0" indent="0" algn="ctr" defTabSz="13779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3100" kern="1200" dirty="0"/>
                </a:p>
              </p:txBody>
            </p:sp>
          </mc:Choice>
          <mc:Fallback xmlns=""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4CE99797-B9E5-5036-F862-CEC0E6F622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1391" y="5749312"/>
                  <a:ext cx="1089133" cy="726088"/>
                </a:xfrm>
                <a:custGeom>
                  <a:avLst/>
                  <a:gdLst>
                    <a:gd name="connsiteX0" fmla="*/ 0 w 1089133"/>
                    <a:gd name="connsiteY0" fmla="*/ 72609 h 726088"/>
                    <a:gd name="connsiteX1" fmla="*/ 72609 w 1089133"/>
                    <a:gd name="connsiteY1" fmla="*/ 0 h 726088"/>
                    <a:gd name="connsiteX2" fmla="*/ 1016524 w 1089133"/>
                    <a:gd name="connsiteY2" fmla="*/ 0 h 726088"/>
                    <a:gd name="connsiteX3" fmla="*/ 1089133 w 1089133"/>
                    <a:gd name="connsiteY3" fmla="*/ 72609 h 726088"/>
                    <a:gd name="connsiteX4" fmla="*/ 1089133 w 1089133"/>
                    <a:gd name="connsiteY4" fmla="*/ 653479 h 726088"/>
                    <a:gd name="connsiteX5" fmla="*/ 1016524 w 1089133"/>
                    <a:gd name="connsiteY5" fmla="*/ 726088 h 726088"/>
                    <a:gd name="connsiteX6" fmla="*/ 72609 w 1089133"/>
                    <a:gd name="connsiteY6" fmla="*/ 726088 h 726088"/>
                    <a:gd name="connsiteX7" fmla="*/ 0 w 1089133"/>
                    <a:gd name="connsiteY7" fmla="*/ 653479 h 726088"/>
                    <a:gd name="connsiteX8" fmla="*/ 0 w 1089133"/>
                    <a:gd name="connsiteY8" fmla="*/ 72609 h 726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89133" h="726088">
                      <a:moveTo>
                        <a:pt x="0" y="72609"/>
                      </a:moveTo>
                      <a:cubicBezTo>
                        <a:pt x="0" y="32508"/>
                        <a:pt x="32508" y="0"/>
                        <a:pt x="72609" y="0"/>
                      </a:cubicBezTo>
                      <a:lnTo>
                        <a:pt x="1016524" y="0"/>
                      </a:lnTo>
                      <a:cubicBezTo>
                        <a:pt x="1056625" y="0"/>
                        <a:pt x="1089133" y="32508"/>
                        <a:pt x="1089133" y="72609"/>
                      </a:cubicBezTo>
                      <a:lnTo>
                        <a:pt x="1089133" y="653479"/>
                      </a:lnTo>
                      <a:cubicBezTo>
                        <a:pt x="1089133" y="693580"/>
                        <a:pt x="1056625" y="726088"/>
                        <a:pt x="1016524" y="726088"/>
                      </a:cubicBezTo>
                      <a:lnTo>
                        <a:pt x="72609" y="726088"/>
                      </a:lnTo>
                      <a:cubicBezTo>
                        <a:pt x="32508" y="726088"/>
                        <a:pt x="0" y="693580"/>
                        <a:pt x="0" y="653479"/>
                      </a:cubicBezTo>
                      <a:lnTo>
                        <a:pt x="0" y="72609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8203FF7A-593A-80F1-E35E-200D7DA13595}"/>
                    </a:ext>
                  </a:extLst>
                </p:cNvPr>
                <p:cNvSpPr/>
                <p:nvPr/>
              </p:nvSpPr>
              <p:spPr>
                <a:xfrm>
                  <a:off x="10497264" y="5749312"/>
                  <a:ext cx="1089133" cy="726088"/>
                </a:xfrm>
                <a:custGeom>
                  <a:avLst/>
                  <a:gdLst>
                    <a:gd name="connsiteX0" fmla="*/ 0 w 1089133"/>
                    <a:gd name="connsiteY0" fmla="*/ 72609 h 726088"/>
                    <a:gd name="connsiteX1" fmla="*/ 72609 w 1089133"/>
                    <a:gd name="connsiteY1" fmla="*/ 0 h 726088"/>
                    <a:gd name="connsiteX2" fmla="*/ 1016524 w 1089133"/>
                    <a:gd name="connsiteY2" fmla="*/ 0 h 726088"/>
                    <a:gd name="connsiteX3" fmla="*/ 1089133 w 1089133"/>
                    <a:gd name="connsiteY3" fmla="*/ 72609 h 726088"/>
                    <a:gd name="connsiteX4" fmla="*/ 1089133 w 1089133"/>
                    <a:gd name="connsiteY4" fmla="*/ 653479 h 726088"/>
                    <a:gd name="connsiteX5" fmla="*/ 1016524 w 1089133"/>
                    <a:gd name="connsiteY5" fmla="*/ 726088 h 726088"/>
                    <a:gd name="connsiteX6" fmla="*/ 72609 w 1089133"/>
                    <a:gd name="connsiteY6" fmla="*/ 726088 h 726088"/>
                    <a:gd name="connsiteX7" fmla="*/ 0 w 1089133"/>
                    <a:gd name="connsiteY7" fmla="*/ 653479 h 726088"/>
                    <a:gd name="connsiteX8" fmla="*/ 0 w 1089133"/>
                    <a:gd name="connsiteY8" fmla="*/ 72609 h 726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89133" h="726088">
                      <a:moveTo>
                        <a:pt x="0" y="72609"/>
                      </a:moveTo>
                      <a:cubicBezTo>
                        <a:pt x="0" y="32508"/>
                        <a:pt x="32508" y="0"/>
                        <a:pt x="72609" y="0"/>
                      </a:cubicBezTo>
                      <a:lnTo>
                        <a:pt x="1016524" y="0"/>
                      </a:lnTo>
                      <a:cubicBezTo>
                        <a:pt x="1056625" y="0"/>
                        <a:pt x="1089133" y="32508"/>
                        <a:pt x="1089133" y="72609"/>
                      </a:cubicBezTo>
                      <a:lnTo>
                        <a:pt x="1089133" y="653479"/>
                      </a:lnTo>
                      <a:cubicBezTo>
                        <a:pt x="1089133" y="693580"/>
                        <a:pt x="1056625" y="726088"/>
                        <a:pt x="1016524" y="726088"/>
                      </a:cubicBezTo>
                      <a:lnTo>
                        <a:pt x="72609" y="726088"/>
                      </a:lnTo>
                      <a:cubicBezTo>
                        <a:pt x="32508" y="726088"/>
                        <a:pt x="0" y="693580"/>
                        <a:pt x="0" y="653479"/>
                      </a:cubicBezTo>
                      <a:lnTo>
                        <a:pt x="0" y="72609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39376" tIns="139376" rIns="139376" bIns="139376" numCol="1" spcCol="1270" anchor="ctr" anchorCtr="0">
                  <a:noAutofit/>
                </a:bodyPr>
                <a:lstStyle/>
                <a:p>
                  <a:pPr marL="0" lvl="0" indent="0" algn="ctr" defTabSz="13779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3100" kern="1200" dirty="0"/>
                </a:p>
              </p:txBody>
            </p:sp>
          </mc:Choice>
          <mc:Fallback xmlns=""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8203FF7A-593A-80F1-E35E-200D7DA135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7264" y="5749312"/>
                  <a:ext cx="1089133" cy="726088"/>
                </a:xfrm>
                <a:custGeom>
                  <a:avLst/>
                  <a:gdLst>
                    <a:gd name="connsiteX0" fmla="*/ 0 w 1089133"/>
                    <a:gd name="connsiteY0" fmla="*/ 72609 h 726088"/>
                    <a:gd name="connsiteX1" fmla="*/ 72609 w 1089133"/>
                    <a:gd name="connsiteY1" fmla="*/ 0 h 726088"/>
                    <a:gd name="connsiteX2" fmla="*/ 1016524 w 1089133"/>
                    <a:gd name="connsiteY2" fmla="*/ 0 h 726088"/>
                    <a:gd name="connsiteX3" fmla="*/ 1089133 w 1089133"/>
                    <a:gd name="connsiteY3" fmla="*/ 72609 h 726088"/>
                    <a:gd name="connsiteX4" fmla="*/ 1089133 w 1089133"/>
                    <a:gd name="connsiteY4" fmla="*/ 653479 h 726088"/>
                    <a:gd name="connsiteX5" fmla="*/ 1016524 w 1089133"/>
                    <a:gd name="connsiteY5" fmla="*/ 726088 h 726088"/>
                    <a:gd name="connsiteX6" fmla="*/ 72609 w 1089133"/>
                    <a:gd name="connsiteY6" fmla="*/ 726088 h 726088"/>
                    <a:gd name="connsiteX7" fmla="*/ 0 w 1089133"/>
                    <a:gd name="connsiteY7" fmla="*/ 653479 h 726088"/>
                    <a:gd name="connsiteX8" fmla="*/ 0 w 1089133"/>
                    <a:gd name="connsiteY8" fmla="*/ 72609 h 726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89133" h="726088">
                      <a:moveTo>
                        <a:pt x="0" y="72609"/>
                      </a:moveTo>
                      <a:cubicBezTo>
                        <a:pt x="0" y="32508"/>
                        <a:pt x="32508" y="0"/>
                        <a:pt x="72609" y="0"/>
                      </a:cubicBezTo>
                      <a:lnTo>
                        <a:pt x="1016524" y="0"/>
                      </a:lnTo>
                      <a:cubicBezTo>
                        <a:pt x="1056625" y="0"/>
                        <a:pt x="1089133" y="32508"/>
                        <a:pt x="1089133" y="72609"/>
                      </a:cubicBezTo>
                      <a:lnTo>
                        <a:pt x="1089133" y="653479"/>
                      </a:lnTo>
                      <a:cubicBezTo>
                        <a:pt x="1089133" y="693580"/>
                        <a:pt x="1056625" y="726088"/>
                        <a:pt x="1016524" y="726088"/>
                      </a:cubicBezTo>
                      <a:lnTo>
                        <a:pt x="72609" y="726088"/>
                      </a:lnTo>
                      <a:cubicBezTo>
                        <a:pt x="32508" y="726088"/>
                        <a:pt x="0" y="693580"/>
                        <a:pt x="0" y="653479"/>
                      </a:cubicBezTo>
                      <a:lnTo>
                        <a:pt x="0" y="72609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Diagram 42">
                <a:extLst>
                  <a:ext uri="{FF2B5EF4-FFF2-40B4-BE49-F238E27FC236}">
                    <a16:creationId xmlns:a16="http://schemas.microsoft.com/office/drawing/2014/main" id="{EB7BE76E-5730-E9F3-3A7E-68EFE2AA843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46736240"/>
                  </p:ext>
                </p:extLst>
              </p:nvPr>
            </p:nvGraphicFramePr>
            <p:xfrm>
              <a:off x="200933" y="3505200"/>
              <a:ext cx="11770684" cy="297021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</mc:Choice>
        <mc:Fallback xmlns="">
          <p:graphicFrame>
            <p:nvGraphicFramePr>
              <p:cNvPr id="43" name="Diagram 42">
                <a:extLst>
                  <a:ext uri="{FF2B5EF4-FFF2-40B4-BE49-F238E27FC236}">
                    <a16:creationId xmlns:a16="http://schemas.microsoft.com/office/drawing/2014/main" id="{EB7BE76E-5730-E9F3-3A7E-68EFE2AA843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46736240"/>
                  </p:ext>
                </p:extLst>
              </p:nvPr>
            </p:nvGraphicFramePr>
            <p:xfrm>
              <a:off x="200933" y="3505200"/>
              <a:ext cx="11770684" cy="297021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12" r:qs="rId13" r:cs="rId14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877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3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Heapify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A35136-C794-38C7-B173-FD2428D061D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748389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Note that 10 nodes were inserted with only 1 swap operation. Add another node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A471327-2AB0-F8F9-0C94-80A045B4F738}"/>
              </a:ext>
            </a:extLst>
          </p:cNvPr>
          <p:cNvGrpSpPr/>
          <p:nvPr/>
        </p:nvGrpSpPr>
        <p:grpSpPr>
          <a:xfrm>
            <a:off x="1865695" y="2670465"/>
            <a:ext cx="8460610" cy="1340295"/>
            <a:chOff x="1855969" y="3011707"/>
            <a:chExt cx="8460610" cy="13402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B807179-DEBC-4595-4EA6-F02910958DAE}"/>
                </a:ext>
              </a:extLst>
            </p:cNvPr>
            <p:cNvSpPr/>
            <p:nvPr/>
          </p:nvSpPr>
          <p:spPr>
            <a:xfrm>
              <a:off x="2400464" y="3011707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6E6BB4-CEDB-EFA9-BC79-0C642409B2A4}"/>
                </a:ext>
              </a:extLst>
            </p:cNvPr>
            <p:cNvSpPr/>
            <p:nvPr/>
          </p:nvSpPr>
          <p:spPr>
            <a:xfrm>
              <a:off x="2274811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44494" y="0"/>
                  </a:moveTo>
                  <a:lnTo>
                    <a:pt x="544494" y="111691"/>
                  </a:lnTo>
                  <a:lnTo>
                    <a:pt x="0" y="111691"/>
                  </a:lnTo>
                  <a:lnTo>
                    <a:pt x="0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B68920-7AC2-6042-D1D0-5D3AD847873C}"/>
                </a:ext>
              </a:extLst>
            </p:cNvPr>
            <p:cNvSpPr/>
            <p:nvPr/>
          </p:nvSpPr>
          <p:spPr>
            <a:xfrm>
              <a:off x="1855969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4669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736F7D9-FAA2-4F75-5A0A-A8006E876B74}"/>
                </a:ext>
              </a:extLst>
            </p:cNvPr>
            <p:cNvSpPr/>
            <p:nvPr/>
          </p:nvSpPr>
          <p:spPr>
            <a:xfrm>
              <a:off x="2819306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691"/>
                  </a:lnTo>
                  <a:lnTo>
                    <a:pt x="544494" y="111691"/>
                  </a:lnTo>
                  <a:lnTo>
                    <a:pt x="544494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3568ED0-F44F-8BE4-D41E-694945EDC0FE}"/>
                </a:ext>
              </a:extLst>
            </p:cNvPr>
            <p:cNvSpPr/>
            <p:nvPr/>
          </p:nvSpPr>
          <p:spPr>
            <a:xfrm>
              <a:off x="2944959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5019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39E506F-03A7-6C95-E889-423472635A0D}"/>
                </a:ext>
              </a:extLst>
            </p:cNvPr>
            <p:cNvSpPr/>
            <p:nvPr/>
          </p:nvSpPr>
          <p:spPr>
            <a:xfrm>
              <a:off x="4578443" y="3011707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solidFill>
              <a:srgbClr val="FFFF00"/>
            </a:solid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5144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E57EB97-F378-25BD-A42C-B274F1ACC770}"/>
                </a:ext>
              </a:extLst>
            </p:cNvPr>
            <p:cNvSpPr/>
            <p:nvPr/>
          </p:nvSpPr>
          <p:spPr>
            <a:xfrm>
              <a:off x="4452790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44494" y="0"/>
                  </a:moveTo>
                  <a:lnTo>
                    <a:pt x="544494" y="111691"/>
                  </a:lnTo>
                  <a:lnTo>
                    <a:pt x="0" y="111691"/>
                  </a:lnTo>
                  <a:lnTo>
                    <a:pt x="0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90653A1-D978-ED9D-D2C1-EB7115102B82}"/>
                </a:ext>
              </a:extLst>
            </p:cNvPr>
            <p:cNvSpPr/>
            <p:nvPr/>
          </p:nvSpPr>
          <p:spPr>
            <a:xfrm>
              <a:off x="4033948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5187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B3001C4-FB5D-7028-5339-6ECA41EC4D92}"/>
                </a:ext>
              </a:extLst>
            </p:cNvPr>
            <p:cNvSpPr/>
            <p:nvPr/>
          </p:nvSpPr>
          <p:spPr>
            <a:xfrm>
              <a:off x="4997285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691"/>
                  </a:lnTo>
                  <a:lnTo>
                    <a:pt x="544494" y="111691"/>
                  </a:lnTo>
                  <a:lnTo>
                    <a:pt x="544494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41C69C5-30C2-16A1-410C-30F84A8086B5}"/>
                </a:ext>
              </a:extLst>
            </p:cNvPr>
            <p:cNvSpPr/>
            <p:nvPr/>
          </p:nvSpPr>
          <p:spPr>
            <a:xfrm>
              <a:off x="5122938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solidFill>
              <a:srgbClr val="FFFF00"/>
            </a:solid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5073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B25C8D8-EE0D-C437-3150-3DB47602AD0B}"/>
                </a:ext>
              </a:extLst>
            </p:cNvPr>
            <p:cNvSpPr/>
            <p:nvPr/>
          </p:nvSpPr>
          <p:spPr>
            <a:xfrm>
              <a:off x="6756422" y="3011707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4910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96E14AF-F4A1-28E4-F9B9-14F5246C4F0D}"/>
                </a:ext>
              </a:extLst>
            </p:cNvPr>
            <p:cNvSpPr/>
            <p:nvPr/>
          </p:nvSpPr>
          <p:spPr>
            <a:xfrm>
              <a:off x="6630769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44494" y="0"/>
                  </a:moveTo>
                  <a:lnTo>
                    <a:pt x="544494" y="111691"/>
                  </a:lnTo>
                  <a:lnTo>
                    <a:pt x="0" y="111691"/>
                  </a:lnTo>
                  <a:lnTo>
                    <a:pt x="0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BD064DB-675C-8CE3-D14B-ECD71D18557F}"/>
                </a:ext>
              </a:extLst>
            </p:cNvPr>
            <p:cNvSpPr/>
            <p:nvPr/>
          </p:nvSpPr>
          <p:spPr>
            <a:xfrm>
              <a:off x="6211927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3826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67DAC6E-44FC-3795-B190-FE365765E169}"/>
                </a:ext>
              </a:extLst>
            </p:cNvPr>
            <p:cNvSpPr/>
            <p:nvPr/>
          </p:nvSpPr>
          <p:spPr>
            <a:xfrm>
              <a:off x="7175264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691"/>
                  </a:lnTo>
                  <a:lnTo>
                    <a:pt x="544494" y="111691"/>
                  </a:lnTo>
                  <a:lnTo>
                    <a:pt x="544494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E127E40-D990-F849-9D36-6CE3FEC7DD01}"/>
                    </a:ext>
                  </a:extLst>
                </p:cNvPr>
                <p:cNvSpPr/>
                <p:nvPr/>
              </p:nvSpPr>
              <p:spPr>
                <a:xfrm>
                  <a:off x="7300917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07797" tIns="107797" rIns="107797" bIns="107797" numCol="1" spcCol="1270" anchor="ctr" anchorCtr="0">
                  <a:noAutofit/>
                </a:bodyPr>
                <a:lstStyle/>
                <a:p>
                  <a:pPr marL="0" lvl="0" indent="0" algn="ctr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2400" kern="1200" dirty="0"/>
                </a:p>
              </p:txBody>
            </p:sp>
          </mc:Choice>
          <mc:Fallback xmlns=""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E127E40-D990-F849-9D36-6CE3FEC7DD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0917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F74D6A3-09A4-FCA9-E15B-BD962EE29511}"/>
                </a:ext>
              </a:extLst>
            </p:cNvPr>
            <p:cNvSpPr/>
            <p:nvPr/>
          </p:nvSpPr>
          <p:spPr>
            <a:xfrm>
              <a:off x="8934401" y="3011707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4930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6916E4D-3DFB-24DF-E200-D252879DCA43}"/>
                </a:ext>
              </a:extLst>
            </p:cNvPr>
            <p:cNvSpPr/>
            <p:nvPr/>
          </p:nvSpPr>
          <p:spPr>
            <a:xfrm>
              <a:off x="8808748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44494" y="0"/>
                  </a:moveTo>
                  <a:lnTo>
                    <a:pt x="544494" y="111691"/>
                  </a:lnTo>
                  <a:lnTo>
                    <a:pt x="0" y="111691"/>
                  </a:lnTo>
                  <a:lnTo>
                    <a:pt x="0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1F3F0B1-60C1-76E5-60F4-1242A049B0EA}"/>
                    </a:ext>
                  </a:extLst>
                </p:cNvPr>
                <p:cNvSpPr/>
                <p:nvPr/>
              </p:nvSpPr>
              <p:spPr>
                <a:xfrm>
                  <a:off x="8389906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07797" tIns="107797" rIns="107797" bIns="107797" numCol="1" spcCol="1270" anchor="ctr" anchorCtr="0">
                  <a:noAutofit/>
                </a:bodyPr>
                <a:lstStyle/>
                <a:p>
                  <a:pPr lvl="0" algn="ctr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2400" kern="1200" dirty="0"/>
                </a:p>
              </p:txBody>
            </p:sp>
          </mc:Choice>
          <mc:Fallback xmlns=""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1F3F0B1-60C1-76E5-60F4-1242A049B0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906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9B8F458-F3DB-C31B-3517-DF0077BEC1F6}"/>
                </a:ext>
              </a:extLst>
            </p:cNvPr>
            <p:cNvSpPr/>
            <p:nvPr/>
          </p:nvSpPr>
          <p:spPr>
            <a:xfrm>
              <a:off x="9353243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691"/>
                  </a:lnTo>
                  <a:lnTo>
                    <a:pt x="544494" y="111691"/>
                  </a:lnTo>
                  <a:lnTo>
                    <a:pt x="544494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0C1724DD-F6A4-E751-4477-C164B95BF1A3}"/>
                    </a:ext>
                  </a:extLst>
                </p:cNvPr>
                <p:cNvSpPr/>
                <p:nvPr/>
              </p:nvSpPr>
              <p:spPr>
                <a:xfrm>
                  <a:off x="9478895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07797" tIns="107797" rIns="107797" bIns="107797" numCol="1" spcCol="1270" anchor="ctr" anchorCtr="0">
                  <a:noAutofit/>
                </a:bodyPr>
                <a:lstStyle/>
                <a:p>
                  <a:pPr marL="0" lvl="0" indent="0" algn="ctr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2400" kern="1200" dirty="0"/>
                </a:p>
              </p:txBody>
            </p:sp>
          </mc:Choice>
          <mc:Fallback xmlns=""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0C1724DD-F6A4-E751-4477-C164B95BF1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8895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EF1CA798-09CE-A83D-270F-5ECA2D4128B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16444812"/>
                  </p:ext>
                </p:extLst>
              </p:nvPr>
            </p:nvGraphicFramePr>
            <p:xfrm>
              <a:off x="210658" y="4400250"/>
              <a:ext cx="11770684" cy="212298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</mc:Choice>
        <mc:Fallback xmlns="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EF1CA798-09CE-A83D-270F-5ECA2D4128B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16444812"/>
                  </p:ext>
                </p:extLst>
              </p:nvPr>
            </p:nvGraphicFramePr>
            <p:xfrm>
              <a:off x="210658" y="4400250"/>
              <a:ext cx="11770684" cy="212298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12" r:qs="rId13" r:cs="rId14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3532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Heapify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A35136-C794-38C7-B173-FD2428D061D7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62085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Add remaining nodes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A471327-2AB0-F8F9-0C94-80A045B4F738}"/>
              </a:ext>
            </a:extLst>
          </p:cNvPr>
          <p:cNvGrpSpPr/>
          <p:nvPr/>
        </p:nvGrpSpPr>
        <p:grpSpPr>
          <a:xfrm>
            <a:off x="1865695" y="2177092"/>
            <a:ext cx="8460610" cy="1340295"/>
            <a:chOff x="1855969" y="3011707"/>
            <a:chExt cx="8460610" cy="13402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B807179-DEBC-4595-4EA6-F02910958DAE}"/>
                </a:ext>
              </a:extLst>
            </p:cNvPr>
            <p:cNvSpPr/>
            <p:nvPr/>
          </p:nvSpPr>
          <p:spPr>
            <a:xfrm>
              <a:off x="2400464" y="3011707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solidFill>
              <a:srgbClr val="FFFF00"/>
            </a:solid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5051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6E6BB4-CEDB-EFA9-BC79-0C642409B2A4}"/>
                </a:ext>
              </a:extLst>
            </p:cNvPr>
            <p:cNvSpPr/>
            <p:nvPr/>
          </p:nvSpPr>
          <p:spPr>
            <a:xfrm>
              <a:off x="2274811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44494" y="0"/>
                  </a:moveTo>
                  <a:lnTo>
                    <a:pt x="544494" y="111691"/>
                  </a:lnTo>
                  <a:lnTo>
                    <a:pt x="0" y="111691"/>
                  </a:lnTo>
                  <a:lnTo>
                    <a:pt x="0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B68920-7AC2-6042-D1D0-5D3AD847873C}"/>
                </a:ext>
              </a:extLst>
            </p:cNvPr>
            <p:cNvSpPr/>
            <p:nvPr/>
          </p:nvSpPr>
          <p:spPr>
            <a:xfrm>
              <a:off x="1855969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4669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736F7D9-FAA2-4F75-5A0A-A8006E876B74}"/>
                </a:ext>
              </a:extLst>
            </p:cNvPr>
            <p:cNvSpPr/>
            <p:nvPr/>
          </p:nvSpPr>
          <p:spPr>
            <a:xfrm>
              <a:off x="2819306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691"/>
                  </a:lnTo>
                  <a:lnTo>
                    <a:pt x="544494" y="111691"/>
                  </a:lnTo>
                  <a:lnTo>
                    <a:pt x="544494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3568ED0-F44F-8BE4-D41E-694945EDC0FE}"/>
                </a:ext>
              </a:extLst>
            </p:cNvPr>
            <p:cNvSpPr/>
            <p:nvPr/>
          </p:nvSpPr>
          <p:spPr>
            <a:xfrm>
              <a:off x="2944959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5019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39E506F-03A7-6C95-E889-423472635A0D}"/>
                </a:ext>
              </a:extLst>
            </p:cNvPr>
            <p:cNvSpPr/>
            <p:nvPr/>
          </p:nvSpPr>
          <p:spPr>
            <a:xfrm>
              <a:off x="4578443" y="3011707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5144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E57EB97-F378-25BD-A42C-B274F1ACC770}"/>
                </a:ext>
              </a:extLst>
            </p:cNvPr>
            <p:cNvSpPr/>
            <p:nvPr/>
          </p:nvSpPr>
          <p:spPr>
            <a:xfrm>
              <a:off x="4452790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44494" y="0"/>
                  </a:moveTo>
                  <a:lnTo>
                    <a:pt x="544494" y="111691"/>
                  </a:lnTo>
                  <a:lnTo>
                    <a:pt x="0" y="111691"/>
                  </a:lnTo>
                  <a:lnTo>
                    <a:pt x="0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90653A1-D978-ED9D-D2C1-EB7115102B82}"/>
                </a:ext>
              </a:extLst>
            </p:cNvPr>
            <p:cNvSpPr/>
            <p:nvPr/>
          </p:nvSpPr>
          <p:spPr>
            <a:xfrm>
              <a:off x="4033948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5187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B3001C4-FB5D-7028-5339-6ECA41EC4D92}"/>
                </a:ext>
              </a:extLst>
            </p:cNvPr>
            <p:cNvSpPr/>
            <p:nvPr/>
          </p:nvSpPr>
          <p:spPr>
            <a:xfrm>
              <a:off x="4997285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691"/>
                  </a:lnTo>
                  <a:lnTo>
                    <a:pt x="544494" y="111691"/>
                  </a:lnTo>
                  <a:lnTo>
                    <a:pt x="544494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41C69C5-30C2-16A1-410C-30F84A8086B5}"/>
                </a:ext>
              </a:extLst>
            </p:cNvPr>
            <p:cNvSpPr/>
            <p:nvPr/>
          </p:nvSpPr>
          <p:spPr>
            <a:xfrm>
              <a:off x="5122938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5073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B25C8D8-EE0D-C437-3150-3DB47602AD0B}"/>
                </a:ext>
              </a:extLst>
            </p:cNvPr>
            <p:cNvSpPr/>
            <p:nvPr/>
          </p:nvSpPr>
          <p:spPr>
            <a:xfrm>
              <a:off x="6756422" y="3011707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4910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96E14AF-F4A1-28E4-F9B9-14F5246C4F0D}"/>
                </a:ext>
              </a:extLst>
            </p:cNvPr>
            <p:cNvSpPr/>
            <p:nvPr/>
          </p:nvSpPr>
          <p:spPr>
            <a:xfrm>
              <a:off x="6630769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44494" y="0"/>
                  </a:moveTo>
                  <a:lnTo>
                    <a:pt x="544494" y="111691"/>
                  </a:lnTo>
                  <a:lnTo>
                    <a:pt x="0" y="111691"/>
                  </a:lnTo>
                  <a:lnTo>
                    <a:pt x="0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BD064DB-675C-8CE3-D14B-ECD71D18557F}"/>
                </a:ext>
              </a:extLst>
            </p:cNvPr>
            <p:cNvSpPr/>
            <p:nvPr/>
          </p:nvSpPr>
          <p:spPr>
            <a:xfrm>
              <a:off x="6211927" y="3793546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3826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67DAC6E-44FC-3795-B190-FE365765E169}"/>
                </a:ext>
              </a:extLst>
            </p:cNvPr>
            <p:cNvSpPr/>
            <p:nvPr/>
          </p:nvSpPr>
          <p:spPr>
            <a:xfrm>
              <a:off x="7175264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691"/>
                  </a:lnTo>
                  <a:lnTo>
                    <a:pt x="544494" y="111691"/>
                  </a:lnTo>
                  <a:lnTo>
                    <a:pt x="544494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E127E40-D990-F849-9D36-6CE3FEC7DD01}"/>
                    </a:ext>
                  </a:extLst>
                </p:cNvPr>
                <p:cNvSpPr/>
                <p:nvPr/>
              </p:nvSpPr>
              <p:spPr>
                <a:xfrm>
                  <a:off x="7300917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07797" tIns="107797" rIns="107797" bIns="107797" numCol="1" spcCol="1270" anchor="ctr" anchorCtr="0">
                  <a:noAutofit/>
                </a:bodyPr>
                <a:lstStyle/>
                <a:p>
                  <a:pPr marL="0" lvl="0" indent="0" algn="ctr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2400" kern="1200" dirty="0"/>
                </a:p>
              </p:txBody>
            </p:sp>
          </mc:Choice>
          <mc:Fallback xmlns=""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E127E40-D990-F849-9D36-6CE3FEC7DD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0917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F74D6A3-09A4-FCA9-E15B-BD962EE29511}"/>
                </a:ext>
              </a:extLst>
            </p:cNvPr>
            <p:cNvSpPr/>
            <p:nvPr/>
          </p:nvSpPr>
          <p:spPr>
            <a:xfrm>
              <a:off x="8934401" y="3011707"/>
              <a:ext cx="837684" cy="558456"/>
            </a:xfrm>
            <a:custGeom>
              <a:avLst/>
              <a:gdLst>
                <a:gd name="connsiteX0" fmla="*/ 0 w 837684"/>
                <a:gd name="connsiteY0" fmla="*/ 55846 h 558456"/>
                <a:gd name="connsiteX1" fmla="*/ 55846 w 837684"/>
                <a:gd name="connsiteY1" fmla="*/ 0 h 558456"/>
                <a:gd name="connsiteX2" fmla="*/ 781838 w 837684"/>
                <a:gd name="connsiteY2" fmla="*/ 0 h 558456"/>
                <a:gd name="connsiteX3" fmla="*/ 837684 w 837684"/>
                <a:gd name="connsiteY3" fmla="*/ 55846 h 558456"/>
                <a:gd name="connsiteX4" fmla="*/ 837684 w 837684"/>
                <a:gd name="connsiteY4" fmla="*/ 502610 h 558456"/>
                <a:gd name="connsiteX5" fmla="*/ 781838 w 837684"/>
                <a:gd name="connsiteY5" fmla="*/ 558456 h 558456"/>
                <a:gd name="connsiteX6" fmla="*/ 55846 w 837684"/>
                <a:gd name="connsiteY6" fmla="*/ 558456 h 558456"/>
                <a:gd name="connsiteX7" fmla="*/ 0 w 837684"/>
                <a:gd name="connsiteY7" fmla="*/ 502610 h 558456"/>
                <a:gd name="connsiteX8" fmla="*/ 0 w 837684"/>
                <a:gd name="connsiteY8" fmla="*/ 55846 h 55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7684" h="558456">
                  <a:moveTo>
                    <a:pt x="0" y="55846"/>
                  </a:moveTo>
                  <a:cubicBezTo>
                    <a:pt x="0" y="25003"/>
                    <a:pt x="25003" y="0"/>
                    <a:pt x="55846" y="0"/>
                  </a:cubicBezTo>
                  <a:lnTo>
                    <a:pt x="781838" y="0"/>
                  </a:lnTo>
                  <a:cubicBezTo>
                    <a:pt x="812681" y="0"/>
                    <a:pt x="837684" y="25003"/>
                    <a:pt x="837684" y="55846"/>
                  </a:cubicBezTo>
                  <a:lnTo>
                    <a:pt x="837684" y="502610"/>
                  </a:lnTo>
                  <a:cubicBezTo>
                    <a:pt x="837684" y="533453"/>
                    <a:pt x="812681" y="558456"/>
                    <a:pt x="781838" y="558456"/>
                  </a:cubicBezTo>
                  <a:lnTo>
                    <a:pt x="55846" y="558456"/>
                  </a:lnTo>
                  <a:cubicBezTo>
                    <a:pt x="25003" y="558456"/>
                    <a:pt x="0" y="533453"/>
                    <a:pt x="0" y="502610"/>
                  </a:cubicBezTo>
                  <a:lnTo>
                    <a:pt x="0" y="55846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797" tIns="107797" rIns="107797" bIns="10779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4930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6916E4D-3DFB-24DF-E200-D252879DCA43}"/>
                </a:ext>
              </a:extLst>
            </p:cNvPr>
            <p:cNvSpPr/>
            <p:nvPr/>
          </p:nvSpPr>
          <p:spPr>
            <a:xfrm>
              <a:off x="8808748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44494" y="0"/>
                  </a:moveTo>
                  <a:lnTo>
                    <a:pt x="544494" y="111691"/>
                  </a:lnTo>
                  <a:lnTo>
                    <a:pt x="0" y="111691"/>
                  </a:lnTo>
                  <a:lnTo>
                    <a:pt x="0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1F3F0B1-60C1-76E5-60F4-1242A049B0EA}"/>
                    </a:ext>
                  </a:extLst>
                </p:cNvPr>
                <p:cNvSpPr/>
                <p:nvPr/>
              </p:nvSpPr>
              <p:spPr>
                <a:xfrm>
                  <a:off x="8389906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07797" tIns="107797" rIns="107797" bIns="107797" numCol="1" spcCol="1270" anchor="ctr" anchorCtr="0">
                  <a:noAutofit/>
                </a:bodyPr>
                <a:lstStyle/>
                <a:p>
                  <a:pPr marL="0" lvl="0" indent="0" algn="ctr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2400" kern="1200" dirty="0"/>
                </a:p>
              </p:txBody>
            </p:sp>
          </mc:Choice>
          <mc:Fallback xmlns=""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1F3F0B1-60C1-76E5-60F4-1242A049B0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9906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9B8F458-F3DB-C31B-3517-DF0077BEC1F6}"/>
                </a:ext>
              </a:extLst>
            </p:cNvPr>
            <p:cNvSpPr/>
            <p:nvPr/>
          </p:nvSpPr>
          <p:spPr>
            <a:xfrm>
              <a:off x="9353243" y="3570163"/>
              <a:ext cx="544494" cy="2233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691"/>
                  </a:lnTo>
                  <a:lnTo>
                    <a:pt x="544494" y="111691"/>
                  </a:lnTo>
                  <a:lnTo>
                    <a:pt x="544494" y="223382"/>
                  </a:lnTo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0C1724DD-F6A4-E751-4477-C164B95BF1A3}"/>
                    </a:ext>
                  </a:extLst>
                </p:cNvPr>
                <p:cNvSpPr/>
                <p:nvPr/>
              </p:nvSpPr>
              <p:spPr>
                <a:xfrm>
                  <a:off x="9478895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07797" tIns="107797" rIns="107797" bIns="107797" numCol="1" spcCol="1270" anchor="ctr" anchorCtr="0">
                  <a:noAutofit/>
                </a:bodyPr>
                <a:lstStyle/>
                <a:p>
                  <a:pPr marL="0" lvl="0" indent="0" algn="ctr" defTabSz="10668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US" sz="2400" kern="1200" dirty="0"/>
                </a:p>
              </p:txBody>
            </p:sp>
          </mc:Choice>
          <mc:Fallback xmlns=""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0C1724DD-F6A4-E751-4477-C164B95BF1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8895" y="3793546"/>
                  <a:ext cx="837684" cy="558456"/>
                </a:xfrm>
                <a:custGeom>
                  <a:avLst/>
                  <a:gdLst>
                    <a:gd name="connsiteX0" fmla="*/ 0 w 837684"/>
                    <a:gd name="connsiteY0" fmla="*/ 55846 h 558456"/>
                    <a:gd name="connsiteX1" fmla="*/ 55846 w 837684"/>
                    <a:gd name="connsiteY1" fmla="*/ 0 h 558456"/>
                    <a:gd name="connsiteX2" fmla="*/ 781838 w 837684"/>
                    <a:gd name="connsiteY2" fmla="*/ 0 h 558456"/>
                    <a:gd name="connsiteX3" fmla="*/ 837684 w 837684"/>
                    <a:gd name="connsiteY3" fmla="*/ 55846 h 558456"/>
                    <a:gd name="connsiteX4" fmla="*/ 837684 w 837684"/>
                    <a:gd name="connsiteY4" fmla="*/ 502610 h 558456"/>
                    <a:gd name="connsiteX5" fmla="*/ 781838 w 837684"/>
                    <a:gd name="connsiteY5" fmla="*/ 558456 h 558456"/>
                    <a:gd name="connsiteX6" fmla="*/ 55846 w 837684"/>
                    <a:gd name="connsiteY6" fmla="*/ 558456 h 558456"/>
                    <a:gd name="connsiteX7" fmla="*/ 0 w 837684"/>
                    <a:gd name="connsiteY7" fmla="*/ 502610 h 558456"/>
                    <a:gd name="connsiteX8" fmla="*/ 0 w 837684"/>
                    <a:gd name="connsiteY8" fmla="*/ 55846 h 55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37684" h="558456">
                      <a:moveTo>
                        <a:pt x="0" y="55846"/>
                      </a:moveTo>
                      <a:cubicBezTo>
                        <a:pt x="0" y="25003"/>
                        <a:pt x="25003" y="0"/>
                        <a:pt x="55846" y="0"/>
                      </a:cubicBezTo>
                      <a:lnTo>
                        <a:pt x="781838" y="0"/>
                      </a:lnTo>
                      <a:cubicBezTo>
                        <a:pt x="812681" y="0"/>
                        <a:pt x="837684" y="25003"/>
                        <a:pt x="837684" y="55846"/>
                      </a:cubicBezTo>
                      <a:lnTo>
                        <a:pt x="837684" y="502610"/>
                      </a:lnTo>
                      <a:cubicBezTo>
                        <a:pt x="837684" y="533453"/>
                        <a:pt x="812681" y="558456"/>
                        <a:pt x="781838" y="558456"/>
                      </a:cubicBezTo>
                      <a:lnTo>
                        <a:pt x="55846" y="558456"/>
                      </a:lnTo>
                      <a:cubicBezTo>
                        <a:pt x="25003" y="558456"/>
                        <a:pt x="0" y="533453"/>
                        <a:pt x="0" y="502610"/>
                      </a:cubicBezTo>
                      <a:lnTo>
                        <a:pt x="0" y="55846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EF1CA798-09CE-A83D-270F-5ECA2D4128B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62774160"/>
                  </p:ext>
                </p:extLst>
              </p:nvPr>
            </p:nvGraphicFramePr>
            <p:xfrm>
              <a:off x="210658" y="3541038"/>
              <a:ext cx="11770684" cy="2982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</mc:Choice>
        <mc:Fallback xmlns="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EF1CA798-09CE-A83D-270F-5ECA2D4128B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62774160"/>
                  </p:ext>
                </p:extLst>
              </p:nvPr>
            </p:nvGraphicFramePr>
            <p:xfrm>
              <a:off x="210658" y="3541038"/>
              <a:ext cx="11770684" cy="2982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12" r:qs="rId13" r:cs="rId14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779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Heapify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A35136-C794-38C7-B173-FD2428D06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090426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Note that node 4967 was swapped with the largest child.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Insert the last node and remove all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3200" dirty="0"/>
                  <a:t> nodes.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A35136-C794-38C7-B173-FD2428D06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090426"/>
              </a:xfrm>
              <a:prstGeom prst="rect">
                <a:avLst/>
              </a:prstGeom>
              <a:blipFill>
                <a:blip r:embed="rId3"/>
                <a:stretch>
                  <a:fillRect l="-830" t="-4469" b="-10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EF1CA798-09CE-A83D-270F-5ECA2D4128B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98836249"/>
                  </p:ext>
                </p:extLst>
              </p:nvPr>
            </p:nvGraphicFramePr>
            <p:xfrm>
              <a:off x="210658" y="2652976"/>
              <a:ext cx="11770684" cy="387026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EF1CA798-09CE-A83D-270F-5ECA2D4128B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98836249"/>
                  </p:ext>
                </p:extLst>
              </p:nvPr>
            </p:nvGraphicFramePr>
            <p:xfrm>
              <a:off x="210658" y="2652976"/>
              <a:ext cx="11770684" cy="387026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7773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Priority Queues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Priority Queue is similar to a Queue, but it is NOT A FIFO data structure.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Each element in a Priority Queue has a Priority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and the elements are dequeued based on priority, not based on their order of insertion.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Therefore, Priority Queues are 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Priority Queue is used to implement: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Dijkstra’s shortest path algorithm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Prim’s minimum spanning tree algorithm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Huffman’s encoding algorithm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Process queueing in OS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830" t="-623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07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Priority Queues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3658598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simplest implementation of a Priority can be as a linear array, such that the value itself represents the priority.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this case, Enqueue operation has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3200" dirty="0"/>
                  <a:t> time complexity.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But Dequeue operation for highest priority element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 time complexity. For example, in the given array, the highest priority element is 5144.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3658598"/>
              </a:xfrm>
              <a:prstGeom prst="rect">
                <a:avLst/>
              </a:prstGeom>
              <a:blipFill>
                <a:blip r:embed="rId3"/>
                <a:stretch>
                  <a:fillRect l="-1142" t="-1498" b="-2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8E3A83D1-9DAA-A966-B379-9A5CE6ACF025}"/>
              </a:ext>
            </a:extLst>
          </p:cNvPr>
          <p:cNvGrpSpPr/>
          <p:nvPr/>
        </p:nvGrpSpPr>
        <p:grpSpPr>
          <a:xfrm>
            <a:off x="1971656" y="5346294"/>
            <a:ext cx="7491330" cy="750311"/>
            <a:chOff x="1971656" y="5346294"/>
            <a:chExt cx="7491330" cy="750311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8DB4507-F49D-E856-EB8C-03C2304575A7}"/>
                </a:ext>
              </a:extLst>
            </p:cNvPr>
            <p:cNvSpPr/>
            <p:nvPr/>
          </p:nvSpPr>
          <p:spPr>
            <a:xfrm>
              <a:off x="1971656" y="5346294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4669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9E66DAA-6304-D2F8-173D-2316A20CC9BB}"/>
                </a:ext>
              </a:extLst>
            </p:cNvPr>
            <p:cNvSpPr/>
            <p:nvPr/>
          </p:nvSpPr>
          <p:spPr>
            <a:xfrm>
              <a:off x="3220211" y="5346294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5051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A33A12-7E02-5F69-6E38-B10263391436}"/>
                </a:ext>
              </a:extLst>
            </p:cNvPr>
            <p:cNvSpPr/>
            <p:nvPr/>
          </p:nvSpPr>
          <p:spPr>
            <a:xfrm>
              <a:off x="4468766" y="5347472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5073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990E7AA-935A-140E-13AF-6406BC063122}"/>
                </a:ext>
              </a:extLst>
            </p:cNvPr>
            <p:cNvSpPr/>
            <p:nvPr/>
          </p:nvSpPr>
          <p:spPr>
            <a:xfrm>
              <a:off x="5717321" y="5347472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  <a:solidFill>
              <a:srgbClr val="FFFF00"/>
            </a:solid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5144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15E078C-2D8C-AFFC-A4A7-7CAC6AA09210}"/>
                </a:ext>
              </a:extLst>
            </p:cNvPr>
            <p:cNvSpPr/>
            <p:nvPr/>
          </p:nvSpPr>
          <p:spPr>
            <a:xfrm>
              <a:off x="6965876" y="5346294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3826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D1A7348-48F3-C269-6869-FD7020B141BA}"/>
                </a:ext>
              </a:extLst>
            </p:cNvPr>
            <p:cNvSpPr/>
            <p:nvPr/>
          </p:nvSpPr>
          <p:spPr>
            <a:xfrm>
              <a:off x="8214431" y="5346294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4910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373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Priority Queues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365859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Instinctively, we can say that this problem can be solved if the array is sorted. This way, we can Dequeue in constant time.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However, now the Enqueue operation will take linear time.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example, adding a new element 3045 in the following will require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operations.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3658598"/>
              </a:xfrm>
              <a:prstGeom prst="rect">
                <a:avLst/>
              </a:prstGeom>
              <a:blipFill>
                <a:blip r:embed="rId3"/>
                <a:stretch>
                  <a:fillRect l="-1142" t="-499" r="-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AB342B2-F217-1D48-C4E5-0F1E493B35CC}"/>
              </a:ext>
            </a:extLst>
          </p:cNvPr>
          <p:cNvGrpSpPr/>
          <p:nvPr/>
        </p:nvGrpSpPr>
        <p:grpSpPr>
          <a:xfrm>
            <a:off x="1837083" y="5352172"/>
            <a:ext cx="7491330" cy="750311"/>
            <a:chOff x="1837083" y="5352172"/>
            <a:chExt cx="7491330" cy="750311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8DB4507-F49D-E856-EB8C-03C2304575A7}"/>
                </a:ext>
              </a:extLst>
            </p:cNvPr>
            <p:cNvSpPr/>
            <p:nvPr/>
          </p:nvSpPr>
          <p:spPr>
            <a:xfrm>
              <a:off x="3085638" y="5352420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4669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9E66DAA-6304-D2F8-173D-2316A20CC9BB}"/>
                </a:ext>
              </a:extLst>
            </p:cNvPr>
            <p:cNvSpPr/>
            <p:nvPr/>
          </p:nvSpPr>
          <p:spPr>
            <a:xfrm>
              <a:off x="5582748" y="5352172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5051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A33A12-7E02-5F69-6E38-B10263391436}"/>
                </a:ext>
              </a:extLst>
            </p:cNvPr>
            <p:cNvSpPr/>
            <p:nvPr/>
          </p:nvSpPr>
          <p:spPr>
            <a:xfrm>
              <a:off x="6831303" y="5353350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5073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990E7AA-935A-140E-13AF-6406BC063122}"/>
                </a:ext>
              </a:extLst>
            </p:cNvPr>
            <p:cNvSpPr/>
            <p:nvPr/>
          </p:nvSpPr>
          <p:spPr>
            <a:xfrm>
              <a:off x="8079858" y="5353350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  <a:noFill/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5144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15E078C-2D8C-AFFC-A4A7-7CAC6AA09210}"/>
                </a:ext>
              </a:extLst>
            </p:cNvPr>
            <p:cNvSpPr/>
            <p:nvPr/>
          </p:nvSpPr>
          <p:spPr>
            <a:xfrm>
              <a:off x="1837083" y="5352172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3826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D1A7348-48F3-C269-6869-FD7020B141BA}"/>
                </a:ext>
              </a:extLst>
            </p:cNvPr>
            <p:cNvSpPr/>
            <p:nvPr/>
          </p:nvSpPr>
          <p:spPr>
            <a:xfrm>
              <a:off x="4334193" y="5352172"/>
              <a:ext cx="1248555" cy="749133"/>
            </a:xfrm>
            <a:custGeom>
              <a:avLst/>
              <a:gdLst>
                <a:gd name="connsiteX0" fmla="*/ 0 w 1248555"/>
                <a:gd name="connsiteY0" fmla="*/ 74913 h 749133"/>
                <a:gd name="connsiteX1" fmla="*/ 74913 w 1248555"/>
                <a:gd name="connsiteY1" fmla="*/ 0 h 749133"/>
                <a:gd name="connsiteX2" fmla="*/ 1173642 w 1248555"/>
                <a:gd name="connsiteY2" fmla="*/ 0 h 749133"/>
                <a:gd name="connsiteX3" fmla="*/ 1248555 w 1248555"/>
                <a:gd name="connsiteY3" fmla="*/ 74913 h 749133"/>
                <a:gd name="connsiteX4" fmla="*/ 1248555 w 1248555"/>
                <a:gd name="connsiteY4" fmla="*/ 674220 h 749133"/>
                <a:gd name="connsiteX5" fmla="*/ 1173642 w 1248555"/>
                <a:gd name="connsiteY5" fmla="*/ 749133 h 749133"/>
                <a:gd name="connsiteX6" fmla="*/ 74913 w 1248555"/>
                <a:gd name="connsiteY6" fmla="*/ 749133 h 749133"/>
                <a:gd name="connsiteX7" fmla="*/ 0 w 1248555"/>
                <a:gd name="connsiteY7" fmla="*/ 674220 h 749133"/>
                <a:gd name="connsiteX8" fmla="*/ 0 w 1248555"/>
                <a:gd name="connsiteY8" fmla="*/ 74913 h 74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555" h="749133">
                  <a:moveTo>
                    <a:pt x="0" y="74913"/>
                  </a:moveTo>
                  <a:cubicBezTo>
                    <a:pt x="0" y="33540"/>
                    <a:pt x="33540" y="0"/>
                    <a:pt x="74913" y="0"/>
                  </a:cubicBezTo>
                  <a:lnTo>
                    <a:pt x="1173642" y="0"/>
                  </a:lnTo>
                  <a:cubicBezTo>
                    <a:pt x="1215015" y="0"/>
                    <a:pt x="1248555" y="33540"/>
                    <a:pt x="1248555" y="74913"/>
                  </a:cubicBezTo>
                  <a:lnTo>
                    <a:pt x="1248555" y="674220"/>
                  </a:lnTo>
                  <a:cubicBezTo>
                    <a:pt x="1248555" y="715593"/>
                    <a:pt x="1215015" y="749133"/>
                    <a:pt x="1173642" y="749133"/>
                  </a:cubicBezTo>
                  <a:lnTo>
                    <a:pt x="74913" y="749133"/>
                  </a:lnTo>
                  <a:cubicBezTo>
                    <a:pt x="33540" y="749133"/>
                    <a:pt x="0" y="715593"/>
                    <a:pt x="0" y="674220"/>
                  </a:cubicBezTo>
                  <a:lnTo>
                    <a:pt x="0" y="74913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861" tIns="143861" rIns="143861" bIns="143861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4910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663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Priority Queues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8682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Linked Lists are no different either. They will have the same time complexity issue.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is why a Max Heap is the best data structure for Priority Queues, because it takes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3200" dirty="0"/>
                  <a:t> operations to dequeue an element, as we have already seen in previous slides.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868213"/>
              </a:xfrm>
              <a:prstGeom prst="rect">
                <a:avLst/>
              </a:prstGeom>
              <a:blipFill>
                <a:blip r:embed="rId3"/>
                <a:stretch>
                  <a:fillRect l="-1142" t="-375" r="-1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23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Priority Queues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868213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 are 4 basic operations in a Priority Queue: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𝐸𝑁𝑄𝑈𝐸𝑈𝐸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inserts the element with given priority.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𝐷𝐸𝑄𝑈𝐸𝑈𝐸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3000" dirty="0"/>
                  <a:t> returns and deletes the element with highest priority.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𝑃𝐸𝐸𝐾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3000" dirty="0"/>
                  <a:t> returns the element with highest priority without deleting it.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𝐶𝐻𝐴𝑁𝐺𝐸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𝑃𝑅𝐼𝑂𝑅𝐼𝑇𝑌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𝑒𝑙𝑒𝑚𝑒𝑛𝑡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finds an element and changes its priority to the new value.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algorithms depend on the data structure you choose to implement the Priority Queue.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case of Heap, the Enqueue, Dequeue and Peek operations are same.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868213"/>
              </a:xfrm>
              <a:prstGeom prst="rect">
                <a:avLst/>
              </a:prstGeom>
              <a:blipFill>
                <a:blip r:embed="rId3"/>
                <a:stretch>
                  <a:fillRect l="-1038" t="-1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57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Priority Queues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53D3A93-8F13-5316-FD30-AB9BCE3898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CHANGE_PRIORITY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(root, element, p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sets the priority of ‘element’ to ‘p’, where ‘root’ is the pointer to root node of max heap.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𝐷𝐹𝑆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𝑟𝑜𝑜𝑡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(Search the node using DFS/BFS)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8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𝐹𝐴𝐼𝐿</m:t>
                    </m:r>
                  </m:oMath>
                </a14:m>
                <a:r>
                  <a:rPr lang="en-US" sz="26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(Element does not exist)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𝑝𝑟𝑖𝑜𝑟𝑖𝑡𝑦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(Set the new priority)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𝑝𝑎𝑟𝑒𝑛𝑡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𝑝𝑎𝑟𝑒𝑛𝑡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(Fetch the node’s parent)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𝑝𝑎𝑟𝑒𝑛𝑡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𝑝𝑟𝑖𝑜𝑟𝑖𝑡𝑦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(Satisfy Heap property)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𝑆𝑊𝐴𝑃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𝑝𝑎𝑟𝑒𝑛𝑡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𝑛𝑜𝑑𝑒</m:t>
                        </m:r>
                      </m:e>
                    </m:d>
                  </m:oMath>
                </a14:m>
                <a:r>
                  <a:rPr lang="en-US" sz="26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(Keep swapping until the node is at its </a:t>
                </a:r>
                <a:r>
                  <a:rPr lang="en-US" sz="2600" b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right position)</a:t>
                </a:r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𝑝𝑎𝑟𝑒𝑛𝑡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𝑝𝑎𝑟𝑒𝑛𝑡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𝑟𝑜𝑜𝑡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53D3A93-8F13-5316-FD30-AB9BCE389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t="-1746" r="-1661" b="-1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21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8354</TotalTime>
  <Words>1547</Words>
  <Application>Microsoft Office PowerPoint</Application>
  <PresentationFormat>Widescreen</PresentationFormat>
  <Paragraphs>371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Biome Light</vt:lpstr>
      <vt:lpstr>Calibri</vt:lpstr>
      <vt:lpstr>Calibri Light</vt:lpstr>
      <vt:lpstr>Cambria Math</vt:lpstr>
      <vt:lpstr>Cascadia Code</vt:lpstr>
      <vt:lpstr>Wingdings</vt:lpstr>
      <vt:lpstr>Office Theme</vt:lpstr>
      <vt:lpstr>DESIGN AND ANALYSIS OF ALGORITHMS (113939)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220</cp:revision>
  <dcterms:created xsi:type="dcterms:W3CDTF">2022-11-22T20:08:03Z</dcterms:created>
  <dcterms:modified xsi:type="dcterms:W3CDTF">2026-01-27T07:07:29Z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