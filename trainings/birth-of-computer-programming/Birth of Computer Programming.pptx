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03" r:id="rId2"/>
    <p:sldId id="522" r:id="rId3"/>
    <p:sldId id="2479" r:id="rId4"/>
    <p:sldId id="2520" r:id="rId5"/>
    <p:sldId id="2519" r:id="rId6"/>
    <p:sldId id="2526" r:id="rId7"/>
    <p:sldId id="2535" r:id="rId8"/>
    <p:sldId id="2528" r:id="rId9"/>
    <p:sldId id="2527" r:id="rId10"/>
    <p:sldId id="2530" r:id="rId11"/>
    <p:sldId id="2531" r:id="rId12"/>
    <p:sldId id="2538" r:id="rId13"/>
    <p:sldId id="2529" r:id="rId14"/>
    <p:sldId id="2523" r:id="rId15"/>
    <p:sldId id="2525" r:id="rId16"/>
    <p:sldId id="2436" r:id="rId17"/>
    <p:sldId id="2539" r:id="rId18"/>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1285" autoAdjust="0"/>
  </p:normalViewPr>
  <p:slideViewPr>
    <p:cSldViewPr snapToGrid="0">
      <p:cViewPr varScale="1">
        <p:scale>
          <a:sx n="88" d="100"/>
          <a:sy n="88" d="100"/>
        </p:scale>
        <p:origin x="45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564F47-14EA-40E0-9763-E049C3351A56}" type="datetimeFigureOut">
              <a:rPr lang="LID4096" smtClean="0"/>
              <a:t>12/18/2024</a:t>
            </a:fld>
            <a:endParaRPr lang="LID4096"/>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5507FE-E382-4DFD-89EE-25D46A1B78EC}" type="slidenum">
              <a:rPr lang="LID4096" smtClean="0"/>
              <a:t>‹#›</a:t>
            </a:fld>
            <a:endParaRPr lang="LID4096"/>
          </a:p>
        </p:txBody>
      </p:sp>
    </p:spTree>
    <p:extLst>
      <p:ext uri="{BB962C8B-B14F-4D97-AF65-F5344CB8AC3E}">
        <p14:creationId xmlns:p14="http://schemas.microsoft.com/office/powerpoint/2010/main" val="5860881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a:t>
            </a:fld>
            <a:endParaRPr lang="en-US" dirty="0"/>
          </a:p>
        </p:txBody>
      </p:sp>
    </p:spTree>
    <p:extLst>
      <p:ext uri="{BB962C8B-B14F-4D97-AF65-F5344CB8AC3E}">
        <p14:creationId xmlns:p14="http://schemas.microsoft.com/office/powerpoint/2010/main" val="40076772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b="0" i="0" dirty="0">
                <a:solidFill>
                  <a:srgbClr val="374151"/>
                </a:solidFill>
                <a:effectLst/>
                <a:latin typeface="Söhne"/>
              </a:rPr>
              <a:t>During World War II, the Allies' successful decryption of the German Enigma machine's encoded messages was a critical factor in their victory. The decryption effort, led by British mathematician Alan Turing, involved the use of sophisticated data structures and algorithms to crack the Enigma codes. By extracting vital intelligence from intercepted communications, the Allies gained a significant advantage in strategic decision-making, enabling them to thwart German military operations.</a:t>
            </a: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a:t>
            </a:fld>
            <a:endParaRPr lang="en-US" dirty="0"/>
          </a:p>
        </p:txBody>
      </p:sp>
    </p:spTree>
    <p:extLst>
      <p:ext uri="{BB962C8B-B14F-4D97-AF65-F5344CB8AC3E}">
        <p14:creationId xmlns:p14="http://schemas.microsoft.com/office/powerpoint/2010/main" val="17043826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sz="1200" dirty="0"/>
              <a:t>The word "algorithm" is derived from Al-Khwarizmi’s name.</a:t>
            </a: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4</a:t>
            </a:fld>
            <a:endParaRPr lang="en-US" dirty="0"/>
          </a:p>
        </p:txBody>
      </p:sp>
    </p:spTree>
    <p:extLst>
      <p:ext uri="{BB962C8B-B14F-4D97-AF65-F5344CB8AC3E}">
        <p14:creationId xmlns:p14="http://schemas.microsoft.com/office/powerpoint/2010/main" val="10744683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Ada Lovelace, born to Lord Byron, the poet in 1815. Byron was a lowlife drunk man with low morals but wrote beautiful romantic poetry which inspired Ada.</a:t>
            </a:r>
          </a:p>
          <a:p>
            <a:pPr marL="228600" indent="-228600">
              <a:buAutoNum type="arabicPeriod"/>
            </a:pPr>
            <a:r>
              <a:rPr lang="en-US" dirty="0"/>
              <a:t>The other traits came from her mother, a strictly religious mathematician. Ada learned algebra, geometry, physics, history, languages, geography, music, sewing, riding, shorthand, dance and more.</a:t>
            </a:r>
          </a:p>
          <a:p>
            <a:pPr marL="228600" indent="-228600">
              <a:buAutoNum type="arabicPeriod"/>
            </a:pPr>
            <a:r>
              <a:rPr lang="en-US" dirty="0" err="1"/>
              <a:t>Flyology</a:t>
            </a:r>
            <a:r>
              <a:rPr lang="en-US" dirty="0"/>
              <a:t>: a flying machine that could flap its wings.</a:t>
            </a:r>
          </a:p>
          <a:p>
            <a:pPr marL="228600" indent="-228600">
              <a:buAutoNum type="arabicPeriod"/>
            </a:pPr>
            <a:r>
              <a:rPr lang="en-US" dirty="0"/>
              <a:t>Ada was bedridden for the most part of her teenage due to sicknesses. At the age of 18, she recovered and met Charles Babbage, the father of computer. She </a:t>
            </a:r>
            <a:r>
              <a:rPr lang="en-US" sz="1200" dirty="0"/>
              <a:t>impressed him by demystifying his steam-based multiplication machine.</a:t>
            </a:r>
          </a:p>
        </p:txBody>
      </p:sp>
      <p:sp>
        <p:nvSpPr>
          <p:cNvPr id="4" name="Slide Number Placeholder 3"/>
          <p:cNvSpPr>
            <a:spLocks noGrp="1"/>
          </p:cNvSpPr>
          <p:nvPr>
            <p:ph type="sldNum" sz="quarter" idx="10"/>
          </p:nvPr>
        </p:nvSpPr>
        <p:spPr/>
        <p:txBody>
          <a:bodyPr/>
          <a:lstStyle/>
          <a:p>
            <a:fld id="{B0FCC8D5-6D68-A443-97C0-91AE5977134B}" type="slidenum">
              <a:rPr lang="en-US" smtClean="0"/>
              <a:pPr/>
              <a:t>5</a:t>
            </a:fld>
            <a:endParaRPr lang="en-US" dirty="0"/>
          </a:p>
        </p:txBody>
      </p:sp>
    </p:spTree>
    <p:extLst>
      <p:ext uri="{BB962C8B-B14F-4D97-AF65-F5344CB8AC3E}">
        <p14:creationId xmlns:p14="http://schemas.microsoft.com/office/powerpoint/2010/main" val="14152545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Jacquard loom itself wasn’t a whole loom but an attachment which could punch patterns on cards. The original idea was to produce patterns on fabric which was being weaved on loom</a:t>
            </a:r>
          </a:p>
        </p:txBody>
      </p:sp>
      <p:sp>
        <p:nvSpPr>
          <p:cNvPr id="4" name="Slide Number Placeholder 3"/>
          <p:cNvSpPr>
            <a:spLocks noGrp="1"/>
          </p:cNvSpPr>
          <p:nvPr>
            <p:ph type="sldNum" sz="quarter" idx="10"/>
          </p:nvPr>
        </p:nvSpPr>
        <p:spPr/>
        <p:txBody>
          <a:bodyPr/>
          <a:lstStyle/>
          <a:p>
            <a:fld id="{B0FCC8D5-6D68-A443-97C0-91AE5977134B}" type="slidenum">
              <a:rPr lang="en-US" smtClean="0"/>
              <a:pPr/>
              <a:t>6</a:t>
            </a:fld>
            <a:endParaRPr lang="en-US" dirty="0"/>
          </a:p>
        </p:txBody>
      </p:sp>
    </p:spTree>
    <p:extLst>
      <p:ext uri="{BB962C8B-B14F-4D97-AF65-F5344CB8AC3E}">
        <p14:creationId xmlns:p14="http://schemas.microsoft.com/office/powerpoint/2010/main" val="38253160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42275-ACBB-AE63-68B8-2E9C614822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AD0FE6-87DE-BE91-FAA5-7CDE772AF7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D06C76-7251-130A-E57B-3C85084F74B6}"/>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81026854-9FD9-01F5-59A1-5CF6DFCF145C}"/>
              </a:ext>
            </a:extLst>
          </p:cNvPr>
          <p:cNvSpPr>
            <a:spLocks noGrp="1"/>
          </p:cNvSpPr>
          <p:nvPr>
            <p:ph type="sldNum" sz="quarter" idx="10"/>
          </p:nvPr>
        </p:nvSpPr>
        <p:spPr/>
        <p:txBody>
          <a:bodyPr/>
          <a:lstStyle/>
          <a:p>
            <a:fld id="{B0FCC8D5-6D68-A443-97C0-91AE5977134B}" type="slidenum">
              <a:rPr lang="en-US" smtClean="0"/>
              <a:pPr/>
              <a:t>7</a:t>
            </a:fld>
            <a:endParaRPr lang="en-US" dirty="0"/>
          </a:p>
        </p:txBody>
      </p:sp>
    </p:spTree>
    <p:extLst>
      <p:ext uri="{BB962C8B-B14F-4D97-AF65-F5344CB8AC3E}">
        <p14:creationId xmlns:p14="http://schemas.microsoft.com/office/powerpoint/2010/main" val="31175526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8</a:t>
            </a:fld>
            <a:endParaRPr lang="en-US" dirty="0"/>
          </a:p>
        </p:txBody>
      </p:sp>
    </p:spTree>
    <p:extLst>
      <p:ext uri="{BB962C8B-B14F-4D97-AF65-F5344CB8AC3E}">
        <p14:creationId xmlns:p14="http://schemas.microsoft.com/office/powerpoint/2010/main" val="24262416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A machine is Turing complete if it is can compute any problem which is computable using a Turing machine.</a:t>
            </a:r>
          </a:p>
        </p:txBody>
      </p:sp>
      <p:sp>
        <p:nvSpPr>
          <p:cNvPr id="4" name="Slide Number Placeholder 3"/>
          <p:cNvSpPr>
            <a:spLocks noGrp="1"/>
          </p:cNvSpPr>
          <p:nvPr>
            <p:ph type="sldNum" sz="quarter" idx="10"/>
          </p:nvPr>
        </p:nvSpPr>
        <p:spPr/>
        <p:txBody>
          <a:bodyPr/>
          <a:lstStyle/>
          <a:p>
            <a:fld id="{B0FCC8D5-6D68-A443-97C0-91AE5977134B}" type="slidenum">
              <a:rPr lang="en-US" smtClean="0"/>
              <a:pPr/>
              <a:t>9</a:t>
            </a:fld>
            <a:endParaRPr lang="en-US" dirty="0"/>
          </a:p>
        </p:txBody>
      </p:sp>
    </p:spTree>
    <p:extLst>
      <p:ext uri="{BB962C8B-B14F-4D97-AF65-F5344CB8AC3E}">
        <p14:creationId xmlns:p14="http://schemas.microsoft.com/office/powerpoint/2010/main" val="17864937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10</a:t>
            </a:fld>
            <a:endParaRPr lang="en-US" dirty="0"/>
          </a:p>
        </p:txBody>
      </p:sp>
    </p:spTree>
    <p:extLst>
      <p:ext uri="{BB962C8B-B14F-4D97-AF65-F5344CB8AC3E}">
        <p14:creationId xmlns:p14="http://schemas.microsoft.com/office/powerpoint/2010/main" val="25486652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11</a:t>
            </a:fld>
            <a:endParaRPr lang="en-US" dirty="0"/>
          </a:p>
        </p:txBody>
      </p:sp>
    </p:spTree>
    <p:extLst>
      <p:ext uri="{BB962C8B-B14F-4D97-AF65-F5344CB8AC3E}">
        <p14:creationId xmlns:p14="http://schemas.microsoft.com/office/powerpoint/2010/main" val="35704911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83D00-F32F-185F-B038-7C6631DF59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1509B9-E4CE-8E76-B733-C23CEFBAE2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D42051-4104-B820-8C8C-85B6E79A2336}"/>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8BC3F45C-5E5E-C51D-D4F7-5D221ACEB91F}"/>
              </a:ext>
            </a:extLst>
          </p:cNvPr>
          <p:cNvSpPr>
            <a:spLocks noGrp="1"/>
          </p:cNvSpPr>
          <p:nvPr>
            <p:ph type="sldNum" sz="quarter" idx="10"/>
          </p:nvPr>
        </p:nvSpPr>
        <p:spPr/>
        <p:txBody>
          <a:bodyPr/>
          <a:lstStyle/>
          <a:p>
            <a:fld id="{B0FCC8D5-6D68-A443-97C0-91AE5977134B}" type="slidenum">
              <a:rPr lang="en-US" smtClean="0"/>
              <a:pPr/>
              <a:t>12</a:t>
            </a:fld>
            <a:endParaRPr lang="en-US" dirty="0"/>
          </a:p>
        </p:txBody>
      </p:sp>
    </p:spTree>
    <p:extLst>
      <p:ext uri="{BB962C8B-B14F-4D97-AF65-F5344CB8AC3E}">
        <p14:creationId xmlns:p14="http://schemas.microsoft.com/office/powerpoint/2010/main" val="19519462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Recommended watch: https://www.youtube.com/watch?v=BlbQsKpq3Ak</a:t>
            </a:r>
          </a:p>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13</a:t>
            </a:fld>
            <a:endParaRPr lang="en-US" dirty="0"/>
          </a:p>
        </p:txBody>
      </p:sp>
    </p:spTree>
    <p:extLst>
      <p:ext uri="{BB962C8B-B14F-4D97-AF65-F5344CB8AC3E}">
        <p14:creationId xmlns:p14="http://schemas.microsoft.com/office/powerpoint/2010/main" val="36205972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14</a:t>
            </a:fld>
            <a:endParaRPr lang="en-US" dirty="0"/>
          </a:p>
        </p:txBody>
      </p:sp>
    </p:spTree>
    <p:extLst>
      <p:ext uri="{BB962C8B-B14F-4D97-AF65-F5344CB8AC3E}">
        <p14:creationId xmlns:p14="http://schemas.microsoft.com/office/powerpoint/2010/main" val="4680574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15</a:t>
            </a:fld>
            <a:endParaRPr lang="en-US" dirty="0"/>
          </a:p>
        </p:txBody>
      </p:sp>
    </p:spTree>
    <p:extLst>
      <p:ext uri="{BB962C8B-B14F-4D97-AF65-F5344CB8AC3E}">
        <p14:creationId xmlns:p14="http://schemas.microsoft.com/office/powerpoint/2010/main" val="29389531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05F6C-6334-1A54-D1F7-009812E932C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LID4096"/>
          </a:p>
        </p:txBody>
      </p:sp>
      <p:sp>
        <p:nvSpPr>
          <p:cNvPr id="3" name="Subtitle 2">
            <a:extLst>
              <a:ext uri="{FF2B5EF4-FFF2-40B4-BE49-F238E27FC236}">
                <a16:creationId xmlns:a16="http://schemas.microsoft.com/office/drawing/2014/main" id="{729169C4-628F-063D-EA04-F042B0374D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LID4096"/>
          </a:p>
        </p:txBody>
      </p:sp>
      <p:sp>
        <p:nvSpPr>
          <p:cNvPr id="4" name="Date Placeholder 3">
            <a:extLst>
              <a:ext uri="{FF2B5EF4-FFF2-40B4-BE49-F238E27FC236}">
                <a16:creationId xmlns:a16="http://schemas.microsoft.com/office/drawing/2014/main" id="{968C905B-0FB1-14DA-535E-ED31034B9A7C}"/>
              </a:ext>
            </a:extLst>
          </p:cNvPr>
          <p:cNvSpPr>
            <a:spLocks noGrp="1"/>
          </p:cNvSpPr>
          <p:nvPr>
            <p:ph type="dt" sz="half" idx="10"/>
          </p:nvPr>
        </p:nvSpPr>
        <p:spPr/>
        <p:txBody>
          <a:bodyPr/>
          <a:lstStyle/>
          <a:p>
            <a:fld id="{DF831853-6AC4-41B7-B592-48755287D77C}" type="datetimeFigureOut">
              <a:rPr lang="LID4096" smtClean="0"/>
              <a:t>12/18/2024</a:t>
            </a:fld>
            <a:endParaRPr lang="LID4096"/>
          </a:p>
        </p:txBody>
      </p:sp>
      <p:sp>
        <p:nvSpPr>
          <p:cNvPr id="5" name="Footer Placeholder 4">
            <a:extLst>
              <a:ext uri="{FF2B5EF4-FFF2-40B4-BE49-F238E27FC236}">
                <a16:creationId xmlns:a16="http://schemas.microsoft.com/office/drawing/2014/main" id="{0398AE3F-6C4C-947D-12A8-BC1292578D4D}"/>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E0B71301-51C9-6EC7-5FCB-35F1EC8C13CE}"/>
              </a:ext>
            </a:extLst>
          </p:cNvPr>
          <p:cNvSpPr>
            <a:spLocks noGrp="1"/>
          </p:cNvSpPr>
          <p:nvPr>
            <p:ph type="sldNum" sz="quarter" idx="12"/>
          </p:nvPr>
        </p:nvSpPr>
        <p:spPr/>
        <p:txBody>
          <a:bodyPr/>
          <a:lstStyle/>
          <a:p>
            <a:fld id="{B1608FB1-A7C3-4DA6-9516-20BE963B5830}" type="slidenum">
              <a:rPr lang="LID4096" smtClean="0"/>
              <a:t>‹#›</a:t>
            </a:fld>
            <a:endParaRPr lang="LID4096"/>
          </a:p>
        </p:txBody>
      </p:sp>
    </p:spTree>
    <p:extLst>
      <p:ext uri="{BB962C8B-B14F-4D97-AF65-F5344CB8AC3E}">
        <p14:creationId xmlns:p14="http://schemas.microsoft.com/office/powerpoint/2010/main" val="36655281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EA3CF-D6C1-9530-DCD2-A83F6A4466C9}"/>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859470CE-9B2E-D6F5-8897-E4883DBBF06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BA542DCC-9C6D-0E3C-ECC3-598F6A16A7BA}"/>
              </a:ext>
            </a:extLst>
          </p:cNvPr>
          <p:cNvSpPr>
            <a:spLocks noGrp="1"/>
          </p:cNvSpPr>
          <p:nvPr>
            <p:ph type="dt" sz="half" idx="10"/>
          </p:nvPr>
        </p:nvSpPr>
        <p:spPr/>
        <p:txBody>
          <a:bodyPr/>
          <a:lstStyle/>
          <a:p>
            <a:fld id="{DF831853-6AC4-41B7-B592-48755287D77C}" type="datetimeFigureOut">
              <a:rPr lang="LID4096" smtClean="0"/>
              <a:t>12/18/2024</a:t>
            </a:fld>
            <a:endParaRPr lang="LID4096"/>
          </a:p>
        </p:txBody>
      </p:sp>
      <p:sp>
        <p:nvSpPr>
          <p:cNvPr id="5" name="Footer Placeholder 4">
            <a:extLst>
              <a:ext uri="{FF2B5EF4-FFF2-40B4-BE49-F238E27FC236}">
                <a16:creationId xmlns:a16="http://schemas.microsoft.com/office/drawing/2014/main" id="{33FCAADE-4D7F-DA4A-010B-BD90EC4F767F}"/>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AA22664D-52EC-D000-636D-5A13FED148D8}"/>
              </a:ext>
            </a:extLst>
          </p:cNvPr>
          <p:cNvSpPr>
            <a:spLocks noGrp="1"/>
          </p:cNvSpPr>
          <p:nvPr>
            <p:ph type="sldNum" sz="quarter" idx="12"/>
          </p:nvPr>
        </p:nvSpPr>
        <p:spPr/>
        <p:txBody>
          <a:bodyPr/>
          <a:lstStyle/>
          <a:p>
            <a:fld id="{B1608FB1-A7C3-4DA6-9516-20BE963B5830}" type="slidenum">
              <a:rPr lang="LID4096" smtClean="0"/>
              <a:t>‹#›</a:t>
            </a:fld>
            <a:endParaRPr lang="LID4096"/>
          </a:p>
        </p:txBody>
      </p:sp>
    </p:spTree>
    <p:extLst>
      <p:ext uri="{BB962C8B-B14F-4D97-AF65-F5344CB8AC3E}">
        <p14:creationId xmlns:p14="http://schemas.microsoft.com/office/powerpoint/2010/main" val="36733225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C32CC-DC26-6134-A486-E6C324C5B4A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LID4096"/>
          </a:p>
        </p:txBody>
      </p:sp>
      <p:sp>
        <p:nvSpPr>
          <p:cNvPr id="3" name="Text Placeholder 2">
            <a:extLst>
              <a:ext uri="{FF2B5EF4-FFF2-40B4-BE49-F238E27FC236}">
                <a16:creationId xmlns:a16="http://schemas.microsoft.com/office/drawing/2014/main" id="{9658E502-2D45-2D54-9938-D9733D0817A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9B4052-7CDA-A19B-53C3-7F6FC646306B}"/>
              </a:ext>
            </a:extLst>
          </p:cNvPr>
          <p:cNvSpPr>
            <a:spLocks noGrp="1"/>
          </p:cNvSpPr>
          <p:nvPr>
            <p:ph type="dt" sz="half" idx="10"/>
          </p:nvPr>
        </p:nvSpPr>
        <p:spPr/>
        <p:txBody>
          <a:bodyPr/>
          <a:lstStyle/>
          <a:p>
            <a:fld id="{DF831853-6AC4-41B7-B592-48755287D77C}" type="datetimeFigureOut">
              <a:rPr lang="LID4096" smtClean="0"/>
              <a:t>12/18/2024</a:t>
            </a:fld>
            <a:endParaRPr lang="LID4096"/>
          </a:p>
        </p:txBody>
      </p:sp>
      <p:sp>
        <p:nvSpPr>
          <p:cNvPr id="5" name="Footer Placeholder 4">
            <a:extLst>
              <a:ext uri="{FF2B5EF4-FFF2-40B4-BE49-F238E27FC236}">
                <a16:creationId xmlns:a16="http://schemas.microsoft.com/office/drawing/2014/main" id="{B034885B-96FB-368C-2721-D918B38E4C6D}"/>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10D36AB9-1EBB-15F3-C7D0-1D44FE7DBDAB}"/>
              </a:ext>
            </a:extLst>
          </p:cNvPr>
          <p:cNvSpPr>
            <a:spLocks noGrp="1"/>
          </p:cNvSpPr>
          <p:nvPr>
            <p:ph type="sldNum" sz="quarter" idx="12"/>
          </p:nvPr>
        </p:nvSpPr>
        <p:spPr/>
        <p:txBody>
          <a:bodyPr/>
          <a:lstStyle/>
          <a:p>
            <a:fld id="{B1608FB1-A7C3-4DA6-9516-20BE963B5830}" type="slidenum">
              <a:rPr lang="LID4096" smtClean="0"/>
              <a:t>‹#›</a:t>
            </a:fld>
            <a:endParaRPr lang="LID4096"/>
          </a:p>
        </p:txBody>
      </p:sp>
    </p:spTree>
    <p:extLst>
      <p:ext uri="{BB962C8B-B14F-4D97-AF65-F5344CB8AC3E}">
        <p14:creationId xmlns:p14="http://schemas.microsoft.com/office/powerpoint/2010/main" val="1350032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A3F0A-BCD7-48F6-AE81-FD61F1D8320D}"/>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CA48D70C-2914-DD30-A4F5-896DCCEF6BF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Content Placeholder 3">
            <a:extLst>
              <a:ext uri="{FF2B5EF4-FFF2-40B4-BE49-F238E27FC236}">
                <a16:creationId xmlns:a16="http://schemas.microsoft.com/office/drawing/2014/main" id="{8BCD1BB0-456F-3BE2-1EB1-1BE008BA9AE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Date Placeholder 4">
            <a:extLst>
              <a:ext uri="{FF2B5EF4-FFF2-40B4-BE49-F238E27FC236}">
                <a16:creationId xmlns:a16="http://schemas.microsoft.com/office/drawing/2014/main" id="{51F2A2EB-9209-13E2-069E-2F144695B35D}"/>
              </a:ext>
            </a:extLst>
          </p:cNvPr>
          <p:cNvSpPr>
            <a:spLocks noGrp="1"/>
          </p:cNvSpPr>
          <p:nvPr>
            <p:ph type="dt" sz="half" idx="10"/>
          </p:nvPr>
        </p:nvSpPr>
        <p:spPr/>
        <p:txBody>
          <a:bodyPr/>
          <a:lstStyle/>
          <a:p>
            <a:fld id="{DF831853-6AC4-41B7-B592-48755287D77C}" type="datetimeFigureOut">
              <a:rPr lang="LID4096" smtClean="0"/>
              <a:t>12/18/2024</a:t>
            </a:fld>
            <a:endParaRPr lang="LID4096"/>
          </a:p>
        </p:txBody>
      </p:sp>
      <p:sp>
        <p:nvSpPr>
          <p:cNvPr id="6" name="Footer Placeholder 5">
            <a:extLst>
              <a:ext uri="{FF2B5EF4-FFF2-40B4-BE49-F238E27FC236}">
                <a16:creationId xmlns:a16="http://schemas.microsoft.com/office/drawing/2014/main" id="{5E5338B0-E926-E60D-90AD-9CF08413C10A}"/>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322D6959-E8E1-767B-D4C5-4DCE726D40C3}"/>
              </a:ext>
            </a:extLst>
          </p:cNvPr>
          <p:cNvSpPr>
            <a:spLocks noGrp="1"/>
          </p:cNvSpPr>
          <p:nvPr>
            <p:ph type="sldNum" sz="quarter" idx="12"/>
          </p:nvPr>
        </p:nvSpPr>
        <p:spPr/>
        <p:txBody>
          <a:bodyPr/>
          <a:lstStyle/>
          <a:p>
            <a:fld id="{B1608FB1-A7C3-4DA6-9516-20BE963B5830}" type="slidenum">
              <a:rPr lang="LID4096" smtClean="0"/>
              <a:t>‹#›</a:t>
            </a:fld>
            <a:endParaRPr lang="LID4096"/>
          </a:p>
        </p:txBody>
      </p:sp>
    </p:spTree>
    <p:extLst>
      <p:ext uri="{BB962C8B-B14F-4D97-AF65-F5344CB8AC3E}">
        <p14:creationId xmlns:p14="http://schemas.microsoft.com/office/powerpoint/2010/main" val="13963667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C5405-FBDA-58BD-8D55-853E0EDC8B9E}"/>
              </a:ext>
            </a:extLst>
          </p:cNvPr>
          <p:cNvSpPr>
            <a:spLocks noGrp="1"/>
          </p:cNvSpPr>
          <p:nvPr>
            <p:ph type="title"/>
          </p:nvPr>
        </p:nvSpPr>
        <p:spPr>
          <a:xfrm>
            <a:off x="839788" y="365125"/>
            <a:ext cx="10515600" cy="1325563"/>
          </a:xfrm>
        </p:spPr>
        <p:txBody>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6A10F0E2-5428-941E-46BF-C0E9B0B4F8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7135DA9-8D6D-CFC2-9954-3B33EADF54D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Text Placeholder 4">
            <a:extLst>
              <a:ext uri="{FF2B5EF4-FFF2-40B4-BE49-F238E27FC236}">
                <a16:creationId xmlns:a16="http://schemas.microsoft.com/office/drawing/2014/main" id="{509A2119-0606-EA04-0B04-2BF8332FC3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F80B8EF-FEB5-BB96-DA38-DFFF89878A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7" name="Date Placeholder 6">
            <a:extLst>
              <a:ext uri="{FF2B5EF4-FFF2-40B4-BE49-F238E27FC236}">
                <a16:creationId xmlns:a16="http://schemas.microsoft.com/office/drawing/2014/main" id="{14323E15-6CD8-B751-3E79-88D5A4425FFE}"/>
              </a:ext>
            </a:extLst>
          </p:cNvPr>
          <p:cNvSpPr>
            <a:spLocks noGrp="1"/>
          </p:cNvSpPr>
          <p:nvPr>
            <p:ph type="dt" sz="half" idx="10"/>
          </p:nvPr>
        </p:nvSpPr>
        <p:spPr/>
        <p:txBody>
          <a:bodyPr/>
          <a:lstStyle/>
          <a:p>
            <a:fld id="{DF831853-6AC4-41B7-B592-48755287D77C}" type="datetimeFigureOut">
              <a:rPr lang="LID4096" smtClean="0"/>
              <a:t>12/18/2024</a:t>
            </a:fld>
            <a:endParaRPr lang="LID4096"/>
          </a:p>
        </p:txBody>
      </p:sp>
      <p:sp>
        <p:nvSpPr>
          <p:cNvPr id="8" name="Footer Placeholder 7">
            <a:extLst>
              <a:ext uri="{FF2B5EF4-FFF2-40B4-BE49-F238E27FC236}">
                <a16:creationId xmlns:a16="http://schemas.microsoft.com/office/drawing/2014/main" id="{1219EDB4-8B77-4FD3-113D-5C88A69CC740}"/>
              </a:ext>
            </a:extLst>
          </p:cNvPr>
          <p:cNvSpPr>
            <a:spLocks noGrp="1"/>
          </p:cNvSpPr>
          <p:nvPr>
            <p:ph type="ftr" sz="quarter" idx="11"/>
          </p:nvPr>
        </p:nvSpPr>
        <p:spPr/>
        <p:txBody>
          <a:bodyPr/>
          <a:lstStyle/>
          <a:p>
            <a:endParaRPr lang="LID4096"/>
          </a:p>
        </p:txBody>
      </p:sp>
      <p:sp>
        <p:nvSpPr>
          <p:cNvPr id="9" name="Slide Number Placeholder 8">
            <a:extLst>
              <a:ext uri="{FF2B5EF4-FFF2-40B4-BE49-F238E27FC236}">
                <a16:creationId xmlns:a16="http://schemas.microsoft.com/office/drawing/2014/main" id="{5B6E8CBF-D0F6-B97A-17FF-7677E87AC674}"/>
              </a:ext>
            </a:extLst>
          </p:cNvPr>
          <p:cNvSpPr>
            <a:spLocks noGrp="1"/>
          </p:cNvSpPr>
          <p:nvPr>
            <p:ph type="sldNum" sz="quarter" idx="12"/>
          </p:nvPr>
        </p:nvSpPr>
        <p:spPr/>
        <p:txBody>
          <a:bodyPr/>
          <a:lstStyle/>
          <a:p>
            <a:fld id="{B1608FB1-A7C3-4DA6-9516-20BE963B5830}" type="slidenum">
              <a:rPr lang="LID4096" smtClean="0"/>
              <a:t>‹#›</a:t>
            </a:fld>
            <a:endParaRPr lang="LID4096"/>
          </a:p>
        </p:txBody>
      </p:sp>
    </p:spTree>
    <p:extLst>
      <p:ext uri="{BB962C8B-B14F-4D97-AF65-F5344CB8AC3E}">
        <p14:creationId xmlns:p14="http://schemas.microsoft.com/office/powerpoint/2010/main" val="15553464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8BEED-2DB4-811D-D940-E54CBCB9CD1F}"/>
              </a:ext>
            </a:extLst>
          </p:cNvPr>
          <p:cNvSpPr>
            <a:spLocks noGrp="1"/>
          </p:cNvSpPr>
          <p:nvPr>
            <p:ph type="title"/>
          </p:nvPr>
        </p:nvSpPr>
        <p:spPr/>
        <p:txBody>
          <a:bodyPr/>
          <a:lstStyle/>
          <a:p>
            <a:r>
              <a:rPr lang="en-US"/>
              <a:t>Click to edit Master title style</a:t>
            </a:r>
            <a:endParaRPr lang="LID4096"/>
          </a:p>
        </p:txBody>
      </p:sp>
      <p:sp>
        <p:nvSpPr>
          <p:cNvPr id="3" name="Date Placeholder 2">
            <a:extLst>
              <a:ext uri="{FF2B5EF4-FFF2-40B4-BE49-F238E27FC236}">
                <a16:creationId xmlns:a16="http://schemas.microsoft.com/office/drawing/2014/main" id="{9A85B7F5-DA56-04ED-5665-2AD1780460DF}"/>
              </a:ext>
            </a:extLst>
          </p:cNvPr>
          <p:cNvSpPr>
            <a:spLocks noGrp="1"/>
          </p:cNvSpPr>
          <p:nvPr>
            <p:ph type="dt" sz="half" idx="10"/>
          </p:nvPr>
        </p:nvSpPr>
        <p:spPr/>
        <p:txBody>
          <a:bodyPr/>
          <a:lstStyle/>
          <a:p>
            <a:fld id="{DF831853-6AC4-41B7-B592-48755287D77C}" type="datetimeFigureOut">
              <a:rPr lang="LID4096" smtClean="0"/>
              <a:t>12/18/2024</a:t>
            </a:fld>
            <a:endParaRPr lang="LID4096"/>
          </a:p>
        </p:txBody>
      </p:sp>
      <p:sp>
        <p:nvSpPr>
          <p:cNvPr id="4" name="Footer Placeholder 3">
            <a:extLst>
              <a:ext uri="{FF2B5EF4-FFF2-40B4-BE49-F238E27FC236}">
                <a16:creationId xmlns:a16="http://schemas.microsoft.com/office/drawing/2014/main" id="{DFA8AF13-9842-8C10-2CFE-95030E6288B0}"/>
              </a:ext>
            </a:extLst>
          </p:cNvPr>
          <p:cNvSpPr>
            <a:spLocks noGrp="1"/>
          </p:cNvSpPr>
          <p:nvPr>
            <p:ph type="ftr" sz="quarter" idx="11"/>
          </p:nvPr>
        </p:nvSpPr>
        <p:spPr/>
        <p:txBody>
          <a:bodyPr/>
          <a:lstStyle/>
          <a:p>
            <a:endParaRPr lang="LID4096"/>
          </a:p>
        </p:txBody>
      </p:sp>
      <p:sp>
        <p:nvSpPr>
          <p:cNvPr id="5" name="Slide Number Placeholder 4">
            <a:extLst>
              <a:ext uri="{FF2B5EF4-FFF2-40B4-BE49-F238E27FC236}">
                <a16:creationId xmlns:a16="http://schemas.microsoft.com/office/drawing/2014/main" id="{516C8022-42FB-2F7F-22EA-C57032F5BE6C}"/>
              </a:ext>
            </a:extLst>
          </p:cNvPr>
          <p:cNvSpPr>
            <a:spLocks noGrp="1"/>
          </p:cNvSpPr>
          <p:nvPr>
            <p:ph type="sldNum" sz="quarter" idx="12"/>
          </p:nvPr>
        </p:nvSpPr>
        <p:spPr/>
        <p:txBody>
          <a:bodyPr/>
          <a:lstStyle/>
          <a:p>
            <a:fld id="{B1608FB1-A7C3-4DA6-9516-20BE963B5830}" type="slidenum">
              <a:rPr lang="LID4096" smtClean="0"/>
              <a:t>‹#›</a:t>
            </a:fld>
            <a:endParaRPr lang="LID4096"/>
          </a:p>
        </p:txBody>
      </p:sp>
    </p:spTree>
    <p:extLst>
      <p:ext uri="{BB962C8B-B14F-4D97-AF65-F5344CB8AC3E}">
        <p14:creationId xmlns:p14="http://schemas.microsoft.com/office/powerpoint/2010/main" val="1330022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81D201-E2B5-DBEF-5458-55A77FF5B726}"/>
              </a:ext>
            </a:extLst>
          </p:cNvPr>
          <p:cNvSpPr>
            <a:spLocks noGrp="1"/>
          </p:cNvSpPr>
          <p:nvPr>
            <p:ph type="dt" sz="half" idx="10"/>
          </p:nvPr>
        </p:nvSpPr>
        <p:spPr/>
        <p:txBody>
          <a:bodyPr/>
          <a:lstStyle/>
          <a:p>
            <a:fld id="{DF831853-6AC4-41B7-B592-48755287D77C}" type="datetimeFigureOut">
              <a:rPr lang="LID4096" smtClean="0"/>
              <a:t>12/18/2024</a:t>
            </a:fld>
            <a:endParaRPr lang="LID4096"/>
          </a:p>
        </p:txBody>
      </p:sp>
      <p:sp>
        <p:nvSpPr>
          <p:cNvPr id="3" name="Footer Placeholder 2">
            <a:extLst>
              <a:ext uri="{FF2B5EF4-FFF2-40B4-BE49-F238E27FC236}">
                <a16:creationId xmlns:a16="http://schemas.microsoft.com/office/drawing/2014/main" id="{0425FE45-607B-055A-57ED-3CBBEB895E3D}"/>
              </a:ext>
            </a:extLst>
          </p:cNvPr>
          <p:cNvSpPr>
            <a:spLocks noGrp="1"/>
          </p:cNvSpPr>
          <p:nvPr>
            <p:ph type="ftr" sz="quarter" idx="11"/>
          </p:nvPr>
        </p:nvSpPr>
        <p:spPr/>
        <p:txBody>
          <a:bodyPr/>
          <a:lstStyle/>
          <a:p>
            <a:endParaRPr lang="LID4096"/>
          </a:p>
        </p:txBody>
      </p:sp>
      <p:sp>
        <p:nvSpPr>
          <p:cNvPr id="4" name="Slide Number Placeholder 3">
            <a:extLst>
              <a:ext uri="{FF2B5EF4-FFF2-40B4-BE49-F238E27FC236}">
                <a16:creationId xmlns:a16="http://schemas.microsoft.com/office/drawing/2014/main" id="{00823BFC-9291-C671-3B31-EEC7D6627CA6}"/>
              </a:ext>
            </a:extLst>
          </p:cNvPr>
          <p:cNvSpPr>
            <a:spLocks noGrp="1"/>
          </p:cNvSpPr>
          <p:nvPr>
            <p:ph type="sldNum" sz="quarter" idx="12"/>
          </p:nvPr>
        </p:nvSpPr>
        <p:spPr/>
        <p:txBody>
          <a:bodyPr/>
          <a:lstStyle/>
          <a:p>
            <a:fld id="{B1608FB1-A7C3-4DA6-9516-20BE963B5830}" type="slidenum">
              <a:rPr lang="LID4096" smtClean="0"/>
              <a:t>‹#›</a:t>
            </a:fld>
            <a:endParaRPr lang="LID4096"/>
          </a:p>
        </p:txBody>
      </p:sp>
    </p:spTree>
    <p:extLst>
      <p:ext uri="{BB962C8B-B14F-4D97-AF65-F5344CB8AC3E}">
        <p14:creationId xmlns:p14="http://schemas.microsoft.com/office/powerpoint/2010/main" val="38774531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5F9A2-60A8-6549-7011-E1A1D4CFAC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Content Placeholder 2">
            <a:extLst>
              <a:ext uri="{FF2B5EF4-FFF2-40B4-BE49-F238E27FC236}">
                <a16:creationId xmlns:a16="http://schemas.microsoft.com/office/drawing/2014/main" id="{A1BF34A5-4C75-7918-9039-23D5CF692B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Text Placeholder 3">
            <a:extLst>
              <a:ext uri="{FF2B5EF4-FFF2-40B4-BE49-F238E27FC236}">
                <a16:creationId xmlns:a16="http://schemas.microsoft.com/office/drawing/2014/main" id="{3466CD98-0C4E-CB04-442A-40061DC25F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B02093-2907-3A73-A449-C59A0E0F706E}"/>
              </a:ext>
            </a:extLst>
          </p:cNvPr>
          <p:cNvSpPr>
            <a:spLocks noGrp="1"/>
          </p:cNvSpPr>
          <p:nvPr>
            <p:ph type="dt" sz="half" idx="10"/>
          </p:nvPr>
        </p:nvSpPr>
        <p:spPr/>
        <p:txBody>
          <a:bodyPr/>
          <a:lstStyle/>
          <a:p>
            <a:fld id="{DF831853-6AC4-41B7-B592-48755287D77C}" type="datetimeFigureOut">
              <a:rPr lang="LID4096" smtClean="0"/>
              <a:t>12/18/2024</a:t>
            </a:fld>
            <a:endParaRPr lang="LID4096"/>
          </a:p>
        </p:txBody>
      </p:sp>
      <p:sp>
        <p:nvSpPr>
          <p:cNvPr id="6" name="Footer Placeholder 5">
            <a:extLst>
              <a:ext uri="{FF2B5EF4-FFF2-40B4-BE49-F238E27FC236}">
                <a16:creationId xmlns:a16="http://schemas.microsoft.com/office/drawing/2014/main" id="{7783D7F4-AAF7-DC13-4180-0A4AD5958608}"/>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40B2EFAB-6098-57D1-72C4-3FAFFA74C2C9}"/>
              </a:ext>
            </a:extLst>
          </p:cNvPr>
          <p:cNvSpPr>
            <a:spLocks noGrp="1"/>
          </p:cNvSpPr>
          <p:nvPr>
            <p:ph type="sldNum" sz="quarter" idx="12"/>
          </p:nvPr>
        </p:nvSpPr>
        <p:spPr/>
        <p:txBody>
          <a:bodyPr/>
          <a:lstStyle/>
          <a:p>
            <a:fld id="{B1608FB1-A7C3-4DA6-9516-20BE963B5830}" type="slidenum">
              <a:rPr lang="LID4096" smtClean="0"/>
              <a:t>‹#›</a:t>
            </a:fld>
            <a:endParaRPr lang="LID4096"/>
          </a:p>
        </p:txBody>
      </p:sp>
    </p:spTree>
    <p:extLst>
      <p:ext uri="{BB962C8B-B14F-4D97-AF65-F5344CB8AC3E}">
        <p14:creationId xmlns:p14="http://schemas.microsoft.com/office/powerpoint/2010/main" val="21822054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8C04E-FAB8-1F27-59BF-B950075449E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Picture Placeholder 2">
            <a:extLst>
              <a:ext uri="{FF2B5EF4-FFF2-40B4-BE49-F238E27FC236}">
                <a16:creationId xmlns:a16="http://schemas.microsoft.com/office/drawing/2014/main" id="{3EAE6BA0-D20B-4F06-8EDA-2CA9C591D1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Text Placeholder 3">
            <a:extLst>
              <a:ext uri="{FF2B5EF4-FFF2-40B4-BE49-F238E27FC236}">
                <a16:creationId xmlns:a16="http://schemas.microsoft.com/office/drawing/2014/main" id="{4F4AEDB6-5059-CF5E-9A64-5755E6E59F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654900-217C-1A16-F03D-4DA30DD66F1A}"/>
              </a:ext>
            </a:extLst>
          </p:cNvPr>
          <p:cNvSpPr>
            <a:spLocks noGrp="1"/>
          </p:cNvSpPr>
          <p:nvPr>
            <p:ph type="dt" sz="half" idx="10"/>
          </p:nvPr>
        </p:nvSpPr>
        <p:spPr/>
        <p:txBody>
          <a:bodyPr/>
          <a:lstStyle/>
          <a:p>
            <a:fld id="{DF831853-6AC4-41B7-B592-48755287D77C}" type="datetimeFigureOut">
              <a:rPr lang="LID4096" smtClean="0"/>
              <a:t>12/18/2024</a:t>
            </a:fld>
            <a:endParaRPr lang="LID4096"/>
          </a:p>
        </p:txBody>
      </p:sp>
      <p:sp>
        <p:nvSpPr>
          <p:cNvPr id="6" name="Footer Placeholder 5">
            <a:extLst>
              <a:ext uri="{FF2B5EF4-FFF2-40B4-BE49-F238E27FC236}">
                <a16:creationId xmlns:a16="http://schemas.microsoft.com/office/drawing/2014/main" id="{FB6E2997-1C06-00A3-AD3D-286CCD63AF9A}"/>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C76C5B7C-281D-9B2F-359D-495B965275B2}"/>
              </a:ext>
            </a:extLst>
          </p:cNvPr>
          <p:cNvSpPr>
            <a:spLocks noGrp="1"/>
          </p:cNvSpPr>
          <p:nvPr>
            <p:ph type="sldNum" sz="quarter" idx="12"/>
          </p:nvPr>
        </p:nvSpPr>
        <p:spPr/>
        <p:txBody>
          <a:bodyPr/>
          <a:lstStyle/>
          <a:p>
            <a:fld id="{B1608FB1-A7C3-4DA6-9516-20BE963B5830}" type="slidenum">
              <a:rPr lang="LID4096" smtClean="0"/>
              <a:t>‹#›</a:t>
            </a:fld>
            <a:endParaRPr lang="LID4096"/>
          </a:p>
        </p:txBody>
      </p:sp>
    </p:spTree>
    <p:extLst>
      <p:ext uri="{BB962C8B-B14F-4D97-AF65-F5344CB8AC3E}">
        <p14:creationId xmlns:p14="http://schemas.microsoft.com/office/powerpoint/2010/main" val="24920489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C734E-273C-EE90-FD7E-D4EA3B3B7B82}"/>
              </a:ext>
            </a:extLst>
          </p:cNvPr>
          <p:cNvSpPr>
            <a:spLocks noGrp="1"/>
          </p:cNvSpPr>
          <p:nvPr>
            <p:ph type="title"/>
          </p:nvPr>
        </p:nvSpPr>
        <p:spPr/>
        <p:txBody>
          <a:bodyPr/>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BBE45C97-0361-162F-CE2C-68A0FC2DC91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BBBFEEC3-F7B3-37C3-EFD7-FAF973493FE7}"/>
              </a:ext>
            </a:extLst>
          </p:cNvPr>
          <p:cNvSpPr>
            <a:spLocks noGrp="1"/>
          </p:cNvSpPr>
          <p:nvPr>
            <p:ph type="dt" sz="half" idx="10"/>
          </p:nvPr>
        </p:nvSpPr>
        <p:spPr/>
        <p:txBody>
          <a:bodyPr/>
          <a:lstStyle/>
          <a:p>
            <a:fld id="{DF831853-6AC4-41B7-B592-48755287D77C}" type="datetimeFigureOut">
              <a:rPr lang="LID4096" smtClean="0"/>
              <a:t>12/18/2024</a:t>
            </a:fld>
            <a:endParaRPr lang="LID4096"/>
          </a:p>
        </p:txBody>
      </p:sp>
      <p:sp>
        <p:nvSpPr>
          <p:cNvPr id="5" name="Footer Placeholder 4">
            <a:extLst>
              <a:ext uri="{FF2B5EF4-FFF2-40B4-BE49-F238E27FC236}">
                <a16:creationId xmlns:a16="http://schemas.microsoft.com/office/drawing/2014/main" id="{B1335951-1CDC-F68F-5B0F-77E3353ED7B3}"/>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A866CCBD-0474-F233-12A5-0360DBA2D503}"/>
              </a:ext>
            </a:extLst>
          </p:cNvPr>
          <p:cNvSpPr>
            <a:spLocks noGrp="1"/>
          </p:cNvSpPr>
          <p:nvPr>
            <p:ph type="sldNum" sz="quarter" idx="12"/>
          </p:nvPr>
        </p:nvSpPr>
        <p:spPr/>
        <p:txBody>
          <a:bodyPr/>
          <a:lstStyle/>
          <a:p>
            <a:fld id="{B1608FB1-A7C3-4DA6-9516-20BE963B5830}" type="slidenum">
              <a:rPr lang="LID4096" smtClean="0"/>
              <a:t>‹#›</a:t>
            </a:fld>
            <a:endParaRPr lang="LID4096"/>
          </a:p>
        </p:txBody>
      </p:sp>
    </p:spTree>
    <p:extLst>
      <p:ext uri="{BB962C8B-B14F-4D97-AF65-F5344CB8AC3E}">
        <p14:creationId xmlns:p14="http://schemas.microsoft.com/office/powerpoint/2010/main" val="34651815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32C57D3-1030-D1F7-7107-FEDBD697289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72F40280-A92D-94A5-2235-28EC2765A60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E1DD988D-AB9F-AB15-C8E0-6BFF671A67F2}"/>
              </a:ext>
            </a:extLst>
          </p:cNvPr>
          <p:cNvSpPr>
            <a:spLocks noGrp="1"/>
          </p:cNvSpPr>
          <p:nvPr>
            <p:ph type="dt" sz="half" idx="10"/>
          </p:nvPr>
        </p:nvSpPr>
        <p:spPr/>
        <p:txBody>
          <a:bodyPr/>
          <a:lstStyle/>
          <a:p>
            <a:fld id="{DF831853-6AC4-41B7-B592-48755287D77C}" type="datetimeFigureOut">
              <a:rPr lang="LID4096" smtClean="0"/>
              <a:t>12/18/2024</a:t>
            </a:fld>
            <a:endParaRPr lang="LID4096"/>
          </a:p>
        </p:txBody>
      </p:sp>
      <p:sp>
        <p:nvSpPr>
          <p:cNvPr id="5" name="Footer Placeholder 4">
            <a:extLst>
              <a:ext uri="{FF2B5EF4-FFF2-40B4-BE49-F238E27FC236}">
                <a16:creationId xmlns:a16="http://schemas.microsoft.com/office/drawing/2014/main" id="{0EAD7033-C38D-2087-F202-F4E061FFAB9B}"/>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7C0FABF2-E8CF-9AE5-B7A4-3B4CAF946281}"/>
              </a:ext>
            </a:extLst>
          </p:cNvPr>
          <p:cNvSpPr>
            <a:spLocks noGrp="1"/>
          </p:cNvSpPr>
          <p:nvPr>
            <p:ph type="sldNum" sz="quarter" idx="12"/>
          </p:nvPr>
        </p:nvSpPr>
        <p:spPr/>
        <p:txBody>
          <a:bodyPr/>
          <a:lstStyle/>
          <a:p>
            <a:fld id="{B1608FB1-A7C3-4DA6-9516-20BE963B5830}" type="slidenum">
              <a:rPr lang="LID4096" smtClean="0"/>
              <a:t>‹#›</a:t>
            </a:fld>
            <a:endParaRPr lang="LID4096"/>
          </a:p>
        </p:txBody>
      </p:sp>
    </p:spTree>
    <p:extLst>
      <p:ext uri="{BB962C8B-B14F-4D97-AF65-F5344CB8AC3E}">
        <p14:creationId xmlns:p14="http://schemas.microsoft.com/office/powerpoint/2010/main" val="1830877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p:nvPr>
        </p:nvSpPr>
        <p:spPr>
          <a:xfrm>
            <a:off x="3512343" y="5922140"/>
            <a:ext cx="5167313" cy="518795"/>
          </a:xfrm>
        </p:spPr>
        <p:txBody>
          <a:bodyPr>
            <a:noAutofit/>
          </a:bodyPr>
          <a:lstStyle>
            <a:lvl1pPr marL="0" indent="0" algn="ctr">
              <a:buNone/>
              <a:defRPr sz="1800" spc="300">
                <a:solidFill>
                  <a:schemeClr val="tx1"/>
                </a:solidFill>
              </a:defRPr>
            </a:lvl1pPr>
            <a:lvl2pPr marL="457200" indent="0">
              <a:buNone/>
              <a:defRPr/>
            </a:lvl2pPr>
          </a:lstStyle>
          <a:p>
            <a:pPr lvl="0"/>
            <a:r>
              <a:rPr lang="en-US"/>
              <a:t>Click to edit Master text styles</a:t>
            </a:r>
          </a:p>
        </p:txBody>
      </p:sp>
      <p:sp>
        <p:nvSpPr>
          <p:cNvPr id="7" name="Text Placeholder 6">
            <a:extLst>
              <a:ext uri="{FF2B5EF4-FFF2-40B4-BE49-F238E27FC236}">
                <a16:creationId xmlns:a16="http://schemas.microsoft.com/office/drawing/2014/main" id="{758235C5-25B1-4243-9762-4AAD3C08E8BE}"/>
              </a:ext>
            </a:extLst>
          </p:cNvPr>
          <p:cNvSpPr>
            <a:spLocks noGrp="1"/>
          </p:cNvSpPr>
          <p:nvPr>
            <p:ph type="body" idx="1" hasCustomPrompt="1"/>
          </p:nvPr>
        </p:nvSpPr>
        <p:spPr>
          <a:xfrm>
            <a:off x="4038600" y="3608511"/>
            <a:ext cx="4114800"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cap="all" baseline="0"/>
            </a:lvl1pPr>
          </a:lstStyle>
          <a:p>
            <a:r>
              <a:rPr lang="en-US" spc="300" dirty="0"/>
              <a:t>ANNUAL REVIEW</a:t>
            </a:r>
          </a:p>
        </p:txBody>
      </p:sp>
      <p:sp>
        <p:nvSpPr>
          <p:cNvPr id="2" name="Title 1">
            <a:extLst>
              <a:ext uri="{FF2B5EF4-FFF2-40B4-BE49-F238E27FC236}">
                <a16:creationId xmlns:a16="http://schemas.microsoft.com/office/drawing/2014/main" id="{298B2C6E-DB6F-4476-8E95-9F6EC79392FD}"/>
              </a:ext>
            </a:extLst>
          </p:cNvPr>
          <p:cNvSpPr>
            <a:spLocks noGrp="1"/>
          </p:cNvSpPr>
          <p:nvPr>
            <p:ph type="title" hasCustomPrompt="1"/>
          </p:nvPr>
        </p:nvSpPr>
        <p:spPr>
          <a:xfrm>
            <a:off x="350836" y="2445633"/>
            <a:ext cx="11490325" cy="823913"/>
          </a:xfrm>
        </p:spPr>
        <p:txBody>
          <a:bodyPr>
            <a:noAutofit/>
          </a:bodyPr>
          <a:lstStyle>
            <a:lvl1pPr>
              <a:lnSpc>
                <a:spcPct val="150000"/>
              </a:lnSpc>
              <a:spcBef>
                <a:spcPts val="1000"/>
              </a:spcBef>
              <a:defRPr sz="4000" cap="all" spc="300" baseline="0"/>
            </a:lvl1pPr>
          </a:lstStyle>
          <a:p>
            <a:r>
              <a:rPr lang="en-US" dirty="0"/>
              <a:t>Click to edit Master TEXT styles</a:t>
            </a:r>
          </a:p>
        </p:txBody>
      </p:sp>
    </p:spTree>
    <p:extLst>
      <p:ext uri="{BB962C8B-B14F-4D97-AF65-F5344CB8AC3E}">
        <p14:creationId xmlns:p14="http://schemas.microsoft.com/office/powerpoint/2010/main" val="1216572022"/>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losing">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6" name="Title 5">
            <a:extLst>
              <a:ext uri="{FF2B5EF4-FFF2-40B4-BE49-F238E27FC236}">
                <a16:creationId xmlns:a16="http://schemas.microsoft.com/office/drawing/2014/main" id="{D9074D0F-754F-4F2C-A410-F222D2D2346E}"/>
              </a:ext>
            </a:extLst>
          </p:cNvPr>
          <p:cNvSpPr>
            <a:spLocks noGrp="1"/>
          </p:cNvSpPr>
          <p:nvPr>
            <p:ph type="title" idx="4294967295"/>
          </p:nvPr>
        </p:nvSpPr>
        <p:spPr>
          <a:xfrm>
            <a:off x="702365" y="1660810"/>
            <a:ext cx="10787270" cy="830649"/>
          </a:xfrm>
        </p:spPr>
        <p:txBody>
          <a:bodyPr>
            <a:noAutofit/>
          </a:bodyPr>
          <a:lstStyle/>
          <a:p>
            <a:r>
              <a:rPr lang="en-US" sz="4000" spc="300"/>
              <a:t>Click to edit Master title style</a:t>
            </a:r>
            <a:endParaRPr lang="en-US" sz="4000" spc="300"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hasCustomPrompt="1"/>
          </p:nvPr>
        </p:nvSpPr>
        <p:spPr>
          <a:xfrm>
            <a:off x="3512343" y="5137992"/>
            <a:ext cx="5167313"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 MASTER TEXT STYLES</a:t>
            </a:r>
          </a:p>
        </p:txBody>
      </p:sp>
      <p:sp>
        <p:nvSpPr>
          <p:cNvPr id="31" name="Text Placeholder 13">
            <a:extLst>
              <a:ext uri="{FF2B5EF4-FFF2-40B4-BE49-F238E27FC236}">
                <a16:creationId xmlns:a16="http://schemas.microsoft.com/office/drawing/2014/main" id="{1D89734B-03E0-4ADE-8F62-C819F3E976D5}"/>
              </a:ext>
            </a:extLst>
          </p:cNvPr>
          <p:cNvSpPr>
            <a:spLocks noGrp="1"/>
          </p:cNvSpPr>
          <p:nvPr>
            <p:ph type="body" sz="quarter" idx="16" hasCustomPrompt="1"/>
          </p:nvPr>
        </p:nvSpPr>
        <p:spPr>
          <a:xfrm>
            <a:off x="588194"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2" name="Text Placeholder 13">
            <a:extLst>
              <a:ext uri="{FF2B5EF4-FFF2-40B4-BE49-F238E27FC236}">
                <a16:creationId xmlns:a16="http://schemas.microsoft.com/office/drawing/2014/main" id="{85971F4D-8B59-4B3E-9169-64E0EF1BA85F}"/>
              </a:ext>
            </a:extLst>
          </p:cNvPr>
          <p:cNvSpPr>
            <a:spLocks noGrp="1"/>
          </p:cNvSpPr>
          <p:nvPr>
            <p:ph type="body" sz="quarter" idx="17" hasCustomPrompt="1"/>
          </p:nvPr>
        </p:nvSpPr>
        <p:spPr>
          <a:xfrm>
            <a:off x="4563664" y="3893330"/>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3" name="Text Placeholder 13">
            <a:extLst>
              <a:ext uri="{FF2B5EF4-FFF2-40B4-BE49-F238E27FC236}">
                <a16:creationId xmlns:a16="http://schemas.microsoft.com/office/drawing/2014/main" id="{90B19777-E2ED-419C-B486-857117FD081B}"/>
              </a:ext>
            </a:extLst>
          </p:cNvPr>
          <p:cNvSpPr>
            <a:spLocks noGrp="1"/>
          </p:cNvSpPr>
          <p:nvPr>
            <p:ph type="body" sz="quarter" idx="18" hasCustomPrompt="1"/>
          </p:nvPr>
        </p:nvSpPr>
        <p:spPr>
          <a:xfrm>
            <a:off x="8539138"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4" name="Online Image Placeholder 33">
            <a:extLst>
              <a:ext uri="{FF2B5EF4-FFF2-40B4-BE49-F238E27FC236}">
                <a16:creationId xmlns:a16="http://schemas.microsoft.com/office/drawing/2014/main" id="{1A58EB44-F532-4998-B316-61C738C37BF5}"/>
              </a:ext>
            </a:extLst>
          </p:cNvPr>
          <p:cNvSpPr>
            <a:spLocks noGrp="1"/>
          </p:cNvSpPr>
          <p:nvPr>
            <p:ph type="clipArt" sz="quarter" idx="19" hasCustomPrompt="1"/>
          </p:nvPr>
        </p:nvSpPr>
        <p:spPr>
          <a:xfrm>
            <a:off x="1754768" y="3098985"/>
            <a:ext cx="731520" cy="731520"/>
          </a:xfrm>
        </p:spPr>
        <p:txBody>
          <a:bodyPr>
            <a:noAutofit/>
          </a:bodyPr>
          <a:lstStyle>
            <a:lvl1pPr marL="0" indent="0">
              <a:buNone/>
              <a:defRPr/>
            </a:lvl1pPr>
          </a:lstStyle>
          <a:p>
            <a:r>
              <a:rPr lang="en-US" dirty="0"/>
              <a:t>Icon</a:t>
            </a:r>
          </a:p>
        </p:txBody>
      </p:sp>
      <p:sp>
        <p:nvSpPr>
          <p:cNvPr id="35" name="Online Image Placeholder 33">
            <a:extLst>
              <a:ext uri="{FF2B5EF4-FFF2-40B4-BE49-F238E27FC236}">
                <a16:creationId xmlns:a16="http://schemas.microsoft.com/office/drawing/2014/main" id="{33763C3C-3545-40BD-9B2C-DC4C0E4CE819}"/>
              </a:ext>
            </a:extLst>
          </p:cNvPr>
          <p:cNvSpPr>
            <a:spLocks noGrp="1"/>
          </p:cNvSpPr>
          <p:nvPr>
            <p:ph type="clipArt" sz="quarter" idx="20" hasCustomPrompt="1"/>
          </p:nvPr>
        </p:nvSpPr>
        <p:spPr>
          <a:xfrm>
            <a:off x="5730240" y="3098985"/>
            <a:ext cx="731520" cy="731520"/>
          </a:xfrm>
        </p:spPr>
        <p:txBody>
          <a:bodyPr>
            <a:noAutofit/>
          </a:bodyPr>
          <a:lstStyle>
            <a:lvl1pPr marL="0" indent="0">
              <a:buNone/>
              <a:defRPr/>
            </a:lvl1pPr>
          </a:lstStyle>
          <a:p>
            <a:r>
              <a:rPr lang="en-US" dirty="0"/>
              <a:t>Icon</a:t>
            </a:r>
          </a:p>
        </p:txBody>
      </p:sp>
      <p:sp>
        <p:nvSpPr>
          <p:cNvPr id="36" name="Online Image Placeholder 33">
            <a:extLst>
              <a:ext uri="{FF2B5EF4-FFF2-40B4-BE49-F238E27FC236}">
                <a16:creationId xmlns:a16="http://schemas.microsoft.com/office/drawing/2014/main" id="{1C5D3777-17F3-4225-8C52-2EF1DB4FD54A}"/>
              </a:ext>
            </a:extLst>
          </p:cNvPr>
          <p:cNvSpPr>
            <a:spLocks noGrp="1"/>
          </p:cNvSpPr>
          <p:nvPr>
            <p:ph type="clipArt" sz="quarter" idx="21" hasCustomPrompt="1"/>
          </p:nvPr>
        </p:nvSpPr>
        <p:spPr>
          <a:xfrm>
            <a:off x="9705712" y="3098985"/>
            <a:ext cx="731520" cy="731520"/>
          </a:xfrm>
        </p:spPr>
        <p:txBody>
          <a:bodyPr>
            <a:noAutofit/>
          </a:bodyPr>
          <a:lstStyle>
            <a:lvl1pPr marL="0" indent="0">
              <a:buNone/>
              <a:defRPr/>
            </a:lvl1pPr>
          </a:lstStyle>
          <a:p>
            <a:r>
              <a:rPr lang="en-US" dirty="0"/>
              <a:t>Icon</a:t>
            </a:r>
          </a:p>
        </p:txBody>
      </p:sp>
    </p:spTree>
    <p:extLst>
      <p:ext uri="{BB962C8B-B14F-4D97-AF65-F5344CB8AC3E}">
        <p14:creationId xmlns:p14="http://schemas.microsoft.com/office/powerpoint/2010/main" val="1395808569"/>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B76A655-9098-9861-D652-2938E2E8D72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1EF97F77-27BA-BD51-25D0-6191CC8ABB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C7AE6EFF-1B88-815E-0E54-5C83CDC541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F831853-6AC4-41B7-B592-48755287D77C}" type="datetimeFigureOut">
              <a:rPr lang="LID4096" smtClean="0"/>
              <a:t>12/18/2024</a:t>
            </a:fld>
            <a:endParaRPr lang="LID4096"/>
          </a:p>
        </p:txBody>
      </p:sp>
      <p:sp>
        <p:nvSpPr>
          <p:cNvPr id="5" name="Footer Placeholder 4">
            <a:extLst>
              <a:ext uri="{FF2B5EF4-FFF2-40B4-BE49-F238E27FC236}">
                <a16:creationId xmlns:a16="http://schemas.microsoft.com/office/drawing/2014/main" id="{127AB89A-FD24-CDD6-837B-EA67DAEBBA1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LID4096"/>
          </a:p>
        </p:txBody>
      </p:sp>
      <p:sp>
        <p:nvSpPr>
          <p:cNvPr id="6" name="Slide Number Placeholder 5">
            <a:extLst>
              <a:ext uri="{FF2B5EF4-FFF2-40B4-BE49-F238E27FC236}">
                <a16:creationId xmlns:a16="http://schemas.microsoft.com/office/drawing/2014/main" id="{04E64711-DF70-5F1E-9BBC-E4B81070DAC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1608FB1-A7C3-4DA6-9516-20BE963B5830}" type="slidenum">
              <a:rPr lang="LID4096" smtClean="0"/>
              <a:t>‹#›</a:t>
            </a:fld>
            <a:endParaRPr lang="LID4096"/>
          </a:p>
        </p:txBody>
      </p:sp>
    </p:spTree>
    <p:extLst>
      <p:ext uri="{BB962C8B-B14F-4D97-AF65-F5344CB8AC3E}">
        <p14:creationId xmlns:p14="http://schemas.microsoft.com/office/powerpoint/2010/main" val="13374141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8" Type="http://schemas.openxmlformats.org/officeDocument/2006/relationships/image" Target="../media/image15.png"/><Relationship Id="rId3" Type="http://schemas.microsoft.com/office/2007/relationships/hdphoto" Target="../media/hdphoto1.wdp"/><Relationship Id="rId7" Type="http://schemas.openxmlformats.org/officeDocument/2006/relationships/image" Target="../media/image14.svg"/><Relationship Id="rId2" Type="http://schemas.openxmlformats.org/officeDocument/2006/relationships/image" Target="../media/image1.png"/><Relationship Id="rId1" Type="http://schemas.openxmlformats.org/officeDocument/2006/relationships/slideLayout" Target="../slideLayouts/slideLayout13.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 Id="rId9" Type="http://schemas.openxmlformats.org/officeDocument/2006/relationships/image" Target="../media/image1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bstract image">
            <a:extLst>
              <a:ext uri="{FF2B5EF4-FFF2-40B4-BE49-F238E27FC236}">
                <a16:creationId xmlns:a16="http://schemas.microsoft.com/office/drawing/2014/main" id="{9AB29DBC-55D3-49D9-BB44-4936739C4B57}"/>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p:pic>
      <p:sp>
        <p:nvSpPr>
          <p:cNvPr id="9" name="Title 8">
            <a:extLst>
              <a:ext uri="{FF2B5EF4-FFF2-40B4-BE49-F238E27FC236}">
                <a16:creationId xmlns:a16="http://schemas.microsoft.com/office/drawing/2014/main" id="{79DC1498-E692-42BA-B69F-6D37E6CFACA0}"/>
              </a:ext>
            </a:extLst>
          </p:cNvPr>
          <p:cNvSpPr>
            <a:spLocks noGrp="1"/>
          </p:cNvSpPr>
          <p:nvPr>
            <p:ph type="title"/>
          </p:nvPr>
        </p:nvSpPr>
        <p:spPr>
          <a:xfrm>
            <a:off x="350837" y="1477926"/>
            <a:ext cx="11525730" cy="2307265"/>
          </a:xfrm>
        </p:spPr>
        <p:txBody>
          <a:bodyPr/>
          <a:lstStyle/>
          <a:p>
            <a:pPr algn="ctr"/>
            <a:r>
              <a:rPr lang="en-US" sz="5400" b="1" dirty="0"/>
              <a:t>Birth of Computer Programming</a:t>
            </a:r>
          </a:p>
        </p:txBody>
      </p:sp>
      <p:sp>
        <p:nvSpPr>
          <p:cNvPr id="3" name="Text Placeholder 2">
            <a:extLst>
              <a:ext uri="{FF2B5EF4-FFF2-40B4-BE49-F238E27FC236}">
                <a16:creationId xmlns:a16="http://schemas.microsoft.com/office/drawing/2014/main" id="{C0AE828D-1E63-455F-949D-0C5454A7FE88}"/>
              </a:ext>
            </a:extLst>
          </p:cNvPr>
          <p:cNvSpPr>
            <a:spLocks noGrp="1"/>
          </p:cNvSpPr>
          <p:nvPr>
            <p:ph type="body" sz="quarter" idx="12"/>
          </p:nvPr>
        </p:nvSpPr>
        <p:spPr>
          <a:xfrm>
            <a:off x="350837" y="5699050"/>
            <a:ext cx="11525730" cy="1073889"/>
          </a:xfrm>
        </p:spPr>
        <p:txBody>
          <a:bodyPr/>
          <a:lstStyle/>
          <a:p>
            <a:r>
              <a:rPr lang="en-US" sz="2000" dirty="0"/>
              <a:t>Dr. Owais Hussain</a:t>
            </a:r>
          </a:p>
        </p:txBody>
      </p:sp>
    </p:spTree>
    <p:extLst>
      <p:ext uri="{BB962C8B-B14F-4D97-AF65-F5344CB8AC3E}">
        <p14:creationId xmlns:p14="http://schemas.microsoft.com/office/powerpoint/2010/main" val="146856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INTRODUCTION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213" name="Rectangle 70"/>
          <p:cNvSpPr>
            <a:spLocks noChangeArrowheads="1"/>
          </p:cNvSpPr>
          <p:nvPr/>
        </p:nvSpPr>
        <p:spPr bwMode="auto">
          <a:xfrm>
            <a:off x="772239" y="2133600"/>
            <a:ext cx="2362200" cy="838200"/>
          </a:xfrm>
          <a:prstGeom prst="rect">
            <a:avLst/>
          </a:prstGeom>
          <a:noFill/>
          <a:ln w="9525">
            <a:noFill/>
            <a:miter lim="800000"/>
            <a:headEnd/>
            <a:tailEnd/>
          </a:ln>
        </p:spPr>
        <p:txBody>
          <a:bodyPr lIns="45720" tIns="18288" rIns="27432" bIns="18288"/>
          <a:lstStyle/>
          <a:p>
            <a:pPr algn="r">
              <a:lnSpc>
                <a:spcPct val="85000"/>
              </a:lnSpc>
              <a:spcBef>
                <a:spcPts val="200"/>
              </a:spcBef>
            </a:pPr>
            <a:r>
              <a:rPr lang="en-US" sz="3600" b="1" dirty="0">
                <a:solidFill>
                  <a:srgbClr val="7030A0"/>
                </a:solidFill>
                <a:latin typeface="Arial"/>
                <a:cs typeface="Arial"/>
              </a:rPr>
              <a:t>10</a:t>
            </a:r>
          </a:p>
          <a:p>
            <a:pPr algn="r">
              <a:lnSpc>
                <a:spcPct val="85000"/>
              </a:lnSpc>
              <a:spcBef>
                <a:spcPts val="200"/>
              </a:spcBef>
            </a:pPr>
            <a:r>
              <a:rPr lang="en-US" sz="1200" dirty="0">
                <a:solidFill>
                  <a:srgbClr val="6C6C6C"/>
                </a:solidFill>
                <a:latin typeface="Arial"/>
                <a:cs typeface="Arial"/>
              </a:rPr>
              <a:t>Publications </a:t>
            </a:r>
          </a:p>
        </p:txBody>
      </p:sp>
      <p:sp>
        <p:nvSpPr>
          <p:cNvPr id="119" name="Oval 118">
            <a:extLst>
              <a:ext uri="{C183D7F6-B498-43B3-948B-1728B52AA6E4}">
                <adec:decorative xmlns:adec="http://schemas.microsoft.com/office/drawing/2017/decorative" val="1"/>
              </a:ext>
            </a:extLst>
          </p:cNvPr>
          <p:cNvSpPr>
            <a:spLocks noChangeAspect="1"/>
          </p:cNvSpPr>
          <p:nvPr/>
        </p:nvSpPr>
        <p:spPr>
          <a:xfrm rot="16200000">
            <a:off x="2586510" y="3002441"/>
            <a:ext cx="673155" cy="673153"/>
          </a:xfrm>
          <a:prstGeom prst="ellipse">
            <a:avLst/>
          </a:prstGeom>
          <a:gradFill flip="none" rotWithShape="1">
            <a:gsLst>
              <a:gs pos="0">
                <a:srgbClr val="884DDB"/>
              </a:gs>
              <a:gs pos="100000">
                <a:srgbClr val="7030A0"/>
              </a:gs>
            </a:gsLst>
            <a:lin ang="2700000" scaled="1"/>
            <a:tileRect/>
          </a:gradFill>
          <a:ln w="9525">
            <a:noFill/>
            <a:miter lim="800000"/>
            <a:headEnd/>
            <a:tailEnd/>
          </a:ln>
          <a:effectLst/>
        </p:spPr>
        <p:txBody>
          <a:bodyPr lIns="18288" tIns="18288" rIns="18288" bIns="18288" anchor="ctr" anchorCtr="1"/>
          <a:lstStyle/>
          <a:p>
            <a:pPr algn="ctr">
              <a:lnSpc>
                <a:spcPct val="85000"/>
              </a:lnSpc>
              <a:spcBef>
                <a:spcPct val="20000"/>
              </a:spcBef>
            </a:pPr>
            <a:endParaRPr lang="en-US" sz="1600" dirty="0">
              <a:solidFill>
                <a:srgbClr val="FFFFFF"/>
              </a:solidFill>
              <a:latin typeface="Arial Narrow" pitchFamily="112" charset="0"/>
            </a:endParaRPr>
          </a:p>
        </p:txBody>
      </p:sp>
      <p:grpSp>
        <p:nvGrpSpPr>
          <p:cNvPr id="122" name="Group 121">
            <a:extLst>
              <a:ext uri="{C183D7F6-B498-43B3-948B-1728B52AA6E4}">
                <adec:decorative xmlns:adec="http://schemas.microsoft.com/office/drawing/2017/decorative" val="1"/>
              </a:ext>
            </a:extLst>
          </p:cNvPr>
          <p:cNvGrpSpPr/>
          <p:nvPr/>
        </p:nvGrpSpPr>
        <p:grpSpPr>
          <a:xfrm>
            <a:off x="2709019" y="3174700"/>
            <a:ext cx="436647" cy="321117"/>
            <a:chOff x="-152400" y="685800"/>
            <a:chExt cx="1287499" cy="946849"/>
          </a:xfrm>
          <a:noFill/>
        </p:grpSpPr>
        <p:sp>
          <p:nvSpPr>
            <p:cNvPr id="194" name="Rectangle 193"/>
            <p:cNvSpPr/>
            <p:nvPr/>
          </p:nvSpPr>
          <p:spPr bwMode="auto">
            <a:xfrm>
              <a:off x="46528" y="870649"/>
              <a:ext cx="1088571" cy="762000"/>
            </a:xfrm>
            <a:prstGeom prst="rect">
              <a:avLst/>
            </a:prstGeom>
            <a:grpFill/>
            <a:ln w="6350" cap="flat" cmpd="sng" algn="ctr">
              <a:solidFill>
                <a:srgbClr val="FFFF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2400" dirty="0">
                <a:latin typeface="Times" pitchFamily="-97" charset="0"/>
              </a:endParaRPr>
            </a:p>
          </p:txBody>
        </p:sp>
        <p:sp>
          <p:nvSpPr>
            <p:cNvPr id="195" name="Rectangle 194"/>
            <p:cNvSpPr/>
            <p:nvPr/>
          </p:nvSpPr>
          <p:spPr bwMode="auto">
            <a:xfrm rot="21315080">
              <a:off x="-42372" y="781749"/>
              <a:ext cx="1088571" cy="762000"/>
            </a:xfrm>
            <a:prstGeom prst="rect">
              <a:avLst/>
            </a:prstGeom>
            <a:grpFill/>
            <a:ln w="6350" cap="flat" cmpd="sng" algn="ctr">
              <a:solidFill>
                <a:srgbClr val="FFFF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2400" dirty="0">
                <a:latin typeface="Times" pitchFamily="-97" charset="0"/>
              </a:endParaRPr>
            </a:p>
          </p:txBody>
        </p:sp>
        <p:sp>
          <p:nvSpPr>
            <p:cNvPr id="196" name="Rectangle 195"/>
            <p:cNvSpPr/>
            <p:nvPr/>
          </p:nvSpPr>
          <p:spPr bwMode="auto">
            <a:xfrm>
              <a:off x="-152400" y="685800"/>
              <a:ext cx="1088571" cy="762000"/>
            </a:xfrm>
            <a:prstGeom prst="rect">
              <a:avLst/>
            </a:prstGeom>
            <a:grpFill/>
            <a:ln w="6350" cap="flat" cmpd="sng" algn="ctr">
              <a:solidFill>
                <a:srgbClr val="FFFF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2400" dirty="0">
                <a:latin typeface="Times" pitchFamily="-97" charset="0"/>
              </a:endParaRPr>
            </a:p>
          </p:txBody>
        </p:sp>
      </p:grpSp>
      <p:sp>
        <p:nvSpPr>
          <p:cNvPr id="212" name="Rectangle 70"/>
          <p:cNvSpPr>
            <a:spLocks noChangeArrowheads="1"/>
          </p:cNvSpPr>
          <p:nvPr/>
        </p:nvSpPr>
        <p:spPr bwMode="auto">
          <a:xfrm>
            <a:off x="1600201" y="4501813"/>
            <a:ext cx="2269374" cy="838200"/>
          </a:xfrm>
          <a:prstGeom prst="rect">
            <a:avLst/>
          </a:prstGeom>
          <a:noFill/>
          <a:ln w="9525">
            <a:noFill/>
            <a:miter lim="800000"/>
            <a:headEnd/>
            <a:tailEnd/>
          </a:ln>
        </p:spPr>
        <p:txBody>
          <a:bodyPr lIns="45720" tIns="18288" rIns="27432" bIns="18288"/>
          <a:lstStyle/>
          <a:p>
            <a:pPr algn="r">
              <a:lnSpc>
                <a:spcPct val="85000"/>
              </a:lnSpc>
              <a:spcBef>
                <a:spcPts val="200"/>
              </a:spcBef>
            </a:pPr>
            <a:r>
              <a:rPr lang="en-US" sz="3600" b="1" dirty="0">
                <a:solidFill>
                  <a:srgbClr val="0070C0"/>
                </a:solidFill>
                <a:latin typeface="Arial"/>
                <a:cs typeface="Arial"/>
              </a:rPr>
              <a:t>3</a:t>
            </a:r>
          </a:p>
          <a:p>
            <a:pPr algn="r">
              <a:lnSpc>
                <a:spcPct val="85000"/>
              </a:lnSpc>
              <a:spcBef>
                <a:spcPts val="200"/>
              </a:spcBef>
            </a:pPr>
            <a:r>
              <a:rPr lang="en-US" sz="1200" dirty="0">
                <a:solidFill>
                  <a:srgbClr val="6C6C6C"/>
                </a:solidFill>
                <a:latin typeface="Arial"/>
                <a:cs typeface="Arial"/>
              </a:rPr>
              <a:t>Affiliations</a:t>
            </a:r>
          </a:p>
        </p:txBody>
      </p:sp>
      <p:sp>
        <p:nvSpPr>
          <p:cNvPr id="130" name="Oval 129">
            <a:extLst>
              <a:ext uri="{C183D7F6-B498-43B3-948B-1728B52AA6E4}">
                <adec:decorative xmlns:adec="http://schemas.microsoft.com/office/drawing/2017/decorative" val="1"/>
              </a:ext>
            </a:extLst>
          </p:cNvPr>
          <p:cNvSpPr>
            <a:spLocks noChangeAspect="1"/>
          </p:cNvSpPr>
          <p:nvPr/>
        </p:nvSpPr>
        <p:spPr>
          <a:xfrm rot="16200000">
            <a:off x="3354325" y="3593868"/>
            <a:ext cx="766887" cy="766885"/>
          </a:xfrm>
          <a:prstGeom prst="ellipse">
            <a:avLst/>
          </a:prstGeom>
          <a:gradFill flip="none" rotWithShape="1">
            <a:gsLst>
              <a:gs pos="0">
                <a:srgbClr val="0070FF"/>
              </a:gs>
              <a:gs pos="100000">
                <a:srgbClr val="0070C0"/>
              </a:gs>
            </a:gsLst>
            <a:lin ang="2700000" scaled="1"/>
            <a:tileRect/>
          </a:gradFill>
          <a:ln w="12700">
            <a:noFill/>
            <a:miter lim="800000"/>
            <a:headEnd/>
            <a:tailEnd/>
          </a:ln>
          <a:effectLst/>
        </p:spPr>
        <p:txBody>
          <a:bodyPr lIns="18288" tIns="18288" rIns="18288" bIns="18288" anchor="ctr" anchorCtr="1"/>
          <a:lstStyle/>
          <a:p>
            <a:pPr algn="ctr">
              <a:lnSpc>
                <a:spcPct val="85000"/>
              </a:lnSpc>
              <a:spcBef>
                <a:spcPts val="20"/>
              </a:spcBef>
            </a:pPr>
            <a:endParaRPr lang="en-US" sz="1600" dirty="0">
              <a:solidFill>
                <a:srgbClr val="FFFFFF"/>
              </a:solidFill>
              <a:latin typeface="Arial Narrow" pitchFamily="112" charset="0"/>
            </a:endParaRPr>
          </a:p>
        </p:txBody>
      </p:sp>
      <p:sp>
        <p:nvSpPr>
          <p:cNvPr id="133" name="Freeform 77">
            <a:extLst>
              <a:ext uri="{C183D7F6-B498-43B3-948B-1728B52AA6E4}">
                <adec:decorative xmlns:adec="http://schemas.microsoft.com/office/drawing/2017/decorative" val="1"/>
              </a:ext>
            </a:extLst>
          </p:cNvPr>
          <p:cNvSpPr>
            <a:spLocks noEditPoints="1"/>
          </p:cNvSpPr>
          <p:nvPr/>
        </p:nvSpPr>
        <p:spPr bwMode="auto">
          <a:xfrm>
            <a:off x="3445737" y="3830163"/>
            <a:ext cx="580846" cy="254785"/>
          </a:xfrm>
          <a:custGeom>
            <a:avLst/>
            <a:gdLst/>
            <a:ahLst/>
            <a:cxnLst>
              <a:cxn ang="0">
                <a:pos x="3769" y="850"/>
              </a:cxn>
              <a:cxn ang="0">
                <a:pos x="3525" y="562"/>
              </a:cxn>
              <a:cxn ang="0">
                <a:pos x="3204" y="327"/>
              </a:cxn>
              <a:cxn ang="0">
                <a:pos x="2889" y="176"/>
              </a:cxn>
              <a:cxn ang="0">
                <a:pos x="2462" y="53"/>
              </a:cxn>
              <a:cxn ang="0">
                <a:pos x="1996" y="1"/>
              </a:cxn>
              <a:cxn ang="0">
                <a:pos x="1899" y="0"/>
              </a:cxn>
              <a:cxn ang="0">
                <a:pos x="1566" y="22"/>
              </a:cxn>
              <a:cxn ang="0">
                <a:pos x="1135" y="110"/>
              </a:cxn>
              <a:cxn ang="0">
                <a:pos x="747" y="262"/>
              </a:cxn>
              <a:cxn ang="0">
                <a:pos x="456" y="438"/>
              </a:cxn>
              <a:cxn ang="0">
                <a:pos x="172" y="700"/>
              </a:cxn>
              <a:cxn ang="0">
                <a:pos x="14" y="929"/>
              </a:cxn>
              <a:cxn ang="0">
                <a:pos x="349" y="978"/>
              </a:cxn>
              <a:cxn ang="0">
                <a:pos x="555" y="756"/>
              </a:cxn>
              <a:cxn ang="0">
                <a:pos x="833" y="567"/>
              </a:cxn>
              <a:cxn ang="0">
                <a:pos x="1022" y="479"/>
              </a:cxn>
              <a:cxn ang="0">
                <a:pos x="1132" y="495"/>
              </a:cxn>
              <a:cxn ang="0">
                <a:pos x="1081" y="649"/>
              </a:cxn>
              <a:cxn ang="0">
                <a:pos x="1059" y="811"/>
              </a:cxn>
              <a:cxn ang="0">
                <a:pos x="1076" y="1010"/>
              </a:cxn>
              <a:cxn ang="0">
                <a:pos x="1160" y="1241"/>
              </a:cxn>
              <a:cxn ang="0">
                <a:pos x="1305" y="1435"/>
              </a:cxn>
              <a:cxn ang="0">
                <a:pos x="1498" y="1579"/>
              </a:cxn>
              <a:cxn ang="0">
                <a:pos x="1729" y="1663"/>
              </a:cxn>
              <a:cxn ang="0">
                <a:pos x="1943" y="1679"/>
              </a:cxn>
              <a:cxn ang="0">
                <a:pos x="2188" y="1630"/>
              </a:cxn>
              <a:cxn ang="0">
                <a:pos x="2402" y="1514"/>
              </a:cxn>
              <a:cxn ang="0">
                <a:pos x="2573" y="1343"/>
              </a:cxn>
              <a:cxn ang="0">
                <a:pos x="2689" y="1128"/>
              </a:cxn>
              <a:cxn ang="0">
                <a:pos x="2738" y="883"/>
              </a:cxn>
              <a:cxn ang="0">
                <a:pos x="2732" y="725"/>
              </a:cxn>
              <a:cxn ang="0">
                <a:pos x="2693" y="562"/>
              </a:cxn>
              <a:cxn ang="0">
                <a:pos x="2624" y="414"/>
              </a:cxn>
              <a:cxn ang="0">
                <a:pos x="2829" y="487"/>
              </a:cxn>
              <a:cxn ang="0">
                <a:pos x="3047" y="596"/>
              </a:cxn>
              <a:cxn ang="0">
                <a:pos x="3314" y="791"/>
              </a:cxn>
              <a:cxn ang="0">
                <a:pos x="3507" y="1017"/>
              </a:cxn>
              <a:cxn ang="0">
                <a:pos x="1899" y="1182"/>
              </a:cxn>
              <a:cxn ang="0">
                <a:pos x="1798" y="1167"/>
              </a:cxn>
              <a:cxn ang="0">
                <a:pos x="1708" y="1124"/>
              </a:cxn>
              <a:cxn ang="0">
                <a:pos x="1635" y="1058"/>
              </a:cxn>
              <a:cxn ang="0">
                <a:pos x="1583" y="973"/>
              </a:cxn>
              <a:cxn ang="0">
                <a:pos x="1558" y="875"/>
              </a:cxn>
              <a:cxn ang="0">
                <a:pos x="1561" y="787"/>
              </a:cxn>
              <a:cxn ang="0">
                <a:pos x="1591" y="692"/>
              </a:cxn>
              <a:cxn ang="0">
                <a:pos x="1646" y="610"/>
              </a:cxn>
              <a:cxn ang="0">
                <a:pos x="1722" y="547"/>
              </a:cxn>
              <a:cxn ang="0">
                <a:pos x="1814" y="509"/>
              </a:cxn>
              <a:cxn ang="0">
                <a:pos x="1899" y="498"/>
              </a:cxn>
              <a:cxn ang="0">
                <a:pos x="2001" y="513"/>
              </a:cxn>
              <a:cxn ang="0">
                <a:pos x="2091" y="556"/>
              </a:cxn>
              <a:cxn ang="0">
                <a:pos x="2164" y="622"/>
              </a:cxn>
              <a:cxn ang="0">
                <a:pos x="2214" y="707"/>
              </a:cxn>
              <a:cxn ang="0">
                <a:pos x="2241" y="805"/>
              </a:cxn>
              <a:cxn ang="0">
                <a:pos x="2238" y="893"/>
              </a:cxn>
              <a:cxn ang="0">
                <a:pos x="2208" y="988"/>
              </a:cxn>
              <a:cxn ang="0">
                <a:pos x="2153" y="1070"/>
              </a:cxn>
              <a:cxn ang="0">
                <a:pos x="2077" y="1133"/>
              </a:cxn>
              <a:cxn ang="0">
                <a:pos x="1984" y="1171"/>
              </a:cxn>
              <a:cxn ang="0">
                <a:pos x="1899" y="1182"/>
              </a:cxn>
            </a:cxnLst>
            <a:rect l="0" t="0" r="r" b="b"/>
            <a:pathLst>
              <a:path w="3830" h="1680">
                <a:moveTo>
                  <a:pt x="3830" y="956"/>
                </a:moveTo>
                <a:lnTo>
                  <a:pt x="3830" y="956"/>
                </a:lnTo>
                <a:lnTo>
                  <a:pt x="3816" y="929"/>
                </a:lnTo>
                <a:lnTo>
                  <a:pt x="3800" y="902"/>
                </a:lnTo>
                <a:lnTo>
                  <a:pt x="3785" y="876"/>
                </a:lnTo>
                <a:lnTo>
                  <a:pt x="3769" y="850"/>
                </a:lnTo>
                <a:lnTo>
                  <a:pt x="3734" y="798"/>
                </a:lnTo>
                <a:lnTo>
                  <a:pt x="3697" y="748"/>
                </a:lnTo>
                <a:lnTo>
                  <a:pt x="3658" y="700"/>
                </a:lnTo>
                <a:lnTo>
                  <a:pt x="3616" y="652"/>
                </a:lnTo>
                <a:lnTo>
                  <a:pt x="3571" y="607"/>
                </a:lnTo>
                <a:lnTo>
                  <a:pt x="3525" y="562"/>
                </a:lnTo>
                <a:lnTo>
                  <a:pt x="3477" y="519"/>
                </a:lnTo>
                <a:lnTo>
                  <a:pt x="3427" y="477"/>
                </a:lnTo>
                <a:lnTo>
                  <a:pt x="3374" y="438"/>
                </a:lnTo>
                <a:lnTo>
                  <a:pt x="3319" y="400"/>
                </a:lnTo>
                <a:lnTo>
                  <a:pt x="3263" y="363"/>
                </a:lnTo>
                <a:lnTo>
                  <a:pt x="3204" y="327"/>
                </a:lnTo>
                <a:lnTo>
                  <a:pt x="3144" y="293"/>
                </a:lnTo>
                <a:lnTo>
                  <a:pt x="3083" y="262"/>
                </a:lnTo>
                <a:lnTo>
                  <a:pt x="3083" y="262"/>
                </a:lnTo>
                <a:lnTo>
                  <a:pt x="3020" y="231"/>
                </a:lnTo>
                <a:lnTo>
                  <a:pt x="2955" y="202"/>
                </a:lnTo>
                <a:lnTo>
                  <a:pt x="2889" y="176"/>
                </a:lnTo>
                <a:lnTo>
                  <a:pt x="2821" y="151"/>
                </a:lnTo>
                <a:lnTo>
                  <a:pt x="2752" y="127"/>
                </a:lnTo>
                <a:lnTo>
                  <a:pt x="2681" y="105"/>
                </a:lnTo>
                <a:lnTo>
                  <a:pt x="2609" y="86"/>
                </a:lnTo>
                <a:lnTo>
                  <a:pt x="2536" y="68"/>
                </a:lnTo>
                <a:lnTo>
                  <a:pt x="2462" y="53"/>
                </a:lnTo>
                <a:lnTo>
                  <a:pt x="2388" y="38"/>
                </a:lnTo>
                <a:lnTo>
                  <a:pt x="2311" y="28"/>
                </a:lnTo>
                <a:lnTo>
                  <a:pt x="2233" y="17"/>
                </a:lnTo>
                <a:lnTo>
                  <a:pt x="2156" y="10"/>
                </a:lnTo>
                <a:lnTo>
                  <a:pt x="2075" y="4"/>
                </a:lnTo>
                <a:lnTo>
                  <a:pt x="1996" y="1"/>
                </a:lnTo>
                <a:lnTo>
                  <a:pt x="1915" y="0"/>
                </a:lnTo>
                <a:lnTo>
                  <a:pt x="1915" y="0"/>
                </a:lnTo>
                <a:lnTo>
                  <a:pt x="1908" y="0"/>
                </a:lnTo>
                <a:lnTo>
                  <a:pt x="1908" y="0"/>
                </a:lnTo>
                <a:lnTo>
                  <a:pt x="1899" y="0"/>
                </a:lnTo>
                <a:lnTo>
                  <a:pt x="1899" y="0"/>
                </a:lnTo>
                <a:lnTo>
                  <a:pt x="1872" y="0"/>
                </a:lnTo>
                <a:lnTo>
                  <a:pt x="1872" y="0"/>
                </a:lnTo>
                <a:lnTo>
                  <a:pt x="1794" y="2"/>
                </a:lnTo>
                <a:lnTo>
                  <a:pt x="1718" y="7"/>
                </a:lnTo>
                <a:lnTo>
                  <a:pt x="1641" y="13"/>
                </a:lnTo>
                <a:lnTo>
                  <a:pt x="1566" y="22"/>
                </a:lnTo>
                <a:lnTo>
                  <a:pt x="1491" y="31"/>
                </a:lnTo>
                <a:lnTo>
                  <a:pt x="1418" y="43"/>
                </a:lnTo>
                <a:lnTo>
                  <a:pt x="1345" y="57"/>
                </a:lnTo>
                <a:lnTo>
                  <a:pt x="1273" y="73"/>
                </a:lnTo>
                <a:lnTo>
                  <a:pt x="1204" y="91"/>
                </a:lnTo>
                <a:lnTo>
                  <a:pt x="1135" y="110"/>
                </a:lnTo>
                <a:lnTo>
                  <a:pt x="1066" y="130"/>
                </a:lnTo>
                <a:lnTo>
                  <a:pt x="999" y="154"/>
                </a:lnTo>
                <a:lnTo>
                  <a:pt x="935" y="178"/>
                </a:lnTo>
                <a:lnTo>
                  <a:pt x="870" y="205"/>
                </a:lnTo>
                <a:lnTo>
                  <a:pt x="808" y="232"/>
                </a:lnTo>
                <a:lnTo>
                  <a:pt x="747" y="262"/>
                </a:lnTo>
                <a:lnTo>
                  <a:pt x="747" y="262"/>
                </a:lnTo>
                <a:lnTo>
                  <a:pt x="686" y="293"/>
                </a:lnTo>
                <a:lnTo>
                  <a:pt x="626" y="327"/>
                </a:lnTo>
                <a:lnTo>
                  <a:pt x="567" y="363"/>
                </a:lnTo>
                <a:lnTo>
                  <a:pt x="511" y="400"/>
                </a:lnTo>
                <a:lnTo>
                  <a:pt x="456" y="438"/>
                </a:lnTo>
                <a:lnTo>
                  <a:pt x="403" y="477"/>
                </a:lnTo>
                <a:lnTo>
                  <a:pt x="353" y="519"/>
                </a:lnTo>
                <a:lnTo>
                  <a:pt x="305" y="562"/>
                </a:lnTo>
                <a:lnTo>
                  <a:pt x="259" y="607"/>
                </a:lnTo>
                <a:lnTo>
                  <a:pt x="214" y="652"/>
                </a:lnTo>
                <a:lnTo>
                  <a:pt x="172" y="700"/>
                </a:lnTo>
                <a:lnTo>
                  <a:pt x="133" y="748"/>
                </a:lnTo>
                <a:lnTo>
                  <a:pt x="96" y="798"/>
                </a:lnTo>
                <a:lnTo>
                  <a:pt x="61" y="850"/>
                </a:lnTo>
                <a:lnTo>
                  <a:pt x="45" y="876"/>
                </a:lnTo>
                <a:lnTo>
                  <a:pt x="30" y="902"/>
                </a:lnTo>
                <a:lnTo>
                  <a:pt x="14" y="929"/>
                </a:lnTo>
                <a:lnTo>
                  <a:pt x="0" y="956"/>
                </a:lnTo>
                <a:lnTo>
                  <a:pt x="278" y="1097"/>
                </a:lnTo>
                <a:lnTo>
                  <a:pt x="278" y="1097"/>
                </a:lnTo>
                <a:lnTo>
                  <a:pt x="299" y="1057"/>
                </a:lnTo>
                <a:lnTo>
                  <a:pt x="323" y="1017"/>
                </a:lnTo>
                <a:lnTo>
                  <a:pt x="349" y="978"/>
                </a:lnTo>
                <a:lnTo>
                  <a:pt x="379" y="939"/>
                </a:lnTo>
                <a:lnTo>
                  <a:pt x="409" y="901"/>
                </a:lnTo>
                <a:lnTo>
                  <a:pt x="443" y="864"/>
                </a:lnTo>
                <a:lnTo>
                  <a:pt x="479" y="827"/>
                </a:lnTo>
                <a:lnTo>
                  <a:pt x="516" y="791"/>
                </a:lnTo>
                <a:lnTo>
                  <a:pt x="555" y="756"/>
                </a:lnTo>
                <a:lnTo>
                  <a:pt x="597" y="722"/>
                </a:lnTo>
                <a:lnTo>
                  <a:pt x="640" y="689"/>
                </a:lnTo>
                <a:lnTo>
                  <a:pt x="686" y="657"/>
                </a:lnTo>
                <a:lnTo>
                  <a:pt x="732" y="626"/>
                </a:lnTo>
                <a:lnTo>
                  <a:pt x="783" y="596"/>
                </a:lnTo>
                <a:lnTo>
                  <a:pt x="833" y="567"/>
                </a:lnTo>
                <a:lnTo>
                  <a:pt x="886" y="540"/>
                </a:lnTo>
                <a:lnTo>
                  <a:pt x="886" y="540"/>
                </a:lnTo>
                <a:lnTo>
                  <a:pt x="919" y="524"/>
                </a:lnTo>
                <a:lnTo>
                  <a:pt x="953" y="509"/>
                </a:lnTo>
                <a:lnTo>
                  <a:pt x="987" y="493"/>
                </a:lnTo>
                <a:lnTo>
                  <a:pt x="1022" y="479"/>
                </a:lnTo>
                <a:lnTo>
                  <a:pt x="1094" y="451"/>
                </a:lnTo>
                <a:lnTo>
                  <a:pt x="1168" y="425"/>
                </a:lnTo>
                <a:lnTo>
                  <a:pt x="1168" y="425"/>
                </a:lnTo>
                <a:lnTo>
                  <a:pt x="1156" y="449"/>
                </a:lnTo>
                <a:lnTo>
                  <a:pt x="1144" y="471"/>
                </a:lnTo>
                <a:lnTo>
                  <a:pt x="1132" y="495"/>
                </a:lnTo>
                <a:lnTo>
                  <a:pt x="1121" y="521"/>
                </a:lnTo>
                <a:lnTo>
                  <a:pt x="1112" y="546"/>
                </a:lnTo>
                <a:lnTo>
                  <a:pt x="1104" y="571"/>
                </a:lnTo>
                <a:lnTo>
                  <a:pt x="1095" y="596"/>
                </a:lnTo>
                <a:lnTo>
                  <a:pt x="1088" y="622"/>
                </a:lnTo>
                <a:lnTo>
                  <a:pt x="1081" y="649"/>
                </a:lnTo>
                <a:lnTo>
                  <a:pt x="1075" y="675"/>
                </a:lnTo>
                <a:lnTo>
                  <a:pt x="1070" y="701"/>
                </a:lnTo>
                <a:lnTo>
                  <a:pt x="1066" y="729"/>
                </a:lnTo>
                <a:lnTo>
                  <a:pt x="1063" y="756"/>
                </a:lnTo>
                <a:lnTo>
                  <a:pt x="1060" y="784"/>
                </a:lnTo>
                <a:lnTo>
                  <a:pt x="1059" y="811"/>
                </a:lnTo>
                <a:lnTo>
                  <a:pt x="1059" y="840"/>
                </a:lnTo>
                <a:lnTo>
                  <a:pt x="1059" y="840"/>
                </a:lnTo>
                <a:lnTo>
                  <a:pt x="1060" y="883"/>
                </a:lnTo>
                <a:lnTo>
                  <a:pt x="1063" y="926"/>
                </a:lnTo>
                <a:lnTo>
                  <a:pt x="1069" y="968"/>
                </a:lnTo>
                <a:lnTo>
                  <a:pt x="1076" y="1010"/>
                </a:lnTo>
                <a:lnTo>
                  <a:pt x="1086" y="1051"/>
                </a:lnTo>
                <a:lnTo>
                  <a:pt x="1096" y="1090"/>
                </a:lnTo>
                <a:lnTo>
                  <a:pt x="1110" y="1128"/>
                </a:lnTo>
                <a:lnTo>
                  <a:pt x="1125" y="1167"/>
                </a:lnTo>
                <a:lnTo>
                  <a:pt x="1142" y="1204"/>
                </a:lnTo>
                <a:lnTo>
                  <a:pt x="1160" y="1241"/>
                </a:lnTo>
                <a:lnTo>
                  <a:pt x="1180" y="1276"/>
                </a:lnTo>
                <a:lnTo>
                  <a:pt x="1203" y="1310"/>
                </a:lnTo>
                <a:lnTo>
                  <a:pt x="1226" y="1343"/>
                </a:lnTo>
                <a:lnTo>
                  <a:pt x="1251" y="1375"/>
                </a:lnTo>
                <a:lnTo>
                  <a:pt x="1277" y="1405"/>
                </a:lnTo>
                <a:lnTo>
                  <a:pt x="1305" y="1435"/>
                </a:lnTo>
                <a:lnTo>
                  <a:pt x="1335" y="1462"/>
                </a:lnTo>
                <a:lnTo>
                  <a:pt x="1364" y="1489"/>
                </a:lnTo>
                <a:lnTo>
                  <a:pt x="1397" y="1514"/>
                </a:lnTo>
                <a:lnTo>
                  <a:pt x="1429" y="1536"/>
                </a:lnTo>
                <a:lnTo>
                  <a:pt x="1464" y="1559"/>
                </a:lnTo>
                <a:lnTo>
                  <a:pt x="1498" y="1579"/>
                </a:lnTo>
                <a:lnTo>
                  <a:pt x="1534" y="1597"/>
                </a:lnTo>
                <a:lnTo>
                  <a:pt x="1573" y="1614"/>
                </a:lnTo>
                <a:lnTo>
                  <a:pt x="1610" y="1630"/>
                </a:lnTo>
                <a:lnTo>
                  <a:pt x="1649" y="1643"/>
                </a:lnTo>
                <a:lnTo>
                  <a:pt x="1689" y="1654"/>
                </a:lnTo>
                <a:lnTo>
                  <a:pt x="1729" y="1663"/>
                </a:lnTo>
                <a:lnTo>
                  <a:pt x="1771" y="1670"/>
                </a:lnTo>
                <a:lnTo>
                  <a:pt x="1813" y="1676"/>
                </a:lnTo>
                <a:lnTo>
                  <a:pt x="1856" y="1679"/>
                </a:lnTo>
                <a:lnTo>
                  <a:pt x="1899" y="1680"/>
                </a:lnTo>
                <a:lnTo>
                  <a:pt x="1899" y="1680"/>
                </a:lnTo>
                <a:lnTo>
                  <a:pt x="1943" y="1679"/>
                </a:lnTo>
                <a:lnTo>
                  <a:pt x="1986" y="1676"/>
                </a:lnTo>
                <a:lnTo>
                  <a:pt x="2028" y="1670"/>
                </a:lnTo>
                <a:lnTo>
                  <a:pt x="2069" y="1663"/>
                </a:lnTo>
                <a:lnTo>
                  <a:pt x="2110" y="1654"/>
                </a:lnTo>
                <a:lnTo>
                  <a:pt x="2150" y="1643"/>
                </a:lnTo>
                <a:lnTo>
                  <a:pt x="2188" y="1630"/>
                </a:lnTo>
                <a:lnTo>
                  <a:pt x="2226" y="1614"/>
                </a:lnTo>
                <a:lnTo>
                  <a:pt x="2263" y="1597"/>
                </a:lnTo>
                <a:lnTo>
                  <a:pt x="2300" y="1579"/>
                </a:lnTo>
                <a:lnTo>
                  <a:pt x="2335" y="1559"/>
                </a:lnTo>
                <a:lnTo>
                  <a:pt x="2370" y="1536"/>
                </a:lnTo>
                <a:lnTo>
                  <a:pt x="2402" y="1514"/>
                </a:lnTo>
                <a:lnTo>
                  <a:pt x="2434" y="1489"/>
                </a:lnTo>
                <a:lnTo>
                  <a:pt x="2464" y="1462"/>
                </a:lnTo>
                <a:lnTo>
                  <a:pt x="2494" y="1435"/>
                </a:lnTo>
                <a:lnTo>
                  <a:pt x="2522" y="1405"/>
                </a:lnTo>
                <a:lnTo>
                  <a:pt x="2548" y="1375"/>
                </a:lnTo>
                <a:lnTo>
                  <a:pt x="2573" y="1343"/>
                </a:lnTo>
                <a:lnTo>
                  <a:pt x="2596" y="1310"/>
                </a:lnTo>
                <a:lnTo>
                  <a:pt x="2619" y="1276"/>
                </a:lnTo>
                <a:lnTo>
                  <a:pt x="2639" y="1241"/>
                </a:lnTo>
                <a:lnTo>
                  <a:pt x="2657" y="1204"/>
                </a:lnTo>
                <a:lnTo>
                  <a:pt x="2674" y="1167"/>
                </a:lnTo>
                <a:lnTo>
                  <a:pt x="2689" y="1128"/>
                </a:lnTo>
                <a:lnTo>
                  <a:pt x="2703" y="1090"/>
                </a:lnTo>
                <a:lnTo>
                  <a:pt x="2713" y="1051"/>
                </a:lnTo>
                <a:lnTo>
                  <a:pt x="2723" y="1010"/>
                </a:lnTo>
                <a:lnTo>
                  <a:pt x="2730" y="968"/>
                </a:lnTo>
                <a:lnTo>
                  <a:pt x="2736" y="926"/>
                </a:lnTo>
                <a:lnTo>
                  <a:pt x="2738" y="883"/>
                </a:lnTo>
                <a:lnTo>
                  <a:pt x="2740" y="840"/>
                </a:lnTo>
                <a:lnTo>
                  <a:pt x="2740" y="840"/>
                </a:lnTo>
                <a:lnTo>
                  <a:pt x="2740" y="811"/>
                </a:lnTo>
                <a:lnTo>
                  <a:pt x="2738" y="783"/>
                </a:lnTo>
                <a:lnTo>
                  <a:pt x="2736" y="754"/>
                </a:lnTo>
                <a:lnTo>
                  <a:pt x="2732" y="725"/>
                </a:lnTo>
                <a:lnTo>
                  <a:pt x="2728" y="698"/>
                </a:lnTo>
                <a:lnTo>
                  <a:pt x="2723" y="670"/>
                </a:lnTo>
                <a:lnTo>
                  <a:pt x="2717" y="643"/>
                </a:lnTo>
                <a:lnTo>
                  <a:pt x="2710" y="615"/>
                </a:lnTo>
                <a:lnTo>
                  <a:pt x="2701" y="589"/>
                </a:lnTo>
                <a:lnTo>
                  <a:pt x="2693" y="562"/>
                </a:lnTo>
                <a:lnTo>
                  <a:pt x="2683" y="536"/>
                </a:lnTo>
                <a:lnTo>
                  <a:pt x="2673" y="511"/>
                </a:lnTo>
                <a:lnTo>
                  <a:pt x="2662" y="486"/>
                </a:lnTo>
                <a:lnTo>
                  <a:pt x="2650" y="462"/>
                </a:lnTo>
                <a:lnTo>
                  <a:pt x="2637" y="437"/>
                </a:lnTo>
                <a:lnTo>
                  <a:pt x="2624" y="414"/>
                </a:lnTo>
                <a:lnTo>
                  <a:pt x="2624" y="414"/>
                </a:lnTo>
                <a:lnTo>
                  <a:pt x="2667" y="427"/>
                </a:lnTo>
                <a:lnTo>
                  <a:pt x="2709" y="440"/>
                </a:lnTo>
                <a:lnTo>
                  <a:pt x="2749" y="456"/>
                </a:lnTo>
                <a:lnTo>
                  <a:pt x="2790" y="471"/>
                </a:lnTo>
                <a:lnTo>
                  <a:pt x="2829" y="487"/>
                </a:lnTo>
                <a:lnTo>
                  <a:pt x="2868" y="504"/>
                </a:lnTo>
                <a:lnTo>
                  <a:pt x="2906" y="522"/>
                </a:lnTo>
                <a:lnTo>
                  <a:pt x="2944" y="540"/>
                </a:lnTo>
                <a:lnTo>
                  <a:pt x="2944" y="540"/>
                </a:lnTo>
                <a:lnTo>
                  <a:pt x="2997" y="567"/>
                </a:lnTo>
                <a:lnTo>
                  <a:pt x="3047" y="596"/>
                </a:lnTo>
                <a:lnTo>
                  <a:pt x="3096" y="626"/>
                </a:lnTo>
                <a:lnTo>
                  <a:pt x="3144" y="657"/>
                </a:lnTo>
                <a:lnTo>
                  <a:pt x="3190" y="689"/>
                </a:lnTo>
                <a:lnTo>
                  <a:pt x="3233" y="722"/>
                </a:lnTo>
                <a:lnTo>
                  <a:pt x="3275" y="756"/>
                </a:lnTo>
                <a:lnTo>
                  <a:pt x="3314" y="791"/>
                </a:lnTo>
                <a:lnTo>
                  <a:pt x="3351" y="827"/>
                </a:lnTo>
                <a:lnTo>
                  <a:pt x="3387" y="864"/>
                </a:lnTo>
                <a:lnTo>
                  <a:pt x="3421" y="901"/>
                </a:lnTo>
                <a:lnTo>
                  <a:pt x="3451" y="939"/>
                </a:lnTo>
                <a:lnTo>
                  <a:pt x="3479" y="978"/>
                </a:lnTo>
                <a:lnTo>
                  <a:pt x="3507" y="1017"/>
                </a:lnTo>
                <a:lnTo>
                  <a:pt x="3531" y="1057"/>
                </a:lnTo>
                <a:lnTo>
                  <a:pt x="3552" y="1097"/>
                </a:lnTo>
                <a:lnTo>
                  <a:pt x="3830" y="956"/>
                </a:lnTo>
                <a:lnTo>
                  <a:pt x="3830" y="956"/>
                </a:lnTo>
                <a:close/>
                <a:moveTo>
                  <a:pt x="1899" y="1182"/>
                </a:moveTo>
                <a:lnTo>
                  <a:pt x="1899" y="1182"/>
                </a:lnTo>
                <a:lnTo>
                  <a:pt x="1881" y="1182"/>
                </a:lnTo>
                <a:lnTo>
                  <a:pt x="1865" y="1181"/>
                </a:lnTo>
                <a:lnTo>
                  <a:pt x="1847" y="1179"/>
                </a:lnTo>
                <a:lnTo>
                  <a:pt x="1830" y="1175"/>
                </a:lnTo>
                <a:lnTo>
                  <a:pt x="1814" y="1171"/>
                </a:lnTo>
                <a:lnTo>
                  <a:pt x="1798" y="1167"/>
                </a:lnTo>
                <a:lnTo>
                  <a:pt x="1782" y="1162"/>
                </a:lnTo>
                <a:lnTo>
                  <a:pt x="1767" y="1156"/>
                </a:lnTo>
                <a:lnTo>
                  <a:pt x="1751" y="1149"/>
                </a:lnTo>
                <a:lnTo>
                  <a:pt x="1737" y="1140"/>
                </a:lnTo>
                <a:lnTo>
                  <a:pt x="1722" y="1133"/>
                </a:lnTo>
                <a:lnTo>
                  <a:pt x="1708" y="1124"/>
                </a:lnTo>
                <a:lnTo>
                  <a:pt x="1695" y="1114"/>
                </a:lnTo>
                <a:lnTo>
                  <a:pt x="1682" y="1104"/>
                </a:lnTo>
                <a:lnTo>
                  <a:pt x="1670" y="1094"/>
                </a:lnTo>
                <a:lnTo>
                  <a:pt x="1658" y="1082"/>
                </a:lnTo>
                <a:lnTo>
                  <a:pt x="1646" y="1070"/>
                </a:lnTo>
                <a:lnTo>
                  <a:pt x="1635" y="1058"/>
                </a:lnTo>
                <a:lnTo>
                  <a:pt x="1625" y="1045"/>
                </a:lnTo>
                <a:lnTo>
                  <a:pt x="1616" y="1031"/>
                </a:lnTo>
                <a:lnTo>
                  <a:pt x="1606" y="1017"/>
                </a:lnTo>
                <a:lnTo>
                  <a:pt x="1599" y="1003"/>
                </a:lnTo>
                <a:lnTo>
                  <a:pt x="1591" y="988"/>
                </a:lnTo>
                <a:lnTo>
                  <a:pt x="1583" y="973"/>
                </a:lnTo>
                <a:lnTo>
                  <a:pt x="1577" y="957"/>
                </a:lnTo>
                <a:lnTo>
                  <a:pt x="1573" y="942"/>
                </a:lnTo>
                <a:lnTo>
                  <a:pt x="1568" y="925"/>
                </a:lnTo>
                <a:lnTo>
                  <a:pt x="1564" y="909"/>
                </a:lnTo>
                <a:lnTo>
                  <a:pt x="1561" y="893"/>
                </a:lnTo>
                <a:lnTo>
                  <a:pt x="1558" y="875"/>
                </a:lnTo>
                <a:lnTo>
                  <a:pt x="1557" y="858"/>
                </a:lnTo>
                <a:lnTo>
                  <a:pt x="1557" y="840"/>
                </a:lnTo>
                <a:lnTo>
                  <a:pt x="1557" y="840"/>
                </a:lnTo>
                <a:lnTo>
                  <a:pt x="1557" y="822"/>
                </a:lnTo>
                <a:lnTo>
                  <a:pt x="1558" y="805"/>
                </a:lnTo>
                <a:lnTo>
                  <a:pt x="1561" y="787"/>
                </a:lnTo>
                <a:lnTo>
                  <a:pt x="1564" y="771"/>
                </a:lnTo>
                <a:lnTo>
                  <a:pt x="1568" y="755"/>
                </a:lnTo>
                <a:lnTo>
                  <a:pt x="1573" y="738"/>
                </a:lnTo>
                <a:lnTo>
                  <a:pt x="1577" y="723"/>
                </a:lnTo>
                <a:lnTo>
                  <a:pt x="1583" y="707"/>
                </a:lnTo>
                <a:lnTo>
                  <a:pt x="1591" y="692"/>
                </a:lnTo>
                <a:lnTo>
                  <a:pt x="1599" y="677"/>
                </a:lnTo>
                <a:lnTo>
                  <a:pt x="1606" y="663"/>
                </a:lnTo>
                <a:lnTo>
                  <a:pt x="1616" y="649"/>
                </a:lnTo>
                <a:lnTo>
                  <a:pt x="1625" y="635"/>
                </a:lnTo>
                <a:lnTo>
                  <a:pt x="1635" y="622"/>
                </a:lnTo>
                <a:lnTo>
                  <a:pt x="1646" y="610"/>
                </a:lnTo>
                <a:lnTo>
                  <a:pt x="1658" y="598"/>
                </a:lnTo>
                <a:lnTo>
                  <a:pt x="1670" y="586"/>
                </a:lnTo>
                <a:lnTo>
                  <a:pt x="1682" y="576"/>
                </a:lnTo>
                <a:lnTo>
                  <a:pt x="1695" y="566"/>
                </a:lnTo>
                <a:lnTo>
                  <a:pt x="1708" y="556"/>
                </a:lnTo>
                <a:lnTo>
                  <a:pt x="1722" y="547"/>
                </a:lnTo>
                <a:lnTo>
                  <a:pt x="1737" y="540"/>
                </a:lnTo>
                <a:lnTo>
                  <a:pt x="1751" y="531"/>
                </a:lnTo>
                <a:lnTo>
                  <a:pt x="1767" y="524"/>
                </a:lnTo>
                <a:lnTo>
                  <a:pt x="1782" y="518"/>
                </a:lnTo>
                <a:lnTo>
                  <a:pt x="1798" y="513"/>
                </a:lnTo>
                <a:lnTo>
                  <a:pt x="1814" y="509"/>
                </a:lnTo>
                <a:lnTo>
                  <a:pt x="1830" y="505"/>
                </a:lnTo>
                <a:lnTo>
                  <a:pt x="1847" y="501"/>
                </a:lnTo>
                <a:lnTo>
                  <a:pt x="1865" y="499"/>
                </a:lnTo>
                <a:lnTo>
                  <a:pt x="1881" y="498"/>
                </a:lnTo>
                <a:lnTo>
                  <a:pt x="1899" y="498"/>
                </a:lnTo>
                <a:lnTo>
                  <a:pt x="1899" y="498"/>
                </a:lnTo>
                <a:lnTo>
                  <a:pt x="1917" y="498"/>
                </a:lnTo>
                <a:lnTo>
                  <a:pt x="1934" y="499"/>
                </a:lnTo>
                <a:lnTo>
                  <a:pt x="1952" y="501"/>
                </a:lnTo>
                <a:lnTo>
                  <a:pt x="1969" y="505"/>
                </a:lnTo>
                <a:lnTo>
                  <a:pt x="1984" y="509"/>
                </a:lnTo>
                <a:lnTo>
                  <a:pt x="2001" y="513"/>
                </a:lnTo>
                <a:lnTo>
                  <a:pt x="2017" y="518"/>
                </a:lnTo>
                <a:lnTo>
                  <a:pt x="2032" y="524"/>
                </a:lnTo>
                <a:lnTo>
                  <a:pt x="2048" y="531"/>
                </a:lnTo>
                <a:lnTo>
                  <a:pt x="2062" y="540"/>
                </a:lnTo>
                <a:lnTo>
                  <a:pt x="2077" y="547"/>
                </a:lnTo>
                <a:lnTo>
                  <a:pt x="2091" y="556"/>
                </a:lnTo>
                <a:lnTo>
                  <a:pt x="2104" y="566"/>
                </a:lnTo>
                <a:lnTo>
                  <a:pt x="2117" y="576"/>
                </a:lnTo>
                <a:lnTo>
                  <a:pt x="2129" y="586"/>
                </a:lnTo>
                <a:lnTo>
                  <a:pt x="2141" y="598"/>
                </a:lnTo>
                <a:lnTo>
                  <a:pt x="2153" y="610"/>
                </a:lnTo>
                <a:lnTo>
                  <a:pt x="2164" y="622"/>
                </a:lnTo>
                <a:lnTo>
                  <a:pt x="2174" y="635"/>
                </a:lnTo>
                <a:lnTo>
                  <a:pt x="2183" y="649"/>
                </a:lnTo>
                <a:lnTo>
                  <a:pt x="2193" y="663"/>
                </a:lnTo>
                <a:lnTo>
                  <a:pt x="2200" y="677"/>
                </a:lnTo>
                <a:lnTo>
                  <a:pt x="2208" y="692"/>
                </a:lnTo>
                <a:lnTo>
                  <a:pt x="2214" y="707"/>
                </a:lnTo>
                <a:lnTo>
                  <a:pt x="2221" y="723"/>
                </a:lnTo>
                <a:lnTo>
                  <a:pt x="2226" y="738"/>
                </a:lnTo>
                <a:lnTo>
                  <a:pt x="2231" y="755"/>
                </a:lnTo>
                <a:lnTo>
                  <a:pt x="2235" y="771"/>
                </a:lnTo>
                <a:lnTo>
                  <a:pt x="2238" y="787"/>
                </a:lnTo>
                <a:lnTo>
                  <a:pt x="2241" y="805"/>
                </a:lnTo>
                <a:lnTo>
                  <a:pt x="2242" y="822"/>
                </a:lnTo>
                <a:lnTo>
                  <a:pt x="2242" y="840"/>
                </a:lnTo>
                <a:lnTo>
                  <a:pt x="2242" y="840"/>
                </a:lnTo>
                <a:lnTo>
                  <a:pt x="2242" y="858"/>
                </a:lnTo>
                <a:lnTo>
                  <a:pt x="2241" y="875"/>
                </a:lnTo>
                <a:lnTo>
                  <a:pt x="2238" y="893"/>
                </a:lnTo>
                <a:lnTo>
                  <a:pt x="2235" y="909"/>
                </a:lnTo>
                <a:lnTo>
                  <a:pt x="2231" y="925"/>
                </a:lnTo>
                <a:lnTo>
                  <a:pt x="2226" y="942"/>
                </a:lnTo>
                <a:lnTo>
                  <a:pt x="2221" y="957"/>
                </a:lnTo>
                <a:lnTo>
                  <a:pt x="2214" y="973"/>
                </a:lnTo>
                <a:lnTo>
                  <a:pt x="2208" y="988"/>
                </a:lnTo>
                <a:lnTo>
                  <a:pt x="2200" y="1003"/>
                </a:lnTo>
                <a:lnTo>
                  <a:pt x="2193" y="1017"/>
                </a:lnTo>
                <a:lnTo>
                  <a:pt x="2183" y="1031"/>
                </a:lnTo>
                <a:lnTo>
                  <a:pt x="2174" y="1045"/>
                </a:lnTo>
                <a:lnTo>
                  <a:pt x="2164" y="1058"/>
                </a:lnTo>
                <a:lnTo>
                  <a:pt x="2153" y="1070"/>
                </a:lnTo>
                <a:lnTo>
                  <a:pt x="2141" y="1082"/>
                </a:lnTo>
                <a:lnTo>
                  <a:pt x="2129" y="1094"/>
                </a:lnTo>
                <a:lnTo>
                  <a:pt x="2117" y="1104"/>
                </a:lnTo>
                <a:lnTo>
                  <a:pt x="2104" y="1114"/>
                </a:lnTo>
                <a:lnTo>
                  <a:pt x="2091" y="1124"/>
                </a:lnTo>
                <a:lnTo>
                  <a:pt x="2077" y="1133"/>
                </a:lnTo>
                <a:lnTo>
                  <a:pt x="2062" y="1140"/>
                </a:lnTo>
                <a:lnTo>
                  <a:pt x="2048" y="1149"/>
                </a:lnTo>
                <a:lnTo>
                  <a:pt x="2032" y="1156"/>
                </a:lnTo>
                <a:lnTo>
                  <a:pt x="2017" y="1162"/>
                </a:lnTo>
                <a:lnTo>
                  <a:pt x="2001" y="1167"/>
                </a:lnTo>
                <a:lnTo>
                  <a:pt x="1984" y="1171"/>
                </a:lnTo>
                <a:lnTo>
                  <a:pt x="1969" y="1175"/>
                </a:lnTo>
                <a:lnTo>
                  <a:pt x="1952" y="1179"/>
                </a:lnTo>
                <a:lnTo>
                  <a:pt x="1934" y="1181"/>
                </a:lnTo>
                <a:lnTo>
                  <a:pt x="1917" y="1182"/>
                </a:lnTo>
                <a:lnTo>
                  <a:pt x="1899" y="1182"/>
                </a:lnTo>
                <a:lnTo>
                  <a:pt x="1899" y="1182"/>
                </a:lnTo>
                <a:close/>
              </a:path>
            </a:pathLst>
          </a:custGeom>
          <a:noFill/>
          <a:ln w="9525">
            <a:solidFill>
              <a:srgbClr val="FFFFFF"/>
            </a:solidFill>
            <a:round/>
            <a:headEnd/>
            <a:tailEnd/>
          </a:ln>
          <a:effectLst/>
        </p:spPr>
        <p:txBody>
          <a:bodyPr vert="horz" wrap="square" lIns="91440" tIns="45720" rIns="91440" bIns="45720" numCol="1" anchor="t" anchorCtr="0" compatLnSpc="1">
            <a:prstTxWarp prst="textNoShape">
              <a:avLst/>
            </a:prstTxWarp>
          </a:bodyPr>
          <a:lstStyle/>
          <a:p>
            <a:endParaRPr lang="en-US" sz="1600" dirty="0"/>
          </a:p>
        </p:txBody>
      </p:sp>
      <p:sp>
        <p:nvSpPr>
          <p:cNvPr id="211" name="Rectangle 70"/>
          <p:cNvSpPr>
            <a:spLocks noChangeArrowheads="1"/>
          </p:cNvSpPr>
          <p:nvPr/>
        </p:nvSpPr>
        <p:spPr bwMode="auto">
          <a:xfrm>
            <a:off x="4191000" y="1752600"/>
            <a:ext cx="2133600" cy="714022"/>
          </a:xfrm>
          <a:prstGeom prst="rect">
            <a:avLst/>
          </a:prstGeom>
          <a:noFill/>
          <a:ln w="9525">
            <a:noFill/>
            <a:miter lim="800000"/>
            <a:headEnd/>
            <a:tailEnd/>
          </a:ln>
        </p:spPr>
        <p:txBody>
          <a:bodyPr lIns="45720" tIns="18288" rIns="27432" bIns="18288"/>
          <a:lstStyle/>
          <a:p>
            <a:pPr>
              <a:lnSpc>
                <a:spcPct val="85000"/>
              </a:lnSpc>
              <a:spcBef>
                <a:spcPts val="200"/>
              </a:spcBef>
            </a:pPr>
            <a:r>
              <a:rPr lang="en-US" sz="3600" b="1" dirty="0">
                <a:solidFill>
                  <a:srgbClr val="288F93"/>
                </a:solidFill>
                <a:latin typeface="Arial"/>
                <a:cs typeface="Arial"/>
              </a:rPr>
              <a:t>44</a:t>
            </a:r>
          </a:p>
          <a:p>
            <a:pPr>
              <a:lnSpc>
                <a:spcPct val="85000"/>
              </a:lnSpc>
              <a:spcBef>
                <a:spcPts val="200"/>
              </a:spcBef>
            </a:pPr>
            <a:r>
              <a:rPr lang="en-US" sz="1200" dirty="0" err="1">
                <a:solidFill>
                  <a:srgbClr val="6C6C6C"/>
                </a:solidFill>
                <a:latin typeface="Arial"/>
                <a:cs typeface="Arial"/>
              </a:rPr>
              <a:t>Github</a:t>
            </a:r>
            <a:r>
              <a:rPr lang="en-US" sz="1200" dirty="0">
                <a:solidFill>
                  <a:srgbClr val="6C6C6C"/>
                </a:solidFill>
                <a:latin typeface="Arial"/>
                <a:cs typeface="Arial"/>
              </a:rPr>
              <a:t> repos</a:t>
            </a:r>
          </a:p>
        </p:txBody>
      </p:sp>
      <p:sp>
        <p:nvSpPr>
          <p:cNvPr id="144" name="Oval 143">
            <a:extLst>
              <a:ext uri="{C183D7F6-B498-43B3-948B-1728B52AA6E4}">
                <adec:decorative xmlns:adec="http://schemas.microsoft.com/office/drawing/2017/decorative" val="1"/>
              </a:ext>
            </a:extLst>
          </p:cNvPr>
          <p:cNvSpPr>
            <a:spLocks noChangeAspect="1"/>
          </p:cNvSpPr>
          <p:nvPr/>
        </p:nvSpPr>
        <p:spPr>
          <a:xfrm rot="16200000">
            <a:off x="4121687" y="2727945"/>
            <a:ext cx="836746" cy="836744"/>
          </a:xfrm>
          <a:prstGeom prst="ellipse">
            <a:avLst/>
          </a:prstGeom>
          <a:gradFill flip="none" rotWithShape="1">
            <a:gsLst>
              <a:gs pos="0">
                <a:srgbClr val="2CBCC8"/>
              </a:gs>
              <a:gs pos="100000">
                <a:srgbClr val="288889"/>
              </a:gs>
            </a:gsLst>
            <a:lin ang="2700000" scaled="1"/>
            <a:tileRect/>
          </a:gradFill>
          <a:ln w="12700">
            <a:noFill/>
            <a:miter lim="800000"/>
            <a:headEnd/>
            <a:tailEnd/>
          </a:ln>
          <a:effectLst/>
        </p:spPr>
        <p:txBody>
          <a:bodyPr lIns="18288" tIns="18288" rIns="18288" bIns="18288" anchor="ctr" anchorCtr="1"/>
          <a:lstStyle/>
          <a:p>
            <a:pPr algn="ctr">
              <a:lnSpc>
                <a:spcPct val="85000"/>
              </a:lnSpc>
              <a:spcBef>
                <a:spcPts val="20"/>
              </a:spcBef>
            </a:pPr>
            <a:endParaRPr lang="en-US" sz="1600" dirty="0">
              <a:solidFill>
                <a:srgbClr val="FFFFFF"/>
              </a:solidFill>
              <a:latin typeface="Arial Narrow" pitchFamily="112" charset="0"/>
            </a:endParaRPr>
          </a:p>
        </p:txBody>
      </p:sp>
      <p:grpSp>
        <p:nvGrpSpPr>
          <p:cNvPr id="145" name="Group 144">
            <a:extLst>
              <a:ext uri="{C183D7F6-B498-43B3-948B-1728B52AA6E4}">
                <adec:decorative xmlns:adec="http://schemas.microsoft.com/office/drawing/2017/decorative" val="1"/>
              </a:ext>
            </a:extLst>
          </p:cNvPr>
          <p:cNvGrpSpPr/>
          <p:nvPr/>
        </p:nvGrpSpPr>
        <p:grpSpPr>
          <a:xfrm rot="16200000">
            <a:off x="4370489" y="2740017"/>
            <a:ext cx="329085" cy="640253"/>
            <a:chOff x="2608038" y="5041507"/>
            <a:chExt cx="554039" cy="1077911"/>
          </a:xfrm>
          <a:noFill/>
        </p:grpSpPr>
        <p:sp>
          <p:nvSpPr>
            <p:cNvPr id="190" name="Freeform 24"/>
            <p:cNvSpPr>
              <a:spLocks/>
            </p:cNvSpPr>
            <p:nvPr/>
          </p:nvSpPr>
          <p:spPr bwMode="auto">
            <a:xfrm rot="5400000">
              <a:off x="2346102" y="5303443"/>
              <a:ext cx="1077911" cy="554039"/>
            </a:xfrm>
            <a:custGeom>
              <a:avLst/>
              <a:gdLst>
                <a:gd name="T0" fmla="*/ 185 w 185"/>
                <a:gd name="T1" fmla="*/ 89 h 95"/>
                <a:gd name="T2" fmla="*/ 157 w 185"/>
                <a:gd name="T3" fmla="*/ 26 h 95"/>
                <a:gd name="T4" fmla="*/ 93 w 185"/>
                <a:gd name="T5" fmla="*/ 0 h 95"/>
                <a:gd name="T6" fmla="*/ 29 w 185"/>
                <a:gd name="T7" fmla="*/ 26 h 95"/>
                <a:gd name="T8" fmla="*/ 1 w 185"/>
                <a:gd name="T9" fmla="*/ 89 h 95"/>
                <a:gd name="T10" fmla="*/ 0 w 185"/>
                <a:gd name="T11" fmla="*/ 94 h 95"/>
                <a:gd name="T12" fmla="*/ 20 w 185"/>
                <a:gd name="T13" fmla="*/ 95 h 95"/>
                <a:gd name="T14" fmla="*/ 20 w 185"/>
                <a:gd name="T15" fmla="*/ 90 h 95"/>
                <a:gd name="T16" fmla="*/ 93 w 185"/>
                <a:gd name="T17" fmla="*/ 20 h 95"/>
                <a:gd name="T18" fmla="*/ 166 w 185"/>
                <a:gd name="T19" fmla="*/ 90 h 95"/>
                <a:gd name="T20" fmla="*/ 166 w 185"/>
                <a:gd name="T21" fmla="*/ 95 h 95"/>
                <a:gd name="T22" fmla="*/ 185 w 185"/>
                <a:gd name="T23" fmla="*/ 94 h 95"/>
                <a:gd name="T24" fmla="*/ 185 w 185"/>
                <a:gd name="T25" fmla="*/ 8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5" h="95">
                  <a:moveTo>
                    <a:pt x="185" y="89"/>
                  </a:moveTo>
                  <a:cubicBezTo>
                    <a:pt x="184" y="65"/>
                    <a:pt x="174" y="43"/>
                    <a:pt x="157" y="26"/>
                  </a:cubicBezTo>
                  <a:cubicBezTo>
                    <a:pt x="140" y="9"/>
                    <a:pt x="117" y="0"/>
                    <a:pt x="93" y="0"/>
                  </a:cubicBezTo>
                  <a:cubicBezTo>
                    <a:pt x="69" y="0"/>
                    <a:pt x="46" y="9"/>
                    <a:pt x="29" y="26"/>
                  </a:cubicBezTo>
                  <a:cubicBezTo>
                    <a:pt x="12" y="43"/>
                    <a:pt x="2" y="65"/>
                    <a:pt x="1" y="89"/>
                  </a:cubicBezTo>
                  <a:cubicBezTo>
                    <a:pt x="0" y="94"/>
                    <a:pt x="0" y="94"/>
                    <a:pt x="0" y="94"/>
                  </a:cubicBezTo>
                  <a:cubicBezTo>
                    <a:pt x="20" y="95"/>
                    <a:pt x="20" y="95"/>
                    <a:pt x="20" y="95"/>
                  </a:cubicBezTo>
                  <a:cubicBezTo>
                    <a:pt x="20" y="90"/>
                    <a:pt x="20" y="90"/>
                    <a:pt x="20" y="90"/>
                  </a:cubicBezTo>
                  <a:cubicBezTo>
                    <a:pt x="22" y="50"/>
                    <a:pt x="54" y="20"/>
                    <a:pt x="93" y="20"/>
                  </a:cubicBezTo>
                  <a:cubicBezTo>
                    <a:pt x="132" y="20"/>
                    <a:pt x="164" y="50"/>
                    <a:pt x="166" y="90"/>
                  </a:cubicBezTo>
                  <a:cubicBezTo>
                    <a:pt x="166" y="95"/>
                    <a:pt x="166" y="95"/>
                    <a:pt x="166" y="95"/>
                  </a:cubicBezTo>
                  <a:cubicBezTo>
                    <a:pt x="185" y="94"/>
                    <a:pt x="185" y="94"/>
                    <a:pt x="185" y="94"/>
                  </a:cubicBezTo>
                  <a:lnTo>
                    <a:pt x="185" y="89"/>
                  </a:lnTo>
                  <a:close/>
                </a:path>
              </a:pathLst>
            </a:custGeom>
            <a:grpFill/>
            <a:ln w="9525">
              <a:solidFill>
                <a:srgbClr val="FFFFFF"/>
              </a:solidFill>
              <a:round/>
              <a:headEnd/>
              <a:tailEnd/>
            </a:ln>
            <a:effectLst/>
          </p:spPr>
          <p:txBody>
            <a:bodyPr vert="horz" wrap="square" lIns="91440" tIns="45720" rIns="91440" bIns="45720" numCol="1" anchor="t" anchorCtr="0" compatLnSpc="1">
              <a:prstTxWarp prst="textNoShape">
                <a:avLst/>
              </a:prstTxWarp>
            </a:bodyPr>
            <a:lstStyle/>
            <a:p>
              <a:endParaRPr lang="en-US" dirty="0"/>
            </a:p>
          </p:txBody>
        </p:sp>
        <p:sp>
          <p:nvSpPr>
            <p:cNvPr id="191" name="Freeform 25"/>
            <p:cNvSpPr>
              <a:spLocks/>
            </p:cNvSpPr>
            <p:nvPr/>
          </p:nvSpPr>
          <p:spPr bwMode="auto">
            <a:xfrm rot="5400000">
              <a:off x="2789011" y="5466949"/>
              <a:ext cx="157163" cy="390525"/>
            </a:xfrm>
            <a:custGeom>
              <a:avLst/>
              <a:gdLst>
                <a:gd name="T0" fmla="*/ 19 w 27"/>
                <a:gd name="T1" fmla="*/ 50 h 67"/>
                <a:gd name="T2" fmla="*/ 1 w 27"/>
                <a:gd name="T3" fmla="*/ 0 h 67"/>
                <a:gd name="T4" fmla="*/ 0 w 27"/>
                <a:gd name="T5" fmla="*/ 0 h 67"/>
                <a:gd name="T6" fmla="*/ 12 w 27"/>
                <a:gd name="T7" fmla="*/ 52 h 67"/>
                <a:gd name="T8" fmla="*/ 9 w 27"/>
                <a:gd name="T9" fmla="*/ 59 h 67"/>
                <a:gd name="T10" fmla="*/ 18 w 27"/>
                <a:gd name="T11" fmla="*/ 67 h 67"/>
                <a:gd name="T12" fmla="*/ 27 w 27"/>
                <a:gd name="T13" fmla="*/ 59 h 67"/>
                <a:gd name="T14" fmla="*/ 19 w 27"/>
                <a:gd name="T15" fmla="*/ 50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 h="67">
                  <a:moveTo>
                    <a:pt x="19" y="50"/>
                  </a:moveTo>
                  <a:cubicBezTo>
                    <a:pt x="1" y="0"/>
                    <a:pt x="1" y="0"/>
                    <a:pt x="1" y="0"/>
                  </a:cubicBezTo>
                  <a:cubicBezTo>
                    <a:pt x="0" y="0"/>
                    <a:pt x="0" y="0"/>
                    <a:pt x="0" y="0"/>
                  </a:cubicBezTo>
                  <a:cubicBezTo>
                    <a:pt x="12" y="52"/>
                    <a:pt x="12" y="52"/>
                    <a:pt x="12" y="52"/>
                  </a:cubicBezTo>
                  <a:cubicBezTo>
                    <a:pt x="10" y="53"/>
                    <a:pt x="9" y="56"/>
                    <a:pt x="9" y="59"/>
                  </a:cubicBezTo>
                  <a:cubicBezTo>
                    <a:pt x="9" y="63"/>
                    <a:pt x="13" y="67"/>
                    <a:pt x="18" y="67"/>
                  </a:cubicBezTo>
                  <a:cubicBezTo>
                    <a:pt x="23" y="67"/>
                    <a:pt x="27" y="63"/>
                    <a:pt x="27" y="59"/>
                  </a:cubicBezTo>
                  <a:cubicBezTo>
                    <a:pt x="27" y="54"/>
                    <a:pt x="24" y="51"/>
                    <a:pt x="19" y="50"/>
                  </a:cubicBezTo>
                  <a:close/>
                </a:path>
              </a:pathLst>
            </a:custGeom>
            <a:grpFill/>
            <a:ln w="9525">
              <a:solidFill>
                <a:srgbClr val="FFFFFF"/>
              </a:solidFill>
              <a:round/>
              <a:headEnd/>
              <a:tailEnd/>
            </a:ln>
            <a:effectLst/>
          </p:spPr>
          <p:txBody>
            <a:bodyPr vert="horz" wrap="square" lIns="91440" tIns="45720" rIns="91440" bIns="45720" numCol="1" anchor="t" anchorCtr="0" compatLnSpc="1">
              <a:prstTxWarp prst="textNoShape">
                <a:avLst/>
              </a:prstTxWarp>
            </a:bodyPr>
            <a:lstStyle/>
            <a:p>
              <a:endParaRPr lang="en-US" dirty="0"/>
            </a:p>
          </p:txBody>
        </p:sp>
      </p:grpSp>
      <p:sp>
        <p:nvSpPr>
          <p:cNvPr id="210" name="Rectangle 70"/>
          <p:cNvSpPr>
            <a:spLocks noChangeArrowheads="1"/>
          </p:cNvSpPr>
          <p:nvPr/>
        </p:nvSpPr>
        <p:spPr bwMode="auto">
          <a:xfrm>
            <a:off x="5410200" y="2667000"/>
            <a:ext cx="2895600" cy="838200"/>
          </a:xfrm>
          <a:prstGeom prst="rect">
            <a:avLst/>
          </a:prstGeom>
          <a:noFill/>
          <a:ln w="9525">
            <a:noFill/>
            <a:miter lim="800000"/>
            <a:headEnd/>
            <a:tailEnd/>
          </a:ln>
        </p:spPr>
        <p:txBody>
          <a:bodyPr lIns="45720" tIns="18288" rIns="27432" bIns="18288"/>
          <a:lstStyle/>
          <a:p>
            <a:pPr>
              <a:lnSpc>
                <a:spcPct val="85000"/>
              </a:lnSpc>
              <a:spcBef>
                <a:spcPts val="200"/>
              </a:spcBef>
            </a:pPr>
            <a:r>
              <a:rPr lang="en-US" sz="3600" b="1" dirty="0">
                <a:solidFill>
                  <a:srgbClr val="459D49"/>
                </a:solidFill>
                <a:latin typeface="Arial"/>
                <a:cs typeface="Arial"/>
              </a:rPr>
              <a:t>150+</a:t>
            </a:r>
          </a:p>
          <a:p>
            <a:pPr>
              <a:lnSpc>
                <a:spcPct val="85000"/>
              </a:lnSpc>
              <a:spcBef>
                <a:spcPts val="200"/>
              </a:spcBef>
            </a:pPr>
            <a:r>
              <a:rPr lang="en-US" sz="1200" dirty="0">
                <a:solidFill>
                  <a:srgbClr val="6C6C6C"/>
                </a:solidFill>
                <a:latin typeface="Arial"/>
                <a:cs typeface="Arial"/>
              </a:rPr>
              <a:t>Citations</a:t>
            </a:r>
          </a:p>
        </p:txBody>
      </p:sp>
      <p:sp>
        <p:nvSpPr>
          <p:cNvPr id="146" name="Oval 145">
            <a:extLst>
              <a:ext uri="{C183D7F6-B498-43B3-948B-1728B52AA6E4}">
                <adec:decorative xmlns:adec="http://schemas.microsoft.com/office/drawing/2017/decorative" val="1"/>
              </a:ext>
            </a:extLst>
          </p:cNvPr>
          <p:cNvSpPr>
            <a:spLocks noChangeAspect="1"/>
          </p:cNvSpPr>
          <p:nvPr/>
        </p:nvSpPr>
        <p:spPr>
          <a:xfrm rot="16200000">
            <a:off x="5125481" y="3519753"/>
            <a:ext cx="836746" cy="836744"/>
          </a:xfrm>
          <a:prstGeom prst="ellipse">
            <a:avLst/>
          </a:prstGeom>
          <a:gradFill flip="none" rotWithShape="1">
            <a:gsLst>
              <a:gs pos="0">
                <a:srgbClr val="4AC654"/>
              </a:gs>
              <a:gs pos="100000">
                <a:srgbClr val="459D49"/>
              </a:gs>
            </a:gsLst>
            <a:lin ang="2700000" scaled="1"/>
            <a:tileRect/>
          </a:gradFill>
          <a:ln w="9525">
            <a:noFill/>
            <a:miter lim="800000"/>
            <a:headEnd/>
            <a:tailEnd/>
          </a:ln>
          <a:effectLst/>
        </p:spPr>
        <p:txBody>
          <a:bodyPr lIns="18288" tIns="18288" rIns="18288" bIns="18288" anchor="ctr" anchorCtr="1"/>
          <a:lstStyle/>
          <a:p>
            <a:pPr algn="ctr">
              <a:lnSpc>
                <a:spcPct val="85000"/>
              </a:lnSpc>
              <a:spcBef>
                <a:spcPct val="20000"/>
              </a:spcBef>
            </a:pPr>
            <a:endParaRPr lang="en-US" sz="1600" dirty="0">
              <a:solidFill>
                <a:srgbClr val="FFFFFF"/>
              </a:solidFill>
              <a:latin typeface="Arial Narrow" pitchFamily="112" charset="0"/>
            </a:endParaRPr>
          </a:p>
        </p:txBody>
      </p:sp>
      <p:grpSp>
        <p:nvGrpSpPr>
          <p:cNvPr id="147" name="Group 146">
            <a:extLst>
              <a:ext uri="{C183D7F6-B498-43B3-948B-1728B52AA6E4}">
                <adec:decorative xmlns:adec="http://schemas.microsoft.com/office/drawing/2017/decorative" val="1"/>
              </a:ext>
            </a:extLst>
          </p:cNvPr>
          <p:cNvGrpSpPr/>
          <p:nvPr/>
        </p:nvGrpSpPr>
        <p:grpSpPr>
          <a:xfrm>
            <a:off x="5279248" y="3695742"/>
            <a:ext cx="528312" cy="422650"/>
            <a:chOff x="4276165" y="1800411"/>
            <a:chExt cx="516379" cy="442259"/>
          </a:xfrm>
          <a:noFill/>
          <a:effectLst/>
        </p:grpSpPr>
        <p:sp>
          <p:nvSpPr>
            <p:cNvPr id="178" name="Rectangle 325"/>
            <p:cNvSpPr>
              <a:spLocks noChangeArrowheads="1"/>
            </p:cNvSpPr>
            <p:nvPr/>
          </p:nvSpPr>
          <p:spPr bwMode="auto">
            <a:xfrm>
              <a:off x="4276165" y="1928888"/>
              <a:ext cx="66710" cy="261896"/>
            </a:xfrm>
            <a:prstGeom prst="rect">
              <a:avLst/>
            </a:prstGeom>
            <a:grpFill/>
            <a:ln w="9525">
              <a:solidFill>
                <a:srgbClr val="FFFFFF"/>
              </a:solidFill>
              <a:round/>
              <a:headEnd/>
              <a:tailEnd/>
            </a:ln>
            <a:effectLst/>
          </p:spPr>
          <p:txBody>
            <a:bodyPr vert="horz" wrap="square" lIns="91440" tIns="45720" rIns="91440" bIns="45720" numCol="1" anchor="t" anchorCtr="0" compatLnSpc="1">
              <a:prstTxWarp prst="textNoShape">
                <a:avLst/>
              </a:prstTxWarp>
            </a:bodyPr>
            <a:lstStyle/>
            <a:p>
              <a:endParaRPr lang="en-US" dirty="0"/>
            </a:p>
          </p:txBody>
        </p:sp>
        <p:sp>
          <p:nvSpPr>
            <p:cNvPr id="179" name="Rectangle 326"/>
            <p:cNvSpPr>
              <a:spLocks noChangeArrowheads="1"/>
            </p:cNvSpPr>
            <p:nvPr/>
          </p:nvSpPr>
          <p:spPr bwMode="auto">
            <a:xfrm>
              <a:off x="4276165" y="2215491"/>
              <a:ext cx="66710" cy="27179"/>
            </a:xfrm>
            <a:prstGeom prst="rect">
              <a:avLst/>
            </a:prstGeom>
            <a:grpFill/>
            <a:ln w="9525">
              <a:solidFill>
                <a:srgbClr val="FFFFFF"/>
              </a:solidFill>
              <a:round/>
              <a:headEnd/>
              <a:tailEnd/>
            </a:ln>
            <a:effectLst/>
          </p:spPr>
          <p:txBody>
            <a:bodyPr vert="horz" wrap="square" lIns="91440" tIns="45720" rIns="91440" bIns="45720" numCol="1" anchor="t" anchorCtr="0" compatLnSpc="1">
              <a:prstTxWarp prst="textNoShape">
                <a:avLst/>
              </a:prstTxWarp>
            </a:bodyPr>
            <a:lstStyle/>
            <a:p>
              <a:endParaRPr lang="en-US" dirty="0"/>
            </a:p>
          </p:txBody>
        </p:sp>
        <p:sp>
          <p:nvSpPr>
            <p:cNvPr id="180" name="Rectangle 327"/>
            <p:cNvSpPr>
              <a:spLocks noChangeArrowheads="1"/>
            </p:cNvSpPr>
            <p:nvPr/>
          </p:nvSpPr>
          <p:spPr bwMode="auto">
            <a:xfrm>
              <a:off x="4367581" y="1800411"/>
              <a:ext cx="64239" cy="390373"/>
            </a:xfrm>
            <a:prstGeom prst="rect">
              <a:avLst/>
            </a:prstGeom>
            <a:grpFill/>
            <a:ln w="9525">
              <a:solidFill>
                <a:srgbClr val="FFFFFF"/>
              </a:solidFill>
              <a:round/>
              <a:headEnd/>
              <a:tailEnd/>
            </a:ln>
            <a:effectLst/>
          </p:spPr>
          <p:txBody>
            <a:bodyPr vert="horz" wrap="square" lIns="91440" tIns="45720" rIns="91440" bIns="45720" numCol="1" anchor="t" anchorCtr="0" compatLnSpc="1">
              <a:prstTxWarp prst="textNoShape">
                <a:avLst/>
              </a:prstTxWarp>
            </a:bodyPr>
            <a:lstStyle/>
            <a:p>
              <a:endParaRPr lang="en-US" dirty="0"/>
            </a:p>
          </p:txBody>
        </p:sp>
        <p:sp>
          <p:nvSpPr>
            <p:cNvPr id="181" name="Rectangle 328"/>
            <p:cNvSpPr>
              <a:spLocks noChangeArrowheads="1"/>
            </p:cNvSpPr>
            <p:nvPr/>
          </p:nvSpPr>
          <p:spPr bwMode="auto">
            <a:xfrm>
              <a:off x="4367581" y="2215491"/>
              <a:ext cx="64239" cy="27179"/>
            </a:xfrm>
            <a:prstGeom prst="rect">
              <a:avLst/>
            </a:prstGeom>
            <a:grpFill/>
            <a:ln w="9525">
              <a:solidFill>
                <a:srgbClr val="FFFFFF"/>
              </a:solidFill>
              <a:round/>
              <a:headEnd/>
              <a:tailEnd/>
            </a:ln>
            <a:effectLst/>
          </p:spPr>
          <p:txBody>
            <a:bodyPr vert="horz" wrap="square" lIns="91440" tIns="45720" rIns="91440" bIns="45720" numCol="1" anchor="t" anchorCtr="0" compatLnSpc="1">
              <a:prstTxWarp prst="textNoShape">
                <a:avLst/>
              </a:prstTxWarp>
            </a:bodyPr>
            <a:lstStyle/>
            <a:p>
              <a:endParaRPr lang="en-US" dirty="0"/>
            </a:p>
          </p:txBody>
        </p:sp>
        <p:sp>
          <p:nvSpPr>
            <p:cNvPr id="182" name="Rectangle 329"/>
            <p:cNvSpPr>
              <a:spLocks noChangeArrowheads="1"/>
            </p:cNvSpPr>
            <p:nvPr/>
          </p:nvSpPr>
          <p:spPr bwMode="auto">
            <a:xfrm>
              <a:off x="4456527" y="1862180"/>
              <a:ext cx="66710" cy="328606"/>
            </a:xfrm>
            <a:prstGeom prst="rect">
              <a:avLst/>
            </a:prstGeom>
            <a:grpFill/>
            <a:ln w="9525">
              <a:solidFill>
                <a:srgbClr val="FFFFFF"/>
              </a:solidFill>
              <a:round/>
              <a:headEnd/>
              <a:tailEnd/>
            </a:ln>
            <a:effectLst/>
          </p:spPr>
          <p:txBody>
            <a:bodyPr vert="horz" wrap="square" lIns="91440" tIns="45720" rIns="91440" bIns="45720" numCol="1" anchor="t" anchorCtr="0" compatLnSpc="1">
              <a:prstTxWarp prst="textNoShape">
                <a:avLst/>
              </a:prstTxWarp>
            </a:bodyPr>
            <a:lstStyle/>
            <a:p>
              <a:endParaRPr lang="en-US" dirty="0"/>
            </a:p>
          </p:txBody>
        </p:sp>
        <p:sp>
          <p:nvSpPr>
            <p:cNvPr id="183" name="Rectangle 330"/>
            <p:cNvSpPr>
              <a:spLocks noChangeArrowheads="1"/>
            </p:cNvSpPr>
            <p:nvPr/>
          </p:nvSpPr>
          <p:spPr bwMode="auto">
            <a:xfrm>
              <a:off x="4456527" y="2215491"/>
              <a:ext cx="66710" cy="27179"/>
            </a:xfrm>
            <a:prstGeom prst="rect">
              <a:avLst/>
            </a:prstGeom>
            <a:grpFill/>
            <a:ln w="9525">
              <a:solidFill>
                <a:srgbClr val="FFFFFF"/>
              </a:solidFill>
              <a:round/>
              <a:headEnd/>
              <a:tailEnd/>
            </a:ln>
            <a:effectLst/>
          </p:spPr>
          <p:txBody>
            <a:bodyPr vert="horz" wrap="square" lIns="91440" tIns="45720" rIns="91440" bIns="45720" numCol="1" anchor="t" anchorCtr="0" compatLnSpc="1">
              <a:prstTxWarp prst="textNoShape">
                <a:avLst/>
              </a:prstTxWarp>
            </a:bodyPr>
            <a:lstStyle/>
            <a:p>
              <a:endParaRPr lang="en-US" dirty="0"/>
            </a:p>
          </p:txBody>
        </p:sp>
        <p:sp>
          <p:nvSpPr>
            <p:cNvPr id="184" name="Rectangle 331"/>
            <p:cNvSpPr>
              <a:spLocks noChangeArrowheads="1"/>
            </p:cNvSpPr>
            <p:nvPr/>
          </p:nvSpPr>
          <p:spPr bwMode="auto">
            <a:xfrm>
              <a:off x="4547944" y="1965950"/>
              <a:ext cx="64239" cy="224836"/>
            </a:xfrm>
            <a:prstGeom prst="rect">
              <a:avLst/>
            </a:prstGeom>
            <a:grpFill/>
            <a:ln w="9525">
              <a:solidFill>
                <a:srgbClr val="FFFFFF"/>
              </a:solidFill>
              <a:round/>
              <a:headEnd/>
              <a:tailEnd/>
            </a:ln>
            <a:effectLst/>
          </p:spPr>
          <p:txBody>
            <a:bodyPr vert="horz" wrap="square" lIns="91440" tIns="45720" rIns="91440" bIns="45720" numCol="1" anchor="t" anchorCtr="0" compatLnSpc="1">
              <a:prstTxWarp prst="textNoShape">
                <a:avLst/>
              </a:prstTxWarp>
            </a:bodyPr>
            <a:lstStyle/>
            <a:p>
              <a:endParaRPr lang="en-US" dirty="0"/>
            </a:p>
          </p:txBody>
        </p:sp>
        <p:sp>
          <p:nvSpPr>
            <p:cNvPr id="185" name="Rectangle 332"/>
            <p:cNvSpPr>
              <a:spLocks noChangeArrowheads="1"/>
            </p:cNvSpPr>
            <p:nvPr/>
          </p:nvSpPr>
          <p:spPr bwMode="auto">
            <a:xfrm>
              <a:off x="4547944" y="2215491"/>
              <a:ext cx="64239" cy="27179"/>
            </a:xfrm>
            <a:prstGeom prst="rect">
              <a:avLst/>
            </a:prstGeom>
            <a:grpFill/>
            <a:ln w="9525">
              <a:solidFill>
                <a:srgbClr val="FFFFFF"/>
              </a:solidFill>
              <a:round/>
              <a:headEnd/>
              <a:tailEnd/>
            </a:ln>
            <a:effectLst/>
          </p:spPr>
          <p:txBody>
            <a:bodyPr vert="horz" wrap="square" lIns="91440" tIns="45720" rIns="91440" bIns="45720" numCol="1" anchor="t" anchorCtr="0" compatLnSpc="1">
              <a:prstTxWarp prst="textNoShape">
                <a:avLst/>
              </a:prstTxWarp>
            </a:bodyPr>
            <a:lstStyle/>
            <a:p>
              <a:endParaRPr lang="en-US" dirty="0"/>
            </a:p>
          </p:txBody>
        </p:sp>
        <p:sp>
          <p:nvSpPr>
            <p:cNvPr id="186" name="Rectangle 333"/>
            <p:cNvSpPr>
              <a:spLocks noChangeArrowheads="1"/>
            </p:cNvSpPr>
            <p:nvPr/>
          </p:nvSpPr>
          <p:spPr bwMode="auto">
            <a:xfrm>
              <a:off x="4639360" y="2045013"/>
              <a:ext cx="64239" cy="148243"/>
            </a:xfrm>
            <a:prstGeom prst="rect">
              <a:avLst/>
            </a:prstGeom>
            <a:grpFill/>
            <a:ln w="9525">
              <a:solidFill>
                <a:srgbClr val="FFFFFF"/>
              </a:solidFill>
              <a:round/>
              <a:headEnd/>
              <a:tailEnd/>
            </a:ln>
            <a:effectLst/>
          </p:spPr>
          <p:txBody>
            <a:bodyPr vert="horz" wrap="square" lIns="91440" tIns="45720" rIns="91440" bIns="45720" numCol="1" anchor="t" anchorCtr="0" compatLnSpc="1">
              <a:prstTxWarp prst="textNoShape">
                <a:avLst/>
              </a:prstTxWarp>
            </a:bodyPr>
            <a:lstStyle/>
            <a:p>
              <a:endParaRPr lang="en-US" dirty="0"/>
            </a:p>
          </p:txBody>
        </p:sp>
        <p:sp>
          <p:nvSpPr>
            <p:cNvPr id="187" name="Rectangle 334"/>
            <p:cNvSpPr>
              <a:spLocks noChangeArrowheads="1"/>
            </p:cNvSpPr>
            <p:nvPr/>
          </p:nvSpPr>
          <p:spPr bwMode="auto">
            <a:xfrm>
              <a:off x="4639360" y="2215491"/>
              <a:ext cx="64239" cy="27179"/>
            </a:xfrm>
            <a:prstGeom prst="rect">
              <a:avLst/>
            </a:prstGeom>
            <a:grpFill/>
            <a:ln w="9525">
              <a:solidFill>
                <a:srgbClr val="FFFFFF"/>
              </a:solidFill>
              <a:round/>
              <a:headEnd/>
              <a:tailEnd/>
            </a:ln>
            <a:effectLst/>
          </p:spPr>
          <p:txBody>
            <a:bodyPr vert="horz" wrap="square" lIns="91440" tIns="45720" rIns="91440" bIns="45720" numCol="1" anchor="t" anchorCtr="0" compatLnSpc="1">
              <a:prstTxWarp prst="textNoShape">
                <a:avLst/>
              </a:prstTxWarp>
            </a:bodyPr>
            <a:lstStyle/>
            <a:p>
              <a:endParaRPr lang="en-US" dirty="0"/>
            </a:p>
          </p:txBody>
        </p:sp>
        <p:sp>
          <p:nvSpPr>
            <p:cNvPr id="188" name="Rectangle 335"/>
            <p:cNvSpPr>
              <a:spLocks noChangeArrowheads="1"/>
            </p:cNvSpPr>
            <p:nvPr/>
          </p:nvSpPr>
          <p:spPr bwMode="auto">
            <a:xfrm>
              <a:off x="4728305" y="1884415"/>
              <a:ext cx="64239" cy="303899"/>
            </a:xfrm>
            <a:prstGeom prst="rect">
              <a:avLst/>
            </a:prstGeom>
            <a:grpFill/>
            <a:ln w="9525">
              <a:solidFill>
                <a:srgbClr val="FFFFFF"/>
              </a:solidFill>
              <a:round/>
              <a:headEnd/>
              <a:tailEnd/>
            </a:ln>
            <a:effectLst/>
          </p:spPr>
          <p:txBody>
            <a:bodyPr vert="horz" wrap="square" lIns="91440" tIns="45720" rIns="91440" bIns="45720" numCol="1" anchor="t" anchorCtr="0" compatLnSpc="1">
              <a:prstTxWarp prst="textNoShape">
                <a:avLst/>
              </a:prstTxWarp>
            </a:bodyPr>
            <a:lstStyle/>
            <a:p>
              <a:endParaRPr lang="en-US" dirty="0"/>
            </a:p>
          </p:txBody>
        </p:sp>
        <p:sp>
          <p:nvSpPr>
            <p:cNvPr id="189" name="Rectangle 336"/>
            <p:cNvSpPr>
              <a:spLocks noChangeArrowheads="1"/>
            </p:cNvSpPr>
            <p:nvPr/>
          </p:nvSpPr>
          <p:spPr bwMode="auto">
            <a:xfrm>
              <a:off x="4728305" y="2215491"/>
              <a:ext cx="64239" cy="27179"/>
            </a:xfrm>
            <a:prstGeom prst="rect">
              <a:avLst/>
            </a:prstGeom>
            <a:grpFill/>
            <a:ln w="9525">
              <a:solidFill>
                <a:srgbClr val="FFFFFF"/>
              </a:solidFill>
              <a:round/>
              <a:headEnd/>
              <a:tailEnd/>
            </a:ln>
            <a:effectLst/>
          </p:spPr>
          <p:txBody>
            <a:bodyPr vert="horz" wrap="square" lIns="91440" tIns="45720" rIns="91440" bIns="45720" numCol="1" anchor="t" anchorCtr="0" compatLnSpc="1">
              <a:prstTxWarp prst="textNoShape">
                <a:avLst/>
              </a:prstTxWarp>
            </a:bodyPr>
            <a:lstStyle/>
            <a:p>
              <a:endParaRPr lang="en-US" dirty="0"/>
            </a:p>
          </p:txBody>
        </p:sp>
      </p:grpSp>
      <p:sp>
        <p:nvSpPr>
          <p:cNvPr id="209" name="Rectangle 70"/>
          <p:cNvSpPr>
            <a:spLocks noChangeArrowheads="1"/>
          </p:cNvSpPr>
          <p:nvPr/>
        </p:nvSpPr>
        <p:spPr bwMode="auto">
          <a:xfrm>
            <a:off x="4124517" y="5638800"/>
            <a:ext cx="2631511" cy="838200"/>
          </a:xfrm>
          <a:prstGeom prst="rect">
            <a:avLst/>
          </a:prstGeom>
          <a:noFill/>
          <a:ln w="9525">
            <a:noFill/>
            <a:miter lim="800000"/>
            <a:headEnd/>
            <a:tailEnd/>
          </a:ln>
        </p:spPr>
        <p:txBody>
          <a:bodyPr lIns="45720" tIns="18288" rIns="27432" bIns="18288"/>
          <a:lstStyle/>
          <a:p>
            <a:pPr algn="r">
              <a:lnSpc>
                <a:spcPct val="85000"/>
              </a:lnSpc>
              <a:spcBef>
                <a:spcPts val="200"/>
              </a:spcBef>
            </a:pPr>
            <a:r>
              <a:rPr lang="en-US" sz="3600" b="1" dirty="0">
                <a:solidFill>
                  <a:srgbClr val="DBC700"/>
                </a:solidFill>
                <a:latin typeface="Arial"/>
                <a:cs typeface="Arial"/>
              </a:rPr>
              <a:t>16</a:t>
            </a:r>
          </a:p>
          <a:p>
            <a:pPr algn="r">
              <a:lnSpc>
                <a:spcPct val="85000"/>
              </a:lnSpc>
              <a:spcBef>
                <a:spcPts val="200"/>
              </a:spcBef>
            </a:pPr>
            <a:r>
              <a:rPr lang="en-US" sz="1200" dirty="0">
                <a:solidFill>
                  <a:srgbClr val="6C6C6C"/>
                </a:solidFill>
                <a:latin typeface="Arial"/>
                <a:cs typeface="Arial"/>
              </a:rPr>
              <a:t>Years in Software Industry </a:t>
            </a:r>
          </a:p>
        </p:txBody>
      </p:sp>
      <p:sp>
        <p:nvSpPr>
          <p:cNvPr id="136" name="Oval 135">
            <a:extLst>
              <a:ext uri="{C183D7F6-B498-43B3-948B-1728B52AA6E4}">
                <adec:decorative xmlns:adec="http://schemas.microsoft.com/office/drawing/2017/decorative" val="1"/>
              </a:ext>
            </a:extLst>
          </p:cNvPr>
          <p:cNvSpPr>
            <a:spLocks noChangeAspect="1"/>
          </p:cNvSpPr>
          <p:nvPr/>
        </p:nvSpPr>
        <p:spPr>
          <a:xfrm rot="16200000">
            <a:off x="5783690" y="4501759"/>
            <a:ext cx="882691" cy="882690"/>
          </a:xfrm>
          <a:prstGeom prst="ellipse">
            <a:avLst/>
          </a:prstGeom>
          <a:gradFill flip="none" rotWithShape="1">
            <a:gsLst>
              <a:gs pos="0">
                <a:srgbClr val="F2EE00"/>
              </a:gs>
              <a:gs pos="100000">
                <a:srgbClr val="DBC700"/>
              </a:gs>
            </a:gsLst>
            <a:lin ang="2700000" scaled="1"/>
            <a:tileRect/>
          </a:gradFill>
          <a:ln w="9525">
            <a:noFill/>
            <a:miter lim="800000"/>
            <a:headEnd/>
            <a:tailEnd/>
          </a:ln>
          <a:effectLst/>
        </p:spPr>
        <p:txBody>
          <a:bodyPr lIns="18288" tIns="18288" rIns="18288" bIns="18288" anchor="ctr" anchorCtr="1"/>
          <a:lstStyle/>
          <a:p>
            <a:pPr algn="ctr">
              <a:lnSpc>
                <a:spcPct val="85000"/>
              </a:lnSpc>
              <a:spcBef>
                <a:spcPct val="20000"/>
              </a:spcBef>
            </a:pPr>
            <a:endParaRPr lang="en-US" sz="1600" dirty="0">
              <a:solidFill>
                <a:srgbClr val="FFFFFF"/>
              </a:solidFill>
              <a:latin typeface="Arial Narrow" pitchFamily="112" charset="0"/>
            </a:endParaRPr>
          </a:p>
        </p:txBody>
      </p:sp>
      <p:grpSp>
        <p:nvGrpSpPr>
          <p:cNvPr id="139" name="Group 138">
            <a:extLst>
              <a:ext uri="{C183D7F6-B498-43B3-948B-1728B52AA6E4}">
                <adec:decorative xmlns:adec="http://schemas.microsoft.com/office/drawing/2017/decorative" val="1"/>
              </a:ext>
            </a:extLst>
          </p:cNvPr>
          <p:cNvGrpSpPr/>
          <p:nvPr/>
        </p:nvGrpSpPr>
        <p:grpSpPr>
          <a:xfrm rot="5400000">
            <a:off x="5958518" y="4659367"/>
            <a:ext cx="522959" cy="549363"/>
            <a:chOff x="7283825" y="1765532"/>
            <a:chExt cx="457200" cy="480283"/>
          </a:xfrm>
          <a:noFill/>
          <a:effectLst/>
        </p:grpSpPr>
        <p:sp>
          <p:nvSpPr>
            <p:cNvPr id="192" name="Freeform 34"/>
            <p:cNvSpPr>
              <a:spLocks/>
            </p:cNvSpPr>
            <p:nvPr/>
          </p:nvSpPr>
          <p:spPr bwMode="auto">
            <a:xfrm>
              <a:off x="7283825" y="1765532"/>
              <a:ext cx="207581" cy="218147"/>
            </a:xfrm>
            <a:custGeom>
              <a:avLst/>
              <a:gdLst/>
              <a:ahLst/>
              <a:cxnLst>
                <a:cxn ang="0">
                  <a:pos x="668" y="702"/>
                </a:cxn>
                <a:cxn ang="0">
                  <a:pos x="0" y="484"/>
                </a:cxn>
                <a:cxn ang="0">
                  <a:pos x="0" y="484"/>
                </a:cxn>
                <a:cxn ang="0">
                  <a:pos x="10" y="458"/>
                </a:cxn>
                <a:cxn ang="0">
                  <a:pos x="20" y="431"/>
                </a:cxn>
                <a:cxn ang="0">
                  <a:pos x="31" y="404"/>
                </a:cxn>
                <a:cxn ang="0">
                  <a:pos x="43" y="379"/>
                </a:cxn>
                <a:cxn ang="0">
                  <a:pos x="57" y="355"/>
                </a:cxn>
                <a:cxn ang="0">
                  <a:pos x="71" y="330"/>
                </a:cxn>
                <a:cxn ang="0">
                  <a:pos x="86" y="307"/>
                </a:cxn>
                <a:cxn ang="0">
                  <a:pos x="101" y="285"/>
                </a:cxn>
                <a:cxn ang="0">
                  <a:pos x="118" y="263"/>
                </a:cxn>
                <a:cxn ang="0">
                  <a:pos x="135" y="241"/>
                </a:cxn>
                <a:cxn ang="0">
                  <a:pos x="153" y="222"/>
                </a:cxn>
                <a:cxn ang="0">
                  <a:pos x="171" y="202"/>
                </a:cxn>
                <a:cxn ang="0">
                  <a:pos x="191" y="183"/>
                </a:cxn>
                <a:cxn ang="0">
                  <a:pos x="212" y="166"/>
                </a:cxn>
                <a:cxn ang="0">
                  <a:pos x="233" y="147"/>
                </a:cxn>
                <a:cxn ang="0">
                  <a:pos x="254" y="132"/>
                </a:cxn>
                <a:cxn ang="0">
                  <a:pos x="276" y="117"/>
                </a:cxn>
                <a:cxn ang="0">
                  <a:pos x="299" y="101"/>
                </a:cxn>
                <a:cxn ang="0">
                  <a:pos x="321" y="89"/>
                </a:cxn>
                <a:cxn ang="0">
                  <a:pos x="345" y="76"/>
                </a:cxn>
                <a:cxn ang="0">
                  <a:pos x="370" y="63"/>
                </a:cxn>
                <a:cxn ang="0">
                  <a:pos x="394" y="53"/>
                </a:cxn>
                <a:cxn ang="0">
                  <a:pos x="421" y="44"/>
                </a:cxn>
                <a:cxn ang="0">
                  <a:pos x="446" y="34"/>
                </a:cxn>
                <a:cxn ang="0">
                  <a:pos x="473" y="27"/>
                </a:cxn>
                <a:cxn ang="0">
                  <a:pos x="500" y="20"/>
                </a:cxn>
                <a:cxn ang="0">
                  <a:pos x="526" y="13"/>
                </a:cxn>
                <a:cxn ang="0">
                  <a:pos x="554" y="9"/>
                </a:cxn>
                <a:cxn ang="0">
                  <a:pos x="582" y="4"/>
                </a:cxn>
                <a:cxn ang="0">
                  <a:pos x="611" y="2"/>
                </a:cxn>
                <a:cxn ang="0">
                  <a:pos x="639" y="0"/>
                </a:cxn>
                <a:cxn ang="0">
                  <a:pos x="668" y="0"/>
                </a:cxn>
                <a:cxn ang="0">
                  <a:pos x="668" y="702"/>
                </a:cxn>
              </a:cxnLst>
              <a:rect l="0" t="0" r="r" b="b"/>
              <a:pathLst>
                <a:path w="668" h="702">
                  <a:moveTo>
                    <a:pt x="668" y="702"/>
                  </a:moveTo>
                  <a:lnTo>
                    <a:pt x="0" y="484"/>
                  </a:lnTo>
                  <a:lnTo>
                    <a:pt x="0" y="484"/>
                  </a:lnTo>
                  <a:lnTo>
                    <a:pt x="10" y="458"/>
                  </a:lnTo>
                  <a:lnTo>
                    <a:pt x="20" y="431"/>
                  </a:lnTo>
                  <a:lnTo>
                    <a:pt x="31" y="404"/>
                  </a:lnTo>
                  <a:lnTo>
                    <a:pt x="43" y="379"/>
                  </a:lnTo>
                  <a:lnTo>
                    <a:pt x="57" y="355"/>
                  </a:lnTo>
                  <a:lnTo>
                    <a:pt x="71" y="330"/>
                  </a:lnTo>
                  <a:lnTo>
                    <a:pt x="86" y="307"/>
                  </a:lnTo>
                  <a:lnTo>
                    <a:pt x="101" y="285"/>
                  </a:lnTo>
                  <a:lnTo>
                    <a:pt x="118" y="263"/>
                  </a:lnTo>
                  <a:lnTo>
                    <a:pt x="135" y="241"/>
                  </a:lnTo>
                  <a:lnTo>
                    <a:pt x="153" y="222"/>
                  </a:lnTo>
                  <a:lnTo>
                    <a:pt x="171" y="202"/>
                  </a:lnTo>
                  <a:lnTo>
                    <a:pt x="191" y="183"/>
                  </a:lnTo>
                  <a:lnTo>
                    <a:pt x="212" y="166"/>
                  </a:lnTo>
                  <a:lnTo>
                    <a:pt x="233" y="147"/>
                  </a:lnTo>
                  <a:lnTo>
                    <a:pt x="254" y="132"/>
                  </a:lnTo>
                  <a:lnTo>
                    <a:pt x="276" y="117"/>
                  </a:lnTo>
                  <a:lnTo>
                    <a:pt x="299" y="101"/>
                  </a:lnTo>
                  <a:lnTo>
                    <a:pt x="321" y="89"/>
                  </a:lnTo>
                  <a:lnTo>
                    <a:pt x="345" y="76"/>
                  </a:lnTo>
                  <a:lnTo>
                    <a:pt x="370" y="63"/>
                  </a:lnTo>
                  <a:lnTo>
                    <a:pt x="394" y="53"/>
                  </a:lnTo>
                  <a:lnTo>
                    <a:pt x="421" y="44"/>
                  </a:lnTo>
                  <a:lnTo>
                    <a:pt x="446" y="34"/>
                  </a:lnTo>
                  <a:lnTo>
                    <a:pt x="473" y="27"/>
                  </a:lnTo>
                  <a:lnTo>
                    <a:pt x="500" y="20"/>
                  </a:lnTo>
                  <a:lnTo>
                    <a:pt x="526" y="13"/>
                  </a:lnTo>
                  <a:lnTo>
                    <a:pt x="554" y="9"/>
                  </a:lnTo>
                  <a:lnTo>
                    <a:pt x="582" y="4"/>
                  </a:lnTo>
                  <a:lnTo>
                    <a:pt x="611" y="2"/>
                  </a:lnTo>
                  <a:lnTo>
                    <a:pt x="639" y="0"/>
                  </a:lnTo>
                  <a:lnTo>
                    <a:pt x="668" y="0"/>
                  </a:lnTo>
                  <a:lnTo>
                    <a:pt x="668" y="702"/>
                  </a:lnTo>
                  <a:close/>
                </a:path>
              </a:pathLst>
            </a:custGeom>
            <a:grpFill/>
            <a:ln w="9525">
              <a:solidFill>
                <a:srgbClr val="FFFFFF"/>
              </a:solidFill>
              <a:round/>
              <a:headEnd/>
              <a:tailEnd/>
            </a:ln>
            <a:effectLst/>
          </p:spPr>
          <p:txBody>
            <a:bodyPr vert="horz" wrap="square" lIns="91440" tIns="45720" rIns="91440" bIns="45720" numCol="1" anchor="t" anchorCtr="0" compatLnSpc="1">
              <a:prstTxWarp prst="textNoShape">
                <a:avLst/>
              </a:prstTxWarp>
            </a:bodyPr>
            <a:lstStyle/>
            <a:p>
              <a:endParaRPr lang="en-US" dirty="0"/>
            </a:p>
          </p:txBody>
        </p:sp>
        <p:sp>
          <p:nvSpPr>
            <p:cNvPr id="193" name="Freeform 35"/>
            <p:cNvSpPr>
              <a:spLocks/>
            </p:cNvSpPr>
            <p:nvPr/>
          </p:nvSpPr>
          <p:spPr bwMode="auto">
            <a:xfrm>
              <a:off x="7304732" y="1809832"/>
              <a:ext cx="436293" cy="435983"/>
            </a:xfrm>
            <a:custGeom>
              <a:avLst/>
              <a:gdLst/>
              <a:ahLst/>
              <a:cxnLst>
                <a:cxn ang="0">
                  <a:pos x="702" y="0"/>
                </a:cxn>
                <a:cxn ang="0">
                  <a:pos x="739" y="0"/>
                </a:cxn>
                <a:cxn ang="0">
                  <a:pos x="809" y="7"/>
                </a:cxn>
                <a:cxn ang="0">
                  <a:pos x="878" y="21"/>
                </a:cxn>
                <a:cxn ang="0">
                  <a:pos x="944" y="42"/>
                </a:cxn>
                <a:cxn ang="0">
                  <a:pos x="1007" y="68"/>
                </a:cxn>
                <a:cxn ang="0">
                  <a:pos x="1067" y="101"/>
                </a:cxn>
                <a:cxn ang="0">
                  <a:pos x="1122" y="139"/>
                </a:cxn>
                <a:cxn ang="0">
                  <a:pos x="1175" y="181"/>
                </a:cxn>
                <a:cxn ang="0">
                  <a:pos x="1221" y="228"/>
                </a:cxn>
                <a:cxn ang="0">
                  <a:pos x="1265" y="280"/>
                </a:cxn>
                <a:cxn ang="0">
                  <a:pos x="1303" y="336"/>
                </a:cxn>
                <a:cxn ang="0">
                  <a:pos x="1335" y="397"/>
                </a:cxn>
                <a:cxn ang="0">
                  <a:pos x="1362" y="460"/>
                </a:cxn>
                <a:cxn ang="0">
                  <a:pos x="1383" y="526"/>
                </a:cxn>
                <a:cxn ang="0">
                  <a:pos x="1397" y="595"/>
                </a:cxn>
                <a:cxn ang="0">
                  <a:pos x="1404" y="665"/>
                </a:cxn>
                <a:cxn ang="0">
                  <a:pos x="1404" y="701"/>
                </a:cxn>
                <a:cxn ang="0">
                  <a:pos x="1401" y="773"/>
                </a:cxn>
                <a:cxn ang="0">
                  <a:pos x="1390" y="843"/>
                </a:cxn>
                <a:cxn ang="0">
                  <a:pos x="1373" y="909"/>
                </a:cxn>
                <a:cxn ang="0">
                  <a:pos x="1349" y="973"/>
                </a:cxn>
                <a:cxn ang="0">
                  <a:pos x="1320" y="1035"/>
                </a:cxn>
                <a:cxn ang="0">
                  <a:pos x="1285" y="1093"/>
                </a:cxn>
                <a:cxn ang="0">
                  <a:pos x="1244" y="1147"/>
                </a:cxn>
                <a:cxn ang="0">
                  <a:pos x="1199" y="1197"/>
                </a:cxn>
                <a:cxn ang="0">
                  <a:pos x="1148" y="1243"/>
                </a:cxn>
                <a:cxn ang="0">
                  <a:pos x="1095" y="1284"/>
                </a:cxn>
                <a:cxn ang="0">
                  <a:pos x="1038" y="1319"/>
                </a:cxn>
                <a:cxn ang="0">
                  <a:pos x="976" y="1348"/>
                </a:cxn>
                <a:cxn ang="0">
                  <a:pos x="911" y="1371"/>
                </a:cxn>
                <a:cxn ang="0">
                  <a:pos x="844" y="1389"/>
                </a:cxn>
                <a:cxn ang="0">
                  <a:pos x="774" y="1399"/>
                </a:cxn>
                <a:cxn ang="0">
                  <a:pos x="702" y="1403"/>
                </a:cxn>
                <a:cxn ang="0">
                  <a:pos x="666" y="1401"/>
                </a:cxn>
                <a:cxn ang="0">
                  <a:pos x="595" y="1394"/>
                </a:cxn>
                <a:cxn ang="0">
                  <a:pos x="527" y="1380"/>
                </a:cxn>
                <a:cxn ang="0">
                  <a:pos x="461" y="1361"/>
                </a:cxn>
                <a:cxn ang="0">
                  <a:pos x="397" y="1334"/>
                </a:cxn>
                <a:cxn ang="0">
                  <a:pos x="338" y="1302"/>
                </a:cxn>
                <a:cxn ang="0">
                  <a:pos x="282" y="1264"/>
                </a:cxn>
                <a:cxn ang="0">
                  <a:pos x="230" y="1220"/>
                </a:cxn>
                <a:cxn ang="0">
                  <a:pos x="183" y="1173"/>
                </a:cxn>
                <a:cxn ang="0">
                  <a:pos x="139" y="1121"/>
                </a:cxn>
                <a:cxn ang="0">
                  <a:pos x="101" y="1065"/>
                </a:cxn>
                <a:cxn ang="0">
                  <a:pos x="69" y="1006"/>
                </a:cxn>
                <a:cxn ang="0">
                  <a:pos x="42" y="943"/>
                </a:cxn>
                <a:cxn ang="0">
                  <a:pos x="23" y="877"/>
                </a:cxn>
                <a:cxn ang="0">
                  <a:pos x="9" y="808"/>
                </a:cxn>
                <a:cxn ang="0">
                  <a:pos x="2" y="736"/>
                </a:cxn>
                <a:cxn ang="0">
                  <a:pos x="0" y="701"/>
                </a:cxn>
                <a:cxn ang="0">
                  <a:pos x="2" y="645"/>
                </a:cxn>
                <a:cxn ang="0">
                  <a:pos x="9" y="590"/>
                </a:cxn>
                <a:cxn ang="0">
                  <a:pos x="18" y="538"/>
                </a:cxn>
                <a:cxn ang="0">
                  <a:pos x="34" y="484"/>
                </a:cxn>
              </a:cxnLst>
              <a:rect l="0" t="0" r="r" b="b"/>
              <a:pathLst>
                <a:path w="1404" h="1403">
                  <a:moveTo>
                    <a:pt x="702" y="701"/>
                  </a:moveTo>
                  <a:lnTo>
                    <a:pt x="702" y="0"/>
                  </a:lnTo>
                  <a:lnTo>
                    <a:pt x="702" y="0"/>
                  </a:lnTo>
                  <a:lnTo>
                    <a:pt x="739" y="0"/>
                  </a:lnTo>
                  <a:lnTo>
                    <a:pt x="774" y="2"/>
                  </a:lnTo>
                  <a:lnTo>
                    <a:pt x="809" y="7"/>
                  </a:lnTo>
                  <a:lnTo>
                    <a:pt x="844" y="14"/>
                  </a:lnTo>
                  <a:lnTo>
                    <a:pt x="878" y="21"/>
                  </a:lnTo>
                  <a:lnTo>
                    <a:pt x="911" y="30"/>
                  </a:lnTo>
                  <a:lnTo>
                    <a:pt x="944" y="42"/>
                  </a:lnTo>
                  <a:lnTo>
                    <a:pt x="976" y="54"/>
                  </a:lnTo>
                  <a:lnTo>
                    <a:pt x="1007" y="68"/>
                  </a:lnTo>
                  <a:lnTo>
                    <a:pt x="1038" y="84"/>
                  </a:lnTo>
                  <a:lnTo>
                    <a:pt x="1067" y="101"/>
                  </a:lnTo>
                  <a:lnTo>
                    <a:pt x="1095" y="119"/>
                  </a:lnTo>
                  <a:lnTo>
                    <a:pt x="1122" y="139"/>
                  </a:lnTo>
                  <a:lnTo>
                    <a:pt x="1148" y="160"/>
                  </a:lnTo>
                  <a:lnTo>
                    <a:pt x="1175" y="181"/>
                  </a:lnTo>
                  <a:lnTo>
                    <a:pt x="1199" y="204"/>
                  </a:lnTo>
                  <a:lnTo>
                    <a:pt x="1221" y="228"/>
                  </a:lnTo>
                  <a:lnTo>
                    <a:pt x="1244" y="255"/>
                  </a:lnTo>
                  <a:lnTo>
                    <a:pt x="1265" y="280"/>
                  </a:lnTo>
                  <a:lnTo>
                    <a:pt x="1285" y="308"/>
                  </a:lnTo>
                  <a:lnTo>
                    <a:pt x="1303" y="336"/>
                  </a:lnTo>
                  <a:lnTo>
                    <a:pt x="1320" y="366"/>
                  </a:lnTo>
                  <a:lnTo>
                    <a:pt x="1335" y="397"/>
                  </a:lnTo>
                  <a:lnTo>
                    <a:pt x="1349" y="428"/>
                  </a:lnTo>
                  <a:lnTo>
                    <a:pt x="1362" y="460"/>
                  </a:lnTo>
                  <a:lnTo>
                    <a:pt x="1373" y="492"/>
                  </a:lnTo>
                  <a:lnTo>
                    <a:pt x="1383" y="526"/>
                  </a:lnTo>
                  <a:lnTo>
                    <a:pt x="1390" y="560"/>
                  </a:lnTo>
                  <a:lnTo>
                    <a:pt x="1397" y="595"/>
                  </a:lnTo>
                  <a:lnTo>
                    <a:pt x="1401" y="630"/>
                  </a:lnTo>
                  <a:lnTo>
                    <a:pt x="1404" y="665"/>
                  </a:lnTo>
                  <a:lnTo>
                    <a:pt x="1404" y="701"/>
                  </a:lnTo>
                  <a:lnTo>
                    <a:pt x="1404" y="701"/>
                  </a:lnTo>
                  <a:lnTo>
                    <a:pt x="1404" y="736"/>
                  </a:lnTo>
                  <a:lnTo>
                    <a:pt x="1401" y="773"/>
                  </a:lnTo>
                  <a:lnTo>
                    <a:pt x="1397" y="808"/>
                  </a:lnTo>
                  <a:lnTo>
                    <a:pt x="1390" y="843"/>
                  </a:lnTo>
                  <a:lnTo>
                    <a:pt x="1383" y="877"/>
                  </a:lnTo>
                  <a:lnTo>
                    <a:pt x="1373" y="909"/>
                  </a:lnTo>
                  <a:lnTo>
                    <a:pt x="1362" y="943"/>
                  </a:lnTo>
                  <a:lnTo>
                    <a:pt x="1349" y="973"/>
                  </a:lnTo>
                  <a:lnTo>
                    <a:pt x="1335" y="1006"/>
                  </a:lnTo>
                  <a:lnTo>
                    <a:pt x="1320" y="1035"/>
                  </a:lnTo>
                  <a:lnTo>
                    <a:pt x="1303" y="1065"/>
                  </a:lnTo>
                  <a:lnTo>
                    <a:pt x="1285" y="1093"/>
                  </a:lnTo>
                  <a:lnTo>
                    <a:pt x="1265" y="1121"/>
                  </a:lnTo>
                  <a:lnTo>
                    <a:pt x="1244" y="1147"/>
                  </a:lnTo>
                  <a:lnTo>
                    <a:pt x="1221" y="1173"/>
                  </a:lnTo>
                  <a:lnTo>
                    <a:pt x="1199" y="1197"/>
                  </a:lnTo>
                  <a:lnTo>
                    <a:pt x="1175" y="1220"/>
                  </a:lnTo>
                  <a:lnTo>
                    <a:pt x="1148" y="1243"/>
                  </a:lnTo>
                  <a:lnTo>
                    <a:pt x="1122" y="1264"/>
                  </a:lnTo>
                  <a:lnTo>
                    <a:pt x="1095" y="1284"/>
                  </a:lnTo>
                  <a:lnTo>
                    <a:pt x="1067" y="1302"/>
                  </a:lnTo>
                  <a:lnTo>
                    <a:pt x="1038" y="1319"/>
                  </a:lnTo>
                  <a:lnTo>
                    <a:pt x="1007" y="1334"/>
                  </a:lnTo>
                  <a:lnTo>
                    <a:pt x="976" y="1348"/>
                  </a:lnTo>
                  <a:lnTo>
                    <a:pt x="944" y="1361"/>
                  </a:lnTo>
                  <a:lnTo>
                    <a:pt x="911" y="1371"/>
                  </a:lnTo>
                  <a:lnTo>
                    <a:pt x="878" y="1380"/>
                  </a:lnTo>
                  <a:lnTo>
                    <a:pt x="844" y="1389"/>
                  </a:lnTo>
                  <a:lnTo>
                    <a:pt x="809" y="1394"/>
                  </a:lnTo>
                  <a:lnTo>
                    <a:pt x="774" y="1399"/>
                  </a:lnTo>
                  <a:lnTo>
                    <a:pt x="739" y="1401"/>
                  </a:lnTo>
                  <a:lnTo>
                    <a:pt x="702" y="1403"/>
                  </a:lnTo>
                  <a:lnTo>
                    <a:pt x="702" y="1403"/>
                  </a:lnTo>
                  <a:lnTo>
                    <a:pt x="666" y="1401"/>
                  </a:lnTo>
                  <a:lnTo>
                    <a:pt x="630" y="1399"/>
                  </a:lnTo>
                  <a:lnTo>
                    <a:pt x="595" y="1394"/>
                  </a:lnTo>
                  <a:lnTo>
                    <a:pt x="560" y="1389"/>
                  </a:lnTo>
                  <a:lnTo>
                    <a:pt x="527" y="1380"/>
                  </a:lnTo>
                  <a:lnTo>
                    <a:pt x="493" y="1371"/>
                  </a:lnTo>
                  <a:lnTo>
                    <a:pt x="461" y="1361"/>
                  </a:lnTo>
                  <a:lnTo>
                    <a:pt x="428" y="1348"/>
                  </a:lnTo>
                  <a:lnTo>
                    <a:pt x="397" y="1334"/>
                  </a:lnTo>
                  <a:lnTo>
                    <a:pt x="368" y="1319"/>
                  </a:lnTo>
                  <a:lnTo>
                    <a:pt x="338" y="1302"/>
                  </a:lnTo>
                  <a:lnTo>
                    <a:pt x="310" y="1284"/>
                  </a:lnTo>
                  <a:lnTo>
                    <a:pt x="282" y="1264"/>
                  </a:lnTo>
                  <a:lnTo>
                    <a:pt x="256" y="1243"/>
                  </a:lnTo>
                  <a:lnTo>
                    <a:pt x="230" y="1220"/>
                  </a:lnTo>
                  <a:lnTo>
                    <a:pt x="205" y="1197"/>
                  </a:lnTo>
                  <a:lnTo>
                    <a:pt x="183" y="1173"/>
                  </a:lnTo>
                  <a:lnTo>
                    <a:pt x="160" y="1147"/>
                  </a:lnTo>
                  <a:lnTo>
                    <a:pt x="139" y="1121"/>
                  </a:lnTo>
                  <a:lnTo>
                    <a:pt x="119" y="1093"/>
                  </a:lnTo>
                  <a:lnTo>
                    <a:pt x="101" y="1065"/>
                  </a:lnTo>
                  <a:lnTo>
                    <a:pt x="84" y="1035"/>
                  </a:lnTo>
                  <a:lnTo>
                    <a:pt x="69" y="1006"/>
                  </a:lnTo>
                  <a:lnTo>
                    <a:pt x="55" y="973"/>
                  </a:lnTo>
                  <a:lnTo>
                    <a:pt x="42" y="943"/>
                  </a:lnTo>
                  <a:lnTo>
                    <a:pt x="31" y="909"/>
                  </a:lnTo>
                  <a:lnTo>
                    <a:pt x="23" y="877"/>
                  </a:lnTo>
                  <a:lnTo>
                    <a:pt x="14" y="843"/>
                  </a:lnTo>
                  <a:lnTo>
                    <a:pt x="9" y="808"/>
                  </a:lnTo>
                  <a:lnTo>
                    <a:pt x="4" y="773"/>
                  </a:lnTo>
                  <a:lnTo>
                    <a:pt x="2" y="736"/>
                  </a:lnTo>
                  <a:lnTo>
                    <a:pt x="0" y="701"/>
                  </a:lnTo>
                  <a:lnTo>
                    <a:pt x="0" y="701"/>
                  </a:lnTo>
                  <a:lnTo>
                    <a:pt x="0" y="672"/>
                  </a:lnTo>
                  <a:lnTo>
                    <a:pt x="2" y="645"/>
                  </a:lnTo>
                  <a:lnTo>
                    <a:pt x="4" y="617"/>
                  </a:lnTo>
                  <a:lnTo>
                    <a:pt x="9" y="590"/>
                  </a:lnTo>
                  <a:lnTo>
                    <a:pt x="13" y="565"/>
                  </a:lnTo>
                  <a:lnTo>
                    <a:pt x="18" y="538"/>
                  </a:lnTo>
                  <a:lnTo>
                    <a:pt x="27" y="512"/>
                  </a:lnTo>
                  <a:lnTo>
                    <a:pt x="34" y="484"/>
                  </a:lnTo>
                  <a:lnTo>
                    <a:pt x="702" y="701"/>
                  </a:lnTo>
                  <a:close/>
                </a:path>
              </a:pathLst>
            </a:custGeom>
            <a:grpFill/>
            <a:ln w="9525">
              <a:solidFill>
                <a:srgbClr val="FFFFFF"/>
              </a:solidFill>
              <a:round/>
              <a:headEnd/>
              <a:tailEnd/>
            </a:ln>
            <a:effectLst/>
          </p:spPr>
          <p:txBody>
            <a:bodyPr vert="horz" wrap="square" lIns="91440" tIns="45720" rIns="91440" bIns="45720" numCol="1" anchor="t" anchorCtr="0" compatLnSpc="1">
              <a:prstTxWarp prst="textNoShape">
                <a:avLst/>
              </a:prstTxWarp>
            </a:bodyPr>
            <a:lstStyle/>
            <a:p>
              <a:endParaRPr lang="en-US" dirty="0"/>
            </a:p>
          </p:txBody>
        </p:sp>
      </p:grpSp>
      <p:sp>
        <p:nvSpPr>
          <p:cNvPr id="208" name="Rectangle 70"/>
          <p:cNvSpPr>
            <a:spLocks noChangeArrowheads="1"/>
          </p:cNvSpPr>
          <p:nvPr/>
        </p:nvSpPr>
        <p:spPr bwMode="auto">
          <a:xfrm>
            <a:off x="7162800" y="4800600"/>
            <a:ext cx="1299284" cy="838200"/>
          </a:xfrm>
          <a:prstGeom prst="rect">
            <a:avLst/>
          </a:prstGeom>
          <a:noFill/>
          <a:ln w="9525">
            <a:noFill/>
            <a:miter lim="800000"/>
            <a:headEnd/>
            <a:tailEnd/>
          </a:ln>
        </p:spPr>
        <p:txBody>
          <a:bodyPr lIns="45720" tIns="18288" rIns="27432" bIns="18288"/>
          <a:lstStyle/>
          <a:p>
            <a:pPr>
              <a:lnSpc>
                <a:spcPct val="85000"/>
              </a:lnSpc>
              <a:spcBef>
                <a:spcPts val="200"/>
              </a:spcBef>
            </a:pPr>
            <a:r>
              <a:rPr lang="en-US" sz="3600" b="1" dirty="0">
                <a:solidFill>
                  <a:srgbClr val="E18300"/>
                </a:solidFill>
                <a:latin typeface="Arial"/>
                <a:cs typeface="Arial"/>
              </a:rPr>
              <a:t>6</a:t>
            </a:r>
          </a:p>
          <a:p>
            <a:pPr>
              <a:lnSpc>
                <a:spcPct val="85000"/>
              </a:lnSpc>
              <a:spcBef>
                <a:spcPts val="200"/>
              </a:spcBef>
            </a:pPr>
            <a:r>
              <a:rPr lang="en-US" sz="1200" dirty="0">
                <a:solidFill>
                  <a:srgbClr val="6C6C6C"/>
                </a:solidFill>
                <a:latin typeface="Arial"/>
                <a:cs typeface="Arial"/>
              </a:rPr>
              <a:t>Countries travelled to</a:t>
            </a:r>
          </a:p>
        </p:txBody>
      </p:sp>
      <p:sp>
        <p:nvSpPr>
          <p:cNvPr id="97" name="Oval 96">
            <a:extLst>
              <a:ext uri="{C183D7F6-B498-43B3-948B-1728B52AA6E4}">
                <adec:decorative xmlns:adec="http://schemas.microsoft.com/office/drawing/2017/decorative" val="1"/>
              </a:ext>
            </a:extLst>
          </p:cNvPr>
          <p:cNvSpPr>
            <a:spLocks noChangeAspect="1"/>
          </p:cNvSpPr>
          <p:nvPr/>
        </p:nvSpPr>
        <p:spPr>
          <a:xfrm rot="16200000">
            <a:off x="6765093" y="3685099"/>
            <a:ext cx="934862" cy="934860"/>
          </a:xfrm>
          <a:prstGeom prst="ellipse">
            <a:avLst/>
          </a:prstGeom>
          <a:gradFill flip="none" rotWithShape="1">
            <a:gsLst>
              <a:gs pos="0">
                <a:srgbClr val="FFAA00"/>
              </a:gs>
              <a:gs pos="100000">
                <a:srgbClr val="E18300"/>
              </a:gs>
            </a:gsLst>
            <a:lin ang="2700000" scaled="1"/>
            <a:tileRect/>
          </a:gradFill>
          <a:ln w="9525">
            <a:noFill/>
            <a:miter lim="800000"/>
            <a:headEnd/>
            <a:tailEnd/>
          </a:ln>
          <a:effectLst/>
        </p:spPr>
        <p:txBody>
          <a:bodyPr lIns="18288" tIns="18288" rIns="18288" bIns="18288" anchor="ctr" anchorCtr="1"/>
          <a:lstStyle/>
          <a:p>
            <a:pPr algn="ctr">
              <a:lnSpc>
                <a:spcPct val="85000"/>
              </a:lnSpc>
              <a:spcBef>
                <a:spcPct val="20000"/>
              </a:spcBef>
            </a:pPr>
            <a:endParaRPr lang="en-US" sz="1600" dirty="0">
              <a:solidFill>
                <a:srgbClr val="FFFFFF"/>
              </a:solidFill>
              <a:latin typeface="Arial Narrow" pitchFamily="112" charset="0"/>
            </a:endParaRPr>
          </a:p>
        </p:txBody>
      </p:sp>
      <p:grpSp>
        <p:nvGrpSpPr>
          <p:cNvPr id="100" name="Group 99">
            <a:extLst>
              <a:ext uri="{C183D7F6-B498-43B3-948B-1728B52AA6E4}">
                <adec:decorative xmlns:adec="http://schemas.microsoft.com/office/drawing/2017/decorative" val="1"/>
              </a:ext>
            </a:extLst>
          </p:cNvPr>
          <p:cNvGrpSpPr/>
          <p:nvPr/>
        </p:nvGrpSpPr>
        <p:grpSpPr>
          <a:xfrm>
            <a:off x="6829302" y="3935887"/>
            <a:ext cx="809620" cy="416676"/>
            <a:chOff x="2701926" y="5168900"/>
            <a:chExt cx="2436812" cy="1254125"/>
          </a:xfrm>
          <a:noFill/>
        </p:grpSpPr>
        <p:sp>
          <p:nvSpPr>
            <p:cNvPr id="197" name="Freeform 10"/>
            <p:cNvSpPr>
              <a:spLocks/>
            </p:cNvSpPr>
            <p:nvPr/>
          </p:nvSpPr>
          <p:spPr bwMode="auto">
            <a:xfrm>
              <a:off x="2701926" y="5238750"/>
              <a:ext cx="758825" cy="609600"/>
            </a:xfrm>
            <a:custGeom>
              <a:avLst/>
              <a:gdLst>
                <a:gd name="T0" fmla="*/ 12 w 153"/>
                <a:gd name="T1" fmla="*/ 15 h 123"/>
                <a:gd name="T2" fmla="*/ 37 w 153"/>
                <a:gd name="T3" fmla="*/ 5 h 123"/>
                <a:gd name="T4" fmla="*/ 88 w 153"/>
                <a:gd name="T5" fmla="*/ 11 h 123"/>
                <a:gd name="T6" fmla="*/ 110 w 153"/>
                <a:gd name="T7" fmla="*/ 10 h 123"/>
                <a:gd name="T8" fmla="*/ 120 w 153"/>
                <a:gd name="T9" fmla="*/ 10 h 123"/>
                <a:gd name="T10" fmla="*/ 133 w 153"/>
                <a:gd name="T11" fmla="*/ 1 h 123"/>
                <a:gd name="T12" fmla="*/ 149 w 153"/>
                <a:gd name="T13" fmla="*/ 14 h 123"/>
                <a:gd name="T14" fmla="*/ 141 w 153"/>
                <a:gd name="T15" fmla="*/ 20 h 123"/>
                <a:gd name="T16" fmla="*/ 136 w 153"/>
                <a:gd name="T17" fmla="*/ 13 h 123"/>
                <a:gd name="T18" fmla="*/ 129 w 153"/>
                <a:gd name="T19" fmla="*/ 7 h 123"/>
                <a:gd name="T20" fmla="*/ 113 w 153"/>
                <a:gd name="T21" fmla="*/ 16 h 123"/>
                <a:gd name="T22" fmla="*/ 110 w 153"/>
                <a:gd name="T23" fmla="*/ 33 h 123"/>
                <a:gd name="T24" fmla="*/ 125 w 153"/>
                <a:gd name="T25" fmla="*/ 20 h 123"/>
                <a:gd name="T26" fmla="*/ 140 w 153"/>
                <a:gd name="T27" fmla="*/ 25 h 123"/>
                <a:gd name="T28" fmla="*/ 147 w 153"/>
                <a:gd name="T29" fmla="*/ 33 h 123"/>
                <a:gd name="T30" fmla="*/ 149 w 153"/>
                <a:gd name="T31" fmla="*/ 46 h 123"/>
                <a:gd name="T32" fmla="*/ 140 w 153"/>
                <a:gd name="T33" fmla="*/ 40 h 123"/>
                <a:gd name="T34" fmla="*/ 131 w 153"/>
                <a:gd name="T35" fmla="*/ 46 h 123"/>
                <a:gd name="T36" fmla="*/ 120 w 153"/>
                <a:gd name="T37" fmla="*/ 53 h 123"/>
                <a:gd name="T38" fmla="*/ 93 w 153"/>
                <a:gd name="T39" fmla="*/ 81 h 123"/>
                <a:gd name="T40" fmla="*/ 83 w 153"/>
                <a:gd name="T41" fmla="*/ 79 h 123"/>
                <a:gd name="T42" fmla="*/ 63 w 153"/>
                <a:gd name="T43" fmla="*/ 95 h 123"/>
                <a:gd name="T44" fmla="*/ 81 w 153"/>
                <a:gd name="T45" fmla="*/ 94 h 123"/>
                <a:gd name="T46" fmla="*/ 85 w 153"/>
                <a:gd name="T47" fmla="*/ 107 h 123"/>
                <a:gd name="T48" fmla="*/ 87 w 153"/>
                <a:gd name="T49" fmla="*/ 122 h 123"/>
                <a:gd name="T50" fmla="*/ 67 w 153"/>
                <a:gd name="T51" fmla="*/ 108 h 123"/>
                <a:gd name="T52" fmla="*/ 48 w 153"/>
                <a:gd name="T53" fmla="*/ 93 h 123"/>
                <a:gd name="T54" fmla="*/ 42 w 153"/>
                <a:gd name="T55" fmla="*/ 91 h 123"/>
                <a:gd name="T56" fmla="*/ 33 w 153"/>
                <a:gd name="T57" fmla="*/ 71 h 123"/>
                <a:gd name="T58" fmla="*/ 39 w 153"/>
                <a:gd name="T59" fmla="*/ 40 h 123"/>
                <a:gd name="T60" fmla="*/ 33 w 153"/>
                <a:gd name="T61" fmla="*/ 23 h 123"/>
                <a:gd name="T62" fmla="*/ 7 w 153"/>
                <a:gd name="T63" fmla="*/ 29 h 123"/>
                <a:gd name="T64" fmla="*/ 14 w 153"/>
                <a:gd name="T65" fmla="*/ 17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53" h="123">
                  <a:moveTo>
                    <a:pt x="14" y="17"/>
                  </a:moveTo>
                  <a:cubicBezTo>
                    <a:pt x="16" y="17"/>
                    <a:pt x="12" y="18"/>
                    <a:pt x="12" y="15"/>
                  </a:cubicBezTo>
                  <a:cubicBezTo>
                    <a:pt x="12" y="12"/>
                    <a:pt x="20" y="14"/>
                    <a:pt x="21" y="11"/>
                  </a:cubicBezTo>
                  <a:cubicBezTo>
                    <a:pt x="21" y="9"/>
                    <a:pt x="30" y="6"/>
                    <a:pt x="37" y="5"/>
                  </a:cubicBezTo>
                  <a:cubicBezTo>
                    <a:pt x="44" y="4"/>
                    <a:pt x="60" y="9"/>
                    <a:pt x="70" y="7"/>
                  </a:cubicBezTo>
                  <a:cubicBezTo>
                    <a:pt x="80" y="5"/>
                    <a:pt x="82" y="10"/>
                    <a:pt x="88" y="11"/>
                  </a:cubicBezTo>
                  <a:cubicBezTo>
                    <a:pt x="93" y="12"/>
                    <a:pt x="92" y="7"/>
                    <a:pt x="97" y="9"/>
                  </a:cubicBezTo>
                  <a:cubicBezTo>
                    <a:pt x="102" y="11"/>
                    <a:pt x="106" y="14"/>
                    <a:pt x="110" y="10"/>
                  </a:cubicBezTo>
                  <a:cubicBezTo>
                    <a:pt x="115" y="5"/>
                    <a:pt x="115" y="0"/>
                    <a:pt x="118" y="4"/>
                  </a:cubicBezTo>
                  <a:cubicBezTo>
                    <a:pt x="121" y="7"/>
                    <a:pt x="116" y="12"/>
                    <a:pt x="120" y="10"/>
                  </a:cubicBezTo>
                  <a:cubicBezTo>
                    <a:pt x="123" y="9"/>
                    <a:pt x="124" y="10"/>
                    <a:pt x="124" y="6"/>
                  </a:cubicBezTo>
                  <a:cubicBezTo>
                    <a:pt x="124" y="3"/>
                    <a:pt x="128" y="0"/>
                    <a:pt x="133" y="1"/>
                  </a:cubicBezTo>
                  <a:cubicBezTo>
                    <a:pt x="138" y="2"/>
                    <a:pt x="142" y="7"/>
                    <a:pt x="146" y="8"/>
                  </a:cubicBezTo>
                  <a:cubicBezTo>
                    <a:pt x="149" y="8"/>
                    <a:pt x="153" y="13"/>
                    <a:pt x="149" y="14"/>
                  </a:cubicBezTo>
                  <a:cubicBezTo>
                    <a:pt x="146" y="15"/>
                    <a:pt x="143" y="11"/>
                    <a:pt x="143" y="13"/>
                  </a:cubicBezTo>
                  <a:cubicBezTo>
                    <a:pt x="142" y="15"/>
                    <a:pt x="146" y="20"/>
                    <a:pt x="141" y="20"/>
                  </a:cubicBezTo>
                  <a:cubicBezTo>
                    <a:pt x="136" y="20"/>
                    <a:pt x="136" y="15"/>
                    <a:pt x="133" y="16"/>
                  </a:cubicBezTo>
                  <a:cubicBezTo>
                    <a:pt x="130" y="16"/>
                    <a:pt x="132" y="14"/>
                    <a:pt x="136" y="13"/>
                  </a:cubicBezTo>
                  <a:cubicBezTo>
                    <a:pt x="140" y="11"/>
                    <a:pt x="139" y="6"/>
                    <a:pt x="136" y="7"/>
                  </a:cubicBezTo>
                  <a:cubicBezTo>
                    <a:pt x="132" y="7"/>
                    <a:pt x="129" y="4"/>
                    <a:pt x="129" y="7"/>
                  </a:cubicBezTo>
                  <a:cubicBezTo>
                    <a:pt x="128" y="10"/>
                    <a:pt x="129" y="12"/>
                    <a:pt x="125" y="13"/>
                  </a:cubicBezTo>
                  <a:cubicBezTo>
                    <a:pt x="121" y="14"/>
                    <a:pt x="119" y="14"/>
                    <a:pt x="113" y="16"/>
                  </a:cubicBezTo>
                  <a:cubicBezTo>
                    <a:pt x="106" y="19"/>
                    <a:pt x="97" y="21"/>
                    <a:pt x="100" y="28"/>
                  </a:cubicBezTo>
                  <a:cubicBezTo>
                    <a:pt x="103" y="34"/>
                    <a:pt x="111" y="31"/>
                    <a:pt x="110" y="33"/>
                  </a:cubicBezTo>
                  <a:cubicBezTo>
                    <a:pt x="110" y="35"/>
                    <a:pt x="112" y="37"/>
                    <a:pt x="117" y="33"/>
                  </a:cubicBezTo>
                  <a:cubicBezTo>
                    <a:pt x="121" y="28"/>
                    <a:pt x="119" y="23"/>
                    <a:pt x="125" y="20"/>
                  </a:cubicBezTo>
                  <a:cubicBezTo>
                    <a:pt x="131" y="18"/>
                    <a:pt x="135" y="20"/>
                    <a:pt x="135" y="23"/>
                  </a:cubicBezTo>
                  <a:cubicBezTo>
                    <a:pt x="135" y="27"/>
                    <a:pt x="136" y="27"/>
                    <a:pt x="140" y="25"/>
                  </a:cubicBezTo>
                  <a:cubicBezTo>
                    <a:pt x="143" y="22"/>
                    <a:pt x="145" y="26"/>
                    <a:pt x="144" y="30"/>
                  </a:cubicBezTo>
                  <a:cubicBezTo>
                    <a:pt x="143" y="33"/>
                    <a:pt x="145" y="30"/>
                    <a:pt x="147" y="33"/>
                  </a:cubicBezTo>
                  <a:cubicBezTo>
                    <a:pt x="149" y="36"/>
                    <a:pt x="147" y="37"/>
                    <a:pt x="146" y="40"/>
                  </a:cubicBezTo>
                  <a:cubicBezTo>
                    <a:pt x="145" y="44"/>
                    <a:pt x="151" y="43"/>
                    <a:pt x="149" y="46"/>
                  </a:cubicBezTo>
                  <a:cubicBezTo>
                    <a:pt x="146" y="49"/>
                    <a:pt x="146" y="46"/>
                    <a:pt x="141" y="45"/>
                  </a:cubicBezTo>
                  <a:cubicBezTo>
                    <a:pt x="136" y="45"/>
                    <a:pt x="144" y="41"/>
                    <a:pt x="140" y="40"/>
                  </a:cubicBezTo>
                  <a:cubicBezTo>
                    <a:pt x="137" y="40"/>
                    <a:pt x="133" y="38"/>
                    <a:pt x="130" y="41"/>
                  </a:cubicBezTo>
                  <a:cubicBezTo>
                    <a:pt x="126" y="44"/>
                    <a:pt x="128" y="45"/>
                    <a:pt x="131" y="46"/>
                  </a:cubicBezTo>
                  <a:cubicBezTo>
                    <a:pt x="134" y="48"/>
                    <a:pt x="134" y="51"/>
                    <a:pt x="129" y="51"/>
                  </a:cubicBezTo>
                  <a:cubicBezTo>
                    <a:pt x="125" y="52"/>
                    <a:pt x="124" y="47"/>
                    <a:pt x="120" y="53"/>
                  </a:cubicBezTo>
                  <a:cubicBezTo>
                    <a:pt x="115" y="59"/>
                    <a:pt x="106" y="67"/>
                    <a:pt x="100" y="71"/>
                  </a:cubicBezTo>
                  <a:cubicBezTo>
                    <a:pt x="93" y="75"/>
                    <a:pt x="92" y="77"/>
                    <a:pt x="93" y="81"/>
                  </a:cubicBezTo>
                  <a:cubicBezTo>
                    <a:pt x="93" y="85"/>
                    <a:pt x="95" y="89"/>
                    <a:pt x="91" y="89"/>
                  </a:cubicBezTo>
                  <a:cubicBezTo>
                    <a:pt x="88" y="88"/>
                    <a:pt x="91" y="79"/>
                    <a:pt x="83" y="79"/>
                  </a:cubicBezTo>
                  <a:cubicBezTo>
                    <a:pt x="76" y="78"/>
                    <a:pt x="74" y="79"/>
                    <a:pt x="70" y="81"/>
                  </a:cubicBezTo>
                  <a:cubicBezTo>
                    <a:pt x="65" y="82"/>
                    <a:pt x="61" y="89"/>
                    <a:pt x="63" y="95"/>
                  </a:cubicBezTo>
                  <a:cubicBezTo>
                    <a:pt x="66" y="101"/>
                    <a:pt x="68" y="103"/>
                    <a:pt x="72" y="99"/>
                  </a:cubicBezTo>
                  <a:cubicBezTo>
                    <a:pt x="76" y="94"/>
                    <a:pt x="82" y="90"/>
                    <a:pt x="81" y="94"/>
                  </a:cubicBezTo>
                  <a:cubicBezTo>
                    <a:pt x="80" y="99"/>
                    <a:pt x="72" y="104"/>
                    <a:pt x="76" y="105"/>
                  </a:cubicBezTo>
                  <a:cubicBezTo>
                    <a:pt x="80" y="106"/>
                    <a:pt x="84" y="104"/>
                    <a:pt x="85" y="107"/>
                  </a:cubicBezTo>
                  <a:cubicBezTo>
                    <a:pt x="86" y="111"/>
                    <a:pt x="81" y="117"/>
                    <a:pt x="86" y="118"/>
                  </a:cubicBezTo>
                  <a:cubicBezTo>
                    <a:pt x="92" y="119"/>
                    <a:pt x="90" y="123"/>
                    <a:pt x="87" y="122"/>
                  </a:cubicBezTo>
                  <a:cubicBezTo>
                    <a:pt x="84" y="121"/>
                    <a:pt x="82" y="119"/>
                    <a:pt x="78" y="114"/>
                  </a:cubicBezTo>
                  <a:cubicBezTo>
                    <a:pt x="74" y="109"/>
                    <a:pt x="71" y="110"/>
                    <a:pt x="67" y="108"/>
                  </a:cubicBezTo>
                  <a:cubicBezTo>
                    <a:pt x="63" y="106"/>
                    <a:pt x="58" y="107"/>
                    <a:pt x="54" y="104"/>
                  </a:cubicBezTo>
                  <a:cubicBezTo>
                    <a:pt x="51" y="101"/>
                    <a:pt x="51" y="97"/>
                    <a:pt x="48" y="93"/>
                  </a:cubicBezTo>
                  <a:cubicBezTo>
                    <a:pt x="46" y="88"/>
                    <a:pt x="42" y="82"/>
                    <a:pt x="41" y="80"/>
                  </a:cubicBezTo>
                  <a:cubicBezTo>
                    <a:pt x="39" y="79"/>
                    <a:pt x="44" y="87"/>
                    <a:pt x="42" y="91"/>
                  </a:cubicBezTo>
                  <a:cubicBezTo>
                    <a:pt x="41" y="94"/>
                    <a:pt x="39" y="89"/>
                    <a:pt x="37" y="83"/>
                  </a:cubicBezTo>
                  <a:cubicBezTo>
                    <a:pt x="35" y="76"/>
                    <a:pt x="36" y="73"/>
                    <a:pt x="33" y="71"/>
                  </a:cubicBezTo>
                  <a:cubicBezTo>
                    <a:pt x="30" y="69"/>
                    <a:pt x="28" y="64"/>
                    <a:pt x="31" y="59"/>
                  </a:cubicBezTo>
                  <a:cubicBezTo>
                    <a:pt x="34" y="53"/>
                    <a:pt x="41" y="48"/>
                    <a:pt x="39" y="40"/>
                  </a:cubicBezTo>
                  <a:cubicBezTo>
                    <a:pt x="36" y="32"/>
                    <a:pt x="45" y="34"/>
                    <a:pt x="42" y="29"/>
                  </a:cubicBezTo>
                  <a:cubicBezTo>
                    <a:pt x="40" y="24"/>
                    <a:pt x="37" y="22"/>
                    <a:pt x="33" y="23"/>
                  </a:cubicBezTo>
                  <a:cubicBezTo>
                    <a:pt x="29" y="23"/>
                    <a:pt x="23" y="22"/>
                    <a:pt x="20" y="23"/>
                  </a:cubicBezTo>
                  <a:cubicBezTo>
                    <a:pt x="16" y="25"/>
                    <a:pt x="15" y="27"/>
                    <a:pt x="7" y="29"/>
                  </a:cubicBezTo>
                  <a:cubicBezTo>
                    <a:pt x="0" y="30"/>
                    <a:pt x="2" y="28"/>
                    <a:pt x="4" y="25"/>
                  </a:cubicBezTo>
                  <a:cubicBezTo>
                    <a:pt x="6" y="21"/>
                    <a:pt x="3" y="20"/>
                    <a:pt x="14" y="17"/>
                  </a:cubicBezTo>
                  <a:close/>
                </a:path>
              </a:pathLst>
            </a:custGeom>
            <a:grpFill/>
            <a:ln w="9525">
              <a:solidFill>
                <a:srgbClr val="FFFFFF"/>
              </a:solid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8" name="Freeform 11"/>
            <p:cNvSpPr>
              <a:spLocks/>
            </p:cNvSpPr>
            <p:nvPr/>
          </p:nvSpPr>
          <p:spPr bwMode="auto">
            <a:xfrm>
              <a:off x="3122613" y="5788025"/>
              <a:ext cx="411163" cy="635000"/>
            </a:xfrm>
            <a:custGeom>
              <a:avLst/>
              <a:gdLst>
                <a:gd name="T0" fmla="*/ 19 w 83"/>
                <a:gd name="T1" fmla="*/ 1 h 128"/>
                <a:gd name="T2" fmla="*/ 11 w 83"/>
                <a:gd name="T3" fmla="*/ 8 h 128"/>
                <a:gd name="T4" fmla="*/ 7 w 83"/>
                <a:gd name="T5" fmla="*/ 14 h 128"/>
                <a:gd name="T6" fmla="*/ 3 w 83"/>
                <a:gd name="T7" fmla="*/ 28 h 128"/>
                <a:gd name="T8" fmla="*/ 6 w 83"/>
                <a:gd name="T9" fmla="*/ 41 h 128"/>
                <a:gd name="T10" fmla="*/ 16 w 83"/>
                <a:gd name="T11" fmla="*/ 56 h 128"/>
                <a:gd name="T12" fmla="*/ 24 w 83"/>
                <a:gd name="T13" fmla="*/ 76 h 128"/>
                <a:gd name="T14" fmla="*/ 30 w 83"/>
                <a:gd name="T15" fmla="*/ 109 h 128"/>
                <a:gd name="T16" fmla="*/ 46 w 83"/>
                <a:gd name="T17" fmla="*/ 128 h 128"/>
                <a:gd name="T18" fmla="*/ 43 w 83"/>
                <a:gd name="T19" fmla="*/ 118 h 128"/>
                <a:gd name="T20" fmla="*/ 41 w 83"/>
                <a:gd name="T21" fmla="*/ 103 h 128"/>
                <a:gd name="T22" fmla="*/ 51 w 83"/>
                <a:gd name="T23" fmla="*/ 96 h 128"/>
                <a:gd name="T24" fmla="*/ 58 w 83"/>
                <a:gd name="T25" fmla="*/ 87 h 128"/>
                <a:gd name="T26" fmla="*/ 64 w 83"/>
                <a:gd name="T27" fmla="*/ 70 h 128"/>
                <a:gd name="T28" fmla="*/ 75 w 83"/>
                <a:gd name="T29" fmla="*/ 63 h 128"/>
                <a:gd name="T30" fmla="*/ 80 w 83"/>
                <a:gd name="T31" fmla="*/ 44 h 128"/>
                <a:gd name="T32" fmla="*/ 71 w 83"/>
                <a:gd name="T33" fmla="*/ 29 h 128"/>
                <a:gd name="T34" fmla="*/ 55 w 83"/>
                <a:gd name="T35" fmla="*/ 20 h 128"/>
                <a:gd name="T36" fmla="*/ 44 w 83"/>
                <a:gd name="T37" fmla="*/ 12 h 128"/>
                <a:gd name="T38" fmla="*/ 35 w 83"/>
                <a:gd name="T39" fmla="*/ 4 h 128"/>
                <a:gd name="T40" fmla="*/ 19 w 83"/>
                <a:gd name="T41" fmla="*/ 1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3" h="128">
                  <a:moveTo>
                    <a:pt x="19" y="1"/>
                  </a:moveTo>
                  <a:cubicBezTo>
                    <a:pt x="12" y="3"/>
                    <a:pt x="13" y="5"/>
                    <a:pt x="11" y="8"/>
                  </a:cubicBezTo>
                  <a:cubicBezTo>
                    <a:pt x="8" y="10"/>
                    <a:pt x="7" y="10"/>
                    <a:pt x="7" y="14"/>
                  </a:cubicBezTo>
                  <a:cubicBezTo>
                    <a:pt x="7" y="19"/>
                    <a:pt x="4" y="21"/>
                    <a:pt x="3" y="28"/>
                  </a:cubicBezTo>
                  <a:cubicBezTo>
                    <a:pt x="3" y="35"/>
                    <a:pt x="0" y="33"/>
                    <a:pt x="6" y="41"/>
                  </a:cubicBezTo>
                  <a:cubicBezTo>
                    <a:pt x="11" y="49"/>
                    <a:pt x="8" y="52"/>
                    <a:pt x="16" y="56"/>
                  </a:cubicBezTo>
                  <a:cubicBezTo>
                    <a:pt x="23" y="60"/>
                    <a:pt x="23" y="63"/>
                    <a:pt x="24" y="76"/>
                  </a:cubicBezTo>
                  <a:cubicBezTo>
                    <a:pt x="25" y="90"/>
                    <a:pt x="25" y="101"/>
                    <a:pt x="30" y="109"/>
                  </a:cubicBezTo>
                  <a:cubicBezTo>
                    <a:pt x="34" y="118"/>
                    <a:pt x="41" y="128"/>
                    <a:pt x="46" y="128"/>
                  </a:cubicBezTo>
                  <a:cubicBezTo>
                    <a:pt x="52" y="128"/>
                    <a:pt x="42" y="127"/>
                    <a:pt x="43" y="118"/>
                  </a:cubicBezTo>
                  <a:cubicBezTo>
                    <a:pt x="45" y="108"/>
                    <a:pt x="40" y="108"/>
                    <a:pt x="41" y="103"/>
                  </a:cubicBezTo>
                  <a:cubicBezTo>
                    <a:pt x="41" y="97"/>
                    <a:pt x="50" y="101"/>
                    <a:pt x="51" y="96"/>
                  </a:cubicBezTo>
                  <a:cubicBezTo>
                    <a:pt x="52" y="91"/>
                    <a:pt x="54" y="93"/>
                    <a:pt x="58" y="87"/>
                  </a:cubicBezTo>
                  <a:cubicBezTo>
                    <a:pt x="62" y="81"/>
                    <a:pt x="57" y="75"/>
                    <a:pt x="64" y="70"/>
                  </a:cubicBezTo>
                  <a:cubicBezTo>
                    <a:pt x="71" y="65"/>
                    <a:pt x="72" y="71"/>
                    <a:pt x="75" y="63"/>
                  </a:cubicBezTo>
                  <a:cubicBezTo>
                    <a:pt x="78" y="56"/>
                    <a:pt x="78" y="53"/>
                    <a:pt x="80" y="44"/>
                  </a:cubicBezTo>
                  <a:cubicBezTo>
                    <a:pt x="83" y="35"/>
                    <a:pt x="80" y="31"/>
                    <a:pt x="71" y="29"/>
                  </a:cubicBezTo>
                  <a:cubicBezTo>
                    <a:pt x="61" y="27"/>
                    <a:pt x="58" y="25"/>
                    <a:pt x="55" y="20"/>
                  </a:cubicBezTo>
                  <a:cubicBezTo>
                    <a:pt x="52" y="15"/>
                    <a:pt x="50" y="14"/>
                    <a:pt x="44" y="12"/>
                  </a:cubicBezTo>
                  <a:cubicBezTo>
                    <a:pt x="38" y="10"/>
                    <a:pt x="39" y="3"/>
                    <a:pt x="35" y="4"/>
                  </a:cubicBezTo>
                  <a:cubicBezTo>
                    <a:pt x="31" y="4"/>
                    <a:pt x="23" y="0"/>
                    <a:pt x="19" y="1"/>
                  </a:cubicBezTo>
                  <a:close/>
                </a:path>
              </a:pathLst>
            </a:custGeom>
            <a:grpFill/>
            <a:ln w="9525">
              <a:solidFill>
                <a:srgbClr val="FFFFFF"/>
              </a:solid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9" name="Freeform 12"/>
            <p:cNvSpPr>
              <a:spLocks/>
            </p:cNvSpPr>
            <p:nvPr/>
          </p:nvSpPr>
          <p:spPr bwMode="auto">
            <a:xfrm>
              <a:off x="3454401" y="5168900"/>
              <a:ext cx="357188" cy="193675"/>
            </a:xfrm>
            <a:custGeom>
              <a:avLst/>
              <a:gdLst>
                <a:gd name="T0" fmla="*/ 2 w 72"/>
                <a:gd name="T1" fmla="*/ 8 h 39"/>
                <a:gd name="T2" fmla="*/ 9 w 72"/>
                <a:gd name="T3" fmla="*/ 11 h 39"/>
                <a:gd name="T4" fmla="*/ 15 w 72"/>
                <a:gd name="T5" fmla="*/ 20 h 39"/>
                <a:gd name="T6" fmla="*/ 12 w 72"/>
                <a:gd name="T7" fmla="*/ 34 h 39"/>
                <a:gd name="T8" fmla="*/ 28 w 72"/>
                <a:gd name="T9" fmla="*/ 29 h 39"/>
                <a:gd name="T10" fmla="*/ 44 w 72"/>
                <a:gd name="T11" fmla="*/ 23 h 39"/>
                <a:gd name="T12" fmla="*/ 54 w 72"/>
                <a:gd name="T13" fmla="*/ 17 h 39"/>
                <a:gd name="T14" fmla="*/ 66 w 72"/>
                <a:gd name="T15" fmla="*/ 6 h 39"/>
                <a:gd name="T16" fmla="*/ 57 w 72"/>
                <a:gd name="T17" fmla="*/ 3 h 39"/>
                <a:gd name="T18" fmla="*/ 33 w 72"/>
                <a:gd name="T19" fmla="*/ 3 h 39"/>
                <a:gd name="T20" fmla="*/ 13 w 72"/>
                <a:gd name="T21" fmla="*/ 6 h 39"/>
                <a:gd name="T22" fmla="*/ 2 w 72"/>
                <a:gd name="T23" fmla="*/ 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2" h="39">
                  <a:moveTo>
                    <a:pt x="2" y="8"/>
                  </a:moveTo>
                  <a:cubicBezTo>
                    <a:pt x="0" y="10"/>
                    <a:pt x="3" y="10"/>
                    <a:pt x="9" y="11"/>
                  </a:cubicBezTo>
                  <a:cubicBezTo>
                    <a:pt x="15" y="12"/>
                    <a:pt x="17" y="16"/>
                    <a:pt x="15" y="20"/>
                  </a:cubicBezTo>
                  <a:cubicBezTo>
                    <a:pt x="13" y="24"/>
                    <a:pt x="9" y="29"/>
                    <a:pt x="12" y="34"/>
                  </a:cubicBezTo>
                  <a:cubicBezTo>
                    <a:pt x="16" y="39"/>
                    <a:pt x="20" y="35"/>
                    <a:pt x="28" y="29"/>
                  </a:cubicBezTo>
                  <a:cubicBezTo>
                    <a:pt x="35" y="24"/>
                    <a:pt x="38" y="24"/>
                    <a:pt x="44" y="23"/>
                  </a:cubicBezTo>
                  <a:cubicBezTo>
                    <a:pt x="51" y="22"/>
                    <a:pt x="52" y="21"/>
                    <a:pt x="54" y="17"/>
                  </a:cubicBezTo>
                  <a:cubicBezTo>
                    <a:pt x="56" y="13"/>
                    <a:pt x="59" y="8"/>
                    <a:pt x="66" y="6"/>
                  </a:cubicBezTo>
                  <a:cubicBezTo>
                    <a:pt x="72" y="4"/>
                    <a:pt x="66" y="5"/>
                    <a:pt x="57" y="3"/>
                  </a:cubicBezTo>
                  <a:cubicBezTo>
                    <a:pt x="48" y="0"/>
                    <a:pt x="40" y="2"/>
                    <a:pt x="33" y="3"/>
                  </a:cubicBezTo>
                  <a:cubicBezTo>
                    <a:pt x="26" y="4"/>
                    <a:pt x="17" y="4"/>
                    <a:pt x="13" y="6"/>
                  </a:cubicBezTo>
                  <a:cubicBezTo>
                    <a:pt x="8" y="8"/>
                    <a:pt x="4" y="6"/>
                    <a:pt x="2" y="8"/>
                  </a:cubicBezTo>
                  <a:close/>
                </a:path>
              </a:pathLst>
            </a:custGeom>
            <a:grpFill/>
            <a:ln w="9525">
              <a:solidFill>
                <a:srgbClr val="FFFFFF"/>
              </a:solid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0" name="Freeform 13"/>
            <p:cNvSpPr>
              <a:spLocks/>
            </p:cNvSpPr>
            <p:nvPr/>
          </p:nvSpPr>
          <p:spPr bwMode="auto">
            <a:xfrm>
              <a:off x="3678238" y="5208588"/>
              <a:ext cx="1420813" cy="1025525"/>
            </a:xfrm>
            <a:custGeom>
              <a:avLst/>
              <a:gdLst>
                <a:gd name="T0" fmla="*/ 7 w 287"/>
                <a:gd name="T1" fmla="*/ 94 h 207"/>
                <a:gd name="T2" fmla="*/ 21 w 287"/>
                <a:gd name="T3" fmla="*/ 133 h 207"/>
                <a:gd name="T4" fmla="*/ 53 w 287"/>
                <a:gd name="T5" fmla="*/ 157 h 207"/>
                <a:gd name="T6" fmla="*/ 69 w 287"/>
                <a:gd name="T7" fmla="*/ 205 h 207"/>
                <a:gd name="T8" fmla="*/ 100 w 287"/>
                <a:gd name="T9" fmla="*/ 173 h 207"/>
                <a:gd name="T10" fmla="*/ 120 w 287"/>
                <a:gd name="T11" fmla="*/ 120 h 207"/>
                <a:gd name="T12" fmla="*/ 89 w 287"/>
                <a:gd name="T13" fmla="*/ 91 h 207"/>
                <a:gd name="T14" fmla="*/ 117 w 287"/>
                <a:gd name="T15" fmla="*/ 113 h 207"/>
                <a:gd name="T16" fmla="*/ 116 w 287"/>
                <a:gd name="T17" fmla="*/ 90 h 207"/>
                <a:gd name="T18" fmla="*/ 150 w 287"/>
                <a:gd name="T19" fmla="*/ 98 h 207"/>
                <a:gd name="T20" fmla="*/ 170 w 287"/>
                <a:gd name="T21" fmla="*/ 115 h 207"/>
                <a:gd name="T22" fmla="*/ 194 w 287"/>
                <a:gd name="T23" fmla="*/ 112 h 207"/>
                <a:gd name="T24" fmla="*/ 211 w 287"/>
                <a:gd name="T25" fmla="*/ 140 h 207"/>
                <a:gd name="T26" fmla="*/ 206 w 287"/>
                <a:gd name="T27" fmla="*/ 117 h 207"/>
                <a:gd name="T28" fmla="*/ 217 w 287"/>
                <a:gd name="T29" fmla="*/ 110 h 207"/>
                <a:gd name="T30" fmla="*/ 236 w 287"/>
                <a:gd name="T31" fmla="*/ 83 h 207"/>
                <a:gd name="T32" fmla="*/ 234 w 287"/>
                <a:gd name="T33" fmla="*/ 67 h 207"/>
                <a:gd name="T34" fmla="*/ 240 w 287"/>
                <a:gd name="T35" fmla="*/ 68 h 207"/>
                <a:gd name="T36" fmla="*/ 242 w 287"/>
                <a:gd name="T37" fmla="*/ 40 h 207"/>
                <a:gd name="T38" fmla="*/ 250 w 287"/>
                <a:gd name="T39" fmla="*/ 31 h 207"/>
                <a:gd name="T40" fmla="*/ 263 w 287"/>
                <a:gd name="T41" fmla="*/ 41 h 207"/>
                <a:gd name="T42" fmla="*/ 274 w 287"/>
                <a:gd name="T43" fmla="*/ 28 h 207"/>
                <a:gd name="T44" fmla="*/ 279 w 287"/>
                <a:gd name="T45" fmla="*/ 17 h 207"/>
                <a:gd name="T46" fmla="*/ 212 w 287"/>
                <a:gd name="T47" fmla="*/ 9 h 207"/>
                <a:gd name="T48" fmla="*/ 176 w 287"/>
                <a:gd name="T49" fmla="*/ 8 h 207"/>
                <a:gd name="T50" fmla="*/ 138 w 287"/>
                <a:gd name="T51" fmla="*/ 6 h 207"/>
                <a:gd name="T52" fmla="*/ 119 w 287"/>
                <a:gd name="T53" fmla="*/ 12 h 207"/>
                <a:gd name="T54" fmla="*/ 84 w 287"/>
                <a:gd name="T55" fmla="*/ 23 h 207"/>
                <a:gd name="T56" fmla="*/ 81 w 287"/>
                <a:gd name="T57" fmla="*/ 14 h 207"/>
                <a:gd name="T58" fmla="*/ 52 w 287"/>
                <a:gd name="T59" fmla="*/ 20 h 207"/>
                <a:gd name="T60" fmla="*/ 50 w 287"/>
                <a:gd name="T61" fmla="*/ 30 h 207"/>
                <a:gd name="T62" fmla="*/ 60 w 287"/>
                <a:gd name="T63" fmla="*/ 24 h 207"/>
                <a:gd name="T64" fmla="*/ 74 w 287"/>
                <a:gd name="T65" fmla="*/ 29 h 207"/>
                <a:gd name="T66" fmla="*/ 49 w 287"/>
                <a:gd name="T67" fmla="*/ 39 h 207"/>
                <a:gd name="T68" fmla="*/ 30 w 287"/>
                <a:gd name="T69" fmla="*/ 50 h 207"/>
                <a:gd name="T70" fmla="*/ 19 w 287"/>
                <a:gd name="T71" fmla="*/ 63 h 207"/>
                <a:gd name="T72" fmla="*/ 35 w 287"/>
                <a:gd name="T73" fmla="*/ 64 h 207"/>
                <a:gd name="T74" fmla="*/ 54 w 287"/>
                <a:gd name="T75" fmla="*/ 64 h 207"/>
                <a:gd name="T76" fmla="*/ 53 w 287"/>
                <a:gd name="T77" fmla="*/ 56 h 207"/>
                <a:gd name="T78" fmla="*/ 72 w 287"/>
                <a:gd name="T79" fmla="*/ 68 h 207"/>
                <a:gd name="T80" fmla="*/ 80 w 287"/>
                <a:gd name="T81" fmla="*/ 55 h 207"/>
                <a:gd name="T82" fmla="*/ 95 w 287"/>
                <a:gd name="T83" fmla="*/ 64 h 207"/>
                <a:gd name="T84" fmla="*/ 88 w 287"/>
                <a:gd name="T85" fmla="*/ 73 h 207"/>
                <a:gd name="T86" fmla="*/ 69 w 287"/>
                <a:gd name="T87" fmla="*/ 80 h 207"/>
                <a:gd name="T88" fmla="*/ 51 w 287"/>
                <a:gd name="T89" fmla="*/ 73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87" h="207">
                  <a:moveTo>
                    <a:pt x="23" y="74"/>
                  </a:moveTo>
                  <a:cubicBezTo>
                    <a:pt x="20" y="74"/>
                    <a:pt x="16" y="77"/>
                    <a:pt x="15" y="81"/>
                  </a:cubicBezTo>
                  <a:cubicBezTo>
                    <a:pt x="14" y="86"/>
                    <a:pt x="10" y="88"/>
                    <a:pt x="7" y="94"/>
                  </a:cubicBezTo>
                  <a:cubicBezTo>
                    <a:pt x="3" y="100"/>
                    <a:pt x="2" y="100"/>
                    <a:pt x="3" y="106"/>
                  </a:cubicBezTo>
                  <a:cubicBezTo>
                    <a:pt x="4" y="112"/>
                    <a:pt x="0" y="118"/>
                    <a:pt x="6" y="123"/>
                  </a:cubicBezTo>
                  <a:cubicBezTo>
                    <a:pt x="12" y="129"/>
                    <a:pt x="14" y="135"/>
                    <a:pt x="21" y="133"/>
                  </a:cubicBezTo>
                  <a:cubicBezTo>
                    <a:pt x="28" y="131"/>
                    <a:pt x="32" y="128"/>
                    <a:pt x="38" y="130"/>
                  </a:cubicBezTo>
                  <a:cubicBezTo>
                    <a:pt x="45" y="132"/>
                    <a:pt x="48" y="135"/>
                    <a:pt x="48" y="141"/>
                  </a:cubicBezTo>
                  <a:cubicBezTo>
                    <a:pt x="49" y="148"/>
                    <a:pt x="51" y="150"/>
                    <a:pt x="53" y="157"/>
                  </a:cubicBezTo>
                  <a:cubicBezTo>
                    <a:pt x="55" y="165"/>
                    <a:pt x="51" y="166"/>
                    <a:pt x="52" y="174"/>
                  </a:cubicBezTo>
                  <a:cubicBezTo>
                    <a:pt x="53" y="182"/>
                    <a:pt x="56" y="185"/>
                    <a:pt x="58" y="191"/>
                  </a:cubicBezTo>
                  <a:cubicBezTo>
                    <a:pt x="59" y="198"/>
                    <a:pt x="59" y="207"/>
                    <a:pt x="69" y="205"/>
                  </a:cubicBezTo>
                  <a:cubicBezTo>
                    <a:pt x="78" y="204"/>
                    <a:pt x="84" y="199"/>
                    <a:pt x="87" y="193"/>
                  </a:cubicBezTo>
                  <a:cubicBezTo>
                    <a:pt x="90" y="187"/>
                    <a:pt x="92" y="188"/>
                    <a:pt x="93" y="183"/>
                  </a:cubicBezTo>
                  <a:cubicBezTo>
                    <a:pt x="93" y="179"/>
                    <a:pt x="95" y="178"/>
                    <a:pt x="100" y="173"/>
                  </a:cubicBezTo>
                  <a:cubicBezTo>
                    <a:pt x="104" y="168"/>
                    <a:pt x="100" y="165"/>
                    <a:pt x="101" y="157"/>
                  </a:cubicBezTo>
                  <a:cubicBezTo>
                    <a:pt x="101" y="150"/>
                    <a:pt x="102" y="145"/>
                    <a:pt x="109" y="138"/>
                  </a:cubicBezTo>
                  <a:cubicBezTo>
                    <a:pt x="116" y="132"/>
                    <a:pt x="123" y="122"/>
                    <a:pt x="120" y="120"/>
                  </a:cubicBezTo>
                  <a:cubicBezTo>
                    <a:pt x="116" y="118"/>
                    <a:pt x="112" y="123"/>
                    <a:pt x="107" y="120"/>
                  </a:cubicBezTo>
                  <a:cubicBezTo>
                    <a:pt x="103" y="117"/>
                    <a:pt x="105" y="115"/>
                    <a:pt x="99" y="109"/>
                  </a:cubicBezTo>
                  <a:cubicBezTo>
                    <a:pt x="94" y="104"/>
                    <a:pt x="89" y="98"/>
                    <a:pt x="89" y="91"/>
                  </a:cubicBezTo>
                  <a:cubicBezTo>
                    <a:pt x="89" y="85"/>
                    <a:pt x="94" y="92"/>
                    <a:pt x="97" y="97"/>
                  </a:cubicBezTo>
                  <a:cubicBezTo>
                    <a:pt x="99" y="102"/>
                    <a:pt x="103" y="106"/>
                    <a:pt x="105" y="110"/>
                  </a:cubicBezTo>
                  <a:cubicBezTo>
                    <a:pt x="107" y="114"/>
                    <a:pt x="105" y="118"/>
                    <a:pt x="117" y="113"/>
                  </a:cubicBezTo>
                  <a:cubicBezTo>
                    <a:pt x="129" y="108"/>
                    <a:pt x="129" y="106"/>
                    <a:pt x="132" y="103"/>
                  </a:cubicBezTo>
                  <a:cubicBezTo>
                    <a:pt x="135" y="99"/>
                    <a:pt x="135" y="97"/>
                    <a:pt x="128" y="96"/>
                  </a:cubicBezTo>
                  <a:cubicBezTo>
                    <a:pt x="121" y="95"/>
                    <a:pt x="117" y="95"/>
                    <a:pt x="116" y="90"/>
                  </a:cubicBezTo>
                  <a:cubicBezTo>
                    <a:pt x="115" y="86"/>
                    <a:pt x="113" y="86"/>
                    <a:pt x="120" y="90"/>
                  </a:cubicBezTo>
                  <a:cubicBezTo>
                    <a:pt x="127" y="95"/>
                    <a:pt x="125" y="93"/>
                    <a:pt x="134" y="94"/>
                  </a:cubicBezTo>
                  <a:cubicBezTo>
                    <a:pt x="143" y="95"/>
                    <a:pt x="148" y="94"/>
                    <a:pt x="150" y="98"/>
                  </a:cubicBezTo>
                  <a:cubicBezTo>
                    <a:pt x="153" y="102"/>
                    <a:pt x="153" y="99"/>
                    <a:pt x="156" y="105"/>
                  </a:cubicBezTo>
                  <a:cubicBezTo>
                    <a:pt x="159" y="110"/>
                    <a:pt x="162" y="125"/>
                    <a:pt x="165" y="125"/>
                  </a:cubicBezTo>
                  <a:cubicBezTo>
                    <a:pt x="168" y="126"/>
                    <a:pt x="169" y="120"/>
                    <a:pt x="170" y="115"/>
                  </a:cubicBezTo>
                  <a:cubicBezTo>
                    <a:pt x="171" y="109"/>
                    <a:pt x="172" y="111"/>
                    <a:pt x="178" y="105"/>
                  </a:cubicBezTo>
                  <a:cubicBezTo>
                    <a:pt x="183" y="99"/>
                    <a:pt x="186" y="96"/>
                    <a:pt x="189" y="100"/>
                  </a:cubicBezTo>
                  <a:cubicBezTo>
                    <a:pt x="192" y="103"/>
                    <a:pt x="191" y="111"/>
                    <a:pt x="194" y="112"/>
                  </a:cubicBezTo>
                  <a:cubicBezTo>
                    <a:pt x="198" y="113"/>
                    <a:pt x="200" y="111"/>
                    <a:pt x="202" y="116"/>
                  </a:cubicBezTo>
                  <a:cubicBezTo>
                    <a:pt x="203" y="121"/>
                    <a:pt x="199" y="124"/>
                    <a:pt x="203" y="128"/>
                  </a:cubicBezTo>
                  <a:cubicBezTo>
                    <a:pt x="207" y="132"/>
                    <a:pt x="208" y="139"/>
                    <a:pt x="211" y="140"/>
                  </a:cubicBezTo>
                  <a:cubicBezTo>
                    <a:pt x="213" y="141"/>
                    <a:pt x="214" y="138"/>
                    <a:pt x="212" y="134"/>
                  </a:cubicBezTo>
                  <a:cubicBezTo>
                    <a:pt x="210" y="130"/>
                    <a:pt x="206" y="131"/>
                    <a:pt x="206" y="127"/>
                  </a:cubicBezTo>
                  <a:cubicBezTo>
                    <a:pt x="207" y="123"/>
                    <a:pt x="202" y="120"/>
                    <a:pt x="206" y="117"/>
                  </a:cubicBezTo>
                  <a:cubicBezTo>
                    <a:pt x="210" y="115"/>
                    <a:pt x="209" y="121"/>
                    <a:pt x="213" y="124"/>
                  </a:cubicBezTo>
                  <a:cubicBezTo>
                    <a:pt x="216" y="126"/>
                    <a:pt x="218" y="121"/>
                    <a:pt x="220" y="119"/>
                  </a:cubicBezTo>
                  <a:cubicBezTo>
                    <a:pt x="223" y="117"/>
                    <a:pt x="221" y="115"/>
                    <a:pt x="217" y="110"/>
                  </a:cubicBezTo>
                  <a:cubicBezTo>
                    <a:pt x="213" y="105"/>
                    <a:pt x="211" y="101"/>
                    <a:pt x="218" y="101"/>
                  </a:cubicBezTo>
                  <a:cubicBezTo>
                    <a:pt x="225" y="101"/>
                    <a:pt x="230" y="100"/>
                    <a:pt x="234" y="94"/>
                  </a:cubicBezTo>
                  <a:cubicBezTo>
                    <a:pt x="238" y="88"/>
                    <a:pt x="238" y="86"/>
                    <a:pt x="236" y="83"/>
                  </a:cubicBezTo>
                  <a:cubicBezTo>
                    <a:pt x="234" y="80"/>
                    <a:pt x="229" y="78"/>
                    <a:pt x="230" y="75"/>
                  </a:cubicBezTo>
                  <a:cubicBezTo>
                    <a:pt x="230" y="71"/>
                    <a:pt x="223" y="72"/>
                    <a:pt x="225" y="69"/>
                  </a:cubicBezTo>
                  <a:cubicBezTo>
                    <a:pt x="227" y="66"/>
                    <a:pt x="231" y="63"/>
                    <a:pt x="234" y="67"/>
                  </a:cubicBezTo>
                  <a:cubicBezTo>
                    <a:pt x="238" y="72"/>
                    <a:pt x="234" y="68"/>
                    <a:pt x="238" y="72"/>
                  </a:cubicBezTo>
                  <a:cubicBezTo>
                    <a:pt x="242" y="76"/>
                    <a:pt x="244" y="77"/>
                    <a:pt x="246" y="74"/>
                  </a:cubicBezTo>
                  <a:cubicBezTo>
                    <a:pt x="247" y="71"/>
                    <a:pt x="241" y="70"/>
                    <a:pt x="240" y="68"/>
                  </a:cubicBezTo>
                  <a:cubicBezTo>
                    <a:pt x="239" y="65"/>
                    <a:pt x="238" y="65"/>
                    <a:pt x="242" y="62"/>
                  </a:cubicBezTo>
                  <a:cubicBezTo>
                    <a:pt x="246" y="60"/>
                    <a:pt x="248" y="60"/>
                    <a:pt x="248" y="52"/>
                  </a:cubicBezTo>
                  <a:cubicBezTo>
                    <a:pt x="247" y="45"/>
                    <a:pt x="246" y="42"/>
                    <a:pt x="242" y="40"/>
                  </a:cubicBezTo>
                  <a:cubicBezTo>
                    <a:pt x="238" y="37"/>
                    <a:pt x="232" y="41"/>
                    <a:pt x="232" y="37"/>
                  </a:cubicBezTo>
                  <a:cubicBezTo>
                    <a:pt x="232" y="34"/>
                    <a:pt x="233" y="29"/>
                    <a:pt x="238" y="30"/>
                  </a:cubicBezTo>
                  <a:cubicBezTo>
                    <a:pt x="243" y="30"/>
                    <a:pt x="247" y="34"/>
                    <a:pt x="250" y="31"/>
                  </a:cubicBezTo>
                  <a:cubicBezTo>
                    <a:pt x="254" y="29"/>
                    <a:pt x="249" y="26"/>
                    <a:pt x="255" y="26"/>
                  </a:cubicBezTo>
                  <a:cubicBezTo>
                    <a:pt x="262" y="26"/>
                    <a:pt x="260" y="29"/>
                    <a:pt x="259" y="32"/>
                  </a:cubicBezTo>
                  <a:cubicBezTo>
                    <a:pt x="259" y="36"/>
                    <a:pt x="258" y="36"/>
                    <a:pt x="263" y="41"/>
                  </a:cubicBezTo>
                  <a:cubicBezTo>
                    <a:pt x="268" y="45"/>
                    <a:pt x="269" y="47"/>
                    <a:pt x="269" y="40"/>
                  </a:cubicBezTo>
                  <a:cubicBezTo>
                    <a:pt x="269" y="32"/>
                    <a:pt x="261" y="31"/>
                    <a:pt x="265" y="29"/>
                  </a:cubicBezTo>
                  <a:cubicBezTo>
                    <a:pt x="269" y="27"/>
                    <a:pt x="270" y="31"/>
                    <a:pt x="274" y="28"/>
                  </a:cubicBezTo>
                  <a:cubicBezTo>
                    <a:pt x="278" y="25"/>
                    <a:pt x="276" y="26"/>
                    <a:pt x="273" y="22"/>
                  </a:cubicBezTo>
                  <a:cubicBezTo>
                    <a:pt x="271" y="18"/>
                    <a:pt x="275" y="20"/>
                    <a:pt x="279" y="21"/>
                  </a:cubicBezTo>
                  <a:cubicBezTo>
                    <a:pt x="283" y="23"/>
                    <a:pt x="287" y="20"/>
                    <a:pt x="279" y="17"/>
                  </a:cubicBezTo>
                  <a:cubicBezTo>
                    <a:pt x="272" y="15"/>
                    <a:pt x="253" y="11"/>
                    <a:pt x="248" y="12"/>
                  </a:cubicBezTo>
                  <a:cubicBezTo>
                    <a:pt x="242" y="13"/>
                    <a:pt x="240" y="16"/>
                    <a:pt x="233" y="12"/>
                  </a:cubicBezTo>
                  <a:cubicBezTo>
                    <a:pt x="227" y="8"/>
                    <a:pt x="217" y="9"/>
                    <a:pt x="212" y="9"/>
                  </a:cubicBezTo>
                  <a:cubicBezTo>
                    <a:pt x="208" y="9"/>
                    <a:pt x="209" y="11"/>
                    <a:pt x="203" y="11"/>
                  </a:cubicBezTo>
                  <a:cubicBezTo>
                    <a:pt x="198" y="11"/>
                    <a:pt x="196" y="8"/>
                    <a:pt x="192" y="7"/>
                  </a:cubicBezTo>
                  <a:cubicBezTo>
                    <a:pt x="187" y="6"/>
                    <a:pt x="181" y="10"/>
                    <a:pt x="176" y="8"/>
                  </a:cubicBezTo>
                  <a:cubicBezTo>
                    <a:pt x="172" y="6"/>
                    <a:pt x="165" y="7"/>
                    <a:pt x="168" y="4"/>
                  </a:cubicBezTo>
                  <a:cubicBezTo>
                    <a:pt x="172" y="0"/>
                    <a:pt x="160" y="1"/>
                    <a:pt x="154" y="2"/>
                  </a:cubicBezTo>
                  <a:cubicBezTo>
                    <a:pt x="148" y="3"/>
                    <a:pt x="141" y="4"/>
                    <a:pt x="138" y="6"/>
                  </a:cubicBezTo>
                  <a:cubicBezTo>
                    <a:pt x="135" y="9"/>
                    <a:pt x="134" y="10"/>
                    <a:pt x="130" y="10"/>
                  </a:cubicBezTo>
                  <a:cubicBezTo>
                    <a:pt x="126" y="10"/>
                    <a:pt x="126" y="6"/>
                    <a:pt x="123" y="7"/>
                  </a:cubicBezTo>
                  <a:cubicBezTo>
                    <a:pt x="120" y="8"/>
                    <a:pt x="121" y="9"/>
                    <a:pt x="119" y="12"/>
                  </a:cubicBezTo>
                  <a:cubicBezTo>
                    <a:pt x="117" y="15"/>
                    <a:pt x="113" y="12"/>
                    <a:pt x="110" y="14"/>
                  </a:cubicBezTo>
                  <a:cubicBezTo>
                    <a:pt x="107" y="15"/>
                    <a:pt x="103" y="13"/>
                    <a:pt x="99" y="16"/>
                  </a:cubicBezTo>
                  <a:cubicBezTo>
                    <a:pt x="96" y="20"/>
                    <a:pt x="87" y="25"/>
                    <a:pt x="84" y="23"/>
                  </a:cubicBezTo>
                  <a:cubicBezTo>
                    <a:pt x="81" y="21"/>
                    <a:pt x="78" y="19"/>
                    <a:pt x="81" y="19"/>
                  </a:cubicBezTo>
                  <a:cubicBezTo>
                    <a:pt x="83" y="20"/>
                    <a:pt x="89" y="21"/>
                    <a:pt x="88" y="17"/>
                  </a:cubicBezTo>
                  <a:cubicBezTo>
                    <a:pt x="88" y="13"/>
                    <a:pt x="84" y="14"/>
                    <a:pt x="81" y="14"/>
                  </a:cubicBezTo>
                  <a:cubicBezTo>
                    <a:pt x="77" y="14"/>
                    <a:pt x="76" y="11"/>
                    <a:pt x="71" y="12"/>
                  </a:cubicBezTo>
                  <a:cubicBezTo>
                    <a:pt x="66" y="13"/>
                    <a:pt x="61" y="12"/>
                    <a:pt x="58" y="15"/>
                  </a:cubicBezTo>
                  <a:cubicBezTo>
                    <a:pt x="54" y="17"/>
                    <a:pt x="55" y="18"/>
                    <a:pt x="52" y="20"/>
                  </a:cubicBezTo>
                  <a:cubicBezTo>
                    <a:pt x="49" y="22"/>
                    <a:pt x="45" y="22"/>
                    <a:pt x="44" y="25"/>
                  </a:cubicBezTo>
                  <a:cubicBezTo>
                    <a:pt x="43" y="28"/>
                    <a:pt x="40" y="31"/>
                    <a:pt x="43" y="31"/>
                  </a:cubicBezTo>
                  <a:cubicBezTo>
                    <a:pt x="47" y="31"/>
                    <a:pt x="48" y="27"/>
                    <a:pt x="50" y="30"/>
                  </a:cubicBezTo>
                  <a:cubicBezTo>
                    <a:pt x="52" y="32"/>
                    <a:pt x="51" y="37"/>
                    <a:pt x="54" y="36"/>
                  </a:cubicBezTo>
                  <a:cubicBezTo>
                    <a:pt x="58" y="36"/>
                    <a:pt x="56" y="35"/>
                    <a:pt x="59" y="31"/>
                  </a:cubicBezTo>
                  <a:cubicBezTo>
                    <a:pt x="62" y="28"/>
                    <a:pt x="57" y="27"/>
                    <a:pt x="60" y="24"/>
                  </a:cubicBezTo>
                  <a:cubicBezTo>
                    <a:pt x="64" y="21"/>
                    <a:pt x="68" y="17"/>
                    <a:pt x="68" y="21"/>
                  </a:cubicBezTo>
                  <a:cubicBezTo>
                    <a:pt x="68" y="24"/>
                    <a:pt x="62" y="27"/>
                    <a:pt x="64" y="29"/>
                  </a:cubicBezTo>
                  <a:cubicBezTo>
                    <a:pt x="67" y="31"/>
                    <a:pt x="79" y="26"/>
                    <a:pt x="74" y="29"/>
                  </a:cubicBezTo>
                  <a:cubicBezTo>
                    <a:pt x="70" y="32"/>
                    <a:pt x="66" y="32"/>
                    <a:pt x="64" y="36"/>
                  </a:cubicBezTo>
                  <a:cubicBezTo>
                    <a:pt x="63" y="39"/>
                    <a:pt x="63" y="40"/>
                    <a:pt x="58" y="40"/>
                  </a:cubicBezTo>
                  <a:cubicBezTo>
                    <a:pt x="53" y="40"/>
                    <a:pt x="48" y="41"/>
                    <a:pt x="49" y="39"/>
                  </a:cubicBezTo>
                  <a:cubicBezTo>
                    <a:pt x="49" y="36"/>
                    <a:pt x="47" y="37"/>
                    <a:pt x="44" y="40"/>
                  </a:cubicBezTo>
                  <a:cubicBezTo>
                    <a:pt x="41" y="43"/>
                    <a:pt x="39" y="44"/>
                    <a:pt x="36" y="46"/>
                  </a:cubicBezTo>
                  <a:cubicBezTo>
                    <a:pt x="33" y="49"/>
                    <a:pt x="35" y="50"/>
                    <a:pt x="30" y="50"/>
                  </a:cubicBezTo>
                  <a:cubicBezTo>
                    <a:pt x="25" y="50"/>
                    <a:pt x="28" y="50"/>
                    <a:pt x="30" y="53"/>
                  </a:cubicBezTo>
                  <a:cubicBezTo>
                    <a:pt x="32" y="56"/>
                    <a:pt x="32" y="56"/>
                    <a:pt x="28" y="58"/>
                  </a:cubicBezTo>
                  <a:cubicBezTo>
                    <a:pt x="24" y="60"/>
                    <a:pt x="19" y="60"/>
                    <a:pt x="19" y="63"/>
                  </a:cubicBezTo>
                  <a:cubicBezTo>
                    <a:pt x="18" y="66"/>
                    <a:pt x="17" y="70"/>
                    <a:pt x="19" y="71"/>
                  </a:cubicBezTo>
                  <a:cubicBezTo>
                    <a:pt x="22" y="72"/>
                    <a:pt x="23" y="72"/>
                    <a:pt x="28" y="70"/>
                  </a:cubicBezTo>
                  <a:cubicBezTo>
                    <a:pt x="33" y="69"/>
                    <a:pt x="33" y="67"/>
                    <a:pt x="35" y="64"/>
                  </a:cubicBezTo>
                  <a:cubicBezTo>
                    <a:pt x="38" y="61"/>
                    <a:pt x="38" y="59"/>
                    <a:pt x="42" y="59"/>
                  </a:cubicBezTo>
                  <a:cubicBezTo>
                    <a:pt x="46" y="60"/>
                    <a:pt x="46" y="56"/>
                    <a:pt x="48" y="59"/>
                  </a:cubicBezTo>
                  <a:cubicBezTo>
                    <a:pt x="51" y="62"/>
                    <a:pt x="52" y="61"/>
                    <a:pt x="54" y="64"/>
                  </a:cubicBezTo>
                  <a:cubicBezTo>
                    <a:pt x="57" y="67"/>
                    <a:pt x="57" y="72"/>
                    <a:pt x="59" y="69"/>
                  </a:cubicBezTo>
                  <a:cubicBezTo>
                    <a:pt x="61" y="66"/>
                    <a:pt x="62" y="66"/>
                    <a:pt x="59" y="64"/>
                  </a:cubicBezTo>
                  <a:cubicBezTo>
                    <a:pt x="56" y="61"/>
                    <a:pt x="51" y="58"/>
                    <a:pt x="53" y="56"/>
                  </a:cubicBezTo>
                  <a:cubicBezTo>
                    <a:pt x="55" y="55"/>
                    <a:pt x="57" y="60"/>
                    <a:pt x="61" y="61"/>
                  </a:cubicBezTo>
                  <a:cubicBezTo>
                    <a:pt x="64" y="61"/>
                    <a:pt x="61" y="62"/>
                    <a:pt x="65" y="66"/>
                  </a:cubicBezTo>
                  <a:cubicBezTo>
                    <a:pt x="68" y="70"/>
                    <a:pt x="71" y="70"/>
                    <a:pt x="72" y="68"/>
                  </a:cubicBezTo>
                  <a:cubicBezTo>
                    <a:pt x="72" y="65"/>
                    <a:pt x="69" y="61"/>
                    <a:pt x="73" y="63"/>
                  </a:cubicBezTo>
                  <a:cubicBezTo>
                    <a:pt x="77" y="64"/>
                    <a:pt x="78" y="66"/>
                    <a:pt x="79" y="63"/>
                  </a:cubicBezTo>
                  <a:cubicBezTo>
                    <a:pt x="80" y="61"/>
                    <a:pt x="76" y="58"/>
                    <a:pt x="80" y="55"/>
                  </a:cubicBezTo>
                  <a:cubicBezTo>
                    <a:pt x="83" y="52"/>
                    <a:pt x="84" y="56"/>
                    <a:pt x="88" y="54"/>
                  </a:cubicBezTo>
                  <a:cubicBezTo>
                    <a:pt x="93" y="51"/>
                    <a:pt x="89" y="55"/>
                    <a:pt x="94" y="58"/>
                  </a:cubicBezTo>
                  <a:cubicBezTo>
                    <a:pt x="99" y="61"/>
                    <a:pt x="103" y="65"/>
                    <a:pt x="95" y="64"/>
                  </a:cubicBezTo>
                  <a:cubicBezTo>
                    <a:pt x="87" y="63"/>
                    <a:pt x="86" y="62"/>
                    <a:pt x="83" y="65"/>
                  </a:cubicBezTo>
                  <a:cubicBezTo>
                    <a:pt x="79" y="68"/>
                    <a:pt x="76" y="63"/>
                    <a:pt x="79" y="68"/>
                  </a:cubicBezTo>
                  <a:cubicBezTo>
                    <a:pt x="82" y="74"/>
                    <a:pt x="86" y="70"/>
                    <a:pt x="88" y="73"/>
                  </a:cubicBezTo>
                  <a:cubicBezTo>
                    <a:pt x="91" y="76"/>
                    <a:pt x="92" y="77"/>
                    <a:pt x="88" y="80"/>
                  </a:cubicBezTo>
                  <a:cubicBezTo>
                    <a:pt x="84" y="82"/>
                    <a:pt x="82" y="84"/>
                    <a:pt x="79" y="84"/>
                  </a:cubicBezTo>
                  <a:cubicBezTo>
                    <a:pt x="77" y="84"/>
                    <a:pt x="74" y="80"/>
                    <a:pt x="69" y="80"/>
                  </a:cubicBezTo>
                  <a:cubicBezTo>
                    <a:pt x="63" y="80"/>
                    <a:pt x="66" y="83"/>
                    <a:pt x="61" y="82"/>
                  </a:cubicBezTo>
                  <a:cubicBezTo>
                    <a:pt x="55" y="81"/>
                    <a:pt x="52" y="82"/>
                    <a:pt x="50" y="79"/>
                  </a:cubicBezTo>
                  <a:cubicBezTo>
                    <a:pt x="48" y="76"/>
                    <a:pt x="53" y="76"/>
                    <a:pt x="51" y="73"/>
                  </a:cubicBezTo>
                  <a:cubicBezTo>
                    <a:pt x="49" y="70"/>
                    <a:pt x="43" y="70"/>
                    <a:pt x="38" y="72"/>
                  </a:cubicBezTo>
                  <a:cubicBezTo>
                    <a:pt x="34" y="73"/>
                    <a:pt x="28" y="73"/>
                    <a:pt x="23" y="74"/>
                  </a:cubicBezTo>
                  <a:close/>
                </a:path>
              </a:pathLst>
            </a:custGeom>
            <a:grpFill/>
            <a:ln w="9525">
              <a:solidFill>
                <a:srgbClr val="FFFFFF"/>
              </a:solid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1" name="Freeform 14"/>
            <p:cNvSpPr>
              <a:spLocks/>
            </p:cNvSpPr>
            <p:nvPr/>
          </p:nvSpPr>
          <p:spPr bwMode="auto">
            <a:xfrm>
              <a:off x="4757738" y="6016625"/>
              <a:ext cx="366713" cy="271463"/>
            </a:xfrm>
            <a:custGeom>
              <a:avLst/>
              <a:gdLst>
                <a:gd name="T0" fmla="*/ 44 w 74"/>
                <a:gd name="T1" fmla="*/ 2 h 55"/>
                <a:gd name="T2" fmla="*/ 25 w 74"/>
                <a:gd name="T3" fmla="*/ 10 h 55"/>
                <a:gd name="T4" fmla="*/ 11 w 74"/>
                <a:gd name="T5" fmla="*/ 20 h 55"/>
                <a:gd name="T6" fmla="*/ 5 w 74"/>
                <a:gd name="T7" fmla="*/ 32 h 55"/>
                <a:gd name="T8" fmla="*/ 5 w 74"/>
                <a:gd name="T9" fmla="*/ 46 h 55"/>
                <a:gd name="T10" fmla="*/ 21 w 74"/>
                <a:gd name="T11" fmla="*/ 41 h 55"/>
                <a:gd name="T12" fmla="*/ 37 w 74"/>
                <a:gd name="T13" fmla="*/ 40 h 55"/>
                <a:gd name="T14" fmla="*/ 44 w 74"/>
                <a:gd name="T15" fmla="*/ 52 h 55"/>
                <a:gd name="T16" fmla="*/ 60 w 74"/>
                <a:gd name="T17" fmla="*/ 48 h 55"/>
                <a:gd name="T18" fmla="*/ 72 w 74"/>
                <a:gd name="T19" fmla="*/ 31 h 55"/>
                <a:gd name="T20" fmla="*/ 69 w 74"/>
                <a:gd name="T21" fmla="*/ 16 h 55"/>
                <a:gd name="T22" fmla="*/ 61 w 74"/>
                <a:gd name="T23" fmla="*/ 5 h 55"/>
                <a:gd name="T24" fmla="*/ 55 w 74"/>
                <a:gd name="T25" fmla="*/ 8 h 55"/>
                <a:gd name="T26" fmla="*/ 44 w 74"/>
                <a:gd name="T27" fmla="*/ 2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4" h="55">
                  <a:moveTo>
                    <a:pt x="44" y="2"/>
                  </a:moveTo>
                  <a:cubicBezTo>
                    <a:pt x="38" y="2"/>
                    <a:pt x="31" y="2"/>
                    <a:pt x="25" y="10"/>
                  </a:cubicBezTo>
                  <a:cubicBezTo>
                    <a:pt x="18" y="17"/>
                    <a:pt x="17" y="17"/>
                    <a:pt x="11" y="20"/>
                  </a:cubicBezTo>
                  <a:cubicBezTo>
                    <a:pt x="6" y="23"/>
                    <a:pt x="5" y="24"/>
                    <a:pt x="5" y="32"/>
                  </a:cubicBezTo>
                  <a:cubicBezTo>
                    <a:pt x="6" y="39"/>
                    <a:pt x="0" y="45"/>
                    <a:pt x="5" y="46"/>
                  </a:cubicBezTo>
                  <a:cubicBezTo>
                    <a:pt x="9" y="46"/>
                    <a:pt x="13" y="43"/>
                    <a:pt x="21" y="41"/>
                  </a:cubicBezTo>
                  <a:cubicBezTo>
                    <a:pt x="30" y="38"/>
                    <a:pt x="34" y="35"/>
                    <a:pt x="37" y="40"/>
                  </a:cubicBezTo>
                  <a:cubicBezTo>
                    <a:pt x="39" y="45"/>
                    <a:pt x="38" y="51"/>
                    <a:pt x="44" y="52"/>
                  </a:cubicBezTo>
                  <a:cubicBezTo>
                    <a:pt x="51" y="52"/>
                    <a:pt x="55" y="55"/>
                    <a:pt x="60" y="48"/>
                  </a:cubicBezTo>
                  <a:cubicBezTo>
                    <a:pt x="66" y="41"/>
                    <a:pt x="70" y="39"/>
                    <a:pt x="72" y="31"/>
                  </a:cubicBezTo>
                  <a:cubicBezTo>
                    <a:pt x="74" y="23"/>
                    <a:pt x="74" y="23"/>
                    <a:pt x="69" y="16"/>
                  </a:cubicBezTo>
                  <a:cubicBezTo>
                    <a:pt x="64" y="9"/>
                    <a:pt x="62" y="11"/>
                    <a:pt x="61" y="5"/>
                  </a:cubicBezTo>
                  <a:cubicBezTo>
                    <a:pt x="60" y="0"/>
                    <a:pt x="58" y="7"/>
                    <a:pt x="55" y="8"/>
                  </a:cubicBezTo>
                  <a:cubicBezTo>
                    <a:pt x="52" y="10"/>
                    <a:pt x="47" y="2"/>
                    <a:pt x="44" y="2"/>
                  </a:cubicBezTo>
                  <a:close/>
                </a:path>
              </a:pathLst>
            </a:custGeom>
            <a:grpFill/>
            <a:ln w="9525">
              <a:solidFill>
                <a:srgbClr val="FFFFFF"/>
              </a:solid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2" name="Freeform 15"/>
            <p:cNvSpPr>
              <a:spLocks/>
            </p:cNvSpPr>
            <p:nvPr/>
          </p:nvSpPr>
          <p:spPr bwMode="auto">
            <a:xfrm>
              <a:off x="4633913" y="5853113"/>
              <a:ext cx="242888" cy="153988"/>
            </a:xfrm>
            <a:custGeom>
              <a:avLst/>
              <a:gdLst>
                <a:gd name="T0" fmla="*/ 3 w 49"/>
                <a:gd name="T1" fmla="*/ 2 h 31"/>
                <a:gd name="T2" fmla="*/ 14 w 49"/>
                <a:gd name="T3" fmla="*/ 8 h 31"/>
                <a:gd name="T4" fmla="*/ 23 w 49"/>
                <a:gd name="T5" fmla="*/ 17 h 31"/>
                <a:gd name="T6" fmla="*/ 26 w 49"/>
                <a:gd name="T7" fmla="*/ 24 h 31"/>
                <a:gd name="T8" fmla="*/ 45 w 49"/>
                <a:gd name="T9" fmla="*/ 27 h 31"/>
                <a:gd name="T10" fmla="*/ 37 w 49"/>
                <a:gd name="T11" fmla="*/ 29 h 31"/>
                <a:gd name="T12" fmla="*/ 18 w 49"/>
                <a:gd name="T13" fmla="*/ 21 h 31"/>
                <a:gd name="T14" fmla="*/ 9 w 49"/>
                <a:gd name="T15" fmla="*/ 12 h 31"/>
                <a:gd name="T16" fmla="*/ 3 w 49"/>
                <a:gd name="T17" fmla="*/ 2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31">
                  <a:moveTo>
                    <a:pt x="3" y="2"/>
                  </a:moveTo>
                  <a:cubicBezTo>
                    <a:pt x="5" y="0"/>
                    <a:pt x="10" y="3"/>
                    <a:pt x="14" y="8"/>
                  </a:cubicBezTo>
                  <a:cubicBezTo>
                    <a:pt x="18" y="13"/>
                    <a:pt x="21" y="14"/>
                    <a:pt x="23" y="17"/>
                  </a:cubicBezTo>
                  <a:cubicBezTo>
                    <a:pt x="24" y="20"/>
                    <a:pt x="22" y="22"/>
                    <a:pt x="26" y="24"/>
                  </a:cubicBezTo>
                  <a:cubicBezTo>
                    <a:pt x="31" y="26"/>
                    <a:pt x="41" y="27"/>
                    <a:pt x="45" y="27"/>
                  </a:cubicBezTo>
                  <a:cubicBezTo>
                    <a:pt x="49" y="28"/>
                    <a:pt x="46" y="31"/>
                    <a:pt x="37" y="29"/>
                  </a:cubicBezTo>
                  <a:cubicBezTo>
                    <a:pt x="27" y="26"/>
                    <a:pt x="23" y="29"/>
                    <a:pt x="18" y="21"/>
                  </a:cubicBezTo>
                  <a:cubicBezTo>
                    <a:pt x="12" y="14"/>
                    <a:pt x="12" y="17"/>
                    <a:pt x="9" y="12"/>
                  </a:cubicBezTo>
                  <a:cubicBezTo>
                    <a:pt x="6" y="7"/>
                    <a:pt x="0" y="4"/>
                    <a:pt x="3" y="2"/>
                  </a:cubicBezTo>
                  <a:close/>
                </a:path>
              </a:pathLst>
            </a:custGeom>
            <a:grpFill/>
            <a:ln w="9525">
              <a:solidFill>
                <a:srgbClr val="FFFFFF"/>
              </a:solid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3" name="Freeform 16"/>
            <p:cNvSpPr>
              <a:spLocks/>
            </p:cNvSpPr>
            <p:nvPr/>
          </p:nvSpPr>
          <p:spPr bwMode="auto">
            <a:xfrm>
              <a:off x="4772026" y="5843588"/>
              <a:ext cx="84138" cy="112713"/>
            </a:xfrm>
            <a:custGeom>
              <a:avLst/>
              <a:gdLst>
                <a:gd name="T0" fmla="*/ 6 w 17"/>
                <a:gd name="T1" fmla="*/ 7 h 23"/>
                <a:gd name="T2" fmla="*/ 0 w 17"/>
                <a:gd name="T3" fmla="*/ 11 h 23"/>
                <a:gd name="T4" fmla="*/ 3 w 17"/>
                <a:gd name="T5" fmla="*/ 20 h 23"/>
                <a:gd name="T6" fmla="*/ 12 w 17"/>
                <a:gd name="T7" fmla="*/ 22 h 23"/>
                <a:gd name="T8" fmla="*/ 15 w 17"/>
                <a:gd name="T9" fmla="*/ 15 h 23"/>
                <a:gd name="T10" fmla="*/ 16 w 17"/>
                <a:gd name="T11" fmla="*/ 7 h 23"/>
                <a:gd name="T12" fmla="*/ 13 w 17"/>
                <a:gd name="T13" fmla="*/ 1 h 23"/>
                <a:gd name="T14" fmla="*/ 6 w 17"/>
                <a:gd name="T15" fmla="*/ 7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 h="23">
                  <a:moveTo>
                    <a:pt x="6" y="7"/>
                  </a:moveTo>
                  <a:cubicBezTo>
                    <a:pt x="3" y="9"/>
                    <a:pt x="0" y="8"/>
                    <a:pt x="0" y="11"/>
                  </a:cubicBezTo>
                  <a:cubicBezTo>
                    <a:pt x="0" y="14"/>
                    <a:pt x="0" y="20"/>
                    <a:pt x="3" y="20"/>
                  </a:cubicBezTo>
                  <a:cubicBezTo>
                    <a:pt x="6" y="20"/>
                    <a:pt x="11" y="23"/>
                    <a:pt x="12" y="22"/>
                  </a:cubicBezTo>
                  <a:cubicBezTo>
                    <a:pt x="13" y="20"/>
                    <a:pt x="13" y="17"/>
                    <a:pt x="15" y="15"/>
                  </a:cubicBezTo>
                  <a:cubicBezTo>
                    <a:pt x="17" y="12"/>
                    <a:pt x="14" y="12"/>
                    <a:pt x="16" y="7"/>
                  </a:cubicBezTo>
                  <a:cubicBezTo>
                    <a:pt x="17" y="2"/>
                    <a:pt x="16" y="0"/>
                    <a:pt x="13" y="1"/>
                  </a:cubicBezTo>
                  <a:cubicBezTo>
                    <a:pt x="11" y="1"/>
                    <a:pt x="9" y="5"/>
                    <a:pt x="6" y="7"/>
                  </a:cubicBezTo>
                  <a:close/>
                </a:path>
              </a:pathLst>
            </a:custGeom>
            <a:grpFill/>
            <a:ln w="9525">
              <a:solidFill>
                <a:srgbClr val="FFFFFF"/>
              </a:solid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4" name="Freeform 17"/>
            <p:cNvSpPr>
              <a:spLocks/>
            </p:cNvSpPr>
            <p:nvPr/>
          </p:nvSpPr>
          <p:spPr bwMode="auto">
            <a:xfrm>
              <a:off x="4960938" y="5916613"/>
              <a:ext cx="177800" cy="95250"/>
            </a:xfrm>
            <a:custGeom>
              <a:avLst/>
              <a:gdLst>
                <a:gd name="T0" fmla="*/ 4 w 36"/>
                <a:gd name="T1" fmla="*/ 2 h 19"/>
                <a:gd name="T2" fmla="*/ 13 w 36"/>
                <a:gd name="T3" fmla="*/ 2 h 19"/>
                <a:gd name="T4" fmla="*/ 28 w 36"/>
                <a:gd name="T5" fmla="*/ 7 h 19"/>
                <a:gd name="T6" fmla="*/ 31 w 36"/>
                <a:gd name="T7" fmla="*/ 13 h 19"/>
                <a:gd name="T8" fmla="*/ 30 w 36"/>
                <a:gd name="T9" fmla="*/ 17 h 19"/>
                <a:gd name="T10" fmla="*/ 22 w 36"/>
                <a:gd name="T11" fmla="*/ 14 h 19"/>
                <a:gd name="T12" fmla="*/ 13 w 36"/>
                <a:gd name="T13" fmla="*/ 14 h 19"/>
                <a:gd name="T14" fmla="*/ 9 w 36"/>
                <a:gd name="T15" fmla="*/ 7 h 19"/>
                <a:gd name="T16" fmla="*/ 4 w 36"/>
                <a:gd name="T17" fmla="*/ 2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19">
                  <a:moveTo>
                    <a:pt x="4" y="2"/>
                  </a:moveTo>
                  <a:cubicBezTo>
                    <a:pt x="8" y="0"/>
                    <a:pt x="10" y="0"/>
                    <a:pt x="13" y="2"/>
                  </a:cubicBezTo>
                  <a:cubicBezTo>
                    <a:pt x="17" y="3"/>
                    <a:pt x="24" y="4"/>
                    <a:pt x="28" y="7"/>
                  </a:cubicBezTo>
                  <a:cubicBezTo>
                    <a:pt x="31" y="10"/>
                    <a:pt x="28" y="11"/>
                    <a:pt x="31" y="13"/>
                  </a:cubicBezTo>
                  <a:cubicBezTo>
                    <a:pt x="34" y="16"/>
                    <a:pt x="36" y="19"/>
                    <a:pt x="30" y="17"/>
                  </a:cubicBezTo>
                  <a:cubicBezTo>
                    <a:pt x="23" y="15"/>
                    <a:pt x="25" y="13"/>
                    <a:pt x="22" y="14"/>
                  </a:cubicBezTo>
                  <a:cubicBezTo>
                    <a:pt x="18" y="14"/>
                    <a:pt x="18" y="17"/>
                    <a:pt x="13" y="14"/>
                  </a:cubicBezTo>
                  <a:cubicBezTo>
                    <a:pt x="9" y="10"/>
                    <a:pt x="12" y="8"/>
                    <a:pt x="9" y="7"/>
                  </a:cubicBezTo>
                  <a:cubicBezTo>
                    <a:pt x="6" y="6"/>
                    <a:pt x="0" y="5"/>
                    <a:pt x="4" y="2"/>
                  </a:cubicBezTo>
                  <a:close/>
                </a:path>
              </a:pathLst>
            </a:custGeom>
            <a:grpFill/>
            <a:ln w="9525">
              <a:solidFill>
                <a:srgbClr val="FFFFFF"/>
              </a:solid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5" name="Freeform 18"/>
            <p:cNvSpPr>
              <a:spLocks/>
            </p:cNvSpPr>
            <p:nvPr/>
          </p:nvSpPr>
          <p:spPr bwMode="auto">
            <a:xfrm>
              <a:off x="4187826" y="6016625"/>
              <a:ext cx="104775" cy="138113"/>
            </a:xfrm>
            <a:custGeom>
              <a:avLst/>
              <a:gdLst>
                <a:gd name="T0" fmla="*/ 14 w 21"/>
                <a:gd name="T1" fmla="*/ 2 h 28"/>
                <a:gd name="T2" fmla="*/ 6 w 21"/>
                <a:gd name="T3" fmla="*/ 10 h 28"/>
                <a:gd name="T4" fmla="*/ 4 w 21"/>
                <a:gd name="T5" fmla="*/ 16 h 28"/>
                <a:gd name="T6" fmla="*/ 5 w 21"/>
                <a:gd name="T7" fmla="*/ 27 h 28"/>
                <a:gd name="T8" fmla="*/ 14 w 21"/>
                <a:gd name="T9" fmla="*/ 12 h 28"/>
                <a:gd name="T10" fmla="*/ 14 w 21"/>
                <a:gd name="T11" fmla="*/ 2 h 28"/>
              </a:gdLst>
              <a:ahLst/>
              <a:cxnLst>
                <a:cxn ang="0">
                  <a:pos x="T0" y="T1"/>
                </a:cxn>
                <a:cxn ang="0">
                  <a:pos x="T2" y="T3"/>
                </a:cxn>
                <a:cxn ang="0">
                  <a:pos x="T4" y="T5"/>
                </a:cxn>
                <a:cxn ang="0">
                  <a:pos x="T6" y="T7"/>
                </a:cxn>
                <a:cxn ang="0">
                  <a:pos x="T8" y="T9"/>
                </a:cxn>
                <a:cxn ang="0">
                  <a:pos x="T10" y="T11"/>
                </a:cxn>
              </a:cxnLst>
              <a:rect l="0" t="0" r="r" b="b"/>
              <a:pathLst>
                <a:path w="21" h="28">
                  <a:moveTo>
                    <a:pt x="14" y="2"/>
                  </a:moveTo>
                  <a:cubicBezTo>
                    <a:pt x="10" y="4"/>
                    <a:pt x="9" y="7"/>
                    <a:pt x="6" y="10"/>
                  </a:cubicBezTo>
                  <a:cubicBezTo>
                    <a:pt x="4" y="12"/>
                    <a:pt x="5" y="12"/>
                    <a:pt x="4" y="16"/>
                  </a:cubicBezTo>
                  <a:cubicBezTo>
                    <a:pt x="3" y="20"/>
                    <a:pt x="0" y="27"/>
                    <a:pt x="5" y="27"/>
                  </a:cubicBezTo>
                  <a:cubicBezTo>
                    <a:pt x="11" y="28"/>
                    <a:pt x="12" y="17"/>
                    <a:pt x="14" y="12"/>
                  </a:cubicBezTo>
                  <a:cubicBezTo>
                    <a:pt x="16" y="8"/>
                    <a:pt x="21" y="0"/>
                    <a:pt x="14" y="2"/>
                  </a:cubicBezTo>
                  <a:close/>
                </a:path>
              </a:pathLst>
            </a:custGeom>
            <a:grpFill/>
            <a:ln w="9525">
              <a:solidFill>
                <a:srgbClr val="FFFFFF"/>
              </a:solidFill>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07" name="Rectangle 70"/>
          <p:cNvSpPr>
            <a:spLocks noChangeArrowheads="1"/>
          </p:cNvSpPr>
          <p:nvPr/>
        </p:nvSpPr>
        <p:spPr bwMode="auto">
          <a:xfrm>
            <a:off x="7924801" y="1763124"/>
            <a:ext cx="2453289" cy="838200"/>
          </a:xfrm>
          <a:prstGeom prst="rect">
            <a:avLst/>
          </a:prstGeom>
          <a:noFill/>
          <a:ln w="9525">
            <a:noFill/>
            <a:miter lim="800000"/>
            <a:headEnd/>
            <a:tailEnd/>
          </a:ln>
        </p:spPr>
        <p:txBody>
          <a:bodyPr lIns="45720" tIns="18288" rIns="27432" bIns="18288"/>
          <a:lstStyle/>
          <a:p>
            <a:pPr>
              <a:lnSpc>
                <a:spcPct val="85000"/>
              </a:lnSpc>
              <a:spcBef>
                <a:spcPts val="200"/>
              </a:spcBef>
            </a:pPr>
            <a:r>
              <a:rPr lang="en-US" sz="3600" b="1" dirty="0">
                <a:solidFill>
                  <a:srgbClr val="CE5200"/>
                </a:solidFill>
                <a:latin typeface="Arial"/>
                <a:cs typeface="Arial"/>
              </a:rPr>
              <a:t>6</a:t>
            </a:r>
          </a:p>
          <a:p>
            <a:pPr>
              <a:lnSpc>
                <a:spcPct val="85000"/>
              </a:lnSpc>
              <a:spcBef>
                <a:spcPts val="200"/>
              </a:spcBef>
            </a:pPr>
            <a:r>
              <a:rPr lang="en-US" sz="1200" dirty="0">
                <a:solidFill>
                  <a:srgbClr val="6C6C6C"/>
                </a:solidFill>
                <a:latin typeface="Arial"/>
                <a:cs typeface="Arial"/>
              </a:rPr>
              <a:t>FYP/MS Thesis supervised</a:t>
            </a:r>
          </a:p>
        </p:txBody>
      </p:sp>
      <p:sp>
        <p:nvSpPr>
          <p:cNvPr id="113" name="Oval 112">
            <a:extLst>
              <a:ext uri="{C183D7F6-B498-43B3-948B-1728B52AA6E4}">
                <adec:decorative xmlns:adec="http://schemas.microsoft.com/office/drawing/2017/decorative" val="1"/>
              </a:ext>
            </a:extLst>
          </p:cNvPr>
          <p:cNvSpPr>
            <a:spLocks noChangeAspect="1"/>
          </p:cNvSpPr>
          <p:nvPr/>
        </p:nvSpPr>
        <p:spPr>
          <a:xfrm rot="16200000">
            <a:off x="7719548" y="2650200"/>
            <a:ext cx="1120779" cy="1120777"/>
          </a:xfrm>
          <a:prstGeom prst="ellipse">
            <a:avLst/>
          </a:prstGeom>
          <a:gradFill flip="none" rotWithShape="1">
            <a:gsLst>
              <a:gs pos="0">
                <a:srgbClr val="E76300"/>
              </a:gs>
              <a:gs pos="100000">
                <a:srgbClr val="CE5200"/>
              </a:gs>
            </a:gsLst>
            <a:lin ang="2700000" scaled="1"/>
            <a:tileRect/>
          </a:gradFill>
          <a:ln w="12700">
            <a:noFill/>
            <a:miter lim="800000"/>
            <a:headEnd/>
            <a:tailEnd/>
          </a:ln>
          <a:effectLst/>
        </p:spPr>
        <p:txBody>
          <a:bodyPr lIns="18288" tIns="18288" rIns="18288" bIns="18288" anchor="ctr" anchorCtr="1"/>
          <a:lstStyle/>
          <a:p>
            <a:pPr algn="ctr">
              <a:lnSpc>
                <a:spcPct val="85000"/>
              </a:lnSpc>
              <a:spcBef>
                <a:spcPts val="20"/>
              </a:spcBef>
            </a:pPr>
            <a:endParaRPr lang="en-US" sz="1600" dirty="0">
              <a:solidFill>
                <a:srgbClr val="FFFFFF"/>
              </a:solidFill>
              <a:latin typeface="Arial Narrow" pitchFamily="112" charset="0"/>
            </a:endParaRPr>
          </a:p>
        </p:txBody>
      </p:sp>
      <p:sp>
        <p:nvSpPr>
          <p:cNvPr id="118" name="Freeform 24">
            <a:extLst>
              <a:ext uri="{C183D7F6-B498-43B3-948B-1728B52AA6E4}">
                <adec:decorative xmlns:adec="http://schemas.microsoft.com/office/drawing/2017/decorative" val="1"/>
              </a:ext>
            </a:extLst>
          </p:cNvPr>
          <p:cNvSpPr>
            <a:spLocks/>
          </p:cNvSpPr>
          <p:nvPr/>
        </p:nvSpPr>
        <p:spPr bwMode="auto">
          <a:xfrm>
            <a:off x="7998302" y="2869711"/>
            <a:ext cx="548912" cy="618897"/>
          </a:xfrm>
          <a:custGeom>
            <a:avLst/>
            <a:gdLst>
              <a:gd name="T0" fmla="*/ 250 w 273"/>
              <a:gd name="T1" fmla="*/ 122 h 308"/>
              <a:gd name="T2" fmla="*/ 229 w 273"/>
              <a:gd name="T3" fmla="*/ 136 h 308"/>
              <a:gd name="T4" fmla="*/ 227 w 273"/>
              <a:gd name="T5" fmla="*/ 136 h 308"/>
              <a:gd name="T6" fmla="*/ 204 w 273"/>
              <a:gd name="T7" fmla="*/ 114 h 308"/>
              <a:gd name="T8" fmla="*/ 181 w 273"/>
              <a:gd name="T9" fmla="*/ 132 h 308"/>
              <a:gd name="T10" fmla="*/ 180 w 273"/>
              <a:gd name="T11" fmla="*/ 132 h 308"/>
              <a:gd name="T12" fmla="*/ 180 w 273"/>
              <a:gd name="T13" fmla="*/ 128 h 308"/>
              <a:gd name="T14" fmla="*/ 157 w 273"/>
              <a:gd name="T15" fmla="*/ 105 h 308"/>
              <a:gd name="T16" fmla="*/ 134 w 273"/>
              <a:gd name="T17" fmla="*/ 128 h 308"/>
              <a:gd name="T18" fmla="*/ 134 w 273"/>
              <a:gd name="T19" fmla="*/ 27 h 308"/>
              <a:gd name="T20" fmla="*/ 110 w 273"/>
              <a:gd name="T21" fmla="*/ 0 h 308"/>
              <a:gd name="T22" fmla="*/ 87 w 273"/>
              <a:gd name="T23" fmla="*/ 27 h 308"/>
              <a:gd name="T24" fmla="*/ 87 w 273"/>
              <a:gd name="T25" fmla="*/ 158 h 308"/>
              <a:gd name="T26" fmla="*/ 87 w 273"/>
              <a:gd name="T27" fmla="*/ 168 h 308"/>
              <a:gd name="T28" fmla="*/ 87 w 273"/>
              <a:gd name="T29" fmla="*/ 206 h 308"/>
              <a:gd name="T30" fmla="*/ 48 w 273"/>
              <a:gd name="T31" fmla="*/ 167 h 308"/>
              <a:gd name="T32" fmla="*/ 10 w 273"/>
              <a:gd name="T33" fmla="*/ 167 h 308"/>
              <a:gd name="T34" fmla="*/ 10 w 273"/>
              <a:gd name="T35" fmla="*/ 205 h 308"/>
              <a:gd name="T36" fmla="*/ 87 w 273"/>
              <a:gd name="T37" fmla="*/ 282 h 308"/>
              <a:gd name="T38" fmla="*/ 180 w 273"/>
              <a:gd name="T39" fmla="*/ 308 h 308"/>
              <a:gd name="T40" fmla="*/ 273 w 273"/>
              <a:gd name="T41" fmla="*/ 223 h 308"/>
              <a:gd name="T42" fmla="*/ 273 w 273"/>
              <a:gd name="T43" fmla="*/ 158 h 308"/>
              <a:gd name="T44" fmla="*/ 273 w 273"/>
              <a:gd name="T45" fmla="*/ 146 h 308"/>
              <a:gd name="T46" fmla="*/ 250 w 273"/>
              <a:gd name="T47" fmla="*/ 122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73" h="308">
                <a:moveTo>
                  <a:pt x="250" y="122"/>
                </a:moveTo>
                <a:cubicBezTo>
                  <a:pt x="241" y="122"/>
                  <a:pt x="233" y="128"/>
                  <a:pt x="229" y="136"/>
                </a:cubicBezTo>
                <a:cubicBezTo>
                  <a:pt x="228" y="136"/>
                  <a:pt x="227" y="136"/>
                  <a:pt x="227" y="136"/>
                </a:cubicBezTo>
                <a:cubicBezTo>
                  <a:pt x="226" y="123"/>
                  <a:pt x="216" y="114"/>
                  <a:pt x="204" y="114"/>
                </a:cubicBezTo>
                <a:cubicBezTo>
                  <a:pt x="192" y="114"/>
                  <a:pt x="183" y="122"/>
                  <a:pt x="181" y="132"/>
                </a:cubicBezTo>
                <a:cubicBezTo>
                  <a:pt x="181" y="132"/>
                  <a:pt x="180" y="132"/>
                  <a:pt x="180" y="132"/>
                </a:cubicBezTo>
                <a:cubicBezTo>
                  <a:pt x="180" y="128"/>
                  <a:pt x="180" y="128"/>
                  <a:pt x="180" y="128"/>
                </a:cubicBezTo>
                <a:cubicBezTo>
                  <a:pt x="180" y="116"/>
                  <a:pt x="170" y="105"/>
                  <a:pt x="157" y="105"/>
                </a:cubicBezTo>
                <a:cubicBezTo>
                  <a:pt x="144" y="105"/>
                  <a:pt x="134" y="116"/>
                  <a:pt x="134" y="128"/>
                </a:cubicBezTo>
                <a:cubicBezTo>
                  <a:pt x="134" y="27"/>
                  <a:pt x="134" y="27"/>
                  <a:pt x="134" y="27"/>
                </a:cubicBezTo>
                <a:cubicBezTo>
                  <a:pt x="134" y="12"/>
                  <a:pt x="123" y="0"/>
                  <a:pt x="110" y="0"/>
                </a:cubicBezTo>
                <a:cubicBezTo>
                  <a:pt x="97" y="0"/>
                  <a:pt x="87" y="12"/>
                  <a:pt x="87" y="27"/>
                </a:cubicBezTo>
                <a:cubicBezTo>
                  <a:pt x="87" y="158"/>
                  <a:pt x="87" y="158"/>
                  <a:pt x="87" y="158"/>
                </a:cubicBezTo>
                <a:cubicBezTo>
                  <a:pt x="87" y="168"/>
                  <a:pt x="87" y="168"/>
                  <a:pt x="87" y="168"/>
                </a:cubicBezTo>
                <a:cubicBezTo>
                  <a:pt x="87" y="206"/>
                  <a:pt x="87" y="206"/>
                  <a:pt x="87" y="206"/>
                </a:cubicBezTo>
                <a:cubicBezTo>
                  <a:pt x="48" y="167"/>
                  <a:pt x="48" y="167"/>
                  <a:pt x="48" y="167"/>
                </a:cubicBezTo>
                <a:cubicBezTo>
                  <a:pt x="38" y="156"/>
                  <a:pt x="21" y="156"/>
                  <a:pt x="10" y="167"/>
                </a:cubicBezTo>
                <a:cubicBezTo>
                  <a:pt x="0" y="178"/>
                  <a:pt x="0" y="195"/>
                  <a:pt x="10" y="205"/>
                </a:cubicBezTo>
                <a:cubicBezTo>
                  <a:pt x="87" y="282"/>
                  <a:pt x="87" y="282"/>
                  <a:pt x="87" y="282"/>
                </a:cubicBezTo>
                <a:cubicBezTo>
                  <a:pt x="87" y="282"/>
                  <a:pt x="102" y="308"/>
                  <a:pt x="180" y="308"/>
                </a:cubicBezTo>
                <a:cubicBezTo>
                  <a:pt x="273" y="308"/>
                  <a:pt x="273" y="223"/>
                  <a:pt x="273" y="223"/>
                </a:cubicBezTo>
                <a:cubicBezTo>
                  <a:pt x="273" y="158"/>
                  <a:pt x="273" y="158"/>
                  <a:pt x="273" y="158"/>
                </a:cubicBezTo>
                <a:cubicBezTo>
                  <a:pt x="273" y="146"/>
                  <a:pt x="273" y="146"/>
                  <a:pt x="273" y="146"/>
                </a:cubicBezTo>
                <a:cubicBezTo>
                  <a:pt x="273" y="133"/>
                  <a:pt x="263" y="122"/>
                  <a:pt x="250" y="122"/>
                </a:cubicBezTo>
                <a:close/>
              </a:path>
            </a:pathLst>
          </a:custGeom>
          <a:noFill/>
          <a:ln>
            <a:solidFill>
              <a:srgbClr val="FFFFFF"/>
            </a:solidFill>
          </a:ln>
        </p:spPr>
        <p:txBody>
          <a:bodyPr vert="horz" wrap="square" lIns="91440" tIns="45720" rIns="91440" bIns="45720" numCol="1" anchor="t" anchorCtr="0" compatLnSpc="1">
            <a:prstTxWarp prst="textNoShape">
              <a:avLst/>
            </a:prstTxWarp>
          </a:bodyPr>
          <a:lstStyle/>
          <a:p>
            <a:endParaRPr lang="en-US" dirty="0"/>
          </a:p>
        </p:txBody>
      </p:sp>
      <p:sp>
        <p:nvSpPr>
          <p:cNvPr id="206" name="Rectangle 70"/>
          <p:cNvSpPr>
            <a:spLocks noChangeArrowheads="1"/>
          </p:cNvSpPr>
          <p:nvPr/>
        </p:nvSpPr>
        <p:spPr bwMode="auto">
          <a:xfrm>
            <a:off x="9840927" y="4077555"/>
            <a:ext cx="1905000" cy="1066800"/>
          </a:xfrm>
          <a:prstGeom prst="rect">
            <a:avLst/>
          </a:prstGeom>
          <a:noFill/>
          <a:ln w="9525">
            <a:noFill/>
            <a:miter lim="800000"/>
            <a:headEnd/>
            <a:tailEnd/>
          </a:ln>
        </p:spPr>
        <p:txBody>
          <a:bodyPr lIns="45720" tIns="18288" rIns="27432" bIns="18288"/>
          <a:lstStyle/>
          <a:p>
            <a:pPr>
              <a:lnSpc>
                <a:spcPct val="85000"/>
              </a:lnSpc>
              <a:spcBef>
                <a:spcPts val="200"/>
              </a:spcBef>
            </a:pPr>
            <a:r>
              <a:rPr lang="en-US" sz="3600" b="1" dirty="0">
                <a:solidFill>
                  <a:srgbClr val="BB0000"/>
                </a:solidFill>
                <a:latin typeface="Arial"/>
                <a:cs typeface="Arial"/>
              </a:rPr>
              <a:t>20</a:t>
            </a:r>
          </a:p>
          <a:p>
            <a:pPr>
              <a:lnSpc>
                <a:spcPct val="85000"/>
              </a:lnSpc>
              <a:spcBef>
                <a:spcPts val="200"/>
              </a:spcBef>
            </a:pPr>
            <a:r>
              <a:rPr lang="en-US" sz="1200" dirty="0">
                <a:solidFill>
                  <a:srgbClr val="6C6C6C"/>
                </a:solidFill>
                <a:latin typeface="Arial"/>
                <a:cs typeface="Arial"/>
              </a:rPr>
              <a:t>Medium to large-scale projects completed</a:t>
            </a:r>
          </a:p>
        </p:txBody>
      </p:sp>
      <p:sp>
        <p:nvSpPr>
          <p:cNvPr id="105" name="Oval 104">
            <a:extLst>
              <a:ext uri="{C183D7F6-B498-43B3-948B-1728B52AA6E4}">
                <adec:decorative xmlns:adec="http://schemas.microsoft.com/office/drawing/2017/decorative" val="1"/>
              </a:ext>
            </a:extLst>
          </p:cNvPr>
          <p:cNvSpPr>
            <a:spLocks noChangeAspect="1"/>
          </p:cNvSpPr>
          <p:nvPr/>
        </p:nvSpPr>
        <p:spPr>
          <a:xfrm rot="16200000">
            <a:off x="8407356" y="3971573"/>
            <a:ext cx="1174198" cy="1174196"/>
          </a:xfrm>
          <a:prstGeom prst="ellipse">
            <a:avLst/>
          </a:prstGeom>
          <a:gradFill flip="none" rotWithShape="1">
            <a:gsLst>
              <a:gs pos="0">
                <a:srgbClr val="EB1000"/>
              </a:gs>
              <a:gs pos="100000">
                <a:srgbClr val="BB0000"/>
              </a:gs>
            </a:gsLst>
            <a:lin ang="2700000" scaled="1"/>
            <a:tileRect/>
          </a:gradFill>
          <a:ln w="12700">
            <a:noFill/>
            <a:miter lim="800000"/>
            <a:headEnd/>
            <a:tailEnd/>
          </a:ln>
          <a:effectLst/>
        </p:spPr>
        <p:txBody>
          <a:bodyPr lIns="18288" tIns="18288" rIns="18288" bIns="18288" anchor="ctr" anchorCtr="1"/>
          <a:lstStyle/>
          <a:p>
            <a:pPr algn="ctr">
              <a:lnSpc>
                <a:spcPct val="85000"/>
              </a:lnSpc>
              <a:spcBef>
                <a:spcPts val="20"/>
              </a:spcBef>
            </a:pPr>
            <a:endParaRPr lang="en-US" sz="1600" dirty="0">
              <a:solidFill>
                <a:srgbClr val="FFFFFF"/>
              </a:solidFill>
              <a:latin typeface="Arial Narrow" pitchFamily="112" charset="0"/>
            </a:endParaRPr>
          </a:p>
        </p:txBody>
      </p:sp>
      <p:sp>
        <p:nvSpPr>
          <p:cNvPr id="108" name="Freeform 12">
            <a:extLst>
              <a:ext uri="{C183D7F6-B498-43B3-948B-1728B52AA6E4}">
                <adec:decorative xmlns:adec="http://schemas.microsoft.com/office/drawing/2017/decorative" val="1"/>
              </a:ext>
            </a:extLst>
          </p:cNvPr>
          <p:cNvSpPr>
            <a:spLocks noEditPoints="1"/>
          </p:cNvSpPr>
          <p:nvPr/>
        </p:nvSpPr>
        <p:spPr bwMode="auto">
          <a:xfrm>
            <a:off x="8583249" y="4221456"/>
            <a:ext cx="822763" cy="591361"/>
          </a:xfrm>
          <a:custGeom>
            <a:avLst/>
            <a:gdLst>
              <a:gd name="T0" fmla="*/ 446 w 448"/>
              <a:gd name="T1" fmla="*/ 296 h 322"/>
              <a:gd name="T2" fmla="*/ 421 w 448"/>
              <a:gd name="T3" fmla="*/ 245 h 322"/>
              <a:gd name="T4" fmla="*/ 415 w 448"/>
              <a:gd name="T5" fmla="*/ 235 h 322"/>
              <a:gd name="T6" fmla="*/ 418 w 448"/>
              <a:gd name="T7" fmla="*/ 227 h 322"/>
              <a:gd name="T8" fmla="*/ 418 w 448"/>
              <a:gd name="T9" fmla="*/ 10 h 322"/>
              <a:gd name="T10" fmla="*/ 408 w 448"/>
              <a:gd name="T11" fmla="*/ 0 h 322"/>
              <a:gd name="T12" fmla="*/ 43 w 448"/>
              <a:gd name="T13" fmla="*/ 0 h 322"/>
              <a:gd name="T14" fmla="*/ 33 w 448"/>
              <a:gd name="T15" fmla="*/ 10 h 322"/>
              <a:gd name="T16" fmla="*/ 33 w 448"/>
              <a:gd name="T17" fmla="*/ 227 h 322"/>
              <a:gd name="T18" fmla="*/ 36 w 448"/>
              <a:gd name="T19" fmla="*/ 236 h 322"/>
              <a:gd name="T20" fmla="*/ 28 w 448"/>
              <a:gd name="T21" fmla="*/ 246 h 322"/>
              <a:gd name="T22" fmla="*/ 1 w 448"/>
              <a:gd name="T23" fmla="*/ 296 h 322"/>
              <a:gd name="T24" fmla="*/ 3 w 448"/>
              <a:gd name="T25" fmla="*/ 315 h 322"/>
              <a:gd name="T26" fmla="*/ 4 w 448"/>
              <a:gd name="T27" fmla="*/ 316 h 322"/>
              <a:gd name="T28" fmla="*/ 9 w 448"/>
              <a:gd name="T29" fmla="*/ 321 h 322"/>
              <a:gd name="T30" fmla="*/ 62 w 448"/>
              <a:gd name="T31" fmla="*/ 321 h 322"/>
              <a:gd name="T32" fmla="*/ 440 w 448"/>
              <a:gd name="T33" fmla="*/ 321 h 322"/>
              <a:gd name="T34" fmla="*/ 441 w 448"/>
              <a:gd name="T35" fmla="*/ 321 h 322"/>
              <a:gd name="T36" fmla="*/ 444 w 448"/>
              <a:gd name="T37" fmla="*/ 319 h 322"/>
              <a:gd name="T38" fmla="*/ 447 w 448"/>
              <a:gd name="T39" fmla="*/ 314 h 322"/>
              <a:gd name="T40" fmla="*/ 446 w 448"/>
              <a:gd name="T41" fmla="*/ 296 h 322"/>
              <a:gd name="T42" fmla="*/ 390 w 448"/>
              <a:gd name="T43" fmla="*/ 38 h 322"/>
              <a:gd name="T44" fmla="*/ 390 w 448"/>
              <a:gd name="T45" fmla="*/ 212 h 322"/>
              <a:gd name="T46" fmla="*/ 381 w 448"/>
              <a:gd name="T47" fmla="*/ 221 h 322"/>
              <a:gd name="T48" fmla="*/ 380 w 448"/>
              <a:gd name="T49" fmla="*/ 221 h 322"/>
              <a:gd name="T50" fmla="*/ 313 w 448"/>
              <a:gd name="T51" fmla="*/ 221 h 322"/>
              <a:gd name="T52" fmla="*/ 112 w 448"/>
              <a:gd name="T53" fmla="*/ 221 h 322"/>
              <a:gd name="T54" fmla="*/ 89 w 448"/>
              <a:gd name="T55" fmla="*/ 221 h 322"/>
              <a:gd name="T56" fmla="*/ 70 w 448"/>
              <a:gd name="T57" fmla="*/ 221 h 322"/>
              <a:gd name="T58" fmla="*/ 64 w 448"/>
              <a:gd name="T59" fmla="*/ 219 h 322"/>
              <a:gd name="T60" fmla="*/ 62 w 448"/>
              <a:gd name="T61" fmla="*/ 216 h 322"/>
              <a:gd name="T62" fmla="*/ 61 w 448"/>
              <a:gd name="T63" fmla="*/ 212 h 322"/>
              <a:gd name="T64" fmla="*/ 61 w 448"/>
              <a:gd name="T65" fmla="*/ 201 h 322"/>
              <a:gd name="T66" fmla="*/ 61 w 448"/>
              <a:gd name="T67" fmla="*/ 195 h 322"/>
              <a:gd name="T68" fmla="*/ 61 w 448"/>
              <a:gd name="T69" fmla="*/ 195 h 322"/>
              <a:gd name="T70" fmla="*/ 61 w 448"/>
              <a:gd name="T71" fmla="*/ 35 h 322"/>
              <a:gd name="T72" fmla="*/ 70 w 448"/>
              <a:gd name="T73" fmla="*/ 26 h 322"/>
              <a:gd name="T74" fmla="*/ 381 w 448"/>
              <a:gd name="T75" fmla="*/ 26 h 322"/>
              <a:gd name="T76" fmla="*/ 383 w 448"/>
              <a:gd name="T77" fmla="*/ 26 h 322"/>
              <a:gd name="T78" fmla="*/ 390 w 448"/>
              <a:gd name="T79" fmla="*/ 38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48" h="322">
                <a:moveTo>
                  <a:pt x="446" y="296"/>
                </a:moveTo>
                <a:cubicBezTo>
                  <a:pt x="421" y="245"/>
                  <a:pt x="421" y="245"/>
                  <a:pt x="421" y="245"/>
                </a:cubicBezTo>
                <a:cubicBezTo>
                  <a:pt x="419" y="240"/>
                  <a:pt x="417" y="237"/>
                  <a:pt x="415" y="235"/>
                </a:cubicBezTo>
                <a:cubicBezTo>
                  <a:pt x="417" y="233"/>
                  <a:pt x="418" y="231"/>
                  <a:pt x="418" y="227"/>
                </a:cubicBezTo>
                <a:cubicBezTo>
                  <a:pt x="418" y="10"/>
                  <a:pt x="418" y="10"/>
                  <a:pt x="418" y="10"/>
                </a:cubicBezTo>
                <a:cubicBezTo>
                  <a:pt x="418" y="4"/>
                  <a:pt x="414" y="0"/>
                  <a:pt x="408" y="0"/>
                </a:cubicBezTo>
                <a:cubicBezTo>
                  <a:pt x="43" y="0"/>
                  <a:pt x="43" y="0"/>
                  <a:pt x="43" y="0"/>
                </a:cubicBezTo>
                <a:cubicBezTo>
                  <a:pt x="37" y="0"/>
                  <a:pt x="33" y="4"/>
                  <a:pt x="33" y="10"/>
                </a:cubicBezTo>
                <a:cubicBezTo>
                  <a:pt x="33" y="227"/>
                  <a:pt x="33" y="227"/>
                  <a:pt x="33" y="227"/>
                </a:cubicBezTo>
                <a:cubicBezTo>
                  <a:pt x="33" y="231"/>
                  <a:pt x="34" y="234"/>
                  <a:pt x="36" y="236"/>
                </a:cubicBezTo>
                <a:cubicBezTo>
                  <a:pt x="32" y="236"/>
                  <a:pt x="30" y="239"/>
                  <a:pt x="28" y="246"/>
                </a:cubicBezTo>
                <a:cubicBezTo>
                  <a:pt x="1" y="296"/>
                  <a:pt x="1" y="296"/>
                  <a:pt x="1" y="296"/>
                </a:cubicBezTo>
                <a:cubicBezTo>
                  <a:pt x="0" y="301"/>
                  <a:pt x="1" y="310"/>
                  <a:pt x="3" y="315"/>
                </a:cubicBezTo>
                <a:cubicBezTo>
                  <a:pt x="4" y="316"/>
                  <a:pt x="4" y="316"/>
                  <a:pt x="4" y="316"/>
                </a:cubicBezTo>
                <a:cubicBezTo>
                  <a:pt x="5" y="319"/>
                  <a:pt x="7" y="321"/>
                  <a:pt x="9" y="321"/>
                </a:cubicBezTo>
                <a:cubicBezTo>
                  <a:pt x="62" y="321"/>
                  <a:pt x="62" y="321"/>
                  <a:pt x="62" y="321"/>
                </a:cubicBezTo>
                <a:cubicBezTo>
                  <a:pt x="174" y="321"/>
                  <a:pt x="424" y="322"/>
                  <a:pt x="440" y="321"/>
                </a:cubicBezTo>
                <a:cubicBezTo>
                  <a:pt x="441" y="321"/>
                  <a:pt x="441" y="321"/>
                  <a:pt x="441" y="321"/>
                </a:cubicBezTo>
                <a:cubicBezTo>
                  <a:pt x="442" y="321"/>
                  <a:pt x="443" y="320"/>
                  <a:pt x="444" y="319"/>
                </a:cubicBezTo>
                <a:cubicBezTo>
                  <a:pt x="445" y="317"/>
                  <a:pt x="446" y="316"/>
                  <a:pt x="447" y="314"/>
                </a:cubicBezTo>
                <a:cubicBezTo>
                  <a:pt x="448" y="308"/>
                  <a:pt x="448" y="301"/>
                  <a:pt x="446" y="296"/>
                </a:cubicBezTo>
                <a:close/>
                <a:moveTo>
                  <a:pt x="390" y="38"/>
                </a:moveTo>
                <a:cubicBezTo>
                  <a:pt x="390" y="212"/>
                  <a:pt x="390" y="212"/>
                  <a:pt x="390" y="212"/>
                </a:cubicBezTo>
                <a:cubicBezTo>
                  <a:pt x="390" y="217"/>
                  <a:pt x="386" y="221"/>
                  <a:pt x="381" y="221"/>
                </a:cubicBezTo>
                <a:cubicBezTo>
                  <a:pt x="380" y="221"/>
                  <a:pt x="380" y="221"/>
                  <a:pt x="380" y="221"/>
                </a:cubicBezTo>
                <a:cubicBezTo>
                  <a:pt x="375" y="221"/>
                  <a:pt x="348" y="221"/>
                  <a:pt x="313" y="221"/>
                </a:cubicBezTo>
                <a:cubicBezTo>
                  <a:pt x="112" y="221"/>
                  <a:pt x="112" y="221"/>
                  <a:pt x="112" y="221"/>
                </a:cubicBezTo>
                <a:cubicBezTo>
                  <a:pt x="99" y="221"/>
                  <a:pt x="91" y="221"/>
                  <a:pt x="89" y="221"/>
                </a:cubicBezTo>
                <a:cubicBezTo>
                  <a:pt x="80" y="222"/>
                  <a:pt x="74" y="222"/>
                  <a:pt x="70" y="221"/>
                </a:cubicBezTo>
                <a:cubicBezTo>
                  <a:pt x="68" y="221"/>
                  <a:pt x="66" y="220"/>
                  <a:pt x="64" y="219"/>
                </a:cubicBezTo>
                <a:cubicBezTo>
                  <a:pt x="63" y="218"/>
                  <a:pt x="62" y="217"/>
                  <a:pt x="62" y="216"/>
                </a:cubicBezTo>
                <a:cubicBezTo>
                  <a:pt x="62" y="215"/>
                  <a:pt x="61" y="213"/>
                  <a:pt x="61" y="212"/>
                </a:cubicBezTo>
                <a:cubicBezTo>
                  <a:pt x="61" y="201"/>
                  <a:pt x="61" y="201"/>
                  <a:pt x="61" y="201"/>
                </a:cubicBezTo>
                <a:cubicBezTo>
                  <a:pt x="61" y="198"/>
                  <a:pt x="61" y="195"/>
                  <a:pt x="61" y="195"/>
                </a:cubicBezTo>
                <a:cubicBezTo>
                  <a:pt x="61" y="195"/>
                  <a:pt x="61" y="195"/>
                  <a:pt x="61" y="195"/>
                </a:cubicBezTo>
                <a:cubicBezTo>
                  <a:pt x="61" y="35"/>
                  <a:pt x="61" y="35"/>
                  <a:pt x="61" y="35"/>
                </a:cubicBezTo>
                <a:cubicBezTo>
                  <a:pt x="61" y="30"/>
                  <a:pt x="65" y="26"/>
                  <a:pt x="70" y="26"/>
                </a:cubicBezTo>
                <a:cubicBezTo>
                  <a:pt x="381" y="26"/>
                  <a:pt x="381" y="26"/>
                  <a:pt x="381" y="26"/>
                </a:cubicBezTo>
                <a:cubicBezTo>
                  <a:pt x="382" y="26"/>
                  <a:pt x="383" y="26"/>
                  <a:pt x="383" y="26"/>
                </a:cubicBezTo>
                <a:cubicBezTo>
                  <a:pt x="390" y="28"/>
                  <a:pt x="390" y="33"/>
                  <a:pt x="390" y="38"/>
                </a:cubicBezTo>
                <a:close/>
              </a:path>
            </a:pathLst>
          </a:custGeom>
          <a:noFill/>
          <a:ln>
            <a:solidFill>
              <a:srgbClr val="FFFFFF"/>
            </a:solidFill>
          </a:ln>
        </p:spPr>
        <p:txBody>
          <a:bodyPr vert="horz" wrap="square" lIns="91440" tIns="45720" rIns="91440" bIns="45720" numCol="1" anchor="t" anchorCtr="0" compatLnSpc="1">
            <a:prstTxWarp prst="textNoShape">
              <a:avLst/>
            </a:prstTxWarp>
          </a:bodyPr>
          <a:lstStyle/>
          <a:p>
            <a:endParaRPr lang="en-US" dirty="0"/>
          </a:p>
        </p:txBody>
      </p:sp>
      <p:grpSp>
        <p:nvGrpSpPr>
          <p:cNvPr id="148" name="Group 147">
            <a:extLst>
              <a:ext uri="{C183D7F6-B498-43B3-948B-1728B52AA6E4}">
                <adec:decorative xmlns:adec="http://schemas.microsoft.com/office/drawing/2017/decorative" val="1"/>
              </a:ext>
            </a:extLst>
          </p:cNvPr>
          <p:cNvGrpSpPr/>
          <p:nvPr/>
        </p:nvGrpSpPr>
        <p:grpSpPr>
          <a:xfrm rot="16200000">
            <a:off x="4703038" y="501393"/>
            <a:ext cx="2766476" cy="7024808"/>
            <a:chOff x="1981200" y="1524000"/>
            <a:chExt cx="2766476" cy="7024808"/>
          </a:xfrm>
          <a:effectLst>
            <a:outerShdw blurRad="222250" dir="2700000" algn="tl" rotWithShape="0">
              <a:srgbClr val="000000">
                <a:alpha val="43000"/>
              </a:srgbClr>
            </a:outerShdw>
          </a:effectLst>
        </p:grpSpPr>
        <p:sp>
          <p:nvSpPr>
            <p:cNvPr id="149" name="Oval 148"/>
            <p:cNvSpPr/>
            <p:nvPr/>
          </p:nvSpPr>
          <p:spPr>
            <a:xfrm>
              <a:off x="2744207" y="5697671"/>
              <a:ext cx="966050" cy="966048"/>
            </a:xfrm>
            <a:prstGeom prst="ellipse">
              <a:avLst/>
            </a:prstGeom>
            <a:noFill/>
            <a:ln w="88900"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0" name="Oval 149"/>
            <p:cNvSpPr/>
            <p:nvPr/>
          </p:nvSpPr>
          <p:spPr>
            <a:xfrm>
              <a:off x="2215894" y="7335440"/>
              <a:ext cx="1213370" cy="1213368"/>
            </a:xfrm>
            <a:prstGeom prst="ellipse">
              <a:avLst/>
            </a:prstGeom>
            <a:noFill/>
            <a:ln w="88900"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1" name="Oval 150"/>
            <p:cNvSpPr/>
            <p:nvPr/>
          </p:nvSpPr>
          <p:spPr>
            <a:xfrm>
              <a:off x="3589507" y="6648634"/>
              <a:ext cx="1158169" cy="1158167"/>
            </a:xfrm>
            <a:prstGeom prst="ellipse">
              <a:avLst/>
            </a:prstGeom>
            <a:noFill/>
            <a:ln w="88900"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2" name="Oval 151"/>
            <p:cNvSpPr/>
            <p:nvPr/>
          </p:nvSpPr>
          <p:spPr>
            <a:xfrm>
              <a:off x="3695170" y="1524000"/>
              <a:ext cx="695612" cy="695610"/>
            </a:xfrm>
            <a:prstGeom prst="ellipse">
              <a:avLst/>
            </a:prstGeom>
            <a:noFill/>
            <a:ln w="88900"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3" name="Oval 152"/>
            <p:cNvSpPr/>
            <p:nvPr/>
          </p:nvSpPr>
          <p:spPr>
            <a:xfrm>
              <a:off x="3008363" y="2290053"/>
              <a:ext cx="792471" cy="792469"/>
            </a:xfrm>
            <a:prstGeom prst="ellipse">
              <a:avLst/>
            </a:prstGeom>
            <a:noFill/>
            <a:ln w="88900"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4" name="Oval 153"/>
            <p:cNvSpPr/>
            <p:nvPr/>
          </p:nvSpPr>
          <p:spPr>
            <a:xfrm>
              <a:off x="1981200" y="4717245"/>
              <a:ext cx="912138" cy="912137"/>
            </a:xfrm>
            <a:prstGeom prst="ellipse">
              <a:avLst/>
            </a:prstGeom>
            <a:noFill/>
            <a:ln w="88900"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5" name="Oval 154"/>
            <p:cNvSpPr/>
            <p:nvPr/>
          </p:nvSpPr>
          <p:spPr>
            <a:xfrm>
              <a:off x="3800833" y="3056107"/>
              <a:ext cx="864661" cy="864659"/>
            </a:xfrm>
            <a:prstGeom prst="ellipse">
              <a:avLst/>
            </a:prstGeom>
            <a:noFill/>
            <a:ln w="88900"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6" name="Oval 155"/>
            <p:cNvSpPr/>
            <p:nvPr/>
          </p:nvSpPr>
          <p:spPr>
            <a:xfrm>
              <a:off x="3008363" y="4059901"/>
              <a:ext cx="864661" cy="864659"/>
            </a:xfrm>
            <a:prstGeom prst="ellipse">
              <a:avLst/>
            </a:prstGeom>
            <a:noFill/>
            <a:ln w="88900"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nvGrpSpPr>
            <p:cNvPr id="157" name="Group 156"/>
            <p:cNvGrpSpPr/>
            <p:nvPr/>
          </p:nvGrpSpPr>
          <p:grpSpPr>
            <a:xfrm rot="19922543">
              <a:off x="3381373" y="7455467"/>
              <a:ext cx="300653" cy="254939"/>
              <a:chOff x="1548696" y="4168388"/>
              <a:chExt cx="300653" cy="254939"/>
            </a:xfrm>
          </p:grpSpPr>
          <p:cxnSp>
            <p:nvCxnSpPr>
              <p:cNvPr id="176" name="Straight Connector 175"/>
              <p:cNvCxnSpPr/>
              <p:nvPr/>
            </p:nvCxnSpPr>
            <p:spPr>
              <a:xfrm rot="1677457" flipV="1">
                <a:off x="1548696" y="4206006"/>
                <a:ext cx="287669" cy="158905"/>
              </a:xfrm>
              <a:prstGeom prst="line">
                <a:avLst/>
              </a:prstGeom>
              <a:noFill/>
              <a:ln w="292100"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cxnSp>
          <p:sp>
            <p:nvSpPr>
              <p:cNvPr id="177" name="AutoShape 110"/>
              <p:cNvSpPr>
                <a:spLocks noChangeArrowheads="1"/>
              </p:cNvSpPr>
              <p:nvPr/>
            </p:nvSpPr>
            <p:spPr bwMode="auto">
              <a:xfrm rot="10776071">
                <a:off x="1581538" y="4168388"/>
                <a:ext cx="267811" cy="254939"/>
              </a:xfrm>
              <a:prstGeom prst="rightArrow">
                <a:avLst>
                  <a:gd name="adj1" fmla="val 55843"/>
                  <a:gd name="adj2" fmla="val 34934"/>
                </a:avLst>
              </a:prstGeom>
              <a:gradFill flip="none" rotWithShape="1">
                <a:gsLst>
                  <a:gs pos="0">
                    <a:srgbClr val="FFFFFF">
                      <a:alpha val="0"/>
                    </a:srgbClr>
                  </a:gs>
                  <a:gs pos="100000">
                    <a:srgbClr val="A5A5A5"/>
                  </a:gs>
                </a:gsLst>
                <a:lin ang="0" scaled="1"/>
                <a:tileRect/>
              </a:gradFill>
              <a:ln w="9525">
                <a:noFill/>
                <a:miter lim="800000"/>
                <a:headEnd/>
                <a:tailEnd/>
              </a:ln>
            </p:spPr>
            <p:txBody>
              <a:bodyPr wrap="none" anchor="ctr"/>
              <a:lstStyle/>
              <a:p>
                <a:endParaRPr lang="en-US" dirty="0"/>
              </a:p>
            </p:txBody>
          </p:sp>
        </p:grpSp>
        <p:grpSp>
          <p:nvGrpSpPr>
            <p:cNvPr id="158" name="Group 157"/>
            <p:cNvGrpSpPr/>
            <p:nvPr/>
          </p:nvGrpSpPr>
          <p:grpSpPr>
            <a:xfrm rot="13699014">
              <a:off x="3508372" y="6524134"/>
              <a:ext cx="300653" cy="254939"/>
              <a:chOff x="1548696" y="4168387"/>
              <a:chExt cx="300653" cy="254939"/>
            </a:xfrm>
          </p:grpSpPr>
          <p:cxnSp>
            <p:nvCxnSpPr>
              <p:cNvPr id="174" name="Straight Connector 173"/>
              <p:cNvCxnSpPr/>
              <p:nvPr/>
            </p:nvCxnSpPr>
            <p:spPr>
              <a:xfrm rot="1677457" flipV="1">
                <a:off x="1548696" y="4206006"/>
                <a:ext cx="287669" cy="158905"/>
              </a:xfrm>
              <a:prstGeom prst="line">
                <a:avLst/>
              </a:prstGeom>
              <a:noFill/>
              <a:ln w="292100"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cxnSp>
          <p:sp>
            <p:nvSpPr>
              <p:cNvPr id="175" name="AutoShape 110"/>
              <p:cNvSpPr>
                <a:spLocks noChangeArrowheads="1"/>
              </p:cNvSpPr>
              <p:nvPr/>
            </p:nvSpPr>
            <p:spPr bwMode="auto">
              <a:xfrm rot="10816131">
                <a:off x="1581538" y="4168387"/>
                <a:ext cx="267811" cy="254939"/>
              </a:xfrm>
              <a:prstGeom prst="rightArrow">
                <a:avLst>
                  <a:gd name="adj1" fmla="val 55843"/>
                  <a:gd name="adj2" fmla="val 34934"/>
                </a:avLst>
              </a:prstGeom>
              <a:gradFill flip="none" rotWithShape="1">
                <a:gsLst>
                  <a:gs pos="0">
                    <a:srgbClr val="FFFFFF">
                      <a:alpha val="0"/>
                    </a:srgbClr>
                  </a:gs>
                  <a:gs pos="100000">
                    <a:srgbClr val="A5A5A5"/>
                  </a:gs>
                </a:gsLst>
                <a:lin ang="0" scaled="1"/>
                <a:tileRect/>
              </a:gradFill>
              <a:ln w="9525">
                <a:noFill/>
                <a:miter lim="800000"/>
                <a:headEnd/>
                <a:tailEnd/>
              </a:ln>
            </p:spPr>
            <p:txBody>
              <a:bodyPr wrap="none" anchor="ctr"/>
              <a:lstStyle/>
              <a:p>
                <a:endParaRPr lang="en-US" dirty="0"/>
              </a:p>
            </p:txBody>
          </p:sp>
        </p:grpSp>
        <p:grpSp>
          <p:nvGrpSpPr>
            <p:cNvPr id="159" name="Group 158"/>
            <p:cNvGrpSpPr/>
            <p:nvPr/>
          </p:nvGrpSpPr>
          <p:grpSpPr>
            <a:xfrm rot="13699014">
              <a:off x="2670172" y="5525067"/>
              <a:ext cx="300653" cy="254939"/>
              <a:chOff x="1548696" y="4168387"/>
              <a:chExt cx="300653" cy="254939"/>
            </a:xfrm>
          </p:grpSpPr>
          <p:cxnSp>
            <p:nvCxnSpPr>
              <p:cNvPr id="172" name="Straight Connector 171"/>
              <p:cNvCxnSpPr/>
              <p:nvPr/>
            </p:nvCxnSpPr>
            <p:spPr>
              <a:xfrm rot="1677457" flipV="1">
                <a:off x="1548696" y="4206006"/>
                <a:ext cx="287669" cy="158905"/>
              </a:xfrm>
              <a:prstGeom prst="line">
                <a:avLst/>
              </a:prstGeom>
              <a:noFill/>
              <a:ln w="292100"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cxnSp>
          <p:sp>
            <p:nvSpPr>
              <p:cNvPr id="173" name="AutoShape 110"/>
              <p:cNvSpPr>
                <a:spLocks noChangeArrowheads="1"/>
              </p:cNvSpPr>
              <p:nvPr/>
            </p:nvSpPr>
            <p:spPr bwMode="auto">
              <a:xfrm rot="10920849">
                <a:off x="1581538" y="4168387"/>
                <a:ext cx="267811" cy="254939"/>
              </a:xfrm>
              <a:prstGeom prst="rightArrow">
                <a:avLst>
                  <a:gd name="adj1" fmla="val 55843"/>
                  <a:gd name="adj2" fmla="val 34934"/>
                </a:avLst>
              </a:prstGeom>
              <a:gradFill flip="none" rotWithShape="1">
                <a:gsLst>
                  <a:gs pos="0">
                    <a:srgbClr val="FFFFFF">
                      <a:alpha val="0"/>
                    </a:srgbClr>
                  </a:gs>
                  <a:gs pos="100000">
                    <a:srgbClr val="A5A5A5"/>
                  </a:gs>
                </a:gsLst>
                <a:lin ang="0" scaled="1"/>
                <a:tileRect/>
              </a:gradFill>
              <a:ln w="9525">
                <a:noFill/>
                <a:miter lim="800000"/>
                <a:headEnd/>
                <a:tailEnd/>
              </a:ln>
            </p:spPr>
            <p:txBody>
              <a:bodyPr wrap="none" anchor="ctr"/>
              <a:lstStyle/>
              <a:p>
                <a:endParaRPr lang="en-US" dirty="0"/>
              </a:p>
            </p:txBody>
          </p:sp>
        </p:grpSp>
        <p:grpSp>
          <p:nvGrpSpPr>
            <p:cNvPr id="160" name="Group 159"/>
            <p:cNvGrpSpPr/>
            <p:nvPr/>
          </p:nvGrpSpPr>
          <p:grpSpPr>
            <a:xfrm rot="19562082">
              <a:off x="2788706" y="4720733"/>
              <a:ext cx="300653" cy="254939"/>
              <a:chOff x="1548696" y="4168387"/>
              <a:chExt cx="300653" cy="254939"/>
            </a:xfrm>
          </p:grpSpPr>
          <p:cxnSp>
            <p:nvCxnSpPr>
              <p:cNvPr id="170" name="Straight Connector 169"/>
              <p:cNvCxnSpPr/>
              <p:nvPr/>
            </p:nvCxnSpPr>
            <p:spPr>
              <a:xfrm rot="1677457" flipV="1">
                <a:off x="1548696" y="4206006"/>
                <a:ext cx="287669" cy="158905"/>
              </a:xfrm>
              <a:prstGeom prst="line">
                <a:avLst/>
              </a:prstGeom>
              <a:noFill/>
              <a:ln w="292100"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cxnSp>
          <p:sp>
            <p:nvSpPr>
              <p:cNvPr id="171" name="AutoShape 110"/>
              <p:cNvSpPr>
                <a:spLocks noChangeArrowheads="1"/>
              </p:cNvSpPr>
              <p:nvPr/>
            </p:nvSpPr>
            <p:spPr bwMode="auto">
              <a:xfrm rot="10766713">
                <a:off x="1581538" y="4168387"/>
                <a:ext cx="267811" cy="254939"/>
              </a:xfrm>
              <a:prstGeom prst="rightArrow">
                <a:avLst>
                  <a:gd name="adj1" fmla="val 55843"/>
                  <a:gd name="adj2" fmla="val 34934"/>
                </a:avLst>
              </a:prstGeom>
              <a:gradFill flip="none" rotWithShape="1">
                <a:gsLst>
                  <a:gs pos="0">
                    <a:srgbClr val="FFFFFF">
                      <a:alpha val="0"/>
                    </a:srgbClr>
                  </a:gs>
                  <a:gs pos="100000">
                    <a:srgbClr val="A5A5A5"/>
                  </a:gs>
                </a:gsLst>
                <a:lin ang="0" scaled="1"/>
                <a:tileRect/>
              </a:gradFill>
              <a:ln w="9525">
                <a:noFill/>
                <a:miter lim="800000"/>
                <a:headEnd/>
                <a:tailEnd/>
              </a:ln>
            </p:spPr>
            <p:txBody>
              <a:bodyPr wrap="none" anchor="ctr"/>
              <a:lstStyle/>
              <a:p>
                <a:endParaRPr lang="en-US" dirty="0"/>
              </a:p>
            </p:txBody>
          </p:sp>
        </p:grpSp>
        <p:grpSp>
          <p:nvGrpSpPr>
            <p:cNvPr id="161" name="Group 160"/>
            <p:cNvGrpSpPr/>
            <p:nvPr/>
          </p:nvGrpSpPr>
          <p:grpSpPr>
            <a:xfrm rot="18448659">
              <a:off x="3685888" y="3859456"/>
              <a:ext cx="321553" cy="260746"/>
              <a:chOff x="1572290" y="4162580"/>
              <a:chExt cx="321553" cy="260746"/>
            </a:xfrm>
          </p:grpSpPr>
          <p:cxnSp>
            <p:nvCxnSpPr>
              <p:cNvPr id="168" name="Straight Connector 167"/>
              <p:cNvCxnSpPr/>
              <p:nvPr/>
            </p:nvCxnSpPr>
            <p:spPr>
              <a:xfrm rot="3124413" flipV="1">
                <a:off x="1606144" y="4128726"/>
                <a:ext cx="253845" cy="321553"/>
              </a:xfrm>
              <a:prstGeom prst="line">
                <a:avLst/>
              </a:prstGeom>
              <a:noFill/>
              <a:ln w="292100"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cxnSp>
          <p:sp>
            <p:nvSpPr>
              <p:cNvPr id="169" name="AutoShape 110"/>
              <p:cNvSpPr>
                <a:spLocks noChangeArrowheads="1"/>
              </p:cNvSpPr>
              <p:nvPr/>
            </p:nvSpPr>
            <p:spPr bwMode="auto">
              <a:xfrm rot="10952191">
                <a:off x="1581538" y="4168387"/>
                <a:ext cx="267811" cy="254939"/>
              </a:xfrm>
              <a:prstGeom prst="rightArrow">
                <a:avLst>
                  <a:gd name="adj1" fmla="val 55843"/>
                  <a:gd name="adj2" fmla="val 34934"/>
                </a:avLst>
              </a:prstGeom>
              <a:gradFill flip="none" rotWithShape="1">
                <a:gsLst>
                  <a:gs pos="0">
                    <a:srgbClr val="FFFFFF">
                      <a:alpha val="0"/>
                    </a:srgbClr>
                  </a:gs>
                  <a:gs pos="100000">
                    <a:srgbClr val="A5A5A5"/>
                  </a:gs>
                </a:gsLst>
                <a:lin ang="0" scaled="1"/>
                <a:tileRect/>
              </a:gradFill>
              <a:ln w="9525">
                <a:noFill/>
                <a:miter lim="800000"/>
                <a:headEnd/>
                <a:tailEnd/>
              </a:ln>
            </p:spPr>
            <p:txBody>
              <a:bodyPr wrap="none" anchor="ctr"/>
              <a:lstStyle/>
              <a:p>
                <a:endParaRPr lang="en-US" dirty="0"/>
              </a:p>
            </p:txBody>
          </p:sp>
        </p:grpSp>
        <p:grpSp>
          <p:nvGrpSpPr>
            <p:cNvPr id="162" name="Group 161"/>
            <p:cNvGrpSpPr/>
            <p:nvPr/>
          </p:nvGrpSpPr>
          <p:grpSpPr>
            <a:xfrm rot="13506062">
              <a:off x="3635371" y="2934269"/>
              <a:ext cx="300653" cy="254939"/>
              <a:chOff x="1548696" y="4168387"/>
              <a:chExt cx="300653" cy="254939"/>
            </a:xfrm>
          </p:grpSpPr>
          <p:cxnSp>
            <p:nvCxnSpPr>
              <p:cNvPr id="166" name="Straight Connector 165"/>
              <p:cNvCxnSpPr/>
              <p:nvPr/>
            </p:nvCxnSpPr>
            <p:spPr>
              <a:xfrm rot="1677457" flipV="1">
                <a:off x="1548696" y="4206006"/>
                <a:ext cx="287669" cy="158905"/>
              </a:xfrm>
              <a:prstGeom prst="line">
                <a:avLst/>
              </a:prstGeom>
              <a:noFill/>
              <a:ln w="292100"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cxnSp>
          <p:sp>
            <p:nvSpPr>
              <p:cNvPr id="167" name="AutoShape 110"/>
              <p:cNvSpPr>
                <a:spLocks noChangeArrowheads="1"/>
              </p:cNvSpPr>
              <p:nvPr/>
            </p:nvSpPr>
            <p:spPr bwMode="auto">
              <a:xfrm rot="10793938">
                <a:off x="1581538" y="4168387"/>
                <a:ext cx="267811" cy="254939"/>
              </a:xfrm>
              <a:prstGeom prst="rightArrow">
                <a:avLst>
                  <a:gd name="adj1" fmla="val 55843"/>
                  <a:gd name="adj2" fmla="val 34934"/>
                </a:avLst>
              </a:prstGeom>
              <a:gradFill flip="none" rotWithShape="1">
                <a:gsLst>
                  <a:gs pos="0">
                    <a:srgbClr val="FFFFFF">
                      <a:alpha val="0"/>
                    </a:srgbClr>
                  </a:gs>
                  <a:gs pos="100000">
                    <a:srgbClr val="A5A5A5"/>
                  </a:gs>
                </a:gsLst>
                <a:lin ang="0" scaled="1"/>
                <a:tileRect/>
              </a:gradFill>
              <a:ln w="9525">
                <a:noFill/>
                <a:miter lim="800000"/>
                <a:headEnd/>
                <a:tailEnd/>
              </a:ln>
            </p:spPr>
            <p:txBody>
              <a:bodyPr wrap="none" anchor="ctr"/>
              <a:lstStyle/>
              <a:p>
                <a:endParaRPr lang="en-US" dirty="0"/>
              </a:p>
            </p:txBody>
          </p:sp>
        </p:grpSp>
        <p:grpSp>
          <p:nvGrpSpPr>
            <p:cNvPr id="163" name="Group 162"/>
            <p:cNvGrpSpPr/>
            <p:nvPr/>
          </p:nvGrpSpPr>
          <p:grpSpPr>
            <a:xfrm rot="18455992">
              <a:off x="3593039" y="2129933"/>
              <a:ext cx="300653" cy="254939"/>
              <a:chOff x="1548696" y="4168387"/>
              <a:chExt cx="300653" cy="254939"/>
            </a:xfrm>
          </p:grpSpPr>
          <p:cxnSp>
            <p:nvCxnSpPr>
              <p:cNvPr id="164" name="Straight Connector 163"/>
              <p:cNvCxnSpPr/>
              <p:nvPr/>
            </p:nvCxnSpPr>
            <p:spPr>
              <a:xfrm rot="1677457" flipV="1">
                <a:off x="1548696" y="4206006"/>
                <a:ext cx="287669" cy="158905"/>
              </a:xfrm>
              <a:prstGeom prst="line">
                <a:avLst/>
              </a:prstGeom>
              <a:noFill/>
              <a:ln w="292100"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cxnSp>
          <p:sp>
            <p:nvSpPr>
              <p:cNvPr id="165" name="AutoShape 110"/>
              <p:cNvSpPr>
                <a:spLocks noChangeArrowheads="1"/>
              </p:cNvSpPr>
              <p:nvPr/>
            </p:nvSpPr>
            <p:spPr bwMode="auto">
              <a:xfrm rot="11244008">
                <a:off x="1581538" y="4168387"/>
                <a:ext cx="267811" cy="254939"/>
              </a:xfrm>
              <a:prstGeom prst="rightArrow">
                <a:avLst>
                  <a:gd name="adj1" fmla="val 55843"/>
                  <a:gd name="adj2" fmla="val 34934"/>
                </a:avLst>
              </a:prstGeom>
              <a:gradFill flip="none" rotWithShape="1">
                <a:gsLst>
                  <a:gs pos="0">
                    <a:srgbClr val="FFFFFF">
                      <a:alpha val="0"/>
                    </a:srgbClr>
                  </a:gs>
                  <a:gs pos="100000">
                    <a:srgbClr val="A5A5A5"/>
                  </a:gs>
                </a:gsLst>
                <a:lin ang="0" scaled="1"/>
                <a:tileRect/>
              </a:gradFill>
              <a:ln w="9525">
                <a:noFill/>
                <a:miter lim="800000"/>
                <a:headEnd/>
                <a:tailEnd/>
              </a:ln>
            </p:spPr>
            <p:txBody>
              <a:bodyPr wrap="none" anchor="ctr"/>
              <a:lstStyle/>
              <a:p>
                <a:endParaRPr lang="en-US" dirty="0"/>
              </a:p>
            </p:txBody>
          </p:sp>
        </p:grpSp>
      </p:grpSp>
    </p:spTree>
    <p:extLst>
      <p:ext uri="{BB962C8B-B14F-4D97-AF65-F5344CB8AC3E}">
        <p14:creationId xmlns:p14="http://schemas.microsoft.com/office/powerpoint/2010/main" val="1287457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500"/>
                                  </p:stCondLst>
                                  <p:childTnLst>
                                    <p:set>
                                      <p:cBhvr>
                                        <p:cTn id="6" dur="1" fill="hold">
                                          <p:stCondLst>
                                            <p:cond delay="0"/>
                                          </p:stCondLst>
                                        </p:cTn>
                                        <p:tgtEl>
                                          <p:spTgt spid="119"/>
                                        </p:tgtEl>
                                        <p:attrNameLst>
                                          <p:attrName>style.visibility</p:attrName>
                                        </p:attrNameLst>
                                      </p:cBhvr>
                                      <p:to>
                                        <p:strVal val="visible"/>
                                      </p:to>
                                    </p:set>
                                    <p:anim calcmode="lin" valueType="num">
                                      <p:cBhvr>
                                        <p:cTn id="7" dur="1000" fill="hold"/>
                                        <p:tgtEl>
                                          <p:spTgt spid="119"/>
                                        </p:tgtEl>
                                        <p:attrNameLst>
                                          <p:attrName>ppt_w</p:attrName>
                                        </p:attrNameLst>
                                      </p:cBhvr>
                                      <p:tavLst>
                                        <p:tav tm="0">
                                          <p:val>
                                            <p:fltVal val="0"/>
                                          </p:val>
                                        </p:tav>
                                        <p:tav tm="100000">
                                          <p:val>
                                            <p:strVal val="#ppt_w"/>
                                          </p:val>
                                        </p:tav>
                                      </p:tavLst>
                                    </p:anim>
                                    <p:anim calcmode="lin" valueType="num">
                                      <p:cBhvr>
                                        <p:cTn id="8" dur="1000" fill="hold"/>
                                        <p:tgtEl>
                                          <p:spTgt spid="119"/>
                                        </p:tgtEl>
                                        <p:attrNameLst>
                                          <p:attrName>ppt_h</p:attrName>
                                        </p:attrNameLst>
                                      </p:cBhvr>
                                      <p:tavLst>
                                        <p:tav tm="0">
                                          <p:val>
                                            <p:fltVal val="0"/>
                                          </p:val>
                                        </p:tav>
                                        <p:tav tm="100000">
                                          <p:val>
                                            <p:strVal val="#ppt_h"/>
                                          </p:val>
                                        </p:tav>
                                      </p:tavLst>
                                    </p:anim>
                                    <p:animEffect transition="in" filter="fade">
                                      <p:cBhvr>
                                        <p:cTn id="9" dur="1000"/>
                                        <p:tgtEl>
                                          <p:spTgt spid="119"/>
                                        </p:tgtEl>
                                      </p:cBhvr>
                                    </p:animEffect>
                                  </p:childTnLst>
                                </p:cTn>
                              </p:par>
                              <p:par>
                                <p:cTn id="10" presetID="53" presetClass="entr" presetSubtype="16" fill="hold" grpId="0" nodeType="withEffect">
                                  <p:stCondLst>
                                    <p:cond delay="500"/>
                                  </p:stCondLst>
                                  <p:childTnLst>
                                    <p:set>
                                      <p:cBhvr>
                                        <p:cTn id="11" dur="1" fill="hold">
                                          <p:stCondLst>
                                            <p:cond delay="0"/>
                                          </p:stCondLst>
                                        </p:cTn>
                                        <p:tgtEl>
                                          <p:spTgt spid="130"/>
                                        </p:tgtEl>
                                        <p:attrNameLst>
                                          <p:attrName>style.visibility</p:attrName>
                                        </p:attrNameLst>
                                      </p:cBhvr>
                                      <p:to>
                                        <p:strVal val="visible"/>
                                      </p:to>
                                    </p:set>
                                    <p:anim calcmode="lin" valueType="num">
                                      <p:cBhvr>
                                        <p:cTn id="12" dur="1000" fill="hold"/>
                                        <p:tgtEl>
                                          <p:spTgt spid="130"/>
                                        </p:tgtEl>
                                        <p:attrNameLst>
                                          <p:attrName>ppt_w</p:attrName>
                                        </p:attrNameLst>
                                      </p:cBhvr>
                                      <p:tavLst>
                                        <p:tav tm="0">
                                          <p:val>
                                            <p:fltVal val="0"/>
                                          </p:val>
                                        </p:tav>
                                        <p:tav tm="100000">
                                          <p:val>
                                            <p:strVal val="#ppt_w"/>
                                          </p:val>
                                        </p:tav>
                                      </p:tavLst>
                                    </p:anim>
                                    <p:anim calcmode="lin" valueType="num">
                                      <p:cBhvr>
                                        <p:cTn id="13" dur="1000" fill="hold"/>
                                        <p:tgtEl>
                                          <p:spTgt spid="130"/>
                                        </p:tgtEl>
                                        <p:attrNameLst>
                                          <p:attrName>ppt_h</p:attrName>
                                        </p:attrNameLst>
                                      </p:cBhvr>
                                      <p:tavLst>
                                        <p:tav tm="0">
                                          <p:val>
                                            <p:fltVal val="0"/>
                                          </p:val>
                                        </p:tav>
                                        <p:tav tm="100000">
                                          <p:val>
                                            <p:strVal val="#ppt_h"/>
                                          </p:val>
                                        </p:tav>
                                      </p:tavLst>
                                    </p:anim>
                                    <p:animEffect transition="in" filter="fade">
                                      <p:cBhvr>
                                        <p:cTn id="14" dur="1000"/>
                                        <p:tgtEl>
                                          <p:spTgt spid="130"/>
                                        </p:tgtEl>
                                      </p:cBhvr>
                                    </p:animEffect>
                                  </p:childTnLst>
                                </p:cTn>
                              </p:par>
                              <p:par>
                                <p:cTn id="15" presetID="53" presetClass="entr" presetSubtype="16" fill="hold" grpId="0" nodeType="withEffect">
                                  <p:stCondLst>
                                    <p:cond delay="500"/>
                                  </p:stCondLst>
                                  <p:childTnLst>
                                    <p:set>
                                      <p:cBhvr>
                                        <p:cTn id="16" dur="1" fill="hold">
                                          <p:stCondLst>
                                            <p:cond delay="0"/>
                                          </p:stCondLst>
                                        </p:cTn>
                                        <p:tgtEl>
                                          <p:spTgt spid="144"/>
                                        </p:tgtEl>
                                        <p:attrNameLst>
                                          <p:attrName>style.visibility</p:attrName>
                                        </p:attrNameLst>
                                      </p:cBhvr>
                                      <p:to>
                                        <p:strVal val="visible"/>
                                      </p:to>
                                    </p:set>
                                    <p:anim calcmode="lin" valueType="num">
                                      <p:cBhvr>
                                        <p:cTn id="17" dur="1000" fill="hold"/>
                                        <p:tgtEl>
                                          <p:spTgt spid="144"/>
                                        </p:tgtEl>
                                        <p:attrNameLst>
                                          <p:attrName>ppt_w</p:attrName>
                                        </p:attrNameLst>
                                      </p:cBhvr>
                                      <p:tavLst>
                                        <p:tav tm="0">
                                          <p:val>
                                            <p:fltVal val="0"/>
                                          </p:val>
                                        </p:tav>
                                        <p:tav tm="100000">
                                          <p:val>
                                            <p:strVal val="#ppt_w"/>
                                          </p:val>
                                        </p:tav>
                                      </p:tavLst>
                                    </p:anim>
                                    <p:anim calcmode="lin" valueType="num">
                                      <p:cBhvr>
                                        <p:cTn id="18" dur="1000" fill="hold"/>
                                        <p:tgtEl>
                                          <p:spTgt spid="144"/>
                                        </p:tgtEl>
                                        <p:attrNameLst>
                                          <p:attrName>ppt_h</p:attrName>
                                        </p:attrNameLst>
                                      </p:cBhvr>
                                      <p:tavLst>
                                        <p:tav tm="0">
                                          <p:val>
                                            <p:fltVal val="0"/>
                                          </p:val>
                                        </p:tav>
                                        <p:tav tm="100000">
                                          <p:val>
                                            <p:strVal val="#ppt_h"/>
                                          </p:val>
                                        </p:tav>
                                      </p:tavLst>
                                    </p:anim>
                                    <p:animEffect transition="in" filter="fade">
                                      <p:cBhvr>
                                        <p:cTn id="19" dur="1000"/>
                                        <p:tgtEl>
                                          <p:spTgt spid="144"/>
                                        </p:tgtEl>
                                      </p:cBhvr>
                                    </p:animEffect>
                                  </p:childTnLst>
                                </p:cTn>
                              </p:par>
                              <p:par>
                                <p:cTn id="20" presetID="53" presetClass="entr" presetSubtype="16" fill="hold" grpId="0" nodeType="withEffect">
                                  <p:stCondLst>
                                    <p:cond delay="500"/>
                                  </p:stCondLst>
                                  <p:childTnLst>
                                    <p:set>
                                      <p:cBhvr>
                                        <p:cTn id="21" dur="1" fill="hold">
                                          <p:stCondLst>
                                            <p:cond delay="0"/>
                                          </p:stCondLst>
                                        </p:cTn>
                                        <p:tgtEl>
                                          <p:spTgt spid="146"/>
                                        </p:tgtEl>
                                        <p:attrNameLst>
                                          <p:attrName>style.visibility</p:attrName>
                                        </p:attrNameLst>
                                      </p:cBhvr>
                                      <p:to>
                                        <p:strVal val="visible"/>
                                      </p:to>
                                    </p:set>
                                    <p:anim calcmode="lin" valueType="num">
                                      <p:cBhvr>
                                        <p:cTn id="22" dur="1000" fill="hold"/>
                                        <p:tgtEl>
                                          <p:spTgt spid="146"/>
                                        </p:tgtEl>
                                        <p:attrNameLst>
                                          <p:attrName>ppt_w</p:attrName>
                                        </p:attrNameLst>
                                      </p:cBhvr>
                                      <p:tavLst>
                                        <p:tav tm="0">
                                          <p:val>
                                            <p:fltVal val="0"/>
                                          </p:val>
                                        </p:tav>
                                        <p:tav tm="100000">
                                          <p:val>
                                            <p:strVal val="#ppt_w"/>
                                          </p:val>
                                        </p:tav>
                                      </p:tavLst>
                                    </p:anim>
                                    <p:anim calcmode="lin" valueType="num">
                                      <p:cBhvr>
                                        <p:cTn id="23" dur="1000" fill="hold"/>
                                        <p:tgtEl>
                                          <p:spTgt spid="146"/>
                                        </p:tgtEl>
                                        <p:attrNameLst>
                                          <p:attrName>ppt_h</p:attrName>
                                        </p:attrNameLst>
                                      </p:cBhvr>
                                      <p:tavLst>
                                        <p:tav tm="0">
                                          <p:val>
                                            <p:fltVal val="0"/>
                                          </p:val>
                                        </p:tav>
                                        <p:tav tm="100000">
                                          <p:val>
                                            <p:strVal val="#ppt_h"/>
                                          </p:val>
                                        </p:tav>
                                      </p:tavLst>
                                    </p:anim>
                                    <p:animEffect transition="in" filter="fade">
                                      <p:cBhvr>
                                        <p:cTn id="24" dur="1000"/>
                                        <p:tgtEl>
                                          <p:spTgt spid="146"/>
                                        </p:tgtEl>
                                      </p:cBhvr>
                                    </p:animEffect>
                                  </p:childTnLst>
                                </p:cTn>
                              </p:par>
                              <p:par>
                                <p:cTn id="25" presetID="53" presetClass="entr" presetSubtype="16" fill="hold" grpId="0" nodeType="withEffect">
                                  <p:stCondLst>
                                    <p:cond delay="500"/>
                                  </p:stCondLst>
                                  <p:childTnLst>
                                    <p:set>
                                      <p:cBhvr>
                                        <p:cTn id="26" dur="1" fill="hold">
                                          <p:stCondLst>
                                            <p:cond delay="0"/>
                                          </p:stCondLst>
                                        </p:cTn>
                                        <p:tgtEl>
                                          <p:spTgt spid="136"/>
                                        </p:tgtEl>
                                        <p:attrNameLst>
                                          <p:attrName>style.visibility</p:attrName>
                                        </p:attrNameLst>
                                      </p:cBhvr>
                                      <p:to>
                                        <p:strVal val="visible"/>
                                      </p:to>
                                    </p:set>
                                    <p:anim calcmode="lin" valueType="num">
                                      <p:cBhvr>
                                        <p:cTn id="27" dur="1000" fill="hold"/>
                                        <p:tgtEl>
                                          <p:spTgt spid="136"/>
                                        </p:tgtEl>
                                        <p:attrNameLst>
                                          <p:attrName>ppt_w</p:attrName>
                                        </p:attrNameLst>
                                      </p:cBhvr>
                                      <p:tavLst>
                                        <p:tav tm="0">
                                          <p:val>
                                            <p:fltVal val="0"/>
                                          </p:val>
                                        </p:tav>
                                        <p:tav tm="100000">
                                          <p:val>
                                            <p:strVal val="#ppt_w"/>
                                          </p:val>
                                        </p:tav>
                                      </p:tavLst>
                                    </p:anim>
                                    <p:anim calcmode="lin" valueType="num">
                                      <p:cBhvr>
                                        <p:cTn id="28" dur="1000" fill="hold"/>
                                        <p:tgtEl>
                                          <p:spTgt spid="136"/>
                                        </p:tgtEl>
                                        <p:attrNameLst>
                                          <p:attrName>ppt_h</p:attrName>
                                        </p:attrNameLst>
                                      </p:cBhvr>
                                      <p:tavLst>
                                        <p:tav tm="0">
                                          <p:val>
                                            <p:fltVal val="0"/>
                                          </p:val>
                                        </p:tav>
                                        <p:tav tm="100000">
                                          <p:val>
                                            <p:strVal val="#ppt_h"/>
                                          </p:val>
                                        </p:tav>
                                      </p:tavLst>
                                    </p:anim>
                                    <p:animEffect transition="in" filter="fade">
                                      <p:cBhvr>
                                        <p:cTn id="29" dur="1000"/>
                                        <p:tgtEl>
                                          <p:spTgt spid="136"/>
                                        </p:tgtEl>
                                      </p:cBhvr>
                                    </p:animEffect>
                                  </p:childTnLst>
                                </p:cTn>
                              </p:par>
                              <p:par>
                                <p:cTn id="30" presetID="53" presetClass="entr" presetSubtype="16" fill="hold" grpId="0" nodeType="withEffect">
                                  <p:stCondLst>
                                    <p:cond delay="500"/>
                                  </p:stCondLst>
                                  <p:childTnLst>
                                    <p:set>
                                      <p:cBhvr>
                                        <p:cTn id="31" dur="1" fill="hold">
                                          <p:stCondLst>
                                            <p:cond delay="0"/>
                                          </p:stCondLst>
                                        </p:cTn>
                                        <p:tgtEl>
                                          <p:spTgt spid="97"/>
                                        </p:tgtEl>
                                        <p:attrNameLst>
                                          <p:attrName>style.visibility</p:attrName>
                                        </p:attrNameLst>
                                      </p:cBhvr>
                                      <p:to>
                                        <p:strVal val="visible"/>
                                      </p:to>
                                    </p:set>
                                    <p:anim calcmode="lin" valueType="num">
                                      <p:cBhvr>
                                        <p:cTn id="32" dur="1000" fill="hold"/>
                                        <p:tgtEl>
                                          <p:spTgt spid="97"/>
                                        </p:tgtEl>
                                        <p:attrNameLst>
                                          <p:attrName>ppt_w</p:attrName>
                                        </p:attrNameLst>
                                      </p:cBhvr>
                                      <p:tavLst>
                                        <p:tav tm="0">
                                          <p:val>
                                            <p:fltVal val="0"/>
                                          </p:val>
                                        </p:tav>
                                        <p:tav tm="100000">
                                          <p:val>
                                            <p:strVal val="#ppt_w"/>
                                          </p:val>
                                        </p:tav>
                                      </p:tavLst>
                                    </p:anim>
                                    <p:anim calcmode="lin" valueType="num">
                                      <p:cBhvr>
                                        <p:cTn id="33" dur="1000" fill="hold"/>
                                        <p:tgtEl>
                                          <p:spTgt spid="97"/>
                                        </p:tgtEl>
                                        <p:attrNameLst>
                                          <p:attrName>ppt_h</p:attrName>
                                        </p:attrNameLst>
                                      </p:cBhvr>
                                      <p:tavLst>
                                        <p:tav tm="0">
                                          <p:val>
                                            <p:fltVal val="0"/>
                                          </p:val>
                                        </p:tav>
                                        <p:tav tm="100000">
                                          <p:val>
                                            <p:strVal val="#ppt_h"/>
                                          </p:val>
                                        </p:tav>
                                      </p:tavLst>
                                    </p:anim>
                                    <p:animEffect transition="in" filter="fade">
                                      <p:cBhvr>
                                        <p:cTn id="34" dur="1000"/>
                                        <p:tgtEl>
                                          <p:spTgt spid="97"/>
                                        </p:tgtEl>
                                      </p:cBhvr>
                                    </p:animEffect>
                                  </p:childTnLst>
                                </p:cTn>
                              </p:par>
                              <p:par>
                                <p:cTn id="35" presetID="53" presetClass="entr" presetSubtype="16" fill="hold" grpId="0" nodeType="withEffect">
                                  <p:stCondLst>
                                    <p:cond delay="500"/>
                                  </p:stCondLst>
                                  <p:childTnLst>
                                    <p:set>
                                      <p:cBhvr>
                                        <p:cTn id="36" dur="1" fill="hold">
                                          <p:stCondLst>
                                            <p:cond delay="0"/>
                                          </p:stCondLst>
                                        </p:cTn>
                                        <p:tgtEl>
                                          <p:spTgt spid="113"/>
                                        </p:tgtEl>
                                        <p:attrNameLst>
                                          <p:attrName>style.visibility</p:attrName>
                                        </p:attrNameLst>
                                      </p:cBhvr>
                                      <p:to>
                                        <p:strVal val="visible"/>
                                      </p:to>
                                    </p:set>
                                    <p:anim calcmode="lin" valueType="num">
                                      <p:cBhvr>
                                        <p:cTn id="37" dur="1000" fill="hold"/>
                                        <p:tgtEl>
                                          <p:spTgt spid="113"/>
                                        </p:tgtEl>
                                        <p:attrNameLst>
                                          <p:attrName>ppt_w</p:attrName>
                                        </p:attrNameLst>
                                      </p:cBhvr>
                                      <p:tavLst>
                                        <p:tav tm="0">
                                          <p:val>
                                            <p:fltVal val="0"/>
                                          </p:val>
                                        </p:tav>
                                        <p:tav tm="100000">
                                          <p:val>
                                            <p:strVal val="#ppt_w"/>
                                          </p:val>
                                        </p:tav>
                                      </p:tavLst>
                                    </p:anim>
                                    <p:anim calcmode="lin" valueType="num">
                                      <p:cBhvr>
                                        <p:cTn id="38" dur="1000" fill="hold"/>
                                        <p:tgtEl>
                                          <p:spTgt spid="113"/>
                                        </p:tgtEl>
                                        <p:attrNameLst>
                                          <p:attrName>ppt_h</p:attrName>
                                        </p:attrNameLst>
                                      </p:cBhvr>
                                      <p:tavLst>
                                        <p:tav tm="0">
                                          <p:val>
                                            <p:fltVal val="0"/>
                                          </p:val>
                                        </p:tav>
                                        <p:tav tm="100000">
                                          <p:val>
                                            <p:strVal val="#ppt_h"/>
                                          </p:val>
                                        </p:tav>
                                      </p:tavLst>
                                    </p:anim>
                                    <p:animEffect transition="in" filter="fade">
                                      <p:cBhvr>
                                        <p:cTn id="39" dur="1000"/>
                                        <p:tgtEl>
                                          <p:spTgt spid="113"/>
                                        </p:tgtEl>
                                      </p:cBhvr>
                                    </p:animEffect>
                                  </p:childTnLst>
                                </p:cTn>
                              </p:par>
                              <p:par>
                                <p:cTn id="40" presetID="53" presetClass="entr" presetSubtype="16" fill="hold" grpId="0" nodeType="withEffect">
                                  <p:stCondLst>
                                    <p:cond delay="500"/>
                                  </p:stCondLst>
                                  <p:childTnLst>
                                    <p:set>
                                      <p:cBhvr>
                                        <p:cTn id="41" dur="1" fill="hold">
                                          <p:stCondLst>
                                            <p:cond delay="0"/>
                                          </p:stCondLst>
                                        </p:cTn>
                                        <p:tgtEl>
                                          <p:spTgt spid="105"/>
                                        </p:tgtEl>
                                        <p:attrNameLst>
                                          <p:attrName>style.visibility</p:attrName>
                                        </p:attrNameLst>
                                      </p:cBhvr>
                                      <p:to>
                                        <p:strVal val="visible"/>
                                      </p:to>
                                    </p:set>
                                    <p:anim calcmode="lin" valueType="num">
                                      <p:cBhvr>
                                        <p:cTn id="42" dur="1000" fill="hold"/>
                                        <p:tgtEl>
                                          <p:spTgt spid="105"/>
                                        </p:tgtEl>
                                        <p:attrNameLst>
                                          <p:attrName>ppt_w</p:attrName>
                                        </p:attrNameLst>
                                      </p:cBhvr>
                                      <p:tavLst>
                                        <p:tav tm="0">
                                          <p:val>
                                            <p:fltVal val="0"/>
                                          </p:val>
                                        </p:tav>
                                        <p:tav tm="100000">
                                          <p:val>
                                            <p:strVal val="#ppt_w"/>
                                          </p:val>
                                        </p:tav>
                                      </p:tavLst>
                                    </p:anim>
                                    <p:anim calcmode="lin" valueType="num">
                                      <p:cBhvr>
                                        <p:cTn id="43" dur="1000" fill="hold"/>
                                        <p:tgtEl>
                                          <p:spTgt spid="105"/>
                                        </p:tgtEl>
                                        <p:attrNameLst>
                                          <p:attrName>ppt_h</p:attrName>
                                        </p:attrNameLst>
                                      </p:cBhvr>
                                      <p:tavLst>
                                        <p:tav tm="0">
                                          <p:val>
                                            <p:fltVal val="0"/>
                                          </p:val>
                                        </p:tav>
                                        <p:tav tm="100000">
                                          <p:val>
                                            <p:strVal val="#ppt_h"/>
                                          </p:val>
                                        </p:tav>
                                      </p:tavLst>
                                    </p:anim>
                                    <p:animEffect transition="in" filter="fade">
                                      <p:cBhvr>
                                        <p:cTn id="44" dur="1000"/>
                                        <p:tgtEl>
                                          <p:spTgt spid="105"/>
                                        </p:tgtEl>
                                      </p:cBhvr>
                                    </p:animEffect>
                                  </p:childTnLst>
                                </p:cTn>
                              </p:par>
                            </p:childTnLst>
                          </p:cTn>
                        </p:par>
                        <p:par>
                          <p:cTn id="45" fill="hold">
                            <p:stCondLst>
                              <p:cond delay="1500"/>
                            </p:stCondLst>
                            <p:childTnLst>
                              <p:par>
                                <p:cTn id="46" presetID="2" presetClass="entr" presetSubtype="8" fill="hold" grpId="0" nodeType="afterEffect">
                                  <p:stCondLst>
                                    <p:cond delay="0"/>
                                  </p:stCondLst>
                                  <p:childTnLst>
                                    <p:set>
                                      <p:cBhvr>
                                        <p:cTn id="47" dur="1" fill="hold">
                                          <p:stCondLst>
                                            <p:cond delay="0"/>
                                          </p:stCondLst>
                                        </p:cTn>
                                        <p:tgtEl>
                                          <p:spTgt spid="213"/>
                                        </p:tgtEl>
                                        <p:attrNameLst>
                                          <p:attrName>style.visibility</p:attrName>
                                        </p:attrNameLst>
                                      </p:cBhvr>
                                      <p:to>
                                        <p:strVal val="visible"/>
                                      </p:to>
                                    </p:set>
                                    <p:anim calcmode="lin" valueType="num">
                                      <p:cBhvr additive="base">
                                        <p:cTn id="48" dur="1000" fill="hold"/>
                                        <p:tgtEl>
                                          <p:spTgt spid="213"/>
                                        </p:tgtEl>
                                        <p:attrNameLst>
                                          <p:attrName>ppt_x</p:attrName>
                                        </p:attrNameLst>
                                      </p:cBhvr>
                                      <p:tavLst>
                                        <p:tav tm="0">
                                          <p:val>
                                            <p:strVal val="0-#ppt_w/2"/>
                                          </p:val>
                                        </p:tav>
                                        <p:tav tm="100000">
                                          <p:val>
                                            <p:strVal val="#ppt_x"/>
                                          </p:val>
                                        </p:tav>
                                      </p:tavLst>
                                    </p:anim>
                                    <p:anim calcmode="lin" valueType="num">
                                      <p:cBhvr additive="base">
                                        <p:cTn id="49" dur="1000" fill="hold"/>
                                        <p:tgtEl>
                                          <p:spTgt spid="213"/>
                                        </p:tgtEl>
                                        <p:attrNameLst>
                                          <p:attrName>ppt_y</p:attrName>
                                        </p:attrNameLst>
                                      </p:cBhvr>
                                      <p:tavLst>
                                        <p:tav tm="0">
                                          <p:val>
                                            <p:strVal val="#ppt_y"/>
                                          </p:val>
                                        </p:tav>
                                        <p:tav tm="100000">
                                          <p:val>
                                            <p:strVal val="#ppt_y"/>
                                          </p:val>
                                        </p:tav>
                                      </p:tavLst>
                                    </p:anim>
                                  </p:childTnLst>
                                </p:cTn>
                              </p:par>
                              <p:par>
                                <p:cTn id="50" presetID="2" presetClass="entr" presetSubtype="12" fill="hold" grpId="0" nodeType="withEffect">
                                  <p:stCondLst>
                                    <p:cond delay="0"/>
                                  </p:stCondLst>
                                  <p:childTnLst>
                                    <p:set>
                                      <p:cBhvr>
                                        <p:cTn id="51" dur="1" fill="hold">
                                          <p:stCondLst>
                                            <p:cond delay="0"/>
                                          </p:stCondLst>
                                        </p:cTn>
                                        <p:tgtEl>
                                          <p:spTgt spid="212"/>
                                        </p:tgtEl>
                                        <p:attrNameLst>
                                          <p:attrName>style.visibility</p:attrName>
                                        </p:attrNameLst>
                                      </p:cBhvr>
                                      <p:to>
                                        <p:strVal val="visible"/>
                                      </p:to>
                                    </p:set>
                                    <p:anim calcmode="lin" valueType="num">
                                      <p:cBhvr additive="base">
                                        <p:cTn id="52" dur="1000" fill="hold"/>
                                        <p:tgtEl>
                                          <p:spTgt spid="212"/>
                                        </p:tgtEl>
                                        <p:attrNameLst>
                                          <p:attrName>ppt_x</p:attrName>
                                        </p:attrNameLst>
                                      </p:cBhvr>
                                      <p:tavLst>
                                        <p:tav tm="0">
                                          <p:val>
                                            <p:strVal val="0-#ppt_w/2"/>
                                          </p:val>
                                        </p:tav>
                                        <p:tav tm="100000">
                                          <p:val>
                                            <p:strVal val="#ppt_x"/>
                                          </p:val>
                                        </p:tav>
                                      </p:tavLst>
                                    </p:anim>
                                    <p:anim calcmode="lin" valueType="num">
                                      <p:cBhvr additive="base">
                                        <p:cTn id="53" dur="1000" fill="hold"/>
                                        <p:tgtEl>
                                          <p:spTgt spid="212"/>
                                        </p:tgtEl>
                                        <p:attrNameLst>
                                          <p:attrName>ppt_y</p:attrName>
                                        </p:attrNameLst>
                                      </p:cBhvr>
                                      <p:tavLst>
                                        <p:tav tm="0">
                                          <p:val>
                                            <p:strVal val="1+#ppt_h/2"/>
                                          </p:val>
                                        </p:tav>
                                        <p:tav tm="100000">
                                          <p:val>
                                            <p:strVal val="#ppt_y"/>
                                          </p:val>
                                        </p:tav>
                                      </p:tavLst>
                                    </p:anim>
                                  </p:childTnLst>
                                </p:cTn>
                              </p:par>
                              <p:par>
                                <p:cTn id="54" presetID="2" presetClass="entr" presetSubtype="4" fill="hold" grpId="0" nodeType="withEffect">
                                  <p:stCondLst>
                                    <p:cond delay="0"/>
                                  </p:stCondLst>
                                  <p:childTnLst>
                                    <p:set>
                                      <p:cBhvr>
                                        <p:cTn id="55" dur="1" fill="hold">
                                          <p:stCondLst>
                                            <p:cond delay="0"/>
                                          </p:stCondLst>
                                        </p:cTn>
                                        <p:tgtEl>
                                          <p:spTgt spid="209"/>
                                        </p:tgtEl>
                                        <p:attrNameLst>
                                          <p:attrName>style.visibility</p:attrName>
                                        </p:attrNameLst>
                                      </p:cBhvr>
                                      <p:to>
                                        <p:strVal val="visible"/>
                                      </p:to>
                                    </p:set>
                                    <p:anim calcmode="lin" valueType="num">
                                      <p:cBhvr additive="base">
                                        <p:cTn id="56" dur="1000" fill="hold"/>
                                        <p:tgtEl>
                                          <p:spTgt spid="209"/>
                                        </p:tgtEl>
                                        <p:attrNameLst>
                                          <p:attrName>ppt_x</p:attrName>
                                        </p:attrNameLst>
                                      </p:cBhvr>
                                      <p:tavLst>
                                        <p:tav tm="0">
                                          <p:val>
                                            <p:strVal val="#ppt_x"/>
                                          </p:val>
                                        </p:tav>
                                        <p:tav tm="100000">
                                          <p:val>
                                            <p:strVal val="#ppt_x"/>
                                          </p:val>
                                        </p:tav>
                                      </p:tavLst>
                                    </p:anim>
                                    <p:anim calcmode="lin" valueType="num">
                                      <p:cBhvr additive="base">
                                        <p:cTn id="57" dur="1000" fill="hold"/>
                                        <p:tgtEl>
                                          <p:spTgt spid="209"/>
                                        </p:tgtEl>
                                        <p:attrNameLst>
                                          <p:attrName>ppt_y</p:attrName>
                                        </p:attrNameLst>
                                      </p:cBhvr>
                                      <p:tavLst>
                                        <p:tav tm="0">
                                          <p:val>
                                            <p:strVal val="1+#ppt_h/2"/>
                                          </p:val>
                                        </p:tav>
                                        <p:tav tm="100000">
                                          <p:val>
                                            <p:strVal val="#ppt_y"/>
                                          </p:val>
                                        </p:tav>
                                      </p:tavLst>
                                    </p:anim>
                                  </p:childTnLst>
                                </p:cTn>
                              </p:par>
                              <p:par>
                                <p:cTn id="58" presetID="2" presetClass="entr" presetSubtype="6" fill="hold" grpId="0" nodeType="withEffect">
                                  <p:stCondLst>
                                    <p:cond delay="0"/>
                                  </p:stCondLst>
                                  <p:childTnLst>
                                    <p:set>
                                      <p:cBhvr>
                                        <p:cTn id="59" dur="1" fill="hold">
                                          <p:stCondLst>
                                            <p:cond delay="0"/>
                                          </p:stCondLst>
                                        </p:cTn>
                                        <p:tgtEl>
                                          <p:spTgt spid="208"/>
                                        </p:tgtEl>
                                        <p:attrNameLst>
                                          <p:attrName>style.visibility</p:attrName>
                                        </p:attrNameLst>
                                      </p:cBhvr>
                                      <p:to>
                                        <p:strVal val="visible"/>
                                      </p:to>
                                    </p:set>
                                    <p:anim calcmode="lin" valueType="num">
                                      <p:cBhvr additive="base">
                                        <p:cTn id="60" dur="1000" fill="hold"/>
                                        <p:tgtEl>
                                          <p:spTgt spid="208"/>
                                        </p:tgtEl>
                                        <p:attrNameLst>
                                          <p:attrName>ppt_x</p:attrName>
                                        </p:attrNameLst>
                                      </p:cBhvr>
                                      <p:tavLst>
                                        <p:tav tm="0">
                                          <p:val>
                                            <p:strVal val="1+#ppt_w/2"/>
                                          </p:val>
                                        </p:tav>
                                        <p:tav tm="100000">
                                          <p:val>
                                            <p:strVal val="#ppt_x"/>
                                          </p:val>
                                        </p:tav>
                                      </p:tavLst>
                                    </p:anim>
                                    <p:anim calcmode="lin" valueType="num">
                                      <p:cBhvr additive="base">
                                        <p:cTn id="61" dur="1000" fill="hold"/>
                                        <p:tgtEl>
                                          <p:spTgt spid="208"/>
                                        </p:tgtEl>
                                        <p:attrNameLst>
                                          <p:attrName>ppt_y</p:attrName>
                                        </p:attrNameLst>
                                      </p:cBhvr>
                                      <p:tavLst>
                                        <p:tav tm="0">
                                          <p:val>
                                            <p:strVal val="1+#ppt_h/2"/>
                                          </p:val>
                                        </p:tav>
                                        <p:tav tm="100000">
                                          <p:val>
                                            <p:strVal val="#ppt_y"/>
                                          </p:val>
                                        </p:tav>
                                      </p:tavLst>
                                    </p:anim>
                                  </p:childTnLst>
                                </p:cTn>
                              </p:par>
                              <p:par>
                                <p:cTn id="62" presetID="2" presetClass="entr" presetSubtype="2" fill="hold" grpId="0" nodeType="withEffect">
                                  <p:stCondLst>
                                    <p:cond delay="0"/>
                                  </p:stCondLst>
                                  <p:childTnLst>
                                    <p:set>
                                      <p:cBhvr>
                                        <p:cTn id="63" dur="1" fill="hold">
                                          <p:stCondLst>
                                            <p:cond delay="0"/>
                                          </p:stCondLst>
                                        </p:cTn>
                                        <p:tgtEl>
                                          <p:spTgt spid="206"/>
                                        </p:tgtEl>
                                        <p:attrNameLst>
                                          <p:attrName>style.visibility</p:attrName>
                                        </p:attrNameLst>
                                      </p:cBhvr>
                                      <p:to>
                                        <p:strVal val="visible"/>
                                      </p:to>
                                    </p:set>
                                    <p:anim calcmode="lin" valueType="num">
                                      <p:cBhvr additive="base">
                                        <p:cTn id="64" dur="1000" fill="hold"/>
                                        <p:tgtEl>
                                          <p:spTgt spid="206"/>
                                        </p:tgtEl>
                                        <p:attrNameLst>
                                          <p:attrName>ppt_x</p:attrName>
                                        </p:attrNameLst>
                                      </p:cBhvr>
                                      <p:tavLst>
                                        <p:tav tm="0">
                                          <p:val>
                                            <p:strVal val="1+#ppt_w/2"/>
                                          </p:val>
                                        </p:tav>
                                        <p:tav tm="100000">
                                          <p:val>
                                            <p:strVal val="#ppt_x"/>
                                          </p:val>
                                        </p:tav>
                                      </p:tavLst>
                                    </p:anim>
                                    <p:anim calcmode="lin" valueType="num">
                                      <p:cBhvr additive="base">
                                        <p:cTn id="65" dur="1000" fill="hold"/>
                                        <p:tgtEl>
                                          <p:spTgt spid="206"/>
                                        </p:tgtEl>
                                        <p:attrNameLst>
                                          <p:attrName>ppt_y</p:attrName>
                                        </p:attrNameLst>
                                      </p:cBhvr>
                                      <p:tavLst>
                                        <p:tav tm="0">
                                          <p:val>
                                            <p:strVal val="#ppt_y"/>
                                          </p:val>
                                        </p:tav>
                                        <p:tav tm="100000">
                                          <p:val>
                                            <p:strVal val="#ppt_y"/>
                                          </p:val>
                                        </p:tav>
                                      </p:tavLst>
                                    </p:anim>
                                  </p:childTnLst>
                                </p:cTn>
                              </p:par>
                              <p:par>
                                <p:cTn id="66" presetID="2" presetClass="entr" presetSubtype="3" fill="hold" grpId="0" nodeType="withEffect">
                                  <p:stCondLst>
                                    <p:cond delay="0"/>
                                  </p:stCondLst>
                                  <p:childTnLst>
                                    <p:set>
                                      <p:cBhvr>
                                        <p:cTn id="67" dur="1" fill="hold">
                                          <p:stCondLst>
                                            <p:cond delay="0"/>
                                          </p:stCondLst>
                                        </p:cTn>
                                        <p:tgtEl>
                                          <p:spTgt spid="207"/>
                                        </p:tgtEl>
                                        <p:attrNameLst>
                                          <p:attrName>style.visibility</p:attrName>
                                        </p:attrNameLst>
                                      </p:cBhvr>
                                      <p:to>
                                        <p:strVal val="visible"/>
                                      </p:to>
                                    </p:set>
                                    <p:anim calcmode="lin" valueType="num">
                                      <p:cBhvr additive="base">
                                        <p:cTn id="68" dur="1000" fill="hold"/>
                                        <p:tgtEl>
                                          <p:spTgt spid="207"/>
                                        </p:tgtEl>
                                        <p:attrNameLst>
                                          <p:attrName>ppt_x</p:attrName>
                                        </p:attrNameLst>
                                      </p:cBhvr>
                                      <p:tavLst>
                                        <p:tav tm="0">
                                          <p:val>
                                            <p:strVal val="1+#ppt_w/2"/>
                                          </p:val>
                                        </p:tav>
                                        <p:tav tm="100000">
                                          <p:val>
                                            <p:strVal val="#ppt_x"/>
                                          </p:val>
                                        </p:tav>
                                      </p:tavLst>
                                    </p:anim>
                                    <p:anim calcmode="lin" valueType="num">
                                      <p:cBhvr additive="base">
                                        <p:cTn id="69" dur="1000" fill="hold"/>
                                        <p:tgtEl>
                                          <p:spTgt spid="207"/>
                                        </p:tgtEl>
                                        <p:attrNameLst>
                                          <p:attrName>ppt_y</p:attrName>
                                        </p:attrNameLst>
                                      </p:cBhvr>
                                      <p:tavLst>
                                        <p:tav tm="0">
                                          <p:val>
                                            <p:strVal val="0-#ppt_h/2"/>
                                          </p:val>
                                        </p:tav>
                                        <p:tav tm="100000">
                                          <p:val>
                                            <p:strVal val="#ppt_y"/>
                                          </p:val>
                                        </p:tav>
                                      </p:tavLst>
                                    </p:anim>
                                  </p:childTnLst>
                                </p:cTn>
                              </p:par>
                              <p:par>
                                <p:cTn id="70" presetID="2" presetClass="entr" presetSubtype="1" fill="hold" grpId="0" nodeType="withEffect">
                                  <p:stCondLst>
                                    <p:cond delay="0"/>
                                  </p:stCondLst>
                                  <p:childTnLst>
                                    <p:set>
                                      <p:cBhvr>
                                        <p:cTn id="71" dur="1" fill="hold">
                                          <p:stCondLst>
                                            <p:cond delay="0"/>
                                          </p:stCondLst>
                                        </p:cTn>
                                        <p:tgtEl>
                                          <p:spTgt spid="210"/>
                                        </p:tgtEl>
                                        <p:attrNameLst>
                                          <p:attrName>style.visibility</p:attrName>
                                        </p:attrNameLst>
                                      </p:cBhvr>
                                      <p:to>
                                        <p:strVal val="visible"/>
                                      </p:to>
                                    </p:set>
                                    <p:anim calcmode="lin" valueType="num">
                                      <p:cBhvr additive="base">
                                        <p:cTn id="72" dur="1000" fill="hold"/>
                                        <p:tgtEl>
                                          <p:spTgt spid="210"/>
                                        </p:tgtEl>
                                        <p:attrNameLst>
                                          <p:attrName>ppt_x</p:attrName>
                                        </p:attrNameLst>
                                      </p:cBhvr>
                                      <p:tavLst>
                                        <p:tav tm="0">
                                          <p:val>
                                            <p:strVal val="#ppt_x"/>
                                          </p:val>
                                        </p:tav>
                                        <p:tav tm="100000">
                                          <p:val>
                                            <p:strVal val="#ppt_x"/>
                                          </p:val>
                                        </p:tav>
                                      </p:tavLst>
                                    </p:anim>
                                    <p:anim calcmode="lin" valueType="num">
                                      <p:cBhvr additive="base">
                                        <p:cTn id="73" dur="1000" fill="hold"/>
                                        <p:tgtEl>
                                          <p:spTgt spid="210"/>
                                        </p:tgtEl>
                                        <p:attrNameLst>
                                          <p:attrName>ppt_y</p:attrName>
                                        </p:attrNameLst>
                                      </p:cBhvr>
                                      <p:tavLst>
                                        <p:tav tm="0">
                                          <p:val>
                                            <p:strVal val="0-#ppt_h/2"/>
                                          </p:val>
                                        </p:tav>
                                        <p:tav tm="100000">
                                          <p:val>
                                            <p:strVal val="#ppt_y"/>
                                          </p:val>
                                        </p:tav>
                                      </p:tavLst>
                                    </p:anim>
                                  </p:childTnLst>
                                </p:cTn>
                              </p:par>
                              <p:par>
                                <p:cTn id="74" presetID="2" presetClass="entr" presetSubtype="9" fill="hold" grpId="0" nodeType="withEffect">
                                  <p:stCondLst>
                                    <p:cond delay="0"/>
                                  </p:stCondLst>
                                  <p:childTnLst>
                                    <p:set>
                                      <p:cBhvr>
                                        <p:cTn id="75" dur="1" fill="hold">
                                          <p:stCondLst>
                                            <p:cond delay="0"/>
                                          </p:stCondLst>
                                        </p:cTn>
                                        <p:tgtEl>
                                          <p:spTgt spid="211"/>
                                        </p:tgtEl>
                                        <p:attrNameLst>
                                          <p:attrName>style.visibility</p:attrName>
                                        </p:attrNameLst>
                                      </p:cBhvr>
                                      <p:to>
                                        <p:strVal val="visible"/>
                                      </p:to>
                                    </p:set>
                                    <p:anim calcmode="lin" valueType="num">
                                      <p:cBhvr additive="base">
                                        <p:cTn id="76" dur="1000" fill="hold"/>
                                        <p:tgtEl>
                                          <p:spTgt spid="211"/>
                                        </p:tgtEl>
                                        <p:attrNameLst>
                                          <p:attrName>ppt_x</p:attrName>
                                        </p:attrNameLst>
                                      </p:cBhvr>
                                      <p:tavLst>
                                        <p:tav tm="0">
                                          <p:val>
                                            <p:strVal val="0-#ppt_w/2"/>
                                          </p:val>
                                        </p:tav>
                                        <p:tav tm="100000">
                                          <p:val>
                                            <p:strVal val="#ppt_x"/>
                                          </p:val>
                                        </p:tav>
                                      </p:tavLst>
                                    </p:anim>
                                    <p:anim calcmode="lin" valueType="num">
                                      <p:cBhvr additive="base">
                                        <p:cTn id="77" dur="1000" fill="hold"/>
                                        <p:tgtEl>
                                          <p:spTgt spid="21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3" grpId="0"/>
      <p:bldP spid="119" grpId="0" animBg="1"/>
      <p:bldP spid="212" grpId="0"/>
      <p:bldP spid="130" grpId="0" animBg="1"/>
      <p:bldP spid="211" grpId="0"/>
      <p:bldP spid="144" grpId="0" animBg="1"/>
      <p:bldP spid="210" grpId="0"/>
      <p:bldP spid="146" grpId="0" animBg="1"/>
      <p:bldP spid="209" grpId="0"/>
      <p:bldP spid="136" grpId="0" animBg="1"/>
      <p:bldP spid="208" grpId="0"/>
      <p:bldP spid="97" grpId="0" animBg="1"/>
      <p:bldP spid="207" grpId="0"/>
      <p:bldP spid="113" grpId="0" animBg="1"/>
      <p:bldP spid="206" grpId="0"/>
      <p:bldP spid="10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Introduction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3400" dirty="0"/>
              <a:t>Alan Turing, the person who led the team that cracked the (in)famous Enigma code.</a:t>
            </a:r>
          </a:p>
          <a:p>
            <a:pPr>
              <a:buFont typeface="Wingdings" panose="05000000000000000000" pitchFamily="2" charset="2"/>
              <a:buChar char="§"/>
            </a:pPr>
            <a:r>
              <a:rPr lang="en-US" sz="3400" dirty="0"/>
              <a:t>Turing was the first one who conceptualized “Turing Machine”.</a:t>
            </a:r>
          </a:p>
          <a:p>
            <a:pPr>
              <a:buFont typeface="Wingdings" panose="05000000000000000000" pitchFamily="2" charset="2"/>
              <a:buChar char="§"/>
            </a:pPr>
            <a:r>
              <a:rPr lang="en-US" sz="3400" dirty="0"/>
              <a:t>Or did he???</a:t>
            </a:r>
          </a:p>
        </p:txBody>
      </p:sp>
    </p:spTree>
    <p:extLst>
      <p:ext uri="{BB962C8B-B14F-4D97-AF65-F5344CB8AC3E}">
        <p14:creationId xmlns:p14="http://schemas.microsoft.com/office/powerpoint/2010/main" val="641030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Origins of Computer Programming</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Father of algorithms and inventor of variables, Al-Khwarizmi introduced algorithms to the western world in 9th century. </a:t>
            </a:r>
          </a:p>
          <a:p>
            <a:pPr>
              <a:lnSpc>
                <a:spcPct val="120000"/>
              </a:lnSpc>
              <a:buFont typeface="Wingdings" panose="05000000000000000000" pitchFamily="2" charset="2"/>
              <a:buChar char="§"/>
            </a:pPr>
            <a:r>
              <a:rPr lang="en-US" sz="3200" dirty="0"/>
              <a:t>Persian and Arab Mathematicians kept developing algorithms for arithmetic operations for all practical purposes.</a:t>
            </a:r>
          </a:p>
          <a:p>
            <a:pPr>
              <a:lnSpc>
                <a:spcPct val="120000"/>
              </a:lnSpc>
              <a:buFont typeface="Wingdings" panose="05000000000000000000" pitchFamily="2" charset="2"/>
              <a:buChar char="§"/>
            </a:pPr>
            <a:r>
              <a:rPr lang="en-US" sz="3200" dirty="0"/>
              <a:t>John Napier (1617) invented logarithms, which simplified calculations.</a:t>
            </a:r>
          </a:p>
          <a:p>
            <a:pPr>
              <a:lnSpc>
                <a:spcPct val="120000"/>
              </a:lnSpc>
              <a:buFont typeface="Wingdings" panose="05000000000000000000" pitchFamily="2" charset="2"/>
              <a:buChar char="§"/>
            </a:pPr>
            <a:r>
              <a:rPr lang="en-US" sz="3200" dirty="0"/>
              <a:t>Leibniz (1670s) developed the binary number system.</a:t>
            </a:r>
          </a:p>
          <a:p>
            <a:pPr>
              <a:lnSpc>
                <a:spcPct val="120000"/>
              </a:lnSpc>
              <a:buFont typeface="Wingdings" panose="05000000000000000000" pitchFamily="2" charset="2"/>
              <a:buChar char="§"/>
            </a:pPr>
            <a:r>
              <a:rPr lang="en-US" sz="3200" dirty="0"/>
              <a:t>George Boole introduced Boolean algebra in 1850s.</a:t>
            </a:r>
          </a:p>
          <a:p>
            <a:pPr>
              <a:lnSpc>
                <a:spcPct val="120000"/>
              </a:lnSpc>
              <a:buFont typeface="Wingdings" panose="05000000000000000000" pitchFamily="2" charset="2"/>
              <a:buChar char="§"/>
            </a:pPr>
            <a:r>
              <a:rPr lang="en-US" sz="3200" dirty="0"/>
              <a:t>All of the works so far were to solve existing practical problems.</a:t>
            </a:r>
          </a:p>
          <a:p>
            <a:pPr>
              <a:lnSpc>
                <a:spcPct val="120000"/>
              </a:lnSpc>
              <a:buFont typeface="Wingdings" panose="05000000000000000000" pitchFamily="2" charset="2"/>
              <a:buChar char="§"/>
            </a:pPr>
            <a:r>
              <a:rPr lang="en-US" sz="3200" dirty="0"/>
              <a:t>But then came the </a:t>
            </a:r>
            <a:r>
              <a:rPr lang="en-US" sz="3200" i="1" dirty="0"/>
              <a:t>mother</a:t>
            </a:r>
            <a:r>
              <a:rPr lang="en-US" sz="3200" dirty="0"/>
              <a:t> of </a:t>
            </a:r>
            <a:r>
              <a:rPr lang="en-US" sz="3200" i="1" dirty="0"/>
              <a:t>programming</a:t>
            </a:r>
            <a:r>
              <a:rPr lang="en-US" sz="3200" dirty="0"/>
              <a:t>…</a:t>
            </a:r>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Tree>
    <p:extLst>
      <p:ext uri="{BB962C8B-B14F-4D97-AF65-F5344CB8AC3E}">
        <p14:creationId xmlns:p14="http://schemas.microsoft.com/office/powerpoint/2010/main" val="760180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da Lovelace Day: Who was the pioneering mathematician and world's ...">
            <a:extLst>
              <a:ext uri="{FF2B5EF4-FFF2-40B4-BE49-F238E27FC236}">
                <a16:creationId xmlns:a16="http://schemas.microsoft.com/office/drawing/2014/main" id="{0CAA88CD-FA38-0A10-10CC-3C6509BCF76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2230" r="6557"/>
          <a:stretch/>
        </p:blipFill>
        <p:spPr bwMode="auto">
          <a:xfrm>
            <a:off x="6314796" y="1371600"/>
            <a:ext cx="5875616" cy="54864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Story of Ada Augusta Lovelace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6094412" cy="4887878"/>
          </a:xfrm>
          <a:prstGeom prst="rect">
            <a:avLst/>
          </a:prstGeom>
        </p:spPr>
        <p:txBody>
          <a:bodyPr>
            <a:normAutofit fontScale="925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The first thing you need to program a computer, is a computer. Right?</a:t>
            </a:r>
          </a:p>
          <a:p>
            <a:pPr>
              <a:lnSpc>
                <a:spcPct val="120000"/>
              </a:lnSpc>
              <a:buFont typeface="Wingdings" panose="05000000000000000000" pitchFamily="2" charset="2"/>
              <a:buChar char="§"/>
            </a:pPr>
            <a:r>
              <a:rPr lang="en-US" sz="3200" dirty="0"/>
              <a:t>Augusta Ada Lovelace didn’t need one to conceptualize “</a:t>
            </a:r>
            <a:r>
              <a:rPr lang="en-US" sz="3200" dirty="0" err="1"/>
              <a:t>flyology</a:t>
            </a:r>
            <a:r>
              <a:rPr lang="en-US" sz="3200" dirty="0"/>
              <a:t>”.</a:t>
            </a:r>
          </a:p>
          <a:p>
            <a:pPr>
              <a:lnSpc>
                <a:spcPct val="120000"/>
              </a:lnSpc>
              <a:buFont typeface="Wingdings" panose="05000000000000000000" pitchFamily="2" charset="2"/>
              <a:buChar char="§"/>
            </a:pPr>
            <a:r>
              <a:rPr lang="en-US" sz="3200" dirty="0"/>
              <a:t>She wrote programs for the analytical engine to Add, subtract, multiply, divide, and even calculate Bernoulli numbers.</a:t>
            </a:r>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Tree>
    <p:extLst>
      <p:ext uri="{BB962C8B-B14F-4D97-AF65-F5344CB8AC3E}">
        <p14:creationId xmlns:p14="http://schemas.microsoft.com/office/powerpoint/2010/main" val="3233670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From Abacus to Analytical Engine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3" y="1532587"/>
            <a:ext cx="8052759" cy="4887878"/>
          </a:xfrm>
          <a:prstGeom prst="rect">
            <a:avLst/>
          </a:prstGeom>
        </p:spPr>
        <p:txBody>
          <a:bodyPr>
            <a:normAutofit fontScale="925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So, what exactly was Augusta Ada’s contribution?</a:t>
            </a:r>
          </a:p>
          <a:p>
            <a:pPr>
              <a:lnSpc>
                <a:spcPct val="120000"/>
              </a:lnSpc>
              <a:buFont typeface="Wingdings" panose="05000000000000000000" pitchFamily="2" charset="2"/>
              <a:buChar char="§"/>
            </a:pPr>
            <a:r>
              <a:rPr lang="en-US" sz="3200" dirty="0"/>
              <a:t>Joseph-Marie Jacquard invented “Jacquard Loom”.</a:t>
            </a:r>
          </a:p>
          <a:p>
            <a:pPr>
              <a:lnSpc>
                <a:spcPct val="120000"/>
              </a:lnSpc>
              <a:buFont typeface="Wingdings" panose="05000000000000000000" pitchFamily="2" charset="2"/>
              <a:buChar char="§"/>
            </a:pPr>
            <a:r>
              <a:rPr lang="en-US" sz="3200" dirty="0"/>
              <a:t>Charles Babbage picked up on this idea and imagined a loom which could be programmed.</a:t>
            </a:r>
          </a:p>
          <a:p>
            <a:pPr>
              <a:lnSpc>
                <a:spcPct val="120000"/>
              </a:lnSpc>
              <a:buFont typeface="Wingdings" panose="05000000000000000000" pitchFamily="2" charset="2"/>
              <a:buChar char="§"/>
            </a:pPr>
            <a:r>
              <a:rPr lang="en-US" sz="3200" dirty="0"/>
              <a:t>By this time, he had already invented the difference engine.</a:t>
            </a:r>
          </a:p>
          <a:p>
            <a:pPr>
              <a:lnSpc>
                <a:spcPct val="120000"/>
              </a:lnSpc>
              <a:buFont typeface="Wingdings" panose="05000000000000000000" pitchFamily="2" charset="2"/>
              <a:buChar char="§"/>
            </a:pPr>
            <a:endParaRPr lang="en-US" sz="3200"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pic>
        <p:nvPicPr>
          <p:cNvPr id="1026" name="Picture 2" descr="Picture">
            <a:extLst>
              <a:ext uri="{FF2B5EF4-FFF2-40B4-BE49-F238E27FC236}">
                <a16:creationId xmlns:a16="http://schemas.microsoft.com/office/drawing/2014/main" id="{67E9B3B0-F230-3792-3CD2-824B2E3ECB1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2699" r="1023" b="5897"/>
          <a:stretch/>
        </p:blipFill>
        <p:spPr bwMode="auto">
          <a:xfrm>
            <a:off x="8273143" y="1372970"/>
            <a:ext cx="3917269" cy="51802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326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183AC-C1E1-C355-A672-327977012644}"/>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09B345A3-C980-9549-8AC0-DCA8C9F4DAB6}"/>
              </a:ext>
            </a:extLst>
          </p:cNvPr>
          <p:cNvSpPr>
            <a:spLocks noGrp="1"/>
          </p:cNvSpPr>
          <p:nvPr>
            <p:ph type="title"/>
          </p:nvPr>
        </p:nvSpPr>
        <p:spPr/>
        <p:txBody>
          <a:bodyPr/>
          <a:lstStyle/>
          <a:p>
            <a:r>
              <a:rPr lang="en-US" dirty="0"/>
              <a:t>Sample 2</a:t>
            </a:r>
          </a:p>
        </p:txBody>
      </p:sp>
      <p:sp>
        <p:nvSpPr>
          <p:cNvPr id="89" name="Rectangle 88">
            <a:extLst>
              <a:ext uri="{FF2B5EF4-FFF2-40B4-BE49-F238E27FC236}">
                <a16:creationId xmlns:a16="http://schemas.microsoft.com/office/drawing/2014/main" id="{98CB99F4-9A8A-7148-A94C-36F19BBE21CD}"/>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a:extLst>
              <a:ext uri="{FF2B5EF4-FFF2-40B4-BE49-F238E27FC236}">
                <a16:creationId xmlns:a16="http://schemas.microsoft.com/office/drawing/2014/main" id="{469F8817-3B21-FED3-62FB-C094B5843D90}"/>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The Difference Engine</a:t>
            </a:r>
          </a:p>
        </p:txBody>
      </p:sp>
      <p:sp>
        <p:nvSpPr>
          <p:cNvPr id="216" name="Rectangle 215">
            <a:extLst>
              <a:ext uri="{FF2B5EF4-FFF2-40B4-BE49-F238E27FC236}">
                <a16:creationId xmlns:a16="http://schemas.microsoft.com/office/drawing/2014/main" id="{EC927370-B10E-CA3D-4CEC-A5E64FA6FE2B}"/>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27EA771-4DB1-3228-830D-55BA5745827D}"/>
                  </a:ext>
                </a:extLst>
              </p:cNvPr>
              <p:cNvSpPr txBox="1">
                <a:spLocks/>
              </p:cNvSpPr>
              <p:nvPr/>
            </p:nvSpPr>
            <p:spPr>
              <a:xfrm>
                <a:off x="220384" y="1532587"/>
                <a:ext cx="6023662" cy="4942830"/>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The difference engine found out 2</a:t>
                </a:r>
                <a:r>
                  <a:rPr lang="en-US" sz="3200" baseline="30000" dirty="0"/>
                  <a:t>nd</a:t>
                </a:r>
                <a:r>
                  <a:rPr lang="en-US" sz="3200" dirty="0"/>
                  <a:t> order polynomials. E.g., if </a:t>
                </a:r>
                <a14:m>
                  <m:oMath xmlns:m="http://schemas.openxmlformats.org/officeDocument/2006/math">
                    <m:sSup>
                      <m:sSupPr>
                        <m:ctrlPr>
                          <a:rPr lang="en-US" sz="3200" b="0" i="1" dirty="0" smtClean="0">
                            <a:latin typeface="Cambria Math" panose="02040503050406030204" pitchFamily="18" charset="0"/>
                          </a:rPr>
                        </m:ctrlPr>
                      </m:sSupPr>
                      <m:e>
                        <m:r>
                          <a:rPr lang="en-US" sz="3200" b="0" i="1" dirty="0" smtClean="0">
                            <a:latin typeface="Cambria Math" panose="02040503050406030204" pitchFamily="18" charset="0"/>
                          </a:rPr>
                          <m:t>4</m:t>
                        </m:r>
                      </m:e>
                      <m:sup>
                        <m:r>
                          <a:rPr lang="en-US" sz="3200" b="0" i="1" dirty="0" smtClean="0">
                            <a:latin typeface="Cambria Math" panose="02040503050406030204" pitchFamily="18" charset="0"/>
                          </a:rPr>
                          <m:t>2</m:t>
                        </m:r>
                      </m:sup>
                    </m:sSup>
                    <m:r>
                      <a:rPr lang="en-US" sz="3200" b="0" i="1" dirty="0" smtClean="0">
                        <a:latin typeface="Cambria Math" panose="02040503050406030204" pitchFamily="18" charset="0"/>
                      </a:rPr>
                      <m:t>=16</m:t>
                    </m:r>
                  </m:oMath>
                </a14:m>
                <a:r>
                  <a:rPr lang="en-US" sz="3200" dirty="0"/>
                  <a:t>, then </a:t>
                </a:r>
                <a14:m>
                  <m:oMath xmlns:m="http://schemas.openxmlformats.org/officeDocument/2006/math">
                    <m:sSup>
                      <m:sSupPr>
                        <m:ctrlPr>
                          <a:rPr lang="en-US" sz="3200" b="0" i="1" smtClean="0">
                            <a:latin typeface="Cambria Math" panose="02040503050406030204" pitchFamily="18" charset="0"/>
                          </a:rPr>
                        </m:ctrlPr>
                      </m:sSupPr>
                      <m:e>
                        <m:d>
                          <m:dPr>
                            <m:ctrlPr>
                              <a:rPr lang="en-US" sz="3200" b="0" i="1" smtClean="0">
                                <a:latin typeface="Cambria Math" panose="02040503050406030204" pitchFamily="18" charset="0"/>
                              </a:rPr>
                            </m:ctrlPr>
                          </m:dPr>
                          <m:e>
                            <m:r>
                              <a:rPr lang="en-US" sz="3200" b="0" i="1" smtClean="0">
                                <a:latin typeface="Cambria Math" panose="02040503050406030204" pitchFamily="18" charset="0"/>
                              </a:rPr>
                              <m:t>4+1</m:t>
                            </m:r>
                          </m:e>
                        </m:d>
                      </m:e>
                      <m:sup>
                        <m:r>
                          <a:rPr lang="en-US" sz="3200" b="0" i="1" smtClean="0">
                            <a:latin typeface="Cambria Math" panose="02040503050406030204" pitchFamily="18" charset="0"/>
                          </a:rPr>
                          <m:t>2</m:t>
                        </m:r>
                      </m:sup>
                    </m:sSup>
                    <m:r>
                      <a:rPr lang="en-US" sz="3200" b="0" i="1" smtClean="0">
                        <a:latin typeface="Cambria Math" panose="02040503050406030204" pitchFamily="18" charset="0"/>
                      </a:rPr>
                      <m:t>=</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4</m:t>
                        </m:r>
                      </m:e>
                      <m:sup>
                        <m:r>
                          <a:rPr lang="en-US" sz="3200" b="0" i="1" smtClean="0">
                            <a:latin typeface="Cambria Math" panose="02040503050406030204" pitchFamily="18" charset="0"/>
                          </a:rPr>
                          <m:t>2</m:t>
                        </m:r>
                      </m:sup>
                    </m:sSup>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𝐼</m:t>
                        </m:r>
                      </m:e>
                      <m:sub>
                        <m:r>
                          <a:rPr lang="en-US" sz="3200" b="0" i="1" smtClean="0">
                            <a:latin typeface="Cambria Math" panose="02040503050406030204" pitchFamily="18" charset="0"/>
                          </a:rPr>
                          <m:t>4</m:t>
                        </m:r>
                      </m:sub>
                    </m:sSub>
                    <m:r>
                      <a:rPr lang="en-US" sz="3200" b="0" i="1" smtClean="0">
                        <a:latin typeface="Cambria Math" panose="02040503050406030204" pitchFamily="18" charset="0"/>
                      </a:rPr>
                      <m:t>+2; </m:t>
                    </m:r>
                    <m:r>
                      <a:rPr lang="en-US" sz="3200" b="0" i="1" smtClean="0">
                        <a:latin typeface="Cambria Math" panose="02040503050406030204" pitchFamily="18" charset="0"/>
                      </a:rPr>
                      <m:t>𝐼</m:t>
                    </m:r>
                    <m:r>
                      <a:rPr lang="en-US" sz="3200" b="0" i="1" smtClean="0">
                        <a:latin typeface="Cambria Math" panose="02040503050406030204" pitchFamily="18" charset="0"/>
                      </a:rPr>
                      <m:t>=</m:t>
                    </m:r>
                    <m:d>
                      <m:dPr>
                        <m:begChr m:val="{"/>
                        <m:endChr m:val="}"/>
                        <m:ctrlPr>
                          <a:rPr lang="en-US" sz="3200" b="0" i="1" smtClean="0">
                            <a:latin typeface="Cambria Math" panose="02040503050406030204" pitchFamily="18" charset="0"/>
                          </a:rPr>
                        </m:ctrlPr>
                      </m:dPr>
                      <m:e>
                        <m:r>
                          <a:rPr lang="en-US" sz="3200" b="0" i="1" smtClean="0">
                            <a:latin typeface="Cambria Math" panose="02040503050406030204" pitchFamily="18" charset="0"/>
                          </a:rPr>
                          <m:t>1,3,5,7,9,…,</m:t>
                        </m:r>
                      </m:e>
                    </m:d>
                  </m:oMath>
                </a14:m>
                <a:endParaRPr lang="en-US" sz="3200" b="0" dirty="0"/>
              </a:p>
              <a:p>
                <a:pPr>
                  <a:lnSpc>
                    <a:spcPct val="120000"/>
                  </a:lnSpc>
                  <a:buFont typeface="Wingdings" panose="05000000000000000000" pitchFamily="2" charset="2"/>
                  <a:buChar char="§"/>
                </a:pPr>
                <a:r>
                  <a:rPr lang="en-US" sz="3200" dirty="0"/>
                  <a:t>The machine was rotated using a wheel to generate entire series of squared of numbers.</a:t>
                </a:r>
              </a:p>
              <a:p>
                <a:pPr>
                  <a:lnSpc>
                    <a:spcPct val="120000"/>
                  </a:lnSpc>
                  <a:buFont typeface="Wingdings" panose="05000000000000000000" pitchFamily="2" charset="2"/>
                  <a:buChar char="§"/>
                </a:pPr>
                <a:r>
                  <a:rPr lang="en-US" sz="3200" dirty="0"/>
                  <a:t>Next machine, Analytical engine was supposed to have a CPU (steam powered Mill), vertical columns of disks called Store (Memory), Printer, Variables (Punch cards) and Numbers (Punch cards).</a:t>
                </a:r>
              </a:p>
            </p:txBody>
          </p:sp>
        </mc:Choice>
        <mc:Fallback>
          <p:sp>
            <p:nvSpPr>
              <p:cNvPr id="3" name="Content Placeholder 2">
                <a:extLst>
                  <a:ext uri="{FF2B5EF4-FFF2-40B4-BE49-F238E27FC236}">
                    <a16:creationId xmlns:a16="http://schemas.microsoft.com/office/drawing/2014/main" id="{C27EA771-4DB1-3228-830D-55BA5745827D}"/>
                  </a:ext>
                </a:extLst>
              </p:cNvPr>
              <p:cNvSpPr txBox="1">
                <a:spLocks noRot="1" noChangeAspect="1" noMove="1" noResize="1" noEditPoints="1" noAdjustHandles="1" noChangeArrowheads="1" noChangeShapeType="1" noTextEdit="1"/>
              </p:cNvSpPr>
              <p:nvPr/>
            </p:nvSpPr>
            <p:spPr>
              <a:xfrm>
                <a:off x="220384" y="1532587"/>
                <a:ext cx="6023662" cy="4942830"/>
              </a:xfrm>
              <a:prstGeom prst="rect">
                <a:avLst/>
              </a:prstGeom>
              <a:blipFill>
                <a:blip r:embed="rId3"/>
                <a:stretch>
                  <a:fillRect l="-1417" t="-863" r="-2733" b="-2466"/>
                </a:stretch>
              </a:blipFill>
            </p:spPr>
            <p:txBody>
              <a:bodyPr/>
              <a:lstStyle/>
              <a:p>
                <a:r>
                  <a:rPr lang="LID4096">
                    <a:noFill/>
                  </a:rPr>
                  <a:t> </a:t>
                </a:r>
              </a:p>
            </p:txBody>
          </p:sp>
        </mc:Fallback>
      </mc:AlternateContent>
      <p:sp>
        <p:nvSpPr>
          <p:cNvPr id="214" name="Rectangle 213">
            <a:extLst>
              <a:ext uri="{FF2B5EF4-FFF2-40B4-BE49-F238E27FC236}">
                <a16:creationId xmlns:a16="http://schemas.microsoft.com/office/drawing/2014/main" id="{20D1A4EB-3220-C0B1-33B3-B4E8B01D2FE8}"/>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pic>
        <p:nvPicPr>
          <p:cNvPr id="1028" name="Picture 4" descr="undefined">
            <a:extLst>
              <a:ext uri="{FF2B5EF4-FFF2-40B4-BE49-F238E27FC236}">
                <a16:creationId xmlns:a16="http://schemas.microsoft.com/office/drawing/2014/main" id="{22AF647A-F5EC-8530-9BD9-06681F8401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4046" y="1688476"/>
            <a:ext cx="5946366" cy="4459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3108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pic>
        <p:nvPicPr>
          <p:cNvPr id="2050" name="Picture 2" descr="BLOG – 2D Goggles">
            <a:extLst>
              <a:ext uri="{FF2B5EF4-FFF2-40B4-BE49-F238E27FC236}">
                <a16:creationId xmlns:a16="http://schemas.microsoft.com/office/drawing/2014/main" id="{04D2654C-0F0A-AB72-C8D1-507B7CD90D5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0" r="-505"/>
          <a:stretch/>
        </p:blipFill>
        <p:spPr bwMode="auto">
          <a:xfrm>
            <a:off x="588579" y="0"/>
            <a:ext cx="10946306"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56510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Analytical Engine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3" y="1532587"/>
            <a:ext cx="11743017" cy="4887878"/>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Ada Lovelace made several improvements to the design of this Analytical Engine. She proposed that for Analytical engine, code can be used instead of numbers.</a:t>
            </a:r>
          </a:p>
          <a:p>
            <a:pPr>
              <a:lnSpc>
                <a:spcPct val="120000"/>
              </a:lnSpc>
              <a:buFont typeface="Wingdings" panose="05000000000000000000" pitchFamily="2" charset="2"/>
              <a:buChar char="§"/>
            </a:pPr>
            <a:r>
              <a:rPr lang="en-US" sz="3200" dirty="0"/>
              <a:t>The first contribution was the concept of Loops in this machine, i.e. the user should be able to repeat the same input multiple times.</a:t>
            </a:r>
          </a:p>
          <a:p>
            <a:pPr>
              <a:lnSpc>
                <a:spcPct val="120000"/>
              </a:lnSpc>
              <a:buFont typeface="Wingdings" panose="05000000000000000000" pitchFamily="2" charset="2"/>
              <a:buChar char="§"/>
            </a:pPr>
            <a:r>
              <a:rPr lang="en-US" sz="3200" dirty="0"/>
              <a:t>Second contribution was providing a series of punch cards which will tell what portion of machine to run, i.e., pass a </a:t>
            </a:r>
            <a:r>
              <a:rPr lang="en-US" sz="3200" i="1" dirty="0"/>
              <a:t>function</a:t>
            </a:r>
            <a:r>
              <a:rPr lang="en-US" sz="3200" dirty="0"/>
              <a:t>.</a:t>
            </a:r>
          </a:p>
          <a:p>
            <a:pPr>
              <a:lnSpc>
                <a:spcPct val="120000"/>
              </a:lnSpc>
              <a:buFont typeface="Wingdings" panose="05000000000000000000" pitchFamily="2" charset="2"/>
              <a:buChar char="§"/>
            </a:pPr>
            <a:r>
              <a:rPr lang="en-US" sz="3200" dirty="0"/>
              <a:t>This way, the analytical function could make virtually any calculation making use of Ada’s programs. Thus, making it </a:t>
            </a:r>
            <a:r>
              <a:rPr lang="en-US" sz="3200" i="1" dirty="0"/>
              <a:t>Turing complete</a:t>
            </a:r>
            <a:r>
              <a:rPr lang="en-US" sz="3200" dirty="0"/>
              <a:t>.</a:t>
            </a:r>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Tree>
    <p:extLst>
      <p:ext uri="{BB962C8B-B14F-4D97-AF65-F5344CB8AC3E}">
        <p14:creationId xmlns:p14="http://schemas.microsoft.com/office/powerpoint/2010/main" val="568047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Note G – Calculating Bernoulli Numbers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3" y="1532587"/>
                <a:ext cx="11743017" cy="4887878"/>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To prove the validity of her contributions, Ada wrote multiple programs for the Analytical Engine starting from basic Calculations.</a:t>
                </a:r>
              </a:p>
              <a:p>
                <a:pPr>
                  <a:lnSpc>
                    <a:spcPct val="120000"/>
                  </a:lnSpc>
                  <a:buFont typeface="Wingdings" panose="05000000000000000000" pitchFamily="2" charset="2"/>
                  <a:buChar char="§"/>
                </a:pPr>
                <a:r>
                  <a:rPr lang="en-US" sz="3200" dirty="0"/>
                  <a:t>The most fascinating program Ada wrote calculated Bernoulli numbers.</a:t>
                </a:r>
              </a:p>
              <a:p>
                <a:pPr>
                  <a:lnSpc>
                    <a:spcPct val="120000"/>
                  </a:lnSpc>
                  <a:buFont typeface="Wingdings" panose="05000000000000000000" pitchFamily="2" charset="2"/>
                  <a:buChar char="§"/>
                </a:pPr>
                <a:r>
                  <a:rPr lang="en-US" sz="3200" dirty="0"/>
                  <a:t>Bernoulli numbers are used to sum up numbers to any given power. E.g.</a:t>
                </a:r>
              </a:p>
              <a:p>
                <a:pPr lvl="1">
                  <a:lnSpc>
                    <a:spcPct val="120000"/>
                  </a:lnSpc>
                  <a:buFont typeface="Wingdings" panose="05000000000000000000" pitchFamily="2" charset="2"/>
                  <a:buChar char="§"/>
                </a:pPr>
                <a14:m>
                  <m:oMath xmlns:m="http://schemas.openxmlformats.org/officeDocument/2006/math">
                    <m:nary>
                      <m:naryPr>
                        <m:chr m:val="∑"/>
                        <m:ctrlPr>
                          <a:rPr lang="en-US" sz="3000" b="0" i="1" smtClean="0">
                            <a:latin typeface="Cambria Math" panose="02040503050406030204" pitchFamily="18" charset="0"/>
                          </a:rPr>
                        </m:ctrlPr>
                      </m:naryPr>
                      <m:sub>
                        <m:r>
                          <m:rPr>
                            <m:brk m:alnAt="23"/>
                          </m:rPr>
                          <a:rPr lang="en-GB" sz="3000" b="0" i="1" smtClean="0">
                            <a:latin typeface="Cambria Math" panose="02040503050406030204" pitchFamily="18" charset="0"/>
                          </a:rPr>
                          <m:t>𝑘</m:t>
                        </m:r>
                        <m:r>
                          <a:rPr lang="en-GB" sz="3000" b="0" i="1" smtClean="0">
                            <a:latin typeface="Cambria Math" panose="02040503050406030204" pitchFamily="18" charset="0"/>
                          </a:rPr>
                          <m:t>=1</m:t>
                        </m:r>
                      </m:sub>
                      <m:sup>
                        <m:r>
                          <a:rPr lang="en-GB" sz="3000" b="0" i="1" smtClean="0">
                            <a:latin typeface="Cambria Math" panose="02040503050406030204" pitchFamily="18" charset="0"/>
                          </a:rPr>
                          <m:t>𝑛</m:t>
                        </m:r>
                      </m:sup>
                      <m:e>
                        <m:sSup>
                          <m:sSupPr>
                            <m:ctrlPr>
                              <a:rPr lang="en-GB" sz="3000" b="0" i="1" smtClean="0">
                                <a:latin typeface="Cambria Math" panose="02040503050406030204" pitchFamily="18" charset="0"/>
                              </a:rPr>
                            </m:ctrlPr>
                          </m:sSupPr>
                          <m:e>
                            <m:r>
                              <a:rPr lang="en-GB" sz="3000" b="0" i="1" smtClean="0">
                                <a:latin typeface="Cambria Math" panose="02040503050406030204" pitchFamily="18" charset="0"/>
                              </a:rPr>
                              <m:t>𝑘</m:t>
                            </m:r>
                          </m:e>
                          <m:sup>
                            <m:r>
                              <a:rPr lang="en-GB" sz="3000" b="0" i="1" smtClean="0">
                                <a:latin typeface="Cambria Math" panose="02040503050406030204" pitchFamily="18" charset="0"/>
                              </a:rPr>
                              <m:t>2</m:t>
                            </m:r>
                          </m:sup>
                        </m:sSup>
                      </m:e>
                    </m:nary>
                    <m:r>
                      <a:rPr lang="en-GB" sz="3000" b="0" i="1" smtClean="0">
                        <a:latin typeface="Cambria Math" panose="02040503050406030204" pitchFamily="18" charset="0"/>
                      </a:rPr>
                      <m:t>=</m:t>
                    </m:r>
                    <m:sSup>
                      <m:sSupPr>
                        <m:ctrlPr>
                          <a:rPr lang="en-US" sz="3000" b="0" i="1" smtClean="0">
                            <a:latin typeface="Cambria Math" panose="02040503050406030204" pitchFamily="18" charset="0"/>
                          </a:rPr>
                        </m:ctrlPr>
                      </m:sSupPr>
                      <m:e>
                        <m:r>
                          <a:rPr lang="en-US" sz="3000" i="1">
                            <a:latin typeface="Cambria Math" panose="02040503050406030204" pitchFamily="18" charset="0"/>
                          </a:rPr>
                          <m:t>1</m:t>
                        </m:r>
                      </m:e>
                      <m:sup>
                        <m:r>
                          <a:rPr lang="en-US" sz="3000" b="0" i="1" smtClean="0">
                            <a:latin typeface="Cambria Math" panose="02040503050406030204" pitchFamily="18" charset="0"/>
                          </a:rPr>
                          <m:t>2</m:t>
                        </m:r>
                      </m:sup>
                    </m:sSup>
                    <m:r>
                      <a:rPr lang="en-US" sz="3000" i="1">
                        <a:latin typeface="Cambria Math" panose="02040503050406030204" pitchFamily="18" charset="0"/>
                      </a:rPr>
                      <m:t>+</m:t>
                    </m:r>
                    <m:sSup>
                      <m:sSupPr>
                        <m:ctrlPr>
                          <a:rPr lang="en-US" sz="3000" b="0" i="1" smtClean="0">
                            <a:latin typeface="Cambria Math" panose="02040503050406030204" pitchFamily="18" charset="0"/>
                          </a:rPr>
                        </m:ctrlPr>
                      </m:sSupPr>
                      <m:e>
                        <m:r>
                          <a:rPr lang="en-US" sz="3000" i="1">
                            <a:latin typeface="Cambria Math" panose="02040503050406030204" pitchFamily="18" charset="0"/>
                          </a:rPr>
                          <m:t>2</m:t>
                        </m:r>
                      </m:e>
                      <m:sup>
                        <m:r>
                          <a:rPr lang="en-US" sz="3000" b="0" i="1" smtClean="0">
                            <a:latin typeface="Cambria Math" panose="02040503050406030204" pitchFamily="18" charset="0"/>
                          </a:rPr>
                          <m:t>2</m:t>
                        </m:r>
                      </m:sup>
                    </m:sSup>
                    <m:r>
                      <a:rPr lang="en-US" sz="3000" i="1">
                        <a:latin typeface="Cambria Math" panose="02040503050406030204" pitchFamily="18" charset="0"/>
                      </a:rPr>
                      <m:t>+</m:t>
                    </m:r>
                    <m:sSup>
                      <m:sSupPr>
                        <m:ctrlPr>
                          <a:rPr lang="en-US" sz="3000" b="0" i="1" smtClean="0">
                            <a:latin typeface="Cambria Math" panose="02040503050406030204" pitchFamily="18" charset="0"/>
                          </a:rPr>
                        </m:ctrlPr>
                      </m:sSupPr>
                      <m:e>
                        <m:r>
                          <a:rPr lang="en-US" sz="3000" i="1">
                            <a:latin typeface="Cambria Math" panose="02040503050406030204" pitchFamily="18" charset="0"/>
                          </a:rPr>
                          <m:t>3</m:t>
                        </m:r>
                      </m:e>
                      <m:sup>
                        <m:r>
                          <a:rPr lang="en-US" sz="3000" b="0" i="1" smtClean="0">
                            <a:latin typeface="Cambria Math" panose="02040503050406030204" pitchFamily="18" charset="0"/>
                          </a:rPr>
                          <m:t>2</m:t>
                        </m:r>
                      </m:sup>
                    </m:sSup>
                    <m:r>
                      <a:rPr lang="en-US" sz="3000" i="1">
                        <a:latin typeface="Cambria Math" panose="02040503050406030204" pitchFamily="18" charset="0"/>
                      </a:rPr>
                      <m:t>+…+</m:t>
                    </m:r>
                    <m:sSup>
                      <m:sSupPr>
                        <m:ctrlPr>
                          <a:rPr lang="en-US" sz="3000" b="0" i="1" smtClean="0">
                            <a:latin typeface="Cambria Math" panose="02040503050406030204" pitchFamily="18" charset="0"/>
                          </a:rPr>
                        </m:ctrlPr>
                      </m:sSupPr>
                      <m:e>
                        <m:r>
                          <a:rPr lang="en-US" sz="3000" i="1">
                            <a:latin typeface="Cambria Math" panose="02040503050406030204" pitchFamily="18" charset="0"/>
                          </a:rPr>
                          <m:t>𝑛</m:t>
                        </m:r>
                      </m:e>
                      <m:sup>
                        <m:r>
                          <a:rPr lang="en-US" sz="3000" b="0" i="1" smtClean="0">
                            <a:latin typeface="Cambria Math" panose="02040503050406030204" pitchFamily="18" charset="0"/>
                          </a:rPr>
                          <m:t>2</m:t>
                        </m:r>
                      </m:sup>
                    </m:sSup>
                    <m:r>
                      <a:rPr lang="en-GB" sz="3000" b="0" i="1" smtClean="0">
                        <a:latin typeface="Cambria Math" panose="02040503050406030204" pitchFamily="18" charset="0"/>
                      </a:rPr>
                      <m:t>=</m:t>
                    </m:r>
                    <m:f>
                      <m:fPr>
                        <m:ctrlPr>
                          <a:rPr lang="en-US" sz="3000" i="1">
                            <a:latin typeface="Cambria Math" panose="02040503050406030204" pitchFamily="18" charset="0"/>
                          </a:rPr>
                        </m:ctrlPr>
                      </m:fPr>
                      <m:num>
                        <m:r>
                          <a:rPr lang="en-GB" sz="3000" i="1">
                            <a:latin typeface="Cambria Math" panose="02040503050406030204" pitchFamily="18" charset="0"/>
                          </a:rPr>
                          <m:t>𝑛</m:t>
                        </m:r>
                        <m:d>
                          <m:dPr>
                            <m:ctrlPr>
                              <a:rPr lang="en-GB" sz="3000" i="1">
                                <a:latin typeface="Cambria Math" panose="02040503050406030204" pitchFamily="18" charset="0"/>
                              </a:rPr>
                            </m:ctrlPr>
                          </m:dPr>
                          <m:e>
                            <m:r>
                              <a:rPr lang="en-GB" sz="3000" i="1">
                                <a:latin typeface="Cambria Math" panose="02040503050406030204" pitchFamily="18" charset="0"/>
                              </a:rPr>
                              <m:t>𝑛</m:t>
                            </m:r>
                            <m:r>
                              <a:rPr lang="en-GB" sz="3000" i="1">
                                <a:latin typeface="Cambria Math" panose="02040503050406030204" pitchFamily="18" charset="0"/>
                              </a:rPr>
                              <m:t>+1</m:t>
                            </m:r>
                          </m:e>
                        </m:d>
                        <m:d>
                          <m:dPr>
                            <m:ctrlPr>
                              <a:rPr lang="en-GB" sz="3000" i="1">
                                <a:latin typeface="Cambria Math" panose="02040503050406030204" pitchFamily="18" charset="0"/>
                              </a:rPr>
                            </m:ctrlPr>
                          </m:dPr>
                          <m:e>
                            <m:r>
                              <a:rPr lang="en-GB" sz="3000" i="1">
                                <a:latin typeface="Cambria Math" panose="02040503050406030204" pitchFamily="18" charset="0"/>
                              </a:rPr>
                              <m:t>2</m:t>
                            </m:r>
                            <m:r>
                              <a:rPr lang="en-GB" sz="3000" i="1">
                                <a:latin typeface="Cambria Math" panose="02040503050406030204" pitchFamily="18" charset="0"/>
                              </a:rPr>
                              <m:t>𝑛</m:t>
                            </m:r>
                            <m:r>
                              <a:rPr lang="en-GB" sz="3000" i="1">
                                <a:latin typeface="Cambria Math" panose="02040503050406030204" pitchFamily="18" charset="0"/>
                              </a:rPr>
                              <m:t>+1</m:t>
                            </m:r>
                          </m:e>
                        </m:d>
                      </m:num>
                      <m:den>
                        <m:r>
                          <a:rPr lang="en-GB" sz="3000" i="1">
                            <a:latin typeface="Cambria Math" panose="02040503050406030204" pitchFamily="18" charset="0"/>
                          </a:rPr>
                          <m:t>6</m:t>
                        </m:r>
                      </m:den>
                    </m:f>
                    <m:r>
                      <a:rPr lang="en-US" sz="3000" i="1">
                        <a:latin typeface="Cambria Math" panose="02040503050406030204" pitchFamily="18" charset="0"/>
                      </a:rPr>
                      <m:t>=</m:t>
                    </m:r>
                    <m:f>
                      <m:fPr>
                        <m:ctrlPr>
                          <a:rPr lang="en-US" sz="3000" i="1">
                            <a:latin typeface="Cambria Math" panose="02040503050406030204" pitchFamily="18" charset="0"/>
                          </a:rPr>
                        </m:ctrlPr>
                      </m:fPr>
                      <m:num>
                        <m:sSup>
                          <m:sSupPr>
                            <m:ctrlPr>
                              <a:rPr lang="en-US" sz="3000" i="1">
                                <a:latin typeface="Cambria Math" panose="02040503050406030204" pitchFamily="18" charset="0"/>
                              </a:rPr>
                            </m:ctrlPr>
                          </m:sSupPr>
                          <m:e>
                            <m:r>
                              <a:rPr lang="en-US" sz="3000" i="1">
                                <a:latin typeface="Cambria Math" panose="02040503050406030204" pitchFamily="18" charset="0"/>
                              </a:rPr>
                              <m:t>𝑛</m:t>
                            </m:r>
                          </m:e>
                          <m:sup>
                            <m:r>
                              <a:rPr lang="en-US" sz="3000" b="0" i="1" smtClean="0">
                                <a:latin typeface="Cambria Math" panose="02040503050406030204" pitchFamily="18" charset="0"/>
                              </a:rPr>
                              <m:t>3</m:t>
                            </m:r>
                          </m:sup>
                        </m:sSup>
                      </m:num>
                      <m:den>
                        <m:r>
                          <a:rPr lang="en-US" sz="3000" b="0" i="1" smtClean="0">
                            <a:latin typeface="Cambria Math" panose="02040503050406030204" pitchFamily="18" charset="0"/>
                          </a:rPr>
                          <m:t>3</m:t>
                        </m:r>
                      </m:den>
                    </m:f>
                    <m:r>
                      <a:rPr lang="en-US" sz="3000" i="1">
                        <a:latin typeface="Cambria Math" panose="02040503050406030204" pitchFamily="18" charset="0"/>
                      </a:rPr>
                      <m:t>+</m:t>
                    </m:r>
                    <m:f>
                      <m:fPr>
                        <m:ctrlPr>
                          <a:rPr lang="en-US" sz="3000" i="1">
                            <a:latin typeface="Cambria Math" panose="02040503050406030204" pitchFamily="18" charset="0"/>
                          </a:rPr>
                        </m:ctrlPr>
                      </m:fPr>
                      <m:num>
                        <m:sSup>
                          <m:sSupPr>
                            <m:ctrlPr>
                              <a:rPr lang="en-US" sz="3000" b="0" i="1" smtClean="0">
                                <a:latin typeface="Cambria Math" panose="02040503050406030204" pitchFamily="18" charset="0"/>
                              </a:rPr>
                            </m:ctrlPr>
                          </m:sSupPr>
                          <m:e>
                            <m:r>
                              <a:rPr lang="en-US" sz="3000" i="1">
                                <a:latin typeface="Cambria Math" panose="02040503050406030204" pitchFamily="18" charset="0"/>
                              </a:rPr>
                              <m:t>𝑛</m:t>
                            </m:r>
                          </m:e>
                          <m:sup>
                            <m:r>
                              <a:rPr lang="en-US" sz="3000" b="0" i="1" smtClean="0">
                                <a:latin typeface="Cambria Math" panose="02040503050406030204" pitchFamily="18" charset="0"/>
                              </a:rPr>
                              <m:t>2</m:t>
                            </m:r>
                          </m:sup>
                        </m:sSup>
                      </m:num>
                      <m:den>
                        <m:r>
                          <a:rPr lang="en-US" sz="3000" i="1">
                            <a:latin typeface="Cambria Math" panose="02040503050406030204" pitchFamily="18" charset="0"/>
                          </a:rPr>
                          <m:t>2</m:t>
                        </m:r>
                      </m:den>
                    </m:f>
                    <m:r>
                      <a:rPr lang="en-US" sz="3000" b="0" i="1" smtClean="0">
                        <a:latin typeface="Cambria Math" panose="02040503050406030204" pitchFamily="18" charset="0"/>
                      </a:rPr>
                      <m:t>+</m:t>
                    </m:r>
                    <m:f>
                      <m:fPr>
                        <m:ctrlPr>
                          <a:rPr lang="en-US" sz="3000" b="0" i="1" smtClean="0">
                            <a:latin typeface="Cambria Math" panose="02040503050406030204" pitchFamily="18" charset="0"/>
                          </a:rPr>
                        </m:ctrlPr>
                      </m:fPr>
                      <m:num>
                        <m:r>
                          <a:rPr lang="en-US" sz="3000" b="0" i="1" smtClean="0">
                            <a:latin typeface="Cambria Math" panose="02040503050406030204" pitchFamily="18" charset="0"/>
                          </a:rPr>
                          <m:t>𝑛</m:t>
                        </m:r>
                      </m:num>
                      <m:den>
                        <m:r>
                          <a:rPr lang="en-US" sz="3000" b="0" i="1" smtClean="0">
                            <a:latin typeface="Cambria Math" panose="02040503050406030204" pitchFamily="18" charset="0"/>
                          </a:rPr>
                          <m:t>6</m:t>
                        </m:r>
                      </m:den>
                    </m:f>
                  </m:oMath>
                </a14:m>
                <a:endParaRPr lang="en-US" sz="3000" dirty="0"/>
              </a:p>
              <a:p>
                <a:pPr lvl="1">
                  <a:lnSpc>
                    <a:spcPct val="120000"/>
                  </a:lnSpc>
                  <a:buFont typeface="Wingdings" panose="05000000000000000000" pitchFamily="2" charset="2"/>
                  <a:buChar char="§"/>
                </a:pPr>
                <a:r>
                  <a:rPr lang="en-US" sz="3000" dirty="0"/>
                  <a:t>The general formula is </a:t>
                </a:r>
                <a14:m>
                  <m:oMath xmlns:m="http://schemas.openxmlformats.org/officeDocument/2006/math">
                    <m:nary>
                      <m:naryPr>
                        <m:chr m:val="∑"/>
                        <m:ctrlPr>
                          <a:rPr lang="en-US" sz="3000" i="1">
                            <a:latin typeface="Cambria Math" panose="02040503050406030204" pitchFamily="18" charset="0"/>
                          </a:rPr>
                        </m:ctrlPr>
                      </m:naryPr>
                      <m:sub>
                        <m:r>
                          <m:rPr>
                            <m:brk m:alnAt="23"/>
                          </m:rPr>
                          <a:rPr lang="en-GB" sz="3000" i="1">
                            <a:latin typeface="Cambria Math" panose="02040503050406030204" pitchFamily="18" charset="0"/>
                          </a:rPr>
                          <m:t>𝑘</m:t>
                        </m:r>
                        <m:r>
                          <a:rPr lang="en-GB" sz="3000" i="1">
                            <a:latin typeface="Cambria Math" panose="02040503050406030204" pitchFamily="18" charset="0"/>
                          </a:rPr>
                          <m:t>=1</m:t>
                        </m:r>
                      </m:sub>
                      <m:sup>
                        <m:r>
                          <a:rPr lang="en-GB" sz="3000" i="1">
                            <a:latin typeface="Cambria Math" panose="02040503050406030204" pitchFamily="18" charset="0"/>
                          </a:rPr>
                          <m:t>𝑛</m:t>
                        </m:r>
                      </m:sup>
                      <m:e>
                        <m:sSup>
                          <m:sSupPr>
                            <m:ctrlPr>
                              <a:rPr lang="en-GB" sz="3000" i="1">
                                <a:latin typeface="Cambria Math" panose="02040503050406030204" pitchFamily="18" charset="0"/>
                              </a:rPr>
                            </m:ctrlPr>
                          </m:sSupPr>
                          <m:e>
                            <m:r>
                              <a:rPr lang="en-GB" sz="3000" i="1">
                                <a:latin typeface="Cambria Math" panose="02040503050406030204" pitchFamily="18" charset="0"/>
                              </a:rPr>
                              <m:t>𝑘</m:t>
                            </m:r>
                          </m:e>
                          <m:sup>
                            <m:r>
                              <a:rPr lang="en-GB" sz="3000" b="0" i="1" smtClean="0">
                                <a:latin typeface="Cambria Math" panose="02040503050406030204" pitchFamily="18" charset="0"/>
                              </a:rPr>
                              <m:t>𝑝</m:t>
                            </m:r>
                          </m:sup>
                        </m:sSup>
                      </m:e>
                    </m:nary>
                    <m:r>
                      <a:rPr lang="en-GB" sz="3000" i="1">
                        <a:latin typeface="Cambria Math" panose="02040503050406030204" pitchFamily="18" charset="0"/>
                      </a:rPr>
                      <m:t>=</m:t>
                    </m:r>
                    <m:f>
                      <m:fPr>
                        <m:ctrlPr>
                          <a:rPr lang="en-GB" sz="3000" b="0" i="1" smtClean="0">
                            <a:latin typeface="Cambria Math" panose="02040503050406030204" pitchFamily="18" charset="0"/>
                          </a:rPr>
                        </m:ctrlPr>
                      </m:fPr>
                      <m:num>
                        <m:r>
                          <a:rPr lang="en-GB" sz="3000" b="0" i="1" smtClean="0">
                            <a:latin typeface="Cambria Math" panose="02040503050406030204" pitchFamily="18" charset="0"/>
                          </a:rPr>
                          <m:t>1</m:t>
                        </m:r>
                      </m:num>
                      <m:den>
                        <m:r>
                          <a:rPr lang="en-GB" sz="3000" b="0" i="1" smtClean="0">
                            <a:latin typeface="Cambria Math" panose="02040503050406030204" pitchFamily="18" charset="0"/>
                          </a:rPr>
                          <m:t>𝑝</m:t>
                        </m:r>
                        <m:r>
                          <a:rPr lang="en-GB" sz="3000" b="0" i="1" smtClean="0">
                            <a:latin typeface="Cambria Math" panose="02040503050406030204" pitchFamily="18" charset="0"/>
                          </a:rPr>
                          <m:t>+1</m:t>
                        </m:r>
                      </m:den>
                    </m:f>
                    <m:nary>
                      <m:naryPr>
                        <m:chr m:val="∑"/>
                        <m:ctrlPr>
                          <a:rPr lang="en-US" sz="3000" i="1" smtClean="0">
                            <a:latin typeface="Cambria Math" panose="02040503050406030204" pitchFamily="18" charset="0"/>
                          </a:rPr>
                        </m:ctrlPr>
                      </m:naryPr>
                      <m:sub>
                        <m:r>
                          <a:rPr lang="en-GB" sz="3000" b="0" i="1" smtClean="0">
                            <a:latin typeface="Cambria Math" panose="02040503050406030204" pitchFamily="18" charset="0"/>
                          </a:rPr>
                          <m:t>𝑛</m:t>
                        </m:r>
                        <m:r>
                          <a:rPr lang="en-GB" sz="3000" b="0" i="1" smtClean="0">
                            <a:latin typeface="Cambria Math" panose="02040503050406030204" pitchFamily="18" charset="0"/>
                          </a:rPr>
                          <m:t>=0</m:t>
                        </m:r>
                      </m:sub>
                      <m:sup>
                        <m:r>
                          <a:rPr lang="en-GB" sz="3000" b="0" i="1" smtClean="0">
                            <a:latin typeface="Cambria Math" panose="02040503050406030204" pitchFamily="18" charset="0"/>
                          </a:rPr>
                          <m:t>𝑝</m:t>
                        </m:r>
                      </m:sup>
                      <m:e>
                        <m:d>
                          <m:dPr>
                            <m:ctrlPr>
                              <a:rPr lang="en-GB" sz="3000" i="1" smtClean="0">
                                <a:latin typeface="Cambria Math" panose="02040503050406030204" pitchFamily="18" charset="0"/>
                              </a:rPr>
                            </m:ctrlPr>
                          </m:dPr>
                          <m:e>
                            <m:f>
                              <m:fPr>
                                <m:type m:val="noBar"/>
                                <m:ctrlPr>
                                  <a:rPr lang="en-GB" sz="3000" i="1" smtClean="0">
                                    <a:latin typeface="Cambria Math" panose="02040503050406030204" pitchFamily="18" charset="0"/>
                                  </a:rPr>
                                </m:ctrlPr>
                              </m:fPr>
                              <m:num>
                                <m:r>
                                  <a:rPr lang="en-GB" sz="3000" b="0" i="1" smtClean="0">
                                    <a:latin typeface="Cambria Math" panose="02040503050406030204" pitchFamily="18" charset="0"/>
                                  </a:rPr>
                                  <m:t>𝑝</m:t>
                                </m:r>
                                <m:r>
                                  <a:rPr lang="en-GB" sz="3000" b="0" i="1" smtClean="0">
                                    <a:latin typeface="Cambria Math" panose="02040503050406030204" pitchFamily="18" charset="0"/>
                                  </a:rPr>
                                  <m:t>+1</m:t>
                                </m:r>
                              </m:num>
                              <m:den>
                                <m:r>
                                  <a:rPr lang="en-GB" sz="3000" b="0" i="1" smtClean="0">
                                    <a:latin typeface="Cambria Math" panose="02040503050406030204" pitchFamily="18" charset="0"/>
                                  </a:rPr>
                                  <m:t>𝑛</m:t>
                                </m:r>
                              </m:den>
                            </m:f>
                          </m:e>
                        </m:d>
                      </m:e>
                    </m:nary>
                    <m:sSub>
                      <m:sSubPr>
                        <m:ctrlPr>
                          <a:rPr lang="en-GB" sz="3000" b="0" i="1" smtClean="0">
                            <a:latin typeface="Cambria Math" panose="02040503050406030204" pitchFamily="18" charset="0"/>
                          </a:rPr>
                        </m:ctrlPr>
                      </m:sSubPr>
                      <m:e>
                        <m:r>
                          <a:rPr lang="en-GB" sz="3000" b="0" i="1" smtClean="0">
                            <a:latin typeface="Cambria Math" panose="02040503050406030204" pitchFamily="18" charset="0"/>
                          </a:rPr>
                          <m:t>𝐵</m:t>
                        </m:r>
                      </m:e>
                      <m:sub>
                        <m:r>
                          <a:rPr lang="en-GB" sz="3000" b="0" i="1" smtClean="0">
                            <a:latin typeface="Cambria Math" panose="02040503050406030204" pitchFamily="18" charset="0"/>
                          </a:rPr>
                          <m:t>𝑛</m:t>
                        </m:r>
                      </m:sub>
                    </m:sSub>
                    <m:sSup>
                      <m:sSupPr>
                        <m:ctrlPr>
                          <a:rPr lang="en-GB" sz="3000" b="0" i="1" smtClean="0">
                            <a:latin typeface="Cambria Math" panose="02040503050406030204" pitchFamily="18" charset="0"/>
                          </a:rPr>
                        </m:ctrlPr>
                      </m:sSupPr>
                      <m:e>
                        <m:r>
                          <a:rPr lang="en-GB" sz="3000" b="0" i="1" smtClean="0">
                            <a:latin typeface="Cambria Math" panose="02040503050406030204" pitchFamily="18" charset="0"/>
                          </a:rPr>
                          <m:t>𝑛</m:t>
                        </m:r>
                      </m:e>
                      <m:sup>
                        <m:r>
                          <a:rPr lang="en-GB" sz="3000" b="0" i="1" smtClean="0">
                            <a:latin typeface="Cambria Math" panose="02040503050406030204" pitchFamily="18" charset="0"/>
                          </a:rPr>
                          <m:t>𝑝</m:t>
                        </m:r>
                        <m:r>
                          <a:rPr lang="en-GB" sz="3000" b="0" i="1" smtClean="0">
                            <a:latin typeface="Cambria Math" panose="02040503050406030204" pitchFamily="18" charset="0"/>
                          </a:rPr>
                          <m:t>−</m:t>
                        </m:r>
                        <m:r>
                          <a:rPr lang="en-GB" sz="3000" b="0" i="1" smtClean="0">
                            <a:latin typeface="Cambria Math" panose="02040503050406030204" pitchFamily="18" charset="0"/>
                          </a:rPr>
                          <m:t>𝑘</m:t>
                        </m:r>
                        <m:r>
                          <a:rPr lang="en-GB" sz="3000" b="0" i="1" smtClean="0">
                            <a:latin typeface="Cambria Math" panose="02040503050406030204" pitchFamily="18" charset="0"/>
                          </a:rPr>
                          <m:t>+1</m:t>
                        </m:r>
                      </m:sup>
                    </m:sSup>
                  </m:oMath>
                </a14:m>
                <a:endParaRPr lang="en-US" sz="3000" dirty="0"/>
              </a:p>
              <a:p>
                <a:pPr lvl="1">
                  <a:lnSpc>
                    <a:spcPct val="120000"/>
                  </a:lnSpc>
                  <a:buFont typeface="Wingdings" panose="05000000000000000000" pitchFamily="2" charset="2"/>
                  <a:buChar char="§"/>
                </a:pPr>
                <a:r>
                  <a:rPr lang="en-US" sz="3000" dirty="0"/>
                  <a:t>In this formula, </a:t>
                </a:r>
                <a14:m>
                  <m:oMath xmlns:m="http://schemas.openxmlformats.org/officeDocument/2006/math">
                    <m:sSub>
                      <m:sSubPr>
                        <m:ctrlPr>
                          <a:rPr lang="en-GB" sz="3000" b="0" i="1" smtClean="0">
                            <a:latin typeface="Cambria Math" panose="02040503050406030204" pitchFamily="18" charset="0"/>
                          </a:rPr>
                        </m:ctrlPr>
                      </m:sSubPr>
                      <m:e>
                        <m:r>
                          <a:rPr lang="en-GB" sz="3000" b="0" i="1" smtClean="0">
                            <a:latin typeface="Cambria Math" panose="02040503050406030204" pitchFamily="18" charset="0"/>
                          </a:rPr>
                          <m:t>𝐵</m:t>
                        </m:r>
                      </m:e>
                      <m:sub>
                        <m:r>
                          <a:rPr lang="en-GB" sz="3000" b="0" i="1" smtClean="0">
                            <a:latin typeface="Cambria Math" panose="02040503050406030204" pitchFamily="18" charset="0"/>
                          </a:rPr>
                          <m:t>𝑛</m:t>
                        </m:r>
                      </m:sub>
                    </m:sSub>
                  </m:oMath>
                </a14:m>
                <a:r>
                  <a:rPr lang="en-US" sz="3000" dirty="0"/>
                  <a:t> is Bernoulli number which itself is fairly complex to calculate.</a:t>
                </a:r>
              </a:p>
              <a:p>
                <a:pPr>
                  <a:lnSpc>
                    <a:spcPct val="120000"/>
                  </a:lnSpc>
                  <a:buFont typeface="Wingdings" panose="05000000000000000000" pitchFamily="2" charset="2"/>
                  <a:buChar char="§"/>
                </a:pPr>
                <a:r>
                  <a:rPr lang="en-US" sz="3200" dirty="0"/>
                  <a:t>Ada wrote a program to compute Bernoulli number series.</a:t>
                </a:r>
              </a:p>
            </p:txBody>
          </p:sp>
        </mc:Choice>
        <mc:Fallback>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3" y="1532587"/>
                <a:ext cx="11743017" cy="4887878"/>
              </a:xfrm>
              <a:prstGeom prst="rect">
                <a:avLst/>
              </a:prstGeom>
              <a:blipFill>
                <a:blip r:embed="rId3"/>
                <a:stretch>
                  <a:fillRect l="-830" t="-998" r="-1297" b="-249"/>
                </a:stretch>
              </a:blipFill>
            </p:spPr>
            <p:txBody>
              <a:bodyPr/>
              <a:lstStyle/>
              <a:p>
                <a:r>
                  <a:rPr lang="LID4096">
                    <a:noFill/>
                  </a:rPr>
                  <a:t> </a:t>
                </a:r>
              </a:p>
            </p:txBody>
          </p:sp>
        </mc:Fallback>
      </mc:AlternateContent>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Tree>
    <p:extLst>
      <p:ext uri="{BB962C8B-B14F-4D97-AF65-F5344CB8AC3E}">
        <p14:creationId xmlns:p14="http://schemas.microsoft.com/office/powerpoint/2010/main" val="1768471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pic>
        <p:nvPicPr>
          <p:cNvPr id="4" name="Picture 3">
            <a:extLst>
              <a:ext uri="{FF2B5EF4-FFF2-40B4-BE49-F238E27FC236}">
                <a16:creationId xmlns:a16="http://schemas.microsoft.com/office/drawing/2014/main" id="{131BE28E-51CB-3EE2-8C16-711DA73641CB}"/>
              </a:ext>
            </a:extLst>
          </p:cNvPr>
          <p:cNvPicPr>
            <a:picLocks noChangeAspect="1"/>
          </p:cNvPicPr>
          <p:nvPr/>
        </p:nvPicPr>
        <p:blipFill>
          <a:blip r:embed="rId3"/>
          <a:stretch>
            <a:fillRect/>
          </a:stretch>
        </p:blipFill>
        <p:spPr>
          <a:xfrm>
            <a:off x="6088352" y="3423779"/>
            <a:ext cx="15296" cy="10442"/>
          </a:xfrm>
          <a:prstGeom prst="rect">
            <a:avLst/>
          </a:prstGeom>
        </p:spPr>
      </p:pic>
      <p:pic>
        <p:nvPicPr>
          <p:cNvPr id="6" name="Picture 5">
            <a:extLst>
              <a:ext uri="{FF2B5EF4-FFF2-40B4-BE49-F238E27FC236}">
                <a16:creationId xmlns:a16="http://schemas.microsoft.com/office/drawing/2014/main" id="{CFDA1BA6-440B-F8BA-4DA7-853F2431A506}"/>
              </a:ext>
            </a:extLst>
          </p:cNvPr>
          <p:cNvPicPr>
            <a:picLocks noChangeAspect="1"/>
          </p:cNvPicPr>
          <p:nvPr/>
        </p:nvPicPr>
        <p:blipFill>
          <a:blip r:embed="rId4"/>
          <a:stretch>
            <a:fillRect/>
          </a:stretch>
        </p:blipFill>
        <p:spPr>
          <a:xfrm>
            <a:off x="493987" y="0"/>
            <a:ext cx="10671042" cy="6858000"/>
          </a:xfrm>
          <a:prstGeom prst="rect">
            <a:avLst/>
          </a:prstGeom>
        </p:spPr>
      </p:pic>
    </p:spTree>
    <p:extLst>
      <p:ext uri="{BB962C8B-B14F-4D97-AF65-F5344CB8AC3E}">
        <p14:creationId xmlns:p14="http://schemas.microsoft.com/office/powerpoint/2010/main" val="28886319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38F64-4E8F-25FA-81CC-44B6DADE1AD0}"/>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B406E272-690B-47A5-FB36-2546BAEA745B}"/>
              </a:ext>
            </a:extLst>
          </p:cNvPr>
          <p:cNvSpPr>
            <a:spLocks noGrp="1"/>
          </p:cNvSpPr>
          <p:nvPr>
            <p:ph type="title"/>
          </p:nvPr>
        </p:nvSpPr>
        <p:spPr/>
        <p:txBody>
          <a:bodyPr/>
          <a:lstStyle/>
          <a:p>
            <a:r>
              <a:rPr lang="en-US" dirty="0"/>
              <a:t>Sample 2</a:t>
            </a:r>
          </a:p>
        </p:txBody>
      </p:sp>
      <p:sp>
        <p:nvSpPr>
          <p:cNvPr id="89" name="Rectangle 88">
            <a:extLst>
              <a:ext uri="{FF2B5EF4-FFF2-40B4-BE49-F238E27FC236}">
                <a16:creationId xmlns:a16="http://schemas.microsoft.com/office/drawing/2014/main" id="{E70D05FE-6267-A415-425A-66BF2FBC1E1C}"/>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a:extLst>
              <a:ext uri="{FF2B5EF4-FFF2-40B4-BE49-F238E27FC236}">
                <a16:creationId xmlns:a16="http://schemas.microsoft.com/office/drawing/2014/main" id="{CFBB2B8C-1F12-3F6F-FC3F-AD9245927B69}"/>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Note G – Calculating Bernoulli Numbers</a:t>
            </a:r>
          </a:p>
        </p:txBody>
      </p:sp>
      <p:sp>
        <p:nvSpPr>
          <p:cNvPr id="216" name="Rectangle 215">
            <a:extLst>
              <a:ext uri="{FF2B5EF4-FFF2-40B4-BE49-F238E27FC236}">
                <a16:creationId xmlns:a16="http://schemas.microsoft.com/office/drawing/2014/main" id="{3A75FD78-31B9-C76E-2AB5-3F3B9F46809A}"/>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C06925C-B0A7-3371-6B9F-5C2BF5A315B5}"/>
                  </a:ext>
                </a:extLst>
              </p:cNvPr>
              <p:cNvSpPr txBox="1">
                <a:spLocks/>
              </p:cNvSpPr>
              <p:nvPr/>
            </p:nvSpPr>
            <p:spPr>
              <a:xfrm>
                <a:off x="220383" y="1532587"/>
                <a:ext cx="11743017" cy="4887878"/>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dirty="0">
                    <a:latin typeface="Cascadia Code" panose="020B0609020000020004" pitchFamily="49" charset="0"/>
                    <a:ea typeface="Cascadia Code" panose="020B0609020000020004" pitchFamily="49" charset="0"/>
                    <a:cs typeface="Cascadia Code" panose="020B0609020000020004" pitchFamily="49" charset="0"/>
                  </a:rPr>
                  <a:t>GENERATE_COMBINATIONS</a:t>
                </a:r>
                <a:r>
                  <a:rPr lang="en-US" sz="2400" dirty="0">
                    <a:latin typeface="Cascadia Code" panose="020B0609020000020004" pitchFamily="49" charset="0"/>
                    <a:cs typeface="Cascadia Code" panose="020B0609020000020004" pitchFamily="49" charset="0"/>
                  </a:rPr>
                  <a:t>(</a:t>
                </a:r>
                <a:r>
                  <a:rPr lang="en-US" sz="2400" dirty="0">
                    <a:latin typeface="Cascadia Code" panose="020B0609020000020004" pitchFamily="49" charset="0"/>
                    <a:ea typeface="Cascadia Code" panose="020B0609020000020004" pitchFamily="49" charset="0"/>
                    <a:cs typeface="Cascadia Code" panose="020B0609020000020004" pitchFamily="49" charset="0"/>
                  </a:rPr>
                  <a:t>n) generates ‘n’ Bernoulli numbers.</a:t>
                </a:r>
                <a:endParaRPr lang="en-US" sz="2400" i="1"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GB" sz="2400" i="1">
                        <a:latin typeface="Cambria Math" panose="02040503050406030204" pitchFamily="18" charset="0"/>
                        <a:ea typeface="Cascadia Code" panose="020B0609020000020004" pitchFamily="49" charset="0"/>
                        <a:cs typeface="Cascadia Code" panose="020B0609020000020004" pitchFamily="49" charset="0"/>
                      </a:rPr>
                      <m:t>𝑆𝐸𝑇</m:t>
                    </m:r>
                    <m:r>
                      <a:rPr lang="en-GB" sz="2400" i="1">
                        <a:latin typeface="Cambria Math" panose="02040503050406030204" pitchFamily="18" charset="0"/>
                        <a:ea typeface="Cascadia Code" panose="020B0609020000020004" pitchFamily="49" charset="0"/>
                        <a:cs typeface="Cascadia Code" panose="020B0609020000020004" pitchFamily="49" charset="0"/>
                      </a:rPr>
                      <m:t> </m:t>
                    </m:r>
                    <m:r>
                      <a:rPr lang="en-GB" sz="2400" i="1">
                        <a:latin typeface="Cambria Math" panose="02040503050406030204" pitchFamily="18" charset="0"/>
                        <a:ea typeface="Cascadia Code" panose="020B0609020000020004" pitchFamily="49" charset="0"/>
                        <a:cs typeface="Cascadia Code" panose="020B0609020000020004" pitchFamily="49" charset="0"/>
                      </a:rPr>
                      <m:t>𝐵</m:t>
                    </m:r>
                    <m:d>
                      <m:dPr>
                        <m:begChr m:val="["/>
                        <m:endChr m:val="]"/>
                        <m:ctrlPr>
                          <a:rPr lang="en-GB" sz="2400" i="1">
                            <a:latin typeface="Cambria Math" panose="02040503050406030204" pitchFamily="18" charset="0"/>
                            <a:ea typeface="Cascadia Code" panose="020B0609020000020004" pitchFamily="49" charset="0"/>
                            <a:cs typeface="Cascadia Code" panose="020B0609020000020004" pitchFamily="49" charset="0"/>
                          </a:rPr>
                        </m:ctrlPr>
                      </m:dPr>
                      <m:e>
                        <m:r>
                          <a:rPr lang="en-GB" sz="2400" i="1">
                            <a:latin typeface="Cambria Math" panose="02040503050406030204" pitchFamily="18" charset="0"/>
                            <a:ea typeface="Cascadia Code" panose="020B0609020000020004" pitchFamily="49" charset="0"/>
                            <a:cs typeface="Cascadia Code" panose="020B0609020000020004" pitchFamily="49" charset="0"/>
                          </a:rPr>
                          <m:t>0</m:t>
                        </m:r>
                      </m:e>
                    </m:d>
                    <m:r>
                      <a:rPr lang="en-GB" sz="2400" i="1">
                        <a:latin typeface="Cambria Math" panose="02040503050406030204" pitchFamily="18" charset="0"/>
                        <a:ea typeface="Cascadia Code" panose="020B0609020000020004" pitchFamily="49" charset="0"/>
                        <a:cs typeface="Cascadia Code" panose="020B0609020000020004" pitchFamily="49" charset="0"/>
                      </a:rPr>
                      <m:t>≔1,</m:t>
                    </m:r>
                    <m:r>
                      <a:rPr lang="en-GB" sz="2400" i="1">
                        <a:latin typeface="Cambria Math" panose="02040503050406030204" pitchFamily="18" charset="0"/>
                        <a:ea typeface="Cascadia Code" panose="020B0609020000020004" pitchFamily="49" charset="0"/>
                        <a:cs typeface="Cascadia Code" panose="020B0609020000020004" pitchFamily="49" charset="0"/>
                      </a:rPr>
                      <m:t>𝐵</m:t>
                    </m:r>
                    <m:d>
                      <m:dPr>
                        <m:begChr m:val="["/>
                        <m:endChr m:val="]"/>
                        <m:ctrlPr>
                          <a:rPr lang="en-GB" sz="2400" i="1">
                            <a:latin typeface="Cambria Math" panose="02040503050406030204" pitchFamily="18" charset="0"/>
                            <a:ea typeface="Cascadia Code" panose="020B0609020000020004" pitchFamily="49" charset="0"/>
                            <a:cs typeface="Cascadia Code" panose="020B0609020000020004" pitchFamily="49" charset="0"/>
                          </a:rPr>
                        </m:ctrlPr>
                      </m:dPr>
                      <m:e>
                        <m:r>
                          <a:rPr lang="en-GB" sz="2400" i="1">
                            <a:latin typeface="Cambria Math" panose="02040503050406030204" pitchFamily="18" charset="0"/>
                            <a:ea typeface="Cascadia Code" panose="020B0609020000020004" pitchFamily="49" charset="0"/>
                            <a:cs typeface="Cascadia Code" panose="020B0609020000020004" pitchFamily="49" charset="0"/>
                          </a:rPr>
                          <m:t>1</m:t>
                        </m:r>
                      </m:e>
                    </m:d>
                    <m:r>
                      <a:rPr lang="en-GB" sz="2400" i="1">
                        <a:latin typeface="Cambria Math" panose="02040503050406030204" pitchFamily="18" charset="0"/>
                        <a:ea typeface="Cascadia Code" panose="020B0609020000020004" pitchFamily="49" charset="0"/>
                        <a:cs typeface="Cascadia Code" panose="020B0609020000020004" pitchFamily="49" charset="0"/>
                      </a:rPr>
                      <m:t>≔</m:t>
                    </m:r>
                    <m:f>
                      <m:fPr>
                        <m:ctrlPr>
                          <a:rPr lang="en-GB" sz="2400" i="1">
                            <a:latin typeface="Cambria Math" panose="02040503050406030204" pitchFamily="18" charset="0"/>
                            <a:ea typeface="Cascadia Code" panose="020B0609020000020004" pitchFamily="49" charset="0"/>
                            <a:cs typeface="Cascadia Code" panose="020B0609020000020004" pitchFamily="49" charset="0"/>
                          </a:rPr>
                        </m:ctrlPr>
                      </m:fPr>
                      <m:num>
                        <m:r>
                          <a:rPr lang="en-GB" sz="2400" i="1">
                            <a:latin typeface="Cambria Math" panose="02040503050406030204" pitchFamily="18" charset="0"/>
                            <a:ea typeface="Cascadia Code" panose="020B0609020000020004" pitchFamily="49" charset="0"/>
                            <a:cs typeface="Cascadia Code" panose="020B0609020000020004" pitchFamily="49" charset="0"/>
                          </a:rPr>
                          <m:t>−1</m:t>
                        </m:r>
                      </m:num>
                      <m:den>
                        <m:r>
                          <a:rPr lang="en-GB" sz="2400" i="1">
                            <a:latin typeface="Cambria Math" panose="02040503050406030204" pitchFamily="18" charset="0"/>
                            <a:ea typeface="Cascadia Code" panose="020B0609020000020004" pitchFamily="49" charset="0"/>
                            <a:cs typeface="Cascadia Code" panose="020B0609020000020004" pitchFamily="49" charset="0"/>
                          </a:rPr>
                          <m:t>2</m:t>
                        </m:r>
                      </m:den>
                    </m:f>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(initialize series)</a:t>
                </a:r>
              </a:p>
              <a:p>
                <a:pPr marL="457200" indent="-457200">
                  <a:lnSpc>
                    <a:spcPct val="100000"/>
                  </a:lnSpc>
                  <a:buAutoNum type="arabicPeriod"/>
                </a:pPr>
                <a14:m>
                  <m:oMath xmlns:m="http://schemas.openxmlformats.org/officeDocument/2006/math">
                    <m:r>
                      <a:rPr lang="en-GB" sz="2400" i="1">
                        <a:latin typeface="Cambria Math" panose="02040503050406030204" pitchFamily="18" charset="0"/>
                        <a:ea typeface="Cascadia Code" panose="020B0609020000020004" pitchFamily="49" charset="0"/>
                        <a:cs typeface="Cascadia Code" panose="020B0609020000020004" pitchFamily="49" charset="0"/>
                      </a:rPr>
                      <m:t>𝐹𝑂𝑅</m:t>
                    </m:r>
                    <m:r>
                      <a:rPr lang="en-GB" sz="2400" i="1">
                        <a:latin typeface="Cambria Math" panose="02040503050406030204" pitchFamily="18" charset="0"/>
                        <a:ea typeface="Cascadia Code" panose="020B0609020000020004" pitchFamily="49" charset="0"/>
                        <a:cs typeface="Cascadia Code" panose="020B0609020000020004" pitchFamily="49" charset="0"/>
                      </a:rPr>
                      <m:t> </m:t>
                    </m:r>
                    <m:r>
                      <a:rPr lang="en-GB" sz="2400" i="1">
                        <a:latin typeface="Cambria Math" panose="02040503050406030204" pitchFamily="18" charset="0"/>
                        <a:ea typeface="Cascadia Code" panose="020B0609020000020004" pitchFamily="49" charset="0"/>
                        <a:cs typeface="Cascadia Code" panose="020B0609020000020004" pitchFamily="49" charset="0"/>
                      </a:rPr>
                      <m:t>𝑖</m:t>
                    </m:r>
                    <m:r>
                      <a:rPr lang="en-GB" sz="2400" i="1">
                        <a:latin typeface="Cambria Math" panose="02040503050406030204" pitchFamily="18" charset="0"/>
                        <a:ea typeface="Cascadia Code" panose="020B0609020000020004" pitchFamily="49" charset="0"/>
                        <a:cs typeface="Cascadia Code" panose="020B0609020000020004" pitchFamily="49" charset="0"/>
                      </a:rPr>
                      <m:t>=2 </m:t>
                    </m:r>
                    <m:r>
                      <a:rPr lang="en-GB" sz="2400" i="1">
                        <a:latin typeface="Cambria Math" panose="02040503050406030204" pitchFamily="18" charset="0"/>
                        <a:ea typeface="Cascadia Code" panose="020B0609020000020004" pitchFamily="49" charset="0"/>
                        <a:cs typeface="Cascadia Code" panose="020B0609020000020004" pitchFamily="49" charset="0"/>
                      </a:rPr>
                      <m:t>𝑡𝑜</m:t>
                    </m:r>
                    <m:r>
                      <a:rPr lang="en-GB" sz="2400" i="1">
                        <a:latin typeface="Cambria Math" panose="02040503050406030204" pitchFamily="18" charset="0"/>
                        <a:ea typeface="Cascadia Code" panose="020B0609020000020004" pitchFamily="49" charset="0"/>
                        <a:cs typeface="Cascadia Code" panose="020B0609020000020004" pitchFamily="49" charset="0"/>
                      </a:rPr>
                      <m:t> </m:t>
                    </m:r>
                    <m:r>
                      <a:rPr lang="en-GB" sz="2400" i="1">
                        <a:latin typeface="Cambria Math" panose="02040503050406030204" pitchFamily="18" charset="0"/>
                        <a:ea typeface="Cascadia Code" panose="020B0609020000020004" pitchFamily="49" charset="0"/>
                        <a:cs typeface="Cascadia Code" panose="020B0609020000020004" pitchFamily="49" charset="0"/>
                      </a:rPr>
                      <m:t>𝑁</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a:t>
                </a:r>
              </a:p>
              <a:p>
                <a:pPr marL="914400" lvl="1" indent="-457200">
                  <a:lnSpc>
                    <a:spcPct val="100000"/>
                  </a:lnSpc>
                  <a:buAutoNum type="arabicPeriod"/>
                </a:pPr>
                <a14:m>
                  <m:oMath xmlns:m="http://schemas.openxmlformats.org/officeDocument/2006/math">
                    <m:r>
                      <a:rPr lang="en-GB" sz="2200" i="1">
                        <a:latin typeface="Cambria Math" panose="02040503050406030204" pitchFamily="18" charset="0"/>
                        <a:ea typeface="Cascadia Code" panose="020B0609020000020004" pitchFamily="49" charset="0"/>
                        <a:cs typeface="Cascadia Code" panose="020B0609020000020004" pitchFamily="49" charset="0"/>
                      </a:rPr>
                      <m:t>𝐵</m:t>
                    </m:r>
                    <m:d>
                      <m:dPr>
                        <m:begChr m:val="["/>
                        <m:endChr m:val="]"/>
                        <m:ctrlPr>
                          <a:rPr lang="en-GB" sz="2200" i="1">
                            <a:latin typeface="Cambria Math" panose="02040503050406030204" pitchFamily="18" charset="0"/>
                            <a:ea typeface="Cascadia Code" panose="020B0609020000020004" pitchFamily="49" charset="0"/>
                            <a:cs typeface="Cascadia Code" panose="020B0609020000020004" pitchFamily="49" charset="0"/>
                          </a:rPr>
                        </m:ctrlPr>
                      </m:dPr>
                      <m:e>
                        <m:r>
                          <a:rPr lang="en-GB" sz="2200" i="1">
                            <a:latin typeface="Cambria Math" panose="02040503050406030204" pitchFamily="18" charset="0"/>
                            <a:ea typeface="Cascadia Code" panose="020B0609020000020004" pitchFamily="49" charset="0"/>
                            <a:cs typeface="Cascadia Code" panose="020B0609020000020004" pitchFamily="49" charset="0"/>
                          </a:rPr>
                          <m:t>𝑖</m:t>
                        </m:r>
                      </m:e>
                    </m:d>
                    <m:r>
                      <a:rPr lang="en-GB" sz="2200" i="1">
                        <a:latin typeface="Cambria Math" panose="02040503050406030204" pitchFamily="18" charset="0"/>
                        <a:ea typeface="Cascadia Code" panose="020B0609020000020004" pitchFamily="49" charset="0"/>
                        <a:cs typeface="Cascadia Code" panose="020B0609020000020004" pitchFamily="49" charset="0"/>
                      </a:rPr>
                      <m:t>≔ 0</m:t>
                    </m:r>
                  </m:oMath>
                </a14:m>
                <a:endParaRPr lang="en-US" sz="220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GB" sz="2200" i="1">
                        <a:latin typeface="Cambria Math" panose="02040503050406030204" pitchFamily="18" charset="0"/>
                        <a:ea typeface="Cascadia Code" panose="020B0609020000020004" pitchFamily="49" charset="0"/>
                        <a:cs typeface="Cascadia Code" panose="020B0609020000020004" pitchFamily="49" charset="0"/>
                      </a:rPr>
                      <m:t>𝐹𝑂𝑅</m:t>
                    </m:r>
                    <m:r>
                      <a:rPr lang="en-GB" sz="2200" i="1">
                        <a:latin typeface="Cambria Math" panose="02040503050406030204" pitchFamily="18" charset="0"/>
                        <a:ea typeface="Cascadia Code" panose="020B0609020000020004" pitchFamily="49" charset="0"/>
                        <a:cs typeface="Cascadia Code" panose="020B0609020000020004" pitchFamily="49" charset="0"/>
                      </a:rPr>
                      <m:t> </m:t>
                    </m:r>
                    <m:r>
                      <a:rPr lang="en-GB" sz="2200" i="1">
                        <a:latin typeface="Cambria Math" panose="02040503050406030204" pitchFamily="18" charset="0"/>
                        <a:ea typeface="Cascadia Code" panose="020B0609020000020004" pitchFamily="49" charset="0"/>
                        <a:cs typeface="Cascadia Code" panose="020B0609020000020004" pitchFamily="49" charset="0"/>
                      </a:rPr>
                      <m:t>𝑗</m:t>
                    </m:r>
                    <m:r>
                      <a:rPr lang="en-GB" sz="2200" i="1">
                        <a:latin typeface="Cambria Math" panose="02040503050406030204" pitchFamily="18" charset="0"/>
                        <a:ea typeface="Cascadia Code" panose="020B0609020000020004" pitchFamily="49" charset="0"/>
                        <a:cs typeface="Cascadia Code" panose="020B0609020000020004" pitchFamily="49" charset="0"/>
                      </a:rPr>
                      <m:t>=0 </m:t>
                    </m:r>
                    <m:r>
                      <a:rPr lang="en-GB" sz="2200" i="1">
                        <a:latin typeface="Cambria Math" panose="02040503050406030204" pitchFamily="18" charset="0"/>
                        <a:ea typeface="Cascadia Code" panose="020B0609020000020004" pitchFamily="49" charset="0"/>
                        <a:cs typeface="Cascadia Code" panose="020B0609020000020004" pitchFamily="49" charset="0"/>
                      </a:rPr>
                      <m:t>𝑡𝑜</m:t>
                    </m:r>
                    <m:r>
                      <a:rPr lang="en-GB" sz="2200" i="1">
                        <a:latin typeface="Cambria Math" panose="02040503050406030204" pitchFamily="18" charset="0"/>
                        <a:ea typeface="Cascadia Code" panose="020B0609020000020004" pitchFamily="49" charset="0"/>
                        <a:cs typeface="Cascadia Code" panose="020B0609020000020004" pitchFamily="49" charset="0"/>
                      </a:rPr>
                      <m:t> </m:t>
                    </m:r>
                    <m:r>
                      <a:rPr lang="en-GB" sz="2200" i="1">
                        <a:latin typeface="Cambria Math" panose="02040503050406030204" pitchFamily="18" charset="0"/>
                        <a:ea typeface="Cascadia Code" panose="020B0609020000020004" pitchFamily="49" charset="0"/>
                        <a:cs typeface="Cascadia Code" panose="020B0609020000020004" pitchFamily="49" charset="0"/>
                      </a:rPr>
                      <m:t>𝑖</m:t>
                    </m:r>
                    <m:r>
                      <a:rPr lang="en-GB" sz="2200" i="1">
                        <a:latin typeface="Cambria Math" panose="02040503050406030204" pitchFamily="18" charset="0"/>
                        <a:ea typeface="Cascadia Code" panose="020B0609020000020004" pitchFamily="49" charset="0"/>
                        <a:cs typeface="Cascadia Code" panose="020B0609020000020004" pitchFamily="49" charset="0"/>
                      </a:rPr>
                      <m:t>−1</m:t>
                    </m:r>
                  </m:oMath>
                </a14:m>
                <a:r>
                  <a:rPr lang="en-US" sz="2200" dirty="0">
                    <a:latin typeface="Cambria Math" panose="02040503050406030204" pitchFamily="18" charset="0"/>
                    <a:ea typeface="Cascadia Code" panose="020B0609020000020004" pitchFamily="49" charset="0"/>
                    <a:cs typeface="Cascadia Code" panose="020B0609020000020004" pitchFamily="49" charset="0"/>
                  </a:rPr>
                  <a:t>:</a:t>
                </a:r>
              </a:p>
              <a:p>
                <a:pPr marL="1371600" lvl="2" indent="-457200">
                  <a:lnSpc>
                    <a:spcPct val="100000"/>
                  </a:lnSpc>
                  <a:buAutoNum type="arabicPeriod"/>
                </a:pPr>
                <a14:m>
                  <m:oMath xmlns:m="http://schemas.openxmlformats.org/officeDocument/2006/math">
                    <m:r>
                      <a:rPr lang="en-GB" sz="2200" i="1">
                        <a:latin typeface="Cambria Math" panose="02040503050406030204" pitchFamily="18" charset="0"/>
                        <a:ea typeface="Cascadia Code" panose="020B0609020000020004" pitchFamily="49" charset="0"/>
                        <a:cs typeface="Cascadia Code" panose="020B0609020000020004" pitchFamily="49" charset="0"/>
                      </a:rPr>
                      <m:t>𝑐</m:t>
                    </m:r>
                    <m:r>
                      <a:rPr lang="en-GB" sz="2200" i="1">
                        <a:latin typeface="Cambria Math" panose="02040503050406030204" pitchFamily="18" charset="0"/>
                        <a:ea typeface="Cascadia Code" panose="020B0609020000020004" pitchFamily="49" charset="0"/>
                        <a:cs typeface="Cascadia Code" panose="020B0609020000020004" pitchFamily="49" charset="0"/>
                      </a:rPr>
                      <m:t>≔</m:t>
                    </m:r>
                    <m:f>
                      <m:fPr>
                        <m:ctrlPr>
                          <a:rPr lang="en-GB" sz="2200" i="1">
                            <a:latin typeface="Cambria Math" panose="02040503050406030204" pitchFamily="18" charset="0"/>
                            <a:ea typeface="Cascadia Code" panose="020B0609020000020004" pitchFamily="49" charset="0"/>
                            <a:cs typeface="Cascadia Code" panose="020B0609020000020004" pitchFamily="49" charset="0"/>
                          </a:rPr>
                        </m:ctrlPr>
                      </m:fPr>
                      <m:num>
                        <m:r>
                          <a:rPr lang="en-GB" sz="2200" i="1">
                            <a:latin typeface="Cambria Math" panose="02040503050406030204" pitchFamily="18" charset="0"/>
                            <a:ea typeface="Cascadia Code" panose="020B0609020000020004" pitchFamily="49" charset="0"/>
                            <a:cs typeface="Cascadia Code" panose="020B0609020000020004" pitchFamily="49" charset="0"/>
                          </a:rPr>
                          <m:t>𝐹𝐴𝐶𝑇𝑂𝑅𝐼𝐴𝐿</m:t>
                        </m:r>
                        <m:d>
                          <m:dPr>
                            <m:ctrlPr>
                              <a:rPr lang="en-GB" sz="2200" i="1">
                                <a:latin typeface="Cambria Math" panose="02040503050406030204" pitchFamily="18" charset="0"/>
                                <a:ea typeface="Cascadia Code" panose="020B0609020000020004" pitchFamily="49" charset="0"/>
                                <a:cs typeface="Cascadia Code" panose="020B0609020000020004" pitchFamily="49" charset="0"/>
                              </a:rPr>
                            </m:ctrlPr>
                          </m:dPr>
                          <m:e>
                            <m:r>
                              <a:rPr lang="en-GB" sz="2200" i="1">
                                <a:latin typeface="Cambria Math" panose="02040503050406030204" pitchFamily="18" charset="0"/>
                                <a:ea typeface="Cascadia Code" panose="020B0609020000020004" pitchFamily="49" charset="0"/>
                                <a:cs typeface="Cascadia Code" panose="020B0609020000020004" pitchFamily="49" charset="0"/>
                              </a:rPr>
                              <m:t>𝑖</m:t>
                            </m:r>
                          </m:e>
                        </m:d>
                      </m:num>
                      <m:den>
                        <m:r>
                          <a:rPr lang="en-GB" sz="2200" i="1">
                            <a:latin typeface="Cambria Math" panose="02040503050406030204" pitchFamily="18" charset="0"/>
                            <a:ea typeface="Cascadia Code" panose="020B0609020000020004" pitchFamily="49" charset="0"/>
                            <a:cs typeface="Cascadia Code" panose="020B0609020000020004" pitchFamily="49" charset="0"/>
                          </a:rPr>
                          <m:t>𝐹𝐴𝐶𝑇𝑂𝑅𝐼𝐴𝐿</m:t>
                        </m:r>
                        <m:d>
                          <m:dPr>
                            <m:ctrlPr>
                              <a:rPr lang="en-GB" sz="2200" i="1">
                                <a:latin typeface="Cambria Math" panose="02040503050406030204" pitchFamily="18" charset="0"/>
                                <a:ea typeface="Cascadia Code" panose="020B0609020000020004" pitchFamily="49" charset="0"/>
                                <a:cs typeface="Cascadia Code" panose="020B0609020000020004" pitchFamily="49" charset="0"/>
                              </a:rPr>
                            </m:ctrlPr>
                          </m:dPr>
                          <m:e>
                            <m:r>
                              <a:rPr lang="en-GB" sz="2200" i="1">
                                <a:latin typeface="Cambria Math" panose="02040503050406030204" pitchFamily="18" charset="0"/>
                                <a:ea typeface="Cascadia Code" panose="020B0609020000020004" pitchFamily="49" charset="0"/>
                                <a:cs typeface="Cascadia Code" panose="020B0609020000020004" pitchFamily="49" charset="0"/>
                              </a:rPr>
                              <m:t>𝑗</m:t>
                            </m:r>
                          </m:e>
                        </m:d>
                        <m:r>
                          <a:rPr lang="en-GB" sz="2200" i="1" smtClean="0">
                            <a:latin typeface="Cambria Math" panose="02040503050406030204" pitchFamily="18" charset="0"/>
                            <a:ea typeface="Cambria Math" panose="02040503050406030204" pitchFamily="18" charset="0"/>
                            <a:cs typeface="Cascadia Code" panose="020B0609020000020004" pitchFamily="49" charset="0"/>
                          </a:rPr>
                          <m:t>×</m:t>
                        </m:r>
                        <m:r>
                          <a:rPr lang="en-GB" sz="2200" i="1">
                            <a:latin typeface="Cambria Math" panose="02040503050406030204" pitchFamily="18" charset="0"/>
                            <a:ea typeface="Cascadia Code" panose="020B0609020000020004" pitchFamily="49" charset="0"/>
                            <a:cs typeface="Cascadia Code" panose="020B0609020000020004" pitchFamily="49" charset="0"/>
                          </a:rPr>
                          <m:t>𝐹𝐴𝐶𝑇𝑂𝑅𝐼𝐴𝐿</m:t>
                        </m:r>
                        <m:d>
                          <m:dPr>
                            <m:ctrlPr>
                              <a:rPr lang="en-GB" sz="2200" i="1">
                                <a:latin typeface="Cambria Math" panose="02040503050406030204" pitchFamily="18" charset="0"/>
                                <a:ea typeface="Cascadia Code" panose="020B0609020000020004" pitchFamily="49" charset="0"/>
                                <a:cs typeface="Cascadia Code" panose="020B0609020000020004" pitchFamily="49" charset="0"/>
                              </a:rPr>
                            </m:ctrlPr>
                          </m:dPr>
                          <m:e>
                            <m:r>
                              <a:rPr lang="en-GB" sz="2200" b="0" i="1" smtClean="0">
                                <a:latin typeface="Cambria Math" panose="02040503050406030204" pitchFamily="18" charset="0"/>
                                <a:ea typeface="Cascadia Code" panose="020B0609020000020004" pitchFamily="49" charset="0"/>
                                <a:cs typeface="Cascadia Code" panose="020B0609020000020004" pitchFamily="49" charset="0"/>
                              </a:rPr>
                              <m:t>𝑖</m:t>
                            </m:r>
                            <m:r>
                              <a:rPr lang="en-GB"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GB" sz="2200" i="1">
                                <a:latin typeface="Cambria Math" panose="02040503050406030204" pitchFamily="18" charset="0"/>
                                <a:ea typeface="Cascadia Code" panose="020B0609020000020004" pitchFamily="49" charset="0"/>
                                <a:cs typeface="Cascadia Code" panose="020B0609020000020004" pitchFamily="49" charset="0"/>
                              </a:rPr>
                              <m:t>𝑗</m:t>
                            </m:r>
                          </m:e>
                        </m:d>
                      </m:den>
                    </m:f>
                  </m:oMath>
                </a14:m>
                <a:r>
                  <a:rPr lang="en-GB" sz="2200" dirty="0">
                    <a:latin typeface="Cambria Math" panose="02040503050406030204" pitchFamily="18" charset="0"/>
                    <a:ea typeface="Cascadia Code" panose="020B0609020000020004" pitchFamily="49" charset="0"/>
                    <a:cs typeface="Cascadia Code" panose="020B0609020000020004" pitchFamily="49" charset="0"/>
                  </a:rPr>
                  <a:t>	(calculate Binomial coefficient)</a:t>
                </a:r>
              </a:p>
              <a:p>
                <a:pPr marL="1371600" lvl="2" indent="-457200">
                  <a:lnSpc>
                    <a:spcPct val="100000"/>
                  </a:lnSpc>
                  <a:buAutoNum type="arabicPeriod"/>
                </a:pPr>
                <a14:m>
                  <m:oMath xmlns:m="http://schemas.openxmlformats.org/officeDocument/2006/math">
                    <m:r>
                      <a:rPr lang="en-GB" sz="2200" i="1">
                        <a:latin typeface="Cambria Math" panose="02040503050406030204" pitchFamily="18" charset="0"/>
                        <a:ea typeface="Cascadia Code" panose="020B0609020000020004" pitchFamily="49" charset="0"/>
                        <a:cs typeface="Cascadia Code" panose="020B0609020000020004" pitchFamily="49" charset="0"/>
                      </a:rPr>
                      <m:t>𝐵</m:t>
                    </m:r>
                    <m:d>
                      <m:dPr>
                        <m:begChr m:val="["/>
                        <m:endChr m:val="]"/>
                        <m:ctrlPr>
                          <a:rPr lang="en-GB" sz="2200" i="1">
                            <a:latin typeface="Cambria Math" panose="02040503050406030204" pitchFamily="18" charset="0"/>
                            <a:ea typeface="Cascadia Code" panose="020B0609020000020004" pitchFamily="49" charset="0"/>
                            <a:cs typeface="Cascadia Code" panose="020B0609020000020004" pitchFamily="49" charset="0"/>
                          </a:rPr>
                        </m:ctrlPr>
                      </m:dPr>
                      <m:e>
                        <m:r>
                          <a:rPr lang="en-GB" sz="2200" i="1">
                            <a:latin typeface="Cambria Math" panose="02040503050406030204" pitchFamily="18" charset="0"/>
                            <a:ea typeface="Cascadia Code" panose="020B0609020000020004" pitchFamily="49" charset="0"/>
                            <a:cs typeface="Cascadia Code" panose="020B0609020000020004" pitchFamily="49" charset="0"/>
                          </a:rPr>
                          <m:t>𝑖</m:t>
                        </m:r>
                      </m:e>
                    </m:d>
                    <m:r>
                      <a:rPr lang="en-GB"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GB" sz="2200" i="1">
                        <a:latin typeface="Cambria Math" panose="02040503050406030204" pitchFamily="18" charset="0"/>
                        <a:ea typeface="Cascadia Code" panose="020B0609020000020004" pitchFamily="49" charset="0"/>
                        <a:cs typeface="Cascadia Code" panose="020B0609020000020004" pitchFamily="49" charset="0"/>
                      </a:rPr>
                      <m:t>𝐵</m:t>
                    </m:r>
                    <m:d>
                      <m:dPr>
                        <m:begChr m:val="["/>
                        <m:endChr m:val="]"/>
                        <m:ctrlPr>
                          <a:rPr lang="en-GB" sz="2200" i="1">
                            <a:latin typeface="Cambria Math" panose="02040503050406030204" pitchFamily="18" charset="0"/>
                            <a:ea typeface="Cascadia Code" panose="020B0609020000020004" pitchFamily="49" charset="0"/>
                            <a:cs typeface="Cascadia Code" panose="020B0609020000020004" pitchFamily="49" charset="0"/>
                          </a:rPr>
                        </m:ctrlPr>
                      </m:dPr>
                      <m:e>
                        <m:r>
                          <a:rPr lang="en-GB" sz="2200" i="1">
                            <a:latin typeface="Cambria Math" panose="02040503050406030204" pitchFamily="18" charset="0"/>
                            <a:ea typeface="Cascadia Code" panose="020B0609020000020004" pitchFamily="49" charset="0"/>
                            <a:cs typeface="Cascadia Code" panose="020B0609020000020004" pitchFamily="49" charset="0"/>
                          </a:rPr>
                          <m:t>𝑖</m:t>
                        </m:r>
                      </m:e>
                    </m:d>
                    <m:r>
                      <a:rPr lang="en-GB" sz="2200" i="1">
                        <a:latin typeface="Cambria Math" panose="02040503050406030204" pitchFamily="18" charset="0"/>
                        <a:ea typeface="Cascadia Code" panose="020B0609020000020004" pitchFamily="49" charset="0"/>
                        <a:cs typeface="Cascadia Code" panose="020B0609020000020004" pitchFamily="49" charset="0"/>
                      </a:rPr>
                      <m:t>−</m:t>
                    </m:r>
                    <m:d>
                      <m:dPr>
                        <m:ctrlPr>
                          <a:rPr lang="en-GB" sz="2200" i="1">
                            <a:latin typeface="Cambria Math" panose="02040503050406030204" pitchFamily="18" charset="0"/>
                            <a:ea typeface="Cascadia Code" panose="020B0609020000020004" pitchFamily="49" charset="0"/>
                            <a:cs typeface="Cascadia Code" panose="020B0609020000020004" pitchFamily="49" charset="0"/>
                          </a:rPr>
                        </m:ctrlPr>
                      </m:dPr>
                      <m:e>
                        <m:r>
                          <a:rPr lang="en-GB" sz="2200" i="1">
                            <a:latin typeface="Cambria Math" panose="02040503050406030204" pitchFamily="18" charset="0"/>
                            <a:ea typeface="Cascadia Code" panose="020B0609020000020004" pitchFamily="49" charset="0"/>
                            <a:cs typeface="Cascadia Code" panose="020B0609020000020004" pitchFamily="49" charset="0"/>
                          </a:rPr>
                          <m:t>𝐵</m:t>
                        </m:r>
                        <m:d>
                          <m:dPr>
                            <m:begChr m:val="["/>
                            <m:endChr m:val="]"/>
                            <m:ctrlPr>
                              <a:rPr lang="en-GB" sz="2200" i="1">
                                <a:latin typeface="Cambria Math" panose="02040503050406030204" pitchFamily="18" charset="0"/>
                                <a:ea typeface="Cascadia Code" panose="020B0609020000020004" pitchFamily="49" charset="0"/>
                                <a:cs typeface="Cascadia Code" panose="020B0609020000020004" pitchFamily="49" charset="0"/>
                              </a:rPr>
                            </m:ctrlPr>
                          </m:dPr>
                          <m:e>
                            <m:r>
                              <a:rPr lang="en-GB" sz="2200" i="1">
                                <a:latin typeface="Cambria Math" panose="02040503050406030204" pitchFamily="18" charset="0"/>
                                <a:ea typeface="Cascadia Code" panose="020B0609020000020004" pitchFamily="49" charset="0"/>
                                <a:cs typeface="Cascadia Code" panose="020B0609020000020004" pitchFamily="49" charset="0"/>
                              </a:rPr>
                              <m:t>𝑗</m:t>
                            </m:r>
                          </m:e>
                        </m:d>
                        <m:r>
                          <a:rPr lang="en-GB" sz="2200" i="1">
                            <a:latin typeface="Cambria Math" panose="02040503050406030204" pitchFamily="18" charset="0"/>
                            <a:ea typeface="Cambria Math" panose="02040503050406030204" pitchFamily="18" charset="0"/>
                            <a:cs typeface="Cascadia Code" panose="020B0609020000020004" pitchFamily="49" charset="0"/>
                          </a:rPr>
                          <m:t>×</m:t>
                        </m:r>
                        <m:r>
                          <a:rPr lang="en-GB" sz="2200" b="0" i="1" smtClean="0">
                            <a:latin typeface="Cambria Math" panose="02040503050406030204" pitchFamily="18" charset="0"/>
                            <a:ea typeface="Cascadia Code" panose="020B0609020000020004" pitchFamily="49" charset="0"/>
                            <a:cs typeface="Cascadia Code" panose="020B0609020000020004" pitchFamily="49" charset="0"/>
                          </a:rPr>
                          <m:t>𝑐</m:t>
                        </m:r>
                      </m:e>
                    </m:d>
                  </m:oMath>
                </a14:m>
                <a:endParaRPr lang="en-US" sz="220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GB" sz="2200" i="1">
                        <a:latin typeface="Cambria Math" panose="02040503050406030204" pitchFamily="18" charset="0"/>
                        <a:ea typeface="Cascadia Code" panose="020B0609020000020004" pitchFamily="49" charset="0"/>
                        <a:cs typeface="Cascadia Code" panose="020B0609020000020004" pitchFamily="49" charset="0"/>
                      </a:rPr>
                      <m:t>𝐵</m:t>
                    </m:r>
                    <m:d>
                      <m:dPr>
                        <m:begChr m:val="["/>
                        <m:endChr m:val="]"/>
                        <m:ctrlPr>
                          <a:rPr lang="en-GB" sz="2200" i="1">
                            <a:latin typeface="Cambria Math" panose="02040503050406030204" pitchFamily="18" charset="0"/>
                            <a:ea typeface="Cascadia Code" panose="020B0609020000020004" pitchFamily="49" charset="0"/>
                            <a:cs typeface="Cascadia Code" panose="020B0609020000020004" pitchFamily="49" charset="0"/>
                          </a:rPr>
                        </m:ctrlPr>
                      </m:dPr>
                      <m:e>
                        <m:r>
                          <a:rPr lang="en-GB" sz="2200" i="1">
                            <a:latin typeface="Cambria Math" panose="02040503050406030204" pitchFamily="18" charset="0"/>
                            <a:ea typeface="Cascadia Code" panose="020B0609020000020004" pitchFamily="49" charset="0"/>
                            <a:cs typeface="Cascadia Code" panose="020B0609020000020004" pitchFamily="49" charset="0"/>
                          </a:rPr>
                          <m:t>𝑖</m:t>
                        </m:r>
                      </m:e>
                    </m:d>
                    <m:r>
                      <a:rPr lang="en-GB" sz="2200" i="1">
                        <a:latin typeface="Cambria Math" panose="02040503050406030204" pitchFamily="18" charset="0"/>
                        <a:ea typeface="Cascadia Code" panose="020B0609020000020004" pitchFamily="49" charset="0"/>
                        <a:cs typeface="Cascadia Code" panose="020B0609020000020004" pitchFamily="49" charset="0"/>
                      </a:rPr>
                      <m:t>≔</m:t>
                    </m:r>
                    <m:f>
                      <m:fPr>
                        <m:ctrlPr>
                          <a:rPr lang="en-GB" sz="2200" b="0" i="1" smtClean="0">
                            <a:latin typeface="Cambria Math" panose="02040503050406030204" pitchFamily="18" charset="0"/>
                            <a:ea typeface="Cascadia Code" panose="020B0609020000020004" pitchFamily="49" charset="0"/>
                            <a:cs typeface="Cascadia Code" panose="020B0609020000020004" pitchFamily="49" charset="0"/>
                          </a:rPr>
                        </m:ctrlPr>
                      </m:fPr>
                      <m:num>
                        <m:r>
                          <a:rPr lang="en-GB" sz="2200" b="0" i="1" smtClean="0">
                            <a:latin typeface="Cambria Math" panose="02040503050406030204" pitchFamily="18" charset="0"/>
                            <a:ea typeface="Cascadia Code" panose="020B0609020000020004" pitchFamily="49" charset="0"/>
                            <a:cs typeface="Cascadia Code" panose="020B0609020000020004" pitchFamily="49" charset="0"/>
                          </a:rPr>
                          <m:t>𝐵</m:t>
                        </m:r>
                        <m:d>
                          <m:dPr>
                            <m:begChr m:val="["/>
                            <m:endChr m:val="]"/>
                            <m:ctrlPr>
                              <a:rPr lang="en-GB" sz="22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GB" sz="2200" b="0" i="1" smtClean="0">
                                <a:latin typeface="Cambria Math" panose="02040503050406030204" pitchFamily="18" charset="0"/>
                                <a:ea typeface="Cascadia Code" panose="020B0609020000020004" pitchFamily="49" charset="0"/>
                                <a:cs typeface="Cascadia Code" panose="020B0609020000020004" pitchFamily="49" charset="0"/>
                              </a:rPr>
                              <m:t>𝑖</m:t>
                            </m:r>
                          </m:e>
                        </m:d>
                      </m:num>
                      <m:den>
                        <m:r>
                          <a:rPr lang="en-GB" sz="2200" b="0" i="1" smtClean="0">
                            <a:latin typeface="Cambria Math" panose="02040503050406030204" pitchFamily="18" charset="0"/>
                            <a:ea typeface="Cascadia Code" panose="020B0609020000020004" pitchFamily="49" charset="0"/>
                            <a:cs typeface="Cascadia Code" panose="020B0609020000020004" pitchFamily="49" charset="0"/>
                          </a:rPr>
                          <m:t>𝑖</m:t>
                        </m:r>
                        <m:r>
                          <a:rPr lang="en-GB" sz="2200" b="0" i="1" smtClean="0">
                            <a:latin typeface="Cambria Math" panose="02040503050406030204" pitchFamily="18" charset="0"/>
                            <a:ea typeface="Cascadia Code" panose="020B0609020000020004" pitchFamily="49" charset="0"/>
                            <a:cs typeface="Cascadia Code" panose="020B0609020000020004" pitchFamily="49" charset="0"/>
                          </a:rPr>
                          <m:t>+1</m:t>
                        </m:r>
                      </m:den>
                    </m:f>
                  </m:oMath>
                </a14:m>
                <a:endParaRPr lang="en-US" sz="220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GB" sz="2400" b="0" i="1" dirty="0"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GB"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GB" sz="2400" b="0" i="1" dirty="0" smtClean="0">
                        <a:latin typeface="Cambria Math" panose="02040503050406030204" pitchFamily="18" charset="0"/>
                        <a:ea typeface="Cascadia Code" panose="020B0609020000020004" pitchFamily="49" charset="0"/>
                        <a:cs typeface="Cascadia Code" panose="020B0609020000020004" pitchFamily="49" charset="0"/>
                      </a:rPr>
                      <m:t>𝐵</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0" indent="0">
                  <a:lnSpc>
                    <a:spcPct val="100000"/>
                  </a:lnSpc>
                  <a:buNone/>
                </a:pPr>
                <a:r>
                  <a:rPr lang="en-US" sz="2400" dirty="0">
                    <a:latin typeface="Cascadia Code" panose="020B0609020000020004" pitchFamily="49" charset="0"/>
                    <a:ea typeface="Cascadia Code" panose="020B0609020000020004" pitchFamily="49" charset="0"/>
                    <a:cs typeface="Cascadia Code" panose="020B0609020000020004" pitchFamily="49" charset="0"/>
                  </a:rPr>
                  <a:t>FACTORIAL</a:t>
                </a:r>
                <a:r>
                  <a:rPr lang="en-US" sz="2400" dirty="0">
                    <a:latin typeface="Cascadia Code" panose="020B0609020000020004" pitchFamily="49" charset="0"/>
                    <a:cs typeface="Cascadia Code" panose="020B0609020000020004" pitchFamily="49" charset="0"/>
                  </a:rPr>
                  <a:t>(</a:t>
                </a:r>
                <a:r>
                  <a:rPr lang="en-US" sz="2400" dirty="0">
                    <a:latin typeface="Cascadia Code" panose="020B0609020000020004" pitchFamily="49" charset="0"/>
                    <a:ea typeface="Cascadia Code" panose="020B0609020000020004" pitchFamily="49" charset="0"/>
                    <a:cs typeface="Cascadia Code" panose="020B0609020000020004" pitchFamily="49" charset="0"/>
                  </a:rPr>
                  <a:t>n) calculates factorial of a non-negative integer</a:t>
                </a:r>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GB" sz="2400" b="0" i="1" smtClean="0">
                        <a:latin typeface="Cambria Math" panose="02040503050406030204" pitchFamily="18" charset="0"/>
                        <a:ea typeface="Cascadia Code" panose="020B0609020000020004" pitchFamily="49" charset="0"/>
                        <a:cs typeface="Cascadia Code" panose="020B0609020000020004" pitchFamily="49" charset="0"/>
                      </a:rPr>
                      <m:t>𝐼𝐹</m:t>
                    </m:r>
                    <m:r>
                      <a:rPr lang="en-GB"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GB" sz="2400" b="0" i="1" smtClean="0">
                        <a:latin typeface="Cambria Math" panose="02040503050406030204" pitchFamily="18" charset="0"/>
                        <a:ea typeface="Cascadia Code" panose="020B0609020000020004" pitchFamily="49" charset="0"/>
                        <a:cs typeface="Cascadia Code" panose="020B0609020000020004" pitchFamily="49" charset="0"/>
                      </a:rPr>
                      <m:t>𝑛</m:t>
                    </m:r>
                    <m:r>
                      <a:rPr lang="en-GB" sz="2400" b="0" i="1" smtClean="0">
                        <a:latin typeface="Cambria Math" panose="02040503050406030204" pitchFamily="18" charset="0"/>
                        <a:ea typeface="Cascadia Code" panose="020B0609020000020004" pitchFamily="49" charset="0"/>
                        <a:cs typeface="Cascadia Code" panose="020B0609020000020004" pitchFamily="49" charset="0"/>
                      </a:rPr>
                      <m:t>∈</m:t>
                    </m:r>
                    <m:d>
                      <m:dPr>
                        <m:begChr m:val="{"/>
                        <m:endChr m:val="}"/>
                        <m:ctrlPr>
                          <a:rPr lang="en-GB" sz="24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GB" sz="2400" b="0" i="1" smtClean="0">
                            <a:latin typeface="Cambria Math" panose="02040503050406030204" pitchFamily="18" charset="0"/>
                            <a:ea typeface="Cascadia Code" panose="020B0609020000020004" pitchFamily="49" charset="0"/>
                            <a:cs typeface="Cascadia Code" panose="020B0609020000020004" pitchFamily="49" charset="0"/>
                          </a:rPr>
                          <m:t>0,1</m:t>
                        </m:r>
                      </m:e>
                    </m:d>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then </a:t>
                </a:r>
                <a14:m>
                  <m:oMath xmlns:m="http://schemas.openxmlformats.org/officeDocument/2006/math">
                    <m:r>
                      <a:rPr lang="en-GB" sz="2400" b="0" i="1"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GB" sz="2400" b="0" i="1" smtClean="0">
                        <a:latin typeface="Cambria Math" panose="02040503050406030204" pitchFamily="18" charset="0"/>
                        <a:ea typeface="Cascadia Code" panose="020B0609020000020004" pitchFamily="49" charset="0"/>
                        <a:cs typeface="Cascadia Code" panose="020B0609020000020004" pitchFamily="49" charset="0"/>
                      </a:rPr>
                      <m:t> 1</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GB" sz="2400" b="0" i="1"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GB"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GB" sz="2400" b="0" i="1" smtClean="0">
                        <a:latin typeface="Cambria Math" panose="02040503050406030204" pitchFamily="18" charset="0"/>
                        <a:ea typeface="Cascadia Code" panose="020B0609020000020004" pitchFamily="49" charset="0"/>
                        <a:cs typeface="Cascadia Code" panose="020B0609020000020004" pitchFamily="49" charset="0"/>
                      </a:rPr>
                      <m:t>𝑛</m:t>
                    </m:r>
                    <m:r>
                      <a:rPr lang="en-GB" sz="2400" b="0" i="1" smtClean="0">
                        <a:latin typeface="Cambria Math" panose="02040503050406030204" pitchFamily="18" charset="0"/>
                        <a:ea typeface="Cambria Math" panose="02040503050406030204" pitchFamily="18" charset="0"/>
                        <a:cs typeface="Cascadia Code" panose="020B0609020000020004" pitchFamily="49" charset="0"/>
                      </a:rPr>
                      <m:t>×</m:t>
                    </m:r>
                    <m:r>
                      <a:rPr lang="en-GB" sz="2400" b="0" i="1" smtClean="0">
                        <a:latin typeface="Cambria Math" panose="02040503050406030204" pitchFamily="18" charset="0"/>
                        <a:ea typeface="Cambria Math" panose="02040503050406030204" pitchFamily="18" charset="0"/>
                        <a:cs typeface="Cascadia Code" panose="020B0609020000020004" pitchFamily="49" charset="0"/>
                      </a:rPr>
                      <m:t>𝐹𝐴𝐶𝑇𝑂𝑅𝐼𝐴𝐿</m:t>
                    </m:r>
                    <m:d>
                      <m:dPr>
                        <m:ctrlPr>
                          <a:rPr lang="en-GB" sz="2400" b="0" i="1" smtClean="0">
                            <a:latin typeface="Cambria Math" panose="02040503050406030204" pitchFamily="18" charset="0"/>
                            <a:ea typeface="Cambria Math" panose="02040503050406030204" pitchFamily="18" charset="0"/>
                            <a:cs typeface="Cascadia Code" panose="020B0609020000020004" pitchFamily="49" charset="0"/>
                          </a:rPr>
                        </m:ctrlPr>
                      </m:dPr>
                      <m:e>
                        <m:r>
                          <a:rPr lang="en-GB" sz="2400" b="0" i="1" smtClean="0">
                            <a:latin typeface="Cambria Math" panose="02040503050406030204" pitchFamily="18" charset="0"/>
                            <a:ea typeface="Cambria Math" panose="02040503050406030204" pitchFamily="18" charset="0"/>
                            <a:cs typeface="Cascadia Code" panose="020B0609020000020004" pitchFamily="49" charset="0"/>
                          </a:rPr>
                          <m:t>𝑛</m:t>
                        </m:r>
                        <m:r>
                          <a:rPr lang="en-GB" sz="2400" b="0" i="1" smtClean="0">
                            <a:latin typeface="Cambria Math" panose="02040503050406030204" pitchFamily="18" charset="0"/>
                            <a:ea typeface="Cambria Math" panose="02040503050406030204" pitchFamily="18" charset="0"/>
                            <a:cs typeface="Cascadia Code" panose="020B0609020000020004" pitchFamily="49" charset="0"/>
                          </a:rPr>
                          <m:t>−1</m:t>
                        </m:r>
                      </m:e>
                    </m:d>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(recursively multiply with previous product)</a:t>
                </a:r>
              </a:p>
            </p:txBody>
          </p:sp>
        </mc:Choice>
        <mc:Fallback>
          <p:sp>
            <p:nvSpPr>
              <p:cNvPr id="3" name="Content Placeholder 2">
                <a:extLst>
                  <a:ext uri="{FF2B5EF4-FFF2-40B4-BE49-F238E27FC236}">
                    <a16:creationId xmlns:a16="http://schemas.microsoft.com/office/drawing/2014/main" id="{2C06925C-B0A7-3371-6B9F-5C2BF5A315B5}"/>
                  </a:ext>
                </a:extLst>
              </p:cNvPr>
              <p:cNvSpPr txBox="1">
                <a:spLocks noRot="1" noChangeAspect="1" noMove="1" noResize="1" noEditPoints="1" noAdjustHandles="1" noChangeArrowheads="1" noChangeShapeType="1" noTextEdit="1"/>
              </p:cNvSpPr>
              <p:nvPr/>
            </p:nvSpPr>
            <p:spPr>
              <a:xfrm>
                <a:off x="220383" y="1532587"/>
                <a:ext cx="11743017" cy="4887878"/>
              </a:xfrm>
              <a:prstGeom prst="rect">
                <a:avLst/>
              </a:prstGeom>
              <a:blipFill>
                <a:blip r:embed="rId3"/>
                <a:stretch>
                  <a:fillRect l="-675" t="-2120"/>
                </a:stretch>
              </a:blipFill>
            </p:spPr>
            <p:txBody>
              <a:bodyPr/>
              <a:lstStyle/>
              <a:p>
                <a:r>
                  <a:rPr lang="LID4096">
                    <a:noFill/>
                  </a:rPr>
                  <a:t> </a:t>
                </a:r>
              </a:p>
            </p:txBody>
          </p:sp>
        </mc:Fallback>
      </mc:AlternateContent>
      <p:sp>
        <p:nvSpPr>
          <p:cNvPr id="214" name="Rectangle 213">
            <a:extLst>
              <a:ext uri="{FF2B5EF4-FFF2-40B4-BE49-F238E27FC236}">
                <a16:creationId xmlns:a16="http://schemas.microsoft.com/office/drawing/2014/main" id="{87D3EE36-4294-6B07-CAEC-698A24328CA1}"/>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Tree>
    <p:extLst>
      <p:ext uri="{BB962C8B-B14F-4D97-AF65-F5344CB8AC3E}">
        <p14:creationId xmlns:p14="http://schemas.microsoft.com/office/powerpoint/2010/main" val="3352521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The Legacy</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3" y="1532587"/>
            <a:ext cx="11743017" cy="4887878"/>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Ada Augusta Lovelace’s programs made her the first computer programmer. Note that these were not only algorithms, but code written specifically for Analytical engine.</a:t>
            </a:r>
          </a:p>
          <a:p>
            <a:pPr>
              <a:lnSpc>
                <a:spcPct val="120000"/>
              </a:lnSpc>
              <a:buFont typeface="Wingdings" panose="05000000000000000000" pitchFamily="2" charset="2"/>
              <a:buChar char="§"/>
            </a:pPr>
            <a:r>
              <a:rPr lang="en-US" sz="3200" dirty="0"/>
              <a:t>Ada became countess of Lovelace; but she died at the age of 36 from cancer in 1852.</a:t>
            </a:r>
          </a:p>
          <a:p>
            <a:pPr>
              <a:lnSpc>
                <a:spcPct val="120000"/>
              </a:lnSpc>
              <a:buFont typeface="Wingdings" panose="05000000000000000000" pitchFamily="2" charset="2"/>
              <a:buChar char="§"/>
            </a:pPr>
            <a:r>
              <a:rPr lang="en-US" sz="3200" dirty="0"/>
              <a:t>130 years after her death, the Analytical machine was finally invented and one of its copies is </a:t>
            </a:r>
            <a:r>
              <a:rPr lang="en-GB" sz="3200" dirty="0"/>
              <a:t>Computer History Museum in  California, USA</a:t>
            </a:r>
            <a:r>
              <a:rPr lang="en-US" sz="3200" dirty="0"/>
              <a:t>.</a:t>
            </a:r>
          </a:p>
          <a:p>
            <a:pPr>
              <a:lnSpc>
                <a:spcPct val="120000"/>
              </a:lnSpc>
              <a:buFont typeface="Wingdings" panose="05000000000000000000" pitchFamily="2" charset="2"/>
              <a:buChar char="§"/>
            </a:pPr>
            <a:r>
              <a:rPr lang="en-US" sz="3200" dirty="0"/>
              <a:t>In 1936, Alan Turning proposed an Abstract machine based on deterministic finite automata called “Turing Machine” (now called computer). However, the Analytical Engine, after Ada’s enhancements was “Turning Complete” almost a century earlier.</a:t>
            </a:r>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Tree>
    <p:extLst>
      <p:ext uri="{BB962C8B-B14F-4D97-AF65-F5344CB8AC3E}">
        <p14:creationId xmlns:p14="http://schemas.microsoft.com/office/powerpoint/2010/main" val="1646317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Side note: Distinctions between Algorithm and Program</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5875616" cy="4887878"/>
          </a:xfrm>
          <a:prstGeom prst="rect">
            <a:avLst/>
          </a:prstGeom>
        </p:spPr>
        <p:txBody>
          <a:bodyPr>
            <a:normAutofit fontScale="925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400" dirty="0"/>
              <a:t>An algorithm:</a:t>
            </a:r>
          </a:p>
          <a:p>
            <a:pPr lvl="1">
              <a:lnSpc>
                <a:spcPct val="120000"/>
              </a:lnSpc>
              <a:buFont typeface="Wingdings" panose="05000000000000000000" pitchFamily="2" charset="2"/>
              <a:buChar char="§"/>
            </a:pPr>
            <a:r>
              <a:rPr lang="en-US" sz="3200" dirty="0"/>
              <a:t>Is independent of languages, hardware and software</a:t>
            </a:r>
          </a:p>
          <a:p>
            <a:pPr lvl="1">
              <a:lnSpc>
                <a:spcPct val="120000"/>
              </a:lnSpc>
              <a:buFont typeface="Wingdings" panose="05000000000000000000" pitchFamily="2" charset="2"/>
              <a:buChar char="§"/>
            </a:pPr>
            <a:r>
              <a:rPr lang="en-US" sz="3200" dirty="0"/>
              <a:t>Is conceptually designed</a:t>
            </a:r>
          </a:p>
          <a:p>
            <a:pPr lvl="1">
              <a:lnSpc>
                <a:spcPct val="120000"/>
              </a:lnSpc>
              <a:buFont typeface="Wingdings" panose="05000000000000000000" pitchFamily="2" charset="2"/>
              <a:buChar char="§"/>
            </a:pPr>
            <a:r>
              <a:rPr lang="en-US" sz="3200" dirty="0"/>
              <a:t>Requires domain knowledge</a:t>
            </a:r>
          </a:p>
          <a:p>
            <a:pPr lvl="1">
              <a:lnSpc>
                <a:spcPct val="120000"/>
              </a:lnSpc>
              <a:buFont typeface="Wingdings" panose="05000000000000000000" pitchFamily="2" charset="2"/>
              <a:buChar char="§"/>
            </a:pPr>
            <a:r>
              <a:rPr lang="en-US" sz="3200" dirty="0"/>
              <a:t>Is analyzed</a:t>
            </a:r>
          </a:p>
          <a:p>
            <a:pPr lvl="1">
              <a:lnSpc>
                <a:spcPct val="120000"/>
              </a:lnSpc>
              <a:buFont typeface="Wingdings" panose="05000000000000000000" pitchFamily="2" charset="2"/>
              <a:buChar char="§"/>
            </a:pPr>
            <a:r>
              <a:rPr lang="en-US" sz="3200" dirty="0"/>
              <a:t>Priori (analyze before building)</a:t>
            </a:r>
          </a:p>
        </p:txBody>
      </p:sp>
      <p:sp>
        <p:nvSpPr>
          <p:cNvPr id="4" name="Content Placeholder 2">
            <a:extLst>
              <a:ext uri="{FF2B5EF4-FFF2-40B4-BE49-F238E27FC236}">
                <a16:creationId xmlns:a16="http://schemas.microsoft.com/office/drawing/2014/main" id="{6E3F6BAD-5D38-273C-6A9F-DF2411C5C955}"/>
              </a:ext>
            </a:extLst>
          </p:cNvPr>
          <p:cNvSpPr txBox="1">
            <a:spLocks/>
          </p:cNvSpPr>
          <p:nvPr/>
        </p:nvSpPr>
        <p:spPr>
          <a:xfrm>
            <a:off x="6096000" y="1532587"/>
            <a:ext cx="5875616" cy="4887878"/>
          </a:xfrm>
          <a:prstGeom prst="rect">
            <a:avLst/>
          </a:prstGeom>
        </p:spPr>
        <p:txBody>
          <a:bodyPr>
            <a:normAutofit fontScale="925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400" dirty="0"/>
              <a:t>A Program:</a:t>
            </a:r>
          </a:p>
          <a:p>
            <a:pPr lvl="1">
              <a:lnSpc>
                <a:spcPct val="120000"/>
              </a:lnSpc>
              <a:buFont typeface="Wingdings" panose="05000000000000000000" pitchFamily="2" charset="2"/>
              <a:buChar char="§"/>
            </a:pPr>
            <a:r>
              <a:rPr lang="en-US" sz="3200" dirty="0"/>
              <a:t>Depends on language, hardware and software</a:t>
            </a:r>
          </a:p>
          <a:p>
            <a:pPr lvl="1">
              <a:lnSpc>
                <a:spcPct val="120000"/>
              </a:lnSpc>
              <a:buFont typeface="Wingdings" panose="05000000000000000000" pitchFamily="2" charset="2"/>
              <a:buChar char="§"/>
            </a:pPr>
            <a:r>
              <a:rPr lang="en-US" sz="3200" dirty="0"/>
              <a:t>Is implemented in a computer</a:t>
            </a:r>
          </a:p>
          <a:p>
            <a:pPr lvl="1">
              <a:lnSpc>
                <a:spcPct val="120000"/>
              </a:lnSpc>
              <a:buFont typeface="Wingdings" panose="05000000000000000000" pitchFamily="2" charset="2"/>
              <a:buChar char="§"/>
            </a:pPr>
            <a:r>
              <a:rPr lang="en-US" sz="3200" dirty="0"/>
              <a:t>Requires coding skills</a:t>
            </a:r>
          </a:p>
          <a:p>
            <a:pPr lvl="1">
              <a:lnSpc>
                <a:spcPct val="120000"/>
              </a:lnSpc>
              <a:buFont typeface="Wingdings" panose="05000000000000000000" pitchFamily="2" charset="2"/>
              <a:buChar char="§"/>
            </a:pPr>
            <a:r>
              <a:rPr lang="en-US" sz="3200" dirty="0"/>
              <a:t>Is tested</a:t>
            </a:r>
          </a:p>
          <a:p>
            <a:pPr lvl="1">
              <a:lnSpc>
                <a:spcPct val="120000"/>
              </a:lnSpc>
              <a:buFont typeface="Wingdings" panose="05000000000000000000" pitchFamily="2" charset="2"/>
              <a:buChar char="§"/>
            </a:pPr>
            <a:r>
              <a:rPr lang="en-US" sz="3200" dirty="0"/>
              <a:t>Posteriori (test </a:t>
            </a:r>
            <a:r>
              <a:rPr lang="en-US" sz="3200"/>
              <a:t>after building)</a:t>
            </a:r>
            <a:endParaRPr lang="en-US" sz="3200" dirty="0"/>
          </a:p>
        </p:txBody>
      </p:sp>
    </p:spTree>
    <p:extLst>
      <p:ext uri="{BB962C8B-B14F-4D97-AF65-F5344CB8AC3E}">
        <p14:creationId xmlns:p14="http://schemas.microsoft.com/office/powerpoint/2010/main" val="428669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DIY</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US" sz="3400" dirty="0"/>
              <a:t>Draw a circle.</a:t>
            </a:r>
          </a:p>
          <a:p>
            <a:pPr>
              <a:lnSpc>
                <a:spcPct val="100000"/>
              </a:lnSpc>
              <a:buFont typeface="Wingdings" panose="05000000000000000000" pitchFamily="2" charset="2"/>
              <a:buChar char="§"/>
            </a:pPr>
            <a:r>
              <a:rPr lang="en-US" sz="3400" dirty="0"/>
              <a:t>Place two points to create a chord. Count the number of total segments.</a:t>
            </a:r>
          </a:p>
          <a:p>
            <a:pPr>
              <a:lnSpc>
                <a:spcPct val="100000"/>
              </a:lnSpc>
              <a:buFont typeface="Wingdings" panose="05000000000000000000" pitchFamily="2" charset="2"/>
              <a:buChar char="§"/>
            </a:pPr>
            <a:r>
              <a:rPr lang="en-US" sz="3400" dirty="0"/>
              <a:t>Place 3</a:t>
            </a:r>
            <a:r>
              <a:rPr lang="en-US" sz="3400" baseline="30000" dirty="0"/>
              <a:t>rd</a:t>
            </a:r>
            <a:r>
              <a:rPr lang="en-US" sz="3400" dirty="0"/>
              <a:t> point and connect it with the other two. Count again.</a:t>
            </a:r>
          </a:p>
          <a:p>
            <a:pPr>
              <a:lnSpc>
                <a:spcPct val="100000"/>
              </a:lnSpc>
              <a:buFont typeface="Wingdings" panose="05000000000000000000" pitchFamily="2" charset="2"/>
              <a:buChar char="§"/>
            </a:pPr>
            <a:r>
              <a:rPr lang="en-US" sz="3400" dirty="0"/>
              <a:t>Place 4</a:t>
            </a:r>
            <a:r>
              <a:rPr lang="en-US" sz="3400" baseline="30000" dirty="0"/>
              <a:t>th</a:t>
            </a:r>
            <a:r>
              <a:rPr lang="en-US" sz="3400" dirty="0"/>
              <a:t> point and connect all points with each other. Count again.</a:t>
            </a:r>
          </a:p>
          <a:p>
            <a:pPr>
              <a:lnSpc>
                <a:spcPct val="100000"/>
              </a:lnSpc>
              <a:buFont typeface="Wingdings" panose="05000000000000000000" pitchFamily="2" charset="2"/>
              <a:buChar char="§"/>
            </a:pPr>
            <a:r>
              <a:rPr lang="en-US" sz="3400" dirty="0"/>
              <a:t>Place 5</a:t>
            </a:r>
            <a:r>
              <a:rPr lang="en-US" sz="3400" baseline="30000" dirty="0"/>
              <a:t>th</a:t>
            </a:r>
            <a:r>
              <a:rPr lang="en-US" sz="3400" dirty="0"/>
              <a:t> point and repeat.</a:t>
            </a:r>
          </a:p>
          <a:p>
            <a:pPr>
              <a:lnSpc>
                <a:spcPct val="100000"/>
              </a:lnSpc>
              <a:buFont typeface="Wingdings" panose="05000000000000000000" pitchFamily="2" charset="2"/>
              <a:buChar char="§"/>
            </a:pPr>
            <a:r>
              <a:rPr lang="en-US" sz="3400" dirty="0"/>
              <a:t>Can you guess the answer for 6 points? Verify by adding 6</a:t>
            </a:r>
            <a:r>
              <a:rPr lang="en-US" sz="3400" baseline="30000" dirty="0"/>
              <a:t>th</a:t>
            </a:r>
            <a:r>
              <a:rPr lang="en-US" sz="3400" dirty="0"/>
              <a:t> point.</a:t>
            </a:r>
          </a:p>
          <a:p>
            <a:pPr>
              <a:lnSpc>
                <a:spcPct val="100000"/>
              </a:lnSpc>
              <a:buFont typeface="Wingdings" panose="05000000000000000000" pitchFamily="2" charset="2"/>
              <a:buChar char="§"/>
            </a:pPr>
            <a:r>
              <a:rPr lang="en-US" sz="3400" dirty="0"/>
              <a:t>Design an algorithm (any language, any notations) which inputs number of distinct points to plot on a circle and calculates the number of segments formed when all points are connected.</a:t>
            </a:r>
          </a:p>
        </p:txBody>
      </p:sp>
    </p:spTree>
    <p:extLst>
      <p:ext uri="{BB962C8B-B14F-4D97-AF65-F5344CB8AC3E}">
        <p14:creationId xmlns:p14="http://schemas.microsoft.com/office/powerpoint/2010/main" val="2521120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3" name="Rectangle 52">
            <a:extLst>
              <a:ext uri="{FF2B5EF4-FFF2-40B4-BE49-F238E27FC236}">
                <a16:creationId xmlns:a16="http://schemas.microsoft.com/office/drawing/2014/main" id="{32E62931-8EB4-42BB-BAAB-D8757BE66D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4F7706BE-EF2E-459C-8778-01DDD354C634}"/>
              </a:ext>
            </a:extLst>
          </p:cNvPr>
          <p:cNvSpPr>
            <a:spLocks noGrp="1"/>
          </p:cNvSpPr>
          <p:nvPr>
            <p:ph type="title" idx="4294967295"/>
          </p:nvPr>
        </p:nvSpPr>
        <p:spPr>
          <a:xfrm>
            <a:off x="6367461" y="728664"/>
            <a:ext cx="4984813" cy="3157080"/>
          </a:xfrm>
          <a:noFill/>
        </p:spPr>
        <p:txBody>
          <a:bodyPr vert="horz" lIns="91440" tIns="45720" rIns="91440" bIns="45720" rtlCol="0" anchor="b">
            <a:normAutofit/>
          </a:bodyPr>
          <a:lstStyle/>
          <a:p>
            <a:r>
              <a:rPr lang="en-US" sz="5200" spc="300"/>
              <a:t>QUESTIONS?</a:t>
            </a:r>
          </a:p>
        </p:txBody>
      </p:sp>
      <p:pic>
        <p:nvPicPr>
          <p:cNvPr id="40" name="Picture Placeholder 7" descr="abstract image">
            <a:extLst>
              <a:ext uri="{FF2B5EF4-FFF2-40B4-BE49-F238E27FC236}">
                <a16:creationId xmlns:a16="http://schemas.microsoft.com/office/drawing/2014/main" id="{D5C5EA1B-F06D-4AD1-B526-89C2DF772232}"/>
              </a:ext>
            </a:extLst>
          </p:cNvPr>
          <p:cNvPicPr>
            <a:picLocks noChangeAspect="1"/>
          </p:cNvPicPr>
          <p:nvPr/>
        </p:nvPicPr>
        <p:blipFill rotWithShape="1">
          <a:blip r:embed="rId2">
            <a:extLst>
              <a:ext uri="{BEBA8EAE-BF5A-486C-A8C5-ECC9F3942E4B}">
                <a14:imgProps xmlns:a14="http://schemas.microsoft.com/office/drawing/2010/main">
                  <a14:imgLayer r:embed="rId3">
                    <a14:imgEffect>
                      <a14:saturation sat="0"/>
                    </a14:imgEffect>
                  </a14:imgLayer>
                </a14:imgProps>
              </a:ext>
            </a:extLst>
          </a:blip>
          <a:srcRect l="6420" r="29344" b="-2"/>
          <a:stretch/>
        </p:blipFill>
        <p:spPr>
          <a:xfrm rot="16200000">
            <a:off x="-426243" y="426244"/>
            <a:ext cx="6858000" cy="6005512"/>
          </a:xfrm>
          <a:prstGeom prst="rect">
            <a:avLst/>
          </a:prstGeom>
          <a:noFill/>
        </p:spPr>
      </p:pic>
    </p:spTree>
    <p:extLst>
      <p:ext uri="{BB962C8B-B14F-4D97-AF65-F5344CB8AC3E}">
        <p14:creationId xmlns:p14="http://schemas.microsoft.com/office/powerpoint/2010/main" val="9277275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8F530-A29F-D96F-74CA-7F4C7B989649}"/>
            </a:ext>
          </a:extLst>
        </p:cNvPr>
        <p:cNvGrpSpPr/>
        <p:nvPr/>
      </p:nvGrpSpPr>
      <p:grpSpPr>
        <a:xfrm>
          <a:off x="0" y="0"/>
          <a:ext cx="0" cy="0"/>
          <a:chOff x="0" y="0"/>
          <a:chExt cx="0" cy="0"/>
        </a:xfrm>
      </p:grpSpPr>
      <p:pic>
        <p:nvPicPr>
          <p:cNvPr id="40" name="Picture Placeholder 7" descr="abstract image">
            <a:extLst>
              <a:ext uri="{FF2B5EF4-FFF2-40B4-BE49-F238E27FC236}">
                <a16:creationId xmlns:a16="http://schemas.microsoft.com/office/drawing/2014/main" id="{20B3B8CA-53F1-B0D7-6316-86482A063F7B}"/>
              </a:ext>
            </a:extLst>
          </p:cNvPr>
          <p:cNvPicPr>
            <a:picLocks noChangeAspect="1"/>
          </p:cNvPicPr>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l="22717" r="45642"/>
          <a:stretch/>
        </p:blipFill>
        <p:spPr>
          <a:xfrm rot="16200000">
            <a:off x="2667001" y="-2666999"/>
            <a:ext cx="6858000" cy="12192000"/>
          </a:xfrm>
          <a:prstGeom prst="rect">
            <a:avLst/>
          </a:prstGeom>
          <a:noFill/>
        </p:spPr>
      </p:pic>
      <p:sp>
        <p:nvSpPr>
          <p:cNvPr id="6" name="Title 5">
            <a:extLst>
              <a:ext uri="{FF2B5EF4-FFF2-40B4-BE49-F238E27FC236}">
                <a16:creationId xmlns:a16="http://schemas.microsoft.com/office/drawing/2014/main" id="{149D0D34-AB15-9CF9-FF84-B0FFA3F7FA5B}"/>
              </a:ext>
            </a:extLst>
          </p:cNvPr>
          <p:cNvSpPr>
            <a:spLocks noGrp="1"/>
          </p:cNvSpPr>
          <p:nvPr>
            <p:ph type="title" idx="4294967295"/>
          </p:nvPr>
        </p:nvSpPr>
        <p:spPr>
          <a:xfrm>
            <a:off x="702365" y="1660810"/>
            <a:ext cx="10787270" cy="830649"/>
          </a:xfrm>
        </p:spPr>
        <p:txBody>
          <a:bodyPr>
            <a:normAutofit/>
          </a:bodyPr>
          <a:lstStyle/>
          <a:p>
            <a:pPr algn="ctr"/>
            <a:r>
              <a:rPr lang="en-US" sz="4000" spc="300" dirty="0"/>
              <a:t>THANK YOU</a:t>
            </a:r>
          </a:p>
        </p:txBody>
      </p:sp>
      <p:pic>
        <p:nvPicPr>
          <p:cNvPr id="24" name="Online Image Placeholder 23" descr="User">
            <a:extLst>
              <a:ext uri="{FF2B5EF4-FFF2-40B4-BE49-F238E27FC236}">
                <a16:creationId xmlns:a16="http://schemas.microsoft.com/office/drawing/2014/main" id="{F43E9B27-D1FA-F113-FDF9-C6DCBF0D8553}"/>
              </a:ext>
            </a:extLst>
          </p:cNvPr>
          <p:cNvPicPr>
            <a:picLocks noGrp="1" noChangeAspect="1"/>
          </p:cNvPicPr>
          <p:nvPr>
            <p:ph type="clipArt" sz="quarter" idx="19"/>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p:pic>
      <p:pic>
        <p:nvPicPr>
          <p:cNvPr id="12" name="Online Image Placeholder 11" descr="Smart Phone">
            <a:extLst>
              <a:ext uri="{FF2B5EF4-FFF2-40B4-BE49-F238E27FC236}">
                <a16:creationId xmlns:a16="http://schemas.microsoft.com/office/drawing/2014/main" id="{B180A122-1487-586A-B43C-7810057FB40E}"/>
              </a:ext>
            </a:extLst>
          </p:cNvPr>
          <p:cNvPicPr>
            <a:picLocks noGrp="1" noChangeAspect="1"/>
          </p:cNvPicPr>
          <p:nvPr>
            <p:ph type="clipArt" sz="quarter" idx="20"/>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730873" y="3118670"/>
            <a:ext cx="730250" cy="730250"/>
          </a:xfrm>
        </p:spPr>
      </p:pic>
      <p:pic>
        <p:nvPicPr>
          <p:cNvPr id="28" name="Online Image Placeholder 27" descr="Envelope">
            <a:extLst>
              <a:ext uri="{FF2B5EF4-FFF2-40B4-BE49-F238E27FC236}">
                <a16:creationId xmlns:a16="http://schemas.microsoft.com/office/drawing/2014/main" id="{1C80A214-7821-C889-5FF5-54408D6AB75A}"/>
              </a:ext>
            </a:extLst>
          </p:cNvPr>
          <p:cNvPicPr>
            <a:picLocks noGrp="1" noChangeAspect="1"/>
          </p:cNvPicPr>
          <p:nvPr>
            <p:ph type="clipArt" sz="quarter" idx="21"/>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p:pic>
      <p:sp>
        <p:nvSpPr>
          <p:cNvPr id="8" name="Text Placeholder 7">
            <a:extLst>
              <a:ext uri="{FF2B5EF4-FFF2-40B4-BE49-F238E27FC236}">
                <a16:creationId xmlns:a16="http://schemas.microsoft.com/office/drawing/2014/main" id="{C5A84568-31A9-66FD-CA83-C731638EB0EB}"/>
              </a:ext>
            </a:extLst>
          </p:cNvPr>
          <p:cNvSpPr>
            <a:spLocks noGrp="1"/>
          </p:cNvSpPr>
          <p:nvPr>
            <p:ph type="body" sz="quarter" idx="16"/>
          </p:nvPr>
        </p:nvSpPr>
        <p:spPr/>
        <p:txBody>
          <a:bodyPr/>
          <a:lstStyle/>
          <a:p>
            <a:r>
              <a:rPr lang="en-US" dirty="0"/>
              <a:t>Owais Hussain</a:t>
            </a:r>
          </a:p>
        </p:txBody>
      </p:sp>
      <p:sp>
        <p:nvSpPr>
          <p:cNvPr id="9" name="Text Placeholder 8">
            <a:extLst>
              <a:ext uri="{FF2B5EF4-FFF2-40B4-BE49-F238E27FC236}">
                <a16:creationId xmlns:a16="http://schemas.microsoft.com/office/drawing/2014/main" id="{0B322DE6-11A6-3C77-0A6A-730072393C11}"/>
              </a:ext>
            </a:extLst>
          </p:cNvPr>
          <p:cNvSpPr>
            <a:spLocks noGrp="1"/>
          </p:cNvSpPr>
          <p:nvPr>
            <p:ph type="body" sz="quarter" idx="17"/>
          </p:nvPr>
        </p:nvSpPr>
        <p:spPr/>
        <p:txBody>
          <a:bodyPr/>
          <a:lstStyle/>
          <a:p>
            <a:r>
              <a:rPr lang="en-US" dirty="0"/>
              <a:t>+92 345-3174270</a:t>
            </a:r>
          </a:p>
        </p:txBody>
      </p:sp>
      <p:sp>
        <p:nvSpPr>
          <p:cNvPr id="10" name="Text Placeholder 9">
            <a:extLst>
              <a:ext uri="{FF2B5EF4-FFF2-40B4-BE49-F238E27FC236}">
                <a16:creationId xmlns:a16="http://schemas.microsoft.com/office/drawing/2014/main" id="{78C973B9-80E0-33DB-9075-072A692FE22D}"/>
              </a:ext>
            </a:extLst>
          </p:cNvPr>
          <p:cNvSpPr>
            <a:spLocks noGrp="1"/>
          </p:cNvSpPr>
          <p:nvPr>
            <p:ph type="body" sz="quarter" idx="18"/>
          </p:nvPr>
        </p:nvSpPr>
        <p:spPr>
          <a:xfrm>
            <a:off x="8216525" y="3903126"/>
            <a:ext cx="3572351" cy="518795"/>
          </a:xfrm>
        </p:spPr>
        <p:txBody>
          <a:bodyPr>
            <a:normAutofit/>
          </a:bodyPr>
          <a:lstStyle/>
          <a:p>
            <a:r>
              <a:rPr lang="en-US" dirty="0"/>
              <a:t>owaishussain@ieee.org</a:t>
            </a:r>
          </a:p>
        </p:txBody>
      </p:sp>
      <p:sp>
        <p:nvSpPr>
          <p:cNvPr id="3" name="Text Placeholder 2">
            <a:extLst>
              <a:ext uri="{FF2B5EF4-FFF2-40B4-BE49-F238E27FC236}">
                <a16:creationId xmlns:a16="http://schemas.microsoft.com/office/drawing/2014/main" id="{0744E4F4-DA44-30EA-B504-C798343DB888}"/>
              </a:ext>
            </a:extLst>
          </p:cNvPr>
          <p:cNvSpPr>
            <a:spLocks noGrp="1"/>
          </p:cNvSpPr>
          <p:nvPr>
            <p:ph type="body" sz="quarter" idx="12"/>
          </p:nvPr>
        </p:nvSpPr>
        <p:spPr>
          <a:xfrm>
            <a:off x="2486288" y="5137992"/>
            <a:ext cx="7219423" cy="518795"/>
          </a:xfrm>
        </p:spPr>
        <p:txBody>
          <a:bodyPr/>
          <a:lstStyle/>
          <a:p>
            <a:r>
              <a:rPr lang="en-US" sz="1700" dirty="0"/>
              <a:t>https://www.researchgate.net/profile/Owais-Hussain-3</a:t>
            </a:r>
          </a:p>
        </p:txBody>
      </p:sp>
    </p:spTree>
    <p:extLst>
      <p:ext uri="{BB962C8B-B14F-4D97-AF65-F5344CB8AC3E}">
        <p14:creationId xmlns:p14="http://schemas.microsoft.com/office/powerpoint/2010/main" val="24739595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254</TotalTime>
  <Words>1306</Words>
  <Application>Microsoft Office PowerPoint</Application>
  <PresentationFormat>Widescreen</PresentationFormat>
  <Paragraphs>139</Paragraphs>
  <Slides>17</Slides>
  <Notes>14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17</vt:i4>
      </vt:variant>
    </vt:vector>
  </HeadingPairs>
  <TitlesOfParts>
    <vt:vector size="27" baseType="lpstr">
      <vt:lpstr>Aptos</vt:lpstr>
      <vt:lpstr>Aptos Display</vt:lpstr>
      <vt:lpstr>Arial</vt:lpstr>
      <vt:lpstr>Arial Narrow</vt:lpstr>
      <vt:lpstr>Cambria Math</vt:lpstr>
      <vt:lpstr>Cascadia Code</vt:lpstr>
      <vt:lpstr>Söhne</vt:lpstr>
      <vt:lpstr>Times</vt:lpstr>
      <vt:lpstr>Wingdings</vt:lpstr>
      <vt:lpstr>Office Theme</vt:lpstr>
      <vt:lpstr>Birth of Computer Programming</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QUESTIONS?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Owais Ahmed</dc:creator>
  <cp:lastModifiedBy>Owais Ahmed</cp:lastModifiedBy>
  <cp:revision>41</cp:revision>
  <dcterms:created xsi:type="dcterms:W3CDTF">2024-12-18T07:48:32Z</dcterms:created>
  <dcterms:modified xsi:type="dcterms:W3CDTF">2024-12-18T12:02:32Z</dcterms:modified>
</cp:coreProperties>
</file>