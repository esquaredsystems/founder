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0" r:id="rId1"/>
  </p:sldMasterIdLst>
  <p:sldIdLst>
    <p:sldId id="256" r:id="rId2"/>
    <p:sldId id="257" r:id="rId3"/>
    <p:sldId id="280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66" r:id="rId18"/>
    <p:sldId id="295" r:id="rId19"/>
    <p:sldId id="296" r:id="rId20"/>
    <p:sldId id="297" r:id="rId21"/>
    <p:sldId id="27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169BB1-C8A1-074D-814E-F399DDBF9359}" v="2" dt="2024-05-31T08:28:39.0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834" autoAdjust="0"/>
    <p:restoredTop sz="94327" autoAdjust="0"/>
  </p:normalViewPr>
  <p:slideViewPr>
    <p:cSldViewPr snapToGrid="0">
      <p:cViewPr varScale="1">
        <p:scale>
          <a:sx n="44" d="100"/>
          <a:sy n="44" d="100"/>
        </p:scale>
        <p:origin x="200" y="2296"/>
      </p:cViewPr>
      <p:guideLst/>
    </p:cSldViewPr>
  </p:slideViewPr>
  <p:outlineViewPr>
    <p:cViewPr>
      <p:scale>
        <a:sx n="33" d="100"/>
        <a:sy n="33" d="100"/>
      </p:scale>
      <p:origin x="0" y="-1246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6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B2169BB1-C8A1-074D-814E-F399DDBF9359}"/>
    <pc:docChg chg="modSld">
      <pc:chgData name="Owais Ahmed" userId="6abc7d4556b3b071" providerId="LiveId" clId="{B2169BB1-C8A1-074D-814E-F399DDBF9359}" dt="2024-05-31T08:28:39.050" v="1" actId="1076"/>
      <pc:docMkLst>
        <pc:docMk/>
      </pc:docMkLst>
      <pc:sldChg chg="modSp">
        <pc:chgData name="Owais Ahmed" userId="6abc7d4556b3b071" providerId="LiveId" clId="{B2169BB1-C8A1-074D-814E-F399DDBF9359}" dt="2024-05-31T08:28:39.050" v="1" actId="1076"/>
        <pc:sldMkLst>
          <pc:docMk/>
          <pc:sldMk cId="3734251568" sldId="287"/>
        </pc:sldMkLst>
        <pc:picChg chg="mod">
          <ac:chgData name="Owais Ahmed" userId="6abc7d4556b3b071" providerId="LiveId" clId="{B2169BB1-C8A1-074D-814E-F399DDBF9359}" dt="2024-05-31T08:28:39.050" v="1" actId="1076"/>
          <ac:picMkLst>
            <pc:docMk/>
            <pc:sldMk cId="3734251568" sldId="287"/>
            <ac:picMk id="2054" creationId="{FA61F903-4939-48A4-8D0B-9F73F553EEFA}"/>
          </ac:picMkLst>
        </pc:picChg>
      </pc:sldChg>
    </pc:docChg>
  </pc:docChgLst>
  <pc:docChgLst>
    <pc:chgData name="Owais Ahmed" userId="6abc7d4556b3b071" providerId="LiveId" clId="{AEAF1D75-BE7D-4264-9E4A-8FD1BAEF2C27}"/>
    <pc:docChg chg="undo custSel modSld">
      <pc:chgData name="Owais Ahmed" userId="6abc7d4556b3b071" providerId="LiveId" clId="{AEAF1D75-BE7D-4264-9E4A-8FD1BAEF2C27}" dt="2023-04-03T04:19:12.774" v="13" actId="1076"/>
      <pc:docMkLst>
        <pc:docMk/>
      </pc:docMkLst>
      <pc:sldChg chg="modSp mod">
        <pc:chgData name="Owais Ahmed" userId="6abc7d4556b3b071" providerId="LiveId" clId="{AEAF1D75-BE7D-4264-9E4A-8FD1BAEF2C27}" dt="2023-04-03T04:19:12.774" v="13" actId="1076"/>
        <pc:sldMkLst>
          <pc:docMk/>
          <pc:sldMk cId="3734251568" sldId="287"/>
        </pc:sldMkLst>
        <pc:picChg chg="mod">
          <ac:chgData name="Owais Ahmed" userId="6abc7d4556b3b071" providerId="LiveId" clId="{AEAF1D75-BE7D-4264-9E4A-8FD1BAEF2C27}" dt="2023-04-03T04:19:12.570" v="12" actId="1076"/>
          <ac:picMkLst>
            <pc:docMk/>
            <pc:sldMk cId="3734251568" sldId="287"/>
            <ac:picMk id="4" creationId="{C21071F7-3C07-423E-A827-5641A8A20B35}"/>
          </ac:picMkLst>
        </pc:picChg>
        <pc:picChg chg="mod">
          <ac:chgData name="Owais Ahmed" userId="6abc7d4556b3b071" providerId="LiveId" clId="{AEAF1D75-BE7D-4264-9E4A-8FD1BAEF2C27}" dt="2023-04-03T04:19:12.376" v="11" actId="1076"/>
          <ac:picMkLst>
            <pc:docMk/>
            <pc:sldMk cId="3734251568" sldId="287"/>
            <ac:picMk id="38" creationId="{21D97C24-72C2-4B14-9B08-42827FC41179}"/>
          </ac:picMkLst>
        </pc:picChg>
        <pc:picChg chg="mod">
          <ac:chgData name="Owais Ahmed" userId="6abc7d4556b3b071" providerId="LiveId" clId="{AEAF1D75-BE7D-4264-9E4A-8FD1BAEF2C27}" dt="2023-04-03T04:19:12.774" v="13" actId="1076"/>
          <ac:picMkLst>
            <pc:docMk/>
            <pc:sldMk cId="3734251568" sldId="287"/>
            <ac:picMk id="2054" creationId="{FA61F903-4939-48A4-8D0B-9F73F553EEFA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DA54B0-B6CA-42AB-9F68-AE25B485F9C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FEFB673-03F7-4EE9-8720-4569026087A5}">
      <dgm:prSet/>
      <dgm:spPr/>
      <dgm:t>
        <a:bodyPr/>
        <a:lstStyle/>
        <a:p>
          <a:r>
            <a:rPr lang="en-US"/>
            <a:t>Client asks a feature on email</a:t>
          </a:r>
        </a:p>
      </dgm:t>
    </dgm:pt>
    <dgm:pt modelId="{11B752B9-2C8E-48DF-9834-833EB40C4F51}" type="parTrans" cxnId="{D91BBA7B-9152-4E22-8924-BF73BA23D0EE}">
      <dgm:prSet/>
      <dgm:spPr/>
      <dgm:t>
        <a:bodyPr/>
        <a:lstStyle/>
        <a:p>
          <a:endParaRPr lang="en-US"/>
        </a:p>
      </dgm:t>
    </dgm:pt>
    <dgm:pt modelId="{50F441E1-6A7A-4693-A171-6B98761E91E7}" type="sibTrans" cxnId="{D91BBA7B-9152-4E22-8924-BF73BA23D0EE}">
      <dgm:prSet/>
      <dgm:spPr/>
      <dgm:t>
        <a:bodyPr/>
        <a:lstStyle/>
        <a:p>
          <a:endParaRPr lang="en-US"/>
        </a:p>
      </dgm:t>
    </dgm:pt>
    <dgm:pt modelId="{30CB2A05-9EC7-417B-9D70-CA95C99F4678}">
      <dgm:prSet/>
      <dgm:spPr/>
      <dgm:t>
        <a:bodyPr/>
        <a:lstStyle/>
        <a:p>
          <a:r>
            <a:rPr lang="en-US"/>
            <a:t>Business analyst performs analysis and the feature is approved</a:t>
          </a:r>
        </a:p>
      </dgm:t>
    </dgm:pt>
    <dgm:pt modelId="{4C2B37F4-D98E-4660-B87C-A890E7751B9E}" type="parTrans" cxnId="{1B7FA9A5-3ED5-4B74-960B-49921FCBE0F9}">
      <dgm:prSet/>
      <dgm:spPr/>
      <dgm:t>
        <a:bodyPr/>
        <a:lstStyle/>
        <a:p>
          <a:endParaRPr lang="en-US"/>
        </a:p>
      </dgm:t>
    </dgm:pt>
    <dgm:pt modelId="{156636E1-702B-4536-8208-9693298689C3}" type="sibTrans" cxnId="{1B7FA9A5-3ED5-4B74-960B-49921FCBE0F9}">
      <dgm:prSet/>
      <dgm:spPr/>
      <dgm:t>
        <a:bodyPr/>
        <a:lstStyle/>
        <a:p>
          <a:endParaRPr lang="en-US"/>
        </a:p>
      </dgm:t>
    </dgm:pt>
    <dgm:pt modelId="{1B1E6600-DF77-4F50-A868-ED3DC6D3C846}">
      <dgm:prSet/>
      <dgm:spPr/>
      <dgm:t>
        <a:bodyPr/>
        <a:lstStyle/>
        <a:p>
          <a:r>
            <a:rPr lang="en-US" dirty="0"/>
            <a:t>Client creates a ticket on Jira</a:t>
          </a:r>
        </a:p>
      </dgm:t>
    </dgm:pt>
    <dgm:pt modelId="{D19334CD-EB0A-4087-BFA9-21F031E3B711}" type="parTrans" cxnId="{DBC36954-D604-4DC4-864C-8BAD0922312F}">
      <dgm:prSet/>
      <dgm:spPr/>
      <dgm:t>
        <a:bodyPr/>
        <a:lstStyle/>
        <a:p>
          <a:endParaRPr lang="en-US"/>
        </a:p>
      </dgm:t>
    </dgm:pt>
    <dgm:pt modelId="{35668303-1D74-4636-9B28-400C72E87F5A}" type="sibTrans" cxnId="{DBC36954-D604-4DC4-864C-8BAD0922312F}">
      <dgm:prSet/>
      <dgm:spPr/>
      <dgm:t>
        <a:bodyPr/>
        <a:lstStyle/>
        <a:p>
          <a:endParaRPr lang="en-US"/>
        </a:p>
      </dgm:t>
    </dgm:pt>
    <dgm:pt modelId="{1A82B93A-FD80-44D7-AFFE-8FCED957A878}">
      <dgm:prSet/>
      <dgm:spPr/>
      <dgm:t>
        <a:bodyPr/>
        <a:lstStyle/>
        <a:p>
          <a:r>
            <a:rPr lang="en-US" dirty="0"/>
            <a:t>Scrum master picks the ticket and converts into a user story</a:t>
          </a:r>
        </a:p>
      </dgm:t>
    </dgm:pt>
    <dgm:pt modelId="{CDD0247B-E6DF-4F93-BEB9-86630CBF9ED5}" type="parTrans" cxnId="{D8FD48C2-1C14-4FD8-92D3-F6E74C64A7EB}">
      <dgm:prSet/>
      <dgm:spPr/>
      <dgm:t>
        <a:bodyPr/>
        <a:lstStyle/>
        <a:p>
          <a:endParaRPr lang="en-US"/>
        </a:p>
      </dgm:t>
    </dgm:pt>
    <dgm:pt modelId="{423A457F-C1D8-4F1C-B8C1-2C92C639EE6C}" type="sibTrans" cxnId="{D8FD48C2-1C14-4FD8-92D3-F6E74C64A7EB}">
      <dgm:prSet/>
      <dgm:spPr/>
      <dgm:t>
        <a:bodyPr/>
        <a:lstStyle/>
        <a:p>
          <a:endParaRPr lang="en-US"/>
        </a:p>
      </dgm:t>
    </dgm:pt>
    <dgm:pt modelId="{F2F374A2-61E2-4650-B1EB-9B7C0A043FB9}">
      <dgm:prSet/>
      <dgm:spPr/>
      <dgm:t>
        <a:bodyPr/>
        <a:lstStyle/>
        <a:p>
          <a:r>
            <a:rPr lang="en-US" dirty="0"/>
            <a:t>User story is converted into tasks and put on backlog on scrum board</a:t>
          </a:r>
        </a:p>
      </dgm:t>
    </dgm:pt>
    <dgm:pt modelId="{99F25A98-FF67-4860-9BEE-5416D92EE44B}" type="parTrans" cxnId="{34875EDC-5E1B-4190-9C8D-2EF9DAA31CE4}">
      <dgm:prSet/>
      <dgm:spPr/>
      <dgm:t>
        <a:bodyPr/>
        <a:lstStyle/>
        <a:p>
          <a:endParaRPr lang="en-US"/>
        </a:p>
      </dgm:t>
    </dgm:pt>
    <dgm:pt modelId="{0F4C59AC-A3ED-4D3E-BA3D-E247A7CF44DC}" type="sibTrans" cxnId="{34875EDC-5E1B-4190-9C8D-2EF9DAA31CE4}">
      <dgm:prSet/>
      <dgm:spPr/>
      <dgm:t>
        <a:bodyPr/>
        <a:lstStyle/>
        <a:p>
          <a:endParaRPr lang="en-US"/>
        </a:p>
      </dgm:t>
    </dgm:pt>
    <dgm:pt modelId="{9912EB30-71F5-4BEA-9134-1AD8B4DFBF20}">
      <dgm:prSet/>
      <dgm:spPr/>
      <dgm:t>
        <a:bodyPr/>
        <a:lstStyle/>
        <a:p>
          <a:r>
            <a:rPr lang="en-US"/>
            <a:t>Tasks are picked in sprint planning meeting</a:t>
          </a:r>
        </a:p>
      </dgm:t>
    </dgm:pt>
    <dgm:pt modelId="{69672C2C-F1B1-41EC-9B0B-67C6D2096B43}" type="parTrans" cxnId="{0ECDC4FD-2043-446F-881B-4BA8B2C4EA5E}">
      <dgm:prSet/>
      <dgm:spPr/>
      <dgm:t>
        <a:bodyPr/>
        <a:lstStyle/>
        <a:p>
          <a:endParaRPr lang="en-US"/>
        </a:p>
      </dgm:t>
    </dgm:pt>
    <dgm:pt modelId="{3DEE546A-A8B7-49BF-871B-4337654B9E9E}" type="sibTrans" cxnId="{0ECDC4FD-2043-446F-881B-4BA8B2C4EA5E}">
      <dgm:prSet/>
      <dgm:spPr/>
      <dgm:t>
        <a:bodyPr/>
        <a:lstStyle/>
        <a:p>
          <a:endParaRPr lang="en-US"/>
        </a:p>
      </dgm:t>
    </dgm:pt>
    <dgm:pt modelId="{CB7181D6-08E8-4023-B230-8B13731F34D8}">
      <dgm:prSet/>
      <dgm:spPr/>
      <dgm:t>
        <a:bodyPr/>
        <a:lstStyle/>
        <a:p>
          <a:r>
            <a:rPr lang="en-US" dirty="0"/>
            <a:t>Designer provides mockup/wireframe</a:t>
          </a:r>
        </a:p>
      </dgm:t>
    </dgm:pt>
    <dgm:pt modelId="{556359C9-DBE1-406D-BD09-E6C1ED492367}" type="parTrans" cxnId="{18F7E5A3-8705-4CE5-A267-FA79790D1D12}">
      <dgm:prSet/>
      <dgm:spPr/>
      <dgm:t>
        <a:bodyPr/>
        <a:lstStyle/>
        <a:p>
          <a:endParaRPr lang="en-US"/>
        </a:p>
      </dgm:t>
    </dgm:pt>
    <dgm:pt modelId="{F8145B50-FD72-40A0-855D-E5721794443A}" type="sibTrans" cxnId="{18F7E5A3-8705-4CE5-A267-FA79790D1D12}">
      <dgm:prSet/>
      <dgm:spPr/>
      <dgm:t>
        <a:bodyPr/>
        <a:lstStyle/>
        <a:p>
          <a:endParaRPr lang="en-US"/>
        </a:p>
      </dgm:t>
    </dgm:pt>
    <dgm:pt modelId="{85A7299A-7162-43E5-A548-D1062B89178B}">
      <dgm:prSet/>
      <dgm:spPr/>
      <dgm:t>
        <a:bodyPr/>
        <a:lstStyle/>
        <a:p>
          <a:r>
            <a:rPr lang="en-US" dirty="0"/>
            <a:t>Developers write code, perform unit testing and </a:t>
          </a:r>
          <a:r>
            <a:rPr lang="en-US" dirty="0" err="1"/>
            <a:t>linting</a:t>
          </a:r>
          <a:r>
            <a:rPr lang="en-US" dirty="0"/>
            <a:t>, and commit on local branch</a:t>
          </a:r>
        </a:p>
      </dgm:t>
    </dgm:pt>
    <dgm:pt modelId="{9781234D-9C24-45B3-A406-DA2C9F6A2418}" type="parTrans" cxnId="{5070A99D-3FBA-4F32-A82C-3D375230F6DE}">
      <dgm:prSet/>
      <dgm:spPr/>
      <dgm:t>
        <a:bodyPr/>
        <a:lstStyle/>
        <a:p>
          <a:endParaRPr lang="en-US"/>
        </a:p>
      </dgm:t>
    </dgm:pt>
    <dgm:pt modelId="{1D4703FC-D663-4EF9-A80E-92F6C0363B07}" type="sibTrans" cxnId="{5070A99D-3FBA-4F32-A82C-3D375230F6DE}">
      <dgm:prSet/>
      <dgm:spPr/>
      <dgm:t>
        <a:bodyPr/>
        <a:lstStyle/>
        <a:p>
          <a:endParaRPr lang="en-US"/>
        </a:p>
      </dgm:t>
    </dgm:pt>
    <dgm:pt modelId="{9540D2DF-4729-4DFB-BB18-0F70BB875AC9}">
      <dgm:prSet/>
      <dgm:spPr/>
      <dgm:t>
        <a:bodyPr/>
        <a:lstStyle/>
        <a:p>
          <a:r>
            <a:rPr lang="en-US" dirty="0"/>
            <a:t>Lead programmer reviews code and merges into master branch</a:t>
          </a:r>
        </a:p>
      </dgm:t>
    </dgm:pt>
    <dgm:pt modelId="{9A824389-13F7-4B91-BF9B-F78FF11133E3}" type="parTrans" cxnId="{41B4BC55-D3EE-45C1-9920-1907064790BD}">
      <dgm:prSet/>
      <dgm:spPr/>
      <dgm:t>
        <a:bodyPr/>
        <a:lstStyle/>
        <a:p>
          <a:endParaRPr lang="en-US"/>
        </a:p>
      </dgm:t>
    </dgm:pt>
    <dgm:pt modelId="{78A8714A-812E-4D3B-A547-B15740EBA905}" type="sibTrans" cxnId="{41B4BC55-D3EE-45C1-9920-1907064790BD}">
      <dgm:prSet/>
      <dgm:spPr/>
      <dgm:t>
        <a:bodyPr/>
        <a:lstStyle/>
        <a:p>
          <a:endParaRPr lang="en-US"/>
        </a:p>
      </dgm:t>
    </dgm:pt>
    <dgm:pt modelId="{33E05AEE-98D0-4D07-B4DA-BB8CD8C65BB2}">
      <dgm:prSet/>
      <dgm:spPr/>
      <dgm:t>
        <a:bodyPr/>
        <a:lstStyle/>
        <a:p>
          <a:r>
            <a:rPr lang="en-US" dirty="0"/>
            <a:t>The code is built and artifacts are created</a:t>
          </a:r>
        </a:p>
      </dgm:t>
    </dgm:pt>
    <dgm:pt modelId="{BE51C4D3-7E82-434E-A9A2-630B24F8D7E1}" type="parTrans" cxnId="{26C7392F-538F-44A4-95AA-E380B18626D5}">
      <dgm:prSet/>
      <dgm:spPr/>
      <dgm:t>
        <a:bodyPr/>
        <a:lstStyle/>
        <a:p>
          <a:endParaRPr lang="en-US"/>
        </a:p>
      </dgm:t>
    </dgm:pt>
    <dgm:pt modelId="{A55EB037-EA51-40D5-8D2F-BA70B13E4B64}" type="sibTrans" cxnId="{26C7392F-538F-44A4-95AA-E380B18626D5}">
      <dgm:prSet/>
      <dgm:spPr/>
      <dgm:t>
        <a:bodyPr/>
        <a:lstStyle/>
        <a:p>
          <a:endParaRPr lang="en-US"/>
        </a:p>
      </dgm:t>
    </dgm:pt>
    <dgm:pt modelId="{D347A68E-9D05-4157-BFCC-57CC93AD0C7D}">
      <dgm:prSet/>
      <dgm:spPr/>
      <dgm:t>
        <a:bodyPr/>
        <a:lstStyle/>
        <a:p>
          <a:r>
            <a:rPr lang="en-US" dirty="0"/>
            <a:t>Artifacts are deployed automatically on test environment</a:t>
          </a:r>
        </a:p>
      </dgm:t>
    </dgm:pt>
    <dgm:pt modelId="{565F1D94-52EB-4375-9047-635B5F092720}" type="parTrans" cxnId="{C2A05949-2384-4D67-9E12-E630A56A9D2A}">
      <dgm:prSet/>
      <dgm:spPr/>
      <dgm:t>
        <a:bodyPr/>
        <a:lstStyle/>
        <a:p>
          <a:endParaRPr lang="en-US"/>
        </a:p>
      </dgm:t>
    </dgm:pt>
    <dgm:pt modelId="{41D45126-54A8-4332-8CED-B4BB65691B62}" type="sibTrans" cxnId="{C2A05949-2384-4D67-9E12-E630A56A9D2A}">
      <dgm:prSet/>
      <dgm:spPr/>
      <dgm:t>
        <a:bodyPr/>
        <a:lstStyle/>
        <a:p>
          <a:endParaRPr lang="en-US"/>
        </a:p>
      </dgm:t>
    </dgm:pt>
    <dgm:pt modelId="{3597CB7B-5F63-49C3-818B-158E263FC684}">
      <dgm:prSet/>
      <dgm:spPr/>
      <dgm:t>
        <a:bodyPr/>
        <a:lstStyle/>
        <a:p>
          <a:r>
            <a:rPr lang="en-US" dirty="0"/>
            <a:t>Quality Assurance team performs testing and approves the build</a:t>
          </a:r>
        </a:p>
      </dgm:t>
    </dgm:pt>
    <dgm:pt modelId="{891300FD-0753-4A01-B831-4150432B596C}" type="parTrans" cxnId="{B8DF16C4-1192-4352-B22B-4A6FB2895B2E}">
      <dgm:prSet/>
      <dgm:spPr/>
      <dgm:t>
        <a:bodyPr/>
        <a:lstStyle/>
        <a:p>
          <a:endParaRPr lang="en-US"/>
        </a:p>
      </dgm:t>
    </dgm:pt>
    <dgm:pt modelId="{FF7226FF-C348-471E-B063-9688D948A655}" type="sibTrans" cxnId="{B8DF16C4-1192-4352-B22B-4A6FB2895B2E}">
      <dgm:prSet/>
      <dgm:spPr/>
      <dgm:t>
        <a:bodyPr/>
        <a:lstStyle/>
        <a:p>
          <a:endParaRPr lang="en-US"/>
        </a:p>
      </dgm:t>
    </dgm:pt>
    <dgm:pt modelId="{F8764C3F-9703-4CC7-BA41-8E873EF213A1}">
      <dgm:prSet/>
      <dgm:spPr/>
      <dgm:t>
        <a:bodyPr/>
        <a:lstStyle/>
        <a:p>
          <a:r>
            <a:rPr lang="en-US" dirty="0"/>
            <a:t>Build is deployed and validated to production environment a day before end of sprint</a:t>
          </a:r>
        </a:p>
      </dgm:t>
    </dgm:pt>
    <dgm:pt modelId="{ABCB00E9-3447-40F2-A37E-4CAC0E7C662A}" type="parTrans" cxnId="{28D2DD3F-012D-406A-8655-1428241E9E5D}">
      <dgm:prSet/>
      <dgm:spPr/>
      <dgm:t>
        <a:bodyPr/>
        <a:lstStyle/>
        <a:p>
          <a:endParaRPr lang="en-US"/>
        </a:p>
      </dgm:t>
    </dgm:pt>
    <dgm:pt modelId="{5FA73EB9-CCC3-4C5E-AAB2-AF5AA96CEFF5}" type="sibTrans" cxnId="{28D2DD3F-012D-406A-8655-1428241E9E5D}">
      <dgm:prSet/>
      <dgm:spPr/>
      <dgm:t>
        <a:bodyPr/>
        <a:lstStyle/>
        <a:p>
          <a:endParaRPr lang="en-US"/>
        </a:p>
      </dgm:t>
    </dgm:pt>
    <dgm:pt modelId="{8EA382E9-5087-474E-B1E4-F58A35443ABE}">
      <dgm:prSet/>
      <dgm:spPr/>
      <dgm:t>
        <a:bodyPr/>
        <a:lstStyle/>
        <a:p>
          <a:r>
            <a:rPr lang="en-US" dirty="0"/>
            <a:t>Release notes are prepared and respective tasks are closed</a:t>
          </a:r>
        </a:p>
      </dgm:t>
    </dgm:pt>
    <dgm:pt modelId="{99E064F3-081C-474C-A1BB-865253565ADD}" type="parTrans" cxnId="{9B195FF7-98BD-4C36-95C5-8C01AE57313F}">
      <dgm:prSet/>
      <dgm:spPr/>
      <dgm:t>
        <a:bodyPr/>
        <a:lstStyle/>
        <a:p>
          <a:endParaRPr lang="en-US"/>
        </a:p>
      </dgm:t>
    </dgm:pt>
    <dgm:pt modelId="{580B44D5-34FE-4304-B52E-6A6EFEC16798}" type="sibTrans" cxnId="{9B195FF7-98BD-4C36-95C5-8C01AE57313F}">
      <dgm:prSet/>
      <dgm:spPr/>
      <dgm:t>
        <a:bodyPr/>
        <a:lstStyle/>
        <a:p>
          <a:endParaRPr lang="en-US"/>
        </a:p>
      </dgm:t>
    </dgm:pt>
    <dgm:pt modelId="{D1F883A5-BC0E-46EE-B4E3-33DE98DC0362}" type="pres">
      <dgm:prSet presAssocID="{0CDA54B0-B6CA-42AB-9F68-AE25B485F9C3}" presName="Name0" presStyleCnt="0">
        <dgm:presLayoutVars>
          <dgm:dir/>
          <dgm:resizeHandles val="exact"/>
        </dgm:presLayoutVars>
      </dgm:prSet>
      <dgm:spPr/>
    </dgm:pt>
    <dgm:pt modelId="{D5F92EE1-652D-493D-88AC-6C1AE738B148}" type="pres">
      <dgm:prSet presAssocID="{AFEFB673-03F7-4EE9-8720-4569026087A5}" presName="node" presStyleLbl="node1" presStyleIdx="0" presStyleCnt="14">
        <dgm:presLayoutVars>
          <dgm:bulletEnabled val="1"/>
        </dgm:presLayoutVars>
      </dgm:prSet>
      <dgm:spPr/>
    </dgm:pt>
    <dgm:pt modelId="{A4E69DC7-7AF9-4494-BE93-41E1C80869D0}" type="pres">
      <dgm:prSet presAssocID="{50F441E1-6A7A-4693-A171-6B98761E91E7}" presName="sibTrans" presStyleLbl="sibTrans1D1" presStyleIdx="0" presStyleCnt="13"/>
      <dgm:spPr/>
    </dgm:pt>
    <dgm:pt modelId="{AA0A2E21-AC8C-41A0-AE49-F61ABEB8914E}" type="pres">
      <dgm:prSet presAssocID="{50F441E1-6A7A-4693-A171-6B98761E91E7}" presName="connectorText" presStyleLbl="sibTrans1D1" presStyleIdx="0" presStyleCnt="13"/>
      <dgm:spPr/>
    </dgm:pt>
    <dgm:pt modelId="{8F0DBE2E-9AC1-4584-9D28-BFE40EFDB791}" type="pres">
      <dgm:prSet presAssocID="{30CB2A05-9EC7-417B-9D70-CA95C99F4678}" presName="node" presStyleLbl="node1" presStyleIdx="1" presStyleCnt="14">
        <dgm:presLayoutVars>
          <dgm:bulletEnabled val="1"/>
        </dgm:presLayoutVars>
      </dgm:prSet>
      <dgm:spPr/>
    </dgm:pt>
    <dgm:pt modelId="{D3E269A7-D47E-4E4E-ADC1-ECD07051653D}" type="pres">
      <dgm:prSet presAssocID="{156636E1-702B-4536-8208-9693298689C3}" presName="sibTrans" presStyleLbl="sibTrans1D1" presStyleIdx="1" presStyleCnt="13"/>
      <dgm:spPr/>
    </dgm:pt>
    <dgm:pt modelId="{0D129B61-781E-41A6-A31D-1CE017D8D744}" type="pres">
      <dgm:prSet presAssocID="{156636E1-702B-4536-8208-9693298689C3}" presName="connectorText" presStyleLbl="sibTrans1D1" presStyleIdx="1" presStyleCnt="13"/>
      <dgm:spPr/>
    </dgm:pt>
    <dgm:pt modelId="{64E00C60-7DB9-42FF-BFDF-C5A578377E43}" type="pres">
      <dgm:prSet presAssocID="{1B1E6600-DF77-4F50-A868-ED3DC6D3C846}" presName="node" presStyleLbl="node1" presStyleIdx="2" presStyleCnt="14">
        <dgm:presLayoutVars>
          <dgm:bulletEnabled val="1"/>
        </dgm:presLayoutVars>
      </dgm:prSet>
      <dgm:spPr/>
    </dgm:pt>
    <dgm:pt modelId="{AA1B4FBF-A22F-4675-B62B-9D4594E7A083}" type="pres">
      <dgm:prSet presAssocID="{35668303-1D74-4636-9B28-400C72E87F5A}" presName="sibTrans" presStyleLbl="sibTrans1D1" presStyleIdx="2" presStyleCnt="13"/>
      <dgm:spPr/>
    </dgm:pt>
    <dgm:pt modelId="{1D95217F-1F1C-41F6-A23C-02C8883FB502}" type="pres">
      <dgm:prSet presAssocID="{35668303-1D74-4636-9B28-400C72E87F5A}" presName="connectorText" presStyleLbl="sibTrans1D1" presStyleIdx="2" presStyleCnt="13"/>
      <dgm:spPr/>
    </dgm:pt>
    <dgm:pt modelId="{9206D8A4-ACF8-4170-94D4-75CF90046FCF}" type="pres">
      <dgm:prSet presAssocID="{1A82B93A-FD80-44D7-AFFE-8FCED957A878}" presName="node" presStyleLbl="node1" presStyleIdx="3" presStyleCnt="14">
        <dgm:presLayoutVars>
          <dgm:bulletEnabled val="1"/>
        </dgm:presLayoutVars>
      </dgm:prSet>
      <dgm:spPr/>
    </dgm:pt>
    <dgm:pt modelId="{F0A0905D-A567-4B5B-9907-5A8F03329B28}" type="pres">
      <dgm:prSet presAssocID="{423A457F-C1D8-4F1C-B8C1-2C92C639EE6C}" presName="sibTrans" presStyleLbl="sibTrans1D1" presStyleIdx="3" presStyleCnt="13"/>
      <dgm:spPr/>
    </dgm:pt>
    <dgm:pt modelId="{C1CEB439-F343-41B9-BE26-701F25431824}" type="pres">
      <dgm:prSet presAssocID="{423A457F-C1D8-4F1C-B8C1-2C92C639EE6C}" presName="connectorText" presStyleLbl="sibTrans1D1" presStyleIdx="3" presStyleCnt="13"/>
      <dgm:spPr/>
    </dgm:pt>
    <dgm:pt modelId="{AF68EF1C-7D9D-407D-A0C1-DD04FA5C02D4}" type="pres">
      <dgm:prSet presAssocID="{F2F374A2-61E2-4650-B1EB-9B7C0A043FB9}" presName="node" presStyleLbl="node1" presStyleIdx="4" presStyleCnt="14">
        <dgm:presLayoutVars>
          <dgm:bulletEnabled val="1"/>
        </dgm:presLayoutVars>
      </dgm:prSet>
      <dgm:spPr/>
    </dgm:pt>
    <dgm:pt modelId="{07BC1013-AB3E-4AD1-A80D-316EB4E43AD0}" type="pres">
      <dgm:prSet presAssocID="{0F4C59AC-A3ED-4D3E-BA3D-E247A7CF44DC}" presName="sibTrans" presStyleLbl="sibTrans1D1" presStyleIdx="4" presStyleCnt="13"/>
      <dgm:spPr/>
    </dgm:pt>
    <dgm:pt modelId="{36EA9B78-EED0-4B8D-A5C6-D29CFD04744B}" type="pres">
      <dgm:prSet presAssocID="{0F4C59AC-A3ED-4D3E-BA3D-E247A7CF44DC}" presName="connectorText" presStyleLbl="sibTrans1D1" presStyleIdx="4" presStyleCnt="13"/>
      <dgm:spPr/>
    </dgm:pt>
    <dgm:pt modelId="{DC60F794-8DAF-42CA-A2D8-39736FB5665A}" type="pres">
      <dgm:prSet presAssocID="{9912EB30-71F5-4BEA-9134-1AD8B4DFBF20}" presName="node" presStyleLbl="node1" presStyleIdx="5" presStyleCnt="14">
        <dgm:presLayoutVars>
          <dgm:bulletEnabled val="1"/>
        </dgm:presLayoutVars>
      </dgm:prSet>
      <dgm:spPr/>
    </dgm:pt>
    <dgm:pt modelId="{C94DB49F-87F9-4772-A707-27B49E999878}" type="pres">
      <dgm:prSet presAssocID="{3DEE546A-A8B7-49BF-871B-4337654B9E9E}" presName="sibTrans" presStyleLbl="sibTrans1D1" presStyleIdx="5" presStyleCnt="13"/>
      <dgm:spPr/>
    </dgm:pt>
    <dgm:pt modelId="{70D19D99-A24B-4DA0-8064-BBD99EC15E34}" type="pres">
      <dgm:prSet presAssocID="{3DEE546A-A8B7-49BF-871B-4337654B9E9E}" presName="connectorText" presStyleLbl="sibTrans1D1" presStyleIdx="5" presStyleCnt="13"/>
      <dgm:spPr/>
    </dgm:pt>
    <dgm:pt modelId="{F25528D6-0920-4595-BD6D-E9AC5A2DC099}" type="pres">
      <dgm:prSet presAssocID="{CB7181D6-08E8-4023-B230-8B13731F34D8}" presName="node" presStyleLbl="node1" presStyleIdx="6" presStyleCnt="14">
        <dgm:presLayoutVars>
          <dgm:bulletEnabled val="1"/>
        </dgm:presLayoutVars>
      </dgm:prSet>
      <dgm:spPr/>
    </dgm:pt>
    <dgm:pt modelId="{ED9D485B-FB23-40F2-A2FE-FF774916C21C}" type="pres">
      <dgm:prSet presAssocID="{F8145B50-FD72-40A0-855D-E5721794443A}" presName="sibTrans" presStyleLbl="sibTrans1D1" presStyleIdx="6" presStyleCnt="13"/>
      <dgm:spPr/>
    </dgm:pt>
    <dgm:pt modelId="{512400C1-AD3D-42B5-B3F1-630BB5291CB2}" type="pres">
      <dgm:prSet presAssocID="{F8145B50-FD72-40A0-855D-E5721794443A}" presName="connectorText" presStyleLbl="sibTrans1D1" presStyleIdx="6" presStyleCnt="13"/>
      <dgm:spPr/>
    </dgm:pt>
    <dgm:pt modelId="{435A8694-BFD8-4FA3-A7FA-7B7B7B47A3E3}" type="pres">
      <dgm:prSet presAssocID="{85A7299A-7162-43E5-A548-D1062B89178B}" presName="node" presStyleLbl="node1" presStyleIdx="7" presStyleCnt="14">
        <dgm:presLayoutVars>
          <dgm:bulletEnabled val="1"/>
        </dgm:presLayoutVars>
      </dgm:prSet>
      <dgm:spPr/>
    </dgm:pt>
    <dgm:pt modelId="{21208BD1-07A3-4CCE-934B-61E9928E8C4B}" type="pres">
      <dgm:prSet presAssocID="{1D4703FC-D663-4EF9-A80E-92F6C0363B07}" presName="sibTrans" presStyleLbl="sibTrans1D1" presStyleIdx="7" presStyleCnt="13"/>
      <dgm:spPr/>
    </dgm:pt>
    <dgm:pt modelId="{158EA73A-5C12-4B18-A282-871750081088}" type="pres">
      <dgm:prSet presAssocID="{1D4703FC-D663-4EF9-A80E-92F6C0363B07}" presName="connectorText" presStyleLbl="sibTrans1D1" presStyleIdx="7" presStyleCnt="13"/>
      <dgm:spPr/>
    </dgm:pt>
    <dgm:pt modelId="{D0CC47D2-0E00-4380-BC2F-8A2889E0CE4B}" type="pres">
      <dgm:prSet presAssocID="{9540D2DF-4729-4DFB-BB18-0F70BB875AC9}" presName="node" presStyleLbl="node1" presStyleIdx="8" presStyleCnt="14">
        <dgm:presLayoutVars>
          <dgm:bulletEnabled val="1"/>
        </dgm:presLayoutVars>
      </dgm:prSet>
      <dgm:spPr/>
    </dgm:pt>
    <dgm:pt modelId="{0487AA60-2E42-46E1-AFBF-C8B54CC4D81C}" type="pres">
      <dgm:prSet presAssocID="{78A8714A-812E-4D3B-A547-B15740EBA905}" presName="sibTrans" presStyleLbl="sibTrans1D1" presStyleIdx="8" presStyleCnt="13"/>
      <dgm:spPr/>
    </dgm:pt>
    <dgm:pt modelId="{1B6D35D0-719B-42AD-ADD6-3EC17185899F}" type="pres">
      <dgm:prSet presAssocID="{78A8714A-812E-4D3B-A547-B15740EBA905}" presName="connectorText" presStyleLbl="sibTrans1D1" presStyleIdx="8" presStyleCnt="13"/>
      <dgm:spPr/>
    </dgm:pt>
    <dgm:pt modelId="{1CAAFB77-6FF8-4825-8C32-86839468DD96}" type="pres">
      <dgm:prSet presAssocID="{33E05AEE-98D0-4D07-B4DA-BB8CD8C65BB2}" presName="node" presStyleLbl="node1" presStyleIdx="9" presStyleCnt="14">
        <dgm:presLayoutVars>
          <dgm:bulletEnabled val="1"/>
        </dgm:presLayoutVars>
      </dgm:prSet>
      <dgm:spPr/>
    </dgm:pt>
    <dgm:pt modelId="{A5195798-CBCA-4E1A-A11D-F569C3710E5B}" type="pres">
      <dgm:prSet presAssocID="{A55EB037-EA51-40D5-8D2F-BA70B13E4B64}" presName="sibTrans" presStyleLbl="sibTrans1D1" presStyleIdx="9" presStyleCnt="13"/>
      <dgm:spPr/>
    </dgm:pt>
    <dgm:pt modelId="{E208B8EB-DAF1-4656-B8FB-5434B909755B}" type="pres">
      <dgm:prSet presAssocID="{A55EB037-EA51-40D5-8D2F-BA70B13E4B64}" presName="connectorText" presStyleLbl="sibTrans1D1" presStyleIdx="9" presStyleCnt="13"/>
      <dgm:spPr/>
    </dgm:pt>
    <dgm:pt modelId="{EB4832D4-5C46-4B19-B6DC-54951A353F3A}" type="pres">
      <dgm:prSet presAssocID="{D347A68E-9D05-4157-BFCC-57CC93AD0C7D}" presName="node" presStyleLbl="node1" presStyleIdx="10" presStyleCnt="14">
        <dgm:presLayoutVars>
          <dgm:bulletEnabled val="1"/>
        </dgm:presLayoutVars>
      </dgm:prSet>
      <dgm:spPr/>
    </dgm:pt>
    <dgm:pt modelId="{46F920CC-3D23-46E8-A7E3-F5F3564C46CE}" type="pres">
      <dgm:prSet presAssocID="{41D45126-54A8-4332-8CED-B4BB65691B62}" presName="sibTrans" presStyleLbl="sibTrans1D1" presStyleIdx="10" presStyleCnt="13"/>
      <dgm:spPr/>
    </dgm:pt>
    <dgm:pt modelId="{0C2B3F5C-9B2E-481C-A306-7EF8566C5C98}" type="pres">
      <dgm:prSet presAssocID="{41D45126-54A8-4332-8CED-B4BB65691B62}" presName="connectorText" presStyleLbl="sibTrans1D1" presStyleIdx="10" presStyleCnt="13"/>
      <dgm:spPr/>
    </dgm:pt>
    <dgm:pt modelId="{51EEF444-3744-4C0D-BBD6-ACDEB68E144B}" type="pres">
      <dgm:prSet presAssocID="{3597CB7B-5F63-49C3-818B-158E263FC684}" presName="node" presStyleLbl="node1" presStyleIdx="11" presStyleCnt="14">
        <dgm:presLayoutVars>
          <dgm:bulletEnabled val="1"/>
        </dgm:presLayoutVars>
      </dgm:prSet>
      <dgm:spPr/>
    </dgm:pt>
    <dgm:pt modelId="{D5BAAE3E-52FD-4549-B4F3-FAF7D83C42C0}" type="pres">
      <dgm:prSet presAssocID="{FF7226FF-C348-471E-B063-9688D948A655}" presName="sibTrans" presStyleLbl="sibTrans1D1" presStyleIdx="11" presStyleCnt="13"/>
      <dgm:spPr/>
    </dgm:pt>
    <dgm:pt modelId="{59970550-F1DD-4205-81DD-DDC9C9523AA7}" type="pres">
      <dgm:prSet presAssocID="{FF7226FF-C348-471E-B063-9688D948A655}" presName="connectorText" presStyleLbl="sibTrans1D1" presStyleIdx="11" presStyleCnt="13"/>
      <dgm:spPr/>
    </dgm:pt>
    <dgm:pt modelId="{46848791-84B2-47DE-8C23-4883151726B2}" type="pres">
      <dgm:prSet presAssocID="{F8764C3F-9703-4CC7-BA41-8E873EF213A1}" presName="node" presStyleLbl="node1" presStyleIdx="12" presStyleCnt="14">
        <dgm:presLayoutVars>
          <dgm:bulletEnabled val="1"/>
        </dgm:presLayoutVars>
      </dgm:prSet>
      <dgm:spPr/>
    </dgm:pt>
    <dgm:pt modelId="{64C56316-4D0A-483D-8E68-E6DD1ED84117}" type="pres">
      <dgm:prSet presAssocID="{5FA73EB9-CCC3-4C5E-AAB2-AF5AA96CEFF5}" presName="sibTrans" presStyleLbl="sibTrans1D1" presStyleIdx="12" presStyleCnt="13"/>
      <dgm:spPr/>
    </dgm:pt>
    <dgm:pt modelId="{D8ABCA48-37ED-451A-AE74-3F72069B7FD2}" type="pres">
      <dgm:prSet presAssocID="{5FA73EB9-CCC3-4C5E-AAB2-AF5AA96CEFF5}" presName="connectorText" presStyleLbl="sibTrans1D1" presStyleIdx="12" presStyleCnt="13"/>
      <dgm:spPr/>
    </dgm:pt>
    <dgm:pt modelId="{76BF1406-0D34-47DA-A106-37CAFB3DD125}" type="pres">
      <dgm:prSet presAssocID="{8EA382E9-5087-474E-B1E4-F58A35443ABE}" presName="node" presStyleLbl="node1" presStyleIdx="13" presStyleCnt="14">
        <dgm:presLayoutVars>
          <dgm:bulletEnabled val="1"/>
        </dgm:presLayoutVars>
      </dgm:prSet>
      <dgm:spPr/>
    </dgm:pt>
  </dgm:ptLst>
  <dgm:cxnLst>
    <dgm:cxn modelId="{404AC80E-F0E5-4F00-9CFD-2FDCCEA5B62A}" type="presOf" srcId="{78A8714A-812E-4D3B-A547-B15740EBA905}" destId="{1B6D35D0-719B-42AD-ADD6-3EC17185899F}" srcOrd="1" destOrd="0" presId="urn:microsoft.com/office/officeart/2016/7/layout/RepeatingBendingProcessNew"/>
    <dgm:cxn modelId="{29EB1320-401F-4251-B6BE-42A29BD5A5BE}" type="presOf" srcId="{35668303-1D74-4636-9B28-400C72E87F5A}" destId="{1D95217F-1F1C-41F6-A23C-02C8883FB502}" srcOrd="1" destOrd="0" presId="urn:microsoft.com/office/officeart/2016/7/layout/RepeatingBendingProcessNew"/>
    <dgm:cxn modelId="{9DA4B522-AE97-447C-AD12-02FF50416F85}" type="presOf" srcId="{9540D2DF-4729-4DFB-BB18-0F70BB875AC9}" destId="{D0CC47D2-0E00-4380-BC2F-8A2889E0CE4B}" srcOrd="0" destOrd="0" presId="urn:microsoft.com/office/officeart/2016/7/layout/RepeatingBendingProcessNew"/>
    <dgm:cxn modelId="{5ADFBF2B-0FF4-4E65-AE6E-B4F1927B8733}" type="presOf" srcId="{78A8714A-812E-4D3B-A547-B15740EBA905}" destId="{0487AA60-2E42-46E1-AFBF-C8B54CC4D81C}" srcOrd="0" destOrd="0" presId="urn:microsoft.com/office/officeart/2016/7/layout/RepeatingBendingProcessNew"/>
    <dgm:cxn modelId="{26C7392F-538F-44A4-95AA-E380B18626D5}" srcId="{0CDA54B0-B6CA-42AB-9F68-AE25B485F9C3}" destId="{33E05AEE-98D0-4D07-B4DA-BB8CD8C65BB2}" srcOrd="9" destOrd="0" parTransId="{BE51C4D3-7E82-434E-A9A2-630B24F8D7E1}" sibTransId="{A55EB037-EA51-40D5-8D2F-BA70B13E4B64}"/>
    <dgm:cxn modelId="{A3A53F38-E32A-4DB0-B5EA-FEC85F9B0AC6}" type="presOf" srcId="{85A7299A-7162-43E5-A548-D1062B89178B}" destId="{435A8694-BFD8-4FA3-A7FA-7B7B7B47A3E3}" srcOrd="0" destOrd="0" presId="urn:microsoft.com/office/officeart/2016/7/layout/RepeatingBendingProcessNew"/>
    <dgm:cxn modelId="{93A02E3E-A4AA-4CE0-B317-C1D8E6EA8610}" type="presOf" srcId="{D347A68E-9D05-4157-BFCC-57CC93AD0C7D}" destId="{EB4832D4-5C46-4B19-B6DC-54951A353F3A}" srcOrd="0" destOrd="0" presId="urn:microsoft.com/office/officeart/2016/7/layout/RepeatingBendingProcessNew"/>
    <dgm:cxn modelId="{955E9D3E-BB83-4852-A956-050305B66F6E}" type="presOf" srcId="{F2F374A2-61E2-4650-B1EB-9B7C0A043FB9}" destId="{AF68EF1C-7D9D-407D-A0C1-DD04FA5C02D4}" srcOrd="0" destOrd="0" presId="urn:microsoft.com/office/officeart/2016/7/layout/RepeatingBendingProcessNew"/>
    <dgm:cxn modelId="{28D2DD3F-012D-406A-8655-1428241E9E5D}" srcId="{0CDA54B0-B6CA-42AB-9F68-AE25B485F9C3}" destId="{F8764C3F-9703-4CC7-BA41-8E873EF213A1}" srcOrd="12" destOrd="0" parTransId="{ABCB00E9-3447-40F2-A37E-4CAC0E7C662A}" sibTransId="{5FA73EB9-CCC3-4C5E-AAB2-AF5AA96CEFF5}"/>
    <dgm:cxn modelId="{FA3C0A41-06A3-4CE7-9D23-8EFE72DD90AB}" type="presOf" srcId="{9912EB30-71F5-4BEA-9134-1AD8B4DFBF20}" destId="{DC60F794-8DAF-42CA-A2D8-39736FB5665A}" srcOrd="0" destOrd="0" presId="urn:microsoft.com/office/officeart/2016/7/layout/RepeatingBendingProcessNew"/>
    <dgm:cxn modelId="{8C006A41-D148-46BA-B9F0-EB90AD3A9A4E}" type="presOf" srcId="{423A457F-C1D8-4F1C-B8C1-2C92C639EE6C}" destId="{C1CEB439-F343-41B9-BE26-701F25431824}" srcOrd="1" destOrd="0" presId="urn:microsoft.com/office/officeart/2016/7/layout/RepeatingBendingProcessNew"/>
    <dgm:cxn modelId="{105E2B42-0EF4-4067-9332-AA36BA799763}" type="presOf" srcId="{3DEE546A-A8B7-49BF-871B-4337654B9E9E}" destId="{C94DB49F-87F9-4772-A707-27B49E999878}" srcOrd="0" destOrd="0" presId="urn:microsoft.com/office/officeart/2016/7/layout/RepeatingBendingProcessNew"/>
    <dgm:cxn modelId="{C2A05949-2384-4D67-9E12-E630A56A9D2A}" srcId="{0CDA54B0-B6CA-42AB-9F68-AE25B485F9C3}" destId="{D347A68E-9D05-4157-BFCC-57CC93AD0C7D}" srcOrd="10" destOrd="0" parTransId="{565F1D94-52EB-4375-9047-635B5F092720}" sibTransId="{41D45126-54A8-4332-8CED-B4BB65691B62}"/>
    <dgm:cxn modelId="{D74BC750-8EC7-46E1-9811-F5DBFE5B4EDB}" type="presOf" srcId="{CB7181D6-08E8-4023-B230-8B13731F34D8}" destId="{F25528D6-0920-4595-BD6D-E9AC5A2DC099}" srcOrd="0" destOrd="0" presId="urn:microsoft.com/office/officeart/2016/7/layout/RepeatingBendingProcessNew"/>
    <dgm:cxn modelId="{BA436352-DF76-4459-907F-3A8BD211A1A6}" type="presOf" srcId="{F8145B50-FD72-40A0-855D-E5721794443A}" destId="{512400C1-AD3D-42B5-B3F1-630BB5291CB2}" srcOrd="1" destOrd="0" presId="urn:microsoft.com/office/officeart/2016/7/layout/RepeatingBendingProcessNew"/>
    <dgm:cxn modelId="{8BF4A052-7BC3-4FD2-BA60-ED26F4566EC7}" type="presOf" srcId="{41D45126-54A8-4332-8CED-B4BB65691B62}" destId="{0C2B3F5C-9B2E-481C-A306-7EF8566C5C98}" srcOrd="1" destOrd="0" presId="urn:microsoft.com/office/officeart/2016/7/layout/RepeatingBendingProcessNew"/>
    <dgm:cxn modelId="{796DE452-4D5D-4DE8-8B42-C21A2D97214A}" type="presOf" srcId="{0CDA54B0-B6CA-42AB-9F68-AE25B485F9C3}" destId="{D1F883A5-BC0E-46EE-B4E3-33DE98DC0362}" srcOrd="0" destOrd="0" presId="urn:microsoft.com/office/officeart/2016/7/layout/RepeatingBendingProcessNew"/>
    <dgm:cxn modelId="{DBC36954-D604-4DC4-864C-8BAD0922312F}" srcId="{0CDA54B0-B6CA-42AB-9F68-AE25B485F9C3}" destId="{1B1E6600-DF77-4F50-A868-ED3DC6D3C846}" srcOrd="2" destOrd="0" parTransId="{D19334CD-EB0A-4087-BFA9-21F031E3B711}" sibTransId="{35668303-1D74-4636-9B28-400C72E87F5A}"/>
    <dgm:cxn modelId="{41B4BC55-D3EE-45C1-9920-1907064790BD}" srcId="{0CDA54B0-B6CA-42AB-9F68-AE25B485F9C3}" destId="{9540D2DF-4729-4DFB-BB18-0F70BB875AC9}" srcOrd="8" destOrd="0" parTransId="{9A824389-13F7-4B91-BF9B-F78FF11133E3}" sibTransId="{78A8714A-812E-4D3B-A547-B15740EBA905}"/>
    <dgm:cxn modelId="{D6745857-57BB-47AF-8DE3-3856264B625E}" type="presOf" srcId="{41D45126-54A8-4332-8CED-B4BB65691B62}" destId="{46F920CC-3D23-46E8-A7E3-F5F3564C46CE}" srcOrd="0" destOrd="0" presId="urn:microsoft.com/office/officeart/2016/7/layout/RepeatingBendingProcessNew"/>
    <dgm:cxn modelId="{8AE12063-3E7A-4BA7-B233-0E7AEC64F948}" type="presOf" srcId="{30CB2A05-9EC7-417B-9D70-CA95C99F4678}" destId="{8F0DBE2E-9AC1-4584-9D28-BFE40EFDB791}" srcOrd="0" destOrd="0" presId="urn:microsoft.com/office/officeart/2016/7/layout/RepeatingBendingProcessNew"/>
    <dgm:cxn modelId="{C04A7D65-92BB-4EB9-B26D-95FB58D1846D}" type="presOf" srcId="{5FA73EB9-CCC3-4C5E-AAB2-AF5AA96CEFF5}" destId="{D8ABCA48-37ED-451A-AE74-3F72069B7FD2}" srcOrd="1" destOrd="0" presId="urn:microsoft.com/office/officeart/2016/7/layout/RepeatingBendingProcessNew"/>
    <dgm:cxn modelId="{A0FCED6B-E642-4C02-8DB8-C5413F9FD9D1}" type="presOf" srcId="{3597CB7B-5F63-49C3-818B-158E263FC684}" destId="{51EEF444-3744-4C0D-BBD6-ACDEB68E144B}" srcOrd="0" destOrd="0" presId="urn:microsoft.com/office/officeart/2016/7/layout/RepeatingBendingProcessNew"/>
    <dgm:cxn modelId="{0932E86C-347E-4AF5-AAC6-8A67EFF9E446}" type="presOf" srcId="{8EA382E9-5087-474E-B1E4-F58A35443ABE}" destId="{76BF1406-0D34-47DA-A106-37CAFB3DD125}" srcOrd="0" destOrd="0" presId="urn:microsoft.com/office/officeart/2016/7/layout/RepeatingBendingProcessNew"/>
    <dgm:cxn modelId="{4B5E657A-B67F-4872-8645-77078D855464}" type="presOf" srcId="{FF7226FF-C348-471E-B063-9688D948A655}" destId="{D5BAAE3E-52FD-4549-B4F3-FAF7D83C42C0}" srcOrd="0" destOrd="0" presId="urn:microsoft.com/office/officeart/2016/7/layout/RepeatingBendingProcessNew"/>
    <dgm:cxn modelId="{AFE2DF7A-0441-4F8C-A47E-D6572C819FC3}" type="presOf" srcId="{1B1E6600-DF77-4F50-A868-ED3DC6D3C846}" destId="{64E00C60-7DB9-42FF-BFDF-C5A578377E43}" srcOrd="0" destOrd="0" presId="urn:microsoft.com/office/officeart/2016/7/layout/RepeatingBendingProcessNew"/>
    <dgm:cxn modelId="{D91BBA7B-9152-4E22-8924-BF73BA23D0EE}" srcId="{0CDA54B0-B6CA-42AB-9F68-AE25B485F9C3}" destId="{AFEFB673-03F7-4EE9-8720-4569026087A5}" srcOrd="0" destOrd="0" parTransId="{11B752B9-2C8E-48DF-9834-833EB40C4F51}" sibTransId="{50F441E1-6A7A-4693-A171-6B98761E91E7}"/>
    <dgm:cxn modelId="{F3E64F81-2214-4165-A485-317E42F7D054}" type="presOf" srcId="{156636E1-702B-4536-8208-9693298689C3}" destId="{D3E269A7-D47E-4E4E-ADC1-ECD07051653D}" srcOrd="0" destOrd="0" presId="urn:microsoft.com/office/officeart/2016/7/layout/RepeatingBendingProcessNew"/>
    <dgm:cxn modelId="{47C1D386-A513-4A0B-BFDC-571DE7A87982}" type="presOf" srcId="{0F4C59AC-A3ED-4D3E-BA3D-E247A7CF44DC}" destId="{07BC1013-AB3E-4AD1-A80D-316EB4E43AD0}" srcOrd="0" destOrd="0" presId="urn:microsoft.com/office/officeart/2016/7/layout/RepeatingBendingProcessNew"/>
    <dgm:cxn modelId="{1139518F-2BE3-4CE7-AFBC-8111E435E50E}" type="presOf" srcId="{33E05AEE-98D0-4D07-B4DA-BB8CD8C65BB2}" destId="{1CAAFB77-6FF8-4825-8C32-86839468DD96}" srcOrd="0" destOrd="0" presId="urn:microsoft.com/office/officeart/2016/7/layout/RepeatingBendingProcessNew"/>
    <dgm:cxn modelId="{04B60293-7228-4A1A-ABF8-57FE47DB21D2}" type="presOf" srcId="{1D4703FC-D663-4EF9-A80E-92F6C0363B07}" destId="{21208BD1-07A3-4CCE-934B-61E9928E8C4B}" srcOrd="0" destOrd="0" presId="urn:microsoft.com/office/officeart/2016/7/layout/RepeatingBendingProcessNew"/>
    <dgm:cxn modelId="{5070A99D-3FBA-4F32-A82C-3D375230F6DE}" srcId="{0CDA54B0-B6CA-42AB-9F68-AE25B485F9C3}" destId="{85A7299A-7162-43E5-A548-D1062B89178B}" srcOrd="7" destOrd="0" parTransId="{9781234D-9C24-45B3-A406-DA2C9F6A2418}" sibTransId="{1D4703FC-D663-4EF9-A80E-92F6C0363B07}"/>
    <dgm:cxn modelId="{18F7E5A3-8705-4CE5-A267-FA79790D1D12}" srcId="{0CDA54B0-B6CA-42AB-9F68-AE25B485F9C3}" destId="{CB7181D6-08E8-4023-B230-8B13731F34D8}" srcOrd="6" destOrd="0" parTransId="{556359C9-DBE1-406D-BD09-E6C1ED492367}" sibTransId="{F8145B50-FD72-40A0-855D-E5721794443A}"/>
    <dgm:cxn modelId="{1B7FA9A5-3ED5-4B74-960B-49921FCBE0F9}" srcId="{0CDA54B0-B6CA-42AB-9F68-AE25B485F9C3}" destId="{30CB2A05-9EC7-417B-9D70-CA95C99F4678}" srcOrd="1" destOrd="0" parTransId="{4C2B37F4-D98E-4660-B87C-A890E7751B9E}" sibTransId="{156636E1-702B-4536-8208-9693298689C3}"/>
    <dgm:cxn modelId="{D00E6AB2-726B-4920-A344-6A1BBC8C3F18}" type="presOf" srcId="{FF7226FF-C348-471E-B063-9688D948A655}" destId="{59970550-F1DD-4205-81DD-DDC9C9523AA7}" srcOrd="1" destOrd="0" presId="urn:microsoft.com/office/officeart/2016/7/layout/RepeatingBendingProcessNew"/>
    <dgm:cxn modelId="{EA6C39B5-2660-454E-A759-23010DA5C657}" type="presOf" srcId="{0F4C59AC-A3ED-4D3E-BA3D-E247A7CF44DC}" destId="{36EA9B78-EED0-4B8D-A5C6-D29CFD04744B}" srcOrd="1" destOrd="0" presId="urn:microsoft.com/office/officeart/2016/7/layout/RepeatingBendingProcessNew"/>
    <dgm:cxn modelId="{9B8E3EBB-9F41-4E67-B7E6-2645B572D867}" type="presOf" srcId="{5FA73EB9-CCC3-4C5E-AAB2-AF5AA96CEFF5}" destId="{64C56316-4D0A-483D-8E68-E6DD1ED84117}" srcOrd="0" destOrd="0" presId="urn:microsoft.com/office/officeart/2016/7/layout/RepeatingBendingProcessNew"/>
    <dgm:cxn modelId="{D8FD48C2-1C14-4FD8-92D3-F6E74C64A7EB}" srcId="{0CDA54B0-B6CA-42AB-9F68-AE25B485F9C3}" destId="{1A82B93A-FD80-44D7-AFFE-8FCED957A878}" srcOrd="3" destOrd="0" parTransId="{CDD0247B-E6DF-4F93-BEB9-86630CBF9ED5}" sibTransId="{423A457F-C1D8-4F1C-B8C1-2C92C639EE6C}"/>
    <dgm:cxn modelId="{B8DF16C4-1192-4352-B22B-4A6FB2895B2E}" srcId="{0CDA54B0-B6CA-42AB-9F68-AE25B485F9C3}" destId="{3597CB7B-5F63-49C3-818B-158E263FC684}" srcOrd="11" destOrd="0" parTransId="{891300FD-0753-4A01-B831-4150432B596C}" sibTransId="{FF7226FF-C348-471E-B063-9688D948A655}"/>
    <dgm:cxn modelId="{8590D3CC-E95C-4521-B467-16B5DFE41233}" type="presOf" srcId="{3DEE546A-A8B7-49BF-871B-4337654B9E9E}" destId="{70D19D99-A24B-4DA0-8064-BBD99EC15E34}" srcOrd="1" destOrd="0" presId="urn:microsoft.com/office/officeart/2016/7/layout/RepeatingBendingProcessNew"/>
    <dgm:cxn modelId="{97AD33CD-401C-4BC7-A818-E4EEAE236164}" type="presOf" srcId="{AFEFB673-03F7-4EE9-8720-4569026087A5}" destId="{D5F92EE1-652D-493D-88AC-6C1AE738B148}" srcOrd="0" destOrd="0" presId="urn:microsoft.com/office/officeart/2016/7/layout/RepeatingBendingProcessNew"/>
    <dgm:cxn modelId="{335468CE-0B51-4518-A42D-48CD3DE76E58}" type="presOf" srcId="{A55EB037-EA51-40D5-8D2F-BA70B13E4B64}" destId="{E208B8EB-DAF1-4656-B8FB-5434B909755B}" srcOrd="1" destOrd="0" presId="urn:microsoft.com/office/officeart/2016/7/layout/RepeatingBendingProcessNew"/>
    <dgm:cxn modelId="{6545D5CE-85A1-497F-9D82-CF57197F411A}" type="presOf" srcId="{423A457F-C1D8-4F1C-B8C1-2C92C639EE6C}" destId="{F0A0905D-A567-4B5B-9907-5A8F03329B28}" srcOrd="0" destOrd="0" presId="urn:microsoft.com/office/officeart/2016/7/layout/RepeatingBendingProcessNew"/>
    <dgm:cxn modelId="{430E5FD9-7D4C-473C-A5DE-DCC29CE6E632}" type="presOf" srcId="{50F441E1-6A7A-4693-A171-6B98761E91E7}" destId="{A4E69DC7-7AF9-4494-BE93-41E1C80869D0}" srcOrd="0" destOrd="0" presId="urn:microsoft.com/office/officeart/2016/7/layout/RepeatingBendingProcessNew"/>
    <dgm:cxn modelId="{34875EDC-5E1B-4190-9C8D-2EF9DAA31CE4}" srcId="{0CDA54B0-B6CA-42AB-9F68-AE25B485F9C3}" destId="{F2F374A2-61E2-4650-B1EB-9B7C0A043FB9}" srcOrd="4" destOrd="0" parTransId="{99F25A98-FF67-4860-9BEE-5416D92EE44B}" sibTransId="{0F4C59AC-A3ED-4D3E-BA3D-E247A7CF44DC}"/>
    <dgm:cxn modelId="{16DBA7DF-F413-4A78-806F-3132DD1982D9}" type="presOf" srcId="{A55EB037-EA51-40D5-8D2F-BA70B13E4B64}" destId="{A5195798-CBCA-4E1A-A11D-F569C3710E5B}" srcOrd="0" destOrd="0" presId="urn:microsoft.com/office/officeart/2016/7/layout/RepeatingBendingProcessNew"/>
    <dgm:cxn modelId="{9460F6E8-7C09-4589-9057-69ADE1485EA3}" type="presOf" srcId="{156636E1-702B-4536-8208-9693298689C3}" destId="{0D129B61-781E-41A6-A31D-1CE017D8D744}" srcOrd="1" destOrd="0" presId="urn:microsoft.com/office/officeart/2016/7/layout/RepeatingBendingProcessNew"/>
    <dgm:cxn modelId="{E39A23E9-0B29-460B-8000-93ACCF1941FD}" type="presOf" srcId="{1A82B93A-FD80-44D7-AFFE-8FCED957A878}" destId="{9206D8A4-ACF8-4170-94D4-75CF90046FCF}" srcOrd="0" destOrd="0" presId="urn:microsoft.com/office/officeart/2016/7/layout/RepeatingBendingProcessNew"/>
    <dgm:cxn modelId="{94A9BBEC-6571-4BFA-8416-D350C263A128}" type="presOf" srcId="{F8764C3F-9703-4CC7-BA41-8E873EF213A1}" destId="{46848791-84B2-47DE-8C23-4883151726B2}" srcOrd="0" destOrd="0" presId="urn:microsoft.com/office/officeart/2016/7/layout/RepeatingBendingProcessNew"/>
    <dgm:cxn modelId="{B5D9A8EE-F6C5-4B90-9F4F-DE0621F9EF16}" type="presOf" srcId="{1D4703FC-D663-4EF9-A80E-92F6C0363B07}" destId="{158EA73A-5C12-4B18-A282-871750081088}" srcOrd="1" destOrd="0" presId="urn:microsoft.com/office/officeart/2016/7/layout/RepeatingBendingProcessNew"/>
    <dgm:cxn modelId="{05A92CF4-7303-4693-AB06-CBE044C708E1}" type="presOf" srcId="{35668303-1D74-4636-9B28-400C72E87F5A}" destId="{AA1B4FBF-A22F-4675-B62B-9D4594E7A083}" srcOrd="0" destOrd="0" presId="urn:microsoft.com/office/officeart/2016/7/layout/RepeatingBendingProcessNew"/>
    <dgm:cxn modelId="{9B195FF7-98BD-4C36-95C5-8C01AE57313F}" srcId="{0CDA54B0-B6CA-42AB-9F68-AE25B485F9C3}" destId="{8EA382E9-5087-474E-B1E4-F58A35443ABE}" srcOrd="13" destOrd="0" parTransId="{99E064F3-081C-474C-A1BB-865253565ADD}" sibTransId="{580B44D5-34FE-4304-B52E-6A6EFEC16798}"/>
    <dgm:cxn modelId="{985FDBF7-63A3-4C71-9291-A84E218A3D3A}" type="presOf" srcId="{F8145B50-FD72-40A0-855D-E5721794443A}" destId="{ED9D485B-FB23-40F2-A2FE-FF774916C21C}" srcOrd="0" destOrd="0" presId="urn:microsoft.com/office/officeart/2016/7/layout/RepeatingBendingProcessNew"/>
    <dgm:cxn modelId="{EBC82CF8-7B31-4698-B176-C8345FCC986B}" type="presOf" srcId="{50F441E1-6A7A-4693-A171-6B98761E91E7}" destId="{AA0A2E21-AC8C-41A0-AE49-F61ABEB8914E}" srcOrd="1" destOrd="0" presId="urn:microsoft.com/office/officeart/2016/7/layout/RepeatingBendingProcessNew"/>
    <dgm:cxn modelId="{0ECDC4FD-2043-446F-881B-4BA8B2C4EA5E}" srcId="{0CDA54B0-B6CA-42AB-9F68-AE25B485F9C3}" destId="{9912EB30-71F5-4BEA-9134-1AD8B4DFBF20}" srcOrd="5" destOrd="0" parTransId="{69672C2C-F1B1-41EC-9B0B-67C6D2096B43}" sibTransId="{3DEE546A-A8B7-49BF-871B-4337654B9E9E}"/>
    <dgm:cxn modelId="{A05EBD58-6D53-4269-9082-DFFBE0EEC9BE}" type="presParOf" srcId="{D1F883A5-BC0E-46EE-B4E3-33DE98DC0362}" destId="{D5F92EE1-652D-493D-88AC-6C1AE738B148}" srcOrd="0" destOrd="0" presId="urn:microsoft.com/office/officeart/2016/7/layout/RepeatingBendingProcessNew"/>
    <dgm:cxn modelId="{45057B7F-EA15-440D-A288-4E83F1BD5F76}" type="presParOf" srcId="{D1F883A5-BC0E-46EE-B4E3-33DE98DC0362}" destId="{A4E69DC7-7AF9-4494-BE93-41E1C80869D0}" srcOrd="1" destOrd="0" presId="urn:microsoft.com/office/officeart/2016/7/layout/RepeatingBendingProcessNew"/>
    <dgm:cxn modelId="{9CF0D2FC-6348-42A7-A11F-9BFA966A3072}" type="presParOf" srcId="{A4E69DC7-7AF9-4494-BE93-41E1C80869D0}" destId="{AA0A2E21-AC8C-41A0-AE49-F61ABEB8914E}" srcOrd="0" destOrd="0" presId="urn:microsoft.com/office/officeart/2016/7/layout/RepeatingBendingProcessNew"/>
    <dgm:cxn modelId="{99142C33-260E-4387-9B06-48D7A27BEE9C}" type="presParOf" srcId="{D1F883A5-BC0E-46EE-B4E3-33DE98DC0362}" destId="{8F0DBE2E-9AC1-4584-9D28-BFE40EFDB791}" srcOrd="2" destOrd="0" presId="urn:microsoft.com/office/officeart/2016/7/layout/RepeatingBendingProcessNew"/>
    <dgm:cxn modelId="{AADC0E97-22DF-4ED7-AED5-D63D6FE4354F}" type="presParOf" srcId="{D1F883A5-BC0E-46EE-B4E3-33DE98DC0362}" destId="{D3E269A7-D47E-4E4E-ADC1-ECD07051653D}" srcOrd="3" destOrd="0" presId="urn:microsoft.com/office/officeart/2016/7/layout/RepeatingBendingProcessNew"/>
    <dgm:cxn modelId="{FFC98C72-28E7-4525-916A-6DE7CDAB52AB}" type="presParOf" srcId="{D3E269A7-D47E-4E4E-ADC1-ECD07051653D}" destId="{0D129B61-781E-41A6-A31D-1CE017D8D744}" srcOrd="0" destOrd="0" presId="urn:microsoft.com/office/officeart/2016/7/layout/RepeatingBendingProcessNew"/>
    <dgm:cxn modelId="{17F70E01-C72E-420B-98E2-30D7FA10D09D}" type="presParOf" srcId="{D1F883A5-BC0E-46EE-B4E3-33DE98DC0362}" destId="{64E00C60-7DB9-42FF-BFDF-C5A578377E43}" srcOrd="4" destOrd="0" presId="urn:microsoft.com/office/officeart/2016/7/layout/RepeatingBendingProcessNew"/>
    <dgm:cxn modelId="{9A37C744-D873-443A-B978-627102E850DE}" type="presParOf" srcId="{D1F883A5-BC0E-46EE-B4E3-33DE98DC0362}" destId="{AA1B4FBF-A22F-4675-B62B-9D4594E7A083}" srcOrd="5" destOrd="0" presId="urn:microsoft.com/office/officeart/2016/7/layout/RepeatingBendingProcessNew"/>
    <dgm:cxn modelId="{EFB9A0A6-C7BF-435E-898D-585CE94C40AF}" type="presParOf" srcId="{AA1B4FBF-A22F-4675-B62B-9D4594E7A083}" destId="{1D95217F-1F1C-41F6-A23C-02C8883FB502}" srcOrd="0" destOrd="0" presId="urn:microsoft.com/office/officeart/2016/7/layout/RepeatingBendingProcessNew"/>
    <dgm:cxn modelId="{4C990035-5F72-41FF-ACF2-61156E21981B}" type="presParOf" srcId="{D1F883A5-BC0E-46EE-B4E3-33DE98DC0362}" destId="{9206D8A4-ACF8-4170-94D4-75CF90046FCF}" srcOrd="6" destOrd="0" presId="urn:microsoft.com/office/officeart/2016/7/layout/RepeatingBendingProcessNew"/>
    <dgm:cxn modelId="{670492F6-EC04-492D-8F11-52CA68C4C180}" type="presParOf" srcId="{D1F883A5-BC0E-46EE-B4E3-33DE98DC0362}" destId="{F0A0905D-A567-4B5B-9907-5A8F03329B28}" srcOrd="7" destOrd="0" presId="urn:microsoft.com/office/officeart/2016/7/layout/RepeatingBendingProcessNew"/>
    <dgm:cxn modelId="{F1263E70-3F22-43B8-9D4F-B35A333789F4}" type="presParOf" srcId="{F0A0905D-A567-4B5B-9907-5A8F03329B28}" destId="{C1CEB439-F343-41B9-BE26-701F25431824}" srcOrd="0" destOrd="0" presId="urn:microsoft.com/office/officeart/2016/7/layout/RepeatingBendingProcessNew"/>
    <dgm:cxn modelId="{E0EB7815-E8B6-42D9-A886-7D4098F15A29}" type="presParOf" srcId="{D1F883A5-BC0E-46EE-B4E3-33DE98DC0362}" destId="{AF68EF1C-7D9D-407D-A0C1-DD04FA5C02D4}" srcOrd="8" destOrd="0" presId="urn:microsoft.com/office/officeart/2016/7/layout/RepeatingBendingProcessNew"/>
    <dgm:cxn modelId="{F740C3FB-6250-4598-B561-F164CB545E53}" type="presParOf" srcId="{D1F883A5-BC0E-46EE-B4E3-33DE98DC0362}" destId="{07BC1013-AB3E-4AD1-A80D-316EB4E43AD0}" srcOrd="9" destOrd="0" presId="urn:microsoft.com/office/officeart/2016/7/layout/RepeatingBendingProcessNew"/>
    <dgm:cxn modelId="{C23C2481-19AC-47BF-92D6-68CEBE150B9E}" type="presParOf" srcId="{07BC1013-AB3E-4AD1-A80D-316EB4E43AD0}" destId="{36EA9B78-EED0-4B8D-A5C6-D29CFD04744B}" srcOrd="0" destOrd="0" presId="urn:microsoft.com/office/officeart/2016/7/layout/RepeatingBendingProcessNew"/>
    <dgm:cxn modelId="{D8F0508B-CB2B-485A-8D6D-4945465AE3F8}" type="presParOf" srcId="{D1F883A5-BC0E-46EE-B4E3-33DE98DC0362}" destId="{DC60F794-8DAF-42CA-A2D8-39736FB5665A}" srcOrd="10" destOrd="0" presId="urn:microsoft.com/office/officeart/2016/7/layout/RepeatingBendingProcessNew"/>
    <dgm:cxn modelId="{BF2C510B-2F34-4B5E-90B0-714DECAB2A23}" type="presParOf" srcId="{D1F883A5-BC0E-46EE-B4E3-33DE98DC0362}" destId="{C94DB49F-87F9-4772-A707-27B49E999878}" srcOrd="11" destOrd="0" presId="urn:microsoft.com/office/officeart/2016/7/layout/RepeatingBendingProcessNew"/>
    <dgm:cxn modelId="{E02FABC5-D15F-4061-806E-1D7539063FE6}" type="presParOf" srcId="{C94DB49F-87F9-4772-A707-27B49E999878}" destId="{70D19D99-A24B-4DA0-8064-BBD99EC15E34}" srcOrd="0" destOrd="0" presId="urn:microsoft.com/office/officeart/2016/7/layout/RepeatingBendingProcessNew"/>
    <dgm:cxn modelId="{2D8A20E5-7C92-4E35-B65A-856974277A50}" type="presParOf" srcId="{D1F883A5-BC0E-46EE-B4E3-33DE98DC0362}" destId="{F25528D6-0920-4595-BD6D-E9AC5A2DC099}" srcOrd="12" destOrd="0" presId="urn:microsoft.com/office/officeart/2016/7/layout/RepeatingBendingProcessNew"/>
    <dgm:cxn modelId="{94D51B04-EA25-49BA-B5A6-7CD1D707FB46}" type="presParOf" srcId="{D1F883A5-BC0E-46EE-B4E3-33DE98DC0362}" destId="{ED9D485B-FB23-40F2-A2FE-FF774916C21C}" srcOrd="13" destOrd="0" presId="urn:microsoft.com/office/officeart/2016/7/layout/RepeatingBendingProcessNew"/>
    <dgm:cxn modelId="{209E12E9-2B4B-4223-9423-3EA222CD5676}" type="presParOf" srcId="{ED9D485B-FB23-40F2-A2FE-FF774916C21C}" destId="{512400C1-AD3D-42B5-B3F1-630BB5291CB2}" srcOrd="0" destOrd="0" presId="urn:microsoft.com/office/officeart/2016/7/layout/RepeatingBendingProcessNew"/>
    <dgm:cxn modelId="{728C4256-99F8-4B7C-949A-0885C8E9A5EB}" type="presParOf" srcId="{D1F883A5-BC0E-46EE-B4E3-33DE98DC0362}" destId="{435A8694-BFD8-4FA3-A7FA-7B7B7B47A3E3}" srcOrd="14" destOrd="0" presId="urn:microsoft.com/office/officeart/2016/7/layout/RepeatingBendingProcessNew"/>
    <dgm:cxn modelId="{25BE9CA3-D3DC-4784-BA54-579F92DA1EDD}" type="presParOf" srcId="{D1F883A5-BC0E-46EE-B4E3-33DE98DC0362}" destId="{21208BD1-07A3-4CCE-934B-61E9928E8C4B}" srcOrd="15" destOrd="0" presId="urn:microsoft.com/office/officeart/2016/7/layout/RepeatingBendingProcessNew"/>
    <dgm:cxn modelId="{060A57C1-B5E9-48E0-AAD1-BC6EE09744ED}" type="presParOf" srcId="{21208BD1-07A3-4CCE-934B-61E9928E8C4B}" destId="{158EA73A-5C12-4B18-A282-871750081088}" srcOrd="0" destOrd="0" presId="urn:microsoft.com/office/officeart/2016/7/layout/RepeatingBendingProcessNew"/>
    <dgm:cxn modelId="{6AAB3451-84B0-4A0B-B414-FFCD44E57D5B}" type="presParOf" srcId="{D1F883A5-BC0E-46EE-B4E3-33DE98DC0362}" destId="{D0CC47D2-0E00-4380-BC2F-8A2889E0CE4B}" srcOrd="16" destOrd="0" presId="urn:microsoft.com/office/officeart/2016/7/layout/RepeatingBendingProcessNew"/>
    <dgm:cxn modelId="{3D496A05-9EDD-4729-A30E-DE1FD03EEB79}" type="presParOf" srcId="{D1F883A5-BC0E-46EE-B4E3-33DE98DC0362}" destId="{0487AA60-2E42-46E1-AFBF-C8B54CC4D81C}" srcOrd="17" destOrd="0" presId="urn:microsoft.com/office/officeart/2016/7/layout/RepeatingBendingProcessNew"/>
    <dgm:cxn modelId="{D7F5FF94-15FF-4A33-AA4B-36B52DF1B54C}" type="presParOf" srcId="{0487AA60-2E42-46E1-AFBF-C8B54CC4D81C}" destId="{1B6D35D0-719B-42AD-ADD6-3EC17185899F}" srcOrd="0" destOrd="0" presId="urn:microsoft.com/office/officeart/2016/7/layout/RepeatingBendingProcessNew"/>
    <dgm:cxn modelId="{925CD907-C0D9-4C71-A6CF-503BC22B4608}" type="presParOf" srcId="{D1F883A5-BC0E-46EE-B4E3-33DE98DC0362}" destId="{1CAAFB77-6FF8-4825-8C32-86839468DD96}" srcOrd="18" destOrd="0" presId="urn:microsoft.com/office/officeart/2016/7/layout/RepeatingBendingProcessNew"/>
    <dgm:cxn modelId="{57D5503B-6F29-4499-A612-43547124014F}" type="presParOf" srcId="{D1F883A5-BC0E-46EE-B4E3-33DE98DC0362}" destId="{A5195798-CBCA-4E1A-A11D-F569C3710E5B}" srcOrd="19" destOrd="0" presId="urn:microsoft.com/office/officeart/2016/7/layout/RepeatingBendingProcessNew"/>
    <dgm:cxn modelId="{76F36F2B-FDD7-41B7-B833-18B72BFD226A}" type="presParOf" srcId="{A5195798-CBCA-4E1A-A11D-F569C3710E5B}" destId="{E208B8EB-DAF1-4656-B8FB-5434B909755B}" srcOrd="0" destOrd="0" presId="urn:microsoft.com/office/officeart/2016/7/layout/RepeatingBendingProcessNew"/>
    <dgm:cxn modelId="{AD51D96A-6EDB-4E52-8182-D102FE9D6548}" type="presParOf" srcId="{D1F883A5-BC0E-46EE-B4E3-33DE98DC0362}" destId="{EB4832D4-5C46-4B19-B6DC-54951A353F3A}" srcOrd="20" destOrd="0" presId="urn:microsoft.com/office/officeart/2016/7/layout/RepeatingBendingProcessNew"/>
    <dgm:cxn modelId="{4B6EA3AB-520C-417A-B377-8EBEA7E55014}" type="presParOf" srcId="{D1F883A5-BC0E-46EE-B4E3-33DE98DC0362}" destId="{46F920CC-3D23-46E8-A7E3-F5F3564C46CE}" srcOrd="21" destOrd="0" presId="urn:microsoft.com/office/officeart/2016/7/layout/RepeatingBendingProcessNew"/>
    <dgm:cxn modelId="{DC2552B5-AF40-4145-8C5C-DFB39593E969}" type="presParOf" srcId="{46F920CC-3D23-46E8-A7E3-F5F3564C46CE}" destId="{0C2B3F5C-9B2E-481C-A306-7EF8566C5C98}" srcOrd="0" destOrd="0" presId="urn:microsoft.com/office/officeart/2016/7/layout/RepeatingBendingProcessNew"/>
    <dgm:cxn modelId="{30B269A4-E01D-4342-9705-362CAD55C97A}" type="presParOf" srcId="{D1F883A5-BC0E-46EE-B4E3-33DE98DC0362}" destId="{51EEF444-3744-4C0D-BBD6-ACDEB68E144B}" srcOrd="22" destOrd="0" presId="urn:microsoft.com/office/officeart/2016/7/layout/RepeatingBendingProcessNew"/>
    <dgm:cxn modelId="{069D035D-6D88-4DEB-BF17-CA8D54B3CB25}" type="presParOf" srcId="{D1F883A5-BC0E-46EE-B4E3-33DE98DC0362}" destId="{D5BAAE3E-52FD-4549-B4F3-FAF7D83C42C0}" srcOrd="23" destOrd="0" presId="urn:microsoft.com/office/officeart/2016/7/layout/RepeatingBendingProcessNew"/>
    <dgm:cxn modelId="{7CB514A1-E31D-4398-A5F7-92AA821BD52E}" type="presParOf" srcId="{D5BAAE3E-52FD-4549-B4F3-FAF7D83C42C0}" destId="{59970550-F1DD-4205-81DD-DDC9C9523AA7}" srcOrd="0" destOrd="0" presId="urn:microsoft.com/office/officeart/2016/7/layout/RepeatingBendingProcessNew"/>
    <dgm:cxn modelId="{2DDDB7DC-AEA7-4894-B787-7579F16307A5}" type="presParOf" srcId="{D1F883A5-BC0E-46EE-B4E3-33DE98DC0362}" destId="{46848791-84B2-47DE-8C23-4883151726B2}" srcOrd="24" destOrd="0" presId="urn:microsoft.com/office/officeart/2016/7/layout/RepeatingBendingProcessNew"/>
    <dgm:cxn modelId="{3500083D-E3DE-4D7E-8C91-83C4E6C09CE5}" type="presParOf" srcId="{D1F883A5-BC0E-46EE-B4E3-33DE98DC0362}" destId="{64C56316-4D0A-483D-8E68-E6DD1ED84117}" srcOrd="25" destOrd="0" presId="urn:microsoft.com/office/officeart/2016/7/layout/RepeatingBendingProcessNew"/>
    <dgm:cxn modelId="{618D464F-1ECF-4F54-935A-3630F6821036}" type="presParOf" srcId="{64C56316-4D0A-483D-8E68-E6DD1ED84117}" destId="{D8ABCA48-37ED-451A-AE74-3F72069B7FD2}" srcOrd="0" destOrd="0" presId="urn:microsoft.com/office/officeart/2016/7/layout/RepeatingBendingProcessNew"/>
    <dgm:cxn modelId="{A52AF6CA-7244-4770-962D-1B5D9FBFD773}" type="presParOf" srcId="{D1F883A5-BC0E-46EE-B4E3-33DE98DC0362}" destId="{76BF1406-0D34-47DA-A106-37CAFB3DD125}" srcOrd="2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E69DC7-7AF9-4494-BE93-41E1C80869D0}">
      <dsp:nvSpPr>
        <dsp:cNvPr id="0" name=""/>
        <dsp:cNvSpPr/>
      </dsp:nvSpPr>
      <dsp:spPr>
        <a:xfrm>
          <a:off x="1474353" y="648092"/>
          <a:ext cx="307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7823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19804" y="692119"/>
        <a:ext cx="16921" cy="3387"/>
      </dsp:txXfrm>
    </dsp:sp>
    <dsp:sp modelId="{D5F92EE1-652D-493D-88AC-6C1AE738B148}">
      <dsp:nvSpPr>
        <dsp:cNvPr id="0" name=""/>
        <dsp:cNvSpPr/>
      </dsp:nvSpPr>
      <dsp:spPr>
        <a:xfrm>
          <a:off x="4747" y="252391"/>
          <a:ext cx="1471405" cy="88284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100" tIns="75682" rIns="72100" bIns="7568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Client asks a feature on email</a:t>
          </a:r>
        </a:p>
      </dsp:txBody>
      <dsp:txXfrm>
        <a:off x="4747" y="252391"/>
        <a:ext cx="1471405" cy="882843"/>
      </dsp:txXfrm>
    </dsp:sp>
    <dsp:sp modelId="{D3E269A7-D47E-4E4E-ADC1-ECD07051653D}">
      <dsp:nvSpPr>
        <dsp:cNvPr id="0" name=""/>
        <dsp:cNvSpPr/>
      </dsp:nvSpPr>
      <dsp:spPr>
        <a:xfrm>
          <a:off x="3284181" y="648092"/>
          <a:ext cx="307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7823" y="45720"/>
              </a:lnTo>
            </a:path>
          </a:pathLst>
        </a:custGeom>
        <a:noFill/>
        <a:ln w="12700" cap="flat" cmpd="sng" algn="ctr">
          <a:solidFill>
            <a:schemeClr val="accent5">
              <a:hueOff val="177260"/>
              <a:satOff val="-1991"/>
              <a:lumOff val="-42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29632" y="692119"/>
        <a:ext cx="16921" cy="3387"/>
      </dsp:txXfrm>
    </dsp:sp>
    <dsp:sp modelId="{8F0DBE2E-9AC1-4584-9D28-BFE40EFDB791}">
      <dsp:nvSpPr>
        <dsp:cNvPr id="0" name=""/>
        <dsp:cNvSpPr/>
      </dsp:nvSpPr>
      <dsp:spPr>
        <a:xfrm>
          <a:off x="1814576" y="252391"/>
          <a:ext cx="1471405" cy="882843"/>
        </a:xfrm>
        <a:prstGeom prst="rect">
          <a:avLst/>
        </a:prstGeom>
        <a:solidFill>
          <a:schemeClr val="accent5">
            <a:hueOff val="163625"/>
            <a:satOff val="-1838"/>
            <a:lumOff val="-39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100" tIns="75682" rIns="72100" bIns="7568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Business analyst performs analysis and the feature is approved</a:t>
          </a:r>
        </a:p>
      </dsp:txBody>
      <dsp:txXfrm>
        <a:off x="1814576" y="252391"/>
        <a:ext cx="1471405" cy="882843"/>
      </dsp:txXfrm>
    </dsp:sp>
    <dsp:sp modelId="{AA1B4FBF-A22F-4675-B62B-9D4594E7A083}">
      <dsp:nvSpPr>
        <dsp:cNvPr id="0" name=""/>
        <dsp:cNvSpPr/>
      </dsp:nvSpPr>
      <dsp:spPr>
        <a:xfrm>
          <a:off x="5094010" y="648092"/>
          <a:ext cx="307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7823" y="45720"/>
              </a:lnTo>
            </a:path>
          </a:pathLst>
        </a:custGeom>
        <a:noFill/>
        <a:ln w="12700" cap="flat" cmpd="sng" algn="ctr">
          <a:solidFill>
            <a:schemeClr val="accent5">
              <a:hueOff val="354520"/>
              <a:satOff val="-3982"/>
              <a:lumOff val="-85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9461" y="692119"/>
        <a:ext cx="16921" cy="3387"/>
      </dsp:txXfrm>
    </dsp:sp>
    <dsp:sp modelId="{64E00C60-7DB9-42FF-BFDF-C5A578377E43}">
      <dsp:nvSpPr>
        <dsp:cNvPr id="0" name=""/>
        <dsp:cNvSpPr/>
      </dsp:nvSpPr>
      <dsp:spPr>
        <a:xfrm>
          <a:off x="3624405" y="252391"/>
          <a:ext cx="1471405" cy="882843"/>
        </a:xfrm>
        <a:prstGeom prst="rect">
          <a:avLst/>
        </a:prstGeom>
        <a:solidFill>
          <a:schemeClr val="accent5">
            <a:hueOff val="327249"/>
            <a:satOff val="-3676"/>
            <a:lumOff val="-78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100" tIns="75682" rIns="72100" bIns="7568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Client creates a ticket on Jira</a:t>
          </a:r>
        </a:p>
      </dsp:txBody>
      <dsp:txXfrm>
        <a:off x="3624405" y="252391"/>
        <a:ext cx="1471405" cy="882843"/>
      </dsp:txXfrm>
    </dsp:sp>
    <dsp:sp modelId="{F0A0905D-A567-4B5B-9907-5A8F03329B28}">
      <dsp:nvSpPr>
        <dsp:cNvPr id="0" name=""/>
        <dsp:cNvSpPr/>
      </dsp:nvSpPr>
      <dsp:spPr>
        <a:xfrm>
          <a:off x="740450" y="1133434"/>
          <a:ext cx="5429485" cy="307823"/>
        </a:xfrm>
        <a:custGeom>
          <a:avLst/>
          <a:gdLst/>
          <a:ahLst/>
          <a:cxnLst/>
          <a:rect l="0" t="0" r="0" b="0"/>
          <a:pathLst>
            <a:path>
              <a:moveTo>
                <a:pt x="5429485" y="0"/>
              </a:moveTo>
              <a:lnTo>
                <a:pt x="5429485" y="171011"/>
              </a:lnTo>
              <a:lnTo>
                <a:pt x="0" y="171011"/>
              </a:lnTo>
              <a:lnTo>
                <a:pt x="0" y="307823"/>
              </a:lnTo>
            </a:path>
          </a:pathLst>
        </a:custGeom>
        <a:noFill/>
        <a:ln w="12700" cap="flat" cmpd="sng" algn="ctr">
          <a:solidFill>
            <a:schemeClr val="accent5">
              <a:hueOff val="531780"/>
              <a:satOff val="-5973"/>
              <a:lumOff val="-127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19192" y="1285652"/>
        <a:ext cx="272001" cy="3387"/>
      </dsp:txXfrm>
    </dsp:sp>
    <dsp:sp modelId="{9206D8A4-ACF8-4170-94D4-75CF90046FCF}">
      <dsp:nvSpPr>
        <dsp:cNvPr id="0" name=""/>
        <dsp:cNvSpPr/>
      </dsp:nvSpPr>
      <dsp:spPr>
        <a:xfrm>
          <a:off x="5434233" y="252391"/>
          <a:ext cx="1471405" cy="882843"/>
        </a:xfrm>
        <a:prstGeom prst="rect">
          <a:avLst/>
        </a:prstGeom>
        <a:solidFill>
          <a:schemeClr val="accent5">
            <a:hueOff val="490874"/>
            <a:satOff val="-5513"/>
            <a:lumOff val="-117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100" tIns="75682" rIns="72100" bIns="7568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Scrum master picks the ticket and converts into a user story</a:t>
          </a:r>
        </a:p>
      </dsp:txBody>
      <dsp:txXfrm>
        <a:off x="5434233" y="252391"/>
        <a:ext cx="1471405" cy="882843"/>
      </dsp:txXfrm>
    </dsp:sp>
    <dsp:sp modelId="{07BC1013-AB3E-4AD1-A80D-316EB4E43AD0}">
      <dsp:nvSpPr>
        <dsp:cNvPr id="0" name=""/>
        <dsp:cNvSpPr/>
      </dsp:nvSpPr>
      <dsp:spPr>
        <a:xfrm>
          <a:off x="1474353" y="1869359"/>
          <a:ext cx="307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7823" y="45720"/>
              </a:lnTo>
            </a:path>
          </a:pathLst>
        </a:custGeom>
        <a:noFill/>
        <a:ln w="12700" cap="flat" cmpd="sng" algn="ctr">
          <a:solidFill>
            <a:schemeClr val="accent5">
              <a:hueOff val="709040"/>
              <a:satOff val="-7964"/>
              <a:lumOff val="-169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19804" y="1913385"/>
        <a:ext cx="16921" cy="3387"/>
      </dsp:txXfrm>
    </dsp:sp>
    <dsp:sp modelId="{AF68EF1C-7D9D-407D-A0C1-DD04FA5C02D4}">
      <dsp:nvSpPr>
        <dsp:cNvPr id="0" name=""/>
        <dsp:cNvSpPr/>
      </dsp:nvSpPr>
      <dsp:spPr>
        <a:xfrm>
          <a:off x="4747" y="1473657"/>
          <a:ext cx="1471405" cy="882843"/>
        </a:xfrm>
        <a:prstGeom prst="rect">
          <a:avLst/>
        </a:prstGeom>
        <a:solidFill>
          <a:schemeClr val="accent5">
            <a:hueOff val="654498"/>
            <a:satOff val="-7351"/>
            <a:lumOff val="-156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100" tIns="75682" rIns="72100" bIns="7568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User story is converted into tasks and put on backlog on scrum board</a:t>
          </a:r>
        </a:p>
      </dsp:txBody>
      <dsp:txXfrm>
        <a:off x="4747" y="1473657"/>
        <a:ext cx="1471405" cy="882843"/>
      </dsp:txXfrm>
    </dsp:sp>
    <dsp:sp modelId="{C94DB49F-87F9-4772-A707-27B49E999878}">
      <dsp:nvSpPr>
        <dsp:cNvPr id="0" name=""/>
        <dsp:cNvSpPr/>
      </dsp:nvSpPr>
      <dsp:spPr>
        <a:xfrm>
          <a:off x="3284181" y="1869359"/>
          <a:ext cx="307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7823" y="45720"/>
              </a:lnTo>
            </a:path>
          </a:pathLst>
        </a:custGeom>
        <a:noFill/>
        <a:ln w="12700" cap="flat" cmpd="sng" algn="ctr">
          <a:solidFill>
            <a:schemeClr val="accent5">
              <a:hueOff val="886300"/>
              <a:satOff val="-9955"/>
              <a:lumOff val="-212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29632" y="1913385"/>
        <a:ext cx="16921" cy="3387"/>
      </dsp:txXfrm>
    </dsp:sp>
    <dsp:sp modelId="{DC60F794-8DAF-42CA-A2D8-39736FB5665A}">
      <dsp:nvSpPr>
        <dsp:cNvPr id="0" name=""/>
        <dsp:cNvSpPr/>
      </dsp:nvSpPr>
      <dsp:spPr>
        <a:xfrm>
          <a:off x="1814576" y="1473657"/>
          <a:ext cx="1471405" cy="882843"/>
        </a:xfrm>
        <a:prstGeom prst="rect">
          <a:avLst/>
        </a:prstGeom>
        <a:solidFill>
          <a:schemeClr val="accent5">
            <a:hueOff val="818123"/>
            <a:satOff val="-9189"/>
            <a:lumOff val="-196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100" tIns="75682" rIns="72100" bIns="7568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Tasks are picked in sprint planning meeting</a:t>
          </a:r>
        </a:p>
      </dsp:txBody>
      <dsp:txXfrm>
        <a:off x="1814576" y="1473657"/>
        <a:ext cx="1471405" cy="882843"/>
      </dsp:txXfrm>
    </dsp:sp>
    <dsp:sp modelId="{ED9D485B-FB23-40F2-A2FE-FF774916C21C}">
      <dsp:nvSpPr>
        <dsp:cNvPr id="0" name=""/>
        <dsp:cNvSpPr/>
      </dsp:nvSpPr>
      <dsp:spPr>
        <a:xfrm>
          <a:off x="5094010" y="1869359"/>
          <a:ext cx="307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7823" y="45720"/>
              </a:lnTo>
            </a:path>
          </a:pathLst>
        </a:custGeom>
        <a:noFill/>
        <a:ln w="12700" cap="flat" cmpd="sng" algn="ctr">
          <a:solidFill>
            <a:schemeClr val="accent5">
              <a:hueOff val="1063560"/>
              <a:satOff val="-11946"/>
              <a:lumOff val="-254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9461" y="1913385"/>
        <a:ext cx="16921" cy="3387"/>
      </dsp:txXfrm>
    </dsp:sp>
    <dsp:sp modelId="{F25528D6-0920-4595-BD6D-E9AC5A2DC099}">
      <dsp:nvSpPr>
        <dsp:cNvPr id="0" name=""/>
        <dsp:cNvSpPr/>
      </dsp:nvSpPr>
      <dsp:spPr>
        <a:xfrm>
          <a:off x="3624405" y="1473657"/>
          <a:ext cx="1471405" cy="882843"/>
        </a:xfrm>
        <a:prstGeom prst="rect">
          <a:avLst/>
        </a:prstGeom>
        <a:solidFill>
          <a:schemeClr val="accent5">
            <a:hueOff val="981748"/>
            <a:satOff val="-11027"/>
            <a:lumOff val="-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100" tIns="75682" rIns="72100" bIns="7568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Designer provides mockup/wireframe</a:t>
          </a:r>
        </a:p>
      </dsp:txBody>
      <dsp:txXfrm>
        <a:off x="3624405" y="1473657"/>
        <a:ext cx="1471405" cy="882843"/>
      </dsp:txXfrm>
    </dsp:sp>
    <dsp:sp modelId="{21208BD1-07A3-4CCE-934B-61E9928E8C4B}">
      <dsp:nvSpPr>
        <dsp:cNvPr id="0" name=""/>
        <dsp:cNvSpPr/>
      </dsp:nvSpPr>
      <dsp:spPr>
        <a:xfrm>
          <a:off x="740450" y="2354700"/>
          <a:ext cx="5429485" cy="307823"/>
        </a:xfrm>
        <a:custGeom>
          <a:avLst/>
          <a:gdLst/>
          <a:ahLst/>
          <a:cxnLst/>
          <a:rect l="0" t="0" r="0" b="0"/>
          <a:pathLst>
            <a:path>
              <a:moveTo>
                <a:pt x="5429485" y="0"/>
              </a:moveTo>
              <a:lnTo>
                <a:pt x="5429485" y="171011"/>
              </a:lnTo>
              <a:lnTo>
                <a:pt x="0" y="171011"/>
              </a:lnTo>
              <a:lnTo>
                <a:pt x="0" y="307823"/>
              </a:lnTo>
            </a:path>
          </a:pathLst>
        </a:custGeom>
        <a:noFill/>
        <a:ln w="12700" cap="flat" cmpd="sng" algn="ctr">
          <a:solidFill>
            <a:schemeClr val="accent5">
              <a:hueOff val="1240820"/>
              <a:satOff val="-13936"/>
              <a:lumOff val="-297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19192" y="2506918"/>
        <a:ext cx="272001" cy="3387"/>
      </dsp:txXfrm>
    </dsp:sp>
    <dsp:sp modelId="{435A8694-BFD8-4FA3-A7FA-7B7B7B47A3E3}">
      <dsp:nvSpPr>
        <dsp:cNvPr id="0" name=""/>
        <dsp:cNvSpPr/>
      </dsp:nvSpPr>
      <dsp:spPr>
        <a:xfrm>
          <a:off x="5434233" y="1473657"/>
          <a:ext cx="1471405" cy="882843"/>
        </a:xfrm>
        <a:prstGeom prst="rect">
          <a:avLst/>
        </a:prstGeom>
        <a:solidFill>
          <a:schemeClr val="accent5">
            <a:hueOff val="1145372"/>
            <a:satOff val="-12864"/>
            <a:lumOff val="-274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100" tIns="75682" rIns="72100" bIns="7568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Developers write code, perform unit testing and </a:t>
          </a:r>
          <a:r>
            <a:rPr lang="en-US" sz="1200" kern="1200" dirty="0" err="1"/>
            <a:t>linting</a:t>
          </a:r>
          <a:r>
            <a:rPr lang="en-US" sz="1200" kern="1200" dirty="0"/>
            <a:t>, and commit on local branch</a:t>
          </a:r>
        </a:p>
      </dsp:txBody>
      <dsp:txXfrm>
        <a:off x="5434233" y="1473657"/>
        <a:ext cx="1471405" cy="882843"/>
      </dsp:txXfrm>
    </dsp:sp>
    <dsp:sp modelId="{0487AA60-2E42-46E1-AFBF-C8B54CC4D81C}">
      <dsp:nvSpPr>
        <dsp:cNvPr id="0" name=""/>
        <dsp:cNvSpPr/>
      </dsp:nvSpPr>
      <dsp:spPr>
        <a:xfrm>
          <a:off x="1474353" y="3090625"/>
          <a:ext cx="307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7823" y="45720"/>
              </a:lnTo>
            </a:path>
          </a:pathLst>
        </a:custGeom>
        <a:noFill/>
        <a:ln w="12700" cap="flat" cmpd="sng" algn="ctr">
          <a:solidFill>
            <a:schemeClr val="accent5">
              <a:hueOff val="1418080"/>
              <a:satOff val="-15927"/>
              <a:lumOff val="-339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19804" y="3134651"/>
        <a:ext cx="16921" cy="3387"/>
      </dsp:txXfrm>
    </dsp:sp>
    <dsp:sp modelId="{D0CC47D2-0E00-4380-BC2F-8A2889E0CE4B}">
      <dsp:nvSpPr>
        <dsp:cNvPr id="0" name=""/>
        <dsp:cNvSpPr/>
      </dsp:nvSpPr>
      <dsp:spPr>
        <a:xfrm>
          <a:off x="4747" y="2694924"/>
          <a:ext cx="1471405" cy="882843"/>
        </a:xfrm>
        <a:prstGeom prst="rect">
          <a:avLst/>
        </a:prstGeom>
        <a:solidFill>
          <a:schemeClr val="accent5">
            <a:hueOff val="1308997"/>
            <a:satOff val="-14702"/>
            <a:lumOff val="-313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100" tIns="75682" rIns="72100" bIns="7568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Lead programmer reviews code and merges into master branch</a:t>
          </a:r>
        </a:p>
      </dsp:txBody>
      <dsp:txXfrm>
        <a:off x="4747" y="2694924"/>
        <a:ext cx="1471405" cy="882843"/>
      </dsp:txXfrm>
    </dsp:sp>
    <dsp:sp modelId="{A5195798-CBCA-4E1A-A11D-F569C3710E5B}">
      <dsp:nvSpPr>
        <dsp:cNvPr id="0" name=""/>
        <dsp:cNvSpPr/>
      </dsp:nvSpPr>
      <dsp:spPr>
        <a:xfrm>
          <a:off x="3284181" y="3090625"/>
          <a:ext cx="307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7823" y="45720"/>
              </a:lnTo>
            </a:path>
          </a:pathLst>
        </a:custGeom>
        <a:noFill/>
        <a:ln w="12700" cap="flat" cmpd="sng" algn="ctr">
          <a:solidFill>
            <a:schemeClr val="accent5">
              <a:hueOff val="1595340"/>
              <a:satOff val="-17918"/>
              <a:lumOff val="-382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29632" y="3134651"/>
        <a:ext cx="16921" cy="3387"/>
      </dsp:txXfrm>
    </dsp:sp>
    <dsp:sp modelId="{1CAAFB77-6FF8-4825-8C32-86839468DD96}">
      <dsp:nvSpPr>
        <dsp:cNvPr id="0" name=""/>
        <dsp:cNvSpPr/>
      </dsp:nvSpPr>
      <dsp:spPr>
        <a:xfrm>
          <a:off x="1814576" y="2694924"/>
          <a:ext cx="1471405" cy="882843"/>
        </a:xfrm>
        <a:prstGeom prst="rect">
          <a:avLst/>
        </a:prstGeom>
        <a:solidFill>
          <a:schemeClr val="accent5">
            <a:hueOff val="1472622"/>
            <a:satOff val="-16540"/>
            <a:lumOff val="-352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100" tIns="75682" rIns="72100" bIns="7568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 code is built and artifacts are created</a:t>
          </a:r>
        </a:p>
      </dsp:txBody>
      <dsp:txXfrm>
        <a:off x="1814576" y="2694924"/>
        <a:ext cx="1471405" cy="882843"/>
      </dsp:txXfrm>
    </dsp:sp>
    <dsp:sp modelId="{46F920CC-3D23-46E8-A7E3-F5F3564C46CE}">
      <dsp:nvSpPr>
        <dsp:cNvPr id="0" name=""/>
        <dsp:cNvSpPr/>
      </dsp:nvSpPr>
      <dsp:spPr>
        <a:xfrm>
          <a:off x="5094010" y="3090625"/>
          <a:ext cx="307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7823" y="45720"/>
              </a:lnTo>
            </a:path>
          </a:pathLst>
        </a:custGeom>
        <a:noFill/>
        <a:ln w="12700" cap="flat" cmpd="sng" algn="ctr">
          <a:solidFill>
            <a:schemeClr val="accent5">
              <a:hueOff val="1772600"/>
              <a:satOff val="-19909"/>
              <a:lumOff val="-424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9461" y="3134651"/>
        <a:ext cx="16921" cy="3387"/>
      </dsp:txXfrm>
    </dsp:sp>
    <dsp:sp modelId="{EB4832D4-5C46-4B19-B6DC-54951A353F3A}">
      <dsp:nvSpPr>
        <dsp:cNvPr id="0" name=""/>
        <dsp:cNvSpPr/>
      </dsp:nvSpPr>
      <dsp:spPr>
        <a:xfrm>
          <a:off x="3624405" y="2694924"/>
          <a:ext cx="1471405" cy="882843"/>
        </a:xfrm>
        <a:prstGeom prst="rect">
          <a:avLst/>
        </a:prstGeom>
        <a:solidFill>
          <a:schemeClr val="accent5">
            <a:hueOff val="1636246"/>
            <a:satOff val="-18378"/>
            <a:lumOff val="-392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100" tIns="75682" rIns="72100" bIns="7568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Artifacts are deployed automatically on test environment</a:t>
          </a:r>
        </a:p>
      </dsp:txBody>
      <dsp:txXfrm>
        <a:off x="3624405" y="2694924"/>
        <a:ext cx="1471405" cy="882843"/>
      </dsp:txXfrm>
    </dsp:sp>
    <dsp:sp modelId="{D5BAAE3E-52FD-4549-B4F3-FAF7D83C42C0}">
      <dsp:nvSpPr>
        <dsp:cNvPr id="0" name=""/>
        <dsp:cNvSpPr/>
      </dsp:nvSpPr>
      <dsp:spPr>
        <a:xfrm>
          <a:off x="740450" y="3575967"/>
          <a:ext cx="5429485" cy="307823"/>
        </a:xfrm>
        <a:custGeom>
          <a:avLst/>
          <a:gdLst/>
          <a:ahLst/>
          <a:cxnLst/>
          <a:rect l="0" t="0" r="0" b="0"/>
          <a:pathLst>
            <a:path>
              <a:moveTo>
                <a:pt x="5429485" y="0"/>
              </a:moveTo>
              <a:lnTo>
                <a:pt x="5429485" y="171011"/>
              </a:lnTo>
              <a:lnTo>
                <a:pt x="0" y="171011"/>
              </a:lnTo>
              <a:lnTo>
                <a:pt x="0" y="307823"/>
              </a:lnTo>
            </a:path>
          </a:pathLst>
        </a:custGeom>
        <a:noFill/>
        <a:ln w="12700" cap="flat" cmpd="sng" algn="ctr">
          <a:solidFill>
            <a:schemeClr val="accent5">
              <a:hueOff val="1949860"/>
              <a:satOff val="-21900"/>
              <a:lumOff val="-46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19192" y="3728185"/>
        <a:ext cx="272001" cy="3387"/>
      </dsp:txXfrm>
    </dsp:sp>
    <dsp:sp modelId="{51EEF444-3744-4C0D-BBD6-ACDEB68E144B}">
      <dsp:nvSpPr>
        <dsp:cNvPr id="0" name=""/>
        <dsp:cNvSpPr/>
      </dsp:nvSpPr>
      <dsp:spPr>
        <a:xfrm>
          <a:off x="5434233" y="2694924"/>
          <a:ext cx="1471405" cy="882843"/>
        </a:xfrm>
        <a:prstGeom prst="rect">
          <a:avLst/>
        </a:prstGeom>
        <a:solidFill>
          <a:schemeClr val="accent5">
            <a:hueOff val="1799871"/>
            <a:satOff val="-20215"/>
            <a:lumOff val="-431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100" tIns="75682" rIns="72100" bIns="7568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Quality Assurance team performs testing and approves the build</a:t>
          </a:r>
        </a:p>
      </dsp:txBody>
      <dsp:txXfrm>
        <a:off x="5434233" y="2694924"/>
        <a:ext cx="1471405" cy="882843"/>
      </dsp:txXfrm>
    </dsp:sp>
    <dsp:sp modelId="{64C56316-4D0A-483D-8E68-E6DD1ED84117}">
      <dsp:nvSpPr>
        <dsp:cNvPr id="0" name=""/>
        <dsp:cNvSpPr/>
      </dsp:nvSpPr>
      <dsp:spPr>
        <a:xfrm>
          <a:off x="1474353" y="4311892"/>
          <a:ext cx="307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7823" y="45720"/>
              </a:lnTo>
            </a:path>
          </a:pathLst>
        </a:custGeom>
        <a:noFill/>
        <a:ln w="12700" cap="flat" cmpd="sng" algn="ctr">
          <a:solidFill>
            <a:schemeClr val="accent5">
              <a:hueOff val="2127120"/>
              <a:satOff val="-23891"/>
              <a:lumOff val="-509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19804" y="4355918"/>
        <a:ext cx="16921" cy="3387"/>
      </dsp:txXfrm>
    </dsp:sp>
    <dsp:sp modelId="{46848791-84B2-47DE-8C23-4883151726B2}">
      <dsp:nvSpPr>
        <dsp:cNvPr id="0" name=""/>
        <dsp:cNvSpPr/>
      </dsp:nvSpPr>
      <dsp:spPr>
        <a:xfrm>
          <a:off x="4747" y="3916190"/>
          <a:ext cx="1471405" cy="882843"/>
        </a:xfrm>
        <a:prstGeom prst="rect">
          <a:avLst/>
        </a:prstGeom>
        <a:solidFill>
          <a:schemeClr val="accent5">
            <a:hueOff val="1963495"/>
            <a:satOff val="-22053"/>
            <a:lumOff val="-470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100" tIns="75682" rIns="72100" bIns="7568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Build is deployed and validated to production environment a day before end of sprint</a:t>
          </a:r>
        </a:p>
      </dsp:txBody>
      <dsp:txXfrm>
        <a:off x="4747" y="3916190"/>
        <a:ext cx="1471405" cy="882843"/>
      </dsp:txXfrm>
    </dsp:sp>
    <dsp:sp modelId="{76BF1406-0D34-47DA-A106-37CAFB3DD125}">
      <dsp:nvSpPr>
        <dsp:cNvPr id="0" name=""/>
        <dsp:cNvSpPr/>
      </dsp:nvSpPr>
      <dsp:spPr>
        <a:xfrm>
          <a:off x="1814576" y="3916190"/>
          <a:ext cx="1471405" cy="882843"/>
        </a:xfrm>
        <a:prstGeom prst="rect">
          <a:avLst/>
        </a:prstGeom>
        <a:solidFill>
          <a:schemeClr val="accent5">
            <a:hueOff val="2127120"/>
            <a:satOff val="-23891"/>
            <a:lumOff val="-509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100" tIns="75682" rIns="72100" bIns="7568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Release notes are prepared and respective tasks are closed</a:t>
          </a:r>
        </a:p>
      </dsp:txBody>
      <dsp:txXfrm>
        <a:off x="1814576" y="3916190"/>
        <a:ext cx="1471405" cy="882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58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5/31/24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288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258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5/31/24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349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5/31/24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38150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5/31/24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816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5/31/24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359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1BE4249-C0D0-4B06-8692-E8BB871AF643}" type="datetimeFigureOut">
              <a:rPr lang="en-US" smtClean="0"/>
              <a:t>5/31/24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657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5/31/24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76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5/31/24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174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5/31/24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1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5/31/24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859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res.infoq.com/articles/Continuous-Delivery-Maturity-Model/en/resources/fig1large.jpg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Agile Methodology in Practice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A Traditional Software House Uses Agile Development Methodology to Deliver Software Products efficiently</a:t>
            </a:r>
          </a:p>
        </p:txBody>
      </p:sp>
    </p:spTree>
    <p:extLst>
      <p:ext uri="{BB962C8B-B14F-4D97-AF65-F5344CB8AC3E}">
        <p14:creationId xmlns:p14="http://schemas.microsoft.com/office/powerpoint/2010/main" val="1035841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109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Recap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A modern Software house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People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Process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Case study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Orchestra…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In a nutshell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Classes of Software Houses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93533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5937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What?</a:t>
            </a:r>
          </a:p>
          <a:p>
            <a:pPr marL="0" indent="0">
              <a:buNone/>
            </a:pPr>
            <a:r>
              <a:rPr lang="en-US" sz="2800" dirty="0"/>
              <a:t>A flexible development process in which: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2600" dirty="0"/>
              <a:t>Individuals are valued more than processes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2600" dirty="0"/>
              <a:t>Customer is the part of building team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2600" dirty="0"/>
              <a:t>Planning is encouraged; plans are discouraged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2600" dirty="0"/>
              <a:t>Bottlenecks are prevented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Why?</a:t>
            </a:r>
          </a:p>
          <a:p>
            <a:pPr marL="0" indent="0">
              <a:buNone/>
            </a:pPr>
            <a:r>
              <a:rPr lang="en-US" sz="2800" dirty="0"/>
              <a:t>Because “</a:t>
            </a:r>
            <a:r>
              <a:rPr lang="en-US" sz="2800" dirty="0" err="1"/>
              <a:t>tabdeeli</a:t>
            </a:r>
            <a:r>
              <a:rPr lang="en-US" sz="2800" dirty="0"/>
              <a:t>”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How?</a:t>
            </a:r>
          </a:p>
          <a:p>
            <a:pPr marL="0" indent="0">
              <a:buNone/>
            </a:pPr>
            <a:r>
              <a:rPr lang="en-US" sz="2800" dirty="0"/>
              <a:t>The rest of the presentation explains just that</a:t>
            </a:r>
          </a:p>
          <a:p>
            <a:pPr marL="0" indent="0">
              <a:buNone/>
            </a:pPr>
            <a:r>
              <a:rPr lang="en-US" sz="2800" i="1" dirty="0"/>
              <a:t>Kindly read 12 principles of Agile manifesto (again and again)</a:t>
            </a:r>
          </a:p>
        </p:txBody>
      </p:sp>
    </p:spTree>
    <p:extLst>
      <p:ext uri="{BB962C8B-B14F-4D97-AF65-F5344CB8AC3E}">
        <p14:creationId xmlns:p14="http://schemas.microsoft.com/office/powerpoint/2010/main" val="2879301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7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29" name="Rectangle 7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030" name="Straight Connector 7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31" name="Rectangle 76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 modern Software house</a:t>
            </a:r>
          </a:p>
        </p:txBody>
      </p:sp>
      <p:pic>
        <p:nvPicPr>
          <p:cNvPr id="1026" name="Picture 2" descr="Image result for agile software house">
            <a:extLst>
              <a:ext uri="{FF2B5EF4-FFF2-40B4-BE49-F238E27FC236}">
                <a16:creationId xmlns:a16="http://schemas.microsoft.com/office/drawing/2014/main" id="{CDFD7FDF-06A6-43A3-BC0C-8A67779D78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640080"/>
            <a:ext cx="10596280" cy="360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2" name="Straight Connector 78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3" name="Rectangle 80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52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People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000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An agile team can be broken down as:</a:t>
            </a:r>
          </a:p>
          <a:p>
            <a:pPr marL="806958" lvl="1" indent="-514350">
              <a:buFont typeface="+mj-lt"/>
              <a:buAutoNum type="alphaLcPeriod"/>
            </a:pPr>
            <a:r>
              <a:rPr lang="en-US" sz="2600" dirty="0"/>
              <a:t>1 product owner</a:t>
            </a:r>
          </a:p>
          <a:p>
            <a:pPr marL="806958" lvl="1" indent="-514350">
              <a:buFont typeface="+mj-lt"/>
              <a:buAutoNum type="alphaLcPeriod"/>
            </a:pPr>
            <a:r>
              <a:rPr lang="en-US" sz="2600" dirty="0"/>
              <a:t>1 analyst</a:t>
            </a:r>
          </a:p>
          <a:p>
            <a:pPr marL="806958" lvl="1" indent="-514350">
              <a:buFont typeface="+mj-lt"/>
              <a:buAutoNum type="alphaLcPeriod"/>
            </a:pPr>
            <a:r>
              <a:rPr lang="en-US" sz="2600" dirty="0"/>
              <a:t>1 designer</a:t>
            </a:r>
          </a:p>
          <a:p>
            <a:pPr marL="806958" lvl="1" indent="-514350">
              <a:buFont typeface="+mj-lt"/>
              <a:buAutoNum type="alphaLcPeriod"/>
            </a:pPr>
            <a:r>
              <a:rPr lang="en-US" sz="2600" dirty="0"/>
              <a:t>Up to 6 engineers handling development, testing and deployment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1 team member acts as facilitator, a.k.a. Scrum master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No hierarchy</a:t>
            </a:r>
          </a:p>
        </p:txBody>
      </p:sp>
    </p:spTree>
    <p:extLst>
      <p:ext uri="{BB962C8B-B14F-4D97-AF65-F5344CB8AC3E}">
        <p14:creationId xmlns:p14="http://schemas.microsoft.com/office/powerpoint/2010/main" val="280516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000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Bottlenecks. What exactly are those?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Are you Agile or just following rituals?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Are you Agile or ad-hoc?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The difference is continuous planning, because: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2600" dirty="0"/>
              <a:t>What works for me may not work for you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2600" dirty="0"/>
              <a:t>What works for me may not work for me in another project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2600" dirty="0"/>
              <a:t>What works for me today may not work for me tomorrow in the same project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Sprinting</a:t>
            </a:r>
          </a:p>
        </p:txBody>
      </p:sp>
    </p:spTree>
    <p:extLst>
      <p:ext uri="{BB962C8B-B14F-4D97-AF65-F5344CB8AC3E}">
        <p14:creationId xmlns:p14="http://schemas.microsoft.com/office/powerpoint/2010/main" val="3482486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– </a:t>
            </a:r>
            <a:r>
              <a:rPr lang="en-US" dirty="0" err="1"/>
              <a:t>Aao</a:t>
            </a:r>
            <a:r>
              <a:rPr lang="en-US" dirty="0"/>
              <a:t> TB </a:t>
            </a:r>
            <a:r>
              <a:rPr lang="en-US" dirty="0" err="1"/>
              <a:t>Mitao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000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600" dirty="0"/>
              <a:t>Domain: public health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Scale: nation-wide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Scope: Tuberculosis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7 projects; 1 year; change ratio: 2/5 to 3/5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A web app, 2 mobile apps and a reporting dashboard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/>
              <a:t>Outcome: 6 our of 7 projects delivered on time by a team of 13 people</a:t>
            </a:r>
          </a:p>
        </p:txBody>
      </p:sp>
    </p:spTree>
    <p:extLst>
      <p:ext uri="{BB962C8B-B14F-4D97-AF65-F5344CB8AC3E}">
        <p14:creationId xmlns:p14="http://schemas.microsoft.com/office/powerpoint/2010/main" val="1933964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An orchestra… of technologies and tools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0006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600" dirty="0"/>
              <a:t>Planning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Version Control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Build management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Versioning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Automated testing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Code quality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Issue tracking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Documentation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Deployment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Sprint planning, sprint and retrospective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Scaling</a:t>
            </a:r>
          </a:p>
        </p:txBody>
      </p:sp>
    </p:spTree>
    <p:extLst>
      <p:ext uri="{BB962C8B-B14F-4D97-AF65-F5344CB8AC3E}">
        <p14:creationId xmlns:p14="http://schemas.microsoft.com/office/powerpoint/2010/main" val="70856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Planning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600" dirty="0"/>
              <a:t>Meetings: Standups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Communication: Slack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Commitments: Gmail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Scrum board: </a:t>
            </a:r>
            <a:r>
              <a:rPr lang="en-US" sz="2600" i="1" dirty="0"/>
              <a:t>JIRA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1071F7-3C07-423E-A827-5641A8A20B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18238" y="2440638"/>
            <a:ext cx="4937125" cy="2833974"/>
          </a:xfrm>
          <a:prstGeom prst="rect">
            <a:avLst/>
          </a:prstGeom>
        </p:spPr>
      </p:pic>
      <p:pic>
        <p:nvPicPr>
          <p:cNvPr id="38" name="Picture 4" descr="Image result for slack hangouts">
            <a:extLst>
              <a:ext uri="{FF2B5EF4-FFF2-40B4-BE49-F238E27FC236}">
                <a16:creationId xmlns:a16="http://schemas.microsoft.com/office/drawing/2014/main" id="{21D97C24-72C2-4B14-9B08-42827FC411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382"/>
          <a:stretch/>
        </p:blipFill>
        <p:spPr bwMode="auto">
          <a:xfrm>
            <a:off x="5734050" y="2190539"/>
            <a:ext cx="5905500" cy="1320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scrum board">
            <a:extLst>
              <a:ext uri="{FF2B5EF4-FFF2-40B4-BE49-F238E27FC236}">
                <a16:creationId xmlns:a16="http://schemas.microsoft.com/office/drawing/2014/main" id="{FA61F903-4939-48A4-8D0B-9F73F553E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706" y="1671320"/>
            <a:ext cx="4372188" cy="4372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4251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Control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dirty="0"/>
              <a:t>Version control systems allow us to manage changes to code and preserve all the revisions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 err="1"/>
              <a:t>Github</a:t>
            </a:r>
            <a:endParaRPr lang="en-US" sz="2600" dirty="0"/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Single repository per app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 err="1"/>
              <a:t>Github</a:t>
            </a:r>
            <a:r>
              <a:rPr lang="en-US" sz="2600" dirty="0"/>
              <a:t> flow: protected master/test/production branches; feature branches and code mergers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Code reviews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Handling merge conflicts</a:t>
            </a:r>
          </a:p>
        </p:txBody>
      </p:sp>
      <p:pic>
        <p:nvPicPr>
          <p:cNvPr id="3074" name="Picture 2" descr="Image result for gitlab">
            <a:extLst>
              <a:ext uri="{FF2B5EF4-FFF2-40B4-BE49-F238E27FC236}">
                <a16:creationId xmlns:a16="http://schemas.microsoft.com/office/drawing/2014/main" id="{0869FE62-EF4A-463D-B044-8A278FE449E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952625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merge conflict meme">
            <a:extLst>
              <a:ext uri="{FF2B5EF4-FFF2-40B4-BE49-F238E27FC236}">
                <a16:creationId xmlns:a16="http://schemas.microsoft.com/office/drawing/2014/main" id="{A098D6F7-08E8-4103-AE8B-A904018A6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100" y="2409614"/>
            <a:ext cx="35814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836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Management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00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Build managers make it easy to organize dependencies, compile, build and package code into an executable artifact.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Gradle for Android apps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Maven for Web app</a:t>
            </a:r>
          </a:p>
        </p:txBody>
      </p:sp>
    </p:spTree>
    <p:extLst>
      <p:ext uri="{BB962C8B-B14F-4D97-AF65-F5344CB8AC3E}">
        <p14:creationId xmlns:p14="http://schemas.microsoft.com/office/powerpoint/2010/main" val="2807795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00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600" dirty="0"/>
              <a:t>Versioning is the process of assigning unique version names version numbers to software builds.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Build Number (for Android)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Semantic Versioning (a.k.a. </a:t>
            </a:r>
            <a:r>
              <a:rPr lang="en-US" sz="2600" dirty="0" err="1"/>
              <a:t>SemVer</a:t>
            </a:r>
            <a:r>
              <a:rPr lang="en-US" sz="2600" dirty="0"/>
              <a:t>)</a:t>
            </a:r>
          </a:p>
          <a:p>
            <a:pPr marL="749808" lvl="1" indent="-457200">
              <a:buFont typeface="+mj-lt"/>
              <a:buAutoNum type="alphaLcPeriod"/>
            </a:pPr>
            <a:r>
              <a:rPr lang="en-US" sz="2400" dirty="0"/>
              <a:t>Major</a:t>
            </a:r>
          </a:p>
          <a:p>
            <a:pPr marL="749808" lvl="1" indent="-457200">
              <a:buFont typeface="+mj-lt"/>
              <a:buAutoNum type="alphaLcPeriod"/>
            </a:pPr>
            <a:r>
              <a:rPr lang="en-US" sz="2400" dirty="0"/>
              <a:t>Minor</a:t>
            </a:r>
          </a:p>
          <a:p>
            <a:pPr marL="749808" lvl="1" indent="-457200">
              <a:buFont typeface="+mj-lt"/>
              <a:buAutoNum type="alphaLcPeriod"/>
            </a:pPr>
            <a:r>
              <a:rPr lang="en-US" sz="2400" dirty="0"/>
              <a:t>Micro (maintenance)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Releases: Pre-Alpha, Alpha, Beta, Production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Separate version for each app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Concept of SNAPSHOTS</a:t>
            </a:r>
          </a:p>
        </p:txBody>
      </p:sp>
    </p:spTree>
    <p:extLst>
      <p:ext uri="{BB962C8B-B14F-4D97-AF65-F5344CB8AC3E}">
        <p14:creationId xmlns:p14="http://schemas.microsoft.com/office/powerpoint/2010/main" val="17107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Automated Testing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00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Test automation ensures that every feature is tested manually only once.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Junit: unit testing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Postman: API testing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Selenium: performance testing</a:t>
            </a:r>
          </a:p>
        </p:txBody>
      </p:sp>
    </p:spTree>
    <p:extLst>
      <p:ext uri="{BB962C8B-B14F-4D97-AF65-F5344CB8AC3E}">
        <p14:creationId xmlns:p14="http://schemas.microsoft.com/office/powerpoint/2010/main" val="2649183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Quality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000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dirty="0"/>
              <a:t>Code quality check eliminates bad code practices, increases readability, prevents security holes and increases runtime performance.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Manual code reviews before merge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SonarQube before commit</a:t>
            </a:r>
          </a:p>
          <a:p>
            <a:pPr marL="0" indent="0">
              <a:buNone/>
            </a:pPr>
            <a:r>
              <a:rPr lang="en-US" sz="2600" dirty="0"/>
              <a:t>Why? Because of weak understanding of: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Design patterns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OOP concepts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Data structures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Data querying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Test-driven development</a:t>
            </a:r>
          </a:p>
        </p:txBody>
      </p:sp>
    </p:spTree>
    <p:extLst>
      <p:ext uri="{BB962C8B-B14F-4D97-AF65-F5344CB8AC3E}">
        <p14:creationId xmlns:p14="http://schemas.microsoft.com/office/powerpoint/2010/main" val="728907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 Tracking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00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Issue tracking means managing issues, which may be bugs, change requests and new feature requests.</a:t>
            </a:r>
          </a:p>
          <a:p>
            <a:pPr marL="0" indent="0">
              <a:buNone/>
            </a:pPr>
            <a:r>
              <a:rPr lang="en-US" sz="2600" dirty="0"/>
              <a:t>Protocol: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Discussion &gt; Email &gt; Update documents &gt; Jira &gt; Sprint planning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Impact analysis, priority, activity type, estimates and progress update</a:t>
            </a:r>
          </a:p>
          <a:p>
            <a:pPr marL="0" indent="0">
              <a:buNone/>
            </a:pPr>
            <a:r>
              <a:rPr lang="en-US" sz="2600" dirty="0"/>
              <a:t>Tools: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Jira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359571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000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dirty="0"/>
              <a:t>Rules: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Zero documentation is recipe for failure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Documenting everything is waste of time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Write-only documents are prohibited</a:t>
            </a:r>
          </a:p>
          <a:p>
            <a:pPr marL="0" indent="0">
              <a:buNone/>
            </a:pPr>
            <a:r>
              <a:rPr lang="en-US" sz="2600" dirty="0"/>
              <a:t>Documentation levels and protocols: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Confluence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Jira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Google drive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/>
              <a:t>In-code</a:t>
            </a:r>
          </a:p>
        </p:txBody>
      </p:sp>
    </p:spTree>
    <p:extLst>
      <p:ext uri="{BB962C8B-B14F-4D97-AF65-F5344CB8AC3E}">
        <p14:creationId xmlns:p14="http://schemas.microsoft.com/office/powerpoint/2010/main" val="4238492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7668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200" dirty="0"/>
              <a:t>In order to avoid deployment confusion, it is vital to keep the environment consistent.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Developer’s machine: frequently changed (without notice)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Test serer: frequently reset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Demo server: periodically reset, production clone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Production server: most stable, 24/7/365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Virtualization (VMWare/VirtualBox) vs Containerization (Docker)</a:t>
            </a:r>
          </a:p>
        </p:txBody>
      </p:sp>
    </p:spTree>
    <p:extLst>
      <p:ext uri="{BB962C8B-B14F-4D97-AF65-F5344CB8AC3E}">
        <p14:creationId xmlns:p14="http://schemas.microsoft.com/office/powerpoint/2010/main" val="1281583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Sprint, Sprint Planning and Retrospective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76689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Sprint planning is a team meeting with mandatory attendance. The team decides what gets done in coming sprint.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Two to three-week long sprints, starting on Tuesdays and ending on Fridays.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Once a sprint starts, the objectives cannot change.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Sprint retrospective talks about what we’ve achieved and lessons learnt.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Outcome of a sprint is a working version of software.</a:t>
            </a:r>
          </a:p>
        </p:txBody>
      </p:sp>
    </p:spTree>
    <p:extLst>
      <p:ext uri="{BB962C8B-B14F-4D97-AF65-F5344CB8AC3E}">
        <p14:creationId xmlns:p14="http://schemas.microsoft.com/office/powerpoint/2010/main" val="344023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6B16355-27FB-445B-B646-02AB73637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77212" y="634946"/>
            <a:ext cx="3372529" cy="5055904"/>
          </a:xfrm>
        </p:spPr>
        <p:txBody>
          <a:bodyPr anchor="ctr">
            <a:normAutofit/>
          </a:bodyPr>
          <a:lstStyle/>
          <a:p>
            <a:r>
              <a:rPr lang="en-US" dirty="0"/>
              <a:t>In a nutshell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DA680F-F6AC-453E-A8BF-C5BDED285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6978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B3BF2E5-C3AB-441F-A430-491119C56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07C90B-B81A-473B-8919-CA924E61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08CA6228-5E11-4687-B2B9-29857019D1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0910680"/>
              </p:ext>
            </p:extLst>
          </p:nvPr>
        </p:nvGraphicFramePr>
        <p:xfrm>
          <a:off x="633413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0877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of </a:t>
            </a:r>
            <a:r>
              <a:rPr lang="en-US"/>
              <a:t>Software Companies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7668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200" dirty="0">
              <a:hlinkClick r:id="rId2"/>
            </a:endParaRPr>
          </a:p>
          <a:p>
            <a:pPr marL="0" indent="0" algn="ctr">
              <a:buNone/>
            </a:pPr>
            <a:r>
              <a:rPr lang="en-US" sz="3200" dirty="0">
                <a:hlinkClick r:id="rId2"/>
              </a:rPr>
              <a:t>Continuous Delivery Maturity Model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02431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977461"/>
              </p:ext>
            </p:extLst>
          </p:nvPr>
        </p:nvGraphicFramePr>
        <p:xfrm>
          <a:off x="0" y="-1"/>
          <a:ext cx="12192000" cy="6858000"/>
        </p:xfrm>
        <a:graphic>
          <a:graphicData uri="http://schemas.openxmlformats.org/drawingml/2006/table">
            <a:tbl>
              <a:tblPr firstRow="1" firstCol="1" bandRow="1"/>
              <a:tblGrid>
                <a:gridCol w="1385011">
                  <a:extLst>
                    <a:ext uri="{9D8B030D-6E8A-4147-A177-3AD203B41FA5}">
                      <a16:colId xmlns:a16="http://schemas.microsoft.com/office/drawing/2014/main" val="1194771314"/>
                    </a:ext>
                  </a:extLst>
                </a:gridCol>
                <a:gridCol w="2253081">
                  <a:extLst>
                    <a:ext uri="{9D8B030D-6E8A-4147-A177-3AD203B41FA5}">
                      <a16:colId xmlns:a16="http://schemas.microsoft.com/office/drawing/2014/main" val="2311737720"/>
                    </a:ext>
                  </a:extLst>
                </a:gridCol>
                <a:gridCol w="2245766">
                  <a:extLst>
                    <a:ext uri="{9D8B030D-6E8A-4147-A177-3AD203B41FA5}">
                      <a16:colId xmlns:a16="http://schemas.microsoft.com/office/drawing/2014/main" val="3371668795"/>
                    </a:ext>
                  </a:extLst>
                </a:gridCol>
                <a:gridCol w="2128723">
                  <a:extLst>
                    <a:ext uri="{9D8B030D-6E8A-4147-A177-3AD203B41FA5}">
                      <a16:colId xmlns:a16="http://schemas.microsoft.com/office/drawing/2014/main" val="891231575"/>
                    </a:ext>
                  </a:extLst>
                </a:gridCol>
                <a:gridCol w="2196999">
                  <a:extLst>
                    <a:ext uri="{9D8B030D-6E8A-4147-A177-3AD203B41FA5}">
                      <a16:colId xmlns:a16="http://schemas.microsoft.com/office/drawing/2014/main" val="664965559"/>
                    </a:ext>
                  </a:extLst>
                </a:gridCol>
                <a:gridCol w="1982420">
                  <a:extLst>
                    <a:ext uri="{9D8B030D-6E8A-4147-A177-3AD203B41FA5}">
                      <a16:colId xmlns:a16="http://schemas.microsoft.com/office/drawing/2014/main" val="1845050825"/>
                    </a:ext>
                  </a:extLst>
                </a:gridCol>
              </a:tblGrid>
              <a:tr h="21709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Culture &amp; Organization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Design &amp; Architecture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Build &amp; Deploy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Quality Assurance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Reporting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234765"/>
                  </a:ext>
                </a:extLst>
              </a:tr>
              <a:tr h="105581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Baseline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Defined process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Prioritize client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WBS and predefined timelines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Consolidated technologies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Modular architecture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Versioned code base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Scripted builds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Documented manual deployments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Automated unit tests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Separate testing environment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Issue tracking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Manual reporting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Qualitative quality metrics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93725"/>
                  </a:ext>
                </a:extLst>
              </a:tr>
              <a:tr h="1302548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Beginner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One backlog per team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Adopt basic Agile process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Shared incentives/penalty on success/failure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Version control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DB Change management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Library management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File-based configuration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Scheduled builds (CI)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Dedicated build server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Scripts to automate deployment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Automated integration tests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Code reviews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Automated code analysis reports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Quantitative quality metrics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86486"/>
                  </a:ext>
                </a:extLst>
              </a:tr>
              <a:tr h="211163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Intermediate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Prioritize members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Inter-team collaboration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Common change process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Decentralized decisions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Dedicated Dev &amp; Ops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Introduce performance metrics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Consistent branching structure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Platform-level configuration management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Feature hiding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Integrated issue tracking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Build storage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Manual tagging/versioning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Build once, deploy many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Basic deployment pipeline (CD)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Performance tests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Some automated acceptance tests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Peer code reviews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Traceability built into pipeline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Report history storage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 dashboards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62472"/>
                  </a:ext>
                </a:extLst>
              </a:tr>
              <a:tr h="108545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Advanced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Dedicated specialists for each tool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Continuous improvement (Kaizen/Six Sigma)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Microservice architecture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Artifact management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Zero downtime for deployment (CD)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Institutionalized Build/deploy process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Automated security tests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Disaster recovery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Graphics as a service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Trend analysis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Data mining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81317"/>
                  </a:ext>
                </a:extLst>
              </a:tr>
              <a:tr h="108545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Expert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Prioritize teams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Zero rollbacks, always move forward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 process bypasses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Cross functional teams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 Agile process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Zero touch continuous deployment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Build bakery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Expected business value verification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Continuous optimization of processes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AI-based decision support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792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48506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1098</Words>
  <Application>Microsoft Macintosh PowerPoint</Application>
  <PresentationFormat>Widescreen</PresentationFormat>
  <Paragraphs>230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Calibri</vt:lpstr>
      <vt:lpstr>Calibri Light</vt:lpstr>
      <vt:lpstr>Wingdings</vt:lpstr>
      <vt:lpstr>Retrospect</vt:lpstr>
      <vt:lpstr>Agile Methodology in Practice</vt:lpstr>
      <vt:lpstr>Outlines</vt:lpstr>
      <vt:lpstr>Recap</vt:lpstr>
      <vt:lpstr>A modern Software house</vt:lpstr>
      <vt:lpstr>People</vt:lpstr>
      <vt:lpstr>Process</vt:lpstr>
      <vt:lpstr>Case study – Aao TB Mitao</vt:lpstr>
      <vt:lpstr>An orchestra… of technologies and tools</vt:lpstr>
      <vt:lpstr>Planning</vt:lpstr>
      <vt:lpstr>Version Control</vt:lpstr>
      <vt:lpstr>Build Management</vt:lpstr>
      <vt:lpstr>Versioning</vt:lpstr>
      <vt:lpstr>Automated Testing</vt:lpstr>
      <vt:lpstr>Code Quality</vt:lpstr>
      <vt:lpstr>Issue Tracking</vt:lpstr>
      <vt:lpstr>Documentation</vt:lpstr>
      <vt:lpstr>Deployment</vt:lpstr>
      <vt:lpstr>Sprint, Sprint Planning and Retrospective</vt:lpstr>
      <vt:lpstr>In a nutshell</vt:lpstr>
      <vt:lpstr>Classes of Software Companies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Methodology in Practice</dc:title>
  <dc:creator>Owais Ahmed</dc:creator>
  <cp:lastModifiedBy>Owais Ahmed</cp:lastModifiedBy>
  <cp:revision>24</cp:revision>
  <dcterms:created xsi:type="dcterms:W3CDTF">2019-07-27T10:39:52Z</dcterms:created>
  <dcterms:modified xsi:type="dcterms:W3CDTF">2024-05-31T08:28:49Z</dcterms:modified>
</cp:coreProperties>
</file>