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0" r:id="rId2"/>
    <p:sldId id="256" r:id="rId3"/>
    <p:sldId id="257" r:id="rId4"/>
    <p:sldId id="263" r:id="rId5"/>
    <p:sldId id="277" r:id="rId6"/>
    <p:sldId id="276" r:id="rId7"/>
    <p:sldId id="274" r:id="rId8"/>
    <p:sldId id="278" r:id="rId9"/>
    <p:sldId id="262" r:id="rId10"/>
    <p:sldId id="266" r:id="rId11"/>
    <p:sldId id="268" r:id="rId12"/>
    <p:sldId id="267" r:id="rId13"/>
    <p:sldId id="280" r:id="rId14"/>
    <p:sldId id="279"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2B7E01-70BD-4222-8935-35615E552959}" v="103" dt="2026-09-17T11:18:56.3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5A8F38CE-09FB-56AA-AC3A-BD6A43DD5B5D}"/>
    <pc:docChg chg="modSld">
      <pc:chgData name="Owais Ahmed" userId="6abc7d4556b3b071" providerId="LiveId" clId="{5A8F38CE-09FB-56AA-AC3A-BD6A43DD5B5D}" dt="2026-09-18T04:47:03.409" v="26" actId="20577"/>
      <pc:docMkLst>
        <pc:docMk/>
      </pc:docMkLst>
      <pc:sldChg chg="modNotesTx">
        <pc:chgData name="Owais Ahmed" userId="6abc7d4556b3b071" providerId="LiveId" clId="{5A8F38CE-09FB-56AA-AC3A-BD6A43DD5B5D}" dt="2026-09-18T04:42:30.940" v="3" actId="20577"/>
        <pc:sldMkLst>
          <pc:docMk/>
          <pc:sldMk cId="0" sldId="260"/>
        </pc:sldMkLst>
      </pc:sldChg>
      <pc:sldChg chg="modNotesTx">
        <pc:chgData name="Owais Ahmed" userId="6abc7d4556b3b071" providerId="LiveId" clId="{5A8F38CE-09FB-56AA-AC3A-BD6A43DD5B5D}" dt="2026-09-18T04:47:03.409" v="26" actId="20577"/>
        <pc:sldMkLst>
          <pc:docMk/>
          <pc:sldMk cId="0" sldId="263"/>
        </pc:sldMkLst>
      </pc:sldChg>
    </pc:docChg>
  </pc:docChgLst>
  <pc:docChgLst>
    <pc:chgData name="Owais Ahmed" userId="6abc7d4556b3b071" providerId="LiveId" clId="{D0A51F83-B713-4A4D-8105-C75936B8E1D2}"/>
    <pc:docChg chg="undo redo custSel addSld delSld modSld sldOrd">
      <pc:chgData name="Owais Ahmed" userId="6abc7d4556b3b071" providerId="LiveId" clId="{D0A51F83-B713-4A4D-8105-C75936B8E1D2}" dt="2026-09-17T11:18:56.371" v="9250" actId="20577"/>
      <pc:docMkLst>
        <pc:docMk/>
      </pc:docMkLst>
      <pc:sldChg chg="addSp delSp modSp mod modAnim modNotesTx">
        <pc:chgData name="Owais Ahmed" userId="6abc7d4556b3b071" providerId="LiveId" clId="{D0A51F83-B713-4A4D-8105-C75936B8E1D2}" dt="2026-09-17T06:58:07.711" v="9132" actId="20577"/>
        <pc:sldMkLst>
          <pc:docMk/>
          <pc:sldMk cId="0" sldId="256"/>
        </pc:sldMkLst>
        <pc:spChg chg="mod">
          <ac:chgData name="Owais Ahmed" userId="6abc7d4556b3b071" providerId="LiveId" clId="{D0A51F83-B713-4A4D-8105-C75936B8E1D2}" dt="2026-08-24T08:27:10.197" v="4303" actId="20577"/>
          <ac:spMkLst>
            <pc:docMk/>
            <pc:sldMk cId="0" sldId="256"/>
            <ac:spMk id="10" creationId="{00000000-0000-0000-0000-000000000000}"/>
          </ac:spMkLst>
        </pc:spChg>
        <pc:spChg chg="mod">
          <ac:chgData name="Owais Ahmed" userId="6abc7d4556b3b071" providerId="LiveId" clId="{D0A51F83-B713-4A4D-8105-C75936B8E1D2}" dt="2026-09-17T06:57:40.279" v="9122" actId="20577"/>
          <ac:spMkLst>
            <pc:docMk/>
            <pc:sldMk cId="0" sldId="256"/>
            <ac:spMk id="13" creationId="{00000000-0000-0000-0000-000000000000}"/>
          </ac:spMkLst>
        </pc:spChg>
        <pc:spChg chg="mod">
          <ac:chgData name="Owais Ahmed" userId="6abc7d4556b3b071" providerId="LiveId" clId="{D0A51F83-B713-4A4D-8105-C75936B8E1D2}" dt="2026-09-17T06:58:04.391" v="9124" actId="20577"/>
          <ac:spMkLst>
            <pc:docMk/>
            <pc:sldMk cId="0" sldId="256"/>
            <ac:spMk id="14" creationId="{00000000-0000-0000-0000-000000000000}"/>
          </ac:spMkLst>
        </pc:spChg>
        <pc:spChg chg="mod">
          <ac:chgData name="Owais Ahmed" userId="6abc7d4556b3b071" providerId="LiveId" clId="{D0A51F83-B713-4A4D-8105-C75936B8E1D2}" dt="2026-09-17T06:58:07.711" v="9132" actId="20577"/>
          <ac:spMkLst>
            <pc:docMk/>
            <pc:sldMk cId="0" sldId="256"/>
            <ac:spMk id="15" creationId="{00000000-0000-0000-0000-000000000000}"/>
          </ac:spMkLst>
        </pc:spChg>
        <pc:spChg chg="mod">
          <ac:chgData name="Owais Ahmed" userId="6abc7d4556b3b071" providerId="LiveId" clId="{D0A51F83-B713-4A4D-8105-C75936B8E1D2}" dt="2026-09-17T06:32:02.909" v="8327" actId="20577"/>
          <ac:spMkLst>
            <pc:docMk/>
            <pc:sldMk cId="0" sldId="256"/>
            <ac:spMk id="16" creationId="{00000000-0000-0000-0000-000000000000}"/>
          </ac:spMkLst>
        </pc:spChg>
        <pc:spChg chg="mod">
          <ac:chgData name="Owais Ahmed" userId="6abc7d4556b3b071" providerId="LiveId" clId="{D0A51F83-B713-4A4D-8105-C75936B8E1D2}" dt="2026-08-24T08:29:13.620" v="4321" actId="20577"/>
          <ac:spMkLst>
            <pc:docMk/>
            <pc:sldMk cId="0" sldId="256"/>
            <ac:spMk id="18" creationId="{00000000-0000-0000-0000-000000000000}"/>
          </ac:spMkLst>
        </pc:spChg>
        <pc:spChg chg="mod">
          <ac:chgData name="Owais Ahmed" userId="6abc7d4556b3b071" providerId="LiveId" clId="{D0A51F83-B713-4A4D-8105-C75936B8E1D2}" dt="2026-08-24T08:29:22.220" v="4341" actId="20577"/>
          <ac:spMkLst>
            <pc:docMk/>
            <pc:sldMk cId="0" sldId="256"/>
            <ac:spMk id="19" creationId="{00000000-0000-0000-0000-000000000000}"/>
          </ac:spMkLst>
        </pc:spChg>
        <pc:spChg chg="add del">
          <ac:chgData name="Owais Ahmed" userId="6abc7d4556b3b071" providerId="LiveId" clId="{D0A51F83-B713-4A4D-8105-C75936B8E1D2}" dt="2026-09-17T06:56:16.123" v="9094" actId="22"/>
          <ac:spMkLst>
            <pc:docMk/>
            <pc:sldMk cId="0" sldId="256"/>
            <ac:spMk id="26" creationId="{9309A457-33D7-F562-7BC7-B886AD4C4E29}"/>
          </ac:spMkLst>
        </pc:spChg>
        <pc:spChg chg="add mod">
          <ac:chgData name="Owais Ahmed" userId="6abc7d4556b3b071" providerId="LiveId" clId="{D0A51F83-B713-4A4D-8105-C75936B8E1D2}" dt="2026-09-17T06:57:17.247" v="9117" actId="1076"/>
          <ac:spMkLst>
            <pc:docMk/>
            <pc:sldMk cId="0" sldId="256"/>
            <ac:spMk id="29" creationId="{EE1B74F9-876F-2483-97FD-191B7B0F5AD6}"/>
          </ac:spMkLst>
        </pc:spChg>
      </pc:sldChg>
      <pc:sldChg chg="del modNotesTx">
        <pc:chgData name="Owais Ahmed" userId="6abc7d4556b3b071" providerId="LiveId" clId="{D0A51F83-B713-4A4D-8105-C75936B8E1D2}" dt="2026-09-17T04:15:01.799" v="4343" actId="47"/>
        <pc:sldMkLst>
          <pc:docMk/>
          <pc:sldMk cId="0" sldId="258"/>
        </pc:sldMkLst>
      </pc:sldChg>
      <pc:sldChg chg="modSp del modAnim modNotesTx">
        <pc:chgData name="Owais Ahmed" userId="6abc7d4556b3b071" providerId="LiveId" clId="{D0A51F83-B713-4A4D-8105-C75936B8E1D2}" dt="2026-09-17T04:15:02.767" v="4344" actId="47"/>
        <pc:sldMkLst>
          <pc:docMk/>
          <pc:sldMk cId="0" sldId="259"/>
        </pc:sldMkLst>
      </pc:sldChg>
      <pc:sldChg chg="modSp mod ord">
        <pc:chgData name="Owais Ahmed" userId="6abc7d4556b3b071" providerId="LiveId" clId="{D0A51F83-B713-4A4D-8105-C75936B8E1D2}" dt="2026-09-17T04:33:23.738" v="4450" actId="20577"/>
        <pc:sldMkLst>
          <pc:docMk/>
          <pc:sldMk cId="0" sldId="260"/>
        </pc:sldMkLst>
        <pc:spChg chg="mod">
          <ac:chgData name="Owais Ahmed" userId="6abc7d4556b3b071" providerId="LiveId" clId="{D0A51F83-B713-4A4D-8105-C75936B8E1D2}" dt="2026-09-17T04:17:15.317" v="4391" actId="20577"/>
          <ac:spMkLst>
            <pc:docMk/>
            <pc:sldMk cId="0" sldId="260"/>
            <ac:spMk id="2" creationId="{00000000-0000-0000-0000-000000000000}"/>
          </ac:spMkLst>
        </pc:spChg>
        <pc:spChg chg="mod">
          <ac:chgData name="Owais Ahmed" userId="6abc7d4556b3b071" providerId="LiveId" clId="{D0A51F83-B713-4A4D-8105-C75936B8E1D2}" dt="2026-09-17T04:33:23.738" v="4450" actId="20577"/>
          <ac:spMkLst>
            <pc:docMk/>
            <pc:sldMk cId="0" sldId="260"/>
            <ac:spMk id="3" creationId="{00000000-0000-0000-0000-000000000000}"/>
          </ac:spMkLst>
        </pc:spChg>
      </pc:sldChg>
      <pc:sldChg chg="del">
        <pc:chgData name="Owais Ahmed" userId="6abc7d4556b3b071" providerId="LiveId" clId="{D0A51F83-B713-4A4D-8105-C75936B8E1D2}" dt="2026-09-17T04:34:09.384" v="4451" actId="47"/>
        <pc:sldMkLst>
          <pc:docMk/>
          <pc:sldMk cId="0" sldId="261"/>
        </pc:sldMkLst>
      </pc:sldChg>
      <pc:sldChg chg="modSp mod modNotesTx">
        <pc:chgData name="Owais Ahmed" userId="6abc7d4556b3b071" providerId="LiveId" clId="{D0A51F83-B713-4A4D-8105-C75936B8E1D2}" dt="2026-09-17T06:30:21.534" v="8303" actId="20577"/>
        <pc:sldMkLst>
          <pc:docMk/>
          <pc:sldMk cId="0" sldId="262"/>
        </pc:sldMkLst>
        <pc:spChg chg="mod">
          <ac:chgData name="Owais Ahmed" userId="6abc7d4556b3b071" providerId="LiveId" clId="{D0A51F83-B713-4A4D-8105-C75936B8E1D2}" dt="2026-09-17T04:15:30.944" v="4345" actId="20577"/>
          <ac:spMkLst>
            <pc:docMk/>
            <pc:sldMk cId="0" sldId="262"/>
            <ac:spMk id="6" creationId="{00000000-0000-0000-0000-000000000000}"/>
          </ac:spMkLst>
        </pc:spChg>
        <pc:spChg chg="mod">
          <ac:chgData name="Owais Ahmed" userId="6abc7d4556b3b071" providerId="LiveId" clId="{D0A51F83-B713-4A4D-8105-C75936B8E1D2}" dt="2026-09-17T04:15:35.799" v="4346" actId="20577"/>
          <ac:spMkLst>
            <pc:docMk/>
            <pc:sldMk cId="0" sldId="262"/>
            <ac:spMk id="13" creationId="{00000000-0000-0000-0000-000000000000}"/>
          </ac:spMkLst>
        </pc:spChg>
        <pc:spChg chg="mod">
          <ac:chgData name="Owais Ahmed" userId="6abc7d4556b3b071" providerId="LiveId" clId="{D0A51F83-B713-4A4D-8105-C75936B8E1D2}" dt="2026-09-17T04:15:53.790" v="4349" actId="14100"/>
          <ac:spMkLst>
            <pc:docMk/>
            <pc:sldMk cId="0" sldId="262"/>
            <ac:spMk id="14" creationId="{00000000-0000-0000-0000-000000000000}"/>
          </ac:spMkLst>
        </pc:spChg>
      </pc:sldChg>
      <pc:sldChg chg="addSp delSp modSp mod ord addAnim delAnim modAnim modNotesTx">
        <pc:chgData name="Owais Ahmed" userId="6abc7d4556b3b071" providerId="LiveId" clId="{D0A51F83-B713-4A4D-8105-C75936B8E1D2}" dt="2026-09-17T06:33:13.505" v="8334"/>
        <pc:sldMkLst>
          <pc:docMk/>
          <pc:sldMk cId="0" sldId="263"/>
        </pc:sldMkLst>
        <pc:spChg chg="mod">
          <ac:chgData name="Owais Ahmed" userId="6abc7d4556b3b071" providerId="LiveId" clId="{D0A51F83-B713-4A4D-8105-C75936B8E1D2}" dt="2026-09-17T04:34:57.846" v="4490" actId="20577"/>
          <ac:spMkLst>
            <pc:docMk/>
            <pc:sldMk cId="0" sldId="263"/>
            <ac:spMk id="2" creationId="{00000000-0000-0000-0000-000000000000}"/>
          </ac:spMkLst>
        </pc:spChg>
        <pc:spChg chg="mod">
          <ac:chgData name="Owais Ahmed" userId="6abc7d4556b3b071" providerId="LiveId" clId="{D0A51F83-B713-4A4D-8105-C75936B8E1D2}" dt="2026-09-17T04:43:25.455" v="4934" actId="6549"/>
          <ac:spMkLst>
            <pc:docMk/>
            <pc:sldMk cId="0" sldId="263"/>
            <ac:spMk id="5" creationId="{00000000-0000-0000-0000-000000000000}"/>
          </ac:spMkLst>
        </pc:spChg>
        <pc:spChg chg="del">
          <ac:chgData name="Owais Ahmed" userId="6abc7d4556b3b071" providerId="LiveId" clId="{D0A51F83-B713-4A4D-8105-C75936B8E1D2}" dt="2026-09-17T04:35:05.826" v="4511" actId="478"/>
          <ac:spMkLst>
            <pc:docMk/>
            <pc:sldMk cId="0" sldId="263"/>
            <ac:spMk id="6" creationId="{00000000-0000-0000-0000-000000000000}"/>
          </ac:spMkLst>
        </pc:spChg>
        <pc:spChg chg="del">
          <ac:chgData name="Owais Ahmed" userId="6abc7d4556b3b071" providerId="LiveId" clId="{D0A51F83-B713-4A4D-8105-C75936B8E1D2}" dt="2026-09-17T04:35:10.644" v="4515" actId="478"/>
          <ac:spMkLst>
            <pc:docMk/>
            <pc:sldMk cId="0" sldId="263"/>
            <ac:spMk id="7" creationId="{00000000-0000-0000-0000-000000000000}"/>
          </ac:spMkLst>
        </pc:spChg>
        <pc:spChg chg="del">
          <ac:chgData name="Owais Ahmed" userId="6abc7d4556b3b071" providerId="LiveId" clId="{D0A51F83-B713-4A4D-8105-C75936B8E1D2}" dt="2026-09-17T04:35:10.644" v="4515" actId="478"/>
          <ac:spMkLst>
            <pc:docMk/>
            <pc:sldMk cId="0" sldId="263"/>
            <ac:spMk id="8" creationId="{00000000-0000-0000-0000-000000000000}"/>
          </ac:spMkLst>
        </pc:spChg>
        <pc:spChg chg="del">
          <ac:chgData name="Owais Ahmed" userId="6abc7d4556b3b071" providerId="LiveId" clId="{D0A51F83-B713-4A4D-8105-C75936B8E1D2}" dt="2026-09-17T04:35:10.644" v="4515" actId="478"/>
          <ac:spMkLst>
            <pc:docMk/>
            <pc:sldMk cId="0" sldId="263"/>
            <ac:spMk id="9" creationId="{00000000-0000-0000-0000-000000000000}"/>
          </ac:spMkLst>
        </pc:spChg>
        <pc:spChg chg="del">
          <ac:chgData name="Owais Ahmed" userId="6abc7d4556b3b071" providerId="LiveId" clId="{D0A51F83-B713-4A4D-8105-C75936B8E1D2}" dt="2026-09-17T04:35:10.644" v="4515" actId="478"/>
          <ac:spMkLst>
            <pc:docMk/>
            <pc:sldMk cId="0" sldId="263"/>
            <ac:spMk id="10" creationId="{00000000-0000-0000-0000-000000000000}"/>
          </ac:spMkLst>
        </pc:spChg>
        <pc:spChg chg="del">
          <ac:chgData name="Owais Ahmed" userId="6abc7d4556b3b071" providerId="LiveId" clId="{D0A51F83-B713-4A4D-8105-C75936B8E1D2}" dt="2026-09-17T04:35:10.644" v="4515" actId="478"/>
          <ac:spMkLst>
            <pc:docMk/>
            <pc:sldMk cId="0" sldId="263"/>
            <ac:spMk id="11" creationId="{00000000-0000-0000-0000-000000000000}"/>
          </ac:spMkLst>
        </pc:spChg>
        <pc:spChg chg="del">
          <ac:chgData name="Owais Ahmed" userId="6abc7d4556b3b071" providerId="LiveId" clId="{D0A51F83-B713-4A4D-8105-C75936B8E1D2}" dt="2026-09-17T04:35:10.644" v="4515" actId="478"/>
          <ac:spMkLst>
            <pc:docMk/>
            <pc:sldMk cId="0" sldId="263"/>
            <ac:spMk id="12" creationId="{00000000-0000-0000-0000-000000000000}"/>
          </ac:spMkLst>
        </pc:spChg>
        <pc:spChg chg="del">
          <ac:chgData name="Owais Ahmed" userId="6abc7d4556b3b071" providerId="LiveId" clId="{D0A51F83-B713-4A4D-8105-C75936B8E1D2}" dt="2026-09-17T04:35:10.644" v="4515" actId="478"/>
          <ac:spMkLst>
            <pc:docMk/>
            <pc:sldMk cId="0" sldId="263"/>
            <ac:spMk id="13" creationId="{00000000-0000-0000-0000-000000000000}"/>
          </ac:spMkLst>
        </pc:spChg>
        <pc:spChg chg="del">
          <ac:chgData name="Owais Ahmed" userId="6abc7d4556b3b071" providerId="LiveId" clId="{D0A51F83-B713-4A4D-8105-C75936B8E1D2}" dt="2026-09-17T04:35:06.911" v="4512" actId="478"/>
          <ac:spMkLst>
            <pc:docMk/>
            <pc:sldMk cId="0" sldId="263"/>
            <ac:spMk id="15" creationId="{00000000-0000-0000-0000-000000000000}"/>
          </ac:spMkLst>
        </pc:spChg>
        <pc:spChg chg="del">
          <ac:chgData name="Owais Ahmed" userId="6abc7d4556b3b071" providerId="LiveId" clId="{D0A51F83-B713-4A4D-8105-C75936B8E1D2}" dt="2026-09-17T04:35:08.112" v="4514" actId="478"/>
          <ac:spMkLst>
            <pc:docMk/>
            <pc:sldMk cId="0" sldId="263"/>
            <ac:spMk id="16" creationId="{00000000-0000-0000-0000-000000000000}"/>
          </ac:spMkLst>
        </pc:spChg>
        <pc:spChg chg="del">
          <ac:chgData name="Owais Ahmed" userId="6abc7d4556b3b071" providerId="LiveId" clId="{D0A51F83-B713-4A4D-8105-C75936B8E1D2}" dt="2026-09-17T04:35:10.644" v="4515" actId="478"/>
          <ac:spMkLst>
            <pc:docMk/>
            <pc:sldMk cId="0" sldId="263"/>
            <ac:spMk id="17" creationId="{00000000-0000-0000-0000-000000000000}"/>
          </ac:spMkLst>
        </pc:spChg>
        <pc:spChg chg="del">
          <ac:chgData name="Owais Ahmed" userId="6abc7d4556b3b071" providerId="LiveId" clId="{D0A51F83-B713-4A4D-8105-C75936B8E1D2}" dt="2026-09-17T04:35:07.551" v="4513" actId="478"/>
          <ac:spMkLst>
            <pc:docMk/>
            <pc:sldMk cId="0" sldId="263"/>
            <ac:spMk id="18" creationId="{00000000-0000-0000-0000-000000000000}"/>
          </ac:spMkLst>
        </pc:spChg>
        <pc:spChg chg="del">
          <ac:chgData name="Owais Ahmed" userId="6abc7d4556b3b071" providerId="LiveId" clId="{D0A51F83-B713-4A4D-8105-C75936B8E1D2}" dt="2026-09-17T04:35:10.644" v="4515" actId="478"/>
          <ac:spMkLst>
            <pc:docMk/>
            <pc:sldMk cId="0" sldId="263"/>
            <ac:spMk id="19" creationId="{00000000-0000-0000-0000-000000000000}"/>
          </ac:spMkLst>
        </pc:spChg>
        <pc:spChg chg="del">
          <ac:chgData name="Owais Ahmed" userId="6abc7d4556b3b071" providerId="LiveId" clId="{D0A51F83-B713-4A4D-8105-C75936B8E1D2}" dt="2026-09-17T04:35:10.644" v="4515" actId="478"/>
          <ac:spMkLst>
            <pc:docMk/>
            <pc:sldMk cId="0" sldId="263"/>
            <ac:spMk id="20" creationId="{00000000-0000-0000-0000-000000000000}"/>
          </ac:spMkLst>
        </pc:spChg>
        <pc:spChg chg="add del mod">
          <ac:chgData name="Owais Ahmed" userId="6abc7d4556b3b071" providerId="LiveId" clId="{D0A51F83-B713-4A4D-8105-C75936B8E1D2}" dt="2026-09-17T04:59:33.563" v="4940" actId="22"/>
          <ac:spMkLst>
            <pc:docMk/>
            <pc:sldMk cId="0" sldId="263"/>
            <ac:spMk id="35" creationId="{44ABF345-CDE7-B074-A5B7-D6B19B641C3D}"/>
          </ac:spMkLst>
        </pc:spChg>
        <pc:spChg chg="add mod">
          <ac:chgData name="Owais Ahmed" userId="6abc7d4556b3b071" providerId="LiveId" clId="{D0A51F83-B713-4A4D-8105-C75936B8E1D2}" dt="2026-09-17T06:32:44.525" v="8331" actId="207"/>
          <ac:spMkLst>
            <pc:docMk/>
            <pc:sldMk cId="0" sldId="263"/>
            <ac:spMk id="40" creationId="{C7647194-0E31-0264-1D4B-64EAC554D8BC}"/>
          </ac:spMkLst>
        </pc:spChg>
        <pc:picChg chg="add del mod">
          <ac:chgData name="Owais Ahmed" userId="6abc7d4556b3b071" providerId="LiveId" clId="{D0A51F83-B713-4A4D-8105-C75936B8E1D2}" dt="2026-09-17T05:06:39.908" v="4967" actId="478"/>
          <ac:picMkLst>
            <pc:docMk/>
            <pc:sldMk cId="0" sldId="263"/>
            <ac:picMk id="23" creationId="{DA0DFE71-2027-436C-2F61-78B8E3E9359E}"/>
          </ac:picMkLst>
        </pc:picChg>
        <pc:picChg chg="add del">
          <ac:chgData name="Owais Ahmed" userId="6abc7d4556b3b071" providerId="LiveId" clId="{D0A51F83-B713-4A4D-8105-C75936B8E1D2}" dt="2026-09-17T04:36:25.438" v="4554" actId="22"/>
          <ac:picMkLst>
            <pc:docMk/>
            <pc:sldMk cId="0" sldId="263"/>
            <ac:picMk id="25" creationId="{2CF08DF1-CAFF-7EBA-8485-56C895618C12}"/>
          </ac:picMkLst>
        </pc:picChg>
        <pc:picChg chg="add del">
          <ac:chgData name="Owais Ahmed" userId="6abc7d4556b3b071" providerId="LiveId" clId="{D0A51F83-B713-4A4D-8105-C75936B8E1D2}" dt="2026-09-17T04:36:28.214" v="4556" actId="22"/>
          <ac:picMkLst>
            <pc:docMk/>
            <pc:sldMk cId="0" sldId="263"/>
            <ac:picMk id="27" creationId="{F47CF10D-5A37-8EE2-FACA-F1FA1ECE2562}"/>
          </ac:picMkLst>
        </pc:picChg>
        <pc:picChg chg="add del mod">
          <ac:chgData name="Owais Ahmed" userId="6abc7d4556b3b071" providerId="LiveId" clId="{D0A51F83-B713-4A4D-8105-C75936B8E1D2}" dt="2026-09-17T05:06:38.165" v="4966" actId="478"/>
          <ac:picMkLst>
            <pc:docMk/>
            <pc:sldMk cId="0" sldId="263"/>
            <ac:picMk id="29" creationId="{1F506491-170F-9E8A-83C5-C9E9D4FB3BE4}"/>
          </ac:picMkLst>
        </pc:picChg>
        <pc:picChg chg="add del mod">
          <ac:chgData name="Owais Ahmed" userId="6abc7d4556b3b071" providerId="LiveId" clId="{D0A51F83-B713-4A4D-8105-C75936B8E1D2}" dt="2026-09-17T05:06:37.787" v="4965" actId="478"/>
          <ac:picMkLst>
            <pc:docMk/>
            <pc:sldMk cId="0" sldId="263"/>
            <ac:picMk id="31" creationId="{8DACD193-40E1-A745-DB72-18878065D778}"/>
          </ac:picMkLst>
        </pc:picChg>
        <pc:picChg chg="add del mod">
          <ac:chgData name="Owais Ahmed" userId="6abc7d4556b3b071" providerId="LiveId" clId="{D0A51F83-B713-4A4D-8105-C75936B8E1D2}" dt="2026-09-17T05:06:37.396" v="4964" actId="478"/>
          <ac:picMkLst>
            <pc:docMk/>
            <pc:sldMk cId="0" sldId="263"/>
            <ac:picMk id="33" creationId="{5F0F2FF5-9B9C-EE82-0A8C-C27ADE6D602C}"/>
          </ac:picMkLst>
        </pc:picChg>
        <pc:picChg chg="add del mod">
          <ac:chgData name="Owais Ahmed" userId="6abc7d4556b3b071" providerId="LiveId" clId="{D0A51F83-B713-4A4D-8105-C75936B8E1D2}" dt="2026-09-17T05:06:37.044" v="4963" actId="478"/>
          <ac:picMkLst>
            <pc:docMk/>
            <pc:sldMk cId="0" sldId="263"/>
            <ac:picMk id="37" creationId="{B929EFCB-14EB-E6B3-23CC-E5BAF9D62DB4}"/>
          </ac:picMkLst>
        </pc:picChg>
        <pc:picChg chg="add del mod">
          <ac:chgData name="Owais Ahmed" userId="6abc7d4556b3b071" providerId="LiveId" clId="{D0A51F83-B713-4A4D-8105-C75936B8E1D2}" dt="2026-09-17T05:05:53.996" v="4961" actId="478"/>
          <ac:picMkLst>
            <pc:docMk/>
            <pc:sldMk cId="0" sldId="263"/>
            <ac:picMk id="39" creationId="{9436D6AF-20A6-6920-7F05-C7C9FAF1F2B9}"/>
          </ac:picMkLst>
        </pc:picChg>
      </pc:sldChg>
      <pc:sldChg chg="del">
        <pc:chgData name="Owais Ahmed" userId="6abc7d4556b3b071" providerId="LiveId" clId="{D0A51F83-B713-4A4D-8105-C75936B8E1D2}" dt="2026-09-17T06:43:29.106" v="8570" actId="47"/>
        <pc:sldMkLst>
          <pc:docMk/>
          <pc:sldMk cId="0" sldId="264"/>
        </pc:sldMkLst>
      </pc:sldChg>
      <pc:sldChg chg="del">
        <pc:chgData name="Owais Ahmed" userId="6abc7d4556b3b071" providerId="LiveId" clId="{D0A51F83-B713-4A4D-8105-C75936B8E1D2}" dt="2026-09-17T06:43:25.732" v="8568" actId="47"/>
        <pc:sldMkLst>
          <pc:docMk/>
          <pc:sldMk cId="0" sldId="265"/>
        </pc:sldMkLst>
      </pc:sldChg>
      <pc:sldChg chg="ord">
        <pc:chgData name="Owais Ahmed" userId="6abc7d4556b3b071" providerId="LiveId" clId="{D0A51F83-B713-4A4D-8105-C75936B8E1D2}" dt="2026-09-17T06:42:30.798" v="8565"/>
        <pc:sldMkLst>
          <pc:docMk/>
          <pc:sldMk cId="0" sldId="266"/>
        </pc:sldMkLst>
      </pc:sldChg>
      <pc:sldChg chg="addSp delSp modSp mod ord modAnim modNotesTx">
        <pc:chgData name="Owais Ahmed" userId="6abc7d4556b3b071" providerId="LiveId" clId="{D0A51F83-B713-4A4D-8105-C75936B8E1D2}" dt="2026-09-17T06:42:44.166" v="8567"/>
        <pc:sldMkLst>
          <pc:docMk/>
          <pc:sldMk cId="0" sldId="267"/>
        </pc:sldMkLst>
        <pc:spChg chg="add mod">
          <ac:chgData name="Owais Ahmed" userId="6abc7d4556b3b071" providerId="LiveId" clId="{D0A51F83-B713-4A4D-8105-C75936B8E1D2}" dt="2026-09-17T06:41:35.812" v="8562" actId="6549"/>
          <ac:spMkLst>
            <pc:docMk/>
            <pc:sldMk cId="0" sldId="267"/>
            <ac:spMk id="3" creationId="{D7809FB1-F3E5-F85B-3F11-8972E3102581}"/>
          </ac:spMkLst>
        </pc:spChg>
        <pc:spChg chg="mod">
          <ac:chgData name="Owais Ahmed" userId="6abc7d4556b3b071" providerId="LiveId" clId="{D0A51F83-B713-4A4D-8105-C75936B8E1D2}" dt="2026-09-17T04:16:24.829" v="4359" actId="20577"/>
          <ac:spMkLst>
            <pc:docMk/>
            <pc:sldMk cId="0" sldId="267"/>
            <ac:spMk id="5" creationId="{00000000-0000-0000-0000-000000000000}"/>
          </ac:spMkLst>
        </pc:spChg>
        <pc:spChg chg="del mod">
          <ac:chgData name="Owais Ahmed" userId="6abc7d4556b3b071" providerId="LiveId" clId="{D0A51F83-B713-4A4D-8105-C75936B8E1D2}" dt="2026-09-17T06:39:44.310" v="8527" actId="478"/>
          <ac:spMkLst>
            <pc:docMk/>
            <pc:sldMk cId="0" sldId="267"/>
            <ac:spMk id="43" creationId="{DAC25F38-86A9-D4CB-41CB-99AE44238BA1}"/>
          </ac:spMkLst>
        </pc:spChg>
      </pc:sldChg>
      <pc:sldChg chg="delSp modSp mod ord modNotesTx">
        <pc:chgData name="Owais Ahmed" userId="6abc7d4556b3b071" providerId="LiveId" clId="{D0A51F83-B713-4A4D-8105-C75936B8E1D2}" dt="2026-09-17T06:43:56.994" v="8581" actId="14100"/>
        <pc:sldMkLst>
          <pc:docMk/>
          <pc:sldMk cId="0" sldId="268"/>
        </pc:sldMkLst>
        <pc:spChg chg="mod">
          <ac:chgData name="Owais Ahmed" userId="6abc7d4556b3b071" providerId="LiveId" clId="{D0A51F83-B713-4A4D-8105-C75936B8E1D2}" dt="2026-09-17T06:43:45.411" v="8579" actId="20577"/>
          <ac:spMkLst>
            <pc:docMk/>
            <pc:sldMk cId="0" sldId="268"/>
            <ac:spMk id="3" creationId="{00000000-0000-0000-0000-000000000000}"/>
          </ac:spMkLst>
        </pc:spChg>
        <pc:spChg chg="mod">
          <ac:chgData name="Owais Ahmed" userId="6abc7d4556b3b071" providerId="LiveId" clId="{D0A51F83-B713-4A4D-8105-C75936B8E1D2}" dt="2026-09-17T06:43:56.994" v="8581" actId="14100"/>
          <ac:spMkLst>
            <pc:docMk/>
            <pc:sldMk cId="0" sldId="268"/>
            <ac:spMk id="4" creationId="{00000000-0000-0000-0000-000000000000}"/>
          </ac:spMkLst>
        </pc:spChg>
      </pc:sldChg>
      <pc:sldChg chg="modSp del mod">
        <pc:chgData name="Owais Ahmed" userId="6abc7d4556b3b071" providerId="LiveId" clId="{D0A51F83-B713-4A4D-8105-C75936B8E1D2}" dt="2026-09-17T06:46:09.210" v="8723" actId="47"/>
        <pc:sldMkLst>
          <pc:docMk/>
          <pc:sldMk cId="0" sldId="269"/>
        </pc:sldMkLst>
        <pc:spChg chg="mod">
          <ac:chgData name="Owais Ahmed" userId="6abc7d4556b3b071" providerId="LiveId" clId="{D0A51F83-B713-4A4D-8105-C75936B8E1D2}" dt="2026-09-17T06:45:51.121" v="8721" actId="20577"/>
          <ac:spMkLst>
            <pc:docMk/>
            <pc:sldMk cId="0" sldId="269"/>
            <ac:spMk id="2" creationId="{00000000-0000-0000-0000-000000000000}"/>
          </ac:spMkLst>
        </pc:spChg>
      </pc:sldChg>
      <pc:sldChg chg="addSp delSp modSp mod addAnim delAnim modAnim modNotesTx">
        <pc:chgData name="Owais Ahmed" userId="6abc7d4556b3b071" providerId="LiveId" clId="{D0A51F83-B713-4A4D-8105-C75936B8E1D2}" dt="2026-09-17T06:33:57.104" v="8346"/>
        <pc:sldMkLst>
          <pc:docMk/>
          <pc:sldMk cId="2435030600" sldId="274"/>
        </pc:sldMkLst>
        <pc:spChg chg="mod">
          <ac:chgData name="Owais Ahmed" userId="6abc7d4556b3b071" providerId="LiveId" clId="{D0A51F83-B713-4A4D-8105-C75936B8E1D2}" dt="2026-09-17T06:06:15.434" v="8272" actId="20577"/>
          <ac:spMkLst>
            <pc:docMk/>
            <pc:sldMk cId="2435030600" sldId="274"/>
            <ac:spMk id="5" creationId="{C6A05301-6A46-6AA4-4298-EB08CFC6698D}"/>
          </ac:spMkLst>
        </pc:spChg>
        <pc:spChg chg="add mod">
          <ac:chgData name="Owais Ahmed" userId="6abc7d4556b3b071" providerId="LiveId" clId="{D0A51F83-B713-4A4D-8105-C75936B8E1D2}" dt="2026-09-17T06:31:41.390" v="8317" actId="113"/>
          <ac:spMkLst>
            <pc:docMk/>
            <pc:sldMk cId="2435030600" sldId="274"/>
            <ac:spMk id="7" creationId="{1C2E28B5-0FDD-54E8-C8E5-BFFEACF71E9C}"/>
          </ac:spMkLst>
        </pc:spChg>
        <pc:spChg chg="del">
          <ac:chgData name="Owais Ahmed" userId="6abc7d4556b3b071" providerId="LiveId" clId="{D0A51F83-B713-4A4D-8105-C75936B8E1D2}" dt="2026-09-17T05:47:14.771" v="7402" actId="478"/>
          <ac:spMkLst>
            <pc:docMk/>
            <pc:sldMk cId="2435030600" sldId="274"/>
            <ac:spMk id="36" creationId="{9D8D686E-90C5-38A9-AEC0-1428DD7A1137}"/>
          </ac:spMkLst>
        </pc:spChg>
        <pc:spChg chg="del">
          <ac:chgData name="Owais Ahmed" userId="6abc7d4556b3b071" providerId="LiveId" clId="{D0A51F83-B713-4A4D-8105-C75936B8E1D2}" dt="2026-09-17T05:47:15.651" v="7403" actId="478"/>
          <ac:spMkLst>
            <pc:docMk/>
            <pc:sldMk cId="2435030600" sldId="274"/>
            <ac:spMk id="38" creationId="{0AC04678-5C7E-AE94-0BDD-B5437F0777E3}"/>
          </ac:spMkLst>
        </pc:spChg>
        <pc:spChg chg="del">
          <ac:chgData name="Owais Ahmed" userId="6abc7d4556b3b071" providerId="LiveId" clId="{D0A51F83-B713-4A4D-8105-C75936B8E1D2}" dt="2026-09-17T05:47:16.781" v="7404" actId="478"/>
          <ac:spMkLst>
            <pc:docMk/>
            <pc:sldMk cId="2435030600" sldId="274"/>
            <ac:spMk id="40" creationId="{8407B28B-AD31-EB7C-C3D9-FEE79C233FE3}"/>
          </ac:spMkLst>
        </pc:spChg>
        <pc:spChg chg="del mod">
          <ac:chgData name="Owais Ahmed" userId="6abc7d4556b3b071" providerId="LiveId" clId="{D0A51F83-B713-4A4D-8105-C75936B8E1D2}" dt="2026-09-17T05:47:19.395" v="7406" actId="478"/>
          <ac:spMkLst>
            <pc:docMk/>
            <pc:sldMk cId="2435030600" sldId="274"/>
            <ac:spMk id="48" creationId="{E0B1B274-B298-0703-BE2E-FCAF0DF6401C}"/>
          </ac:spMkLst>
        </pc:spChg>
        <pc:spChg chg="del mod">
          <ac:chgData name="Owais Ahmed" userId="6abc7d4556b3b071" providerId="LiveId" clId="{D0A51F83-B713-4A4D-8105-C75936B8E1D2}" dt="2026-09-17T05:55:18.540" v="7482" actId="478"/>
          <ac:spMkLst>
            <pc:docMk/>
            <pc:sldMk cId="2435030600" sldId="274"/>
            <ac:spMk id="50" creationId="{67B2F628-1E87-CA36-4DD7-494F5D69ECF2}"/>
          </ac:spMkLst>
        </pc:spChg>
        <pc:spChg chg="del mod">
          <ac:chgData name="Owais Ahmed" userId="6abc7d4556b3b071" providerId="LiveId" clId="{D0A51F83-B713-4A4D-8105-C75936B8E1D2}" dt="2026-09-17T05:55:21.172" v="7483" actId="478"/>
          <ac:spMkLst>
            <pc:docMk/>
            <pc:sldMk cId="2435030600" sldId="274"/>
            <ac:spMk id="52" creationId="{1B43F38C-04BA-B18A-DA91-8C310014EAFD}"/>
          </ac:spMkLst>
        </pc:spChg>
        <pc:spChg chg="del mod">
          <ac:chgData name="Owais Ahmed" userId="6abc7d4556b3b071" providerId="LiveId" clId="{D0A51F83-B713-4A4D-8105-C75936B8E1D2}" dt="2026-09-17T05:55:21.172" v="7483" actId="478"/>
          <ac:spMkLst>
            <pc:docMk/>
            <pc:sldMk cId="2435030600" sldId="274"/>
            <ac:spMk id="54" creationId="{2C59EDEA-E565-CDB3-084C-4CA00049AA9D}"/>
          </ac:spMkLst>
        </pc:spChg>
        <pc:spChg chg="del mod">
          <ac:chgData name="Owais Ahmed" userId="6abc7d4556b3b071" providerId="LiveId" clId="{D0A51F83-B713-4A4D-8105-C75936B8E1D2}" dt="2026-09-17T05:55:21.172" v="7483" actId="478"/>
          <ac:spMkLst>
            <pc:docMk/>
            <pc:sldMk cId="2435030600" sldId="274"/>
            <ac:spMk id="56" creationId="{34A379A9-A4D0-2C82-A837-B1FAADC84A8F}"/>
          </ac:spMkLst>
        </pc:spChg>
        <pc:spChg chg="del mod">
          <ac:chgData name="Owais Ahmed" userId="6abc7d4556b3b071" providerId="LiveId" clId="{D0A51F83-B713-4A4D-8105-C75936B8E1D2}" dt="2026-09-17T05:55:21.172" v="7483" actId="478"/>
          <ac:spMkLst>
            <pc:docMk/>
            <pc:sldMk cId="2435030600" sldId="274"/>
            <ac:spMk id="58" creationId="{5B3E77A6-5F52-E5BB-7A36-C4462BEEF8EE}"/>
          </ac:spMkLst>
        </pc:spChg>
        <pc:spChg chg="del mod">
          <ac:chgData name="Owais Ahmed" userId="6abc7d4556b3b071" providerId="LiveId" clId="{D0A51F83-B713-4A4D-8105-C75936B8E1D2}" dt="2026-09-17T05:55:21.172" v="7483" actId="478"/>
          <ac:spMkLst>
            <pc:docMk/>
            <pc:sldMk cId="2435030600" sldId="274"/>
            <ac:spMk id="62" creationId="{B2282A73-3AB6-D296-31E5-80382AB7B3C6}"/>
          </ac:spMkLst>
        </pc:spChg>
        <pc:spChg chg="del mod">
          <ac:chgData name="Owais Ahmed" userId="6abc7d4556b3b071" providerId="LiveId" clId="{D0A51F83-B713-4A4D-8105-C75936B8E1D2}" dt="2026-09-17T05:55:21.172" v="7483" actId="478"/>
          <ac:spMkLst>
            <pc:docMk/>
            <pc:sldMk cId="2435030600" sldId="274"/>
            <ac:spMk id="64" creationId="{C4060BDA-80A2-B394-01C6-DF493D3B569A}"/>
          </ac:spMkLst>
        </pc:spChg>
        <pc:spChg chg="del mod">
          <ac:chgData name="Owais Ahmed" userId="6abc7d4556b3b071" providerId="LiveId" clId="{D0A51F83-B713-4A4D-8105-C75936B8E1D2}" dt="2026-09-17T05:55:21.172" v="7483" actId="478"/>
          <ac:spMkLst>
            <pc:docMk/>
            <pc:sldMk cId="2435030600" sldId="274"/>
            <ac:spMk id="70" creationId="{3D4836CF-9D40-E0DB-349C-148861CB4C94}"/>
          </ac:spMkLst>
        </pc:spChg>
        <pc:spChg chg="del mod">
          <ac:chgData name="Owais Ahmed" userId="6abc7d4556b3b071" providerId="LiveId" clId="{D0A51F83-B713-4A4D-8105-C75936B8E1D2}" dt="2026-09-17T05:55:21.172" v="7483" actId="478"/>
          <ac:spMkLst>
            <pc:docMk/>
            <pc:sldMk cId="2435030600" sldId="274"/>
            <ac:spMk id="74" creationId="{25987BF8-CE41-E54D-DB98-9B7C87A31F5E}"/>
          </ac:spMkLst>
        </pc:spChg>
        <pc:spChg chg="del mod">
          <ac:chgData name="Owais Ahmed" userId="6abc7d4556b3b071" providerId="LiveId" clId="{D0A51F83-B713-4A4D-8105-C75936B8E1D2}" dt="2026-09-17T05:55:21.172" v="7483" actId="478"/>
          <ac:spMkLst>
            <pc:docMk/>
            <pc:sldMk cId="2435030600" sldId="274"/>
            <ac:spMk id="76" creationId="{48B5BAEE-46A2-9010-5FF3-CEE689785AF6}"/>
          </ac:spMkLst>
        </pc:spChg>
        <pc:spChg chg="del mod">
          <ac:chgData name="Owais Ahmed" userId="6abc7d4556b3b071" providerId="LiveId" clId="{D0A51F83-B713-4A4D-8105-C75936B8E1D2}" dt="2026-09-17T05:55:21.172" v="7483" actId="478"/>
          <ac:spMkLst>
            <pc:docMk/>
            <pc:sldMk cId="2435030600" sldId="274"/>
            <ac:spMk id="78" creationId="{7939B9AA-B757-2B9D-621F-84E0F956F0D0}"/>
          </ac:spMkLst>
        </pc:spChg>
        <pc:spChg chg="del">
          <ac:chgData name="Owais Ahmed" userId="6abc7d4556b3b071" providerId="LiveId" clId="{D0A51F83-B713-4A4D-8105-C75936B8E1D2}" dt="2026-09-17T05:54:55.844" v="7480" actId="478"/>
          <ac:spMkLst>
            <pc:docMk/>
            <pc:sldMk cId="2435030600" sldId="274"/>
            <ac:spMk id="80" creationId="{1EC9E590-D5BD-D49A-D046-557CF08B4C17}"/>
          </ac:spMkLst>
        </pc:spChg>
        <pc:spChg chg="del">
          <ac:chgData name="Owais Ahmed" userId="6abc7d4556b3b071" providerId="LiveId" clId="{D0A51F83-B713-4A4D-8105-C75936B8E1D2}" dt="2026-09-17T05:54:55.844" v="7480" actId="478"/>
          <ac:spMkLst>
            <pc:docMk/>
            <pc:sldMk cId="2435030600" sldId="274"/>
            <ac:spMk id="82" creationId="{3F4E74A9-B2F2-D4A9-EF7B-66FBF835713C}"/>
          </ac:spMkLst>
        </pc:spChg>
        <pc:spChg chg="del">
          <ac:chgData name="Owais Ahmed" userId="6abc7d4556b3b071" providerId="LiveId" clId="{D0A51F83-B713-4A4D-8105-C75936B8E1D2}" dt="2026-09-17T05:54:55.844" v="7480" actId="478"/>
          <ac:spMkLst>
            <pc:docMk/>
            <pc:sldMk cId="2435030600" sldId="274"/>
            <ac:spMk id="84" creationId="{11C49EF8-5D6C-5CB5-CB5E-F6223A3B7726}"/>
          </ac:spMkLst>
        </pc:spChg>
        <pc:spChg chg="del">
          <ac:chgData name="Owais Ahmed" userId="6abc7d4556b3b071" providerId="LiveId" clId="{D0A51F83-B713-4A4D-8105-C75936B8E1D2}" dt="2026-09-17T05:54:55.844" v="7480" actId="478"/>
          <ac:spMkLst>
            <pc:docMk/>
            <pc:sldMk cId="2435030600" sldId="274"/>
            <ac:spMk id="86" creationId="{5E1FB1A9-6BB5-93F0-F431-7AA648C338BE}"/>
          </ac:spMkLst>
        </pc:spChg>
        <pc:spChg chg="del">
          <ac:chgData name="Owais Ahmed" userId="6abc7d4556b3b071" providerId="LiveId" clId="{D0A51F83-B713-4A4D-8105-C75936B8E1D2}" dt="2026-09-17T05:54:55.844" v="7480" actId="478"/>
          <ac:spMkLst>
            <pc:docMk/>
            <pc:sldMk cId="2435030600" sldId="274"/>
            <ac:spMk id="88" creationId="{183FF128-C4EB-AFA0-7CE5-120BD42C5EF4}"/>
          </ac:spMkLst>
        </pc:spChg>
        <pc:spChg chg="del">
          <ac:chgData name="Owais Ahmed" userId="6abc7d4556b3b071" providerId="LiveId" clId="{D0A51F83-B713-4A4D-8105-C75936B8E1D2}" dt="2026-09-17T05:54:55.844" v="7480" actId="478"/>
          <ac:spMkLst>
            <pc:docMk/>
            <pc:sldMk cId="2435030600" sldId="274"/>
            <ac:spMk id="96" creationId="{C7F2781A-58A1-4ED1-E7B1-12C47617539B}"/>
          </ac:spMkLst>
        </pc:spChg>
        <pc:spChg chg="del">
          <ac:chgData name="Owais Ahmed" userId="6abc7d4556b3b071" providerId="LiveId" clId="{D0A51F83-B713-4A4D-8105-C75936B8E1D2}" dt="2026-09-17T05:54:55.844" v="7480" actId="478"/>
          <ac:spMkLst>
            <pc:docMk/>
            <pc:sldMk cId="2435030600" sldId="274"/>
            <ac:spMk id="102" creationId="{B337399B-F91B-0EDE-F1F3-AA100B849112}"/>
          </ac:spMkLst>
        </pc:spChg>
        <pc:spChg chg="del">
          <ac:chgData name="Owais Ahmed" userId="6abc7d4556b3b071" providerId="LiveId" clId="{D0A51F83-B713-4A4D-8105-C75936B8E1D2}" dt="2026-09-17T05:54:55.844" v="7480" actId="478"/>
          <ac:spMkLst>
            <pc:docMk/>
            <pc:sldMk cId="2435030600" sldId="274"/>
            <ac:spMk id="108" creationId="{D22022D3-C08E-1630-BE31-6CCAF43560FF}"/>
          </ac:spMkLst>
        </pc:spChg>
        <pc:spChg chg="del">
          <ac:chgData name="Owais Ahmed" userId="6abc7d4556b3b071" providerId="LiveId" clId="{D0A51F83-B713-4A4D-8105-C75936B8E1D2}" dt="2026-09-17T05:54:55.844" v="7480" actId="478"/>
          <ac:spMkLst>
            <pc:docMk/>
            <pc:sldMk cId="2435030600" sldId="274"/>
            <ac:spMk id="110" creationId="{EFF15F39-0A48-04FA-0D29-E19BAF7ADA91}"/>
          </ac:spMkLst>
        </pc:spChg>
        <pc:spChg chg="del">
          <ac:chgData name="Owais Ahmed" userId="6abc7d4556b3b071" providerId="LiveId" clId="{D0A51F83-B713-4A4D-8105-C75936B8E1D2}" dt="2026-09-17T05:54:55.844" v="7480" actId="478"/>
          <ac:spMkLst>
            <pc:docMk/>
            <pc:sldMk cId="2435030600" sldId="274"/>
            <ac:spMk id="112" creationId="{E2A2FFE0-134E-303E-1CC6-11642FC3B328}"/>
          </ac:spMkLst>
        </pc:spChg>
        <pc:spChg chg="mod">
          <ac:chgData name="Owais Ahmed" userId="6abc7d4556b3b071" providerId="LiveId" clId="{D0A51F83-B713-4A4D-8105-C75936B8E1D2}" dt="2026-09-17T05:48:24.194" v="7416" actId="1076"/>
          <ac:spMkLst>
            <pc:docMk/>
            <pc:sldMk cId="2435030600" sldId="274"/>
            <ac:spMk id="113" creationId="{C998C740-70FA-8782-58A2-69455EE5BA9F}"/>
          </ac:spMkLst>
        </pc:spChg>
        <pc:picChg chg="add del">
          <ac:chgData name="Owais Ahmed" userId="6abc7d4556b3b071" providerId="LiveId" clId="{D0A51F83-B713-4A4D-8105-C75936B8E1D2}" dt="2026-09-17T05:50:53.920" v="7461" actId="22"/>
          <ac:picMkLst>
            <pc:docMk/>
            <pc:sldMk cId="2435030600" sldId="274"/>
            <ac:picMk id="6" creationId="{A37CCA93-164A-E7DE-429C-EAFE5E62BB96}"/>
          </ac:picMkLst>
        </pc:picChg>
      </pc:sldChg>
      <pc:sldChg chg="add del">
        <pc:chgData name="Owais Ahmed" userId="6abc7d4556b3b071" providerId="LiveId" clId="{D0A51F83-B713-4A4D-8105-C75936B8E1D2}" dt="2026-09-17T06:43:26.940" v="8569" actId="47"/>
        <pc:sldMkLst>
          <pc:docMk/>
          <pc:sldMk cId="476675795" sldId="275"/>
        </pc:sldMkLst>
      </pc:sldChg>
      <pc:sldChg chg="add del setBg">
        <pc:chgData name="Owais Ahmed" userId="6abc7d4556b3b071" providerId="LiveId" clId="{D0A51F83-B713-4A4D-8105-C75936B8E1D2}" dt="2026-09-17T04:34:25.155" v="4453"/>
        <pc:sldMkLst>
          <pc:docMk/>
          <pc:sldMk cId="1717587987" sldId="275"/>
        </pc:sldMkLst>
      </pc:sldChg>
      <pc:sldChg chg="del">
        <pc:chgData name="Owais Ahmed" userId="6abc7d4556b3b071" providerId="LiveId" clId="{D0A51F83-B713-4A4D-8105-C75936B8E1D2}" dt="2026-09-17T04:16:19.685" v="4351" actId="47"/>
        <pc:sldMkLst>
          <pc:docMk/>
          <pc:sldMk cId="2026955073" sldId="275"/>
        </pc:sldMkLst>
      </pc:sldChg>
      <pc:sldChg chg="del">
        <pc:chgData name="Owais Ahmed" userId="6abc7d4556b3b071" providerId="LiveId" clId="{D0A51F83-B713-4A4D-8105-C75936B8E1D2}" dt="2026-09-17T04:16:14.684" v="4350" actId="47"/>
        <pc:sldMkLst>
          <pc:docMk/>
          <pc:sldMk cId="2026844780" sldId="276"/>
        </pc:sldMkLst>
      </pc:sldChg>
      <pc:sldChg chg="modSp add mod addAnim delAnim modAnim modNotesTx">
        <pc:chgData name="Owais Ahmed" userId="6abc7d4556b3b071" providerId="LiveId" clId="{D0A51F83-B713-4A4D-8105-C75936B8E1D2}" dt="2026-09-17T06:33:43.320" v="8343"/>
        <pc:sldMkLst>
          <pc:docMk/>
          <pc:sldMk cId="2534757176" sldId="276"/>
        </pc:sldMkLst>
        <pc:spChg chg="mod">
          <ac:chgData name="Owais Ahmed" userId="6abc7d4556b3b071" providerId="LiveId" clId="{D0A51F83-B713-4A4D-8105-C75936B8E1D2}" dt="2026-09-17T05:47:07.999" v="7401"/>
          <ac:spMkLst>
            <pc:docMk/>
            <pc:sldMk cId="2534757176" sldId="276"/>
            <ac:spMk id="2" creationId="{54F762A7-174D-D465-5AD8-F1C09F585468}"/>
          </ac:spMkLst>
        </pc:spChg>
        <pc:spChg chg="mod">
          <ac:chgData name="Owais Ahmed" userId="6abc7d4556b3b071" providerId="LiveId" clId="{D0A51F83-B713-4A4D-8105-C75936B8E1D2}" dt="2026-09-17T05:41:20.871" v="7217" actId="20577"/>
          <ac:spMkLst>
            <pc:docMk/>
            <pc:sldMk cId="2534757176" sldId="276"/>
            <ac:spMk id="5" creationId="{73D0352F-5ED5-6570-B74E-808681CDB69B}"/>
          </ac:spMkLst>
        </pc:spChg>
        <pc:spChg chg="mod">
          <ac:chgData name="Owais Ahmed" userId="6abc7d4556b3b071" providerId="LiveId" clId="{D0A51F83-B713-4A4D-8105-C75936B8E1D2}" dt="2026-09-17T06:33:37.684" v="8341" actId="20577"/>
          <ac:spMkLst>
            <pc:docMk/>
            <pc:sldMk cId="2534757176" sldId="276"/>
            <ac:spMk id="40" creationId="{984A9A2F-0486-C945-680E-024E0042F3D5}"/>
          </ac:spMkLst>
        </pc:spChg>
      </pc:sldChg>
      <pc:sldChg chg="modSp add mod addAnim delAnim modAnim modNotesTx">
        <pc:chgData name="Owais Ahmed" userId="6abc7d4556b3b071" providerId="LiveId" clId="{D0A51F83-B713-4A4D-8105-C75936B8E1D2}" dt="2026-09-17T06:33:27.768" v="8338"/>
        <pc:sldMkLst>
          <pc:docMk/>
          <pc:sldMk cId="3692630071" sldId="277"/>
        </pc:sldMkLst>
        <pc:spChg chg="mod">
          <ac:chgData name="Owais Ahmed" userId="6abc7d4556b3b071" providerId="LiveId" clId="{D0A51F83-B713-4A4D-8105-C75936B8E1D2}" dt="2026-09-17T06:31:15.764" v="8311" actId="12"/>
          <ac:spMkLst>
            <pc:docMk/>
            <pc:sldMk cId="3692630071" sldId="277"/>
            <ac:spMk id="40" creationId="{FB95EC64-6411-99E1-45E7-6E6277032629}"/>
          </ac:spMkLst>
        </pc:spChg>
      </pc:sldChg>
      <pc:sldChg chg="add del">
        <pc:chgData name="Owais Ahmed" userId="6abc7d4556b3b071" providerId="LiveId" clId="{D0A51F83-B713-4A4D-8105-C75936B8E1D2}" dt="2026-09-17T05:35:32.303" v="6837" actId="2890"/>
        <pc:sldMkLst>
          <pc:docMk/>
          <pc:sldMk cId="1326036003" sldId="278"/>
        </pc:sldMkLst>
      </pc:sldChg>
      <pc:sldChg chg="addSp delSp modSp new mod setBg modNotesTx">
        <pc:chgData name="Owais Ahmed" userId="6abc7d4556b3b071" providerId="LiveId" clId="{D0A51F83-B713-4A4D-8105-C75936B8E1D2}" dt="2026-09-17T06:45:19.785" v="8708" actId="20577"/>
        <pc:sldMkLst>
          <pc:docMk/>
          <pc:sldMk cId="2796265088" sldId="278"/>
        </pc:sldMkLst>
        <pc:spChg chg="add del">
          <ac:chgData name="Owais Ahmed" userId="6abc7d4556b3b071" providerId="LiveId" clId="{D0A51F83-B713-4A4D-8105-C75936B8E1D2}" dt="2026-09-17T05:53:42.245" v="7473" actId="26606"/>
          <ac:spMkLst>
            <pc:docMk/>
            <pc:sldMk cId="2796265088" sldId="278"/>
            <ac:spMk id="7" creationId="{42A4FC2C-047E-45A5-965D-8E1E3BF09BC6}"/>
          </ac:spMkLst>
        </pc:spChg>
        <pc:spChg chg="add del">
          <ac:chgData name="Owais Ahmed" userId="6abc7d4556b3b071" providerId="LiveId" clId="{D0A51F83-B713-4A4D-8105-C75936B8E1D2}" dt="2026-09-17T05:51:23.354" v="7465" actId="26606"/>
          <ac:spMkLst>
            <pc:docMk/>
            <pc:sldMk cId="2796265088" sldId="278"/>
            <ac:spMk id="8" creationId="{AB8C311F-7253-4AED-9701-7FC0708C41C7}"/>
          </ac:spMkLst>
        </pc:spChg>
        <pc:spChg chg="add del">
          <ac:chgData name="Owais Ahmed" userId="6abc7d4556b3b071" providerId="LiveId" clId="{D0A51F83-B713-4A4D-8105-C75936B8E1D2}" dt="2026-09-17T05:51:23.354" v="7465" actId="26606"/>
          <ac:spMkLst>
            <pc:docMk/>
            <pc:sldMk cId="2796265088" sldId="278"/>
            <ac:spMk id="10" creationId="{E2384209-CB15-4CDF-9D31-C44FD9A3F20D}"/>
          </ac:spMkLst>
        </pc:spChg>
        <pc:spChg chg="add del">
          <ac:chgData name="Owais Ahmed" userId="6abc7d4556b3b071" providerId="LiveId" clId="{D0A51F83-B713-4A4D-8105-C75936B8E1D2}" dt="2026-09-17T05:51:23.354" v="7465" actId="26606"/>
          <ac:spMkLst>
            <pc:docMk/>
            <pc:sldMk cId="2796265088" sldId="278"/>
            <ac:spMk id="12" creationId="{2633B3B5-CC90-43F0-8714-D31D1F3F0209}"/>
          </ac:spMkLst>
        </pc:spChg>
        <pc:spChg chg="add del">
          <ac:chgData name="Owais Ahmed" userId="6abc7d4556b3b071" providerId="LiveId" clId="{D0A51F83-B713-4A4D-8105-C75936B8E1D2}" dt="2026-09-17T05:51:23.354" v="7465" actId="26606"/>
          <ac:spMkLst>
            <pc:docMk/>
            <pc:sldMk cId="2796265088" sldId="278"/>
            <ac:spMk id="14" creationId="{A8D57A06-A426-446D-B02C-A2DC6B62E45E}"/>
          </ac:spMkLst>
        </pc:spChg>
        <pc:grpChg chg="add del">
          <ac:chgData name="Owais Ahmed" userId="6abc7d4556b3b071" providerId="LiveId" clId="{D0A51F83-B713-4A4D-8105-C75936B8E1D2}" dt="2026-09-17T05:51:42.520" v="7467" actId="26606"/>
          <ac:grpSpMkLst>
            <pc:docMk/>
            <pc:sldMk cId="2796265088" sldId="278"/>
            <ac:grpSpMk id="17" creationId="{63737881-458F-40AD-B72B-B57D267DC423}"/>
          </ac:grpSpMkLst>
        </pc:grpChg>
        <pc:picChg chg="add del mod">
          <ac:chgData name="Owais Ahmed" userId="6abc7d4556b3b071" providerId="LiveId" clId="{D0A51F83-B713-4A4D-8105-C75936B8E1D2}" dt="2026-09-17T05:51:43.584" v="7468" actId="22"/>
          <ac:picMkLst>
            <pc:docMk/>
            <pc:sldMk cId="2796265088" sldId="278"/>
            <ac:picMk id="3" creationId="{B79BF601-9BD5-ACCA-DAAE-9DF04CCDEA87}"/>
          </ac:picMkLst>
        </pc:picChg>
        <pc:picChg chg="add mod modCrop">
          <ac:chgData name="Owais Ahmed" userId="6abc7d4556b3b071" providerId="LiveId" clId="{D0A51F83-B713-4A4D-8105-C75936B8E1D2}" dt="2026-09-17T06:37:21.583" v="8348"/>
          <ac:picMkLst>
            <pc:docMk/>
            <pc:sldMk cId="2796265088" sldId="278"/>
            <ac:picMk id="5" creationId="{CF2151BE-7BE5-DC1C-72B5-2CCDD89BAE57}"/>
          </ac:picMkLst>
        </pc:picChg>
      </pc:sldChg>
      <pc:sldChg chg="add del setBg">
        <pc:chgData name="Owais Ahmed" userId="6abc7d4556b3b071" providerId="LiveId" clId="{D0A51F83-B713-4A4D-8105-C75936B8E1D2}" dt="2026-09-17T05:55:32.824" v="7485"/>
        <pc:sldMkLst>
          <pc:docMk/>
          <pc:sldMk cId="2716711948" sldId="279"/>
        </pc:sldMkLst>
      </pc:sldChg>
      <pc:sldChg chg="modSp add mod modAnim">
        <pc:chgData name="Owais Ahmed" userId="6abc7d4556b3b071" providerId="LiveId" clId="{D0A51F83-B713-4A4D-8105-C75936B8E1D2}" dt="2026-09-17T06:53:53.682" v="9092" actId="20577"/>
        <pc:sldMkLst>
          <pc:docMk/>
          <pc:sldMk cId="3318493180" sldId="279"/>
        </pc:sldMkLst>
        <pc:spChg chg="mod">
          <ac:chgData name="Owais Ahmed" userId="6abc7d4556b3b071" providerId="LiveId" clId="{D0A51F83-B713-4A4D-8105-C75936B8E1D2}" dt="2026-09-17T06:53:53.682" v="9092" actId="20577"/>
          <ac:spMkLst>
            <pc:docMk/>
            <pc:sldMk cId="3318493180" sldId="279"/>
            <ac:spMk id="3" creationId="{4D698E6C-0DC6-AA82-E940-F1DC2C7BE4C6}"/>
          </ac:spMkLst>
        </pc:spChg>
        <pc:spChg chg="mod">
          <ac:chgData name="Owais Ahmed" userId="6abc7d4556b3b071" providerId="LiveId" clId="{D0A51F83-B713-4A4D-8105-C75936B8E1D2}" dt="2026-09-17T06:46:13.352" v="8734" actId="20577"/>
          <ac:spMkLst>
            <pc:docMk/>
            <pc:sldMk cId="3318493180" sldId="279"/>
            <ac:spMk id="5" creationId="{2DB8D073-CB4C-BE32-C2E8-BFB11ED51D24}"/>
          </ac:spMkLst>
        </pc:spChg>
      </pc:sldChg>
      <pc:sldChg chg="modSp add mod modAnim">
        <pc:chgData name="Owais Ahmed" userId="6abc7d4556b3b071" providerId="LiveId" clId="{D0A51F83-B713-4A4D-8105-C75936B8E1D2}" dt="2026-09-17T11:18:56.371" v="9250" actId="20577"/>
        <pc:sldMkLst>
          <pc:docMk/>
          <pc:sldMk cId="324093127" sldId="280"/>
        </pc:sldMkLst>
        <pc:spChg chg="mod">
          <ac:chgData name="Owais Ahmed" userId="6abc7d4556b3b071" providerId="LiveId" clId="{D0A51F83-B713-4A4D-8105-C75936B8E1D2}" dt="2026-09-17T11:18:56.371" v="9250" actId="20577"/>
          <ac:spMkLst>
            <pc:docMk/>
            <pc:sldMk cId="324093127" sldId="280"/>
            <ac:spMk id="3" creationId="{D5988F90-1A81-C94C-0FF5-87179447DB31}"/>
          </ac:spMkLst>
        </pc:spChg>
        <pc:spChg chg="mod">
          <ac:chgData name="Owais Ahmed" userId="6abc7d4556b3b071" providerId="LiveId" clId="{D0A51F83-B713-4A4D-8105-C75936B8E1D2}" dt="2026-09-17T11:16:57.173" v="9152" actId="20577"/>
          <ac:spMkLst>
            <pc:docMk/>
            <pc:sldMk cId="324093127" sldId="280"/>
            <ac:spMk id="5" creationId="{1ACC537D-CBEC-878C-1B84-2D4BDD330E3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973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promise of DeFi. Over the next minutes, we’ll explore why this matters for business and how you can master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Holding PhD in Data Science – Complex Network Analysis. My research focuses on blockchain security and network analysis. Also built production systems in healthcare, education and blockchain.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context: My core background is in industry that is where I learned to turn technology into something that actually ships. I opted into academia after realising there is a social gap between the two worlds, and that it is a gap I am placed to close. Staying close to state-of-the-art research also lets me foresee what is about to reach the mainstream. In practice that means the use cases I bring into the classroom are live ones from my own experience, not textbook examples.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a:t>Barter system. Farmer needed a hammer; blacksmith wanted milk; the shepherd didn’t want wheat from farmer to exchange milk.</a:t>
            </a:r>
          </a:p>
          <a:p>
            <a:pPr marL="228600" indent="-228600">
              <a:buFont typeface="+mj-lt"/>
              <a:buAutoNum type="arabicPeriod"/>
            </a:pPr>
            <a:r>
              <a:rPr lang="en-US"/>
              <a:t>King’s mark. In China’s Shang Dynasty, the gold coins were standardized to one size and sealed by the King. No more the need to weigh.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70149-F0E1-3FE8-AB3A-81CC38504A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DDDC9-FCCE-6B35-29F3-8154F19DD2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D1A53C-77C3-6DCA-6C8E-E4FD3409EBB3}"/>
              </a:ext>
            </a:extLst>
          </p:cNvPr>
          <p:cNvSpPr>
            <a:spLocks noGrp="1"/>
          </p:cNvSpPr>
          <p:nvPr>
            <p:ph type="body" idx="1"/>
          </p:nvPr>
        </p:nvSpPr>
        <p:spPr/>
        <p:txBody>
          <a:bodyPr/>
          <a:lstStyle/>
          <a:p>
            <a:pPr marL="228600" indent="-228600">
              <a:buFont typeface="+mj-lt"/>
              <a:buAutoNum type="arabicPeriod"/>
            </a:pPr>
            <a:r>
              <a:rPr lang="en-GB" sz="1200"/>
              <a:t>From 3</a:t>
            </a:r>
            <a:r>
              <a:rPr lang="en-GB" sz="1200" baseline="30000"/>
              <a:t>rd</a:t>
            </a:r>
            <a:r>
              <a:rPr lang="en-GB" sz="1200"/>
              <a:t> party IOUs in Tang Dynasty to Govt. issued in Song Dynasty, all happened in 7</a:t>
            </a:r>
            <a:r>
              <a:rPr lang="en-GB" sz="1200" baseline="30000"/>
              <a:t>th</a:t>
            </a:r>
            <a:r>
              <a:rPr lang="en-GB" sz="1200"/>
              <a:t> century</a:t>
            </a:r>
          </a:p>
          <a:p>
            <a:pPr marL="228600" indent="-228600" rtl="0">
              <a:buFont typeface="+mj-lt"/>
              <a:buAutoNum type="arabicPeriod"/>
            </a:pPr>
            <a:r>
              <a:rPr lang="en-GB"/>
              <a:t>Banking: If I have 1,000 coins in my vault, perhaps I don't need to keep all 1,000 sitting there.</a:t>
            </a:r>
          </a:p>
          <a:p>
            <a:pPr marL="228600" indent="-228600" rtl="0">
              <a:buFont typeface="+mj-lt"/>
              <a:buAutoNum type="arabicPeriod"/>
            </a:pPr>
            <a:r>
              <a:rPr lang="en-GB" sz="1200">
                <a:solidFill>
                  <a:schemeClr val="tx1">
                    <a:lumMod val="75000"/>
                    <a:lumOff val="25000"/>
                  </a:schemeClr>
                </a:solidFill>
              </a:rPr>
              <a:t>After govt. issued </a:t>
            </a:r>
            <a:r>
              <a:rPr lang="en-GB" sz="1200" err="1">
                <a:solidFill>
                  <a:schemeClr val="tx1">
                    <a:lumMod val="75000"/>
                    <a:lumOff val="25000"/>
                  </a:schemeClr>
                </a:solidFill>
              </a:rPr>
              <a:t>IoU</a:t>
            </a:r>
            <a:r>
              <a:rPr lang="en-GB" sz="1200">
                <a:solidFill>
                  <a:schemeClr val="tx1">
                    <a:lumMod val="75000"/>
                    <a:lumOff val="25000"/>
                  </a:schemeClr>
                </a:solidFill>
              </a:rPr>
              <a:t>, people stopped conversion. Paper became Money itself.</a:t>
            </a:r>
          </a:p>
          <a:p>
            <a:pPr marL="228600" indent="-228600" rtl="0">
              <a:buFont typeface="+mj-lt"/>
              <a:buAutoNum type="arabicPeriod"/>
            </a:pPr>
            <a:r>
              <a:rPr lang="en-US"/>
              <a:t>Today, </a:t>
            </a:r>
            <a:r>
              <a:rPr lang="en-GB" sz="1200">
                <a:solidFill>
                  <a:schemeClr val="tx1">
                    <a:lumMod val="75000"/>
                    <a:lumOff val="25000"/>
                  </a:schemeClr>
                </a:solidFill>
              </a:rPr>
              <a:t>International Transfers: SWIFT, PayPal, Alipay, etc.</a:t>
            </a:r>
            <a:endParaRPr lang="en-US"/>
          </a:p>
        </p:txBody>
      </p:sp>
      <p:sp>
        <p:nvSpPr>
          <p:cNvPr id="4" name="Slide Number Placeholder 3">
            <a:extLst>
              <a:ext uri="{FF2B5EF4-FFF2-40B4-BE49-F238E27FC236}">
                <a16:creationId xmlns:a16="http://schemas.microsoft.com/office/drawing/2014/main" id="{D41E46E8-2A91-7897-E64E-1E9CC4C0ED7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794948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8A151-2038-C377-A8A1-BA21C99C7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FB46F-9FBD-CAAD-193B-F79F731F64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8991F7-7FA5-9ACE-7288-1041B9E13710}"/>
              </a:ext>
            </a:extLst>
          </p:cNvPr>
          <p:cNvSpPr>
            <a:spLocks noGrp="1"/>
          </p:cNvSpPr>
          <p:nvPr>
            <p:ph type="body" idx="1"/>
          </p:nvPr>
        </p:nvSpPr>
        <p:spPr/>
        <p:txBody>
          <a:bodyPr/>
          <a:lstStyle/>
          <a:p>
            <a:pPr marL="228600" indent="-228600">
              <a:buFont typeface="+mj-lt"/>
              <a:buAutoNum type="arabicPeriod"/>
            </a:pPr>
            <a:r>
              <a:rPr lang="en-US"/>
              <a:t>Of all the issues highlighted. The biggest one is mostly undermined, i.e. privacy. </a:t>
            </a:r>
            <a:r>
              <a:rPr lang="en-GB"/>
              <a:t>The threats are real. Anyone from clerical to officer rank is prone to exploitation, directly or indirectly.</a:t>
            </a:r>
          </a:p>
          <a:p>
            <a:pPr marL="228600" indent="-228600">
              <a:buFont typeface="+mj-lt"/>
              <a:buAutoNum type="arabicPeriod"/>
            </a:pPr>
            <a:r>
              <a:rPr lang="en-GB"/>
              <a:t>Truth be told, blockchain isn’t the first or only solution that </a:t>
            </a:r>
            <a:r>
              <a:rPr lang="en-GB" err="1"/>
              <a:t>maneuvers</a:t>
            </a:r>
            <a:r>
              <a:rPr lang="en-GB"/>
              <a:t> to evade central bodies. There’s a good example of M-</a:t>
            </a:r>
            <a:r>
              <a:rPr lang="en-GB" err="1"/>
              <a:t>pesa</a:t>
            </a:r>
            <a:r>
              <a:rPr lang="en-GB"/>
              <a:t> (Safaricom, </a:t>
            </a:r>
            <a:r>
              <a:rPr lang="en-GB" err="1"/>
              <a:t>Kenyna</a:t>
            </a:r>
            <a:r>
              <a:rPr lang="en-GB"/>
              <a:t> – 2007). The idea came from Kenyans’ informal workaround of using mobile minutes as currency.</a:t>
            </a:r>
          </a:p>
          <a:p>
            <a:pPr marL="228600" indent="-228600">
              <a:buFont typeface="+mj-lt"/>
              <a:buAutoNum type="arabicPeriod"/>
            </a:pPr>
            <a:endParaRPr lang="en-US"/>
          </a:p>
          <a:p>
            <a:pPr marL="228600" indent="-228600">
              <a:buFont typeface="+mj-lt"/>
              <a:buAutoNum type="arabicPeriod"/>
            </a:pPr>
            <a:endParaRPr lang="en-US"/>
          </a:p>
        </p:txBody>
      </p:sp>
      <p:sp>
        <p:nvSpPr>
          <p:cNvPr id="4" name="Slide Number Placeholder 3">
            <a:extLst>
              <a:ext uri="{FF2B5EF4-FFF2-40B4-BE49-F238E27FC236}">
                <a16:creationId xmlns:a16="http://schemas.microsoft.com/office/drawing/2014/main" id="{0D41CF9C-C434-9181-0617-D4685CA1217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81534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97294-1282-805E-F3E7-33C8F33F7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7978F-8D5D-B0D8-4B50-3588A0936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E93068-F579-25BA-3DB3-5A48F0A4B73A}"/>
              </a:ext>
            </a:extLst>
          </p:cNvPr>
          <p:cNvSpPr>
            <a:spLocks noGrp="1"/>
          </p:cNvSpPr>
          <p:nvPr>
            <p:ph type="body" idx="1"/>
          </p:nvPr>
        </p:nvSpPr>
        <p:spPr/>
        <p:txBody>
          <a:bodyPr/>
          <a:lstStyle/>
          <a:p>
            <a:r>
              <a:rPr lang="en-US"/>
              <a:t>Truth be told, blockchain isn’t the first or only solution that maneuvers to evade central bodies. There’s a good example of M-</a:t>
            </a:r>
            <a:r>
              <a:rPr lang="en-US" err="1"/>
              <a:t>pesa</a:t>
            </a:r>
            <a:r>
              <a:rPr lang="en-US"/>
              <a:t> (Safaricom, </a:t>
            </a:r>
            <a:r>
              <a:rPr lang="en-US" err="1"/>
              <a:t>Kenyna</a:t>
            </a:r>
            <a:r>
              <a:rPr lang="en-US"/>
              <a:t> – 2007). The idea came from Kenyans’ informal workaround of using mobile minutes as currency.</a:t>
            </a:r>
          </a:p>
        </p:txBody>
      </p:sp>
      <p:sp>
        <p:nvSpPr>
          <p:cNvPr id="4" name="Slide Number Placeholder 3">
            <a:extLst>
              <a:ext uri="{FF2B5EF4-FFF2-40B4-BE49-F238E27FC236}">
                <a16:creationId xmlns:a16="http://schemas.microsoft.com/office/drawing/2014/main" id="{02DF6B35-C3AE-FAFE-A9F4-545A86756F0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81005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2286000"/>
            <a:ext cx="10972800" cy="6172200"/>
          </a:xfrm>
          <a:prstGeom prst="rect">
            <a:avLst/>
          </a:prstGeom>
          <a:noFill/>
          <a:ln w="12700">
            <a:solidFill>
              <a:prstClr val="black"/>
            </a:solidFill>
          </a:ln>
        </p:spPr>
      </p:sp>
      <p:sp>
        <p:nvSpPr>
          <p:cNvPr id="3" name="Notes Placeholder 2"/>
          <p:cNvSpPr>
            <a:spLocks noGrp="1"/>
          </p:cNvSpPr>
          <p:nvPr>
            <p:ph type="body" idx="1"/>
          </p:nvPr>
        </p:nvSpPr>
        <p:spPr>
          <a:xfrm>
            <a:off x="1028700" y="8801100"/>
            <a:ext cx="8229600" cy="72009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Truth be told, blockchain isn’t the first or only solution that maneuvers to evade central bodies. There’s a good example of M-</a:t>
            </a:r>
            <a:r>
              <a:rPr lang="en-US" err="1"/>
              <a:t>pesa</a:t>
            </a:r>
            <a:r>
              <a:rPr lang="en-US"/>
              <a:t> (Safaricom, </a:t>
            </a:r>
            <a:r>
              <a:rPr lang="en-US" err="1"/>
              <a:t>Kenyna</a:t>
            </a:r>
            <a:r>
              <a:rPr lang="en-US"/>
              <a:t> – 2007). The idea came from Kenyans’ informal workaround of using mobile minutes as currency. Blockchain itself is a highly secure technology to implement Decentralized Finance.</a:t>
            </a:r>
          </a:p>
          <a:p>
            <a:endParaRPr lang="en-GB"/>
          </a:p>
          <a:p>
            <a:r>
              <a:rPr lang="en-GB" i="1"/>
              <a:t>Disclaimer! This image is AI-generated.</a:t>
            </a:r>
          </a:p>
        </p:txBody>
      </p:sp>
    </p:spTree>
    <p:extLst>
      <p:ext uri="{BB962C8B-B14F-4D97-AF65-F5344CB8AC3E}">
        <p14:creationId xmlns:p14="http://schemas.microsoft.com/office/powerpoint/2010/main" val="1955703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scale: the whole crypto market is around 2.6 trillion dollars today, down from about 3 trillion in January. Two facts matter here. It is large enough that our students will meet it. And it is volatile and exploitable enough that they must be taught the risk, not the hype.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Bringing it to business: DeFi isn’t just theory. Companies are already using it for supply-chain payments and cross-border remittances, reducing delay and cost.</a:t>
            </a:r>
          </a:p>
          <a:p>
            <a:r>
              <a:rPr lang="en-US"/>
              <a:t>Asset managers are tokenizing real estate and art, opening new markets. But there are challenges: regulations are evolving, scams exist, and technology changes fast. In a classroom, I stress not just the buzz, but the responsible use of DeFi. Assessments will include case analyses of real DeFi failures, such as smart-contract hacks, to teach risk management and ethics.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summary: DeFi has moved from fringe to mainstream in under a decade. It offers huge opportunities and responsibilities for future leaders. As a faculty member, I’m committed to teaching it rigorously: from core technology to business strategy to ethics. I believe students can become pioneers in this space. Thank you for your attention. I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C1520-4416-9549-16E3-B6A23D09D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59F37-D283-79F0-2D57-1195E311E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CB649-7F3B-89BA-6678-9DBDE1FD659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9E35FA-C793-C7F6-73BB-20AB578E648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47617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313F4-A1B5-C028-44DD-86354038AB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C4337D-5BE5-06B6-0348-7F387D7EA0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38F73-6F14-D9AA-65A8-B0B71C845B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FE5693-B5CD-9D76-2F1F-9D498357F3B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430632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5">
    <p:bg>
      <p:bgPr>
        <a:solidFill>
          <a:srgbClr val="3F0F1D"/>
        </a:solidFill>
        <a:effectLst/>
      </p:bgPr>
    </p:bg>
    <p:spTree>
      <p:nvGrpSpPr>
        <p:cNvPr id="1" name=""/>
        <p:cNvGrpSpPr/>
        <p:nvPr/>
      </p:nvGrpSpPr>
      <p:grpSpPr>
        <a:xfrm>
          <a:off x="0" y="0"/>
          <a:ext cx="0" cy="0"/>
          <a:chOff x="0" y="0"/>
          <a:chExt cx="0" cy="0"/>
        </a:xfrm>
      </p:grpSpPr>
      <p:sp>
        <p:nvSpPr>
          <p:cNvPr id="2" name="Text 0"/>
          <p:cNvSpPr/>
          <p:nvPr/>
        </p:nvSpPr>
        <p:spPr>
          <a:xfrm>
            <a:off x="1143000" y="2852738"/>
            <a:ext cx="17602200" cy="342900"/>
          </a:xfrm>
          <a:prstGeom prst="rect">
            <a:avLst/>
          </a:prstGeom>
          <a:noFill/>
          <a:ln/>
        </p:spPr>
        <p:txBody>
          <a:bodyPr wrap="square" lIns="25400" tIns="25400" rIns="25400" bIns="25400" rtlCol="0" anchor="t">
            <a:normAutofit/>
          </a:bodyPr>
          <a:lstStyle/>
          <a:p>
            <a:pPr marL="0" indent="0" algn="l">
              <a:buNone/>
            </a:pPr>
            <a:r>
              <a:rPr lang="en-US" sz="1800" kern="0" spc="288">
                <a:solidFill>
                  <a:srgbClr val="C99B9B"/>
                </a:solidFill>
                <a:latin typeface="Courier New" pitchFamily="34" charset="0"/>
                <a:ea typeface="Courier New" pitchFamily="34" charset="-122"/>
                <a:cs typeface="Courier New" pitchFamily="34" charset="-120"/>
              </a:rPr>
              <a:t>BLOCKCHAIN &amp; DECENTRALIZED FINANCE</a:t>
            </a:r>
            <a:endParaRPr lang="en-US" sz="1800"/>
          </a:p>
        </p:txBody>
      </p:sp>
      <p:sp>
        <p:nvSpPr>
          <p:cNvPr id="3" name="Text 1"/>
          <p:cNvSpPr/>
          <p:nvPr/>
        </p:nvSpPr>
        <p:spPr>
          <a:xfrm>
            <a:off x="1143000" y="3576638"/>
            <a:ext cx="14716125" cy="1882080"/>
          </a:xfrm>
          <a:prstGeom prst="rect">
            <a:avLst/>
          </a:prstGeom>
          <a:noFill/>
          <a:ln/>
        </p:spPr>
        <p:txBody>
          <a:bodyPr wrap="square" lIns="25400" tIns="25400" rIns="25400" bIns="25400" rtlCol="0" anchor="t">
            <a:normAutofit lnSpcReduction="10000"/>
          </a:bodyPr>
          <a:lstStyle/>
          <a:p>
            <a:pPr marL="0" indent="0" algn="l">
              <a:lnSpc>
                <a:spcPct val="96800"/>
              </a:lnSpc>
              <a:buNone/>
            </a:pPr>
            <a:r>
              <a:rPr lang="en-US" sz="6600" b="1" kern="0" spc="-132">
                <a:solidFill>
                  <a:srgbClr val="F6F1EA"/>
                </a:solidFill>
                <a:latin typeface="Georgia" pitchFamily="34" charset="0"/>
                <a:ea typeface="Georgia" pitchFamily="34" charset="-122"/>
                <a:cs typeface="Georgia" pitchFamily="34" charset="-120"/>
              </a:rPr>
              <a:t>What if traditional banks no longer control our money?</a:t>
            </a:r>
            <a:endParaRPr lang="en-US" sz="6600"/>
          </a:p>
        </p:txBody>
      </p:sp>
      <p:sp>
        <p:nvSpPr>
          <p:cNvPr id="4" name="Shape 2"/>
          <p:cNvSpPr/>
          <p:nvPr/>
        </p:nvSpPr>
        <p:spPr>
          <a:xfrm>
            <a:off x="1143000" y="5992118"/>
            <a:ext cx="2095500" cy="19050"/>
          </a:xfrm>
          <a:prstGeom prst="rect">
            <a:avLst/>
          </a:prstGeom>
          <a:solidFill>
            <a:srgbClr val="8A4257"/>
          </a:solidFill>
          <a:ln/>
        </p:spPr>
        <p:txBody>
          <a:bodyPr/>
          <a:lstStyle/>
          <a:p>
            <a:endParaRPr lang="en-GB"/>
          </a:p>
        </p:txBody>
      </p:sp>
      <p:sp>
        <p:nvSpPr>
          <p:cNvPr id="5" name="Text 3"/>
          <p:cNvSpPr/>
          <p:nvPr/>
        </p:nvSpPr>
        <p:spPr>
          <a:xfrm>
            <a:off x="1143000" y="6430268"/>
            <a:ext cx="12573000" cy="603796"/>
          </a:xfrm>
          <a:prstGeom prst="rect">
            <a:avLst/>
          </a:prstGeom>
          <a:noFill/>
          <a:ln/>
        </p:spPr>
        <p:txBody>
          <a:bodyPr wrap="square" lIns="25400" tIns="25400" rIns="25400" bIns="25400" rtlCol="0" anchor="t">
            <a:normAutofit lnSpcReduction="10000"/>
          </a:bodyPr>
          <a:lstStyle/>
          <a:p>
            <a:pPr marL="0" indent="0" algn="l">
              <a:lnSpc>
                <a:spcPct val="118800"/>
              </a:lnSpc>
              <a:buNone/>
            </a:pPr>
            <a:r>
              <a:rPr lang="en-US" sz="3300" i="1">
                <a:solidFill>
                  <a:srgbClr val="E8DCD4"/>
                </a:solidFill>
                <a:latin typeface="Georgia" pitchFamily="34" charset="0"/>
                <a:ea typeface="Georgia" pitchFamily="34" charset="-122"/>
                <a:cs typeface="Georgia" pitchFamily="34" charset="-120"/>
              </a:rPr>
              <a:t>“Banking is necessary, banks are not.”</a:t>
            </a:r>
            <a:endParaRPr lang="en-US" sz="3300"/>
          </a:p>
        </p:txBody>
      </p:sp>
      <p:sp>
        <p:nvSpPr>
          <p:cNvPr id="6" name="Text 4"/>
          <p:cNvSpPr/>
          <p:nvPr/>
        </p:nvSpPr>
        <p:spPr>
          <a:xfrm>
            <a:off x="1143000" y="7186464"/>
            <a:ext cx="12573000" cy="361950"/>
          </a:xfrm>
          <a:prstGeom prst="rect">
            <a:avLst/>
          </a:prstGeom>
          <a:noFill/>
          <a:ln/>
        </p:spPr>
        <p:txBody>
          <a:bodyPr wrap="square" lIns="25400" tIns="25400" rIns="25400" bIns="25400" rtlCol="0" anchor="t">
            <a:normAutofit/>
          </a:bodyPr>
          <a:lstStyle/>
          <a:p>
            <a:pPr marL="0" indent="0" algn="l">
              <a:buNone/>
            </a:pPr>
            <a:r>
              <a:rPr lang="en-US" sz="1950">
                <a:solidFill>
                  <a:srgbClr val="C99B9B"/>
                </a:solidFill>
                <a:latin typeface="Courier New" pitchFamily="34" charset="0"/>
                <a:ea typeface="Courier New" pitchFamily="34" charset="-122"/>
                <a:cs typeface="Courier New" pitchFamily="34" charset="-120"/>
              </a:rPr>
              <a:t>— attributed to Bill Gates</a:t>
            </a:r>
            <a:endParaRPr lang="en-US" sz="19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6F1EA"/>
        </a:solidFill>
        <a:effectLst/>
      </p:bgPr>
    </p:bg>
    <p:spTree>
      <p:nvGrpSpPr>
        <p:cNvPr id="1" name=""/>
        <p:cNvGrpSpPr/>
        <p:nvPr/>
      </p:nvGrpSpPr>
      <p:grpSpPr>
        <a:xfrm>
          <a:off x="0" y="0"/>
          <a:ext cx="0" cy="0"/>
          <a:chOff x="0" y="0"/>
          <a:chExt cx="0" cy="0"/>
        </a:xfrm>
      </p:grpSpPr>
      <p:sp>
        <p:nvSpPr>
          <p:cNvPr id="2" name="Text 0"/>
          <p:cNvSpPr/>
          <p:nvPr/>
        </p:nvSpPr>
        <p:spPr>
          <a:xfrm>
            <a:off x="952500" y="838200"/>
            <a:ext cx="2233017" cy="342900"/>
          </a:xfrm>
          <a:prstGeom prst="rect">
            <a:avLst/>
          </a:prstGeom>
          <a:noFill/>
          <a:ln/>
        </p:spPr>
        <p:txBody>
          <a:bodyPr wrap="square" lIns="25400" tIns="25400" rIns="25400" bIns="25400" rtlCol="0" anchor="t">
            <a:normAutofit/>
          </a:bodyPr>
          <a:lstStyle/>
          <a:p>
            <a:pPr marL="0" indent="0" algn="l">
              <a:buNone/>
            </a:pPr>
            <a:r>
              <a:rPr lang="en-US" sz="1800" kern="0" spc="252">
                <a:solidFill>
                  <a:srgbClr val="6A1B32"/>
                </a:solidFill>
                <a:latin typeface="Courier New" pitchFamily="34" charset="0"/>
                <a:ea typeface="Courier New" pitchFamily="34" charset="-122"/>
                <a:cs typeface="Courier New" pitchFamily="34" charset="-120"/>
              </a:rPr>
              <a:t>INTRODUCTION</a:t>
            </a:r>
            <a:endParaRPr lang="en-US" sz="1800"/>
          </a:p>
        </p:txBody>
      </p:sp>
      <p:sp>
        <p:nvSpPr>
          <p:cNvPr id="4" name="Shape 2"/>
          <p:cNvSpPr/>
          <p:nvPr/>
        </p:nvSpPr>
        <p:spPr>
          <a:xfrm>
            <a:off x="952500" y="1352550"/>
            <a:ext cx="16383000" cy="19050"/>
          </a:xfrm>
          <a:prstGeom prst="rect">
            <a:avLst/>
          </a:prstGeom>
          <a:solidFill>
            <a:srgbClr val="DCD2C6"/>
          </a:solidFill>
          <a:ln/>
        </p:spPr>
        <p:txBody>
          <a:bodyPr/>
          <a:lstStyle/>
          <a:p>
            <a:endParaRPr lang="en-GB"/>
          </a:p>
        </p:txBody>
      </p:sp>
      <p:sp>
        <p:nvSpPr>
          <p:cNvPr id="5" name="Text 3"/>
          <p:cNvSpPr/>
          <p:nvPr/>
        </p:nvSpPr>
        <p:spPr>
          <a:xfrm>
            <a:off x="952500" y="1943100"/>
            <a:ext cx="11640994" cy="931813"/>
          </a:xfrm>
          <a:prstGeom prst="rect">
            <a:avLst/>
          </a:prstGeom>
          <a:noFill/>
          <a:ln/>
        </p:spPr>
        <p:txBody>
          <a:bodyPr wrap="square" lIns="25400" tIns="25400" rIns="25400" bIns="25400" rtlCol="0" anchor="t">
            <a:normAutofit lnSpcReduction="10000"/>
          </a:bodyPr>
          <a:lstStyle/>
          <a:p>
            <a:pPr marL="0" indent="0" algn="l">
              <a:lnSpc>
                <a:spcPct val="90231"/>
              </a:lnSpc>
              <a:buNone/>
            </a:pPr>
            <a:r>
              <a:rPr lang="en-US" sz="6900" b="1" kern="0" spc="-138">
                <a:solidFill>
                  <a:srgbClr val="201B19"/>
                </a:solidFill>
                <a:latin typeface="Georgia" pitchFamily="34" charset="0"/>
                <a:ea typeface="Georgia" pitchFamily="34" charset="-122"/>
                <a:cs typeface="Georgia" pitchFamily="34" charset="-120"/>
              </a:rPr>
              <a:t>Owais Hussain</a:t>
            </a:r>
            <a:endParaRPr lang="en-US" sz="6900"/>
          </a:p>
        </p:txBody>
      </p:sp>
      <p:sp>
        <p:nvSpPr>
          <p:cNvPr id="6" name="Text 4"/>
          <p:cNvSpPr/>
          <p:nvPr/>
        </p:nvSpPr>
        <p:spPr>
          <a:xfrm>
            <a:off x="952500" y="3027313"/>
            <a:ext cx="11640994" cy="485775"/>
          </a:xfrm>
          <a:prstGeom prst="rect">
            <a:avLst/>
          </a:prstGeom>
          <a:noFill/>
          <a:ln/>
        </p:spPr>
        <p:txBody>
          <a:bodyPr wrap="square" lIns="25400" tIns="25400" rIns="25400" bIns="25400" rtlCol="0" anchor="t">
            <a:normAutofit/>
          </a:bodyPr>
          <a:lstStyle/>
          <a:p>
            <a:pPr marL="0" indent="0" algn="l">
              <a:buNone/>
            </a:pPr>
            <a:r>
              <a:rPr lang="en-US" sz="2700">
                <a:solidFill>
                  <a:srgbClr val="6A1B32"/>
                </a:solidFill>
                <a:latin typeface="Arial" pitchFamily="34" charset="0"/>
                <a:ea typeface="Arial" pitchFamily="34" charset="-122"/>
                <a:cs typeface="Arial" pitchFamily="34" charset="-120"/>
              </a:rPr>
              <a:t>Data Scientist / CTO</a:t>
            </a:r>
            <a:endParaRPr lang="en-US" sz="2700"/>
          </a:p>
        </p:txBody>
      </p:sp>
      <p:sp>
        <p:nvSpPr>
          <p:cNvPr id="7" name="Text 5"/>
          <p:cNvSpPr/>
          <p:nvPr/>
        </p:nvSpPr>
        <p:spPr>
          <a:xfrm>
            <a:off x="952500" y="3589288"/>
            <a:ext cx="11640994" cy="390525"/>
          </a:xfrm>
          <a:prstGeom prst="rect">
            <a:avLst/>
          </a:prstGeom>
          <a:noFill/>
          <a:ln/>
        </p:spPr>
        <p:txBody>
          <a:bodyPr wrap="square" lIns="25400" tIns="25400" rIns="25400" bIns="25400" rtlCol="0" anchor="t">
            <a:normAutofit/>
          </a:bodyPr>
          <a:lstStyle/>
          <a:p>
            <a:r>
              <a:rPr lang="en-US" sz="2100">
                <a:solidFill>
                  <a:srgbClr val="6B5F58"/>
                </a:solidFill>
                <a:latin typeface="Arial" pitchFamily="34" charset="0"/>
                <a:ea typeface="Arial" pitchFamily="34" charset="-122"/>
                <a:cs typeface="Arial" pitchFamily="34" charset="-120"/>
              </a:rPr>
              <a:t>Network science · Blockchain · Applied machine learning</a:t>
            </a:r>
            <a:endParaRPr lang="en-US" sz="2100"/>
          </a:p>
        </p:txBody>
      </p:sp>
      <p:sp>
        <p:nvSpPr>
          <p:cNvPr id="8" name="Text 6"/>
          <p:cNvSpPr/>
          <p:nvPr/>
        </p:nvSpPr>
        <p:spPr>
          <a:xfrm>
            <a:off x="952500" y="4513213"/>
            <a:ext cx="3544997" cy="628650"/>
          </a:xfrm>
          <a:prstGeom prst="rect">
            <a:avLst/>
          </a:prstGeom>
          <a:noFill/>
          <a:ln/>
        </p:spPr>
        <p:txBody>
          <a:bodyPr wrap="square" lIns="25400" tIns="25400" rIns="25400" bIns="25400" rtlCol="0" anchor="t">
            <a:normAutofit lnSpcReduction="10000"/>
          </a:bodyPr>
          <a:lstStyle/>
          <a:p>
            <a:pPr marL="0" indent="0" algn="l">
              <a:lnSpc>
                <a:spcPct val="87324"/>
              </a:lnSpc>
              <a:buNone/>
            </a:pPr>
            <a:r>
              <a:rPr lang="en-US" sz="4650" b="1">
                <a:solidFill>
                  <a:srgbClr val="6A1B32"/>
                </a:solidFill>
                <a:latin typeface="Georgia" pitchFamily="34" charset="0"/>
                <a:ea typeface="Georgia" pitchFamily="34" charset="-122"/>
                <a:cs typeface="Georgia" pitchFamily="34" charset="-120"/>
              </a:rPr>
              <a:t>17</a:t>
            </a:r>
            <a:endParaRPr lang="en-US" sz="4650"/>
          </a:p>
        </p:txBody>
      </p:sp>
      <p:sp>
        <p:nvSpPr>
          <p:cNvPr id="9" name="Text 7"/>
          <p:cNvSpPr/>
          <p:nvPr/>
        </p:nvSpPr>
        <p:spPr>
          <a:xfrm>
            <a:off x="952500" y="5179963"/>
            <a:ext cx="3544997" cy="33516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800">
                <a:solidFill>
                  <a:srgbClr val="6B5F58"/>
                </a:solidFill>
                <a:latin typeface="Arial" pitchFamily="34" charset="0"/>
                <a:ea typeface="Arial" pitchFamily="34" charset="-122"/>
                <a:cs typeface="Arial" pitchFamily="34" charset="-120"/>
              </a:rPr>
              <a:t>Years in industry</a:t>
            </a:r>
            <a:endParaRPr lang="en-US" sz="1800"/>
          </a:p>
        </p:txBody>
      </p:sp>
      <p:sp>
        <p:nvSpPr>
          <p:cNvPr id="10" name="Text 8"/>
          <p:cNvSpPr/>
          <p:nvPr/>
        </p:nvSpPr>
        <p:spPr>
          <a:xfrm>
            <a:off x="4632424" y="4513213"/>
            <a:ext cx="3544997" cy="628650"/>
          </a:xfrm>
          <a:prstGeom prst="rect">
            <a:avLst/>
          </a:prstGeom>
          <a:noFill/>
          <a:ln/>
        </p:spPr>
        <p:txBody>
          <a:bodyPr wrap="square" lIns="25400" tIns="25400" rIns="25400" bIns="25400" rtlCol="0" anchor="t">
            <a:normAutofit lnSpcReduction="10000"/>
          </a:bodyPr>
          <a:lstStyle/>
          <a:p>
            <a:pPr marL="0" indent="0" algn="l">
              <a:lnSpc>
                <a:spcPct val="87324"/>
              </a:lnSpc>
              <a:buNone/>
            </a:pPr>
            <a:r>
              <a:rPr lang="en-US" sz="4650" b="1">
                <a:solidFill>
                  <a:srgbClr val="6A1B32"/>
                </a:solidFill>
                <a:latin typeface="Georgia" pitchFamily="34" charset="0"/>
                <a:ea typeface="Georgia" pitchFamily="34" charset="-122"/>
                <a:cs typeface="Georgia" pitchFamily="34" charset="-120"/>
              </a:rPr>
              <a:t>11 / 250</a:t>
            </a:r>
            <a:endParaRPr lang="en-US" sz="4650"/>
          </a:p>
        </p:txBody>
      </p:sp>
      <p:sp>
        <p:nvSpPr>
          <p:cNvPr id="11" name="Text 9"/>
          <p:cNvSpPr/>
          <p:nvPr/>
        </p:nvSpPr>
        <p:spPr>
          <a:xfrm>
            <a:off x="4632424" y="5179963"/>
            <a:ext cx="3544997" cy="33516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800">
                <a:solidFill>
                  <a:srgbClr val="6B5F58"/>
                </a:solidFill>
                <a:latin typeface="Arial" pitchFamily="34" charset="0"/>
                <a:ea typeface="Arial" pitchFamily="34" charset="-122"/>
                <a:cs typeface="Arial" pitchFamily="34" charset="-120"/>
              </a:rPr>
              <a:t>Papers / Citations</a:t>
            </a:r>
            <a:endParaRPr lang="en-US" sz="1800"/>
          </a:p>
        </p:txBody>
      </p:sp>
      <p:sp>
        <p:nvSpPr>
          <p:cNvPr id="12" name="Text 10"/>
          <p:cNvSpPr/>
          <p:nvPr/>
        </p:nvSpPr>
        <p:spPr>
          <a:xfrm>
            <a:off x="8312348" y="4513213"/>
            <a:ext cx="3545160" cy="628650"/>
          </a:xfrm>
          <a:prstGeom prst="rect">
            <a:avLst/>
          </a:prstGeom>
          <a:noFill/>
          <a:ln/>
        </p:spPr>
        <p:txBody>
          <a:bodyPr wrap="square" lIns="25400" tIns="25400" rIns="25400" bIns="25400" rtlCol="0" anchor="t">
            <a:normAutofit lnSpcReduction="10000"/>
          </a:bodyPr>
          <a:lstStyle/>
          <a:p>
            <a:pPr marL="0" indent="0" algn="l">
              <a:lnSpc>
                <a:spcPct val="87324"/>
              </a:lnSpc>
              <a:buNone/>
            </a:pPr>
            <a:r>
              <a:rPr lang="en-US" sz="4650" b="1">
                <a:solidFill>
                  <a:srgbClr val="6A1B32"/>
                </a:solidFill>
                <a:latin typeface="Georgia" pitchFamily="34" charset="0"/>
                <a:ea typeface="Georgia" pitchFamily="34" charset="-122"/>
                <a:cs typeface="Georgia" pitchFamily="34" charset="-120"/>
              </a:rPr>
              <a:t>5</a:t>
            </a:r>
            <a:endParaRPr lang="en-US" sz="4650"/>
          </a:p>
        </p:txBody>
      </p:sp>
      <p:sp>
        <p:nvSpPr>
          <p:cNvPr id="13" name="Text 11"/>
          <p:cNvSpPr/>
          <p:nvPr/>
        </p:nvSpPr>
        <p:spPr>
          <a:xfrm>
            <a:off x="8312348" y="5179963"/>
            <a:ext cx="3545160" cy="33516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800">
                <a:solidFill>
                  <a:srgbClr val="6B5F58"/>
                </a:solidFill>
                <a:latin typeface="Arial" pitchFamily="34" charset="0"/>
                <a:ea typeface="Arial" pitchFamily="34" charset="-122"/>
                <a:cs typeface="Arial" pitchFamily="34" charset="-120"/>
              </a:rPr>
              <a:t>Theses/FYPs supervised</a:t>
            </a:r>
            <a:endParaRPr lang="en-US" sz="1800"/>
          </a:p>
        </p:txBody>
      </p:sp>
      <p:sp>
        <p:nvSpPr>
          <p:cNvPr id="14" name="Text 12"/>
          <p:cNvSpPr/>
          <p:nvPr/>
        </p:nvSpPr>
        <p:spPr>
          <a:xfrm>
            <a:off x="952500" y="5819924"/>
            <a:ext cx="3544997" cy="628650"/>
          </a:xfrm>
          <a:prstGeom prst="rect">
            <a:avLst/>
          </a:prstGeom>
          <a:noFill/>
          <a:ln/>
        </p:spPr>
        <p:txBody>
          <a:bodyPr wrap="square" lIns="25400" tIns="25400" rIns="25400" bIns="25400" rtlCol="0" anchor="t">
            <a:normAutofit lnSpcReduction="10000"/>
          </a:bodyPr>
          <a:lstStyle/>
          <a:p>
            <a:pPr marL="0" indent="0" algn="l">
              <a:lnSpc>
                <a:spcPct val="87324"/>
              </a:lnSpc>
              <a:buNone/>
            </a:pPr>
            <a:r>
              <a:rPr lang="en-US" sz="4650" b="1">
                <a:solidFill>
                  <a:srgbClr val="6A1B32"/>
                </a:solidFill>
                <a:latin typeface="Georgia" pitchFamily="34" charset="0"/>
                <a:ea typeface="Georgia" pitchFamily="34" charset="-122"/>
                <a:cs typeface="Georgia" pitchFamily="34" charset="-120"/>
              </a:rPr>
              <a:t>44</a:t>
            </a:r>
            <a:endParaRPr lang="en-US" sz="4650"/>
          </a:p>
        </p:txBody>
      </p:sp>
      <p:sp>
        <p:nvSpPr>
          <p:cNvPr id="15" name="Text 13"/>
          <p:cNvSpPr/>
          <p:nvPr/>
        </p:nvSpPr>
        <p:spPr>
          <a:xfrm>
            <a:off x="952500" y="6486674"/>
            <a:ext cx="3544997" cy="33516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800">
                <a:solidFill>
                  <a:srgbClr val="6B5F58"/>
                </a:solidFill>
                <a:latin typeface="Arial" pitchFamily="34" charset="0"/>
                <a:ea typeface="Arial" pitchFamily="34" charset="-122"/>
                <a:cs typeface="Arial" pitchFamily="34" charset="-120"/>
              </a:rPr>
              <a:t>Industry projects shipped</a:t>
            </a:r>
            <a:endParaRPr lang="en-US" sz="1800"/>
          </a:p>
        </p:txBody>
      </p:sp>
      <p:sp>
        <p:nvSpPr>
          <p:cNvPr id="16" name="Text 14"/>
          <p:cNvSpPr/>
          <p:nvPr/>
        </p:nvSpPr>
        <p:spPr>
          <a:xfrm>
            <a:off x="4632424" y="5819924"/>
            <a:ext cx="3544997" cy="628650"/>
          </a:xfrm>
          <a:prstGeom prst="rect">
            <a:avLst/>
          </a:prstGeom>
          <a:noFill/>
          <a:ln/>
        </p:spPr>
        <p:txBody>
          <a:bodyPr wrap="square" lIns="25400" tIns="25400" rIns="25400" bIns="25400" rtlCol="0" anchor="t">
            <a:normAutofit lnSpcReduction="10000"/>
          </a:bodyPr>
          <a:lstStyle/>
          <a:p>
            <a:pPr marL="0" indent="0" algn="l">
              <a:lnSpc>
                <a:spcPct val="87324"/>
              </a:lnSpc>
              <a:buNone/>
            </a:pPr>
            <a:r>
              <a:rPr lang="en-US" sz="4650" b="1">
                <a:solidFill>
                  <a:srgbClr val="6A1B32"/>
                </a:solidFill>
                <a:latin typeface="Georgia" pitchFamily="34" charset="0"/>
                <a:ea typeface="Georgia" pitchFamily="34" charset="-122"/>
                <a:cs typeface="Georgia" pitchFamily="34" charset="-120"/>
              </a:rPr>
              <a:t>24</a:t>
            </a:r>
            <a:endParaRPr lang="en-US" sz="4650"/>
          </a:p>
        </p:txBody>
      </p:sp>
      <p:sp>
        <p:nvSpPr>
          <p:cNvPr id="17" name="Text 15"/>
          <p:cNvSpPr/>
          <p:nvPr/>
        </p:nvSpPr>
        <p:spPr>
          <a:xfrm>
            <a:off x="4632424" y="6486674"/>
            <a:ext cx="3544997" cy="33516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800">
                <a:solidFill>
                  <a:srgbClr val="6B5F58"/>
                </a:solidFill>
                <a:latin typeface="Arial" pitchFamily="34" charset="0"/>
                <a:ea typeface="Arial" pitchFamily="34" charset="-122"/>
                <a:cs typeface="Arial" pitchFamily="34" charset="-120"/>
              </a:rPr>
              <a:t>Countries worked with</a:t>
            </a:r>
            <a:endParaRPr lang="en-US" sz="1800"/>
          </a:p>
        </p:txBody>
      </p:sp>
      <p:sp>
        <p:nvSpPr>
          <p:cNvPr id="18" name="Text 16"/>
          <p:cNvSpPr/>
          <p:nvPr/>
        </p:nvSpPr>
        <p:spPr>
          <a:xfrm>
            <a:off x="8312348" y="5819924"/>
            <a:ext cx="3545160" cy="628650"/>
          </a:xfrm>
          <a:prstGeom prst="rect">
            <a:avLst/>
          </a:prstGeom>
          <a:noFill/>
          <a:ln/>
        </p:spPr>
        <p:txBody>
          <a:bodyPr wrap="square" lIns="25400" tIns="25400" rIns="25400" bIns="25400" rtlCol="0" anchor="t">
            <a:normAutofit lnSpcReduction="10000"/>
          </a:bodyPr>
          <a:lstStyle/>
          <a:p>
            <a:pPr marL="0" indent="0" algn="l">
              <a:lnSpc>
                <a:spcPct val="87324"/>
              </a:lnSpc>
              <a:buNone/>
            </a:pPr>
            <a:r>
              <a:rPr lang="en-US" sz="4650" b="1">
                <a:solidFill>
                  <a:srgbClr val="6A1B32"/>
                </a:solidFill>
                <a:latin typeface="Georgia" pitchFamily="34" charset="0"/>
                <a:ea typeface="Georgia" pitchFamily="34" charset="-122"/>
                <a:cs typeface="Georgia" pitchFamily="34" charset="-120"/>
              </a:rPr>
              <a:t>8</a:t>
            </a:r>
            <a:endParaRPr lang="en-US" sz="4650"/>
          </a:p>
        </p:txBody>
      </p:sp>
      <p:sp>
        <p:nvSpPr>
          <p:cNvPr id="19" name="Text 17"/>
          <p:cNvSpPr/>
          <p:nvPr/>
        </p:nvSpPr>
        <p:spPr>
          <a:xfrm>
            <a:off x="8312348" y="6486674"/>
            <a:ext cx="3545160" cy="33516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800">
                <a:solidFill>
                  <a:srgbClr val="6B5F58"/>
                </a:solidFill>
                <a:latin typeface="Arial" pitchFamily="34" charset="0"/>
                <a:ea typeface="Arial" pitchFamily="34" charset="-122"/>
                <a:cs typeface="Arial" pitchFamily="34" charset="-120"/>
              </a:rPr>
              <a:t>Countries travelled to</a:t>
            </a:r>
            <a:endParaRPr lang="en-US" sz="1800"/>
          </a:p>
        </p:txBody>
      </p:sp>
      <p:sp>
        <p:nvSpPr>
          <p:cNvPr id="20" name="Shape 18"/>
          <p:cNvSpPr/>
          <p:nvPr/>
        </p:nvSpPr>
        <p:spPr>
          <a:xfrm>
            <a:off x="952500" y="7240935"/>
            <a:ext cx="10582721" cy="19050"/>
          </a:xfrm>
          <a:prstGeom prst="rect">
            <a:avLst/>
          </a:prstGeom>
          <a:solidFill>
            <a:srgbClr val="DCD2C6"/>
          </a:solidFill>
          <a:ln/>
        </p:spPr>
        <p:txBody>
          <a:bodyPr/>
          <a:lstStyle/>
          <a:p>
            <a:endParaRPr lang="en-GB"/>
          </a:p>
        </p:txBody>
      </p:sp>
      <p:sp>
        <p:nvSpPr>
          <p:cNvPr id="21" name="Text 19"/>
          <p:cNvSpPr/>
          <p:nvPr/>
        </p:nvSpPr>
        <p:spPr>
          <a:xfrm>
            <a:off x="952500" y="7545735"/>
            <a:ext cx="11640994" cy="342900"/>
          </a:xfrm>
          <a:prstGeom prst="rect">
            <a:avLst/>
          </a:prstGeom>
          <a:noFill/>
          <a:ln/>
        </p:spPr>
        <p:txBody>
          <a:bodyPr wrap="square" lIns="25400" tIns="25400" rIns="25400" bIns="25400" rtlCol="0" anchor="t">
            <a:normAutofit/>
          </a:bodyPr>
          <a:lstStyle/>
          <a:p>
            <a:pPr marL="0" indent="0" algn="l">
              <a:buNone/>
            </a:pPr>
            <a:r>
              <a:rPr lang="en-US" sz="1800" kern="0" spc="216">
                <a:solidFill>
                  <a:srgbClr val="9C6B3F"/>
                </a:solidFill>
                <a:latin typeface="Courier New" pitchFamily="34" charset="0"/>
                <a:ea typeface="Courier New" pitchFamily="34" charset="-122"/>
                <a:cs typeface="Courier New" pitchFamily="34" charset="-120"/>
              </a:rPr>
              <a:t>CURRENT AFFILIATIONS</a:t>
            </a:r>
            <a:endParaRPr lang="en-US" sz="1800"/>
          </a:p>
        </p:txBody>
      </p:sp>
      <p:sp>
        <p:nvSpPr>
          <p:cNvPr id="22" name="Text 20"/>
          <p:cNvSpPr/>
          <p:nvPr/>
        </p:nvSpPr>
        <p:spPr>
          <a:xfrm>
            <a:off x="952500" y="8060085"/>
            <a:ext cx="5568955" cy="361950"/>
          </a:xfrm>
          <a:prstGeom prst="rect">
            <a:avLst/>
          </a:prstGeom>
          <a:noFill/>
          <a:ln/>
        </p:spPr>
        <p:txBody>
          <a:bodyPr wrap="square" lIns="25400" tIns="25400" rIns="25400" bIns="25400" rtlCol="0" anchor="t">
            <a:normAutofit/>
          </a:bodyPr>
          <a:lstStyle/>
          <a:p>
            <a:pPr marL="0" indent="0" algn="l">
              <a:buNone/>
            </a:pPr>
            <a:r>
              <a:rPr lang="en-US" sz="1950" b="1">
                <a:solidFill>
                  <a:srgbClr val="3B332E"/>
                </a:solidFill>
                <a:latin typeface="Arial" pitchFamily="34" charset="0"/>
                <a:ea typeface="Arial" pitchFamily="34" charset="-122"/>
                <a:cs typeface="Arial" pitchFamily="34" charset="-120"/>
              </a:rPr>
              <a:t>TechThree </a:t>
            </a:r>
            <a:r>
              <a:rPr lang="en-US" sz="1950">
                <a:solidFill>
                  <a:srgbClr val="3B332E"/>
                </a:solidFill>
                <a:latin typeface="Arial" pitchFamily="34" charset="0"/>
                <a:ea typeface="Arial" pitchFamily="34" charset="-122"/>
                <a:cs typeface="Arial" pitchFamily="34" charset="-120"/>
              </a:rPr>
              <a:t>— Chief Technology Officer</a:t>
            </a:r>
            <a:endParaRPr lang="en-US" sz="1950"/>
          </a:p>
        </p:txBody>
      </p:sp>
      <p:sp>
        <p:nvSpPr>
          <p:cNvPr id="23" name="Text 21"/>
          <p:cNvSpPr/>
          <p:nvPr/>
        </p:nvSpPr>
        <p:spPr>
          <a:xfrm>
            <a:off x="6472386" y="8060085"/>
            <a:ext cx="5569119" cy="361950"/>
          </a:xfrm>
          <a:prstGeom prst="rect">
            <a:avLst/>
          </a:prstGeom>
          <a:noFill/>
          <a:ln/>
        </p:spPr>
        <p:txBody>
          <a:bodyPr wrap="square" lIns="25400" tIns="25400" rIns="25400" bIns="25400" rtlCol="0" anchor="t">
            <a:normAutofit/>
          </a:bodyPr>
          <a:lstStyle/>
          <a:p>
            <a:pPr marL="0" indent="0" algn="l">
              <a:buNone/>
            </a:pPr>
            <a:r>
              <a:rPr lang="en-US" sz="1950" b="1">
                <a:solidFill>
                  <a:srgbClr val="3B332E"/>
                </a:solidFill>
                <a:latin typeface="Arial" pitchFamily="34" charset="0"/>
                <a:ea typeface="Arial" pitchFamily="34" charset="-122"/>
                <a:cs typeface="Arial" pitchFamily="34" charset="-120"/>
              </a:rPr>
              <a:t>KIET </a:t>
            </a:r>
            <a:r>
              <a:rPr lang="en-US" sz="1950">
                <a:solidFill>
                  <a:srgbClr val="3B332E"/>
                </a:solidFill>
                <a:latin typeface="Arial" pitchFamily="34" charset="0"/>
                <a:ea typeface="Arial" pitchFamily="34" charset="-122"/>
                <a:cs typeface="Arial" pitchFamily="34" charset="-120"/>
              </a:rPr>
              <a:t>— Associate Professor</a:t>
            </a:r>
            <a:endParaRPr lang="en-US" sz="1950"/>
          </a:p>
        </p:txBody>
      </p:sp>
      <p:sp>
        <p:nvSpPr>
          <p:cNvPr id="24" name="Text 22"/>
          <p:cNvSpPr/>
          <p:nvPr/>
        </p:nvSpPr>
        <p:spPr>
          <a:xfrm>
            <a:off x="952500" y="8555385"/>
            <a:ext cx="5568955" cy="361950"/>
          </a:xfrm>
          <a:prstGeom prst="rect">
            <a:avLst/>
          </a:prstGeom>
          <a:noFill/>
          <a:ln/>
        </p:spPr>
        <p:txBody>
          <a:bodyPr wrap="square" lIns="25400" tIns="25400" rIns="25400" bIns="25400" rtlCol="0" anchor="t">
            <a:normAutofit/>
          </a:bodyPr>
          <a:lstStyle/>
          <a:p>
            <a:pPr marL="0" indent="0" algn="l">
              <a:buNone/>
            </a:pPr>
            <a:r>
              <a:rPr lang="en-US" sz="1950" b="1">
                <a:solidFill>
                  <a:srgbClr val="3B332E"/>
                </a:solidFill>
                <a:latin typeface="Arial" pitchFamily="34" charset="0"/>
                <a:ea typeface="Arial" pitchFamily="34" charset="-122"/>
                <a:cs typeface="Arial" pitchFamily="34" charset="-120"/>
              </a:rPr>
              <a:t>Esquared Systems </a:t>
            </a:r>
            <a:r>
              <a:rPr lang="en-US" sz="1950">
                <a:solidFill>
                  <a:srgbClr val="3B332E"/>
                </a:solidFill>
                <a:latin typeface="Arial" pitchFamily="34" charset="0"/>
                <a:ea typeface="Arial" pitchFamily="34" charset="-122"/>
                <a:cs typeface="Arial" pitchFamily="34" charset="-120"/>
              </a:rPr>
              <a:t>— Co-founder, Acting CEO</a:t>
            </a:r>
            <a:endParaRPr lang="en-US" sz="1950"/>
          </a:p>
        </p:txBody>
      </p:sp>
      <p:sp>
        <p:nvSpPr>
          <p:cNvPr id="25" name="Text 23"/>
          <p:cNvSpPr/>
          <p:nvPr/>
        </p:nvSpPr>
        <p:spPr>
          <a:xfrm>
            <a:off x="6472386" y="8555385"/>
            <a:ext cx="5569119" cy="361950"/>
          </a:xfrm>
          <a:prstGeom prst="rect">
            <a:avLst/>
          </a:prstGeom>
          <a:noFill/>
          <a:ln/>
        </p:spPr>
        <p:txBody>
          <a:bodyPr wrap="square" lIns="25400" tIns="25400" rIns="25400" bIns="25400" rtlCol="0" anchor="t">
            <a:normAutofit/>
          </a:bodyPr>
          <a:lstStyle/>
          <a:p>
            <a:pPr marL="0" indent="0" algn="l">
              <a:buNone/>
            </a:pPr>
            <a:r>
              <a:rPr lang="en-US" sz="1950" b="1">
                <a:solidFill>
                  <a:srgbClr val="3B332E"/>
                </a:solidFill>
                <a:latin typeface="Arial" pitchFamily="34" charset="0"/>
                <a:ea typeface="Arial" pitchFamily="34" charset="-122"/>
                <a:cs typeface="Arial" pitchFamily="34" charset="-120"/>
              </a:rPr>
              <a:t>GWML </a:t>
            </a:r>
            <a:r>
              <a:rPr lang="en-US" sz="1950">
                <a:solidFill>
                  <a:srgbClr val="3B332E"/>
                </a:solidFill>
                <a:latin typeface="Arial" pitchFamily="34" charset="0"/>
                <a:ea typeface="Arial" pitchFamily="34" charset="-122"/>
                <a:cs typeface="Arial" pitchFamily="34" charset="-120"/>
              </a:rPr>
              <a:t>— Trainer (volunteer)</a:t>
            </a:r>
            <a:endParaRPr lang="en-US" sz="1950"/>
          </a:p>
        </p:txBody>
      </p:sp>
      <p:pic>
        <p:nvPicPr>
          <p:cNvPr id="28" name="Picture 27">
            <a:extLst>
              <a:ext uri="{FF2B5EF4-FFF2-40B4-BE49-F238E27FC236}">
                <a16:creationId xmlns:a16="http://schemas.microsoft.com/office/drawing/2014/main" id="{2684ACA3-50CF-7E7F-D9F0-EBD754942EBF}"/>
              </a:ext>
            </a:extLst>
          </p:cNvPr>
          <p:cNvPicPr>
            <a:picLocks noChangeAspect="1"/>
          </p:cNvPicPr>
          <p:nvPr/>
        </p:nvPicPr>
        <p:blipFill>
          <a:blip r:embed="rId3"/>
          <a:srcRect l="17851" r="6914"/>
          <a:stretch>
            <a:fillRect/>
          </a:stretch>
        </p:blipFill>
        <p:spPr>
          <a:xfrm>
            <a:off x="12407705" y="2815124"/>
            <a:ext cx="4417255" cy="5400000"/>
          </a:xfrm>
          <a:prstGeom prst="rect">
            <a:avLst/>
          </a:prstGeom>
        </p:spPr>
      </p:pic>
      <p:sp>
        <p:nvSpPr>
          <p:cNvPr id="29" name="TextBox 28">
            <a:extLst>
              <a:ext uri="{FF2B5EF4-FFF2-40B4-BE49-F238E27FC236}">
                <a16:creationId xmlns:a16="http://schemas.microsoft.com/office/drawing/2014/main" id="{EE1B74F9-876F-2483-97FD-191B7B0F5AD6}"/>
              </a:ext>
            </a:extLst>
          </p:cNvPr>
          <p:cNvSpPr txBox="1"/>
          <p:nvPr/>
        </p:nvSpPr>
        <p:spPr>
          <a:xfrm>
            <a:off x="11306075" y="9448086"/>
            <a:ext cx="6620514" cy="523220"/>
          </a:xfrm>
          <a:prstGeom prst="rect">
            <a:avLst/>
          </a:prstGeom>
          <a:noFill/>
        </p:spPr>
        <p:txBody>
          <a:bodyPr wrap="square">
            <a:spAutoFit/>
          </a:bodyPr>
          <a:lstStyle/>
          <a:p>
            <a:r>
              <a:rPr lang="en-GB" sz="2800" b="1" i="1" u="sng">
                <a:solidFill>
                  <a:schemeClr val="tx1">
                    <a:lumMod val="75000"/>
                    <a:lumOff val="25000"/>
                  </a:schemeClr>
                </a:solidFill>
              </a:rPr>
              <a:t>http://esquaredsystems.github.io/founder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6F1EA"/>
        </a:solidFill>
        <a:effectLst/>
      </p:bgPr>
    </p:bg>
    <p:spTree>
      <p:nvGrpSpPr>
        <p:cNvPr id="1" name=""/>
        <p:cNvGrpSpPr/>
        <p:nvPr/>
      </p:nvGrpSpPr>
      <p:grpSpPr>
        <a:xfrm>
          <a:off x="0" y="0"/>
          <a:ext cx="0" cy="0"/>
          <a:chOff x="0" y="0"/>
          <a:chExt cx="0" cy="0"/>
        </a:xfrm>
      </p:grpSpPr>
      <p:sp>
        <p:nvSpPr>
          <p:cNvPr id="2" name="Text 0"/>
          <p:cNvSpPr/>
          <p:nvPr/>
        </p:nvSpPr>
        <p:spPr>
          <a:xfrm>
            <a:off x="952500" y="838200"/>
            <a:ext cx="1091208" cy="342900"/>
          </a:xfrm>
          <a:prstGeom prst="rect">
            <a:avLst/>
          </a:prstGeom>
          <a:noFill/>
          <a:ln/>
        </p:spPr>
        <p:txBody>
          <a:bodyPr wrap="square" lIns="25400" tIns="25400" rIns="25400" bIns="25400" rtlCol="0" anchor="t">
            <a:normAutofit/>
          </a:bodyPr>
          <a:lstStyle/>
          <a:p>
            <a:pPr marL="0" indent="0" algn="l">
              <a:buNone/>
            </a:pPr>
            <a:r>
              <a:rPr lang="en-US" sz="1800" kern="0" spc="252">
                <a:solidFill>
                  <a:srgbClr val="6A1B32"/>
                </a:solidFill>
                <a:latin typeface="Courier New" pitchFamily="34" charset="0"/>
                <a:ea typeface="Courier New" pitchFamily="34" charset="-122"/>
                <a:cs typeface="Courier New" pitchFamily="34" charset="-120"/>
              </a:rPr>
              <a:t>VISION</a:t>
            </a:r>
            <a:endParaRPr lang="en-US" sz="1800"/>
          </a:p>
        </p:txBody>
      </p:sp>
      <p:sp>
        <p:nvSpPr>
          <p:cNvPr id="4" name="Shape 2"/>
          <p:cNvSpPr/>
          <p:nvPr/>
        </p:nvSpPr>
        <p:spPr>
          <a:xfrm>
            <a:off x="952500" y="1352550"/>
            <a:ext cx="16383000" cy="19050"/>
          </a:xfrm>
          <a:prstGeom prst="rect">
            <a:avLst/>
          </a:prstGeom>
          <a:solidFill>
            <a:srgbClr val="DCD2C6"/>
          </a:solidFill>
          <a:ln/>
        </p:spPr>
        <p:txBody>
          <a:bodyPr/>
          <a:lstStyle/>
          <a:p>
            <a:endParaRPr lang="en-GB"/>
          </a:p>
        </p:txBody>
      </p:sp>
      <p:sp>
        <p:nvSpPr>
          <p:cNvPr id="6" name="Text 4"/>
          <p:cNvSpPr/>
          <p:nvPr/>
        </p:nvSpPr>
        <p:spPr>
          <a:xfrm>
            <a:off x="952500" y="4241881"/>
            <a:ext cx="8044815" cy="2706328"/>
          </a:xfrm>
          <a:prstGeom prst="rect">
            <a:avLst/>
          </a:prstGeom>
          <a:noFill/>
          <a:ln/>
        </p:spPr>
        <p:txBody>
          <a:bodyPr wrap="square" lIns="25400" tIns="25400" rIns="25400" bIns="25400" rtlCol="0" anchor="t">
            <a:normAutofit/>
          </a:bodyPr>
          <a:lstStyle/>
          <a:p>
            <a:pPr marL="0" indent="0" algn="l">
              <a:lnSpc>
                <a:spcPct val="105974"/>
              </a:lnSpc>
              <a:buNone/>
            </a:pPr>
            <a:r>
              <a:rPr lang="en-US" sz="5100" b="1" kern="0" spc="-76">
                <a:solidFill>
                  <a:srgbClr val="6A1B32"/>
                </a:solidFill>
                <a:latin typeface="Georgia" pitchFamily="34" charset="0"/>
                <a:ea typeface="Georgia" pitchFamily="34" charset="-122"/>
                <a:cs typeface="Georgia" pitchFamily="34" charset="-120"/>
              </a:rPr>
              <a:t>To bridge the gap between academia and industry.</a:t>
            </a:r>
            <a:endParaRPr lang="en-US" sz="5100"/>
          </a:p>
        </p:txBody>
      </p:sp>
      <p:grpSp>
        <p:nvGrpSpPr>
          <p:cNvPr id="15" name="Group 14">
            <a:extLst>
              <a:ext uri="{FF2B5EF4-FFF2-40B4-BE49-F238E27FC236}">
                <a16:creationId xmlns:a16="http://schemas.microsoft.com/office/drawing/2014/main" id="{E7C961FD-BE6F-BBF0-57A9-A96ACA374E2E}"/>
              </a:ext>
            </a:extLst>
          </p:cNvPr>
          <p:cNvGrpSpPr/>
          <p:nvPr/>
        </p:nvGrpSpPr>
        <p:grpSpPr>
          <a:xfrm>
            <a:off x="10648950" y="3562350"/>
            <a:ext cx="5562600" cy="3619500"/>
            <a:chOff x="10648950" y="3562350"/>
            <a:chExt cx="5562600" cy="3619500"/>
          </a:xfrm>
        </p:grpSpPr>
        <p:sp>
          <p:nvSpPr>
            <p:cNvPr id="7" name="Shape 5"/>
            <p:cNvSpPr/>
            <p:nvPr/>
          </p:nvSpPr>
          <p:spPr>
            <a:xfrm>
              <a:off x="10648950" y="3562350"/>
              <a:ext cx="3619500" cy="3619500"/>
            </a:xfrm>
            <a:prstGeom prst="ellipse">
              <a:avLst/>
            </a:prstGeom>
            <a:solidFill>
              <a:srgbClr val="6A1B32">
                <a:alpha val="14000"/>
              </a:srgbClr>
            </a:solidFill>
            <a:ln w="19050">
              <a:solidFill>
                <a:srgbClr val="6A1B32"/>
              </a:solidFill>
              <a:prstDash val="solid"/>
            </a:ln>
          </p:spPr>
          <p:txBody>
            <a:bodyPr/>
            <a:lstStyle/>
            <a:p>
              <a:endParaRPr lang="en-GB"/>
            </a:p>
          </p:txBody>
        </p:sp>
        <p:sp>
          <p:nvSpPr>
            <p:cNvPr id="8" name="Shape 6"/>
            <p:cNvSpPr/>
            <p:nvPr/>
          </p:nvSpPr>
          <p:spPr>
            <a:xfrm>
              <a:off x="12592050" y="3562350"/>
              <a:ext cx="3619500" cy="3619500"/>
            </a:xfrm>
            <a:prstGeom prst="ellipse">
              <a:avLst/>
            </a:prstGeom>
            <a:solidFill>
              <a:srgbClr val="9C6B3F">
                <a:alpha val="16000"/>
              </a:srgbClr>
            </a:solidFill>
            <a:ln w="19050">
              <a:solidFill>
                <a:srgbClr val="9C6B3F"/>
              </a:solidFill>
              <a:prstDash val="solid"/>
            </a:ln>
          </p:spPr>
          <p:txBody>
            <a:bodyPr/>
            <a:lstStyle/>
            <a:p>
              <a:endParaRPr lang="en-GB"/>
            </a:p>
          </p:txBody>
        </p:sp>
        <p:sp>
          <p:nvSpPr>
            <p:cNvPr id="10" name="Text 8"/>
            <p:cNvSpPr/>
            <p:nvPr/>
          </p:nvSpPr>
          <p:spPr>
            <a:xfrm>
              <a:off x="11296650" y="5233095"/>
              <a:ext cx="1295400" cy="36195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6A1B32"/>
                  </a:solidFill>
                  <a:latin typeface="Arial" pitchFamily="34" charset="0"/>
                  <a:ea typeface="Arial" pitchFamily="34" charset="-122"/>
                  <a:cs typeface="Arial" pitchFamily="34" charset="-120"/>
                </a:rPr>
                <a:t>Industry</a:t>
              </a:r>
              <a:endParaRPr lang="en-US" sz="2250"/>
            </a:p>
          </p:txBody>
        </p:sp>
        <p:sp>
          <p:nvSpPr>
            <p:cNvPr id="11" name="Text 9"/>
            <p:cNvSpPr/>
            <p:nvPr/>
          </p:nvSpPr>
          <p:spPr>
            <a:xfrm>
              <a:off x="14401800" y="5191125"/>
              <a:ext cx="1490709" cy="36195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7C5228"/>
                  </a:solidFill>
                  <a:latin typeface="Arial" pitchFamily="34" charset="0"/>
                  <a:ea typeface="Arial" pitchFamily="34" charset="-122"/>
                  <a:cs typeface="Arial" pitchFamily="34" charset="-120"/>
                </a:rPr>
                <a:t>Academia</a:t>
              </a:r>
              <a:endParaRPr lang="en-US" sz="2250"/>
            </a:p>
          </p:txBody>
        </p:sp>
        <p:sp>
          <p:nvSpPr>
            <p:cNvPr id="14" name="Text 8">
              <a:extLst>
                <a:ext uri="{FF2B5EF4-FFF2-40B4-BE49-F238E27FC236}">
                  <a16:creationId xmlns:a16="http://schemas.microsoft.com/office/drawing/2014/main" id="{2C84FEA2-9C69-1ECE-426C-E47E76FBCF37}"/>
                </a:ext>
              </a:extLst>
            </p:cNvPr>
            <p:cNvSpPr/>
            <p:nvPr/>
          </p:nvSpPr>
          <p:spPr>
            <a:xfrm>
              <a:off x="12947788" y="5233095"/>
              <a:ext cx="964924" cy="361950"/>
            </a:xfrm>
            <a:prstGeom prst="rect">
              <a:avLst/>
            </a:prstGeom>
            <a:noFill/>
            <a:ln/>
          </p:spPr>
          <p:txBody>
            <a:bodyPr wrap="square" lIns="25400" tIns="25400" rIns="25400" bIns="25400" rtlCol="0" anchor="t">
              <a:normAutofit lnSpcReduction="10000"/>
            </a:bodyPr>
            <a:lstStyle/>
            <a:p>
              <a:pPr marL="0" indent="0" algn="ctr">
                <a:buNone/>
              </a:pPr>
              <a:r>
                <a:rPr lang="en-US" sz="2250" b="1">
                  <a:solidFill>
                    <a:schemeClr val="accent6">
                      <a:lumMod val="50000"/>
                    </a:schemeClr>
                  </a:solidFill>
                  <a:latin typeface="Arial" pitchFamily="34" charset="0"/>
                  <a:ea typeface="Arial" pitchFamily="34" charset="-122"/>
                  <a:cs typeface="Arial" pitchFamily="34" charset="-120"/>
                </a:rPr>
                <a:t>Niche</a:t>
              </a:r>
              <a:endParaRPr lang="en-US" sz="2250">
                <a:solidFill>
                  <a:schemeClr val="accent6">
                    <a:lumMod val="50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F6F1EA"/>
        </a:solidFill>
        <a:effectLst/>
      </p:bgPr>
    </p:bg>
    <p:spTree>
      <p:nvGrpSpPr>
        <p:cNvPr id="1" name=""/>
        <p:cNvGrpSpPr/>
        <p:nvPr/>
      </p:nvGrpSpPr>
      <p:grpSpPr>
        <a:xfrm>
          <a:off x="0" y="0"/>
          <a:ext cx="0" cy="0"/>
          <a:chOff x="0" y="0"/>
          <a:chExt cx="0" cy="0"/>
        </a:xfrm>
      </p:grpSpPr>
      <p:sp>
        <p:nvSpPr>
          <p:cNvPr id="2" name="Text 0"/>
          <p:cNvSpPr/>
          <p:nvPr/>
        </p:nvSpPr>
        <p:spPr>
          <a:xfrm>
            <a:off x="952500" y="838200"/>
            <a:ext cx="4466034" cy="342900"/>
          </a:xfrm>
          <a:prstGeom prst="rect">
            <a:avLst/>
          </a:prstGeom>
          <a:noFill/>
          <a:ln/>
        </p:spPr>
        <p:txBody>
          <a:bodyPr wrap="square" lIns="25400" tIns="25400" rIns="25400" bIns="25400" rtlCol="0" anchor="t">
            <a:normAutofit/>
          </a:bodyPr>
          <a:lstStyle/>
          <a:p>
            <a:pPr marL="0" indent="0" algn="l">
              <a:buNone/>
            </a:pPr>
            <a:r>
              <a:rPr lang="en-US" kern="0" spc="252">
                <a:solidFill>
                  <a:srgbClr val="6A1B32"/>
                </a:solidFill>
                <a:latin typeface="Courier New" pitchFamily="34" charset="0"/>
                <a:cs typeface="Courier New" pitchFamily="34" charset="-120"/>
              </a:rPr>
              <a:t>Blockchain &amp; DeFi – Day 1</a:t>
            </a:r>
            <a:endParaRPr lang="en-US" sz="1800"/>
          </a:p>
        </p:txBody>
      </p:sp>
      <p:sp>
        <p:nvSpPr>
          <p:cNvPr id="4" name="Shape 2"/>
          <p:cNvSpPr/>
          <p:nvPr/>
        </p:nvSpPr>
        <p:spPr>
          <a:xfrm>
            <a:off x="952500" y="1352550"/>
            <a:ext cx="16383000" cy="19050"/>
          </a:xfrm>
          <a:prstGeom prst="rect">
            <a:avLst/>
          </a:prstGeom>
          <a:solidFill>
            <a:srgbClr val="DCD2C6"/>
          </a:solidFill>
          <a:ln/>
        </p:spPr>
        <p:txBody>
          <a:bodyPr/>
          <a:lstStyle/>
          <a:p>
            <a:endParaRPr lang="en-GB"/>
          </a:p>
        </p:txBody>
      </p:sp>
      <p:sp>
        <p:nvSpPr>
          <p:cNvPr id="5" name="Text 3"/>
          <p:cNvSpPr/>
          <p:nvPr/>
        </p:nvSpPr>
        <p:spPr>
          <a:xfrm>
            <a:off x="952500" y="1790700"/>
            <a:ext cx="16692116" cy="847725"/>
          </a:xfrm>
          <a:prstGeom prst="rect">
            <a:avLst/>
          </a:prstGeom>
          <a:noFill/>
          <a:ln/>
        </p:spPr>
        <p:txBody>
          <a:bodyPr wrap="square" lIns="25400" tIns="25400" rIns="25400" bIns="25400" rtlCol="0" anchor="t">
            <a:normAutofit/>
          </a:bodyPr>
          <a:lstStyle/>
          <a:p>
            <a:pPr marL="0" indent="0" algn="l">
              <a:buNone/>
            </a:pPr>
            <a:r>
              <a:rPr lang="en-US" sz="4650" b="1" kern="0" spc="-70">
                <a:solidFill>
                  <a:srgbClr val="201B19"/>
                </a:solidFill>
                <a:latin typeface="Georgia" pitchFamily="34" charset="0"/>
                <a:ea typeface="Georgia" pitchFamily="34" charset="-122"/>
                <a:cs typeface="Georgia" pitchFamily="34" charset="-120"/>
              </a:rPr>
              <a:t>The story of Money</a:t>
            </a:r>
            <a:endParaRPr lang="en-US" sz="4650"/>
          </a:p>
        </p:txBody>
      </p:sp>
      <p:sp>
        <p:nvSpPr>
          <p:cNvPr id="40" name="Shape 3">
            <a:extLst>
              <a:ext uri="{FF2B5EF4-FFF2-40B4-BE49-F238E27FC236}">
                <a16:creationId xmlns:a16="http://schemas.microsoft.com/office/drawing/2014/main" id="{C7647194-0E31-0264-1D4B-64EAC554D8BC}"/>
              </a:ext>
            </a:extLst>
          </p:cNvPr>
          <p:cNvSpPr/>
          <p:nvPr/>
        </p:nvSpPr>
        <p:spPr>
          <a:xfrm>
            <a:off x="952500" y="2638425"/>
            <a:ext cx="16692116" cy="7279298"/>
          </a:xfrm>
          <a:prstGeom prst="rect">
            <a:avLst/>
          </a:prstGeom>
          <a:solidFill>
            <a:srgbClr val="FFFFFF"/>
          </a:solidFill>
          <a:ln w="19050">
            <a:solidFill>
              <a:srgbClr val="DCD2C6"/>
            </a:solidFill>
            <a:prstDash val="solid"/>
          </a:ln>
        </p:spPr>
        <p:txBody>
          <a:bodyPr/>
          <a:lstStyle/>
          <a:p>
            <a:pPr marL="571500" indent="-571500">
              <a:lnSpc>
                <a:spcPct val="150000"/>
              </a:lnSpc>
              <a:buFont typeface="Wingdings" panose="05000000000000000000" pitchFamily="2" charset="2"/>
              <a:buChar char="§"/>
            </a:pPr>
            <a:r>
              <a:rPr lang="en-GB" sz="4400">
                <a:solidFill>
                  <a:schemeClr val="tx1">
                    <a:lumMod val="75000"/>
                    <a:lumOff val="25000"/>
                  </a:schemeClr>
                </a:solidFill>
              </a:rPr>
              <a:t>Early civilization (6000 BC): </a:t>
            </a:r>
            <a:r>
              <a:rPr lang="en-GB" sz="4400" b="1">
                <a:solidFill>
                  <a:schemeClr val="tx1">
                    <a:lumMod val="75000"/>
                    <a:lumOff val="25000"/>
                  </a:schemeClr>
                </a:solidFill>
              </a:rPr>
              <a:t>Barter system</a:t>
            </a:r>
          </a:p>
          <a:p>
            <a:pPr marL="1028700" lvl="1" indent="-571500">
              <a:lnSpc>
                <a:spcPct val="150000"/>
              </a:lnSpc>
              <a:buFont typeface="Wingdings" panose="05000000000000000000" pitchFamily="2" charset="2"/>
              <a:buChar char="§"/>
            </a:pPr>
            <a:r>
              <a:rPr lang="en-GB" sz="4400">
                <a:solidFill>
                  <a:schemeClr val="tx1">
                    <a:lumMod val="75000"/>
                    <a:lumOff val="25000"/>
                  </a:schemeClr>
                </a:solidFill>
              </a:rPr>
              <a:t>Problem! Wealth existed but not easily moved.</a:t>
            </a:r>
          </a:p>
          <a:p>
            <a:pPr marL="571500" indent="-571500">
              <a:lnSpc>
                <a:spcPct val="150000"/>
              </a:lnSpc>
              <a:buFont typeface="Wingdings" panose="05000000000000000000" pitchFamily="2" charset="2"/>
              <a:buChar char="§"/>
            </a:pPr>
            <a:r>
              <a:rPr lang="en-GB" sz="4400">
                <a:solidFill>
                  <a:schemeClr val="tx1">
                    <a:lumMod val="75000"/>
                    <a:lumOff val="25000"/>
                  </a:schemeClr>
                </a:solidFill>
              </a:rPr>
              <a:t>Solution: common commodities</a:t>
            </a:r>
            <a:endParaRPr lang="en-GB" sz="4400" b="1">
              <a:solidFill>
                <a:schemeClr val="tx1">
                  <a:lumMod val="75000"/>
                  <a:lumOff val="25000"/>
                </a:schemeClr>
              </a:solidFill>
            </a:endParaRPr>
          </a:p>
          <a:p>
            <a:pPr marL="1028700" lvl="1" indent="-571500">
              <a:lnSpc>
                <a:spcPct val="150000"/>
              </a:lnSpc>
              <a:buFont typeface="Wingdings" panose="05000000000000000000" pitchFamily="2" charset="2"/>
              <a:buChar char="§"/>
            </a:pPr>
            <a:r>
              <a:rPr lang="en-GB" sz="4400">
                <a:solidFill>
                  <a:schemeClr val="tx1">
                    <a:lumMod val="75000"/>
                    <a:lumOff val="25000"/>
                  </a:schemeClr>
                </a:solidFill>
              </a:rPr>
              <a:t>Problem! Wheat – rotted; cattle – undividable; salt –  inconvenient. </a:t>
            </a:r>
          </a:p>
          <a:p>
            <a:pPr marL="571500" indent="-571500">
              <a:lnSpc>
                <a:spcPct val="150000"/>
              </a:lnSpc>
              <a:buFont typeface="Wingdings" panose="05000000000000000000" pitchFamily="2" charset="2"/>
              <a:buChar char="§"/>
            </a:pPr>
            <a:r>
              <a:rPr lang="en-GB" sz="4400">
                <a:solidFill>
                  <a:schemeClr val="tx1">
                    <a:lumMod val="75000"/>
                    <a:lumOff val="25000"/>
                  </a:schemeClr>
                </a:solidFill>
              </a:rPr>
              <a:t>Solution: </a:t>
            </a:r>
            <a:r>
              <a:rPr lang="en-GB" sz="4400" b="1">
                <a:solidFill>
                  <a:schemeClr val="tx1">
                    <a:lumMod val="75000"/>
                    <a:lumOff val="25000"/>
                  </a:schemeClr>
                </a:solidFill>
              </a:rPr>
              <a:t>Gold </a:t>
            </a:r>
            <a:r>
              <a:rPr lang="en-GB" sz="4400">
                <a:solidFill>
                  <a:schemeClr val="tx1">
                    <a:lumMod val="75000"/>
                    <a:lumOff val="25000"/>
                  </a:schemeClr>
                </a:solidFill>
              </a:rPr>
              <a:t>(scarce, durable, accepted)</a:t>
            </a:r>
          </a:p>
          <a:p>
            <a:pPr marL="1028700" lvl="1" indent="-571500">
              <a:lnSpc>
                <a:spcPct val="150000"/>
              </a:lnSpc>
              <a:buFont typeface="Wingdings" panose="05000000000000000000" pitchFamily="2" charset="2"/>
              <a:buChar char="§"/>
            </a:pPr>
            <a:r>
              <a:rPr lang="en-GB" sz="4400">
                <a:solidFill>
                  <a:schemeClr val="tx1">
                    <a:lumMod val="75000"/>
                    <a:lumOff val="25000"/>
                  </a:schemeClr>
                </a:solidFill>
              </a:rPr>
              <a:t>Problem: no denomination. Difficult to weigh, prone to tempering.</a:t>
            </a:r>
          </a:p>
          <a:p>
            <a:pPr marL="571500" indent="-571500">
              <a:lnSpc>
                <a:spcPct val="150000"/>
              </a:lnSpc>
              <a:buFont typeface="Wingdings" panose="05000000000000000000" pitchFamily="2" charset="2"/>
              <a:buChar char="§"/>
            </a:pPr>
            <a:r>
              <a:rPr lang="en-GB" sz="4400">
                <a:solidFill>
                  <a:schemeClr val="tx1">
                    <a:lumMod val="75000"/>
                    <a:lumOff val="25000"/>
                  </a:schemeClr>
                </a:solidFill>
              </a:rPr>
              <a:t>Solution: </a:t>
            </a:r>
            <a:r>
              <a:rPr lang="en-GB" sz="4400" b="1">
                <a:solidFill>
                  <a:schemeClr val="tx1">
                    <a:lumMod val="75000"/>
                    <a:lumOff val="25000"/>
                  </a:schemeClr>
                </a:solidFill>
              </a:rPr>
              <a:t>King’s mark (1200 BC)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1EA"/>
        </a:solidFill>
        <a:effectLst/>
      </p:bgPr>
    </p:bg>
    <p:spTree>
      <p:nvGrpSpPr>
        <p:cNvPr id="1" name="">
          <a:extLst>
            <a:ext uri="{FF2B5EF4-FFF2-40B4-BE49-F238E27FC236}">
              <a16:creationId xmlns:a16="http://schemas.microsoft.com/office/drawing/2014/main" id="{FFAA4BDD-9CF1-D73F-2C02-43741AF09A4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B7428E5-A15A-C7D6-CDB0-555567997ED8}"/>
              </a:ext>
            </a:extLst>
          </p:cNvPr>
          <p:cNvSpPr/>
          <p:nvPr/>
        </p:nvSpPr>
        <p:spPr>
          <a:xfrm>
            <a:off x="952500" y="838200"/>
            <a:ext cx="4466034" cy="342900"/>
          </a:xfrm>
          <a:prstGeom prst="rect">
            <a:avLst/>
          </a:prstGeom>
          <a:noFill/>
          <a:ln/>
        </p:spPr>
        <p:txBody>
          <a:bodyPr wrap="square" lIns="25400" tIns="25400" rIns="25400" bIns="25400" rtlCol="0" anchor="t">
            <a:normAutofit/>
          </a:bodyPr>
          <a:lstStyle/>
          <a:p>
            <a:pPr marL="0" indent="0" algn="l">
              <a:buNone/>
            </a:pPr>
            <a:r>
              <a:rPr lang="en-US" kern="0" spc="252">
                <a:solidFill>
                  <a:srgbClr val="6A1B32"/>
                </a:solidFill>
                <a:latin typeface="Courier New" pitchFamily="34" charset="0"/>
                <a:cs typeface="Courier New" pitchFamily="34" charset="-120"/>
              </a:rPr>
              <a:t>Blockchain &amp; DeFi – Day 1</a:t>
            </a:r>
            <a:endParaRPr lang="en-US" sz="1800"/>
          </a:p>
        </p:txBody>
      </p:sp>
      <p:sp>
        <p:nvSpPr>
          <p:cNvPr id="4" name="Shape 2">
            <a:extLst>
              <a:ext uri="{FF2B5EF4-FFF2-40B4-BE49-F238E27FC236}">
                <a16:creationId xmlns:a16="http://schemas.microsoft.com/office/drawing/2014/main" id="{70F7FD1C-59C0-0154-7FC9-AFD2FD48365B}"/>
              </a:ext>
            </a:extLst>
          </p:cNvPr>
          <p:cNvSpPr/>
          <p:nvPr/>
        </p:nvSpPr>
        <p:spPr>
          <a:xfrm>
            <a:off x="952500" y="1352550"/>
            <a:ext cx="16383000" cy="19050"/>
          </a:xfrm>
          <a:prstGeom prst="rect">
            <a:avLst/>
          </a:prstGeom>
          <a:solidFill>
            <a:srgbClr val="DCD2C6"/>
          </a:solidFill>
          <a:ln/>
        </p:spPr>
        <p:txBody>
          <a:bodyPr/>
          <a:lstStyle/>
          <a:p>
            <a:endParaRPr lang="en-GB"/>
          </a:p>
        </p:txBody>
      </p:sp>
      <p:sp>
        <p:nvSpPr>
          <p:cNvPr id="5" name="Text 3">
            <a:extLst>
              <a:ext uri="{FF2B5EF4-FFF2-40B4-BE49-F238E27FC236}">
                <a16:creationId xmlns:a16="http://schemas.microsoft.com/office/drawing/2014/main" id="{171A03B6-F6EF-2DD7-71CD-C999D71907DD}"/>
              </a:ext>
            </a:extLst>
          </p:cNvPr>
          <p:cNvSpPr/>
          <p:nvPr/>
        </p:nvSpPr>
        <p:spPr>
          <a:xfrm>
            <a:off x="952500" y="1790700"/>
            <a:ext cx="16692116" cy="847725"/>
          </a:xfrm>
          <a:prstGeom prst="rect">
            <a:avLst/>
          </a:prstGeom>
          <a:noFill/>
          <a:ln/>
        </p:spPr>
        <p:txBody>
          <a:bodyPr wrap="square" lIns="25400" tIns="25400" rIns="25400" bIns="25400" rtlCol="0" anchor="t">
            <a:normAutofit/>
          </a:bodyPr>
          <a:lstStyle/>
          <a:p>
            <a:pPr marL="0" indent="0" algn="l">
              <a:buNone/>
            </a:pPr>
            <a:r>
              <a:rPr lang="en-US" sz="4650" b="1" kern="0" spc="-70">
                <a:solidFill>
                  <a:srgbClr val="201B19"/>
                </a:solidFill>
                <a:latin typeface="Georgia" pitchFamily="34" charset="0"/>
                <a:ea typeface="Georgia" pitchFamily="34" charset="-122"/>
                <a:cs typeface="Georgia" pitchFamily="34" charset="-120"/>
              </a:rPr>
              <a:t>The story of Money</a:t>
            </a:r>
            <a:endParaRPr lang="en-US" sz="4650"/>
          </a:p>
        </p:txBody>
      </p:sp>
      <p:sp>
        <p:nvSpPr>
          <p:cNvPr id="40" name="Shape 3">
            <a:extLst>
              <a:ext uri="{FF2B5EF4-FFF2-40B4-BE49-F238E27FC236}">
                <a16:creationId xmlns:a16="http://schemas.microsoft.com/office/drawing/2014/main" id="{FB95EC64-6411-99E1-45E7-6E6277032629}"/>
              </a:ext>
            </a:extLst>
          </p:cNvPr>
          <p:cNvSpPr/>
          <p:nvPr/>
        </p:nvSpPr>
        <p:spPr>
          <a:xfrm>
            <a:off x="952500" y="2638425"/>
            <a:ext cx="16692116" cy="7279298"/>
          </a:xfrm>
          <a:prstGeom prst="rect">
            <a:avLst/>
          </a:prstGeom>
          <a:solidFill>
            <a:srgbClr val="FFFFFF"/>
          </a:solidFill>
          <a:ln w="19050">
            <a:solidFill>
              <a:srgbClr val="DCD2C6"/>
            </a:solidFill>
            <a:prstDash val="solid"/>
          </a:ln>
        </p:spPr>
        <p:txBody>
          <a:bodyPr/>
          <a:lstStyle/>
          <a:p>
            <a:pPr marL="571500" indent="-571500">
              <a:lnSpc>
                <a:spcPct val="150000"/>
              </a:lnSpc>
              <a:buFont typeface="Wingdings" panose="05000000000000000000" pitchFamily="2" charset="2"/>
              <a:buChar char="§"/>
            </a:pPr>
            <a:r>
              <a:rPr lang="en-GB" sz="4400">
                <a:solidFill>
                  <a:schemeClr val="tx1">
                    <a:lumMod val="75000"/>
                    <a:lumOff val="25000"/>
                  </a:schemeClr>
                </a:solidFill>
              </a:rPr>
              <a:t>Solution: </a:t>
            </a:r>
            <a:r>
              <a:rPr lang="en-GB" sz="4400" b="1">
                <a:solidFill>
                  <a:schemeClr val="tx1">
                    <a:lumMod val="75000"/>
                    <a:lumOff val="25000"/>
                  </a:schemeClr>
                </a:solidFill>
              </a:rPr>
              <a:t>King’s mark (1200 BC)</a:t>
            </a:r>
          </a:p>
          <a:p>
            <a:pPr marL="1028700" lvl="1" indent="-571500">
              <a:lnSpc>
                <a:spcPct val="150000"/>
              </a:lnSpc>
              <a:buFont typeface="Wingdings" panose="05000000000000000000" pitchFamily="2" charset="2"/>
              <a:buChar char="§"/>
            </a:pPr>
            <a:r>
              <a:rPr lang="en-GB" sz="4400">
                <a:solidFill>
                  <a:schemeClr val="tx1">
                    <a:lumMod val="75000"/>
                    <a:lumOff val="25000"/>
                  </a:schemeClr>
                </a:solidFill>
              </a:rPr>
              <a:t>Problem! Heavy/risky for traders to carry</a:t>
            </a:r>
          </a:p>
          <a:p>
            <a:pPr marL="571500" indent="-571500">
              <a:lnSpc>
                <a:spcPct val="150000"/>
              </a:lnSpc>
              <a:buFont typeface="Wingdings" panose="05000000000000000000" pitchFamily="2" charset="2"/>
              <a:buChar char="§"/>
            </a:pPr>
            <a:r>
              <a:rPr lang="en-GB" sz="4400">
                <a:solidFill>
                  <a:schemeClr val="tx1">
                    <a:lumMod val="75000"/>
                    <a:lumOff val="25000"/>
                  </a:schemeClr>
                </a:solidFill>
              </a:rPr>
              <a:t>Solution: </a:t>
            </a:r>
            <a:r>
              <a:rPr lang="en-GB" sz="4400" b="1">
                <a:solidFill>
                  <a:schemeClr val="tx1">
                    <a:lumMod val="75000"/>
                    <a:lumOff val="25000"/>
                  </a:schemeClr>
                </a:solidFill>
              </a:rPr>
              <a:t>3</a:t>
            </a:r>
            <a:r>
              <a:rPr lang="en-GB" sz="4400" b="1" baseline="30000">
                <a:solidFill>
                  <a:schemeClr val="tx1">
                    <a:lumMod val="75000"/>
                    <a:lumOff val="25000"/>
                  </a:schemeClr>
                </a:solidFill>
              </a:rPr>
              <a:t>rd</a:t>
            </a:r>
            <a:r>
              <a:rPr lang="en-GB" sz="4400" b="1">
                <a:solidFill>
                  <a:schemeClr val="tx1">
                    <a:lumMod val="75000"/>
                    <a:lumOff val="25000"/>
                  </a:schemeClr>
                </a:solidFill>
              </a:rPr>
              <a:t> party IOU</a:t>
            </a:r>
            <a:r>
              <a:rPr lang="en-GB" sz="4400">
                <a:solidFill>
                  <a:schemeClr val="tx1">
                    <a:lumMod val="75000"/>
                    <a:lumOff val="25000"/>
                  </a:schemeClr>
                </a:solidFill>
              </a:rPr>
              <a:t> </a:t>
            </a:r>
            <a:r>
              <a:rPr lang="en-GB" sz="4400" b="1">
                <a:solidFill>
                  <a:schemeClr val="tx1">
                    <a:lumMod val="75000"/>
                    <a:lumOff val="25000"/>
                  </a:schemeClr>
                </a:solidFill>
              </a:rPr>
              <a:t>(I owe you)</a:t>
            </a:r>
            <a:r>
              <a:rPr lang="en-GB" sz="4400">
                <a:solidFill>
                  <a:schemeClr val="tx1">
                    <a:lumMod val="75000"/>
                    <a:lumOff val="25000"/>
                  </a:schemeClr>
                </a:solidFill>
              </a:rPr>
              <a:t> – initial form of paper Money</a:t>
            </a:r>
          </a:p>
          <a:p>
            <a:pPr marL="1028700" lvl="1" indent="-571500">
              <a:lnSpc>
                <a:spcPct val="150000"/>
              </a:lnSpc>
              <a:buFont typeface="Wingdings" panose="05000000000000000000" pitchFamily="2" charset="2"/>
              <a:buChar char="§"/>
            </a:pPr>
            <a:r>
              <a:rPr lang="en-GB" sz="4400">
                <a:solidFill>
                  <a:schemeClr val="tx1">
                    <a:lumMod val="75000"/>
                    <a:lumOff val="25000"/>
                  </a:schemeClr>
                </a:solidFill>
              </a:rPr>
              <a:t>Problem! Goldsmith started lending… more than reserves.</a:t>
            </a:r>
          </a:p>
          <a:p>
            <a:pPr marL="571500" indent="-571500">
              <a:lnSpc>
                <a:spcPct val="150000"/>
              </a:lnSpc>
              <a:buFont typeface="Wingdings" panose="05000000000000000000" pitchFamily="2" charset="2"/>
              <a:buChar char="§"/>
            </a:pPr>
            <a:r>
              <a:rPr lang="en-GB" sz="4400">
                <a:solidFill>
                  <a:schemeClr val="tx1">
                    <a:lumMod val="75000"/>
                    <a:lumOff val="25000"/>
                  </a:schemeClr>
                </a:solidFill>
              </a:rPr>
              <a:t>Solution: </a:t>
            </a:r>
            <a:r>
              <a:rPr lang="en-GB" sz="4400" b="1">
                <a:solidFill>
                  <a:schemeClr val="tx1">
                    <a:lumMod val="75000"/>
                    <a:lumOff val="25000"/>
                  </a:schemeClr>
                </a:solidFill>
              </a:rPr>
              <a:t>State-controlled Money</a:t>
            </a:r>
          </a:p>
          <a:p>
            <a:pPr marL="1028700" lvl="1" indent="-571500">
              <a:lnSpc>
                <a:spcPct val="150000"/>
              </a:lnSpc>
              <a:buFont typeface="Wingdings" panose="05000000000000000000" pitchFamily="2" charset="2"/>
              <a:buChar char="§"/>
            </a:pPr>
            <a:r>
              <a:rPr lang="en-GB" sz="4400">
                <a:solidFill>
                  <a:schemeClr val="tx1">
                    <a:lumMod val="75000"/>
                    <a:lumOff val="25000"/>
                  </a:schemeClr>
                </a:solidFill>
              </a:rPr>
              <a:t>Problem! Inconvenience.</a:t>
            </a:r>
          </a:p>
          <a:p>
            <a:pPr marL="571500" indent="-571500">
              <a:lnSpc>
                <a:spcPct val="150000"/>
              </a:lnSpc>
              <a:buFont typeface="Wingdings" panose="05000000000000000000" pitchFamily="2" charset="2"/>
              <a:buChar char="§"/>
            </a:pPr>
            <a:r>
              <a:rPr lang="en-GB" sz="4400">
                <a:solidFill>
                  <a:schemeClr val="tx1">
                    <a:lumMod val="75000"/>
                    <a:lumOff val="25000"/>
                  </a:schemeClr>
                </a:solidFill>
              </a:rPr>
              <a:t>Solution: Electronic ledgers, Plastic money, Mobile transfers, …</a:t>
            </a:r>
          </a:p>
        </p:txBody>
      </p:sp>
    </p:spTree>
    <p:extLst>
      <p:ext uri="{BB962C8B-B14F-4D97-AF65-F5344CB8AC3E}">
        <p14:creationId xmlns:p14="http://schemas.microsoft.com/office/powerpoint/2010/main" val="3692630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1EA"/>
        </a:solidFill>
        <a:effectLst/>
      </p:bgPr>
    </p:bg>
    <p:spTree>
      <p:nvGrpSpPr>
        <p:cNvPr id="1" name="">
          <a:extLst>
            <a:ext uri="{FF2B5EF4-FFF2-40B4-BE49-F238E27FC236}">
              <a16:creationId xmlns:a16="http://schemas.microsoft.com/office/drawing/2014/main" id="{D6C86021-C23A-8217-0D8B-0D114539F5F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4F762A7-174D-D465-5AD8-F1C09F585468}"/>
              </a:ext>
            </a:extLst>
          </p:cNvPr>
          <p:cNvSpPr/>
          <p:nvPr/>
        </p:nvSpPr>
        <p:spPr>
          <a:xfrm>
            <a:off x="952500" y="838200"/>
            <a:ext cx="4466034" cy="342900"/>
          </a:xfrm>
          <a:prstGeom prst="rect">
            <a:avLst/>
          </a:prstGeom>
          <a:noFill/>
          <a:ln/>
        </p:spPr>
        <p:txBody>
          <a:bodyPr wrap="square" lIns="25400" tIns="25400" rIns="25400" bIns="25400" rtlCol="0" anchor="t">
            <a:normAutofit/>
          </a:bodyPr>
          <a:lstStyle/>
          <a:p>
            <a:r>
              <a:rPr lang="en-US" kern="0" spc="252">
                <a:solidFill>
                  <a:srgbClr val="6A1B32"/>
                </a:solidFill>
                <a:latin typeface="Courier New" pitchFamily="34" charset="0"/>
                <a:cs typeface="Courier New" pitchFamily="34" charset="-120"/>
              </a:rPr>
              <a:t>Blockchain &amp; DeFi – Day 1</a:t>
            </a:r>
            <a:endParaRPr lang="en-US"/>
          </a:p>
        </p:txBody>
      </p:sp>
      <p:sp>
        <p:nvSpPr>
          <p:cNvPr id="4" name="Shape 2">
            <a:extLst>
              <a:ext uri="{FF2B5EF4-FFF2-40B4-BE49-F238E27FC236}">
                <a16:creationId xmlns:a16="http://schemas.microsoft.com/office/drawing/2014/main" id="{42C8C8DE-49E3-8E5C-0E33-374D8A3C5C7F}"/>
              </a:ext>
            </a:extLst>
          </p:cNvPr>
          <p:cNvSpPr/>
          <p:nvPr/>
        </p:nvSpPr>
        <p:spPr>
          <a:xfrm>
            <a:off x="952500" y="1352550"/>
            <a:ext cx="16383000" cy="19050"/>
          </a:xfrm>
          <a:prstGeom prst="rect">
            <a:avLst/>
          </a:prstGeom>
          <a:solidFill>
            <a:srgbClr val="DCD2C6"/>
          </a:solidFill>
          <a:ln/>
        </p:spPr>
        <p:txBody>
          <a:bodyPr/>
          <a:lstStyle/>
          <a:p>
            <a:endParaRPr lang="en-GB"/>
          </a:p>
        </p:txBody>
      </p:sp>
      <p:sp>
        <p:nvSpPr>
          <p:cNvPr id="5" name="Text 3">
            <a:extLst>
              <a:ext uri="{FF2B5EF4-FFF2-40B4-BE49-F238E27FC236}">
                <a16:creationId xmlns:a16="http://schemas.microsoft.com/office/drawing/2014/main" id="{73D0352F-5ED5-6570-B74E-808681CDB69B}"/>
              </a:ext>
            </a:extLst>
          </p:cNvPr>
          <p:cNvSpPr/>
          <p:nvPr/>
        </p:nvSpPr>
        <p:spPr>
          <a:xfrm>
            <a:off x="952500" y="1790700"/>
            <a:ext cx="16692116" cy="847725"/>
          </a:xfrm>
          <a:prstGeom prst="rect">
            <a:avLst/>
          </a:prstGeom>
          <a:noFill/>
          <a:ln/>
        </p:spPr>
        <p:txBody>
          <a:bodyPr wrap="square" lIns="25400" tIns="25400" rIns="25400" bIns="25400" rtlCol="0" anchor="t">
            <a:normAutofit/>
          </a:bodyPr>
          <a:lstStyle/>
          <a:p>
            <a:pPr marL="0" indent="0" algn="l">
              <a:buNone/>
            </a:pPr>
            <a:r>
              <a:rPr lang="en-US" sz="4650" b="1" kern="0" spc="-70">
                <a:solidFill>
                  <a:srgbClr val="201B19"/>
                </a:solidFill>
                <a:latin typeface="Georgia" pitchFamily="34" charset="0"/>
                <a:ea typeface="Georgia" pitchFamily="34" charset="-122"/>
                <a:cs typeface="Georgia" pitchFamily="34" charset="-120"/>
              </a:rPr>
              <a:t>The Big Question</a:t>
            </a:r>
            <a:endParaRPr lang="en-US" sz="4650"/>
          </a:p>
        </p:txBody>
      </p:sp>
      <p:sp>
        <p:nvSpPr>
          <p:cNvPr id="40" name="Shape 3">
            <a:extLst>
              <a:ext uri="{FF2B5EF4-FFF2-40B4-BE49-F238E27FC236}">
                <a16:creationId xmlns:a16="http://schemas.microsoft.com/office/drawing/2014/main" id="{984A9A2F-0486-C945-680E-024E0042F3D5}"/>
              </a:ext>
            </a:extLst>
          </p:cNvPr>
          <p:cNvSpPr/>
          <p:nvPr/>
        </p:nvSpPr>
        <p:spPr>
          <a:xfrm>
            <a:off x="952500" y="2638425"/>
            <a:ext cx="16692116" cy="7279298"/>
          </a:xfrm>
          <a:prstGeom prst="rect">
            <a:avLst/>
          </a:prstGeom>
          <a:solidFill>
            <a:srgbClr val="FFFFFF"/>
          </a:solidFill>
          <a:ln w="19050">
            <a:solidFill>
              <a:srgbClr val="DCD2C6"/>
            </a:solidFill>
            <a:prstDash val="solid"/>
          </a:ln>
        </p:spPr>
        <p:txBody>
          <a:bodyPr/>
          <a:lstStyle/>
          <a:p>
            <a:pPr marL="571500" indent="-571500">
              <a:buFont typeface="Wingdings" panose="05000000000000000000" pitchFamily="2" charset="2"/>
              <a:buChar char="§"/>
            </a:pPr>
            <a:r>
              <a:rPr lang="en-GB" sz="4400">
                <a:solidFill>
                  <a:schemeClr val="tx1">
                    <a:lumMod val="75000"/>
                    <a:lumOff val="25000"/>
                  </a:schemeClr>
                </a:solidFill>
              </a:rPr>
              <a:t>A Central authority controls access/deposit/withdraw/spending</a:t>
            </a:r>
          </a:p>
          <a:p>
            <a:pPr marL="571500" indent="-571500">
              <a:buFont typeface="Wingdings" panose="05000000000000000000" pitchFamily="2" charset="2"/>
              <a:buChar char="§"/>
            </a:pPr>
            <a:r>
              <a:rPr lang="en-GB" sz="4400">
                <a:solidFill>
                  <a:schemeClr val="tx1">
                    <a:lumMod val="75000"/>
                    <a:lumOff val="25000"/>
                  </a:schemeClr>
                </a:solidFill>
              </a:rPr>
              <a:t>A bank can deny a transaction.</a:t>
            </a:r>
          </a:p>
          <a:p>
            <a:pPr marL="571500" indent="-571500">
              <a:buFont typeface="Wingdings" panose="05000000000000000000" pitchFamily="2" charset="2"/>
              <a:buChar char="§"/>
            </a:pPr>
            <a:r>
              <a:rPr lang="en-GB" sz="4400">
                <a:solidFill>
                  <a:schemeClr val="tx1">
                    <a:lumMod val="75000"/>
                    <a:lumOff val="25000"/>
                  </a:schemeClr>
                </a:solidFill>
              </a:rPr>
              <a:t>A government can confiscate an account.</a:t>
            </a:r>
          </a:p>
          <a:p>
            <a:pPr marL="571500" indent="-571500">
              <a:buFont typeface="Wingdings" panose="05000000000000000000" pitchFamily="2" charset="2"/>
              <a:buChar char="§"/>
            </a:pPr>
            <a:r>
              <a:rPr lang="en-GB" sz="4400">
                <a:solidFill>
                  <a:schemeClr val="tx1">
                    <a:lumMod val="75000"/>
                    <a:lumOff val="25000"/>
                  </a:schemeClr>
                </a:solidFill>
              </a:rPr>
              <a:t>A court can seize the assets.</a:t>
            </a:r>
          </a:p>
          <a:p>
            <a:pPr marL="571500" indent="-571500">
              <a:buFont typeface="Wingdings" panose="05000000000000000000" pitchFamily="2" charset="2"/>
              <a:buChar char="§"/>
            </a:pPr>
            <a:r>
              <a:rPr lang="en-GB" sz="4400">
                <a:solidFill>
                  <a:schemeClr val="tx1">
                    <a:lumMod val="75000"/>
                    <a:lumOff val="25000"/>
                  </a:schemeClr>
                </a:solidFill>
              </a:rPr>
              <a:t>They can spend, lend, trade and invest that money without your consent, or knowledge.</a:t>
            </a:r>
          </a:p>
          <a:p>
            <a:pPr marL="571500" indent="-571500">
              <a:buFont typeface="Wingdings" panose="05000000000000000000" pitchFamily="2" charset="2"/>
              <a:buChar char="§"/>
            </a:pPr>
            <a:r>
              <a:rPr lang="en-GB" sz="4400">
                <a:solidFill>
                  <a:schemeClr val="tx1">
                    <a:lumMod val="75000"/>
                    <a:lumOff val="25000"/>
                  </a:schemeClr>
                </a:solidFill>
              </a:rPr>
              <a:t>They can have an insider that leaks out your business secrets or financial history.</a:t>
            </a:r>
          </a:p>
          <a:p>
            <a:r>
              <a:rPr lang="en-GB" sz="4400" b="1" i="1">
                <a:solidFill>
                  <a:schemeClr val="tx1">
                    <a:lumMod val="75000"/>
                    <a:lumOff val="25000"/>
                  </a:schemeClr>
                </a:solidFill>
              </a:rPr>
              <a:t>In return, they promise convenience and security, for which they charge considerable money. A promise broken regularly.</a:t>
            </a:r>
          </a:p>
        </p:txBody>
      </p:sp>
    </p:spTree>
    <p:extLst>
      <p:ext uri="{BB962C8B-B14F-4D97-AF65-F5344CB8AC3E}">
        <p14:creationId xmlns:p14="http://schemas.microsoft.com/office/powerpoint/2010/main" val="2534757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1EA"/>
        </a:solidFill>
        <a:effectLst/>
      </p:bgPr>
    </p:bg>
    <p:spTree>
      <p:nvGrpSpPr>
        <p:cNvPr id="1" name="">
          <a:extLst>
            <a:ext uri="{FF2B5EF4-FFF2-40B4-BE49-F238E27FC236}">
              <a16:creationId xmlns:a16="http://schemas.microsoft.com/office/drawing/2014/main" id="{E27978F6-E1B9-EFBA-C320-C312D6ABE63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63907E1-3249-D242-079E-2D9D3EF2772E}"/>
              </a:ext>
            </a:extLst>
          </p:cNvPr>
          <p:cNvSpPr/>
          <p:nvPr/>
        </p:nvSpPr>
        <p:spPr>
          <a:xfrm>
            <a:off x="952500" y="838200"/>
            <a:ext cx="3349526" cy="342900"/>
          </a:xfrm>
          <a:prstGeom prst="rect">
            <a:avLst/>
          </a:prstGeom>
          <a:noFill/>
          <a:ln/>
        </p:spPr>
        <p:txBody>
          <a:bodyPr wrap="square" lIns="25400" tIns="25400" rIns="25400" bIns="25400" rtlCol="0" anchor="t">
            <a:normAutofit/>
          </a:bodyPr>
          <a:lstStyle/>
          <a:p>
            <a:pPr marL="0" indent="0" algn="l">
              <a:buNone/>
            </a:pPr>
            <a:r>
              <a:rPr lang="en-US" sz="1800" kern="0" spc="252">
                <a:solidFill>
                  <a:srgbClr val="6A1B32"/>
                </a:solidFill>
                <a:latin typeface="Courier New" pitchFamily="34" charset="0"/>
                <a:ea typeface="Courier New" pitchFamily="34" charset="-122"/>
                <a:cs typeface="Courier New" pitchFamily="34" charset="-120"/>
              </a:rPr>
              <a:t>The Premise of DeFi</a:t>
            </a:r>
            <a:endParaRPr lang="en-US" sz="1800"/>
          </a:p>
        </p:txBody>
      </p:sp>
      <p:sp>
        <p:nvSpPr>
          <p:cNvPr id="4" name="Shape 2">
            <a:extLst>
              <a:ext uri="{FF2B5EF4-FFF2-40B4-BE49-F238E27FC236}">
                <a16:creationId xmlns:a16="http://schemas.microsoft.com/office/drawing/2014/main" id="{9FA465B6-FC83-E4BA-C92E-96038BB3D46F}"/>
              </a:ext>
            </a:extLst>
          </p:cNvPr>
          <p:cNvSpPr/>
          <p:nvPr/>
        </p:nvSpPr>
        <p:spPr>
          <a:xfrm>
            <a:off x="952500" y="1352550"/>
            <a:ext cx="16383000" cy="19050"/>
          </a:xfrm>
          <a:prstGeom prst="rect">
            <a:avLst/>
          </a:prstGeom>
          <a:solidFill>
            <a:srgbClr val="DCD2C6"/>
          </a:solidFill>
          <a:ln/>
        </p:spPr>
        <p:txBody>
          <a:bodyPr/>
          <a:lstStyle/>
          <a:p>
            <a:endParaRPr lang="en-GB"/>
          </a:p>
        </p:txBody>
      </p:sp>
      <p:sp>
        <p:nvSpPr>
          <p:cNvPr id="5" name="Text 3">
            <a:extLst>
              <a:ext uri="{FF2B5EF4-FFF2-40B4-BE49-F238E27FC236}">
                <a16:creationId xmlns:a16="http://schemas.microsoft.com/office/drawing/2014/main" id="{C6A05301-6A46-6AA4-4298-EB08CFC6698D}"/>
              </a:ext>
            </a:extLst>
          </p:cNvPr>
          <p:cNvSpPr/>
          <p:nvPr/>
        </p:nvSpPr>
        <p:spPr>
          <a:xfrm>
            <a:off x="952500" y="1540061"/>
            <a:ext cx="16383000" cy="847725"/>
          </a:xfrm>
          <a:prstGeom prst="rect">
            <a:avLst/>
          </a:prstGeom>
          <a:noFill/>
          <a:ln/>
        </p:spPr>
        <p:txBody>
          <a:bodyPr wrap="square" lIns="25400" tIns="25400" rIns="25400" bIns="25400" rtlCol="0" anchor="t">
            <a:normAutofit/>
          </a:bodyPr>
          <a:lstStyle/>
          <a:p>
            <a:pPr marL="0" indent="0" algn="l">
              <a:buNone/>
            </a:pPr>
            <a:r>
              <a:rPr lang="en-US" sz="4650" b="1" kern="0" spc="-70">
                <a:solidFill>
                  <a:srgbClr val="201B19"/>
                </a:solidFill>
                <a:latin typeface="Georgia" pitchFamily="34" charset="0"/>
                <a:ea typeface="Georgia" pitchFamily="34" charset="-122"/>
                <a:cs typeface="Georgia" pitchFamily="34" charset="-120"/>
              </a:rPr>
              <a:t>Should someone else hold the keys to your safe?</a:t>
            </a:r>
            <a:endParaRPr lang="en-US" sz="4650"/>
          </a:p>
        </p:txBody>
      </p:sp>
      <p:sp>
        <p:nvSpPr>
          <p:cNvPr id="7" name="Shape 3">
            <a:extLst>
              <a:ext uri="{FF2B5EF4-FFF2-40B4-BE49-F238E27FC236}">
                <a16:creationId xmlns:a16="http://schemas.microsoft.com/office/drawing/2014/main" id="{1C2E28B5-0FDD-54E8-C8E5-BFFEACF71E9C}"/>
              </a:ext>
            </a:extLst>
          </p:cNvPr>
          <p:cNvSpPr/>
          <p:nvPr/>
        </p:nvSpPr>
        <p:spPr>
          <a:xfrm>
            <a:off x="952500" y="2638425"/>
            <a:ext cx="16692116" cy="7279298"/>
          </a:xfrm>
          <a:prstGeom prst="rect">
            <a:avLst/>
          </a:prstGeom>
          <a:solidFill>
            <a:srgbClr val="FFFFFF"/>
          </a:solidFill>
          <a:ln w="19050">
            <a:solidFill>
              <a:srgbClr val="DCD2C6"/>
            </a:solidFill>
            <a:prstDash val="solid"/>
          </a:ln>
        </p:spPr>
        <p:txBody>
          <a:bodyPr/>
          <a:lstStyle/>
          <a:p>
            <a:pPr>
              <a:lnSpc>
                <a:spcPct val="150000"/>
              </a:lnSpc>
            </a:pPr>
            <a:r>
              <a:rPr lang="en-GB" sz="4400" b="1" i="1">
                <a:solidFill>
                  <a:schemeClr val="tx1">
                    <a:lumMod val="75000"/>
                    <a:lumOff val="25000"/>
                  </a:schemeClr>
                </a:solidFill>
              </a:rPr>
              <a:t>Why not:</a:t>
            </a:r>
          </a:p>
          <a:p>
            <a:pPr marL="571500" indent="-571500">
              <a:buFont typeface="Wingdings" panose="05000000000000000000" pitchFamily="2" charset="2"/>
              <a:buChar char="ü"/>
            </a:pPr>
            <a:r>
              <a:rPr lang="en-GB" sz="4400">
                <a:solidFill>
                  <a:schemeClr val="tx1">
                    <a:lumMod val="75000"/>
                    <a:lumOff val="25000"/>
                  </a:schemeClr>
                </a:solidFill>
              </a:rPr>
              <a:t>A bank where no central authority controls your account?</a:t>
            </a:r>
          </a:p>
          <a:p>
            <a:pPr marL="571500" indent="-571500">
              <a:buFont typeface="Wingdings" panose="05000000000000000000" pitchFamily="2" charset="2"/>
              <a:buChar char="ü"/>
            </a:pPr>
            <a:r>
              <a:rPr lang="en-GB" sz="4400">
                <a:solidFill>
                  <a:schemeClr val="tx1">
                    <a:lumMod val="75000"/>
                    <a:lumOff val="25000"/>
                  </a:schemeClr>
                </a:solidFill>
              </a:rPr>
              <a:t>An open marketplace that is difficult to censor?</a:t>
            </a:r>
          </a:p>
          <a:p>
            <a:pPr marL="571500" indent="-571500">
              <a:buFont typeface="Wingdings" panose="05000000000000000000" pitchFamily="2" charset="2"/>
              <a:buChar char="ü"/>
            </a:pPr>
            <a:r>
              <a:rPr lang="en-GB" sz="4400">
                <a:solidFill>
                  <a:schemeClr val="tx1">
                    <a:lumMod val="75000"/>
                    <a:lumOff val="25000"/>
                  </a:schemeClr>
                </a:solidFill>
              </a:rPr>
              <a:t>A ledger with no single point of failure?</a:t>
            </a:r>
          </a:p>
          <a:p>
            <a:pPr marL="571500" indent="-571500">
              <a:buFont typeface="Wingdings" panose="05000000000000000000" pitchFamily="2" charset="2"/>
              <a:buChar char="ü"/>
            </a:pPr>
            <a:r>
              <a:rPr lang="en-GB" sz="4400">
                <a:solidFill>
                  <a:schemeClr val="tx1">
                    <a:lumMod val="75000"/>
                    <a:lumOff val="25000"/>
                  </a:schemeClr>
                </a:solidFill>
              </a:rPr>
              <a:t>A system that is transparent by design, yet can preserve your privacy?</a:t>
            </a:r>
          </a:p>
          <a:p>
            <a:pPr marL="571500" indent="-571500">
              <a:buFont typeface="Wingdings" panose="05000000000000000000" pitchFamily="2" charset="2"/>
              <a:buChar char="ü"/>
            </a:pPr>
            <a:r>
              <a:rPr lang="en-GB" sz="4400">
                <a:solidFill>
                  <a:schemeClr val="tx1">
                    <a:lumMod val="75000"/>
                    <a:lumOff val="25000"/>
                  </a:schemeClr>
                </a:solidFill>
              </a:rPr>
              <a:t>A clerk that settles transactions in seconds?</a:t>
            </a:r>
          </a:p>
          <a:p>
            <a:pPr marL="571500" indent="-571500">
              <a:buFont typeface="Wingdings" panose="05000000000000000000" pitchFamily="2" charset="2"/>
              <a:buChar char="ü"/>
            </a:pPr>
            <a:r>
              <a:rPr lang="en-GB" sz="4400">
                <a:solidFill>
                  <a:schemeClr val="tx1">
                    <a:lumMod val="75000"/>
                    <a:lumOff val="25000"/>
                  </a:schemeClr>
                </a:solidFill>
              </a:rPr>
              <a:t>A broker that can operate for a fraction of the cost?</a:t>
            </a:r>
          </a:p>
          <a:p>
            <a:pPr marL="571500" indent="-571500">
              <a:buFont typeface="Wingdings" panose="05000000000000000000" pitchFamily="2" charset="2"/>
              <a:buChar char="ü"/>
            </a:pPr>
            <a:r>
              <a:rPr lang="en-GB" sz="4400">
                <a:solidFill>
                  <a:schemeClr val="tx1">
                    <a:lumMod val="75000"/>
                    <a:lumOff val="25000"/>
                  </a:schemeClr>
                </a:solidFill>
              </a:rPr>
              <a:t>An arbitrator that treats a transaction from Karachi and one from London equally?</a:t>
            </a:r>
          </a:p>
        </p:txBody>
      </p:sp>
    </p:spTree>
    <p:extLst>
      <p:ext uri="{BB962C8B-B14F-4D97-AF65-F5344CB8AC3E}">
        <p14:creationId xmlns:p14="http://schemas.microsoft.com/office/powerpoint/2010/main" val="2435030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2151BE-7BE5-DC1C-72B5-2CCDD89BAE57}"/>
              </a:ext>
            </a:extLst>
          </p:cNvPr>
          <p:cNvPicPr>
            <a:picLocks noChangeAspect="1"/>
          </p:cNvPicPr>
          <p:nvPr/>
        </p:nvPicPr>
        <p:blipFill>
          <a:blip r:embed="rId3">
            <a:duotone>
              <a:prstClr val="black"/>
              <a:schemeClr val="accent5">
                <a:tint val="45000"/>
                <a:satMod val="400000"/>
              </a:schemeClr>
            </a:duotone>
            <a:extLst>
              <a:ext uri="{BEBA8EAE-BF5A-486C-A8C5-ECC9F3942E4B}">
                <a14:imgProps xmlns:a14="http://schemas.microsoft.com/office/drawing/2010/main">
                  <a14:imgLayer r:embed="rId4">
                    <a14:imgEffect>
                      <a14:brightnessContrast bright="40000" contrast="-20000"/>
                    </a14:imgEffect>
                  </a14:imgLayer>
                </a14:imgProps>
              </a:ext>
            </a:extLst>
          </a:blip>
          <a:srcRect t="4372" b="11459"/>
          <a:stretch>
            <a:fillRect/>
          </a:stretch>
        </p:blipFill>
        <p:spPr>
          <a:xfrm>
            <a:off x="-1" y="0"/>
            <a:ext cx="18332473" cy="10287000"/>
          </a:xfrm>
          <a:prstGeom prst="rect">
            <a:avLst/>
          </a:prstGeom>
        </p:spPr>
      </p:pic>
    </p:spTree>
    <p:extLst>
      <p:ext uri="{BB962C8B-B14F-4D97-AF65-F5344CB8AC3E}">
        <p14:creationId xmlns:p14="http://schemas.microsoft.com/office/powerpoint/2010/main" val="2796265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6F1EA"/>
        </a:solidFill>
        <a:effectLst/>
      </p:bgPr>
    </p:bg>
    <p:spTree>
      <p:nvGrpSpPr>
        <p:cNvPr id="1" name=""/>
        <p:cNvGrpSpPr/>
        <p:nvPr/>
      </p:nvGrpSpPr>
      <p:grpSpPr>
        <a:xfrm>
          <a:off x="0" y="0"/>
          <a:ext cx="0" cy="0"/>
          <a:chOff x="0" y="0"/>
          <a:chExt cx="0" cy="0"/>
        </a:xfrm>
      </p:grpSpPr>
      <p:sp>
        <p:nvSpPr>
          <p:cNvPr id="2" name="Text 0"/>
          <p:cNvSpPr/>
          <p:nvPr/>
        </p:nvSpPr>
        <p:spPr>
          <a:xfrm>
            <a:off x="952500" y="838200"/>
            <a:ext cx="922139" cy="342900"/>
          </a:xfrm>
          <a:prstGeom prst="rect">
            <a:avLst/>
          </a:prstGeom>
          <a:noFill/>
          <a:ln/>
        </p:spPr>
        <p:txBody>
          <a:bodyPr wrap="square" lIns="25400" tIns="25400" rIns="25400" bIns="25400" rtlCol="0" anchor="t">
            <a:normAutofit/>
          </a:bodyPr>
          <a:lstStyle/>
          <a:p>
            <a:pPr marL="0" indent="0" algn="l">
              <a:buNone/>
            </a:pPr>
            <a:r>
              <a:rPr lang="en-US" sz="1800" kern="0" spc="252">
                <a:solidFill>
                  <a:srgbClr val="6A1B32"/>
                </a:solidFill>
                <a:latin typeface="Courier New" pitchFamily="34" charset="0"/>
                <a:ea typeface="Courier New" pitchFamily="34" charset="-122"/>
                <a:cs typeface="Courier New" pitchFamily="34" charset="-120"/>
              </a:rPr>
              <a:t>SCALE</a:t>
            </a:r>
            <a:endParaRPr lang="en-US" sz="1800"/>
          </a:p>
        </p:txBody>
      </p:sp>
      <p:sp>
        <p:nvSpPr>
          <p:cNvPr id="4" name="Shape 2"/>
          <p:cNvSpPr/>
          <p:nvPr/>
        </p:nvSpPr>
        <p:spPr>
          <a:xfrm>
            <a:off x="952500" y="1352550"/>
            <a:ext cx="16383000" cy="19050"/>
          </a:xfrm>
          <a:prstGeom prst="rect">
            <a:avLst/>
          </a:prstGeom>
          <a:solidFill>
            <a:srgbClr val="DCD2C6"/>
          </a:solidFill>
          <a:ln/>
        </p:spPr>
        <p:txBody>
          <a:bodyPr/>
          <a:lstStyle/>
          <a:p>
            <a:endParaRPr lang="en-GB"/>
          </a:p>
        </p:txBody>
      </p:sp>
      <p:sp>
        <p:nvSpPr>
          <p:cNvPr id="5" name="Text 3"/>
          <p:cNvSpPr/>
          <p:nvPr/>
        </p:nvSpPr>
        <p:spPr>
          <a:xfrm>
            <a:off x="952500" y="1828800"/>
            <a:ext cx="16459200" cy="847725"/>
          </a:xfrm>
          <a:prstGeom prst="rect">
            <a:avLst/>
          </a:prstGeom>
          <a:noFill/>
          <a:ln/>
        </p:spPr>
        <p:txBody>
          <a:bodyPr wrap="square" lIns="25400" tIns="25400" rIns="25400" bIns="25400" rtlCol="0" anchor="t">
            <a:normAutofit/>
          </a:bodyPr>
          <a:lstStyle/>
          <a:p>
            <a:pPr marL="0" indent="0" algn="l">
              <a:buNone/>
            </a:pPr>
            <a:r>
              <a:rPr lang="en-US" sz="4650" b="1" kern="0" spc="-70">
                <a:solidFill>
                  <a:srgbClr val="201B19"/>
                </a:solidFill>
                <a:latin typeface="Georgia" pitchFamily="34" charset="0"/>
                <a:ea typeface="Georgia" pitchFamily="34" charset="-122"/>
                <a:cs typeface="Georgia" pitchFamily="34" charset="-120"/>
              </a:rPr>
              <a:t>The Scale of DeFi Today</a:t>
            </a:r>
            <a:endParaRPr lang="en-US" sz="4650"/>
          </a:p>
        </p:txBody>
      </p:sp>
      <p:sp>
        <p:nvSpPr>
          <p:cNvPr id="6" name="Text 4"/>
          <p:cNvSpPr/>
          <p:nvPr/>
        </p:nvSpPr>
        <p:spPr>
          <a:xfrm>
            <a:off x="952501" y="4309170"/>
            <a:ext cx="8191500" cy="1666875"/>
          </a:xfrm>
          <a:prstGeom prst="rect">
            <a:avLst/>
          </a:prstGeom>
          <a:noFill/>
          <a:ln/>
        </p:spPr>
        <p:txBody>
          <a:bodyPr wrap="square" lIns="25400" tIns="25400" rIns="25400" bIns="25400" rtlCol="0" anchor="t">
            <a:normAutofit lnSpcReduction="10000"/>
          </a:bodyPr>
          <a:lstStyle/>
          <a:p>
            <a:pPr marL="0" indent="0" algn="l">
              <a:lnSpc>
                <a:spcPct val="79167"/>
              </a:lnSpc>
              <a:buNone/>
            </a:pPr>
            <a:r>
              <a:rPr lang="en-US" sz="14250" b="1" kern="0" spc="-428">
                <a:solidFill>
                  <a:srgbClr val="6A1B32"/>
                </a:solidFill>
                <a:latin typeface="Georgia" pitchFamily="34" charset="0"/>
                <a:ea typeface="Georgia" pitchFamily="34" charset="-122"/>
                <a:cs typeface="Georgia" pitchFamily="34" charset="-120"/>
              </a:rPr>
              <a:t>$2.6T</a:t>
            </a:r>
            <a:endParaRPr lang="en-US" sz="14250"/>
          </a:p>
        </p:txBody>
      </p:sp>
      <p:sp>
        <p:nvSpPr>
          <p:cNvPr id="7" name="Text 5"/>
          <p:cNvSpPr/>
          <p:nvPr/>
        </p:nvSpPr>
        <p:spPr>
          <a:xfrm>
            <a:off x="952500" y="6204645"/>
            <a:ext cx="6082665" cy="944761"/>
          </a:xfrm>
          <a:prstGeom prst="rect">
            <a:avLst/>
          </a:prstGeom>
          <a:noFill/>
          <a:ln/>
        </p:spPr>
        <p:txBody>
          <a:bodyPr wrap="square" lIns="25400" tIns="25400" rIns="25400" bIns="25400" rtlCol="0" anchor="t">
            <a:normAutofit lnSpcReduction="10000"/>
          </a:bodyPr>
          <a:lstStyle/>
          <a:p>
            <a:pPr marL="0" indent="0" algn="l">
              <a:lnSpc>
                <a:spcPct val="122051"/>
              </a:lnSpc>
              <a:buNone/>
            </a:pPr>
            <a:r>
              <a:rPr lang="en-US" sz="2550">
                <a:solidFill>
                  <a:srgbClr val="3B332E"/>
                </a:solidFill>
                <a:latin typeface="Arial" pitchFamily="34" charset="0"/>
                <a:ea typeface="Arial" pitchFamily="34" charset="-122"/>
                <a:cs typeface="Arial" pitchFamily="34" charset="-120"/>
              </a:rPr>
              <a:t>in total crypto market value… </a:t>
            </a:r>
            <a:r>
              <a:rPr lang="en-US" sz="2550">
                <a:solidFill>
                  <a:schemeClr val="bg2">
                    <a:lumMod val="50000"/>
                  </a:schemeClr>
                </a:solidFill>
                <a:latin typeface="Arial" pitchFamily="34" charset="0"/>
                <a:ea typeface="Arial" pitchFamily="34" charset="-122"/>
                <a:cs typeface="Arial" pitchFamily="34" charset="-120"/>
              </a:rPr>
              <a:t>though, down from $3 trillion in January.</a:t>
            </a:r>
            <a:endParaRPr lang="en-US" sz="2550">
              <a:solidFill>
                <a:schemeClr val="bg2">
                  <a:lumMod val="50000"/>
                </a:schemeClr>
              </a:solidFill>
            </a:endParaRPr>
          </a:p>
        </p:txBody>
      </p:sp>
      <p:sp>
        <p:nvSpPr>
          <p:cNvPr id="8" name="Shape 6"/>
          <p:cNvSpPr/>
          <p:nvPr/>
        </p:nvSpPr>
        <p:spPr>
          <a:xfrm>
            <a:off x="952500" y="7492305"/>
            <a:ext cx="5905500" cy="19050"/>
          </a:xfrm>
          <a:prstGeom prst="rect">
            <a:avLst/>
          </a:prstGeom>
          <a:solidFill>
            <a:srgbClr val="DCD2C6"/>
          </a:solidFill>
          <a:ln/>
        </p:spPr>
        <p:txBody>
          <a:bodyPr/>
          <a:lstStyle/>
          <a:p>
            <a:endParaRPr lang="en-GB"/>
          </a:p>
        </p:txBody>
      </p:sp>
      <p:grpSp>
        <p:nvGrpSpPr>
          <p:cNvPr id="21" name="Group 20">
            <a:extLst>
              <a:ext uri="{FF2B5EF4-FFF2-40B4-BE49-F238E27FC236}">
                <a16:creationId xmlns:a16="http://schemas.microsoft.com/office/drawing/2014/main" id="{C7613E05-F05C-F0D4-B8B2-80831EAA4304}"/>
              </a:ext>
            </a:extLst>
          </p:cNvPr>
          <p:cNvGrpSpPr/>
          <p:nvPr/>
        </p:nvGrpSpPr>
        <p:grpSpPr>
          <a:xfrm>
            <a:off x="9572625" y="4152900"/>
            <a:ext cx="7839075" cy="2000250"/>
            <a:chOff x="9572625" y="4152900"/>
            <a:chExt cx="7839075" cy="2000250"/>
          </a:xfrm>
        </p:grpSpPr>
        <p:sp>
          <p:nvSpPr>
            <p:cNvPr id="9" name="Text 7"/>
            <p:cNvSpPr/>
            <p:nvPr/>
          </p:nvSpPr>
          <p:spPr>
            <a:xfrm>
              <a:off x="9572625" y="4152900"/>
              <a:ext cx="1696209" cy="361950"/>
            </a:xfrm>
            <a:prstGeom prst="rect">
              <a:avLst/>
            </a:prstGeom>
            <a:noFill/>
            <a:ln/>
          </p:spPr>
          <p:txBody>
            <a:bodyPr wrap="square" lIns="25400" tIns="25400" rIns="25400" bIns="25400" rtlCol="0" anchor="t">
              <a:normAutofit/>
            </a:bodyPr>
            <a:lstStyle/>
            <a:p>
              <a:pPr marL="0" indent="0" algn="l">
                <a:buNone/>
              </a:pPr>
              <a:r>
                <a:rPr lang="en-US" sz="1950">
                  <a:solidFill>
                    <a:srgbClr val="6B5F58"/>
                  </a:solidFill>
                  <a:latin typeface="Arial" pitchFamily="34" charset="0"/>
                  <a:ea typeface="Arial" pitchFamily="34" charset="-122"/>
                  <a:cs typeface="Arial" pitchFamily="34" charset="-120"/>
                </a:rPr>
                <a:t>January 2026</a:t>
              </a:r>
              <a:endParaRPr lang="en-US" sz="1950"/>
            </a:p>
          </p:txBody>
        </p:sp>
        <p:sp>
          <p:nvSpPr>
            <p:cNvPr id="10" name="Text 8"/>
            <p:cNvSpPr/>
            <p:nvPr/>
          </p:nvSpPr>
          <p:spPr>
            <a:xfrm>
              <a:off x="16592550" y="4152900"/>
              <a:ext cx="819150" cy="361950"/>
            </a:xfrm>
            <a:prstGeom prst="rect">
              <a:avLst/>
            </a:prstGeom>
            <a:noFill/>
            <a:ln/>
          </p:spPr>
          <p:txBody>
            <a:bodyPr wrap="square" lIns="25400" tIns="25400" rIns="25400" bIns="25400" rtlCol="0" anchor="t">
              <a:normAutofit/>
            </a:bodyPr>
            <a:lstStyle/>
            <a:p>
              <a:pPr marL="0" indent="0" algn="l">
                <a:buNone/>
              </a:pPr>
              <a:r>
                <a:rPr lang="en-US" sz="1950">
                  <a:solidFill>
                    <a:srgbClr val="6B5F58"/>
                  </a:solidFill>
                  <a:latin typeface="Courier New" pitchFamily="34" charset="0"/>
                  <a:ea typeface="Courier New" pitchFamily="34" charset="-122"/>
                  <a:cs typeface="Courier New" pitchFamily="34" charset="-120"/>
                </a:rPr>
                <a:t>$3.0T</a:t>
              </a:r>
              <a:endParaRPr lang="en-US" sz="1950"/>
            </a:p>
          </p:txBody>
        </p:sp>
        <p:sp>
          <p:nvSpPr>
            <p:cNvPr id="11" name="Shape 9"/>
            <p:cNvSpPr/>
            <p:nvPr/>
          </p:nvSpPr>
          <p:spPr>
            <a:xfrm>
              <a:off x="9572625" y="4572000"/>
              <a:ext cx="7762875" cy="419100"/>
            </a:xfrm>
            <a:prstGeom prst="rect">
              <a:avLst/>
            </a:prstGeom>
            <a:solidFill>
              <a:srgbClr val="C9BFB3"/>
            </a:solidFill>
            <a:ln/>
          </p:spPr>
          <p:txBody>
            <a:bodyPr/>
            <a:lstStyle/>
            <a:p>
              <a:endParaRPr lang="en-GB"/>
            </a:p>
          </p:txBody>
        </p:sp>
        <p:sp>
          <p:nvSpPr>
            <p:cNvPr id="12" name="Text 10"/>
            <p:cNvSpPr/>
            <p:nvPr/>
          </p:nvSpPr>
          <p:spPr>
            <a:xfrm>
              <a:off x="9572625" y="5314950"/>
              <a:ext cx="738783" cy="361950"/>
            </a:xfrm>
            <a:prstGeom prst="rect">
              <a:avLst/>
            </a:prstGeom>
            <a:noFill/>
            <a:ln/>
          </p:spPr>
          <p:txBody>
            <a:bodyPr wrap="square" lIns="25400" tIns="25400" rIns="25400" bIns="25400" rtlCol="0" anchor="t">
              <a:normAutofit/>
            </a:bodyPr>
            <a:lstStyle/>
            <a:p>
              <a:pPr marL="0" indent="0" algn="l">
                <a:buNone/>
              </a:pPr>
              <a:r>
                <a:rPr lang="en-US" sz="1950">
                  <a:solidFill>
                    <a:srgbClr val="6B5F58"/>
                  </a:solidFill>
                  <a:latin typeface="Arial" pitchFamily="34" charset="0"/>
                  <a:ea typeface="Arial" pitchFamily="34" charset="-122"/>
                  <a:cs typeface="Arial" pitchFamily="34" charset="-120"/>
                </a:rPr>
                <a:t>Today</a:t>
              </a:r>
              <a:endParaRPr lang="en-US" sz="1950"/>
            </a:p>
          </p:txBody>
        </p:sp>
        <p:sp>
          <p:nvSpPr>
            <p:cNvPr id="13" name="Text 11"/>
            <p:cNvSpPr/>
            <p:nvPr/>
          </p:nvSpPr>
          <p:spPr>
            <a:xfrm>
              <a:off x="16592550" y="5314950"/>
              <a:ext cx="819150" cy="361950"/>
            </a:xfrm>
            <a:prstGeom prst="rect">
              <a:avLst/>
            </a:prstGeom>
            <a:noFill/>
            <a:ln/>
          </p:spPr>
          <p:txBody>
            <a:bodyPr wrap="square" lIns="25400" tIns="25400" rIns="25400" bIns="25400" rtlCol="0" anchor="t">
              <a:normAutofit/>
            </a:bodyPr>
            <a:lstStyle/>
            <a:p>
              <a:pPr marL="0" indent="0" algn="l">
                <a:buNone/>
              </a:pPr>
              <a:r>
                <a:rPr lang="en-US" sz="1950">
                  <a:solidFill>
                    <a:srgbClr val="6B5F58"/>
                  </a:solidFill>
                  <a:latin typeface="Courier New" pitchFamily="34" charset="0"/>
                  <a:ea typeface="Courier New" pitchFamily="34" charset="-122"/>
                  <a:cs typeface="Courier New" pitchFamily="34" charset="-120"/>
                </a:rPr>
                <a:t>$2.6T</a:t>
              </a:r>
              <a:endParaRPr lang="en-US" sz="1950"/>
            </a:p>
          </p:txBody>
        </p:sp>
        <p:sp>
          <p:nvSpPr>
            <p:cNvPr id="14" name="Shape 12"/>
            <p:cNvSpPr/>
            <p:nvPr/>
          </p:nvSpPr>
          <p:spPr>
            <a:xfrm>
              <a:off x="9572625" y="5734050"/>
              <a:ext cx="6572250" cy="419100"/>
            </a:xfrm>
            <a:prstGeom prst="rect">
              <a:avLst/>
            </a:prstGeom>
            <a:solidFill>
              <a:srgbClr val="6A1B32"/>
            </a:solidFill>
            <a:ln/>
          </p:spPr>
          <p:txBody>
            <a:bodyPr/>
            <a:lstStyle/>
            <a:p>
              <a:endParaRPr lang="en-GB"/>
            </a:p>
          </p:txBody>
        </p:sp>
      </p:grpSp>
      <p:sp>
        <p:nvSpPr>
          <p:cNvPr id="15" name="Shape 13"/>
          <p:cNvSpPr/>
          <p:nvPr/>
        </p:nvSpPr>
        <p:spPr>
          <a:xfrm>
            <a:off x="9572625" y="6572250"/>
            <a:ext cx="7762875" cy="19050"/>
          </a:xfrm>
          <a:prstGeom prst="rect">
            <a:avLst/>
          </a:prstGeom>
          <a:solidFill>
            <a:srgbClr val="DCD2C6"/>
          </a:solidFill>
          <a:ln/>
        </p:spPr>
        <p:txBody>
          <a:bodyPr/>
          <a:lstStyle/>
          <a:p>
            <a:endParaRPr lang="en-GB"/>
          </a:p>
        </p:txBody>
      </p:sp>
      <p:sp>
        <p:nvSpPr>
          <p:cNvPr id="16" name="Text 14"/>
          <p:cNvSpPr/>
          <p:nvPr/>
        </p:nvSpPr>
        <p:spPr>
          <a:xfrm>
            <a:off x="9572625" y="6896100"/>
            <a:ext cx="3135064" cy="714375"/>
          </a:xfrm>
          <a:prstGeom prst="rect">
            <a:avLst/>
          </a:prstGeom>
          <a:noFill/>
          <a:ln/>
        </p:spPr>
        <p:txBody>
          <a:bodyPr wrap="square" lIns="25400" tIns="25400" rIns="25400" bIns="25400" rtlCol="0" anchor="t">
            <a:normAutofit/>
          </a:bodyPr>
          <a:lstStyle/>
          <a:p>
            <a:pPr marL="0" indent="0" algn="l">
              <a:buNone/>
            </a:pPr>
            <a:r>
              <a:rPr lang="en-US" sz="3900" b="1">
                <a:solidFill>
                  <a:srgbClr val="9C6B3F"/>
                </a:solidFill>
                <a:latin typeface="Georgia" pitchFamily="34" charset="0"/>
                <a:ea typeface="Georgia" pitchFamily="34" charset="-122"/>
                <a:cs typeface="Georgia" pitchFamily="34" charset="-120"/>
              </a:rPr>
              <a:t>121</a:t>
            </a:r>
            <a:endParaRPr lang="en-US" sz="3900"/>
          </a:p>
        </p:txBody>
      </p:sp>
      <p:sp>
        <p:nvSpPr>
          <p:cNvPr id="17" name="Text 15"/>
          <p:cNvSpPr/>
          <p:nvPr/>
        </p:nvSpPr>
        <p:spPr>
          <a:xfrm>
            <a:off x="9572625" y="7610475"/>
            <a:ext cx="3135064" cy="361950"/>
          </a:xfrm>
          <a:prstGeom prst="rect">
            <a:avLst/>
          </a:prstGeom>
          <a:noFill/>
          <a:ln/>
        </p:spPr>
        <p:txBody>
          <a:bodyPr wrap="square" lIns="25400" tIns="25400" rIns="25400" bIns="25400" rtlCol="0" anchor="t">
            <a:normAutofit/>
          </a:bodyPr>
          <a:lstStyle/>
          <a:p>
            <a:pPr marL="0" indent="0" algn="l">
              <a:buNone/>
            </a:pPr>
            <a:r>
              <a:rPr lang="en-US" sz="1950">
                <a:solidFill>
                  <a:srgbClr val="6B5F58"/>
                </a:solidFill>
                <a:latin typeface="Arial" pitchFamily="34" charset="0"/>
                <a:ea typeface="Arial" pitchFamily="34" charset="-122"/>
                <a:cs typeface="Arial" pitchFamily="34" charset="-120"/>
              </a:rPr>
              <a:t>exploits recorded in 2026</a:t>
            </a:r>
            <a:endParaRPr lang="en-US" sz="1950"/>
          </a:p>
        </p:txBody>
      </p:sp>
      <p:sp>
        <p:nvSpPr>
          <p:cNvPr id="18" name="Text 16"/>
          <p:cNvSpPr/>
          <p:nvPr/>
        </p:nvSpPr>
        <p:spPr>
          <a:xfrm>
            <a:off x="12879884" y="6896100"/>
            <a:ext cx="2822540" cy="714375"/>
          </a:xfrm>
          <a:prstGeom prst="rect">
            <a:avLst/>
          </a:prstGeom>
          <a:noFill/>
          <a:ln/>
        </p:spPr>
        <p:txBody>
          <a:bodyPr wrap="square" lIns="25400" tIns="25400" rIns="25400" bIns="25400" rtlCol="0" anchor="t">
            <a:normAutofit/>
          </a:bodyPr>
          <a:lstStyle/>
          <a:p>
            <a:pPr marL="0" indent="0" algn="l">
              <a:buNone/>
            </a:pPr>
            <a:r>
              <a:rPr lang="en-US" sz="3900" b="1">
                <a:solidFill>
                  <a:srgbClr val="9C6B3F"/>
                </a:solidFill>
                <a:latin typeface="Georgia" pitchFamily="34" charset="0"/>
                <a:ea typeface="Georgia" pitchFamily="34" charset="-122"/>
                <a:cs typeface="Georgia" pitchFamily="34" charset="-120"/>
              </a:rPr>
              <a:t>$942M</a:t>
            </a:r>
            <a:endParaRPr lang="en-US" sz="3900"/>
          </a:p>
        </p:txBody>
      </p:sp>
      <p:sp>
        <p:nvSpPr>
          <p:cNvPr id="19" name="Text 17"/>
          <p:cNvSpPr/>
          <p:nvPr/>
        </p:nvSpPr>
        <p:spPr>
          <a:xfrm>
            <a:off x="12879884" y="7610475"/>
            <a:ext cx="2822540" cy="361950"/>
          </a:xfrm>
          <a:prstGeom prst="rect">
            <a:avLst/>
          </a:prstGeom>
          <a:noFill/>
          <a:ln/>
        </p:spPr>
        <p:txBody>
          <a:bodyPr wrap="square" lIns="25400" tIns="25400" rIns="25400" bIns="25400" rtlCol="0" anchor="t">
            <a:normAutofit/>
          </a:bodyPr>
          <a:lstStyle/>
          <a:p>
            <a:pPr marL="0" indent="0" algn="l">
              <a:buNone/>
            </a:pPr>
            <a:r>
              <a:rPr lang="en-US" sz="1950">
                <a:solidFill>
                  <a:srgbClr val="6B5F58"/>
                </a:solidFill>
                <a:latin typeface="Arial" pitchFamily="34" charset="0"/>
                <a:ea typeface="Arial" pitchFamily="34" charset="-122"/>
                <a:cs typeface="Arial" pitchFamily="34" charset="-120"/>
              </a:rPr>
              <a:t>stolen in those exploits</a:t>
            </a:r>
            <a:endParaRPr lang="en-US" sz="1950"/>
          </a:p>
        </p:txBody>
      </p:sp>
      <p:sp>
        <p:nvSpPr>
          <p:cNvPr id="20" name="Text 18"/>
          <p:cNvSpPr/>
          <p:nvPr/>
        </p:nvSpPr>
        <p:spPr>
          <a:xfrm>
            <a:off x="952500" y="9296400"/>
            <a:ext cx="18021300" cy="342900"/>
          </a:xfrm>
          <a:prstGeom prst="rect">
            <a:avLst/>
          </a:prstGeom>
          <a:noFill/>
          <a:ln/>
        </p:spPr>
        <p:txBody>
          <a:bodyPr wrap="square" lIns="25400" tIns="25400" rIns="25400" bIns="25400" rtlCol="0" anchor="t">
            <a:normAutofit/>
          </a:bodyPr>
          <a:lstStyle/>
          <a:p>
            <a:pPr marL="0" indent="0" algn="l">
              <a:buNone/>
            </a:pPr>
            <a:r>
              <a:rPr lang="en-US" sz="1800">
                <a:solidFill>
                  <a:srgbClr val="9A8F86"/>
                </a:solidFill>
                <a:latin typeface="Courier New" pitchFamily="34" charset="0"/>
                <a:ea typeface="Courier New" pitchFamily="34" charset="-122"/>
                <a:cs typeface="Courier New" pitchFamily="34" charset="-120"/>
              </a:rPr>
              <a:t>Source: CryptoRank / DefiLlama, June 2026</a:t>
            </a:r>
            <a:endParaRPr 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5" grpId="0" animBg="1"/>
      <p:bldP spid="16" grpId="0" animBg="1"/>
      <p:bldP spid="17" grpId="0" animBg="1"/>
      <p:bldP spid="18" grpId="0" animBg="1"/>
      <p:bldP spid="19"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6F1EA"/>
        </a:solidFill>
        <a:effectLst/>
      </p:bgPr>
    </p:bg>
    <p:spTree>
      <p:nvGrpSpPr>
        <p:cNvPr id="1" name=""/>
        <p:cNvGrpSpPr/>
        <p:nvPr/>
      </p:nvGrpSpPr>
      <p:grpSpPr>
        <a:xfrm>
          <a:off x="0" y="0"/>
          <a:ext cx="0" cy="0"/>
          <a:chOff x="0" y="0"/>
          <a:chExt cx="0" cy="0"/>
        </a:xfrm>
      </p:grpSpPr>
      <p:sp>
        <p:nvSpPr>
          <p:cNvPr id="2" name="Text 0"/>
          <p:cNvSpPr/>
          <p:nvPr/>
        </p:nvSpPr>
        <p:spPr>
          <a:xfrm>
            <a:off x="952500" y="838200"/>
            <a:ext cx="2977411" cy="342900"/>
          </a:xfrm>
          <a:prstGeom prst="rect">
            <a:avLst/>
          </a:prstGeom>
          <a:noFill/>
          <a:ln/>
        </p:spPr>
        <p:txBody>
          <a:bodyPr wrap="square" lIns="25400" tIns="25400" rIns="25400" bIns="25400" rtlCol="0" anchor="t">
            <a:normAutofit/>
          </a:bodyPr>
          <a:lstStyle/>
          <a:p>
            <a:pPr marL="0" indent="0" algn="l">
              <a:buNone/>
            </a:pPr>
            <a:r>
              <a:rPr lang="en-US" sz="1800" kern="0" spc="252">
                <a:solidFill>
                  <a:srgbClr val="6A1B32"/>
                </a:solidFill>
                <a:latin typeface="Courier New" pitchFamily="34" charset="0"/>
                <a:ea typeface="Courier New" pitchFamily="34" charset="-122"/>
                <a:cs typeface="Courier New" pitchFamily="34" charset="-120"/>
              </a:rPr>
              <a:t>BUSINESS CONTEXT</a:t>
            </a:r>
            <a:endParaRPr lang="en-US" sz="1800"/>
          </a:p>
        </p:txBody>
      </p:sp>
      <p:sp>
        <p:nvSpPr>
          <p:cNvPr id="4" name="Shape 2"/>
          <p:cNvSpPr/>
          <p:nvPr/>
        </p:nvSpPr>
        <p:spPr>
          <a:xfrm>
            <a:off x="952500" y="1352550"/>
            <a:ext cx="16383000" cy="19050"/>
          </a:xfrm>
          <a:prstGeom prst="rect">
            <a:avLst/>
          </a:prstGeom>
          <a:solidFill>
            <a:srgbClr val="DCD2C6"/>
          </a:solidFill>
          <a:ln/>
        </p:spPr>
        <p:txBody>
          <a:bodyPr/>
          <a:lstStyle/>
          <a:p>
            <a:endParaRPr lang="en-GB"/>
          </a:p>
        </p:txBody>
      </p:sp>
      <p:sp>
        <p:nvSpPr>
          <p:cNvPr id="5" name="Text 3"/>
          <p:cNvSpPr/>
          <p:nvPr/>
        </p:nvSpPr>
        <p:spPr>
          <a:xfrm>
            <a:off x="952500" y="1790700"/>
            <a:ext cx="16620173" cy="847725"/>
          </a:xfrm>
          <a:prstGeom prst="rect">
            <a:avLst/>
          </a:prstGeom>
          <a:noFill/>
          <a:ln/>
        </p:spPr>
        <p:txBody>
          <a:bodyPr wrap="square" lIns="25400" tIns="25400" rIns="25400" bIns="25400" rtlCol="0" anchor="t">
            <a:normAutofit/>
          </a:bodyPr>
          <a:lstStyle/>
          <a:p>
            <a:pPr marL="0" indent="0" algn="l">
              <a:buNone/>
            </a:pPr>
            <a:r>
              <a:rPr lang="en-US" sz="4650" b="1" kern="0" spc="-70">
                <a:solidFill>
                  <a:srgbClr val="201B19"/>
                </a:solidFill>
                <a:latin typeface="Georgia" pitchFamily="34" charset="0"/>
                <a:ea typeface="Georgia" pitchFamily="34" charset="-122"/>
                <a:cs typeface="Georgia" pitchFamily="34" charset="-120"/>
              </a:rPr>
              <a:t>Opportunities and Risks for Business</a:t>
            </a:r>
            <a:endParaRPr lang="en-US" sz="4650"/>
          </a:p>
        </p:txBody>
      </p:sp>
      <p:sp>
        <p:nvSpPr>
          <p:cNvPr id="6" name="Shape 4"/>
          <p:cNvSpPr/>
          <p:nvPr/>
        </p:nvSpPr>
        <p:spPr>
          <a:xfrm>
            <a:off x="952500" y="3552825"/>
            <a:ext cx="7905750" cy="19050"/>
          </a:xfrm>
          <a:prstGeom prst="rect">
            <a:avLst/>
          </a:prstGeom>
          <a:solidFill>
            <a:srgbClr val="6A1B32"/>
          </a:solidFill>
          <a:ln/>
        </p:spPr>
        <p:txBody>
          <a:bodyPr/>
          <a:lstStyle/>
          <a:p>
            <a:endParaRPr lang="en-GB"/>
          </a:p>
        </p:txBody>
      </p:sp>
      <p:sp>
        <p:nvSpPr>
          <p:cNvPr id="7" name="Text 5"/>
          <p:cNvSpPr/>
          <p:nvPr/>
        </p:nvSpPr>
        <p:spPr>
          <a:xfrm>
            <a:off x="952500" y="3057525"/>
            <a:ext cx="8142923" cy="342900"/>
          </a:xfrm>
          <a:prstGeom prst="rect">
            <a:avLst/>
          </a:prstGeom>
          <a:noFill/>
          <a:ln/>
        </p:spPr>
        <p:txBody>
          <a:bodyPr wrap="square" lIns="25400" tIns="25400" rIns="25400" bIns="25400" rtlCol="0" anchor="t">
            <a:normAutofit/>
          </a:bodyPr>
          <a:lstStyle/>
          <a:p>
            <a:pPr marL="0" indent="0" algn="l">
              <a:buNone/>
            </a:pPr>
            <a:r>
              <a:rPr lang="en-US" sz="1800" b="1" kern="0" spc="216">
                <a:solidFill>
                  <a:srgbClr val="6A1B32"/>
                </a:solidFill>
                <a:latin typeface="Courier New" pitchFamily="34" charset="0"/>
                <a:ea typeface="Courier New" pitchFamily="34" charset="-122"/>
                <a:cs typeface="Courier New" pitchFamily="34" charset="-120"/>
              </a:rPr>
              <a:t>WHERE VALUE IS BEING CREATED</a:t>
            </a:r>
            <a:endParaRPr lang="en-US" sz="1800" b="1"/>
          </a:p>
        </p:txBody>
      </p:sp>
      <p:sp>
        <p:nvSpPr>
          <p:cNvPr id="8" name="Text 6"/>
          <p:cNvSpPr/>
          <p:nvPr/>
        </p:nvSpPr>
        <p:spPr>
          <a:xfrm>
            <a:off x="952500" y="3857625"/>
            <a:ext cx="8696325" cy="36195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201B19"/>
                </a:solidFill>
                <a:latin typeface="Arial" pitchFamily="34" charset="0"/>
                <a:ea typeface="Arial" pitchFamily="34" charset="-122"/>
                <a:cs typeface="Arial" pitchFamily="34" charset="-120"/>
              </a:rPr>
              <a:t>Cross-border settlements</a:t>
            </a:r>
            <a:endParaRPr lang="en-US" sz="2250"/>
          </a:p>
        </p:txBody>
      </p:sp>
      <p:sp>
        <p:nvSpPr>
          <p:cNvPr id="9" name="Text 7"/>
          <p:cNvSpPr/>
          <p:nvPr/>
        </p:nvSpPr>
        <p:spPr>
          <a:xfrm>
            <a:off x="952500" y="4238625"/>
            <a:ext cx="8142923" cy="384721"/>
          </a:xfrm>
          <a:prstGeom prst="rect">
            <a:avLst/>
          </a:prstGeom>
          <a:noFill/>
          <a:ln/>
        </p:spPr>
        <p:txBody>
          <a:bodyPr wrap="square" lIns="25400" tIns="25400" rIns="25400" bIns="25400" rtlCol="0" anchor="t">
            <a:normAutofit/>
          </a:bodyPr>
          <a:lstStyle/>
          <a:p>
            <a:pPr marL="0" indent="0" algn="l">
              <a:lnSpc>
                <a:spcPct val="117419"/>
              </a:lnSpc>
              <a:buNone/>
            </a:pPr>
            <a:r>
              <a:rPr lang="en-US" sz="1950">
                <a:solidFill>
                  <a:schemeClr val="tx1">
                    <a:lumMod val="75000"/>
                    <a:lumOff val="25000"/>
                  </a:schemeClr>
                </a:solidFill>
                <a:latin typeface="Arial" pitchFamily="34" charset="0"/>
                <a:ea typeface="Arial" pitchFamily="34" charset="-122"/>
                <a:cs typeface="Arial" pitchFamily="34" charset="-120"/>
              </a:rPr>
              <a:t>Instantaneous remittance and supplier payment at negligible cost</a:t>
            </a:r>
            <a:endParaRPr lang="en-US" sz="1950">
              <a:solidFill>
                <a:schemeClr val="tx1">
                  <a:lumMod val="75000"/>
                  <a:lumOff val="25000"/>
                </a:schemeClr>
              </a:solidFill>
            </a:endParaRPr>
          </a:p>
        </p:txBody>
      </p:sp>
      <p:sp>
        <p:nvSpPr>
          <p:cNvPr id="10" name="Text 8"/>
          <p:cNvSpPr/>
          <p:nvPr/>
        </p:nvSpPr>
        <p:spPr>
          <a:xfrm>
            <a:off x="952500" y="4870996"/>
            <a:ext cx="8696325" cy="36195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201B19"/>
                </a:solidFill>
                <a:latin typeface="Arial" pitchFamily="34" charset="0"/>
                <a:ea typeface="Arial" pitchFamily="34" charset="-122"/>
                <a:cs typeface="Arial" pitchFamily="34" charset="-120"/>
              </a:rPr>
              <a:t>Tokenised assets</a:t>
            </a:r>
            <a:endParaRPr lang="en-US" sz="2250"/>
          </a:p>
        </p:txBody>
      </p:sp>
      <p:sp>
        <p:nvSpPr>
          <p:cNvPr id="11" name="Text 9"/>
          <p:cNvSpPr/>
          <p:nvPr/>
        </p:nvSpPr>
        <p:spPr>
          <a:xfrm>
            <a:off x="952500" y="5251996"/>
            <a:ext cx="8142923" cy="384721"/>
          </a:xfrm>
          <a:prstGeom prst="rect">
            <a:avLst/>
          </a:prstGeom>
          <a:noFill/>
          <a:ln/>
        </p:spPr>
        <p:txBody>
          <a:bodyPr wrap="square" lIns="25400" tIns="25400" rIns="25400" bIns="25400" rtlCol="0" anchor="t">
            <a:normAutofit/>
          </a:bodyPr>
          <a:lstStyle/>
          <a:p>
            <a:pPr marL="0" indent="0" algn="l">
              <a:lnSpc>
                <a:spcPct val="117419"/>
              </a:lnSpc>
              <a:buNone/>
            </a:pPr>
            <a:r>
              <a:rPr lang="en-US" sz="1950">
                <a:solidFill>
                  <a:schemeClr val="tx1">
                    <a:lumMod val="75000"/>
                    <a:lumOff val="25000"/>
                  </a:schemeClr>
                </a:solidFill>
                <a:latin typeface="Arial" pitchFamily="34" charset="0"/>
                <a:ea typeface="Arial" pitchFamily="34" charset="-122"/>
                <a:cs typeface="Arial" pitchFamily="34" charset="-120"/>
              </a:rPr>
              <a:t>Fractional real estate, receivables, treasury instruments</a:t>
            </a:r>
            <a:endParaRPr lang="en-US" sz="1950">
              <a:solidFill>
                <a:schemeClr val="tx1">
                  <a:lumMod val="75000"/>
                  <a:lumOff val="25000"/>
                </a:schemeClr>
              </a:solidFill>
            </a:endParaRPr>
          </a:p>
        </p:txBody>
      </p:sp>
      <p:sp>
        <p:nvSpPr>
          <p:cNvPr id="12" name="Text 10"/>
          <p:cNvSpPr/>
          <p:nvPr/>
        </p:nvSpPr>
        <p:spPr>
          <a:xfrm>
            <a:off x="952500" y="5884366"/>
            <a:ext cx="8696325" cy="36195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201B19"/>
                </a:solidFill>
                <a:latin typeface="Arial" pitchFamily="34" charset="0"/>
                <a:ea typeface="Arial" pitchFamily="34" charset="-122"/>
                <a:cs typeface="Arial" pitchFamily="34" charset="-120"/>
              </a:rPr>
              <a:t>Programmable trade finance</a:t>
            </a:r>
            <a:endParaRPr lang="en-US" sz="2250"/>
          </a:p>
        </p:txBody>
      </p:sp>
      <p:sp>
        <p:nvSpPr>
          <p:cNvPr id="13" name="Text 11"/>
          <p:cNvSpPr/>
          <p:nvPr/>
        </p:nvSpPr>
        <p:spPr>
          <a:xfrm>
            <a:off x="952500" y="6265366"/>
            <a:ext cx="8142923" cy="384721"/>
          </a:xfrm>
          <a:prstGeom prst="rect">
            <a:avLst/>
          </a:prstGeom>
          <a:noFill/>
          <a:ln/>
        </p:spPr>
        <p:txBody>
          <a:bodyPr wrap="square" lIns="25400" tIns="25400" rIns="25400" bIns="25400" rtlCol="0" anchor="t">
            <a:normAutofit/>
          </a:bodyPr>
          <a:lstStyle/>
          <a:p>
            <a:pPr marL="0" indent="0" algn="l">
              <a:lnSpc>
                <a:spcPct val="117419"/>
              </a:lnSpc>
              <a:buNone/>
            </a:pPr>
            <a:r>
              <a:rPr lang="en-US" sz="1950">
                <a:solidFill>
                  <a:schemeClr val="tx1">
                    <a:lumMod val="75000"/>
                    <a:lumOff val="25000"/>
                  </a:schemeClr>
                </a:solidFill>
                <a:latin typeface="Arial" pitchFamily="34" charset="0"/>
                <a:ea typeface="Arial" pitchFamily="34" charset="-122"/>
                <a:cs typeface="Arial" pitchFamily="34" charset="-120"/>
              </a:rPr>
              <a:t>Payment releases on a verified event rather than a signature</a:t>
            </a:r>
            <a:endParaRPr lang="en-US" sz="1950">
              <a:solidFill>
                <a:schemeClr val="tx1">
                  <a:lumMod val="75000"/>
                  <a:lumOff val="25000"/>
                </a:schemeClr>
              </a:solidFill>
            </a:endParaRPr>
          </a:p>
        </p:txBody>
      </p:sp>
      <p:sp>
        <p:nvSpPr>
          <p:cNvPr id="14" name="Text 12"/>
          <p:cNvSpPr/>
          <p:nvPr/>
        </p:nvSpPr>
        <p:spPr>
          <a:xfrm>
            <a:off x="952500" y="6897737"/>
            <a:ext cx="8696325" cy="36195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201B19"/>
                </a:solidFill>
                <a:latin typeface="Arial" pitchFamily="34" charset="0"/>
                <a:ea typeface="Arial" pitchFamily="34" charset="-122"/>
                <a:cs typeface="Arial" pitchFamily="34" charset="-120"/>
              </a:rPr>
              <a:t>New funding routes</a:t>
            </a:r>
            <a:endParaRPr lang="en-US" sz="2250"/>
          </a:p>
        </p:txBody>
      </p:sp>
      <p:sp>
        <p:nvSpPr>
          <p:cNvPr id="15" name="Text 13"/>
          <p:cNvSpPr/>
          <p:nvPr/>
        </p:nvSpPr>
        <p:spPr>
          <a:xfrm>
            <a:off x="952500" y="7278737"/>
            <a:ext cx="8142923" cy="384721"/>
          </a:xfrm>
          <a:prstGeom prst="rect">
            <a:avLst/>
          </a:prstGeom>
          <a:noFill/>
          <a:ln/>
        </p:spPr>
        <p:txBody>
          <a:bodyPr wrap="square" lIns="25400" tIns="25400" rIns="25400" bIns="25400" rtlCol="0" anchor="t">
            <a:normAutofit/>
          </a:bodyPr>
          <a:lstStyle/>
          <a:p>
            <a:pPr marL="0" indent="0" algn="l">
              <a:lnSpc>
                <a:spcPct val="117419"/>
              </a:lnSpc>
              <a:buNone/>
            </a:pPr>
            <a:r>
              <a:rPr lang="en-US" sz="1950">
                <a:solidFill>
                  <a:schemeClr val="tx1">
                    <a:lumMod val="75000"/>
                    <a:lumOff val="25000"/>
                  </a:schemeClr>
                </a:solidFill>
                <a:latin typeface="Arial" pitchFamily="34" charset="0"/>
                <a:ea typeface="Arial" pitchFamily="34" charset="-122"/>
                <a:cs typeface="Arial" pitchFamily="34" charset="-120"/>
              </a:rPr>
              <a:t>Direct issuance to holders</a:t>
            </a:r>
            <a:endParaRPr lang="en-US" sz="1950">
              <a:solidFill>
                <a:schemeClr val="tx1">
                  <a:lumMod val="75000"/>
                  <a:lumOff val="25000"/>
                </a:schemeClr>
              </a:solidFill>
            </a:endParaRPr>
          </a:p>
        </p:txBody>
      </p:sp>
      <p:sp>
        <p:nvSpPr>
          <p:cNvPr id="16" name="Shape 14"/>
          <p:cNvSpPr/>
          <p:nvPr/>
        </p:nvSpPr>
        <p:spPr>
          <a:xfrm>
            <a:off x="9429750" y="3552825"/>
            <a:ext cx="7905750" cy="19050"/>
          </a:xfrm>
          <a:prstGeom prst="rect">
            <a:avLst/>
          </a:prstGeom>
          <a:solidFill>
            <a:srgbClr val="9C6B3F"/>
          </a:solidFill>
          <a:ln/>
        </p:spPr>
        <p:txBody>
          <a:bodyPr/>
          <a:lstStyle/>
          <a:p>
            <a:endParaRPr lang="en-GB"/>
          </a:p>
        </p:txBody>
      </p:sp>
      <p:sp>
        <p:nvSpPr>
          <p:cNvPr id="17" name="Text 15"/>
          <p:cNvSpPr/>
          <p:nvPr/>
        </p:nvSpPr>
        <p:spPr>
          <a:xfrm>
            <a:off x="9429750" y="3057525"/>
            <a:ext cx="8142923" cy="342900"/>
          </a:xfrm>
          <a:prstGeom prst="rect">
            <a:avLst/>
          </a:prstGeom>
          <a:noFill/>
          <a:ln/>
        </p:spPr>
        <p:txBody>
          <a:bodyPr wrap="square" lIns="25400" tIns="25400" rIns="25400" bIns="25400" rtlCol="0" anchor="t">
            <a:normAutofit/>
          </a:bodyPr>
          <a:lstStyle/>
          <a:p>
            <a:pPr marL="0" indent="0" algn="l">
              <a:buNone/>
            </a:pPr>
            <a:r>
              <a:rPr lang="en-US" sz="1800" b="1" kern="0" spc="216">
                <a:solidFill>
                  <a:srgbClr val="9C6B3F"/>
                </a:solidFill>
                <a:latin typeface="Courier New" pitchFamily="34" charset="0"/>
                <a:ea typeface="Courier New" pitchFamily="34" charset="-122"/>
                <a:cs typeface="Courier New" pitchFamily="34" charset="-120"/>
              </a:rPr>
              <a:t>WHAT WARRANTS CAUTION</a:t>
            </a:r>
            <a:endParaRPr lang="en-US" sz="1800" b="1"/>
          </a:p>
        </p:txBody>
      </p:sp>
      <p:sp>
        <p:nvSpPr>
          <p:cNvPr id="18" name="Text 16"/>
          <p:cNvSpPr/>
          <p:nvPr/>
        </p:nvSpPr>
        <p:spPr>
          <a:xfrm>
            <a:off x="9429750" y="3857625"/>
            <a:ext cx="8696325" cy="36195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201B19"/>
                </a:solidFill>
                <a:latin typeface="Arial" pitchFamily="34" charset="0"/>
                <a:ea typeface="Arial" pitchFamily="34" charset="-122"/>
                <a:cs typeface="Arial" pitchFamily="34" charset="-120"/>
              </a:rPr>
              <a:t>Regulatory position</a:t>
            </a:r>
            <a:endParaRPr lang="en-US" sz="2250"/>
          </a:p>
        </p:txBody>
      </p:sp>
      <p:sp>
        <p:nvSpPr>
          <p:cNvPr id="19" name="Text 17"/>
          <p:cNvSpPr/>
          <p:nvPr/>
        </p:nvSpPr>
        <p:spPr>
          <a:xfrm>
            <a:off x="9429750" y="4238625"/>
            <a:ext cx="8142923" cy="384721"/>
          </a:xfrm>
          <a:prstGeom prst="rect">
            <a:avLst/>
          </a:prstGeom>
          <a:noFill/>
          <a:ln/>
        </p:spPr>
        <p:txBody>
          <a:bodyPr wrap="square" lIns="25400" tIns="25400" rIns="25400" bIns="25400" rtlCol="0" anchor="t">
            <a:normAutofit/>
          </a:bodyPr>
          <a:lstStyle/>
          <a:p>
            <a:pPr marL="0" indent="0" algn="l">
              <a:lnSpc>
                <a:spcPct val="117419"/>
              </a:lnSpc>
              <a:buNone/>
            </a:pPr>
            <a:r>
              <a:rPr lang="en-US" sz="1950">
                <a:solidFill>
                  <a:schemeClr val="tx1">
                    <a:lumMod val="75000"/>
                    <a:lumOff val="25000"/>
                  </a:schemeClr>
                </a:solidFill>
                <a:latin typeface="Arial" pitchFamily="34" charset="0"/>
                <a:ea typeface="Arial" pitchFamily="34" charset="-122"/>
                <a:cs typeface="Arial" pitchFamily="34" charset="-120"/>
              </a:rPr>
              <a:t>Unregulated in most jurisdictions, including Pakistan</a:t>
            </a:r>
            <a:endParaRPr lang="en-US" sz="1950">
              <a:solidFill>
                <a:schemeClr val="tx1">
                  <a:lumMod val="75000"/>
                  <a:lumOff val="25000"/>
                </a:schemeClr>
              </a:solidFill>
            </a:endParaRPr>
          </a:p>
        </p:txBody>
      </p:sp>
      <p:sp>
        <p:nvSpPr>
          <p:cNvPr id="20" name="Text 18"/>
          <p:cNvSpPr/>
          <p:nvPr/>
        </p:nvSpPr>
        <p:spPr>
          <a:xfrm>
            <a:off x="9429750" y="4870996"/>
            <a:ext cx="8696325" cy="361950"/>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201B19"/>
                </a:solidFill>
                <a:latin typeface="Arial" pitchFamily="34" charset="0"/>
                <a:ea typeface="Arial" pitchFamily="34" charset="-122"/>
                <a:cs typeface="Arial" pitchFamily="34" charset="-120"/>
              </a:rPr>
              <a:t>Contract and bridge risk</a:t>
            </a:r>
            <a:endParaRPr lang="en-US" sz="2250"/>
          </a:p>
        </p:txBody>
      </p:sp>
      <p:sp>
        <p:nvSpPr>
          <p:cNvPr id="21" name="Text 19"/>
          <p:cNvSpPr/>
          <p:nvPr/>
        </p:nvSpPr>
        <p:spPr>
          <a:xfrm>
            <a:off x="9429750" y="5251996"/>
            <a:ext cx="8142923" cy="384721"/>
          </a:xfrm>
          <a:prstGeom prst="rect">
            <a:avLst/>
          </a:prstGeom>
          <a:noFill/>
          <a:ln/>
        </p:spPr>
        <p:txBody>
          <a:bodyPr wrap="square" lIns="25400" tIns="25400" rIns="25400" bIns="25400" rtlCol="0" anchor="t">
            <a:normAutofit/>
          </a:bodyPr>
          <a:lstStyle/>
          <a:p>
            <a:pPr marL="0" indent="0" algn="l">
              <a:lnSpc>
                <a:spcPct val="117419"/>
              </a:lnSpc>
              <a:buNone/>
            </a:pPr>
            <a:r>
              <a:rPr lang="en-US" sz="1950">
                <a:solidFill>
                  <a:schemeClr val="tx1">
                    <a:lumMod val="75000"/>
                    <a:lumOff val="25000"/>
                  </a:schemeClr>
                </a:solidFill>
                <a:latin typeface="Arial" pitchFamily="34" charset="0"/>
                <a:ea typeface="Arial" pitchFamily="34" charset="-122"/>
                <a:cs typeface="Arial" pitchFamily="34" charset="-120"/>
              </a:rPr>
              <a:t>$942M lost to exploits in 2026 alone</a:t>
            </a:r>
            <a:endParaRPr lang="en-US" sz="1950">
              <a:solidFill>
                <a:schemeClr val="tx1">
                  <a:lumMod val="75000"/>
                  <a:lumOff val="25000"/>
                </a:schemeClr>
              </a:solidFill>
            </a:endParaRPr>
          </a:p>
        </p:txBody>
      </p:sp>
      <p:sp>
        <p:nvSpPr>
          <p:cNvPr id="22" name="Text 20"/>
          <p:cNvSpPr/>
          <p:nvPr/>
        </p:nvSpPr>
        <p:spPr>
          <a:xfrm>
            <a:off x="9429750" y="5884366"/>
            <a:ext cx="8696325" cy="361950"/>
          </a:xfrm>
          <a:prstGeom prst="rect">
            <a:avLst/>
          </a:prstGeom>
          <a:noFill/>
          <a:ln/>
        </p:spPr>
        <p:txBody>
          <a:bodyPr wrap="square" lIns="25400" tIns="25400" rIns="25400" bIns="25400" rtlCol="0" anchor="t">
            <a:normAutofit lnSpcReduction="10000"/>
          </a:bodyPr>
          <a:lstStyle/>
          <a:p>
            <a:r>
              <a:rPr lang="en-US" sz="2250" b="1">
                <a:solidFill>
                  <a:srgbClr val="201B19"/>
                </a:solidFill>
                <a:latin typeface="Arial" pitchFamily="34" charset="0"/>
                <a:ea typeface="Arial" pitchFamily="34" charset="-122"/>
                <a:cs typeface="Arial" pitchFamily="34" charset="-120"/>
              </a:rPr>
              <a:t>No recourse</a:t>
            </a:r>
            <a:endParaRPr lang="en-US" sz="2250"/>
          </a:p>
        </p:txBody>
      </p:sp>
      <p:sp>
        <p:nvSpPr>
          <p:cNvPr id="23" name="Text 21"/>
          <p:cNvSpPr/>
          <p:nvPr/>
        </p:nvSpPr>
        <p:spPr>
          <a:xfrm>
            <a:off x="9429750" y="6265366"/>
            <a:ext cx="8142923" cy="384721"/>
          </a:xfrm>
          <a:prstGeom prst="rect">
            <a:avLst/>
          </a:prstGeom>
          <a:noFill/>
          <a:ln/>
        </p:spPr>
        <p:txBody>
          <a:bodyPr wrap="square" lIns="25400" tIns="25400" rIns="25400" bIns="25400" rtlCol="0" anchor="t">
            <a:normAutofit/>
          </a:bodyPr>
          <a:lstStyle/>
          <a:p>
            <a:pPr>
              <a:lnSpc>
                <a:spcPct val="117419"/>
              </a:lnSpc>
            </a:pPr>
            <a:r>
              <a:rPr lang="en-US" sz="1950">
                <a:solidFill>
                  <a:schemeClr val="tx1">
                    <a:lumMod val="75000"/>
                    <a:lumOff val="25000"/>
                  </a:schemeClr>
                </a:solidFill>
                <a:latin typeface="Arial" pitchFamily="34" charset="0"/>
                <a:ea typeface="Arial" pitchFamily="34" charset="-122"/>
                <a:cs typeface="Arial" pitchFamily="34" charset="-120"/>
              </a:rPr>
              <a:t>No chargeback, no ombudsman, no reversal</a:t>
            </a:r>
            <a:endParaRPr lang="en-US" sz="1950">
              <a:solidFill>
                <a:schemeClr val="tx1">
                  <a:lumMod val="75000"/>
                  <a:lumOff val="2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3F0F1D"/>
        </a:solidFill>
        <a:effectLst/>
      </p:bgPr>
    </p:bg>
    <p:spTree>
      <p:nvGrpSpPr>
        <p:cNvPr id="1" name=""/>
        <p:cNvGrpSpPr/>
        <p:nvPr/>
      </p:nvGrpSpPr>
      <p:grpSpPr>
        <a:xfrm>
          <a:off x="0" y="0"/>
          <a:ext cx="0" cy="0"/>
          <a:chOff x="0" y="0"/>
          <a:chExt cx="0" cy="0"/>
        </a:xfrm>
      </p:grpSpPr>
      <p:sp>
        <p:nvSpPr>
          <p:cNvPr id="3" name="Text 1"/>
          <p:cNvSpPr/>
          <p:nvPr/>
        </p:nvSpPr>
        <p:spPr>
          <a:xfrm>
            <a:off x="1143000" y="3276154"/>
            <a:ext cx="15206662" cy="3144142"/>
          </a:xfrm>
          <a:prstGeom prst="rect">
            <a:avLst/>
          </a:prstGeom>
          <a:noFill/>
          <a:ln/>
        </p:spPr>
        <p:txBody>
          <a:bodyPr wrap="square" lIns="25400" tIns="25400" rIns="25400" bIns="25400" rtlCol="0" anchor="t">
            <a:normAutofit fontScale="92500" lnSpcReduction="10000"/>
          </a:bodyPr>
          <a:lstStyle/>
          <a:p>
            <a:pPr marL="0" indent="0" algn="l">
              <a:lnSpc>
                <a:spcPct val="103416"/>
              </a:lnSpc>
              <a:buNone/>
            </a:pPr>
            <a:r>
              <a:rPr lang="en-US" sz="5850" b="1" kern="0" spc="-117">
                <a:solidFill>
                  <a:srgbClr val="F6F1EA"/>
                </a:solidFill>
                <a:latin typeface="Georgia" pitchFamily="34" charset="0"/>
                <a:ea typeface="Georgia" pitchFamily="34" charset="-122"/>
                <a:cs typeface="Georgia" pitchFamily="34" charset="-120"/>
              </a:rPr>
              <a:t>Decentralized finance is being built with or without us.</a:t>
            </a:r>
          </a:p>
          <a:p>
            <a:pPr marL="0" indent="0" algn="l">
              <a:lnSpc>
                <a:spcPct val="103416"/>
              </a:lnSpc>
              <a:buNone/>
            </a:pPr>
            <a:r>
              <a:rPr lang="en-US" sz="5850" b="1" kern="0" spc="-117">
                <a:solidFill>
                  <a:srgbClr val="F6F1EA"/>
                </a:solidFill>
                <a:latin typeface="Georgia" pitchFamily="34" charset="0"/>
                <a:ea typeface="Georgia" pitchFamily="34" charset="-122"/>
                <a:cs typeface="Georgia" pitchFamily="34" charset="-120"/>
              </a:rPr>
              <a:t>The question is whether we arrive as participants or as spectators.</a:t>
            </a:r>
            <a:endParaRPr lang="en-US" sz="5850"/>
          </a:p>
        </p:txBody>
      </p:sp>
      <p:sp>
        <p:nvSpPr>
          <p:cNvPr id="4" name="Shape 2"/>
          <p:cNvSpPr/>
          <p:nvPr/>
        </p:nvSpPr>
        <p:spPr>
          <a:xfrm>
            <a:off x="1143000" y="6904567"/>
            <a:ext cx="9813758" cy="89216"/>
          </a:xfrm>
          <a:prstGeom prst="rect">
            <a:avLst/>
          </a:prstGeom>
          <a:solidFill>
            <a:srgbClr val="8A4257"/>
          </a:solidFill>
          <a:ln/>
        </p:spPr>
        <p:txBody>
          <a:bodyPr/>
          <a:lstStyle/>
          <a:p>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A"/>
        </a:solidFill>
        <a:effectLst/>
      </p:bgPr>
    </p:bg>
    <p:spTree>
      <p:nvGrpSpPr>
        <p:cNvPr id="1" name=""/>
        <p:cNvGrpSpPr/>
        <p:nvPr/>
      </p:nvGrpSpPr>
      <p:grpSpPr>
        <a:xfrm>
          <a:off x="0" y="0"/>
          <a:ext cx="0" cy="0"/>
          <a:chOff x="0" y="0"/>
          <a:chExt cx="0" cy="0"/>
        </a:xfrm>
      </p:grpSpPr>
      <p:sp>
        <p:nvSpPr>
          <p:cNvPr id="2" name="Text 0"/>
          <p:cNvSpPr/>
          <p:nvPr/>
        </p:nvSpPr>
        <p:spPr>
          <a:xfrm>
            <a:off x="952500" y="838200"/>
            <a:ext cx="1488787" cy="342900"/>
          </a:xfrm>
          <a:prstGeom prst="rect">
            <a:avLst/>
          </a:prstGeom>
          <a:noFill/>
          <a:ln/>
        </p:spPr>
        <p:txBody>
          <a:bodyPr wrap="square" lIns="25400" tIns="25400" rIns="25400" bIns="25400" rtlCol="0" anchor="t">
            <a:normAutofit/>
          </a:bodyPr>
          <a:lstStyle/>
          <a:p>
            <a:pPr marL="0" indent="0" algn="l">
              <a:buNone/>
            </a:pPr>
            <a:r>
              <a:rPr lang="en-US" sz="1800" kern="0" spc="252">
                <a:solidFill>
                  <a:srgbClr val="6A1B32"/>
                </a:solidFill>
                <a:latin typeface="Courier New" pitchFamily="34" charset="0"/>
                <a:ea typeface="Courier New" pitchFamily="34" charset="-122"/>
                <a:cs typeface="Courier New" pitchFamily="34" charset="-120"/>
              </a:rPr>
              <a:t>TEACHING</a:t>
            </a:r>
            <a:endParaRPr lang="en-US" sz="1800"/>
          </a:p>
        </p:txBody>
      </p:sp>
      <p:sp>
        <p:nvSpPr>
          <p:cNvPr id="4" name="Shape 2"/>
          <p:cNvSpPr/>
          <p:nvPr/>
        </p:nvSpPr>
        <p:spPr>
          <a:xfrm>
            <a:off x="952500" y="1352550"/>
            <a:ext cx="16383000" cy="19050"/>
          </a:xfrm>
          <a:prstGeom prst="rect">
            <a:avLst/>
          </a:prstGeom>
          <a:solidFill>
            <a:srgbClr val="DCD2C6"/>
          </a:solidFill>
          <a:ln/>
        </p:spPr>
        <p:txBody>
          <a:bodyPr/>
          <a:lstStyle/>
          <a:p>
            <a:endParaRPr lang="en-GB"/>
          </a:p>
        </p:txBody>
      </p:sp>
      <p:sp>
        <p:nvSpPr>
          <p:cNvPr id="5" name="Text 3"/>
          <p:cNvSpPr/>
          <p:nvPr/>
        </p:nvSpPr>
        <p:spPr>
          <a:xfrm>
            <a:off x="952500" y="1790700"/>
            <a:ext cx="16564858" cy="847725"/>
          </a:xfrm>
          <a:prstGeom prst="rect">
            <a:avLst/>
          </a:prstGeom>
          <a:noFill/>
          <a:ln/>
        </p:spPr>
        <p:txBody>
          <a:bodyPr wrap="square" lIns="25400" tIns="25400" rIns="25400" bIns="25400" rtlCol="0" anchor="t">
            <a:normAutofit/>
          </a:bodyPr>
          <a:lstStyle/>
          <a:p>
            <a:pPr marL="0" indent="0" algn="l">
              <a:buNone/>
            </a:pPr>
            <a:r>
              <a:rPr lang="en-US" sz="4650" b="1" kern="0" spc="-70">
                <a:solidFill>
                  <a:srgbClr val="201B19"/>
                </a:solidFill>
                <a:latin typeface="Georgia" pitchFamily="34" charset="0"/>
                <a:ea typeface="Georgia" pitchFamily="34" charset="-122"/>
                <a:cs typeface="Georgia" pitchFamily="34" charset="-120"/>
              </a:rPr>
              <a:t>Workshop in a glance</a:t>
            </a:r>
            <a:endParaRPr lang="en-US" sz="4650"/>
          </a:p>
        </p:txBody>
      </p:sp>
      <p:sp>
        <p:nvSpPr>
          <p:cNvPr id="3" name="Shape 3">
            <a:extLst>
              <a:ext uri="{FF2B5EF4-FFF2-40B4-BE49-F238E27FC236}">
                <a16:creationId xmlns:a16="http://schemas.microsoft.com/office/drawing/2014/main" id="{D7809FB1-F3E5-F85B-3F11-8972E3102581}"/>
              </a:ext>
            </a:extLst>
          </p:cNvPr>
          <p:cNvSpPr/>
          <p:nvPr/>
        </p:nvSpPr>
        <p:spPr>
          <a:xfrm>
            <a:off x="952500" y="2638425"/>
            <a:ext cx="16692115" cy="7279298"/>
          </a:xfrm>
          <a:prstGeom prst="rect">
            <a:avLst/>
          </a:prstGeom>
          <a:solidFill>
            <a:srgbClr val="FFFFFF"/>
          </a:solidFill>
          <a:ln w="19050">
            <a:solidFill>
              <a:srgbClr val="DCD2C6"/>
            </a:solidFill>
            <a:prstDash val="solid"/>
          </a:ln>
        </p:spPr>
        <p:txBody>
          <a:bodyPr/>
          <a:lstStyle/>
          <a:p>
            <a:pPr>
              <a:lnSpc>
                <a:spcPct val="150000"/>
              </a:lnSpc>
            </a:pPr>
            <a:r>
              <a:rPr lang="en-GB" sz="4400" b="1" i="1">
                <a:solidFill>
                  <a:schemeClr val="tx1">
                    <a:lumMod val="75000"/>
                    <a:lumOff val="25000"/>
                  </a:schemeClr>
                </a:solidFill>
              </a:rPr>
              <a:t>On completing this workshop, the participants will be able to</a:t>
            </a:r>
          </a:p>
          <a:p>
            <a:pPr marL="857250" indent="-857250">
              <a:buFont typeface="+mj-lt"/>
              <a:buAutoNum type="romanUcPeriod"/>
            </a:pPr>
            <a:r>
              <a:rPr lang="en-GB" sz="4000">
                <a:solidFill>
                  <a:schemeClr val="tx1">
                    <a:lumMod val="75000"/>
                    <a:lumOff val="25000"/>
                  </a:schemeClr>
                </a:solidFill>
              </a:rPr>
              <a:t>Explain trust, transparency and settlement problems that blockchains solve, and evaluate when a blockchain is (and is not) the right solution.</a:t>
            </a:r>
          </a:p>
          <a:p>
            <a:pPr marL="857250" indent="-857250">
              <a:buFont typeface="+mj-lt"/>
              <a:buAutoNum type="romanUcPeriod"/>
            </a:pPr>
            <a:r>
              <a:rPr lang="en-GB" sz="4000">
                <a:solidFill>
                  <a:schemeClr val="tx1">
                    <a:lumMod val="75000"/>
                    <a:lumOff val="25000"/>
                  </a:schemeClr>
                </a:solidFill>
              </a:rPr>
              <a:t>Describe the mechanics of Bitcoin and Ethereum and independently verify transactions and contract state using block explorers.</a:t>
            </a:r>
          </a:p>
          <a:p>
            <a:pPr marL="857250" indent="-857250">
              <a:buFont typeface="+mj-lt"/>
              <a:buAutoNum type="romanUcPeriod"/>
            </a:pPr>
            <a:r>
              <a:rPr lang="en-GB" sz="4000">
                <a:solidFill>
                  <a:schemeClr val="tx1">
                    <a:lumMod val="75000"/>
                    <a:lumOff val="25000"/>
                  </a:schemeClr>
                </a:solidFill>
              </a:rPr>
              <a:t>Use smart contracts to financial logic (escrow, voting, token issuance)..</a:t>
            </a:r>
          </a:p>
          <a:p>
            <a:pPr marL="857250" indent="-857250">
              <a:buFont typeface="+mj-lt"/>
              <a:buAutoNum type="romanUcPeriod"/>
            </a:pPr>
            <a:r>
              <a:rPr lang="en-GB" sz="4000" err="1">
                <a:solidFill>
                  <a:schemeClr val="tx1">
                    <a:lumMod val="75000"/>
                    <a:lumOff val="25000"/>
                  </a:schemeClr>
                </a:solidFill>
              </a:rPr>
              <a:t>Analyze</a:t>
            </a:r>
            <a:r>
              <a:rPr lang="en-GB" sz="4000">
                <a:solidFill>
                  <a:schemeClr val="tx1">
                    <a:lumMod val="75000"/>
                    <a:lumOff val="25000"/>
                  </a:schemeClr>
                </a:solidFill>
              </a:rPr>
              <a:t> DeFi primitives: stablecoins, DEXs, AMMs, DAOs, token standards, their pricing mechanics, incentive structures and failure methods.</a:t>
            </a:r>
          </a:p>
          <a:p>
            <a:pPr marL="857250" indent="-857250">
              <a:buFont typeface="+mj-lt"/>
              <a:buAutoNum type="romanUcPeriod"/>
            </a:pPr>
            <a:r>
              <a:rPr lang="en-GB" sz="4000">
                <a:solidFill>
                  <a:schemeClr val="tx1">
                    <a:lumMod val="75000"/>
                    <a:lumOff val="25000"/>
                  </a:schemeClr>
                </a:solidFill>
              </a:rPr>
              <a:t>Assess the security and market-integrity risks of a DeFi protocol (</a:t>
            </a:r>
            <a:r>
              <a:rPr lang="en-GB" sz="4000" err="1">
                <a:solidFill>
                  <a:schemeClr val="tx1">
                    <a:lumMod val="75000"/>
                    <a:lumOff val="25000"/>
                  </a:schemeClr>
                </a:solidFill>
              </a:rPr>
              <a:t>reentrancy</a:t>
            </a:r>
            <a:r>
              <a:rPr lang="en-GB" sz="4000">
                <a:solidFill>
                  <a:schemeClr val="tx1">
                    <a:lumMod val="75000"/>
                    <a:lumOff val="25000"/>
                  </a:schemeClr>
                </a:solidFill>
              </a:rPr>
              <a:t>, oracle manipulation, MEV, Sybil attacks) and interpret audit reports.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1EA"/>
        </a:solidFill>
        <a:effectLst/>
      </p:bgPr>
    </p:bg>
    <p:spTree>
      <p:nvGrpSpPr>
        <p:cNvPr id="1" name="">
          <a:extLst>
            <a:ext uri="{FF2B5EF4-FFF2-40B4-BE49-F238E27FC236}">
              <a16:creationId xmlns:a16="http://schemas.microsoft.com/office/drawing/2014/main" id="{A6F3C6BD-EEBF-4745-F083-8EE59A9C0A8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2A0C6B-70CD-5609-4E3E-00A4E4FF3702}"/>
              </a:ext>
            </a:extLst>
          </p:cNvPr>
          <p:cNvSpPr/>
          <p:nvPr/>
        </p:nvSpPr>
        <p:spPr>
          <a:xfrm>
            <a:off x="952500" y="838200"/>
            <a:ext cx="1488787" cy="342900"/>
          </a:xfrm>
          <a:prstGeom prst="rect">
            <a:avLst/>
          </a:prstGeom>
          <a:noFill/>
          <a:ln/>
        </p:spPr>
        <p:txBody>
          <a:bodyPr wrap="square" lIns="25400" tIns="25400" rIns="25400" bIns="25400" rtlCol="0" anchor="t">
            <a:normAutofit/>
          </a:bodyPr>
          <a:lstStyle/>
          <a:p>
            <a:pPr marL="0" indent="0" algn="l">
              <a:buNone/>
            </a:pPr>
            <a:r>
              <a:rPr lang="en-US" sz="1800" kern="0" spc="252">
                <a:solidFill>
                  <a:srgbClr val="6A1B32"/>
                </a:solidFill>
                <a:latin typeface="Courier New" pitchFamily="34" charset="0"/>
                <a:ea typeface="Courier New" pitchFamily="34" charset="-122"/>
                <a:cs typeface="Courier New" pitchFamily="34" charset="-120"/>
              </a:rPr>
              <a:t>TEACHING</a:t>
            </a:r>
            <a:endParaRPr lang="en-US" sz="1800"/>
          </a:p>
        </p:txBody>
      </p:sp>
      <p:sp>
        <p:nvSpPr>
          <p:cNvPr id="4" name="Shape 2">
            <a:extLst>
              <a:ext uri="{FF2B5EF4-FFF2-40B4-BE49-F238E27FC236}">
                <a16:creationId xmlns:a16="http://schemas.microsoft.com/office/drawing/2014/main" id="{A9B239A5-E1ED-4B62-E9C8-80330336D917}"/>
              </a:ext>
            </a:extLst>
          </p:cNvPr>
          <p:cNvSpPr/>
          <p:nvPr/>
        </p:nvSpPr>
        <p:spPr>
          <a:xfrm>
            <a:off x="952500" y="1352550"/>
            <a:ext cx="16383000" cy="19050"/>
          </a:xfrm>
          <a:prstGeom prst="rect">
            <a:avLst/>
          </a:prstGeom>
          <a:solidFill>
            <a:srgbClr val="DCD2C6"/>
          </a:solidFill>
          <a:ln/>
        </p:spPr>
        <p:txBody>
          <a:bodyPr/>
          <a:lstStyle/>
          <a:p>
            <a:endParaRPr lang="en-GB"/>
          </a:p>
        </p:txBody>
      </p:sp>
      <p:sp>
        <p:nvSpPr>
          <p:cNvPr id="5" name="Text 3">
            <a:extLst>
              <a:ext uri="{FF2B5EF4-FFF2-40B4-BE49-F238E27FC236}">
                <a16:creationId xmlns:a16="http://schemas.microsoft.com/office/drawing/2014/main" id="{1ACC537D-CBEC-878C-1B84-2D4BDD330E3F}"/>
              </a:ext>
            </a:extLst>
          </p:cNvPr>
          <p:cNvSpPr/>
          <p:nvPr/>
        </p:nvSpPr>
        <p:spPr>
          <a:xfrm>
            <a:off x="952500" y="1790700"/>
            <a:ext cx="16564858" cy="847725"/>
          </a:xfrm>
          <a:prstGeom prst="rect">
            <a:avLst/>
          </a:prstGeom>
          <a:noFill/>
          <a:ln/>
        </p:spPr>
        <p:txBody>
          <a:bodyPr wrap="square" lIns="25400" tIns="25400" rIns="25400" bIns="25400" rtlCol="0" anchor="t">
            <a:normAutofit/>
          </a:bodyPr>
          <a:lstStyle/>
          <a:p>
            <a:pPr marL="0" indent="0" algn="l">
              <a:buNone/>
            </a:pPr>
            <a:r>
              <a:rPr lang="en-US" sz="4650" b="1" kern="0" spc="-70">
                <a:solidFill>
                  <a:srgbClr val="201B19"/>
                </a:solidFill>
                <a:latin typeface="Georgia" pitchFamily="34" charset="0"/>
                <a:ea typeface="Georgia" pitchFamily="34" charset="-122"/>
                <a:cs typeface="Georgia" pitchFamily="34" charset="-120"/>
              </a:rPr>
              <a:t>What is NOT covered</a:t>
            </a:r>
            <a:endParaRPr lang="en-US" sz="4650"/>
          </a:p>
        </p:txBody>
      </p:sp>
      <p:sp>
        <p:nvSpPr>
          <p:cNvPr id="3" name="Shape 3">
            <a:extLst>
              <a:ext uri="{FF2B5EF4-FFF2-40B4-BE49-F238E27FC236}">
                <a16:creationId xmlns:a16="http://schemas.microsoft.com/office/drawing/2014/main" id="{D5988F90-1A81-C94C-0FF5-87179447DB31}"/>
              </a:ext>
            </a:extLst>
          </p:cNvPr>
          <p:cNvSpPr/>
          <p:nvPr/>
        </p:nvSpPr>
        <p:spPr>
          <a:xfrm>
            <a:off x="952500" y="2638425"/>
            <a:ext cx="16692115" cy="7279298"/>
          </a:xfrm>
          <a:prstGeom prst="rect">
            <a:avLst/>
          </a:prstGeom>
          <a:solidFill>
            <a:srgbClr val="FFFFFF"/>
          </a:solidFill>
          <a:ln w="19050">
            <a:solidFill>
              <a:srgbClr val="DCD2C6"/>
            </a:solidFill>
            <a:prstDash val="solid"/>
          </a:ln>
        </p:spPr>
        <p:txBody>
          <a:bodyPr/>
          <a:lstStyle/>
          <a:p>
            <a:pPr marL="857250" indent="-857250">
              <a:lnSpc>
                <a:spcPct val="150000"/>
              </a:lnSpc>
              <a:buFont typeface="Wingdings" panose="05000000000000000000" pitchFamily="2" charset="2"/>
              <a:buChar char="§"/>
            </a:pPr>
            <a:r>
              <a:rPr lang="en-GB" sz="4800">
                <a:solidFill>
                  <a:schemeClr val="tx1">
                    <a:lumMod val="75000"/>
                    <a:lumOff val="25000"/>
                  </a:schemeClr>
                </a:solidFill>
              </a:rPr>
              <a:t>The workshop will steer clear from Crypto trading.</a:t>
            </a:r>
          </a:p>
          <a:p>
            <a:pPr marL="857250" indent="-857250">
              <a:lnSpc>
                <a:spcPct val="150000"/>
              </a:lnSpc>
              <a:buFont typeface="Wingdings" panose="05000000000000000000" pitchFamily="2" charset="2"/>
              <a:buChar char="§"/>
            </a:pPr>
            <a:r>
              <a:rPr lang="en-GB" sz="4800">
                <a:solidFill>
                  <a:schemeClr val="tx1">
                    <a:lumMod val="75000"/>
                    <a:lumOff val="25000"/>
                  </a:schemeClr>
                </a:solidFill>
              </a:rPr>
              <a:t>Market forecasting and trend analysis.</a:t>
            </a:r>
          </a:p>
          <a:p>
            <a:pPr marL="857250" indent="-857250">
              <a:lnSpc>
                <a:spcPct val="150000"/>
              </a:lnSpc>
              <a:buFont typeface="Wingdings" panose="05000000000000000000" pitchFamily="2" charset="2"/>
              <a:buChar char="§"/>
            </a:pPr>
            <a:r>
              <a:rPr lang="en-GB" sz="4800">
                <a:solidFill>
                  <a:schemeClr val="tx1">
                    <a:lumMod val="75000"/>
                    <a:lumOff val="25000"/>
                  </a:schemeClr>
                </a:solidFill>
              </a:rPr>
              <a:t>Pump-and-dump strategies.</a:t>
            </a:r>
          </a:p>
          <a:p>
            <a:pPr marL="857250" indent="-857250">
              <a:lnSpc>
                <a:spcPct val="150000"/>
              </a:lnSpc>
              <a:buFont typeface="Wingdings" panose="05000000000000000000" pitchFamily="2" charset="2"/>
              <a:buChar char="§"/>
            </a:pPr>
            <a:r>
              <a:rPr lang="en-GB" sz="4800">
                <a:solidFill>
                  <a:schemeClr val="tx1">
                    <a:lumMod val="75000"/>
                    <a:lumOff val="25000"/>
                  </a:schemeClr>
                </a:solidFill>
              </a:rPr>
              <a:t>Shilling meme tokens and NFTs.</a:t>
            </a:r>
          </a:p>
          <a:p>
            <a:pPr marL="857250" indent="-857250">
              <a:lnSpc>
                <a:spcPct val="150000"/>
              </a:lnSpc>
              <a:buFont typeface="Wingdings" panose="05000000000000000000" pitchFamily="2" charset="2"/>
              <a:buChar char="§"/>
            </a:pPr>
            <a:r>
              <a:rPr lang="en-GB" sz="4800">
                <a:solidFill>
                  <a:schemeClr val="tx1">
                    <a:lumMod val="75000"/>
                    <a:lumOff val="25000"/>
                  </a:schemeClr>
                </a:solidFill>
              </a:rPr>
              <a:t>Insider trading a.k.a. “signals”.</a:t>
            </a:r>
          </a:p>
          <a:p>
            <a:pPr marL="857250" indent="-857250">
              <a:lnSpc>
                <a:spcPct val="150000"/>
              </a:lnSpc>
              <a:buFont typeface="Wingdings" panose="05000000000000000000" pitchFamily="2" charset="2"/>
              <a:buChar char="§"/>
            </a:pPr>
            <a:r>
              <a:rPr lang="en-GB" sz="4800">
                <a:solidFill>
                  <a:schemeClr val="tx1">
                    <a:lumMod val="75000"/>
                    <a:lumOff val="25000"/>
                  </a:schemeClr>
                </a:solidFill>
              </a:rPr>
              <a:t>Hustle-culture mythologies.</a:t>
            </a:r>
          </a:p>
        </p:txBody>
      </p:sp>
    </p:spTree>
    <p:extLst>
      <p:ext uri="{BB962C8B-B14F-4D97-AF65-F5344CB8AC3E}">
        <p14:creationId xmlns:p14="http://schemas.microsoft.com/office/powerpoint/2010/main" val="32409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1EA"/>
        </a:solidFill>
        <a:effectLst/>
      </p:bgPr>
    </p:bg>
    <p:spTree>
      <p:nvGrpSpPr>
        <p:cNvPr id="1" name="">
          <a:extLst>
            <a:ext uri="{FF2B5EF4-FFF2-40B4-BE49-F238E27FC236}">
              <a16:creationId xmlns:a16="http://schemas.microsoft.com/office/drawing/2014/main" id="{3DD24D50-8029-FB90-F85D-54462FA9C7B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F1BAB8-D9F9-D2B7-6989-907BC71DB176}"/>
              </a:ext>
            </a:extLst>
          </p:cNvPr>
          <p:cNvSpPr/>
          <p:nvPr/>
        </p:nvSpPr>
        <p:spPr>
          <a:xfrm>
            <a:off x="952500" y="838200"/>
            <a:ext cx="1488787" cy="342900"/>
          </a:xfrm>
          <a:prstGeom prst="rect">
            <a:avLst/>
          </a:prstGeom>
          <a:noFill/>
          <a:ln/>
        </p:spPr>
        <p:txBody>
          <a:bodyPr wrap="square" lIns="25400" tIns="25400" rIns="25400" bIns="25400" rtlCol="0" anchor="t">
            <a:normAutofit/>
          </a:bodyPr>
          <a:lstStyle/>
          <a:p>
            <a:pPr marL="0" indent="0" algn="l">
              <a:buNone/>
            </a:pPr>
            <a:r>
              <a:rPr lang="en-US" sz="1800" kern="0" spc="252">
                <a:solidFill>
                  <a:srgbClr val="6A1B32"/>
                </a:solidFill>
                <a:latin typeface="Courier New" pitchFamily="34" charset="0"/>
                <a:ea typeface="Courier New" pitchFamily="34" charset="-122"/>
                <a:cs typeface="Courier New" pitchFamily="34" charset="-120"/>
              </a:rPr>
              <a:t>TEACHING</a:t>
            </a:r>
            <a:endParaRPr lang="en-US" sz="1800"/>
          </a:p>
        </p:txBody>
      </p:sp>
      <p:sp>
        <p:nvSpPr>
          <p:cNvPr id="4" name="Shape 2">
            <a:extLst>
              <a:ext uri="{FF2B5EF4-FFF2-40B4-BE49-F238E27FC236}">
                <a16:creationId xmlns:a16="http://schemas.microsoft.com/office/drawing/2014/main" id="{54D55B12-64D3-5907-0CA2-43864ACCADF7}"/>
              </a:ext>
            </a:extLst>
          </p:cNvPr>
          <p:cNvSpPr/>
          <p:nvPr/>
        </p:nvSpPr>
        <p:spPr>
          <a:xfrm>
            <a:off x="952500" y="1352550"/>
            <a:ext cx="16383000" cy="19050"/>
          </a:xfrm>
          <a:prstGeom prst="rect">
            <a:avLst/>
          </a:prstGeom>
          <a:solidFill>
            <a:srgbClr val="DCD2C6"/>
          </a:solidFill>
          <a:ln/>
        </p:spPr>
        <p:txBody>
          <a:bodyPr/>
          <a:lstStyle/>
          <a:p>
            <a:endParaRPr lang="en-GB"/>
          </a:p>
        </p:txBody>
      </p:sp>
      <p:sp>
        <p:nvSpPr>
          <p:cNvPr id="5" name="Text 3">
            <a:extLst>
              <a:ext uri="{FF2B5EF4-FFF2-40B4-BE49-F238E27FC236}">
                <a16:creationId xmlns:a16="http://schemas.microsoft.com/office/drawing/2014/main" id="{2DB8D073-CB4C-BE32-C2E8-BFB11ED51D24}"/>
              </a:ext>
            </a:extLst>
          </p:cNvPr>
          <p:cNvSpPr/>
          <p:nvPr/>
        </p:nvSpPr>
        <p:spPr>
          <a:xfrm>
            <a:off x="952500" y="1790700"/>
            <a:ext cx="16564858" cy="847725"/>
          </a:xfrm>
          <a:prstGeom prst="rect">
            <a:avLst/>
          </a:prstGeom>
          <a:noFill/>
          <a:ln/>
        </p:spPr>
        <p:txBody>
          <a:bodyPr wrap="square" lIns="25400" tIns="25400" rIns="25400" bIns="25400" rtlCol="0" anchor="t">
            <a:normAutofit/>
          </a:bodyPr>
          <a:lstStyle/>
          <a:p>
            <a:pPr marL="0" indent="0" algn="l">
              <a:buNone/>
            </a:pPr>
            <a:r>
              <a:rPr lang="en-US" sz="4650" b="1" kern="0" spc="-70">
                <a:solidFill>
                  <a:srgbClr val="201B19"/>
                </a:solidFill>
                <a:latin typeface="Georgia" pitchFamily="34" charset="0"/>
                <a:ea typeface="Georgia" pitchFamily="34" charset="-122"/>
                <a:cs typeface="Georgia" pitchFamily="34" charset="-120"/>
              </a:rPr>
              <a:t>Methodology</a:t>
            </a:r>
            <a:endParaRPr lang="en-US" sz="4650"/>
          </a:p>
        </p:txBody>
      </p:sp>
      <p:sp>
        <p:nvSpPr>
          <p:cNvPr id="3" name="Shape 3">
            <a:extLst>
              <a:ext uri="{FF2B5EF4-FFF2-40B4-BE49-F238E27FC236}">
                <a16:creationId xmlns:a16="http://schemas.microsoft.com/office/drawing/2014/main" id="{4D698E6C-0DC6-AA82-E940-F1DC2C7BE4C6}"/>
              </a:ext>
            </a:extLst>
          </p:cNvPr>
          <p:cNvSpPr/>
          <p:nvPr/>
        </p:nvSpPr>
        <p:spPr>
          <a:xfrm>
            <a:off x="952500" y="2638425"/>
            <a:ext cx="16692115" cy="7279298"/>
          </a:xfrm>
          <a:prstGeom prst="rect">
            <a:avLst/>
          </a:prstGeom>
          <a:solidFill>
            <a:srgbClr val="FFFFFF"/>
          </a:solidFill>
          <a:ln w="19050">
            <a:solidFill>
              <a:srgbClr val="DCD2C6"/>
            </a:solidFill>
            <a:prstDash val="solid"/>
          </a:ln>
        </p:spPr>
        <p:txBody>
          <a:bodyPr/>
          <a:lstStyle/>
          <a:p>
            <a:pPr marL="857250" indent="-857250">
              <a:lnSpc>
                <a:spcPct val="150000"/>
              </a:lnSpc>
              <a:buFont typeface="Wingdings" panose="05000000000000000000" pitchFamily="2" charset="2"/>
              <a:buChar char="§"/>
            </a:pPr>
            <a:r>
              <a:rPr lang="en-GB" sz="5400">
                <a:solidFill>
                  <a:schemeClr val="tx1">
                    <a:lumMod val="75000"/>
                    <a:lumOff val="25000"/>
                  </a:schemeClr>
                </a:solidFill>
              </a:rPr>
              <a:t>Continuous evolution via feedback from participants.</a:t>
            </a:r>
          </a:p>
          <a:p>
            <a:pPr marL="857250" indent="-857250">
              <a:lnSpc>
                <a:spcPct val="150000"/>
              </a:lnSpc>
              <a:buFont typeface="Wingdings" panose="05000000000000000000" pitchFamily="2" charset="2"/>
              <a:buChar char="§"/>
            </a:pPr>
            <a:r>
              <a:rPr lang="en-GB" sz="5400">
                <a:solidFill>
                  <a:schemeClr val="tx1">
                    <a:lumMod val="75000"/>
                    <a:lumOff val="25000"/>
                  </a:schemeClr>
                </a:solidFill>
              </a:rPr>
              <a:t>All experiments on public Test nets.</a:t>
            </a:r>
          </a:p>
          <a:p>
            <a:pPr marL="857250" indent="-857250">
              <a:lnSpc>
                <a:spcPct val="150000"/>
              </a:lnSpc>
              <a:buFont typeface="Wingdings" panose="05000000000000000000" pitchFamily="2" charset="2"/>
              <a:buChar char="§"/>
            </a:pPr>
            <a:r>
              <a:rPr lang="en-GB" sz="5400">
                <a:solidFill>
                  <a:schemeClr val="tx1">
                    <a:lumMod val="75000"/>
                    <a:lumOff val="25000"/>
                  </a:schemeClr>
                </a:solidFill>
              </a:rPr>
              <a:t>Tools: free and open-source.</a:t>
            </a:r>
          </a:p>
          <a:p>
            <a:pPr marL="857250" indent="-857250">
              <a:lnSpc>
                <a:spcPct val="150000"/>
              </a:lnSpc>
              <a:buFont typeface="Wingdings" panose="05000000000000000000" pitchFamily="2" charset="2"/>
              <a:buChar char="§"/>
            </a:pPr>
            <a:r>
              <a:rPr lang="en-GB" sz="5400">
                <a:solidFill>
                  <a:schemeClr val="tx1">
                    <a:lumMod val="75000"/>
                    <a:lumOff val="25000"/>
                  </a:schemeClr>
                </a:solidFill>
              </a:rPr>
              <a:t>Business-focused: emphasis on application over computational algorithms and data structures.</a:t>
            </a:r>
          </a:p>
        </p:txBody>
      </p:sp>
    </p:spTree>
    <p:extLst>
      <p:ext uri="{BB962C8B-B14F-4D97-AF65-F5344CB8AC3E}">
        <p14:creationId xmlns:p14="http://schemas.microsoft.com/office/powerpoint/2010/main" val="331849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14</Slides>
  <Notes>14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1</cp:revision>
  <dcterms:created xsi:type="dcterms:W3CDTF">2026-08-06T04:34:38Z</dcterms:created>
  <dcterms:modified xsi:type="dcterms:W3CDTF">2026-09-18T10:55:26Z</dcterms:modified>
</cp:coreProperties>
</file>