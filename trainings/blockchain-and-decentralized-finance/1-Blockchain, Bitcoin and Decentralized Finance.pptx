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0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6" r:id="rId15"/>
    <p:sldId id="277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5CBD1E-BA57-4357-81B0-1C6A66A156EE}" v="7120" dt="2026-09-17T13:55:26.277"/>
    <p1510:client id="{E2BF8BDC-029D-4B13-AA03-4B7C7CC1161F}" v="3385" dt="2026-09-17T06:58:07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78" autoAdjust="0"/>
    <p:restoredTop sz="91404" autoAdjust="0"/>
  </p:normalViewPr>
  <p:slideViewPr>
    <p:cSldViewPr snapToGrid="0" snapToObjects="1">
      <p:cViewPr varScale="1">
        <p:scale>
          <a:sx n="68" d="100"/>
          <a:sy n="68" d="100"/>
        </p:scale>
        <p:origin x="3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6-09-17T13:55:26.276" v="18611" actId="6549"/>
      <pc:docMkLst>
        <pc:docMk/>
      </pc:docMkLst>
      <pc:sldChg chg="addSp delSp modSp del mod modAnim modNotesTx">
        <pc:chgData name="Owais Ahmed" userId="6abc7d4556b3b071" providerId="LiveId" clId="{D0A51F83-B713-4A4D-8105-C75936B8E1D2}" dt="2026-09-17T07:29:36.432" v="9133" actId="47"/>
        <pc:sldMkLst>
          <pc:docMk/>
          <pc:sldMk cId="0" sldId="256"/>
        </pc:sldMkLst>
        <pc:spChg chg="mod">
          <ac:chgData name="Owais Ahmed" userId="6abc7d4556b3b071" providerId="LiveId" clId="{D0A51F83-B713-4A4D-8105-C75936B8E1D2}" dt="2026-09-17T06:57:40.279" v="9122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Owais Ahmed" userId="6abc7d4556b3b071" providerId="LiveId" clId="{D0A51F83-B713-4A4D-8105-C75936B8E1D2}" dt="2026-09-17T06:58:04.391" v="9124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Owais Ahmed" userId="6abc7d4556b3b071" providerId="LiveId" clId="{D0A51F83-B713-4A4D-8105-C75936B8E1D2}" dt="2026-09-17T06:58:07.711" v="9132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Owais Ahmed" userId="6abc7d4556b3b071" providerId="LiveId" clId="{D0A51F83-B713-4A4D-8105-C75936B8E1D2}" dt="2026-09-17T06:32:02.909" v="8327" actId="20577"/>
          <ac:spMkLst>
            <pc:docMk/>
            <pc:sldMk cId="0" sldId="256"/>
            <ac:spMk id="16" creationId="{00000000-0000-0000-0000-000000000000}"/>
          </ac:spMkLst>
        </pc:spChg>
        <pc:spChg chg="add del">
          <ac:chgData name="Owais Ahmed" userId="6abc7d4556b3b071" providerId="LiveId" clId="{D0A51F83-B713-4A4D-8105-C75936B8E1D2}" dt="2026-09-17T06:56:16.123" v="9094" actId="22"/>
          <ac:spMkLst>
            <pc:docMk/>
            <pc:sldMk cId="0" sldId="256"/>
            <ac:spMk id="26" creationId="{9309A457-33D7-F562-7BC7-B886AD4C4E29}"/>
          </ac:spMkLst>
        </pc:spChg>
        <pc:spChg chg="add mod">
          <ac:chgData name="Owais Ahmed" userId="6abc7d4556b3b071" providerId="LiveId" clId="{D0A51F83-B713-4A4D-8105-C75936B8E1D2}" dt="2026-09-17T06:57:17.247" v="9117" actId="1076"/>
          <ac:spMkLst>
            <pc:docMk/>
            <pc:sldMk cId="0" sldId="256"/>
            <ac:spMk id="29" creationId="{EE1B74F9-876F-2483-97FD-191B7B0F5AD6}"/>
          </ac:spMkLst>
        </pc:spChg>
      </pc:sldChg>
      <pc:sldChg chg="del">
        <pc:chgData name="Owais Ahmed" userId="6abc7d4556b3b071" providerId="LiveId" clId="{D0A51F83-B713-4A4D-8105-C75936B8E1D2}" dt="2026-09-17T07:29:36.627" v="9134" actId="47"/>
        <pc:sldMkLst>
          <pc:docMk/>
          <pc:sldMk cId="0" sldId="257"/>
        </pc:sldMkLst>
      </pc:sldChg>
      <pc:sldChg chg="del modNotesTx">
        <pc:chgData name="Owais Ahmed" userId="6abc7d4556b3b071" providerId="LiveId" clId="{D0A51F83-B713-4A4D-8105-C75936B8E1D2}" dt="2026-09-17T04:15:01.799" v="4343" actId="47"/>
        <pc:sldMkLst>
          <pc:docMk/>
          <pc:sldMk cId="0" sldId="258"/>
        </pc:sldMkLst>
      </pc:sldChg>
      <pc:sldChg chg="modSp del modAnim modNotesTx">
        <pc:chgData name="Owais Ahmed" userId="6abc7d4556b3b071" providerId="LiveId" clId="{D0A51F83-B713-4A4D-8105-C75936B8E1D2}" dt="2026-09-17T04:15:02.767" v="4344" actId="47"/>
        <pc:sldMkLst>
          <pc:docMk/>
          <pc:sldMk cId="0" sldId="259"/>
        </pc:sldMkLst>
      </pc:sldChg>
      <pc:sldChg chg="delSp modSp mod ord delAnim modNotesTx">
        <pc:chgData name="Owais Ahmed" userId="6abc7d4556b3b071" providerId="LiveId" clId="{D0A51F83-B713-4A4D-8105-C75936B8E1D2}" dt="2026-09-17T07:29:57.524" v="9184" actId="20577"/>
        <pc:sldMkLst>
          <pc:docMk/>
          <pc:sldMk cId="0" sldId="260"/>
        </pc:sldMkLst>
        <pc:spChg chg="mod">
          <ac:chgData name="Owais Ahmed" userId="6abc7d4556b3b071" providerId="LiveId" clId="{D0A51F83-B713-4A4D-8105-C75936B8E1D2}" dt="2026-09-17T04:17:15.317" v="4391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Owais Ahmed" userId="6abc7d4556b3b071" providerId="LiveId" clId="{D0A51F83-B713-4A4D-8105-C75936B8E1D2}" dt="2026-09-17T07:29:57.524" v="9184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Owais Ahmed" userId="6abc7d4556b3b071" providerId="LiveId" clId="{D0A51F83-B713-4A4D-8105-C75936B8E1D2}" dt="2026-09-17T07:29:42.886" v="9135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Owais Ahmed" userId="6abc7d4556b3b071" providerId="LiveId" clId="{D0A51F83-B713-4A4D-8105-C75936B8E1D2}" dt="2026-09-17T07:29:44.445" v="9136" actId="478"/>
          <ac:spMkLst>
            <pc:docMk/>
            <pc:sldMk cId="0" sldId="260"/>
            <ac:spMk id="6" creationId="{00000000-0000-0000-0000-000000000000}"/>
          </ac:spMkLst>
        </pc:spChg>
      </pc:sldChg>
      <pc:sldChg chg="del">
        <pc:chgData name="Owais Ahmed" userId="6abc7d4556b3b071" providerId="LiveId" clId="{D0A51F83-B713-4A4D-8105-C75936B8E1D2}" dt="2026-09-17T04:34:09.384" v="4451" actId="47"/>
        <pc:sldMkLst>
          <pc:docMk/>
          <pc:sldMk cId="0" sldId="261"/>
        </pc:sldMkLst>
      </pc:sldChg>
      <pc:sldChg chg="modSp del mod modNotesTx">
        <pc:chgData name="Owais Ahmed" userId="6abc7d4556b3b071" providerId="LiveId" clId="{D0A51F83-B713-4A4D-8105-C75936B8E1D2}" dt="2026-09-17T07:30:20.664" v="9186" actId="47"/>
        <pc:sldMkLst>
          <pc:docMk/>
          <pc:sldMk cId="0" sldId="262"/>
        </pc:sldMkLst>
        <pc:spChg chg="mod">
          <ac:chgData name="Owais Ahmed" userId="6abc7d4556b3b071" providerId="LiveId" clId="{D0A51F83-B713-4A4D-8105-C75936B8E1D2}" dt="2026-09-17T04:15:30.944" v="4345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Owais Ahmed" userId="6abc7d4556b3b071" providerId="LiveId" clId="{D0A51F83-B713-4A4D-8105-C75936B8E1D2}" dt="2026-09-17T04:15:35.799" v="4346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Owais Ahmed" userId="6abc7d4556b3b071" providerId="LiveId" clId="{D0A51F83-B713-4A4D-8105-C75936B8E1D2}" dt="2026-09-17T04:15:53.790" v="4349" actId="14100"/>
          <ac:spMkLst>
            <pc:docMk/>
            <pc:sldMk cId="0" sldId="262"/>
            <ac:spMk id="14" creationId="{00000000-0000-0000-0000-000000000000}"/>
          </ac:spMkLst>
        </pc:spChg>
      </pc:sldChg>
      <pc:sldChg chg="addSp delSp modSp mod ord addAnim delAnim modAnim modNotesTx">
        <pc:chgData name="Owais Ahmed" userId="6abc7d4556b3b071" providerId="LiveId" clId="{D0A51F83-B713-4A4D-8105-C75936B8E1D2}" dt="2026-09-17T07:35:32.735" v="9592" actId="14"/>
        <pc:sldMkLst>
          <pc:docMk/>
          <pc:sldMk cId="0" sldId="263"/>
        </pc:sldMkLst>
        <pc:spChg chg="mod">
          <ac:chgData name="Owais Ahmed" userId="6abc7d4556b3b071" providerId="LiveId" clId="{D0A51F83-B713-4A4D-8105-C75936B8E1D2}" dt="2026-09-17T04:34:57.846" v="4490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Owais Ahmed" userId="6abc7d4556b3b071" providerId="LiveId" clId="{D0A51F83-B713-4A4D-8105-C75936B8E1D2}" dt="2026-09-17T07:31:10.419" v="9211" actId="20577"/>
          <ac:spMkLst>
            <pc:docMk/>
            <pc:sldMk cId="0" sldId="263"/>
            <ac:spMk id="5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05.826" v="4511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06.911" v="4512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08.112" v="4514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07.551" v="4513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Owais Ahmed" userId="6abc7d4556b3b071" providerId="LiveId" clId="{D0A51F83-B713-4A4D-8105-C75936B8E1D2}" dt="2026-09-17T04:35:10.644" v="4515" actId="478"/>
          <ac:spMkLst>
            <pc:docMk/>
            <pc:sldMk cId="0" sldId="263"/>
            <ac:spMk id="20" creationId="{00000000-0000-0000-0000-000000000000}"/>
          </ac:spMkLst>
        </pc:spChg>
        <pc:spChg chg="add del mod">
          <ac:chgData name="Owais Ahmed" userId="6abc7d4556b3b071" providerId="LiveId" clId="{D0A51F83-B713-4A4D-8105-C75936B8E1D2}" dt="2026-09-17T04:59:33.563" v="4940" actId="22"/>
          <ac:spMkLst>
            <pc:docMk/>
            <pc:sldMk cId="0" sldId="263"/>
            <ac:spMk id="35" creationId="{44ABF345-CDE7-B074-A5B7-D6B19B641C3D}"/>
          </ac:spMkLst>
        </pc:spChg>
        <pc:spChg chg="add mod">
          <ac:chgData name="Owais Ahmed" userId="6abc7d4556b3b071" providerId="LiveId" clId="{D0A51F83-B713-4A4D-8105-C75936B8E1D2}" dt="2026-09-17T07:35:32.735" v="9592" actId="14"/>
          <ac:spMkLst>
            <pc:docMk/>
            <pc:sldMk cId="0" sldId="263"/>
            <ac:spMk id="40" creationId="{C7647194-0E31-0264-1D4B-64EAC554D8BC}"/>
          </ac:spMkLst>
        </pc:spChg>
        <pc:picChg chg="add del mod">
          <ac:chgData name="Owais Ahmed" userId="6abc7d4556b3b071" providerId="LiveId" clId="{D0A51F83-B713-4A4D-8105-C75936B8E1D2}" dt="2026-09-17T05:06:39.908" v="4967" actId="478"/>
          <ac:picMkLst>
            <pc:docMk/>
            <pc:sldMk cId="0" sldId="263"/>
            <ac:picMk id="23" creationId="{DA0DFE71-2027-436C-2F61-78B8E3E9359E}"/>
          </ac:picMkLst>
        </pc:picChg>
        <pc:picChg chg="add del">
          <ac:chgData name="Owais Ahmed" userId="6abc7d4556b3b071" providerId="LiveId" clId="{D0A51F83-B713-4A4D-8105-C75936B8E1D2}" dt="2026-09-17T04:36:25.438" v="4554" actId="22"/>
          <ac:picMkLst>
            <pc:docMk/>
            <pc:sldMk cId="0" sldId="263"/>
            <ac:picMk id="25" creationId="{2CF08DF1-CAFF-7EBA-8485-56C895618C12}"/>
          </ac:picMkLst>
        </pc:picChg>
        <pc:picChg chg="add del">
          <ac:chgData name="Owais Ahmed" userId="6abc7d4556b3b071" providerId="LiveId" clId="{D0A51F83-B713-4A4D-8105-C75936B8E1D2}" dt="2026-09-17T04:36:28.214" v="4556" actId="22"/>
          <ac:picMkLst>
            <pc:docMk/>
            <pc:sldMk cId="0" sldId="263"/>
            <ac:picMk id="27" creationId="{F47CF10D-5A37-8EE2-FACA-F1FA1ECE2562}"/>
          </ac:picMkLst>
        </pc:picChg>
        <pc:picChg chg="add del mod">
          <ac:chgData name="Owais Ahmed" userId="6abc7d4556b3b071" providerId="LiveId" clId="{D0A51F83-B713-4A4D-8105-C75936B8E1D2}" dt="2026-09-17T05:06:38.165" v="4966" actId="478"/>
          <ac:picMkLst>
            <pc:docMk/>
            <pc:sldMk cId="0" sldId="263"/>
            <ac:picMk id="29" creationId="{1F506491-170F-9E8A-83C5-C9E9D4FB3BE4}"/>
          </ac:picMkLst>
        </pc:picChg>
        <pc:picChg chg="add del mod">
          <ac:chgData name="Owais Ahmed" userId="6abc7d4556b3b071" providerId="LiveId" clId="{D0A51F83-B713-4A4D-8105-C75936B8E1D2}" dt="2026-09-17T05:06:37.787" v="4965" actId="478"/>
          <ac:picMkLst>
            <pc:docMk/>
            <pc:sldMk cId="0" sldId="263"/>
            <ac:picMk id="31" creationId="{8DACD193-40E1-A745-DB72-18878065D778}"/>
          </ac:picMkLst>
        </pc:picChg>
        <pc:picChg chg="add del mod">
          <ac:chgData name="Owais Ahmed" userId="6abc7d4556b3b071" providerId="LiveId" clId="{D0A51F83-B713-4A4D-8105-C75936B8E1D2}" dt="2026-09-17T05:06:37.396" v="4964" actId="478"/>
          <ac:picMkLst>
            <pc:docMk/>
            <pc:sldMk cId="0" sldId="263"/>
            <ac:picMk id="33" creationId="{5F0F2FF5-9B9C-EE82-0A8C-C27ADE6D602C}"/>
          </ac:picMkLst>
        </pc:picChg>
        <pc:picChg chg="add del mod">
          <ac:chgData name="Owais Ahmed" userId="6abc7d4556b3b071" providerId="LiveId" clId="{D0A51F83-B713-4A4D-8105-C75936B8E1D2}" dt="2026-09-17T05:06:37.044" v="4963" actId="478"/>
          <ac:picMkLst>
            <pc:docMk/>
            <pc:sldMk cId="0" sldId="263"/>
            <ac:picMk id="37" creationId="{B929EFCB-14EB-E6B3-23CC-E5BAF9D62DB4}"/>
          </ac:picMkLst>
        </pc:picChg>
        <pc:picChg chg="add del mod">
          <ac:chgData name="Owais Ahmed" userId="6abc7d4556b3b071" providerId="LiveId" clId="{D0A51F83-B713-4A4D-8105-C75936B8E1D2}" dt="2026-09-17T05:05:53.996" v="4961" actId="478"/>
          <ac:picMkLst>
            <pc:docMk/>
            <pc:sldMk cId="0" sldId="263"/>
            <ac:picMk id="39" creationId="{9436D6AF-20A6-6920-7F05-C7C9FAF1F2B9}"/>
          </ac:picMkLst>
        </pc:picChg>
      </pc:sldChg>
      <pc:sldChg chg="del">
        <pc:chgData name="Owais Ahmed" userId="6abc7d4556b3b071" providerId="LiveId" clId="{D0A51F83-B713-4A4D-8105-C75936B8E1D2}" dt="2026-09-17T06:43:29.106" v="8570" actId="47"/>
        <pc:sldMkLst>
          <pc:docMk/>
          <pc:sldMk cId="0" sldId="264"/>
        </pc:sldMkLst>
      </pc:sldChg>
      <pc:sldChg chg="modSp add mod modAnim modNotesTx">
        <pc:chgData name="Owais Ahmed" userId="6abc7d4556b3b071" providerId="LiveId" clId="{D0A51F83-B713-4A4D-8105-C75936B8E1D2}" dt="2026-09-17T07:40:44.579" v="9776" actId="6549"/>
        <pc:sldMkLst>
          <pc:docMk/>
          <pc:sldMk cId="3818387841" sldId="264"/>
        </pc:sldMkLst>
        <pc:spChg chg="mod">
          <ac:chgData name="Owais Ahmed" userId="6abc7d4556b3b071" providerId="LiveId" clId="{D0A51F83-B713-4A4D-8105-C75936B8E1D2}" dt="2026-09-17T07:40:44.579" v="9776" actId="6549"/>
          <ac:spMkLst>
            <pc:docMk/>
            <pc:sldMk cId="3818387841" sldId="264"/>
            <ac:spMk id="40" creationId="{90AE0532-0849-8314-2A5B-1751DAE0D2F6}"/>
          </ac:spMkLst>
        </pc:spChg>
      </pc:sldChg>
      <pc:sldChg chg="del">
        <pc:chgData name="Owais Ahmed" userId="6abc7d4556b3b071" providerId="LiveId" clId="{D0A51F83-B713-4A4D-8105-C75936B8E1D2}" dt="2026-09-17T06:43:25.732" v="8568" actId="47"/>
        <pc:sldMkLst>
          <pc:docMk/>
          <pc:sldMk cId="0" sldId="265"/>
        </pc:sldMkLst>
      </pc:sldChg>
      <pc:sldChg chg="modSp add mod modAnim modNotesTx">
        <pc:chgData name="Owais Ahmed" userId="6abc7d4556b3b071" providerId="LiveId" clId="{D0A51F83-B713-4A4D-8105-C75936B8E1D2}" dt="2026-09-17T07:47:26.278" v="10086" actId="20577"/>
        <pc:sldMkLst>
          <pc:docMk/>
          <pc:sldMk cId="1955622137" sldId="265"/>
        </pc:sldMkLst>
        <pc:spChg chg="mod">
          <ac:chgData name="Owais Ahmed" userId="6abc7d4556b3b071" providerId="LiveId" clId="{D0A51F83-B713-4A4D-8105-C75936B8E1D2}" dt="2026-09-17T07:40:34.427" v="9764" actId="20577"/>
          <ac:spMkLst>
            <pc:docMk/>
            <pc:sldMk cId="1955622137" sldId="265"/>
            <ac:spMk id="5" creationId="{74812AE0-9C33-F508-8E92-E447A67FD2CF}"/>
          </ac:spMkLst>
        </pc:spChg>
        <pc:spChg chg="mod">
          <ac:chgData name="Owais Ahmed" userId="6abc7d4556b3b071" providerId="LiveId" clId="{D0A51F83-B713-4A4D-8105-C75936B8E1D2}" dt="2026-09-17T07:47:26.278" v="10086" actId="20577"/>
          <ac:spMkLst>
            <pc:docMk/>
            <pc:sldMk cId="1955622137" sldId="265"/>
            <ac:spMk id="40" creationId="{FCD21723-4FFE-E53A-B748-5EB5D8277B04}"/>
          </ac:spMkLst>
        </pc:spChg>
      </pc:sldChg>
      <pc:sldChg chg="new del">
        <pc:chgData name="Owais Ahmed" userId="6abc7d4556b3b071" providerId="LiveId" clId="{D0A51F83-B713-4A4D-8105-C75936B8E1D2}" dt="2026-09-17T07:35:47.279" v="9595" actId="680"/>
        <pc:sldMkLst>
          <pc:docMk/>
          <pc:sldMk cId="2046127425" sldId="265"/>
        </pc:sldMkLst>
      </pc:sldChg>
      <pc:sldChg chg="del ord">
        <pc:chgData name="Owais Ahmed" userId="6abc7d4556b3b071" providerId="LiveId" clId="{D0A51F83-B713-4A4D-8105-C75936B8E1D2}" dt="2026-09-17T07:30:23.361" v="9187" actId="47"/>
        <pc:sldMkLst>
          <pc:docMk/>
          <pc:sldMk cId="0" sldId="266"/>
        </pc:sldMkLst>
      </pc:sldChg>
      <pc:sldChg chg="modSp add mod modAnim modNotesTx">
        <pc:chgData name="Owais Ahmed" userId="6abc7d4556b3b071" providerId="LiveId" clId="{D0A51F83-B713-4A4D-8105-C75936B8E1D2}" dt="2026-09-17T13:46:37.724" v="18453" actId="20577"/>
        <pc:sldMkLst>
          <pc:docMk/>
          <pc:sldMk cId="2719610957" sldId="266"/>
        </pc:sldMkLst>
        <pc:spChg chg="mod">
          <ac:chgData name="Owais Ahmed" userId="6abc7d4556b3b071" providerId="LiveId" clId="{D0A51F83-B713-4A4D-8105-C75936B8E1D2}" dt="2026-09-17T13:46:37.724" v="18453" actId="20577"/>
          <ac:spMkLst>
            <pc:docMk/>
            <pc:sldMk cId="2719610957" sldId="266"/>
            <ac:spMk id="40" creationId="{EBA4AB0E-690D-1539-4E91-3E5FF0E6C1B2}"/>
          </ac:spMkLst>
        </pc:spChg>
      </pc:sldChg>
      <pc:sldChg chg="addSp delSp modSp del mod ord modAnim modNotesTx">
        <pc:chgData name="Owais Ahmed" userId="6abc7d4556b3b071" providerId="LiveId" clId="{D0A51F83-B713-4A4D-8105-C75936B8E1D2}" dt="2026-09-17T07:30:23.361" v="9187" actId="47"/>
        <pc:sldMkLst>
          <pc:docMk/>
          <pc:sldMk cId="0" sldId="267"/>
        </pc:sldMkLst>
        <pc:spChg chg="add mod">
          <ac:chgData name="Owais Ahmed" userId="6abc7d4556b3b071" providerId="LiveId" clId="{D0A51F83-B713-4A4D-8105-C75936B8E1D2}" dt="2026-09-17T06:41:35.812" v="8562" actId="6549"/>
          <ac:spMkLst>
            <pc:docMk/>
            <pc:sldMk cId="0" sldId="267"/>
            <ac:spMk id="3" creationId="{D7809FB1-F3E5-F85B-3F11-8972E3102581}"/>
          </ac:spMkLst>
        </pc:spChg>
        <pc:spChg chg="mod">
          <ac:chgData name="Owais Ahmed" userId="6abc7d4556b3b071" providerId="LiveId" clId="{D0A51F83-B713-4A4D-8105-C75936B8E1D2}" dt="2026-09-17T04:16:24.829" v="4359" actId="20577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Owais Ahmed" userId="6abc7d4556b3b071" providerId="LiveId" clId="{D0A51F83-B713-4A4D-8105-C75936B8E1D2}" dt="2026-09-17T06:39:44.310" v="8527" actId="478"/>
          <ac:spMkLst>
            <pc:docMk/>
            <pc:sldMk cId="0" sldId="267"/>
            <ac:spMk id="43" creationId="{DAC25F38-86A9-D4CB-41CB-99AE44238BA1}"/>
          </ac:spMkLst>
        </pc:spChg>
      </pc:sldChg>
      <pc:sldChg chg="addSp delSp modSp add mod modAnim modNotesTx">
        <pc:chgData name="Owais Ahmed" userId="6abc7d4556b3b071" providerId="LiveId" clId="{D0A51F83-B713-4A4D-8105-C75936B8E1D2}" dt="2026-09-17T11:09:15.241" v="14174"/>
        <pc:sldMkLst>
          <pc:docMk/>
          <pc:sldMk cId="3064401488" sldId="267"/>
        </pc:sldMkLst>
        <pc:spChg chg="mod">
          <ac:chgData name="Owais Ahmed" userId="6abc7d4556b3b071" providerId="LiveId" clId="{D0A51F83-B713-4A4D-8105-C75936B8E1D2}" dt="2026-09-17T11:09:15.241" v="14174"/>
          <ac:spMkLst>
            <pc:docMk/>
            <pc:sldMk cId="3064401488" sldId="267"/>
            <ac:spMk id="40" creationId="{AC238C30-C537-AFCA-41C9-8F52F2BA5624}"/>
          </ac:spMkLst>
        </pc:spChg>
        <pc:graphicFrameChg chg="add del">
          <ac:chgData name="Owais Ahmed" userId="6abc7d4556b3b071" providerId="LiveId" clId="{D0A51F83-B713-4A4D-8105-C75936B8E1D2}" dt="2026-09-17T07:50:02.570" v="10223" actId="22"/>
          <ac:graphicFrameMkLst>
            <pc:docMk/>
            <pc:sldMk cId="3064401488" sldId="267"/>
            <ac:graphicFrameMk id="6" creationId="{331609D8-BEED-E21B-390E-8AD3F9C944B4}"/>
          </ac:graphicFrameMkLst>
        </pc:graphicFrameChg>
        <pc:graphicFrameChg chg="add del modGraphic">
          <ac:chgData name="Owais Ahmed" userId="6abc7d4556b3b071" providerId="LiveId" clId="{D0A51F83-B713-4A4D-8105-C75936B8E1D2}" dt="2026-09-17T07:50:47.808" v="10228" actId="21"/>
          <ac:graphicFrameMkLst>
            <pc:docMk/>
            <pc:sldMk cId="3064401488" sldId="267"/>
            <ac:graphicFrameMk id="8" creationId="{C077C79B-8E27-4FCC-CCFF-37F0BFF4EB34}"/>
          </ac:graphicFrameMkLst>
        </pc:graphicFrameChg>
        <pc:graphicFrameChg chg="add del mod modGraphic">
          <ac:chgData name="Owais Ahmed" userId="6abc7d4556b3b071" providerId="LiveId" clId="{D0A51F83-B713-4A4D-8105-C75936B8E1D2}" dt="2026-09-17T08:10:11.445" v="10365" actId="478"/>
          <ac:graphicFrameMkLst>
            <pc:docMk/>
            <pc:sldMk cId="3064401488" sldId="267"/>
            <ac:graphicFrameMk id="10" creationId="{0D313443-E3EF-9939-77F6-A40A1F5DE9E2}"/>
          </ac:graphicFrameMkLst>
        </pc:graphicFrameChg>
        <pc:graphicFrameChg chg="add mod modGraphic">
          <ac:chgData name="Owais Ahmed" userId="6abc7d4556b3b071" providerId="LiveId" clId="{D0A51F83-B713-4A4D-8105-C75936B8E1D2}" dt="2026-09-17T08:10:27.540" v="10372" actId="14100"/>
          <ac:graphicFrameMkLst>
            <pc:docMk/>
            <pc:sldMk cId="3064401488" sldId="267"/>
            <ac:graphicFrameMk id="11" creationId="{F486C07A-AF34-57B9-E60B-FC9D24934FB6}"/>
          </ac:graphicFrameMkLst>
        </pc:graphicFrameChg>
        <pc:graphicFrameChg chg="add mod modGraphic">
          <ac:chgData name="Owais Ahmed" userId="6abc7d4556b3b071" providerId="LiveId" clId="{D0A51F83-B713-4A4D-8105-C75936B8E1D2}" dt="2026-09-17T10:31:10.884" v="12834" actId="12385"/>
          <ac:graphicFrameMkLst>
            <pc:docMk/>
            <pc:sldMk cId="3064401488" sldId="267"/>
            <ac:graphicFrameMk id="12" creationId="{69B5838F-1EBA-2E93-333D-6C8B9517F194}"/>
          </ac:graphicFrameMkLst>
        </pc:graphicFrameChg>
      </pc:sldChg>
      <pc:sldChg chg="delSp modSp del mod ord modNotesTx">
        <pc:chgData name="Owais Ahmed" userId="6abc7d4556b3b071" providerId="LiveId" clId="{D0A51F83-B713-4A4D-8105-C75936B8E1D2}" dt="2026-09-17T07:30:23.361" v="9187" actId="47"/>
        <pc:sldMkLst>
          <pc:docMk/>
          <pc:sldMk cId="0" sldId="268"/>
        </pc:sldMkLst>
        <pc:spChg chg="mod">
          <ac:chgData name="Owais Ahmed" userId="6abc7d4556b3b071" providerId="LiveId" clId="{D0A51F83-B713-4A4D-8105-C75936B8E1D2}" dt="2026-09-17T06:43:45.411" v="8579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Owais Ahmed" userId="6abc7d4556b3b071" providerId="LiveId" clId="{D0A51F83-B713-4A4D-8105-C75936B8E1D2}" dt="2026-09-17T06:43:56.994" v="8581" actId="14100"/>
          <ac:spMkLst>
            <pc:docMk/>
            <pc:sldMk cId="0" sldId="268"/>
            <ac:spMk id="4" creationId="{00000000-0000-0000-0000-000000000000}"/>
          </ac:spMkLst>
        </pc:spChg>
      </pc:sldChg>
      <pc:sldChg chg="modSp add mod ord modAnim modNotesTx">
        <pc:chgData name="Owais Ahmed" userId="6abc7d4556b3b071" providerId="LiveId" clId="{D0A51F83-B713-4A4D-8105-C75936B8E1D2}" dt="2026-09-17T10:03:05.907" v="12804" actId="20577"/>
        <pc:sldMkLst>
          <pc:docMk/>
          <pc:sldMk cId="3303558078" sldId="268"/>
        </pc:sldMkLst>
        <pc:spChg chg="mod">
          <ac:chgData name="Owais Ahmed" userId="6abc7d4556b3b071" providerId="LiveId" clId="{D0A51F83-B713-4A4D-8105-C75936B8E1D2}" dt="2026-09-17T10:01:41.956" v="12506" actId="20577"/>
          <ac:spMkLst>
            <pc:docMk/>
            <pc:sldMk cId="3303558078" sldId="268"/>
            <ac:spMk id="40" creationId="{051FDA78-8ADD-66FF-02EF-85B15000080E}"/>
          </ac:spMkLst>
        </pc:spChg>
      </pc:sldChg>
      <pc:sldChg chg="modSp del mod">
        <pc:chgData name="Owais Ahmed" userId="6abc7d4556b3b071" providerId="LiveId" clId="{D0A51F83-B713-4A4D-8105-C75936B8E1D2}" dt="2026-09-17T06:46:09.210" v="8723" actId="47"/>
        <pc:sldMkLst>
          <pc:docMk/>
          <pc:sldMk cId="0" sldId="269"/>
        </pc:sldMkLst>
        <pc:spChg chg="mod">
          <ac:chgData name="Owais Ahmed" userId="6abc7d4556b3b071" providerId="LiveId" clId="{D0A51F83-B713-4A4D-8105-C75936B8E1D2}" dt="2026-09-17T06:45:51.121" v="8721" actId="20577"/>
          <ac:spMkLst>
            <pc:docMk/>
            <pc:sldMk cId="0" sldId="269"/>
            <ac:spMk id="2" creationId="{00000000-0000-0000-0000-000000000000}"/>
          </ac:spMkLst>
        </pc:spChg>
      </pc:sldChg>
      <pc:sldChg chg="modSp add mod addAnim delAnim modAnim modNotesTx">
        <pc:chgData name="Owais Ahmed" userId="6abc7d4556b3b071" providerId="LiveId" clId="{D0A51F83-B713-4A4D-8105-C75936B8E1D2}" dt="2026-09-17T11:55:32.876" v="15940" actId="20577"/>
        <pc:sldMkLst>
          <pc:docMk/>
          <pc:sldMk cId="334736663" sldId="269"/>
        </pc:sldMkLst>
        <pc:spChg chg="mod">
          <ac:chgData name="Owais Ahmed" userId="6abc7d4556b3b071" providerId="LiveId" clId="{D0A51F83-B713-4A4D-8105-C75936B8E1D2}" dt="2026-09-17T11:52:14.343" v="15631" actId="20577"/>
          <ac:spMkLst>
            <pc:docMk/>
            <pc:sldMk cId="334736663" sldId="269"/>
            <ac:spMk id="40" creationId="{6DB456E8-5CAF-81CB-6FB2-94B614B6BDAD}"/>
          </ac:spMkLst>
        </pc:spChg>
      </pc:sldChg>
      <pc:sldChg chg="add del setBg">
        <pc:chgData name="Owais Ahmed" userId="6abc7d4556b3b071" providerId="LiveId" clId="{D0A51F83-B713-4A4D-8105-C75936B8E1D2}" dt="2026-09-17T11:09:10.727" v="14162"/>
        <pc:sldMkLst>
          <pc:docMk/>
          <pc:sldMk cId="981634104" sldId="270"/>
        </pc:sldMkLst>
      </pc:sldChg>
      <pc:sldChg chg="addSp delSp modSp new add del mod modClrScheme chgLayout">
        <pc:chgData name="Owais Ahmed" userId="6abc7d4556b3b071" providerId="LiveId" clId="{D0A51F83-B713-4A4D-8105-C75936B8E1D2}" dt="2026-09-17T11:09:16.285" v="14175" actId="680"/>
        <pc:sldMkLst>
          <pc:docMk/>
          <pc:sldMk cId="1808938996" sldId="270"/>
        </pc:sldMkLst>
        <pc:spChg chg="add del mod">
          <ac:chgData name="Owais Ahmed" userId="6abc7d4556b3b071" providerId="LiveId" clId="{D0A51F83-B713-4A4D-8105-C75936B8E1D2}" dt="2026-09-17T11:07:10.557" v="14099" actId="26606"/>
          <ac:spMkLst>
            <pc:docMk/>
            <pc:sldMk cId="1808938996" sldId="270"/>
            <ac:spMk id="6" creationId="{B9A706B5-7F62-81A2-95FB-9F24DD509302}"/>
          </ac:spMkLst>
        </pc:spChg>
        <pc:spChg chg="add del mod">
          <ac:chgData name="Owais Ahmed" userId="6abc7d4556b3b071" providerId="LiveId" clId="{D0A51F83-B713-4A4D-8105-C75936B8E1D2}" dt="2026-09-17T11:07:10.557" v="14099" actId="26606"/>
          <ac:spMkLst>
            <pc:docMk/>
            <pc:sldMk cId="1808938996" sldId="270"/>
            <ac:spMk id="8" creationId="{C1FA9A8B-D8B2-586F-A351-193D7B64FAC9}"/>
          </ac:spMkLst>
        </pc:spChg>
        <pc:spChg chg="add del mod">
          <ac:chgData name="Owais Ahmed" userId="6abc7d4556b3b071" providerId="LiveId" clId="{D0A51F83-B713-4A4D-8105-C75936B8E1D2}" dt="2026-09-17T11:07:18.124" v="14101" actId="26606"/>
          <ac:spMkLst>
            <pc:docMk/>
            <pc:sldMk cId="1808938996" sldId="270"/>
            <ac:spMk id="10" creationId="{1A2EFF65-0294-0C91-EB9D-65D5ADB75493}"/>
          </ac:spMkLst>
        </pc:spChg>
        <pc:spChg chg="add del mod">
          <ac:chgData name="Owais Ahmed" userId="6abc7d4556b3b071" providerId="LiveId" clId="{D0A51F83-B713-4A4D-8105-C75936B8E1D2}" dt="2026-09-17T11:07:18.124" v="14101" actId="26606"/>
          <ac:spMkLst>
            <pc:docMk/>
            <pc:sldMk cId="1808938996" sldId="270"/>
            <ac:spMk id="11" creationId="{1D8CB1F5-8642-C1F2-6D45-44E143C3B177}"/>
          </ac:spMkLst>
        </pc:spChg>
        <pc:spChg chg="add del mod">
          <ac:chgData name="Owais Ahmed" userId="6abc7d4556b3b071" providerId="LiveId" clId="{D0A51F83-B713-4A4D-8105-C75936B8E1D2}" dt="2026-09-17T11:07:31.276" v="14103" actId="26606"/>
          <ac:spMkLst>
            <pc:docMk/>
            <pc:sldMk cId="1808938996" sldId="270"/>
            <ac:spMk id="13" creationId="{B9A706B5-7F62-81A2-95FB-9F24DD509302}"/>
          </ac:spMkLst>
        </pc:spChg>
        <pc:spChg chg="add del mod">
          <ac:chgData name="Owais Ahmed" userId="6abc7d4556b3b071" providerId="LiveId" clId="{D0A51F83-B713-4A4D-8105-C75936B8E1D2}" dt="2026-09-17T11:07:31.276" v="14103" actId="26606"/>
          <ac:spMkLst>
            <pc:docMk/>
            <pc:sldMk cId="1808938996" sldId="270"/>
            <ac:spMk id="14" creationId="{C1FA9A8B-D8B2-586F-A351-193D7B64FAC9}"/>
          </ac:spMkLst>
        </pc:spChg>
        <pc:spChg chg="add del mod">
          <ac:chgData name="Owais Ahmed" userId="6abc7d4556b3b071" providerId="LiveId" clId="{D0A51F83-B713-4A4D-8105-C75936B8E1D2}" dt="2026-09-17T11:09:15.069" v="14172" actId="26606"/>
          <ac:spMkLst>
            <pc:docMk/>
            <pc:sldMk cId="1808938996" sldId="270"/>
            <ac:spMk id="16" creationId="{9731F43F-0134-7498-7516-13B33642AB91}"/>
          </ac:spMkLst>
        </pc:spChg>
        <pc:spChg chg="add del mod">
          <ac:chgData name="Owais Ahmed" userId="6abc7d4556b3b071" providerId="LiveId" clId="{D0A51F83-B713-4A4D-8105-C75936B8E1D2}" dt="2026-09-17T11:09:15.069" v="14172" actId="26606"/>
          <ac:spMkLst>
            <pc:docMk/>
            <pc:sldMk cId="1808938996" sldId="270"/>
            <ac:spMk id="17" creationId="{ADE72D0F-0FF2-F3AA-76C7-5A82579FC7A9}"/>
          </ac:spMkLst>
        </pc:spChg>
        <pc:spChg chg="add del mod">
          <ac:chgData name="Owais Ahmed" userId="6abc7d4556b3b071" providerId="LiveId" clId="{D0A51F83-B713-4A4D-8105-C75936B8E1D2}" dt="2026-09-17T11:08:58.376" v="14158" actId="26606"/>
          <ac:spMkLst>
            <pc:docMk/>
            <pc:sldMk cId="1808938996" sldId="270"/>
            <ac:spMk id="22" creationId="{03FA3A63-4244-A6D0-8665-1ACF18CD627F}"/>
          </ac:spMkLst>
        </pc:spChg>
        <pc:spChg chg="add del mod">
          <ac:chgData name="Owais Ahmed" userId="6abc7d4556b3b071" providerId="LiveId" clId="{D0A51F83-B713-4A4D-8105-C75936B8E1D2}" dt="2026-09-17T11:09:12.259" v="14164" actId="26606"/>
          <ac:spMkLst>
            <pc:docMk/>
            <pc:sldMk cId="1808938996" sldId="270"/>
            <ac:spMk id="23" creationId="{6B98A67C-D52F-0F58-9D4C-43ECC94E830F}"/>
          </ac:spMkLst>
        </pc:spChg>
        <pc:spChg chg="add del mod">
          <ac:chgData name="Owais Ahmed" userId="6abc7d4556b3b071" providerId="LiveId" clId="{D0A51F83-B713-4A4D-8105-C75936B8E1D2}" dt="2026-09-17T11:08:58.376" v="14158" actId="26606"/>
          <ac:spMkLst>
            <pc:docMk/>
            <pc:sldMk cId="1808938996" sldId="270"/>
            <ac:spMk id="24" creationId="{011F4CEB-26E8-82FC-35CA-528653826DF7}"/>
          </ac:spMkLst>
        </pc:spChg>
        <pc:picChg chg="add del">
          <ac:chgData name="Owais Ahmed" userId="6abc7d4556b3b071" providerId="LiveId" clId="{D0A51F83-B713-4A4D-8105-C75936B8E1D2}" dt="2026-09-17T11:09:12.259" v="14164" actId="26606"/>
          <ac:picMkLst>
            <pc:docMk/>
            <pc:sldMk cId="1808938996" sldId="270"/>
            <ac:picMk id="19" creationId="{D19DA200-CBDA-720B-0F21-FA4A6A8E395D}"/>
          </ac:picMkLst>
        </pc:picChg>
      </pc:sldChg>
      <pc:sldChg chg="modSp add mod ord">
        <pc:chgData name="Owais Ahmed" userId="6abc7d4556b3b071" providerId="LiveId" clId="{D0A51F83-B713-4A4D-8105-C75936B8E1D2}" dt="2026-09-17T11:09:31.867" v="14210" actId="20577"/>
        <pc:sldMkLst>
          <pc:docMk/>
          <pc:sldMk cId="2538095297" sldId="270"/>
        </pc:sldMkLst>
        <pc:spChg chg="mod">
          <ac:chgData name="Owais Ahmed" userId="6abc7d4556b3b071" providerId="LiveId" clId="{D0A51F83-B713-4A4D-8105-C75936B8E1D2}" dt="2026-09-17T11:09:31.867" v="14210" actId="20577"/>
          <ac:spMkLst>
            <pc:docMk/>
            <pc:sldMk cId="2538095297" sldId="270"/>
            <ac:spMk id="3" creationId="{63E83179-F012-BAE2-9EF9-653B87A32BB4}"/>
          </ac:spMkLst>
        </pc:spChg>
      </pc:sldChg>
      <pc:sldChg chg="addSp delSp modSp add mod ord modAnim modNotesTx">
        <pc:chgData name="Owais Ahmed" userId="6abc7d4556b3b071" providerId="LiveId" clId="{D0A51F83-B713-4A4D-8105-C75936B8E1D2}" dt="2026-09-17T11:22:10.017" v="14867" actId="6549"/>
        <pc:sldMkLst>
          <pc:docMk/>
          <pc:sldMk cId="1449797214" sldId="271"/>
        </pc:sldMkLst>
        <pc:spChg chg="mod">
          <ac:chgData name="Owais Ahmed" userId="6abc7d4556b3b071" providerId="LiveId" clId="{D0A51F83-B713-4A4D-8105-C75936B8E1D2}" dt="2026-09-17T11:20:23.882" v="14645" actId="20577"/>
          <ac:spMkLst>
            <pc:docMk/>
            <pc:sldMk cId="1449797214" sldId="271"/>
            <ac:spMk id="2" creationId="{DE1A1718-D6A2-B2CE-BC4A-F75A2A747336}"/>
          </ac:spMkLst>
        </pc:spChg>
        <pc:spChg chg="mod">
          <ac:chgData name="Owais Ahmed" userId="6abc7d4556b3b071" providerId="LiveId" clId="{D0A51F83-B713-4A4D-8105-C75936B8E1D2}" dt="2026-09-17T11:12:06.321" v="14376" actId="20577"/>
          <ac:spMkLst>
            <pc:docMk/>
            <pc:sldMk cId="1449797214" sldId="271"/>
            <ac:spMk id="5" creationId="{60913DEE-1D6C-ED40-EF39-671756D3F7F7}"/>
          </ac:spMkLst>
        </pc:spChg>
        <pc:spChg chg="mod">
          <ac:chgData name="Owais Ahmed" userId="6abc7d4556b3b071" providerId="LiveId" clId="{D0A51F83-B713-4A4D-8105-C75936B8E1D2}" dt="2026-09-17T11:22:10.017" v="14867" actId="6549"/>
          <ac:spMkLst>
            <pc:docMk/>
            <pc:sldMk cId="1449797214" sldId="271"/>
            <ac:spMk id="40" creationId="{4C01FD65-5D66-989C-13E6-94C2BFA3C756}"/>
          </ac:spMkLst>
        </pc:spChg>
        <pc:picChg chg="add del mod">
          <ac:chgData name="Owais Ahmed" userId="6abc7d4556b3b071" providerId="LiveId" clId="{D0A51F83-B713-4A4D-8105-C75936B8E1D2}" dt="2026-09-17T11:20:41.457" v="14647" actId="478"/>
          <ac:picMkLst>
            <pc:docMk/>
            <pc:sldMk cId="1449797214" sldId="271"/>
            <ac:picMk id="3" creationId="{D3380A71-C6C2-DA82-12BE-DFF429E0C580}"/>
          </ac:picMkLst>
        </pc:picChg>
      </pc:sldChg>
      <pc:sldChg chg="addSp delSp modSp add mod modAnim modNotesTx">
        <pc:chgData name="Owais Ahmed" userId="6abc7d4556b3b071" providerId="LiveId" clId="{D0A51F83-B713-4A4D-8105-C75936B8E1D2}" dt="2026-09-17T13:06:41.255" v="16431" actId="20577"/>
        <pc:sldMkLst>
          <pc:docMk/>
          <pc:sldMk cId="3531150834" sldId="272"/>
        </pc:sldMkLst>
        <pc:spChg chg="mod">
          <ac:chgData name="Owais Ahmed" userId="6abc7d4556b3b071" providerId="LiveId" clId="{D0A51F83-B713-4A4D-8105-C75936B8E1D2}" dt="2026-09-17T11:22:18.504" v="14879" actId="20577"/>
          <ac:spMkLst>
            <pc:docMk/>
            <pc:sldMk cId="3531150834" sldId="272"/>
            <ac:spMk id="5" creationId="{CB337B45-178A-4414-6029-0B2F4D3D9B4F}"/>
          </ac:spMkLst>
        </pc:spChg>
        <pc:spChg chg="mod">
          <ac:chgData name="Owais Ahmed" userId="6abc7d4556b3b071" providerId="LiveId" clId="{D0A51F83-B713-4A4D-8105-C75936B8E1D2}" dt="2026-09-17T13:06:41.255" v="16431" actId="20577"/>
          <ac:spMkLst>
            <pc:docMk/>
            <pc:sldMk cId="3531150834" sldId="272"/>
            <ac:spMk id="40" creationId="{91249726-61AB-236B-CF6E-3EFE607DF227}"/>
          </ac:spMkLst>
        </pc:spChg>
        <pc:picChg chg="del">
          <ac:chgData name="Owais Ahmed" userId="6abc7d4556b3b071" providerId="LiveId" clId="{D0A51F83-B713-4A4D-8105-C75936B8E1D2}" dt="2026-09-17T11:47:48.523" v="15329" actId="478"/>
          <ac:picMkLst>
            <pc:docMk/>
            <pc:sldMk cId="3531150834" sldId="272"/>
            <ac:picMk id="3" creationId="{06B0F19A-261C-38E3-0E89-3D9C6FEA0594}"/>
          </ac:picMkLst>
        </pc:picChg>
        <pc:picChg chg="add del mod">
          <ac:chgData name="Owais Ahmed" userId="6abc7d4556b3b071" providerId="LiveId" clId="{D0A51F83-B713-4A4D-8105-C75936B8E1D2}" dt="2026-09-17T11:47:57.158" v="15332" actId="21"/>
          <ac:picMkLst>
            <pc:docMk/>
            <pc:sldMk cId="3531150834" sldId="272"/>
            <ac:picMk id="7" creationId="{D81C3C24-80DC-DF02-E7CA-CCC04BFE780D}"/>
          </ac:picMkLst>
        </pc:picChg>
      </pc:sldChg>
      <pc:sldChg chg="addSp modSp add mod modAnim">
        <pc:chgData name="Owais Ahmed" userId="6abc7d4556b3b071" providerId="LiveId" clId="{D0A51F83-B713-4A4D-8105-C75936B8E1D2}" dt="2026-09-17T13:12:13.236" v="16825" actId="27636"/>
        <pc:sldMkLst>
          <pc:docMk/>
          <pc:sldMk cId="1871298002" sldId="273"/>
        </pc:sldMkLst>
        <pc:spChg chg="mod">
          <ac:chgData name="Owais Ahmed" userId="6abc7d4556b3b071" providerId="LiveId" clId="{D0A51F83-B713-4A4D-8105-C75936B8E1D2}" dt="2026-09-17T13:12:13.236" v="16825" actId="27636"/>
          <ac:spMkLst>
            <pc:docMk/>
            <pc:sldMk cId="1871298002" sldId="273"/>
            <ac:spMk id="40" creationId="{3CAEFEE1-BB3D-8E68-A860-1AC83408F8FE}"/>
          </ac:spMkLst>
        </pc:spChg>
        <pc:picChg chg="add mod">
          <ac:chgData name="Owais Ahmed" userId="6abc7d4556b3b071" providerId="LiveId" clId="{D0A51F83-B713-4A4D-8105-C75936B8E1D2}" dt="2026-09-17T13:10:21.108" v="16648" actId="14100"/>
          <ac:picMkLst>
            <pc:docMk/>
            <pc:sldMk cId="1871298002" sldId="273"/>
            <ac:picMk id="6" creationId="{19255FEC-82F6-1565-064C-22F2E45A15DD}"/>
          </ac:picMkLst>
        </pc:picChg>
      </pc:sldChg>
      <pc:sldChg chg="delSp modSp add del mod modAnim modNotesTx">
        <pc:chgData name="Owais Ahmed" userId="6abc7d4556b3b071" providerId="LiveId" clId="{D0A51F83-B713-4A4D-8105-C75936B8E1D2}" dt="2026-09-17T13:21:27.557" v="17451" actId="47"/>
        <pc:sldMkLst>
          <pc:docMk/>
          <pc:sldMk cId="18227457" sldId="274"/>
        </pc:sldMkLst>
        <pc:spChg chg="mod">
          <ac:chgData name="Owais Ahmed" userId="6abc7d4556b3b071" providerId="LiveId" clId="{D0A51F83-B713-4A4D-8105-C75936B8E1D2}" dt="2026-09-17T13:17:42.118" v="17262" actId="6549"/>
          <ac:spMkLst>
            <pc:docMk/>
            <pc:sldMk cId="18227457" sldId="274"/>
            <ac:spMk id="40" creationId="{96FBEB4F-05B8-2E0A-5408-4D7F0DE1BD04}"/>
          </ac:spMkLst>
        </pc:spChg>
        <pc:picChg chg="del">
          <ac:chgData name="Owais Ahmed" userId="6abc7d4556b3b071" providerId="LiveId" clId="{D0A51F83-B713-4A4D-8105-C75936B8E1D2}" dt="2026-09-17T13:12:03.130" v="16815" actId="478"/>
          <ac:picMkLst>
            <pc:docMk/>
            <pc:sldMk cId="18227457" sldId="274"/>
            <ac:picMk id="6" creationId="{D1945211-ECF8-B384-1D1F-624DF2FFB612}"/>
          </ac:picMkLst>
        </pc:picChg>
      </pc:sldChg>
      <pc:sldChg chg="addSp delSp modSp del mod addAnim delAnim modAnim modNotesTx">
        <pc:chgData name="Owais Ahmed" userId="6abc7d4556b3b071" providerId="LiveId" clId="{D0A51F83-B713-4A4D-8105-C75936B8E1D2}" dt="2026-09-17T07:30:20.664" v="9186" actId="47"/>
        <pc:sldMkLst>
          <pc:docMk/>
          <pc:sldMk cId="2435030600" sldId="274"/>
        </pc:sldMkLst>
        <pc:spChg chg="mod">
          <ac:chgData name="Owais Ahmed" userId="6abc7d4556b3b071" providerId="LiveId" clId="{D0A51F83-B713-4A4D-8105-C75936B8E1D2}" dt="2026-09-17T06:06:15.434" v="8272" actId="20577"/>
          <ac:spMkLst>
            <pc:docMk/>
            <pc:sldMk cId="2435030600" sldId="274"/>
            <ac:spMk id="5" creationId="{C6A05301-6A46-6AA4-4298-EB08CFC6698D}"/>
          </ac:spMkLst>
        </pc:spChg>
        <pc:spChg chg="add mod">
          <ac:chgData name="Owais Ahmed" userId="6abc7d4556b3b071" providerId="LiveId" clId="{D0A51F83-B713-4A4D-8105-C75936B8E1D2}" dt="2026-09-17T06:31:41.390" v="8317" actId="113"/>
          <ac:spMkLst>
            <pc:docMk/>
            <pc:sldMk cId="2435030600" sldId="274"/>
            <ac:spMk id="7" creationId="{1C2E28B5-0FDD-54E8-C8E5-BFFEACF71E9C}"/>
          </ac:spMkLst>
        </pc:spChg>
        <pc:spChg chg="del">
          <ac:chgData name="Owais Ahmed" userId="6abc7d4556b3b071" providerId="LiveId" clId="{D0A51F83-B713-4A4D-8105-C75936B8E1D2}" dt="2026-09-17T05:47:14.771" v="7402" actId="478"/>
          <ac:spMkLst>
            <pc:docMk/>
            <pc:sldMk cId="2435030600" sldId="274"/>
            <ac:spMk id="36" creationId="{9D8D686E-90C5-38A9-AEC0-1428DD7A1137}"/>
          </ac:spMkLst>
        </pc:spChg>
        <pc:spChg chg="del">
          <ac:chgData name="Owais Ahmed" userId="6abc7d4556b3b071" providerId="LiveId" clId="{D0A51F83-B713-4A4D-8105-C75936B8E1D2}" dt="2026-09-17T05:47:15.651" v="7403" actId="478"/>
          <ac:spMkLst>
            <pc:docMk/>
            <pc:sldMk cId="2435030600" sldId="274"/>
            <ac:spMk id="38" creationId="{0AC04678-5C7E-AE94-0BDD-B5437F0777E3}"/>
          </ac:spMkLst>
        </pc:spChg>
        <pc:spChg chg="del">
          <ac:chgData name="Owais Ahmed" userId="6abc7d4556b3b071" providerId="LiveId" clId="{D0A51F83-B713-4A4D-8105-C75936B8E1D2}" dt="2026-09-17T05:47:16.781" v="7404" actId="478"/>
          <ac:spMkLst>
            <pc:docMk/>
            <pc:sldMk cId="2435030600" sldId="274"/>
            <ac:spMk id="40" creationId="{8407B28B-AD31-EB7C-C3D9-FEE79C233FE3}"/>
          </ac:spMkLst>
        </pc:spChg>
        <pc:spChg chg="del mod">
          <ac:chgData name="Owais Ahmed" userId="6abc7d4556b3b071" providerId="LiveId" clId="{D0A51F83-B713-4A4D-8105-C75936B8E1D2}" dt="2026-09-17T05:47:19.395" v="7406" actId="478"/>
          <ac:spMkLst>
            <pc:docMk/>
            <pc:sldMk cId="2435030600" sldId="274"/>
            <ac:spMk id="48" creationId="{E0B1B274-B298-0703-BE2E-FCAF0DF6401C}"/>
          </ac:spMkLst>
        </pc:spChg>
        <pc:spChg chg="del mod">
          <ac:chgData name="Owais Ahmed" userId="6abc7d4556b3b071" providerId="LiveId" clId="{D0A51F83-B713-4A4D-8105-C75936B8E1D2}" dt="2026-09-17T05:55:18.540" v="7482" actId="478"/>
          <ac:spMkLst>
            <pc:docMk/>
            <pc:sldMk cId="2435030600" sldId="274"/>
            <ac:spMk id="50" creationId="{67B2F628-1E87-CA36-4DD7-494F5D69ECF2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52" creationId="{1B43F38C-04BA-B18A-DA91-8C310014EAFD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54" creationId="{2C59EDEA-E565-CDB3-084C-4CA00049AA9D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56" creationId="{34A379A9-A4D0-2C82-A837-B1FAADC84A8F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58" creationId="{5B3E77A6-5F52-E5BB-7A36-C4462BEEF8EE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62" creationId="{B2282A73-3AB6-D296-31E5-80382AB7B3C6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64" creationId="{C4060BDA-80A2-B394-01C6-DF493D3B569A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70" creationId="{3D4836CF-9D40-E0DB-349C-148861CB4C94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74" creationId="{25987BF8-CE41-E54D-DB98-9B7C87A31F5E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76" creationId="{48B5BAEE-46A2-9010-5FF3-CEE689785AF6}"/>
          </ac:spMkLst>
        </pc:spChg>
        <pc:spChg chg="del mod">
          <ac:chgData name="Owais Ahmed" userId="6abc7d4556b3b071" providerId="LiveId" clId="{D0A51F83-B713-4A4D-8105-C75936B8E1D2}" dt="2026-09-17T05:55:21.172" v="7483" actId="478"/>
          <ac:spMkLst>
            <pc:docMk/>
            <pc:sldMk cId="2435030600" sldId="274"/>
            <ac:spMk id="78" creationId="{7939B9AA-B757-2B9D-621F-84E0F956F0D0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80" creationId="{1EC9E590-D5BD-D49A-D046-557CF08B4C17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82" creationId="{3F4E74A9-B2F2-D4A9-EF7B-66FBF835713C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84" creationId="{11C49EF8-5D6C-5CB5-CB5E-F6223A3B7726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86" creationId="{5E1FB1A9-6BB5-93F0-F431-7AA648C338BE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88" creationId="{183FF128-C4EB-AFA0-7CE5-120BD42C5EF4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96" creationId="{C7F2781A-58A1-4ED1-E7B1-12C47617539B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102" creationId="{B337399B-F91B-0EDE-F1F3-AA100B849112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108" creationId="{D22022D3-C08E-1630-BE31-6CCAF43560FF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110" creationId="{EFF15F39-0A48-04FA-0D29-E19BAF7ADA91}"/>
          </ac:spMkLst>
        </pc:spChg>
        <pc:spChg chg="del">
          <ac:chgData name="Owais Ahmed" userId="6abc7d4556b3b071" providerId="LiveId" clId="{D0A51F83-B713-4A4D-8105-C75936B8E1D2}" dt="2026-09-17T05:54:55.844" v="7480" actId="478"/>
          <ac:spMkLst>
            <pc:docMk/>
            <pc:sldMk cId="2435030600" sldId="274"/>
            <ac:spMk id="112" creationId="{E2A2FFE0-134E-303E-1CC6-11642FC3B328}"/>
          </ac:spMkLst>
        </pc:spChg>
        <pc:spChg chg="mod">
          <ac:chgData name="Owais Ahmed" userId="6abc7d4556b3b071" providerId="LiveId" clId="{D0A51F83-B713-4A4D-8105-C75936B8E1D2}" dt="2026-09-17T05:48:24.194" v="7416" actId="1076"/>
          <ac:spMkLst>
            <pc:docMk/>
            <pc:sldMk cId="2435030600" sldId="274"/>
            <ac:spMk id="113" creationId="{C998C740-70FA-8782-58A2-69455EE5BA9F}"/>
          </ac:spMkLst>
        </pc:spChg>
        <pc:picChg chg="add del">
          <ac:chgData name="Owais Ahmed" userId="6abc7d4556b3b071" providerId="LiveId" clId="{D0A51F83-B713-4A4D-8105-C75936B8E1D2}" dt="2026-09-17T05:50:53.920" v="7461" actId="22"/>
          <ac:picMkLst>
            <pc:docMk/>
            <pc:sldMk cId="2435030600" sldId="274"/>
            <ac:picMk id="6" creationId="{A37CCA93-164A-E7DE-429C-EAFE5E62BB96}"/>
          </ac:picMkLst>
        </pc:picChg>
      </pc:sldChg>
      <pc:sldChg chg="add del">
        <pc:chgData name="Owais Ahmed" userId="6abc7d4556b3b071" providerId="LiveId" clId="{D0A51F83-B713-4A4D-8105-C75936B8E1D2}" dt="2026-09-17T06:43:26.940" v="8569" actId="47"/>
        <pc:sldMkLst>
          <pc:docMk/>
          <pc:sldMk cId="476675795" sldId="275"/>
        </pc:sldMkLst>
      </pc:sldChg>
      <pc:sldChg chg="add del setBg">
        <pc:chgData name="Owais Ahmed" userId="6abc7d4556b3b071" providerId="LiveId" clId="{D0A51F83-B713-4A4D-8105-C75936B8E1D2}" dt="2026-09-17T04:34:25.155" v="4453"/>
        <pc:sldMkLst>
          <pc:docMk/>
          <pc:sldMk cId="1717587987" sldId="275"/>
        </pc:sldMkLst>
      </pc:sldChg>
      <pc:sldChg chg="del">
        <pc:chgData name="Owais Ahmed" userId="6abc7d4556b3b071" providerId="LiveId" clId="{D0A51F83-B713-4A4D-8105-C75936B8E1D2}" dt="2026-09-17T04:16:19.685" v="4351" actId="47"/>
        <pc:sldMkLst>
          <pc:docMk/>
          <pc:sldMk cId="2026955073" sldId="275"/>
        </pc:sldMkLst>
      </pc:sldChg>
      <pc:sldChg chg="addSp modSp add mod modAnim">
        <pc:chgData name="Owais Ahmed" userId="6abc7d4556b3b071" providerId="LiveId" clId="{D0A51F83-B713-4A4D-8105-C75936B8E1D2}" dt="2026-09-17T13:22:09.742" v="17467" actId="15"/>
        <pc:sldMkLst>
          <pc:docMk/>
          <pc:sldMk cId="2151502680" sldId="275"/>
        </pc:sldMkLst>
        <pc:spChg chg="mod">
          <ac:chgData name="Owais Ahmed" userId="6abc7d4556b3b071" providerId="LiveId" clId="{D0A51F83-B713-4A4D-8105-C75936B8E1D2}" dt="2026-09-17T13:22:09.742" v="17467" actId="15"/>
          <ac:spMkLst>
            <pc:docMk/>
            <pc:sldMk cId="2151502680" sldId="275"/>
            <ac:spMk id="40" creationId="{C73718C5-EFCB-28E7-CDB8-7805B2E8AC60}"/>
          </ac:spMkLst>
        </pc:spChg>
        <pc:picChg chg="add mod">
          <ac:chgData name="Owais Ahmed" userId="6abc7d4556b3b071" providerId="LiveId" clId="{D0A51F83-B713-4A4D-8105-C75936B8E1D2}" dt="2026-09-17T13:20:48.050" v="17443" actId="14100"/>
          <ac:picMkLst>
            <pc:docMk/>
            <pc:sldMk cId="2151502680" sldId="275"/>
            <ac:picMk id="6" creationId="{A25CAF63-078B-D9CF-6D06-E5EFAAA209A4}"/>
          </ac:picMkLst>
        </pc:picChg>
      </pc:sldChg>
      <pc:sldChg chg="modSp add mod addAnim delAnim modAnim">
        <pc:chgData name="Owais Ahmed" userId="6abc7d4556b3b071" providerId="LiveId" clId="{D0A51F83-B713-4A4D-8105-C75936B8E1D2}" dt="2026-09-17T13:52:23.583" v="18500" actId="20577"/>
        <pc:sldMkLst>
          <pc:docMk/>
          <pc:sldMk cId="1452252913" sldId="276"/>
        </pc:sldMkLst>
        <pc:spChg chg="mod">
          <ac:chgData name="Owais Ahmed" userId="6abc7d4556b3b071" providerId="LiveId" clId="{D0A51F83-B713-4A4D-8105-C75936B8E1D2}" dt="2026-09-17T13:52:23.583" v="18500" actId="20577"/>
          <ac:spMkLst>
            <pc:docMk/>
            <pc:sldMk cId="1452252913" sldId="276"/>
            <ac:spMk id="40" creationId="{D2AD3631-B7F5-296A-B63C-14DB1C9C1A63}"/>
          </ac:spMkLst>
        </pc:spChg>
      </pc:sldChg>
      <pc:sldChg chg="del">
        <pc:chgData name="Owais Ahmed" userId="6abc7d4556b3b071" providerId="LiveId" clId="{D0A51F83-B713-4A4D-8105-C75936B8E1D2}" dt="2026-09-17T04:16:14.684" v="4350" actId="47"/>
        <pc:sldMkLst>
          <pc:docMk/>
          <pc:sldMk cId="2026844780" sldId="276"/>
        </pc:sldMkLst>
      </pc:sldChg>
      <pc:sldChg chg="modSp add del mod addAnim delAnim modAnim modNotesTx">
        <pc:chgData name="Owais Ahmed" userId="6abc7d4556b3b071" providerId="LiveId" clId="{D0A51F83-B713-4A4D-8105-C75936B8E1D2}" dt="2026-09-17T07:30:20.664" v="9186" actId="47"/>
        <pc:sldMkLst>
          <pc:docMk/>
          <pc:sldMk cId="2534757176" sldId="276"/>
        </pc:sldMkLst>
        <pc:spChg chg="mod">
          <ac:chgData name="Owais Ahmed" userId="6abc7d4556b3b071" providerId="LiveId" clId="{D0A51F83-B713-4A4D-8105-C75936B8E1D2}" dt="2026-09-17T05:47:07.999" v="7401"/>
          <ac:spMkLst>
            <pc:docMk/>
            <pc:sldMk cId="2534757176" sldId="276"/>
            <ac:spMk id="2" creationId="{54F762A7-174D-D465-5AD8-F1C09F585468}"/>
          </ac:spMkLst>
        </pc:spChg>
        <pc:spChg chg="mod">
          <ac:chgData name="Owais Ahmed" userId="6abc7d4556b3b071" providerId="LiveId" clId="{D0A51F83-B713-4A4D-8105-C75936B8E1D2}" dt="2026-09-17T05:41:20.871" v="7217" actId="20577"/>
          <ac:spMkLst>
            <pc:docMk/>
            <pc:sldMk cId="2534757176" sldId="276"/>
            <ac:spMk id="5" creationId="{73D0352F-5ED5-6570-B74E-808681CDB69B}"/>
          </ac:spMkLst>
        </pc:spChg>
        <pc:spChg chg="mod">
          <ac:chgData name="Owais Ahmed" userId="6abc7d4556b3b071" providerId="LiveId" clId="{D0A51F83-B713-4A4D-8105-C75936B8E1D2}" dt="2026-09-17T06:33:37.684" v="8341" actId="20577"/>
          <ac:spMkLst>
            <pc:docMk/>
            <pc:sldMk cId="2534757176" sldId="276"/>
            <ac:spMk id="40" creationId="{984A9A2F-0486-C945-680E-024E0042F3D5}"/>
          </ac:spMkLst>
        </pc:spChg>
      </pc:sldChg>
      <pc:sldChg chg="modSp add del mod addAnim delAnim modAnim modNotesTx">
        <pc:chgData name="Owais Ahmed" userId="6abc7d4556b3b071" providerId="LiveId" clId="{D0A51F83-B713-4A4D-8105-C75936B8E1D2}" dt="2026-09-17T07:30:20.664" v="9186" actId="47"/>
        <pc:sldMkLst>
          <pc:docMk/>
          <pc:sldMk cId="3692630071" sldId="277"/>
        </pc:sldMkLst>
        <pc:spChg chg="mod">
          <ac:chgData name="Owais Ahmed" userId="6abc7d4556b3b071" providerId="LiveId" clId="{D0A51F83-B713-4A4D-8105-C75936B8E1D2}" dt="2026-09-17T06:31:15.764" v="8311" actId="12"/>
          <ac:spMkLst>
            <pc:docMk/>
            <pc:sldMk cId="3692630071" sldId="277"/>
            <ac:spMk id="40" creationId="{FB95EC64-6411-99E1-45E7-6E6277032629}"/>
          </ac:spMkLst>
        </pc:spChg>
      </pc:sldChg>
      <pc:sldChg chg="modSp add ord modAnim">
        <pc:chgData name="Owais Ahmed" userId="6abc7d4556b3b071" providerId="LiveId" clId="{D0A51F83-B713-4A4D-8105-C75936B8E1D2}" dt="2026-09-17T13:55:26.276" v="18611" actId="6549"/>
        <pc:sldMkLst>
          <pc:docMk/>
          <pc:sldMk cId="3791392342" sldId="277"/>
        </pc:sldMkLst>
        <pc:spChg chg="mod">
          <ac:chgData name="Owais Ahmed" userId="6abc7d4556b3b071" providerId="LiveId" clId="{D0A51F83-B713-4A4D-8105-C75936B8E1D2}" dt="2026-09-17T13:39:54.445" v="18050" actId="5793"/>
          <ac:spMkLst>
            <pc:docMk/>
            <pc:sldMk cId="3791392342" sldId="277"/>
            <ac:spMk id="5" creationId="{BFEFBD1C-0470-5A7D-AC88-938C5A50D67B}"/>
          </ac:spMkLst>
        </pc:spChg>
        <pc:spChg chg="mod">
          <ac:chgData name="Owais Ahmed" userId="6abc7d4556b3b071" providerId="LiveId" clId="{D0A51F83-B713-4A4D-8105-C75936B8E1D2}" dt="2026-09-17T13:55:26.276" v="18611" actId="6549"/>
          <ac:spMkLst>
            <pc:docMk/>
            <pc:sldMk cId="3791392342" sldId="277"/>
            <ac:spMk id="40" creationId="{6BBCF4FE-3C7C-4592-E45B-B3C65DDDB7C6}"/>
          </ac:spMkLst>
        </pc:spChg>
      </pc:sldChg>
      <pc:sldChg chg="add del">
        <pc:chgData name="Owais Ahmed" userId="6abc7d4556b3b071" providerId="LiveId" clId="{D0A51F83-B713-4A4D-8105-C75936B8E1D2}" dt="2026-09-17T05:35:32.303" v="6837" actId="2890"/>
        <pc:sldMkLst>
          <pc:docMk/>
          <pc:sldMk cId="1326036003" sldId="278"/>
        </pc:sldMkLst>
      </pc:sldChg>
      <pc:sldChg chg="addSp delSp modSp new del mod setBg modNotesTx">
        <pc:chgData name="Owais Ahmed" userId="6abc7d4556b3b071" providerId="LiveId" clId="{D0A51F83-B713-4A4D-8105-C75936B8E1D2}" dt="2026-09-17T07:30:20.664" v="9186" actId="47"/>
        <pc:sldMkLst>
          <pc:docMk/>
          <pc:sldMk cId="2796265088" sldId="278"/>
        </pc:sldMkLst>
        <pc:spChg chg="add del">
          <ac:chgData name="Owais Ahmed" userId="6abc7d4556b3b071" providerId="LiveId" clId="{D0A51F83-B713-4A4D-8105-C75936B8E1D2}" dt="2026-09-17T05:53:42.245" v="7473" actId="26606"/>
          <ac:spMkLst>
            <pc:docMk/>
            <pc:sldMk cId="2796265088" sldId="278"/>
            <ac:spMk id="7" creationId="{42A4FC2C-047E-45A5-965D-8E1E3BF09BC6}"/>
          </ac:spMkLst>
        </pc:spChg>
        <pc:spChg chg="add del">
          <ac:chgData name="Owais Ahmed" userId="6abc7d4556b3b071" providerId="LiveId" clId="{D0A51F83-B713-4A4D-8105-C75936B8E1D2}" dt="2026-09-17T05:51:23.354" v="7465" actId="26606"/>
          <ac:spMkLst>
            <pc:docMk/>
            <pc:sldMk cId="2796265088" sldId="278"/>
            <ac:spMk id="8" creationId="{AB8C311F-7253-4AED-9701-7FC0708C41C7}"/>
          </ac:spMkLst>
        </pc:spChg>
        <pc:spChg chg="add del">
          <ac:chgData name="Owais Ahmed" userId="6abc7d4556b3b071" providerId="LiveId" clId="{D0A51F83-B713-4A4D-8105-C75936B8E1D2}" dt="2026-09-17T05:51:23.354" v="7465" actId="26606"/>
          <ac:spMkLst>
            <pc:docMk/>
            <pc:sldMk cId="2796265088" sldId="278"/>
            <ac:spMk id="10" creationId="{E2384209-CB15-4CDF-9D31-C44FD9A3F20D}"/>
          </ac:spMkLst>
        </pc:spChg>
        <pc:spChg chg="add del">
          <ac:chgData name="Owais Ahmed" userId="6abc7d4556b3b071" providerId="LiveId" clId="{D0A51F83-B713-4A4D-8105-C75936B8E1D2}" dt="2026-09-17T05:51:23.354" v="7465" actId="26606"/>
          <ac:spMkLst>
            <pc:docMk/>
            <pc:sldMk cId="2796265088" sldId="278"/>
            <ac:spMk id="12" creationId="{2633B3B5-CC90-43F0-8714-D31D1F3F0209}"/>
          </ac:spMkLst>
        </pc:spChg>
        <pc:spChg chg="add del">
          <ac:chgData name="Owais Ahmed" userId="6abc7d4556b3b071" providerId="LiveId" clId="{D0A51F83-B713-4A4D-8105-C75936B8E1D2}" dt="2026-09-17T05:51:23.354" v="7465" actId="26606"/>
          <ac:spMkLst>
            <pc:docMk/>
            <pc:sldMk cId="2796265088" sldId="278"/>
            <ac:spMk id="14" creationId="{A8D57A06-A426-446D-B02C-A2DC6B62E45E}"/>
          </ac:spMkLst>
        </pc:spChg>
        <pc:grpChg chg="add del">
          <ac:chgData name="Owais Ahmed" userId="6abc7d4556b3b071" providerId="LiveId" clId="{D0A51F83-B713-4A4D-8105-C75936B8E1D2}" dt="2026-09-17T05:51:42.520" v="7467" actId="26606"/>
          <ac:grpSpMkLst>
            <pc:docMk/>
            <pc:sldMk cId="2796265088" sldId="278"/>
            <ac:grpSpMk id="17" creationId="{63737881-458F-40AD-B72B-B57D267DC423}"/>
          </ac:grpSpMkLst>
        </pc:grpChg>
        <pc:picChg chg="add del mod">
          <ac:chgData name="Owais Ahmed" userId="6abc7d4556b3b071" providerId="LiveId" clId="{D0A51F83-B713-4A4D-8105-C75936B8E1D2}" dt="2026-09-17T05:51:43.584" v="7468" actId="22"/>
          <ac:picMkLst>
            <pc:docMk/>
            <pc:sldMk cId="2796265088" sldId="278"/>
            <ac:picMk id="3" creationId="{B79BF601-9BD5-ACCA-DAAE-9DF04CCDEA87}"/>
          </ac:picMkLst>
        </pc:picChg>
        <pc:picChg chg="add mod modCrop">
          <ac:chgData name="Owais Ahmed" userId="6abc7d4556b3b071" providerId="LiveId" clId="{D0A51F83-B713-4A4D-8105-C75936B8E1D2}" dt="2026-09-17T06:37:21.583" v="8348"/>
          <ac:picMkLst>
            <pc:docMk/>
            <pc:sldMk cId="2796265088" sldId="278"/>
            <ac:picMk id="5" creationId="{CF2151BE-7BE5-DC1C-72B5-2CCDD89BAE57}"/>
          </ac:picMkLst>
        </pc:picChg>
      </pc:sldChg>
      <pc:sldChg chg="add del setBg">
        <pc:chgData name="Owais Ahmed" userId="6abc7d4556b3b071" providerId="LiveId" clId="{D0A51F83-B713-4A4D-8105-C75936B8E1D2}" dt="2026-09-17T05:55:32.824" v="7485"/>
        <pc:sldMkLst>
          <pc:docMk/>
          <pc:sldMk cId="2716711948" sldId="279"/>
        </pc:sldMkLst>
      </pc:sldChg>
      <pc:sldChg chg="modSp add del mod modAnim">
        <pc:chgData name="Owais Ahmed" userId="6abc7d4556b3b071" providerId="LiveId" clId="{D0A51F83-B713-4A4D-8105-C75936B8E1D2}" dt="2026-09-17T07:30:23.361" v="9187" actId="47"/>
        <pc:sldMkLst>
          <pc:docMk/>
          <pc:sldMk cId="3318493180" sldId="279"/>
        </pc:sldMkLst>
        <pc:spChg chg="mod">
          <ac:chgData name="Owais Ahmed" userId="6abc7d4556b3b071" providerId="LiveId" clId="{D0A51F83-B713-4A4D-8105-C75936B8E1D2}" dt="2026-09-17T06:53:53.682" v="9092" actId="20577"/>
          <ac:spMkLst>
            <pc:docMk/>
            <pc:sldMk cId="3318493180" sldId="279"/>
            <ac:spMk id="3" creationId="{4D698E6C-0DC6-AA82-E940-F1DC2C7BE4C6}"/>
          </ac:spMkLst>
        </pc:spChg>
        <pc:spChg chg="mod">
          <ac:chgData name="Owais Ahmed" userId="6abc7d4556b3b071" providerId="LiveId" clId="{D0A51F83-B713-4A4D-8105-C75936B8E1D2}" dt="2026-09-17T06:46:13.352" v="8734" actId="20577"/>
          <ac:spMkLst>
            <pc:docMk/>
            <pc:sldMk cId="3318493180" sldId="279"/>
            <ac:spMk id="5" creationId="{2DB8D073-CB4C-BE32-C2E8-BFB11ED51D2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7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30AB-B721-66D8-29C6-BD2DC667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35C83-C165-9F50-E3C6-D8DF06BD2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03FD4-7A0A-7AB7-7A60-BBA091229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 2008, 4th largest US investment bank, Lehman Brothers collapsed after massive exposure to risky mortgages led to huge losses, a loss of confidence, and a liquidity crisis.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AC2F6-6E12-CD98-44CB-241810AF7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35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1490C-FA15-45B6-6F27-DD2D09D91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6B425-ED59-C1D4-80AD-53F95250D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2C560-CAE5-46A6-A5A7-B4BA28697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dirty="0"/>
              <a:t>Not using accounting terms like Debit and Credit. A shopkeeper also maintains the same without knowing what an accounting ledger is.</a:t>
            </a:r>
          </a:p>
          <a:p>
            <a:pPr marL="228600" indent="-228600">
              <a:buFont typeface="+mj-lt"/>
              <a:buAutoNum type="arabicPeriod"/>
            </a:pPr>
            <a:r>
              <a:rPr lang="en-GB" dirty="0"/>
              <a:t>A blockchain ledger is conceptually similar to an accounting ledger: it records transactions that change the state or balances of accounts, but a blockchain distributes that ledger across a network rather than having one institution maintain the authoritative copy.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01A4A-DA87-211E-FF13-A7CAB57C2A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27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AC35D-1343-47AD-F545-36919EE2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5B041-E2AD-E9A0-DF79-D1E8FAFD0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32DA9-A043-F858-51AA-20A7002EB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C5C70-2AB0-9DAA-0D54-D9FDF8C49D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60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9EC9D-872F-7841-FE1E-BDEBCCF4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3CF4A-57D2-D947-A3A4-3A3D70748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81BBE-3CAA-60EF-1FC6-D9BABE72A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Function f can be any mathematical function, e.g. the count of even digits * the count of odd digits.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3A9B5-2F84-2FFC-31E0-40569E633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0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7800-24DC-C4AC-2FEC-4E7CC696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6E75F-3F0B-EC4F-EBCA-7487926DB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5B578-D30B-726B-A89E-C89B17502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It’s like making ABC juice. You can’t retrieve Apple, Beetroot and Carrot back.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Recommended: </a:t>
            </a:r>
            <a:r>
              <a:rPr lang="en-US" dirty="0"/>
              <a:t>https://www.youtube.com/watch?v=DMtFhACPnTY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Question! Why do password recoveries usually ask you to regenerate a new password rather than simply giving you your password?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D665C-8623-E8FD-DA7E-21AA8BE01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63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DCA06-8367-5EC5-15DA-BED5E860F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B2C0D-9BAC-62F3-D0A1-F4C1299B2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01EDE-F1F3-0ACF-114F-B685C2C52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Public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-private key combination can be understood as a mailbox. Everyone can put a letter into it, only the mailbox owner has the key to unlock it.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Private key is generated first, then a public key is derived from it. The public key is what we call a Wallet address in the cryptocurrency world.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entire population started creating a new wallet for entire population each second, it will take 5.5 trillion years to start noticing collisions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EC17A-7CE5-ED05-E845-7E6F9C29A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98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3EDE2-E9C5-A4D3-6C29-D5C7020B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B9770-75D4-58B4-2805-7253EFAEB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AD5C4-C2E2-0235-61CF-979B40F15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65A0B-56B6-5FEE-644D-C60591612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94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1611F-6887-2D28-3718-5EE6E207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2A931-B0E6-509A-E11F-029A75106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6F89E-4A79-32C0-EE79-C84A7CE21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812C8-9E5B-3789-627E-1B21BB1AC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00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B46E-94D8-95A3-0D8F-865EF9DA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3BA49-DBD9-4553-4C86-9B3AF18EF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FA739-BD27-1C8A-9A90-B6F67F6A0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You can use Chrome-based browsers, but the most recommended browser is Brave. Firefox is second priority. Safari is a no-go.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12C63-E5A9-20C8-D1DB-71C3AD230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23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82DF0-CDA3-9AF5-C447-4F57AF49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01A0C-A645-2A80-446E-BE84502BD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FD651-3D93-7822-695A-EE77181E3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You can use Chrome-based browsers, but the most recommended browser is Brave. Firefox is second priority. Safari is a no-go.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C7D6-6ABD-3E48-5950-7CEA5D59C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86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D585-E866-06BF-E95D-738D7D0A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1A7A3-96D3-455C-6DA2-F4D60CA91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E6190-F784-33DA-49FD-9BB1D4014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9C101-829C-7AC1-10A0-B2032E425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1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E2844-59EE-BD48-5615-30137D98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F25B4-6828-5A95-9CB3-EDB074E34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3DB49-C279-6A41-B152-7D5CEB648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151B9-85C8-92F2-E27A-17016503B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99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474E-3BD7-46F9-2897-CB20CE16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30D0B-BA65-763E-7E17-744A22EF2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3F405-691C-9436-8240-70BF87358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E8FD9-F155-D7D2-8CBB-9728728F1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5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epolia-faucet.pk910.de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F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5273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576638"/>
            <a:ext cx="1471612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 dirty="0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Blockchain, Bitcoin and Decentralized Finance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Biggest Bankruptcy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C7647194-0E31-0264-1D4B-64EAC554D8BC}"/>
              </a:ext>
            </a:extLst>
          </p:cNvPr>
          <p:cNvSpPr/>
          <p:nvPr/>
        </p:nvSpPr>
        <p:spPr>
          <a:xfrm>
            <a:off x="952500" y="2638425"/>
            <a:ext cx="16692116" cy="7279298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Fall of Lehman Brothers in 2008, 4th largest US investment bank was a tipping point.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created a gap for a system that is: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Transparent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Governed by same law everywhere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Does not have single point of failure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Disallows double spending.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23C22-B4F4-B953-87A5-A5B5F459C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21CEFB-537A-77D5-CDA9-63C3243BB28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B86C11-2803-5704-5285-85DE6ECB2EC7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DC6F8B-4294-40E8-579E-2C6CF776D24A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Biggest Bankruptcy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90AE0532-0849-8314-2A5B-1751DAE0D2F6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Fall of Lehman Brothers was a tipping point.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created a gap for a system that is: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Transparent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Governed by same law everywhere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Does not have single point of failure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Disallows double spending.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Answer: </a:t>
            </a:r>
            <a:r>
              <a:rPr lang="en-GB" sz="44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Blockchain</a:t>
            </a:r>
          </a:p>
        </p:txBody>
      </p:sp>
    </p:spTree>
    <p:extLst>
      <p:ext uri="{BB962C8B-B14F-4D97-AF65-F5344CB8AC3E}">
        <p14:creationId xmlns:p14="http://schemas.microsoft.com/office/powerpoint/2010/main" val="381838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C5D61-4E13-7BC0-7495-22D9D5CF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EB39A0-076B-4E16-E871-4C888A4BAFB6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97F0B6E-8C82-7181-B87B-707757D9AE8F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812AE0-9C33-F508-8E92-E447A67FD2C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FCD21723-4FFE-E53A-B748-5EB5D8277B04}"/>
              </a:ext>
            </a:extLst>
          </p:cNvPr>
          <p:cNvSpPr/>
          <p:nvPr/>
        </p:nvSpPr>
        <p:spPr>
          <a:xfrm>
            <a:off x="952500" y="2638426"/>
            <a:ext cx="16692116" cy="7345834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A generic account book (</a:t>
            </a:r>
            <a:r>
              <a:rPr lang="ur-PK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کھاتہ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of shopkeepers.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Simple format: Date, Name, Out, In, Balance, Description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 entry on new page is the closing balance from pervious page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Tempering anything in the past means you must adjust every page after</a:t>
            </a:r>
          </a:p>
        </p:txBody>
      </p:sp>
    </p:spTree>
    <p:extLst>
      <p:ext uri="{BB962C8B-B14F-4D97-AF65-F5344CB8AC3E}">
        <p14:creationId xmlns:p14="http://schemas.microsoft.com/office/powerpoint/2010/main" val="195562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ECCCF-4C64-57F7-3BCB-7F30184A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8E83D5-0B65-ECC1-4F07-8DB2E3AF7E09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F3F1B5-0FF9-36D7-D569-2626FB4F3E68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7A4230-ABB2-DDAB-D8BA-21BEF41544C8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EBA4AB0E-690D-1539-4E91-3E5FF0E6C1B2}"/>
              </a:ext>
            </a:extLst>
          </p:cNvPr>
          <p:cNvSpPr/>
          <p:nvPr/>
        </p:nvSpPr>
        <p:spPr>
          <a:xfrm>
            <a:off x="952500" y="2638425"/>
            <a:ext cx="16692116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Blockchain: a public ledger of transactions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Block: a collection of transactions; each block knows about the previous block (like pages linked in the account book)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Transaction: an event of transfer of assets of certain value from a sender to a receiver with a timestamp.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Account: a unique number which holds digital assets.</a:t>
            </a:r>
          </a:p>
        </p:txBody>
      </p:sp>
    </p:spTree>
    <p:extLst>
      <p:ext uri="{BB962C8B-B14F-4D97-AF65-F5344CB8AC3E}">
        <p14:creationId xmlns:p14="http://schemas.microsoft.com/office/powerpoint/2010/main" val="271961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7DF7C-5EC7-1007-5DE3-F225519C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2974AC-CC75-FB88-EDC5-1EEB391FCEAB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BD7453-7633-605E-9AAF-2ACFD09FF6BE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65231D-04E9-A8E9-4FAF-6F6CAD260AA5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46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Shape 3">
                <a:extLst>
                  <a:ext uri="{FF2B5EF4-FFF2-40B4-BE49-F238E27FC236}">
                    <a16:creationId xmlns:a16="http://schemas.microsoft.com/office/drawing/2014/main" id="{AC238C30-C537-AFCA-41C9-8F52F2BA5624}"/>
                  </a:ext>
                </a:extLst>
              </p:cNvPr>
              <p:cNvSpPr/>
              <p:nvPr/>
            </p:nvSpPr>
            <p:spPr>
              <a:xfrm>
                <a:off x="952501" y="2638425"/>
                <a:ext cx="8571328" cy="7296407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</p:spPr>
            <p:txBody>
              <a:bodyPr>
                <a:normAutofit fontScale="92500" lnSpcReduction="20000"/>
              </a:bodyPr>
              <a:lstStyle/>
              <a:p>
                <a:pPr marL="571500" indent="-571500"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Simple ledgers can be tempered.</a:t>
                </a:r>
              </a:p>
              <a:p>
                <a:pPr marL="571500" indent="-571500"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For instance:</a:t>
                </a:r>
              </a:p>
              <a:p>
                <a:pPr marL="1028700" lvl="1" indent="-571500"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Alter Ali credits 1500 to 1000</a:t>
                </a:r>
              </a:p>
              <a:p>
                <a:pPr marL="1028700" lvl="1" indent="-571500"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Alter Omar credits 250 to 750</a:t>
                </a:r>
              </a:p>
              <a:p>
                <a:pPr marL="571500" indent="-571500"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The closing balance will stay the same.</a:t>
                </a:r>
              </a:p>
              <a:p>
                <a:pPr marL="571500" indent="-571500"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What if each entry had a checksum?</a:t>
                </a:r>
              </a:p>
              <a:p>
                <a:pPr marL="1028700" lvl="1" indent="-5715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4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𝑑𝑎𝑡𝑒</m:t>
                        </m:r>
                        <m:r>
                          <a:rPr lang="en-US" sz="4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𝑑𝑒𝑏𝑖𝑡</m:t>
                        </m:r>
                        <m:r>
                          <a:rPr lang="en-US" sz="4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𝑐𝑟𝑒𝑑𝑖𝑡</m:t>
                        </m:r>
                        <m:r>
                          <a:rPr lang="en-US" sz="44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4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𝑏𝑎𝑙𝑎𝑛𝑐𝑒</m:t>
                        </m:r>
                      </m:e>
                    </m:d>
                  </m:oMath>
                </a14:m>
                <a:endParaRPr lang="en-US" sz="4400" b="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1028700" lvl="1" indent="-571500"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And the running checksum be Previous checksum + transaction checksum</a:t>
                </a:r>
              </a:p>
              <a:p>
                <a:pPr marL="571500" indent="-571500"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This way, it will be increasingly hard to temper transaction by hand.</a:t>
                </a:r>
              </a:p>
            </p:txBody>
          </p:sp>
        </mc:Choice>
        <mc:Fallback>
          <p:sp>
            <p:nvSpPr>
              <p:cNvPr id="40" name="Shape 3">
                <a:extLst>
                  <a:ext uri="{FF2B5EF4-FFF2-40B4-BE49-F238E27FC236}">
                    <a16:creationId xmlns:a16="http://schemas.microsoft.com/office/drawing/2014/main" id="{AC238C30-C537-AFCA-41C9-8F52F2BA56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1" y="2638425"/>
                <a:ext cx="8571328" cy="7296407"/>
              </a:xfrm>
              <a:prstGeom prst="rect">
                <a:avLst/>
              </a:prstGeom>
              <a:blipFill>
                <a:blip r:embed="rId3"/>
                <a:stretch>
                  <a:fillRect l="-2276" t="-3008" r="-498"/>
                </a:stretch>
              </a:blipFill>
              <a:ln w="19050">
                <a:noFill/>
                <a:prstDash val="soli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B5838F-1EBA-2E93-333D-6C8B9517F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358977"/>
              </p:ext>
            </p:extLst>
          </p:nvPr>
        </p:nvGraphicFramePr>
        <p:xfrm>
          <a:off x="9678343" y="2638424"/>
          <a:ext cx="7966274" cy="5369952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779699">
                  <a:extLst>
                    <a:ext uri="{9D8B030D-6E8A-4147-A177-3AD203B41FA5}">
                      <a16:colId xmlns:a16="http://schemas.microsoft.com/office/drawing/2014/main" val="4206844918"/>
                    </a:ext>
                  </a:extLst>
                </a:gridCol>
                <a:gridCol w="1652578">
                  <a:extLst>
                    <a:ext uri="{9D8B030D-6E8A-4147-A177-3AD203B41FA5}">
                      <a16:colId xmlns:a16="http://schemas.microsoft.com/office/drawing/2014/main" val="2738642526"/>
                    </a:ext>
                  </a:extLst>
                </a:gridCol>
                <a:gridCol w="1504270">
                  <a:extLst>
                    <a:ext uri="{9D8B030D-6E8A-4147-A177-3AD203B41FA5}">
                      <a16:colId xmlns:a16="http://schemas.microsoft.com/office/drawing/2014/main" val="3829862259"/>
                    </a:ext>
                  </a:extLst>
                </a:gridCol>
                <a:gridCol w="1504270">
                  <a:extLst>
                    <a:ext uri="{9D8B030D-6E8A-4147-A177-3AD203B41FA5}">
                      <a16:colId xmlns:a16="http://schemas.microsoft.com/office/drawing/2014/main" val="3320748403"/>
                    </a:ext>
                  </a:extLst>
                </a:gridCol>
                <a:gridCol w="1525457">
                  <a:extLst>
                    <a:ext uri="{9D8B030D-6E8A-4147-A177-3AD203B41FA5}">
                      <a16:colId xmlns:a16="http://schemas.microsoft.com/office/drawing/2014/main" val="2455693505"/>
                    </a:ext>
                  </a:extLst>
                </a:gridCol>
              </a:tblGrid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b="1" u="none" strike="noStrike" dirty="0">
                          <a:effectLst/>
                        </a:rPr>
                        <a:t>Date</a:t>
                      </a:r>
                      <a:endParaRPr lang="en-PK" sz="2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b="1" u="none" strike="noStrike" dirty="0">
                          <a:effectLst/>
                        </a:rPr>
                        <a:t>Particulars</a:t>
                      </a:r>
                      <a:endParaRPr lang="en-PK" sz="2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b="1" u="none" strike="noStrike" dirty="0">
                          <a:effectLst/>
                        </a:rPr>
                        <a:t> Debit </a:t>
                      </a:r>
                      <a:endParaRPr lang="en-PK" sz="2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b="1" u="none" strike="noStrike" dirty="0">
                          <a:effectLst/>
                        </a:rPr>
                        <a:t> Credit </a:t>
                      </a:r>
                      <a:endParaRPr lang="en-PK" sz="2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b="1" u="none" strike="noStrike" dirty="0">
                          <a:effectLst/>
                        </a:rPr>
                        <a:t> Balance </a:t>
                      </a:r>
                      <a:endParaRPr lang="en-PK" sz="2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940010986"/>
                  </a:ext>
                </a:extLst>
              </a:tr>
              <a:tr h="4757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01/01/26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Opening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5,000.00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5,000.00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3877415422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02/01/26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Zara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   800.00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4,200.00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817759454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03/01/26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Omar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   100.00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4,300.00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3740920365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04/01/26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Sara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      25.00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4,275.00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2368126290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05/01/26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Ali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1,500.00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2,775.00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1724909361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06/01/26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Zara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   200.00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2,975.00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1027072921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07/01/26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Omar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      30.00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3,005.00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185226714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08/01/26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Sara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   500.00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3,505.00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1339588417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09/01/26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Ali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     300.00 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3,205.00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1929726237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K" sz="2700" u="none" strike="noStrike" dirty="0">
                          <a:effectLst/>
                        </a:rPr>
                        <a:t>10/01/26</a:t>
                      </a: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Omar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   250.00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u="none" strike="noStrike">
                          <a:effectLst/>
                        </a:rPr>
                        <a:t>  2,955.00 </a:t>
                      </a: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1423703895"/>
                  </a:ext>
                </a:extLst>
              </a:tr>
              <a:tr h="4449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PK" sz="2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PK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PK" sz="2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PK" sz="2700" b="1" u="none" strike="noStrike" dirty="0">
                          <a:effectLst/>
                        </a:rPr>
                        <a:t> Closing </a:t>
                      </a:r>
                      <a:endParaRPr lang="en-PK" sz="2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PK" sz="2700" b="1" u="none" strike="noStrike" dirty="0">
                          <a:effectLst/>
                        </a:rPr>
                        <a:t> 2,955.00 </a:t>
                      </a:r>
                      <a:endParaRPr lang="en-PK" sz="2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90" marR="15890" marT="15890" marB="0" anchor="ctr"/>
                </a:tc>
                <a:extLst>
                  <a:ext uri="{0D108BD9-81ED-4DB2-BD59-A6C34878D82A}">
                    <a16:rowId xmlns:a16="http://schemas.microsoft.com/office/drawing/2014/main" val="152693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40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62DA5-3EF5-4773-BEE9-3C2C3FD0B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FA0F51-DC36-274A-196A-8EF75B5432E2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EF905B-7582-A582-EF4D-B085BC7AABCA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5D4CBA-E666-D1FE-DA65-4080079D71D1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051FDA78-8ADD-66FF-02EF-85B15000080E}"/>
              </a:ext>
            </a:extLst>
          </p:cNvPr>
          <p:cNvSpPr/>
          <p:nvPr/>
        </p:nvSpPr>
        <p:spPr>
          <a:xfrm>
            <a:off x="952500" y="2638425"/>
            <a:ext cx="16692116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However, the checksums have two weaknesses: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They can conflict, i.e. two different transactions can produce same checksum.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Checksum functions are primitive, modern computers can break them relatively easily.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Blockchains use something called a Hash to remedy these weaknesses.</a:t>
            </a:r>
          </a:p>
          <a:p>
            <a:pPr algn="ctr"/>
            <a:r>
              <a:rPr lang="en-GB" sz="44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Hashing is the process of generating a code of fixed length from data, which is collision-free and cannot be reverse-engineered.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Hash can not show you the original data, but it can verify you.</a:t>
            </a:r>
          </a:p>
        </p:txBody>
      </p:sp>
    </p:spTree>
    <p:extLst>
      <p:ext uri="{BB962C8B-B14F-4D97-AF65-F5344CB8AC3E}">
        <p14:creationId xmlns:p14="http://schemas.microsoft.com/office/powerpoint/2010/main" val="330355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2F1D2-673A-A301-7F6B-71638262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68C1F4-2AFD-7C0D-1AA9-8CCFC8219169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1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F4EA5C-49BC-88CD-8E4B-BA50BF44CACC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6240C3-A9EF-3CB2-53A7-B6C66BD5887D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6DB456E8-5CAF-81CB-6FB2-94B614B6BDAD}"/>
              </a:ext>
            </a:extLst>
          </p:cNvPr>
          <p:cNvSpPr/>
          <p:nvPr/>
        </p:nvSpPr>
        <p:spPr>
          <a:xfrm>
            <a:off x="952500" y="2638425"/>
            <a:ext cx="16692116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10000"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Hashing is not the only security measure. Accounts in a blockchain are secured by so-called 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Asymmetric Encryption</a:t>
            </a: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cryptographic algorithm (e.g., Ethereum uses ECC – Elliptic Curve Cryptography) generates two keys when a new account is created: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Public key: the Account number anybody can use to send assets, as well as read its transactions.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Private key: the code which is used to unlock the account to perform transactions.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These look like, but are not random numbers. There is 1/10⁴⁸ chance of duplication.</a:t>
            </a:r>
          </a:p>
          <a:p>
            <a:r>
              <a:rPr lang="en-GB" sz="44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Private key is the secret, which is never meant to be shared. It is not a password. It cannot be changed or retrieved if forgotten.</a:t>
            </a:r>
          </a:p>
        </p:txBody>
      </p:sp>
    </p:spTree>
    <p:extLst>
      <p:ext uri="{BB962C8B-B14F-4D97-AF65-F5344CB8AC3E}">
        <p14:creationId xmlns:p14="http://schemas.microsoft.com/office/powerpoint/2010/main" val="33473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0F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1EEAD-FF3E-4E41-81FD-0E95BEAD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67A6AC-DDFF-9D68-C4A5-C9E3C9A4A72C}"/>
              </a:ext>
            </a:extLst>
          </p:cNvPr>
          <p:cNvSpPr/>
          <p:nvPr/>
        </p:nvSpPr>
        <p:spPr>
          <a:xfrm>
            <a:off x="1143000" y="285273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E83179-F012-BAE2-9EF9-653B87A32BB4}"/>
              </a:ext>
            </a:extLst>
          </p:cNvPr>
          <p:cNvSpPr/>
          <p:nvPr/>
        </p:nvSpPr>
        <p:spPr>
          <a:xfrm>
            <a:off x="1143000" y="3576638"/>
            <a:ext cx="1471612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 dirty="0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your first Account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F8B626-F808-06B2-ADB3-2215FD690598}"/>
              </a:ext>
            </a:extLst>
          </p:cNvPr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09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38EA4-855E-6638-3759-3E8CCA7E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1A1718-D6A2-B2CE-BC4A-F75A2A747336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Practical Exercise/Demo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AAF23A-86FD-38A2-2B5F-ACD4F652CE0B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913DEE-1D6C-ED40-EF39-671756D3F7F7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MetaMask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4C01FD65-5D66-989C-13E6-94C2BFA3C756}"/>
              </a:ext>
            </a:extLst>
          </p:cNvPr>
          <p:cNvSpPr/>
          <p:nvPr/>
        </p:nvSpPr>
        <p:spPr>
          <a:xfrm>
            <a:off x="952500" y="2638425"/>
            <a:ext cx="16692116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are several free tools available for you to interact with Blockchains without going through complex protocols.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Among the most important ones is MetaMask.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MetaMask is an interface between you and the blockchain.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does not actually hold your assets; it only provides a nice UI.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Trust Wallet, Coinbase Wallet, Phantom, etc. do the same.</a:t>
            </a:r>
          </a:p>
        </p:txBody>
      </p:sp>
    </p:spTree>
    <p:extLst>
      <p:ext uri="{BB962C8B-B14F-4D97-AF65-F5344CB8AC3E}">
        <p14:creationId xmlns:p14="http://schemas.microsoft.com/office/powerpoint/2010/main" val="144979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F574E-A91D-DD18-EE3B-32E842F3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8ED9A6-C7B9-DE72-C11C-9C670ED1999E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Practical Exercise/Demo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8DA87F-2A33-A7BC-6BD5-7D2E95081577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337B45-178A-4414-6029-0B2F4D3D9B4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91249726-61AB-236B-CF6E-3EFE607DF227}"/>
              </a:ext>
            </a:extLst>
          </p:cNvPr>
          <p:cNvSpPr/>
          <p:nvPr/>
        </p:nvSpPr>
        <p:spPr>
          <a:xfrm>
            <a:off x="952500" y="2638425"/>
            <a:ext cx="16692116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10000"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 MetaMask.io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Search and Install MetaMask extension from Extensions/Web Store.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Unfortunately, many ISPs block tools like Brave browser and Wallet providing services in the name of security.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a new Wallet: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Choose “Use Recovery Phrase” option.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Enter a strong password (your responsibility to keep it safe).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“If I lose this password, MetaMask can’t reset it”.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Skip if you’re asked to Setup using Windows Hello.</a:t>
            </a:r>
          </a:p>
        </p:txBody>
      </p:sp>
    </p:spTree>
    <p:extLst>
      <p:ext uri="{BB962C8B-B14F-4D97-AF65-F5344CB8AC3E}">
        <p14:creationId xmlns:p14="http://schemas.microsoft.com/office/powerpoint/2010/main" val="353115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320A6-B97E-726F-BF7A-A7659BB4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A9E509-B9C1-8F7D-E6A4-09345AFFB845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Practical Exercise/Demo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A0BF8D-B193-D5DD-58C1-A0138EF9E9CB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6DD677-C073-FC5A-8966-073C3633444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3CAEFEE1-BB3D-8E68-A860-1AC83408F8FE}"/>
              </a:ext>
            </a:extLst>
          </p:cNvPr>
          <p:cNvSpPr/>
          <p:nvPr/>
        </p:nvSpPr>
        <p:spPr>
          <a:xfrm>
            <a:off x="952500" y="2638425"/>
            <a:ext cx="10737752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Once you land on this screen, hide/dim your monitor. You may choose “Remind me later”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password is temporary. The seed phrase is your Private key.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do not store Secret Recovery Phrase, you lose your account if MetaMask is reset.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Also disallow collecting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255FEC-82F6-1565-064C-22F2E45A1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8010" y="2638425"/>
            <a:ext cx="5337489" cy="727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9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3BFFFF-AFDC-5713-5E98-CA356E35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F3C868-86E5-1557-434A-838E2342D4E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Practical Exercise/Demo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E06E3A2-364D-621E-D754-484600FE760C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5894E5-37A3-056C-0B46-799FB8B0D4F2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C73718C5-EFCB-28E7-CDB8-7805B2E8AC60}"/>
              </a:ext>
            </a:extLst>
          </p:cNvPr>
          <p:cNvSpPr/>
          <p:nvPr/>
        </p:nvSpPr>
        <p:spPr>
          <a:xfrm>
            <a:off x="952499" y="2638425"/>
            <a:ext cx="11727625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10000"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 startAt="5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 your Wallet.</a:t>
            </a:r>
          </a:p>
          <a:p>
            <a:pPr marL="1200150" lvl="1" indent="-7429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Wallet address/public key looks something like: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0x07dE….b8C0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1200150" lvl="1" indent="-7429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your address for Ethereum’s blockchain opened on MetaMask.</a:t>
            </a:r>
          </a:p>
          <a:p>
            <a:pPr marL="1200150" lvl="1" indent="-7429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Blockchain is not one single entity. Bitcoin, Ethereum, Binance, Solana, Tron, etc. are separate blockchains independent of each other.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5CAF63-078B-D9CF-6D06-E5EFAAA20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0125" y="2638425"/>
            <a:ext cx="4655376" cy="729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0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3EAC4-3FAB-AD0F-1E61-09DF9E360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8DC760-5CF5-AAFA-AFEB-A29FA30993C3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Practical Exercise/Demo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E4B434-3696-CEE8-D7BE-861D9E06949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DDE0DB-969E-9C25-5EAB-CE0F4FD50D7A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2AD3631-B7F5-296A-B63C-14DB1C9C1A63}"/>
              </a:ext>
            </a:extLst>
          </p:cNvPr>
          <p:cNvSpPr/>
          <p:nvPr/>
        </p:nvSpPr>
        <p:spPr>
          <a:xfrm>
            <a:off x="952499" y="2638425"/>
            <a:ext cx="11727625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77500" lnSpcReduction="20000"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 startAt="6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 to Menu (Top-right) &gt; Networks &gt; Enable “Show Test Networks”.</a:t>
            </a:r>
          </a:p>
          <a:p>
            <a:pPr marL="1200150" lvl="1" indent="-7429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will allow you to view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Sepolia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which is a Test network of Ethereum blockchain.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 startAt="6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Finally, visit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https://sepolia-faucet.pk910.de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enter your Wallet address to start mining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SepETH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Sepolia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Ethers) using your CPU.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 startAt="6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Also, try asking ChatGPT for ways to obtain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SepETH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You should each have at least 0.2SepETH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 startAt="6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Email me your Wallet address to receive 0.1SepETH.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AD4B8-AAD8-CED2-92AC-6E98642FF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0125" y="2638425"/>
            <a:ext cx="4655376" cy="729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5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7965F-0FBD-4755-B4F1-0BF63DB5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87FF05-BA5D-1CB5-E1CF-3C887D5367F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Practical Exercise/Demo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5600AE-7275-C198-A48A-29FD8C38F24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EFBD1C-0470-5A7D-AC88-938C5A50D67B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Week…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6BBCF4FE-3C7C-4592-E45B-B3C65DDDB7C6}"/>
              </a:ext>
            </a:extLst>
          </p:cNvPr>
          <p:cNvSpPr/>
          <p:nvPr/>
        </p:nvSpPr>
        <p:spPr>
          <a:xfrm>
            <a:off x="952500" y="2638425"/>
            <a:ext cx="16692116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discuss the first distributed ledger, i.e. Bitcoin.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was Bitcoin created. The genesis block to current block.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mining and Proof of Work.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to read, understand and verify a transaction on Bitcoin blockchain.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 transaction on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Sepolia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Testnet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139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825</TotalTime>
  <Words>1367</Words>
  <Application>Microsoft Office PowerPoint</Application>
  <PresentationFormat>Custom</PresentationFormat>
  <Paragraphs>176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 Narrow</vt:lpstr>
      <vt:lpstr>Arial</vt:lpstr>
      <vt:lpstr>Cambria Math</vt:lpstr>
      <vt:lpstr>Courier New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Owais Ahmed</cp:lastModifiedBy>
  <cp:revision>22</cp:revision>
  <dcterms:created xsi:type="dcterms:W3CDTF">2026-08-06T04:34:38Z</dcterms:created>
  <dcterms:modified xsi:type="dcterms:W3CDTF">2026-09-17T13:55:28Z</dcterms:modified>
</cp:coreProperties>
</file>