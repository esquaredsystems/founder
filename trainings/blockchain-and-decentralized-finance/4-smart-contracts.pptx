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60" r:id="rId2"/>
    <p:sldId id="291" r:id="rId3"/>
    <p:sldId id="263" r:id="rId4"/>
    <p:sldId id="290" r:id="rId5"/>
    <p:sldId id="307" r:id="rId6"/>
    <p:sldId id="304" r:id="rId7"/>
    <p:sldId id="306" r:id="rId8"/>
    <p:sldId id="305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295" r:id="rId20"/>
    <p:sldId id="277" r:id="rId2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0F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6BF15-BAB0-4DAB-9A09-54DAD08FA513}" v="4037" dt="2026-10-08T15:28:23.8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894" autoAdjust="0"/>
    <p:restoredTop sz="91852" autoAdjust="0"/>
  </p:normalViewPr>
  <p:slideViewPr>
    <p:cSldViewPr snapToGrid="0" snapToObjects="1">
      <p:cViewPr varScale="1">
        <p:scale>
          <a:sx n="86" d="100"/>
          <a:sy n="86" d="100"/>
        </p:scale>
        <p:origin x="1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5A8F38CE-09FB-56AA-AC3A-BD6A43DD5B5D}"/>
    <pc:docChg chg="modSld">
      <pc:chgData name="Owais Ahmed" userId="6abc7d4556b3b071" providerId="LiveId" clId="{5A8F38CE-09FB-56AA-AC3A-BD6A43DD5B5D}" dt="2026-10-09T05:02:56.871" v="35" actId="20577"/>
      <pc:docMkLst>
        <pc:docMk/>
      </pc:docMkLst>
      <pc:sldChg chg="modSp">
        <pc:chgData name="Owais Ahmed" userId="6abc7d4556b3b071" providerId="LiveId" clId="{5A8F38CE-09FB-56AA-AC3A-BD6A43DD5B5D}" dt="2026-10-09T05:02:56.871" v="35" actId="20577"/>
        <pc:sldMkLst>
          <pc:docMk/>
          <pc:sldMk cId="626846544" sldId="306"/>
        </pc:sldMkLst>
        <pc:spChg chg="mod">
          <ac:chgData name="Owais Ahmed" userId="6abc7d4556b3b071" providerId="LiveId" clId="{5A8F38CE-09FB-56AA-AC3A-BD6A43DD5B5D}" dt="2026-10-09T05:02:56.871" v="35" actId="20577"/>
          <ac:spMkLst>
            <pc:docMk/>
            <pc:sldMk cId="626846544" sldId="306"/>
            <ac:spMk id="40" creationId="{CA348A0A-7D79-6379-82CD-252F399888D8}"/>
          </ac:spMkLst>
        </pc:spChg>
      </pc:sldChg>
      <pc:sldChg chg="modSp mod">
        <pc:chgData name="Owais Ahmed" userId="6abc7d4556b3b071" providerId="LiveId" clId="{5A8F38CE-09FB-56AA-AC3A-BD6A43DD5B5D}" dt="2026-10-09T04:55:02.757" v="25" actId="20577"/>
        <pc:sldMkLst>
          <pc:docMk/>
          <pc:sldMk cId="2115280248" sldId="316"/>
        </pc:sldMkLst>
        <pc:graphicFrameChg chg="modGraphic">
          <ac:chgData name="Owais Ahmed" userId="6abc7d4556b3b071" providerId="LiveId" clId="{5A8F38CE-09FB-56AA-AC3A-BD6A43DD5B5D}" dt="2026-10-09T04:55:02.757" v="25" actId="20577"/>
          <ac:graphicFrameMkLst>
            <pc:docMk/>
            <pc:sldMk cId="2115280248" sldId="316"/>
            <ac:graphicFrameMk id="8" creationId="{2BFD3DA0-B6B0-D328-3365-E8E18306EF1C}"/>
          </ac:graphicFrameMkLst>
        </pc:graphicFrameChg>
      </pc:sldChg>
    </pc:docChg>
  </pc:docChgLst>
  <pc:docChgLst>
    <pc:chgData name="Owais Ahmed" userId="6abc7d4556b3b071" providerId="LiveId" clId="{D0A51F83-B713-4A4D-8105-C75936B8E1D2}"/>
    <pc:docChg chg="undo redo custSel addSld delSld modSld sldOrd">
      <pc:chgData name="Owais Ahmed" userId="6abc7d4556b3b071" providerId="LiveId" clId="{D0A51F83-B713-4A4D-8105-C75936B8E1D2}" dt="2026-10-08T15:28:23.828" v="31901"/>
      <pc:docMkLst>
        <pc:docMk/>
      </pc:docMkLst>
      <pc:sldChg chg="delSp modSp mod ord delAnim modNotesTx">
        <pc:chgData name="Owais Ahmed" userId="6abc7d4556b3b071" providerId="LiveId" clId="{D0A51F83-B713-4A4D-8105-C75936B8E1D2}" dt="2026-09-23T10:51:00.380" v="18656" actId="20577"/>
        <pc:sldMkLst>
          <pc:docMk/>
          <pc:sldMk cId="0" sldId="260"/>
        </pc:sldMkLst>
        <pc:spChg chg="mod">
          <ac:chgData name="Owais Ahmed" userId="6abc7d4556b3b071" providerId="LiveId" clId="{D0A51F83-B713-4A4D-8105-C75936B8E1D2}" dt="2026-09-17T04:17:15.317" v="4391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Owais Ahmed" userId="6abc7d4556b3b071" providerId="LiveId" clId="{D0A51F83-B713-4A4D-8105-C75936B8E1D2}" dt="2026-09-23T10:51:00.380" v="18656" actId="20577"/>
          <ac:spMkLst>
            <pc:docMk/>
            <pc:sldMk cId="0" sldId="260"/>
            <ac:spMk id="3" creationId="{00000000-0000-0000-0000-000000000000}"/>
          </ac:spMkLst>
        </pc:spChg>
      </pc:sldChg>
      <pc:sldChg chg="addSp delSp modSp add del mod ord addAnim delAnim modAnim modNotesTx">
        <pc:chgData name="Owais Ahmed" userId="6abc7d4556b3b071" providerId="LiveId" clId="{D0A51F83-B713-4A4D-8105-C75936B8E1D2}" dt="2026-10-08T15:18:54.776" v="31721"/>
        <pc:sldMkLst>
          <pc:docMk/>
          <pc:sldMk cId="0" sldId="263"/>
        </pc:sldMkLst>
        <pc:spChg chg="mod">
          <ac:chgData name="Owais Ahmed" userId="6abc7d4556b3b071" providerId="LiveId" clId="{D0A51F83-B713-4A4D-8105-C75936B8E1D2}" dt="2026-10-08T05:22:57.587" v="26665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Owais Ahmed" userId="6abc7d4556b3b071" providerId="LiveId" clId="{D0A51F83-B713-4A4D-8105-C75936B8E1D2}" dt="2026-09-23T10:51:21.331" v="18671" actId="20577"/>
          <ac:spMkLst>
            <pc:docMk/>
            <pc:sldMk cId="0" sldId="263"/>
            <ac:spMk id="5" creationId="{00000000-0000-0000-0000-000000000000}"/>
          </ac:spMkLst>
        </pc:spChg>
        <pc:spChg chg="add mod">
          <ac:chgData name="Owais Ahmed" userId="6abc7d4556b3b071" providerId="LiveId" clId="{D0A51F83-B713-4A4D-8105-C75936B8E1D2}" dt="2026-10-08T15:11:40.091" v="31625" actId="20577"/>
          <ac:spMkLst>
            <pc:docMk/>
            <pc:sldMk cId="0" sldId="263"/>
            <ac:spMk id="40" creationId="{C7647194-0E31-0264-1D4B-64EAC554D8BC}"/>
          </ac:spMkLst>
        </pc:spChg>
      </pc:sldChg>
      <pc:sldChg chg="addSp modSp add del mod modAnim modNotesTx">
        <pc:chgData name="Owais Ahmed" userId="6abc7d4556b3b071" providerId="LiveId" clId="{D0A51F83-B713-4A4D-8105-C75936B8E1D2}" dt="2026-10-08T05:22:27.743" v="26654" actId="47"/>
        <pc:sldMkLst>
          <pc:docMk/>
          <pc:sldMk cId="3818387841" sldId="264"/>
        </pc:sldMkLst>
      </pc:sldChg>
      <pc:sldChg chg="addSp delSp modSp add mod ord delAnim modAnim">
        <pc:chgData name="Owais Ahmed" userId="6abc7d4556b3b071" providerId="LiveId" clId="{D0A51F83-B713-4A4D-8105-C75936B8E1D2}" dt="2026-10-08T15:28:23.828" v="31901"/>
        <pc:sldMkLst>
          <pc:docMk/>
          <pc:sldMk cId="3791392342" sldId="277"/>
        </pc:sldMkLst>
        <pc:spChg chg="mod">
          <ac:chgData name="Owais Ahmed" userId="6abc7d4556b3b071" providerId="LiveId" clId="{D0A51F83-B713-4A4D-8105-C75936B8E1D2}" dt="2026-10-08T15:01:38.382" v="31527"/>
          <ac:spMkLst>
            <pc:docMk/>
            <pc:sldMk cId="3791392342" sldId="277"/>
            <ac:spMk id="2" creationId="{6187FF05-BA5D-1CB5-E1CF-3C887D5367F8}"/>
          </ac:spMkLst>
        </pc:spChg>
        <pc:spChg chg="mod">
          <ac:chgData name="Owais Ahmed" userId="6abc7d4556b3b071" providerId="LiveId" clId="{D0A51F83-B713-4A4D-8105-C75936B8E1D2}" dt="2026-10-08T15:10:54.975" v="31585"/>
          <ac:spMkLst>
            <pc:docMk/>
            <pc:sldMk cId="3791392342" sldId="277"/>
            <ac:spMk id="5" creationId="{BFEFBD1C-0470-5A7D-AC88-938C5A50D67B}"/>
          </ac:spMkLst>
        </pc:spChg>
        <pc:spChg chg="add del">
          <ac:chgData name="Owais Ahmed" userId="6abc7d4556b3b071" providerId="LiveId" clId="{D0A51F83-B713-4A4D-8105-C75936B8E1D2}" dt="2026-10-08T15:10:32.656" v="31583" actId="22"/>
          <ac:spMkLst>
            <pc:docMk/>
            <pc:sldMk cId="3791392342" sldId="277"/>
            <ac:spMk id="6" creationId="{33CA7B4F-C117-1D36-D1B2-05E3AFA62B74}"/>
          </ac:spMkLst>
        </pc:spChg>
        <pc:spChg chg="add del">
          <ac:chgData name="Owais Ahmed" userId="6abc7d4556b3b071" providerId="LiveId" clId="{D0A51F83-B713-4A4D-8105-C75936B8E1D2}" dt="2026-10-08T15:10:32.656" v="31583" actId="22"/>
          <ac:spMkLst>
            <pc:docMk/>
            <pc:sldMk cId="3791392342" sldId="277"/>
            <ac:spMk id="8" creationId="{C87D06EA-CC92-770B-DCF7-807C35EFD1B7}"/>
          </ac:spMkLst>
        </pc:spChg>
        <pc:spChg chg="add del">
          <ac:chgData name="Owais Ahmed" userId="6abc7d4556b3b071" providerId="LiveId" clId="{D0A51F83-B713-4A4D-8105-C75936B8E1D2}" dt="2026-10-08T15:10:32.656" v="31583" actId="22"/>
          <ac:spMkLst>
            <pc:docMk/>
            <pc:sldMk cId="3791392342" sldId="277"/>
            <ac:spMk id="10" creationId="{4CC2BE89-09E9-3D95-2BC9-1CE2EDE314E9}"/>
          </ac:spMkLst>
        </pc:spChg>
        <pc:spChg chg="add del">
          <ac:chgData name="Owais Ahmed" userId="6abc7d4556b3b071" providerId="LiveId" clId="{D0A51F83-B713-4A4D-8105-C75936B8E1D2}" dt="2026-10-08T15:10:32.656" v="31583" actId="22"/>
          <ac:spMkLst>
            <pc:docMk/>
            <pc:sldMk cId="3791392342" sldId="277"/>
            <ac:spMk id="12" creationId="{8C6222AF-9212-903D-7A75-6AA848700111}"/>
          </ac:spMkLst>
        </pc:spChg>
        <pc:spChg chg="add del">
          <ac:chgData name="Owais Ahmed" userId="6abc7d4556b3b071" providerId="LiveId" clId="{D0A51F83-B713-4A4D-8105-C75936B8E1D2}" dt="2026-10-08T15:10:32.656" v="31583" actId="22"/>
          <ac:spMkLst>
            <pc:docMk/>
            <pc:sldMk cId="3791392342" sldId="277"/>
            <ac:spMk id="14" creationId="{6E9940E0-94C1-45AE-DC4E-F181C290C750}"/>
          </ac:spMkLst>
        </pc:spChg>
        <pc:spChg chg="add del">
          <ac:chgData name="Owais Ahmed" userId="6abc7d4556b3b071" providerId="LiveId" clId="{D0A51F83-B713-4A4D-8105-C75936B8E1D2}" dt="2026-10-08T15:10:32.656" v="31583" actId="22"/>
          <ac:spMkLst>
            <pc:docMk/>
            <pc:sldMk cId="3791392342" sldId="277"/>
            <ac:spMk id="16" creationId="{BB784584-A01E-8401-3DB3-CC26C2F8EDD7}"/>
          </ac:spMkLst>
        </pc:spChg>
        <pc:spChg chg="add mod">
          <ac:chgData name="Owais Ahmed" userId="6abc7d4556b3b071" providerId="LiveId" clId="{D0A51F83-B713-4A4D-8105-C75936B8E1D2}" dt="2026-10-08T15:27:52.503" v="31887" actId="20577"/>
          <ac:spMkLst>
            <pc:docMk/>
            <pc:sldMk cId="3791392342" sldId="277"/>
            <ac:spMk id="18" creationId="{B9C514F9-C2F5-158F-45FB-4F555AC89C7F}"/>
          </ac:spMkLst>
        </pc:spChg>
        <pc:spChg chg="mod">
          <ac:chgData name="Owais Ahmed" userId="6abc7d4556b3b071" providerId="LiveId" clId="{D0A51F83-B713-4A4D-8105-C75936B8E1D2}" dt="2026-10-08T15:27:54.818" v="31890" actId="20577"/>
          <ac:spMkLst>
            <pc:docMk/>
            <pc:sldMk cId="3791392342" sldId="277"/>
            <ac:spMk id="20" creationId="{C682864D-D822-D7A6-BDE2-ED1D5C62BE30}"/>
          </ac:spMkLst>
        </pc:spChg>
        <pc:spChg chg="add mod">
          <ac:chgData name="Owais Ahmed" userId="6abc7d4556b3b071" providerId="LiveId" clId="{D0A51F83-B713-4A4D-8105-C75936B8E1D2}" dt="2026-10-08T15:27:56.316" v="31893" actId="20577"/>
          <ac:spMkLst>
            <pc:docMk/>
            <pc:sldMk cId="3791392342" sldId="277"/>
            <ac:spMk id="22" creationId="{076A2894-B17D-423A-AB80-67F80E438F71}"/>
          </ac:spMkLst>
        </pc:spChg>
        <pc:spChg chg="add mod">
          <ac:chgData name="Owais Ahmed" userId="6abc7d4556b3b071" providerId="LiveId" clId="{D0A51F83-B713-4A4D-8105-C75936B8E1D2}" dt="2026-10-08T15:27:57.735" v="31896" actId="20577"/>
          <ac:spMkLst>
            <pc:docMk/>
            <pc:sldMk cId="3791392342" sldId="277"/>
            <ac:spMk id="24" creationId="{7483B7ED-7870-BBAE-67B7-1CD112F97439}"/>
          </ac:spMkLst>
        </pc:spChg>
        <pc:spChg chg="mod">
          <ac:chgData name="Owais Ahmed" userId="6abc7d4556b3b071" providerId="LiveId" clId="{D0A51F83-B713-4A4D-8105-C75936B8E1D2}" dt="2026-10-08T15:28:14.556" v="31898" actId="164"/>
          <ac:spMkLst>
            <pc:docMk/>
            <pc:sldMk cId="3791392342" sldId="277"/>
            <ac:spMk id="26" creationId="{0ED02D06-6583-71D9-699A-55AE0CFD8F38}"/>
          </ac:spMkLst>
        </pc:spChg>
        <pc:spChg chg="add mod">
          <ac:chgData name="Owais Ahmed" userId="6abc7d4556b3b071" providerId="LiveId" clId="{D0A51F83-B713-4A4D-8105-C75936B8E1D2}" dt="2026-10-08T15:28:14.556" v="31898" actId="164"/>
          <ac:spMkLst>
            <pc:docMk/>
            <pc:sldMk cId="3791392342" sldId="277"/>
            <ac:spMk id="28" creationId="{BD576014-5A11-0EEF-6A05-277C2806EB56}"/>
          </ac:spMkLst>
        </pc:spChg>
        <pc:spChg chg="add mod">
          <ac:chgData name="Owais Ahmed" userId="6abc7d4556b3b071" providerId="LiveId" clId="{D0A51F83-B713-4A4D-8105-C75936B8E1D2}" dt="2026-10-08T15:28:14.556" v="31898" actId="164"/>
          <ac:spMkLst>
            <pc:docMk/>
            <pc:sldMk cId="3791392342" sldId="277"/>
            <ac:spMk id="30" creationId="{11E1CE21-0A85-EF4D-5D41-8F4D70807FA6}"/>
          </ac:spMkLst>
        </pc:spChg>
        <pc:spChg chg="mod">
          <ac:chgData name="Owais Ahmed" userId="6abc7d4556b3b071" providerId="LiveId" clId="{D0A51F83-B713-4A4D-8105-C75936B8E1D2}" dt="2026-10-08T15:28:14.556" v="31898" actId="164"/>
          <ac:spMkLst>
            <pc:docMk/>
            <pc:sldMk cId="3791392342" sldId="277"/>
            <ac:spMk id="32" creationId="{72BE1CD6-E22F-834D-8F93-930A9BDF9126}"/>
          </ac:spMkLst>
        </pc:spChg>
        <pc:spChg chg="add mod">
          <ac:chgData name="Owais Ahmed" userId="6abc7d4556b3b071" providerId="LiveId" clId="{D0A51F83-B713-4A4D-8105-C75936B8E1D2}" dt="2026-10-08T15:28:14.556" v="31898" actId="164"/>
          <ac:spMkLst>
            <pc:docMk/>
            <pc:sldMk cId="3791392342" sldId="277"/>
            <ac:spMk id="34" creationId="{7B70032B-25AE-BD33-14EA-3AE9673CE085}"/>
          </ac:spMkLst>
        </pc:spChg>
        <pc:spChg chg="mod">
          <ac:chgData name="Owais Ahmed" userId="6abc7d4556b3b071" providerId="LiveId" clId="{D0A51F83-B713-4A4D-8105-C75936B8E1D2}" dt="2026-10-08T15:28:22.699" v="31900" actId="164"/>
          <ac:spMkLst>
            <pc:docMk/>
            <pc:sldMk cId="3791392342" sldId="277"/>
            <ac:spMk id="36" creationId="{F963061B-04C8-CD92-5FE3-AC28F3D00DF7}"/>
          </ac:spMkLst>
        </pc:spChg>
        <pc:spChg chg="add mod">
          <ac:chgData name="Owais Ahmed" userId="6abc7d4556b3b071" providerId="LiveId" clId="{D0A51F83-B713-4A4D-8105-C75936B8E1D2}" dt="2026-10-08T15:28:22.699" v="31900" actId="164"/>
          <ac:spMkLst>
            <pc:docMk/>
            <pc:sldMk cId="3791392342" sldId="277"/>
            <ac:spMk id="38" creationId="{864336ED-8E7E-C681-132C-F3ECAD6F39E2}"/>
          </ac:spMkLst>
        </pc:spChg>
        <pc:spChg chg="del mod">
          <ac:chgData name="Owais Ahmed" userId="6abc7d4556b3b071" providerId="LiveId" clId="{D0A51F83-B713-4A4D-8105-C75936B8E1D2}" dt="2026-10-08T15:10:21.879" v="31581" actId="478"/>
          <ac:spMkLst>
            <pc:docMk/>
            <pc:sldMk cId="3791392342" sldId="277"/>
            <ac:spMk id="40" creationId="{6BBCF4FE-3C7C-4592-E45B-B3C65DDDB7C6}"/>
          </ac:spMkLst>
        </pc:spChg>
        <pc:spChg chg="add mod">
          <ac:chgData name="Owais Ahmed" userId="6abc7d4556b3b071" providerId="LiveId" clId="{D0A51F83-B713-4A4D-8105-C75936B8E1D2}" dt="2026-10-08T15:28:22.699" v="31900" actId="164"/>
          <ac:spMkLst>
            <pc:docMk/>
            <pc:sldMk cId="3791392342" sldId="277"/>
            <ac:spMk id="41" creationId="{C1F5A456-7837-750D-55B6-94E8FA124423}"/>
          </ac:spMkLst>
        </pc:spChg>
        <pc:spChg chg="mod">
          <ac:chgData name="Owais Ahmed" userId="6abc7d4556b3b071" providerId="LiveId" clId="{D0A51F83-B713-4A4D-8105-C75936B8E1D2}" dt="2026-10-08T15:28:22.699" v="31900" actId="164"/>
          <ac:spMkLst>
            <pc:docMk/>
            <pc:sldMk cId="3791392342" sldId="277"/>
            <ac:spMk id="43" creationId="{8DABBF08-F3BC-BDFF-4896-3352B653D193}"/>
          </ac:spMkLst>
        </pc:spChg>
        <pc:spChg chg="add mod">
          <ac:chgData name="Owais Ahmed" userId="6abc7d4556b3b071" providerId="LiveId" clId="{D0A51F83-B713-4A4D-8105-C75936B8E1D2}" dt="2026-10-08T15:28:22.699" v="31900" actId="164"/>
          <ac:spMkLst>
            <pc:docMk/>
            <pc:sldMk cId="3791392342" sldId="277"/>
            <ac:spMk id="45" creationId="{5B0FA6C6-A4B5-9376-491B-6B586BF95CBE}"/>
          </ac:spMkLst>
        </pc:spChg>
        <pc:spChg chg="add mod">
          <ac:chgData name="Owais Ahmed" userId="6abc7d4556b3b071" providerId="LiveId" clId="{D0A51F83-B713-4A4D-8105-C75936B8E1D2}" dt="2026-10-08T15:28:22.699" v="31900" actId="164"/>
          <ac:spMkLst>
            <pc:docMk/>
            <pc:sldMk cId="3791392342" sldId="277"/>
            <ac:spMk id="47" creationId="{4C8D38B5-E122-9960-4035-DDDB792DAE71}"/>
          </ac:spMkLst>
        </pc:spChg>
        <pc:spChg chg="mod">
          <ac:chgData name="Owais Ahmed" userId="6abc7d4556b3b071" providerId="LiveId" clId="{D0A51F83-B713-4A4D-8105-C75936B8E1D2}" dt="2026-10-08T15:28:22.699" v="31900" actId="164"/>
          <ac:spMkLst>
            <pc:docMk/>
            <pc:sldMk cId="3791392342" sldId="277"/>
            <ac:spMk id="49" creationId="{C6BA0233-A128-436A-47CD-1AD08FE61990}"/>
          </ac:spMkLst>
        </pc:spChg>
        <pc:spChg chg="add mod">
          <ac:chgData name="Owais Ahmed" userId="6abc7d4556b3b071" providerId="LiveId" clId="{D0A51F83-B713-4A4D-8105-C75936B8E1D2}" dt="2026-10-08T15:27:36.583" v="31880" actId="14100"/>
          <ac:spMkLst>
            <pc:docMk/>
            <pc:sldMk cId="3791392342" sldId="277"/>
            <ac:spMk id="51" creationId="{4F940563-5440-2EB8-2A7C-A38D4DB015FE}"/>
          </ac:spMkLst>
        </pc:spChg>
        <pc:spChg chg="add mod">
          <ac:chgData name="Owais Ahmed" userId="6abc7d4556b3b071" providerId="LiveId" clId="{D0A51F83-B713-4A4D-8105-C75936B8E1D2}" dt="2026-10-08T15:28:14.556" v="31898" actId="164"/>
          <ac:spMkLst>
            <pc:docMk/>
            <pc:sldMk cId="3791392342" sldId="277"/>
            <ac:spMk id="53" creationId="{23D60CEE-202D-7903-A556-86FA30B955F4}"/>
          </ac:spMkLst>
        </pc:spChg>
        <pc:grpChg chg="add mod">
          <ac:chgData name="Owais Ahmed" userId="6abc7d4556b3b071" providerId="LiveId" clId="{D0A51F83-B713-4A4D-8105-C75936B8E1D2}" dt="2026-10-08T15:28:14.556" v="31898" actId="164"/>
          <ac:grpSpMkLst>
            <pc:docMk/>
            <pc:sldMk cId="3791392342" sldId="277"/>
            <ac:grpSpMk id="54" creationId="{8B7F9B4F-EB17-A75B-8EAE-9AA4A0ED5121}"/>
          </ac:grpSpMkLst>
        </pc:grpChg>
        <pc:grpChg chg="add mod">
          <ac:chgData name="Owais Ahmed" userId="6abc7d4556b3b071" providerId="LiveId" clId="{D0A51F83-B713-4A4D-8105-C75936B8E1D2}" dt="2026-10-08T15:28:22.699" v="31900" actId="164"/>
          <ac:grpSpMkLst>
            <pc:docMk/>
            <pc:sldMk cId="3791392342" sldId="277"/>
            <ac:grpSpMk id="55" creationId="{75DB025F-7770-840E-4434-E8C7CF738CFC}"/>
          </ac:grpSpMkLst>
        </pc:grpChg>
      </pc:sldChg>
      <pc:sldChg chg="modSp add del mod modAnim">
        <pc:chgData name="Owais Ahmed" userId="6abc7d4556b3b071" providerId="LiveId" clId="{D0A51F83-B713-4A4D-8105-C75936B8E1D2}" dt="2026-10-08T05:22:28.847" v="26655" actId="47"/>
        <pc:sldMkLst>
          <pc:docMk/>
          <pc:sldMk cId="2742078132" sldId="278"/>
        </pc:sldMkLst>
      </pc:sldChg>
      <pc:sldChg chg="addSp modSp mod modAnim">
        <pc:chgData name="Owais Ahmed" userId="6abc7d4556b3b071" providerId="LiveId" clId="{D0A51F83-B713-4A4D-8105-C75936B8E1D2}" dt="2026-10-08T15:19:34.015" v="31728"/>
        <pc:sldMkLst>
          <pc:docMk/>
          <pc:sldMk cId="3497937786" sldId="290"/>
        </pc:sldMkLst>
        <pc:spChg chg="mod">
          <ac:chgData name="Owais Ahmed" userId="6abc7d4556b3b071" providerId="LiveId" clId="{D0A51F83-B713-4A4D-8105-C75936B8E1D2}" dt="2026-10-01T11:39:42.999" v="25344" actId="14100"/>
          <ac:spMkLst>
            <pc:docMk/>
            <pc:sldMk cId="3497937786" sldId="290"/>
            <ac:spMk id="2" creationId="{518EAA5D-B2C9-B55B-D9BD-9C618B6A4AE6}"/>
          </ac:spMkLst>
        </pc:spChg>
        <pc:spChg chg="mod">
          <ac:chgData name="Owais Ahmed" userId="6abc7d4556b3b071" providerId="LiveId" clId="{D0A51F83-B713-4A4D-8105-C75936B8E1D2}" dt="2026-10-08T05:23:57.430" v="26686" actId="20577"/>
          <ac:spMkLst>
            <pc:docMk/>
            <pc:sldMk cId="3497937786" sldId="290"/>
            <ac:spMk id="3" creationId="{CF032D0F-B9A7-6EC8-988F-ABEC167FCFF5}"/>
          </ac:spMkLst>
        </pc:spChg>
        <pc:picChg chg="add mod modCrop">
          <ac:chgData name="Owais Ahmed" userId="6abc7d4556b3b071" providerId="LiveId" clId="{D0A51F83-B713-4A4D-8105-C75936B8E1D2}" dt="2026-10-01T11:40:40.312" v="25356" actId="208"/>
          <ac:picMkLst>
            <pc:docMk/>
            <pc:sldMk cId="3497937786" sldId="290"/>
            <ac:picMk id="6" creationId="{9BFD0E2C-8F85-2DA4-537A-BDFFE8793F58}"/>
          </ac:picMkLst>
        </pc:picChg>
      </pc:sldChg>
      <pc:sldChg chg="modSp mod modAnim">
        <pc:chgData name="Owais Ahmed" userId="6abc7d4556b3b071" providerId="LiveId" clId="{D0A51F83-B713-4A4D-8105-C75936B8E1D2}" dt="2026-10-08T15:18:47.904" v="31719"/>
        <pc:sldMkLst>
          <pc:docMk/>
          <pc:sldMk cId="1184793862" sldId="291"/>
        </pc:sldMkLst>
        <pc:spChg chg="mod">
          <ac:chgData name="Owais Ahmed" userId="6abc7d4556b3b071" providerId="LiveId" clId="{D0A51F83-B713-4A4D-8105-C75936B8E1D2}" dt="2026-10-08T05:22:55.139" v="26664" actId="20577"/>
          <ac:spMkLst>
            <pc:docMk/>
            <pc:sldMk cId="1184793862" sldId="291"/>
            <ac:spMk id="2" creationId="{1BFA504D-A20D-839F-3CA8-3F1ADDCED968}"/>
          </ac:spMkLst>
        </pc:spChg>
        <pc:spChg chg="mod">
          <ac:chgData name="Owais Ahmed" userId="6abc7d4556b3b071" providerId="LiveId" clId="{D0A51F83-B713-4A4D-8105-C75936B8E1D2}" dt="2026-10-08T05:20:16.609" v="26290" actId="20577"/>
          <ac:spMkLst>
            <pc:docMk/>
            <pc:sldMk cId="1184793862" sldId="291"/>
            <ac:spMk id="40" creationId="{A08B25B7-5072-0421-A751-8B444568DC32}"/>
          </ac:spMkLst>
        </pc:spChg>
      </pc:sldChg>
      <pc:sldChg chg="modSp mod modAnim modNotesTx">
        <pc:chgData name="Owais Ahmed" userId="6abc7d4556b3b071" providerId="LiveId" clId="{D0A51F83-B713-4A4D-8105-C75936B8E1D2}" dt="2026-10-08T15:01:32.653" v="31526"/>
        <pc:sldMkLst>
          <pc:docMk/>
          <pc:sldMk cId="1375781637" sldId="295"/>
        </pc:sldMkLst>
        <pc:spChg chg="mod">
          <ac:chgData name="Owais Ahmed" userId="6abc7d4556b3b071" providerId="LiveId" clId="{D0A51F83-B713-4A4D-8105-C75936B8E1D2}" dt="2026-10-08T15:01:32.653" v="31526"/>
          <ac:spMkLst>
            <pc:docMk/>
            <pc:sldMk cId="1375781637" sldId="295"/>
            <ac:spMk id="2" creationId="{FE7C0807-C18B-D764-596B-032AF072FC0B}"/>
          </ac:spMkLst>
        </pc:spChg>
        <pc:spChg chg="mod">
          <ac:chgData name="Owais Ahmed" userId="6abc7d4556b3b071" providerId="LiveId" clId="{D0A51F83-B713-4A4D-8105-C75936B8E1D2}" dt="2026-10-08T15:01:09.963" v="31525" actId="20577"/>
          <ac:spMkLst>
            <pc:docMk/>
            <pc:sldMk cId="1375781637" sldId="295"/>
            <ac:spMk id="40" creationId="{EEE8C305-0C46-037F-15F5-F88C33920D0F}"/>
          </ac:spMkLst>
        </pc:spChg>
      </pc:sldChg>
      <pc:sldChg chg="modSp add del mod modAnim">
        <pc:chgData name="Owais Ahmed" userId="6abc7d4556b3b071" providerId="LiveId" clId="{D0A51F83-B713-4A4D-8105-C75936B8E1D2}" dt="2026-10-08T05:22:29.475" v="26656" actId="47"/>
        <pc:sldMkLst>
          <pc:docMk/>
          <pc:sldMk cId="3241220937" sldId="296"/>
        </pc:sldMkLst>
      </pc:sldChg>
      <pc:sldChg chg="modSp add del modNotesTx">
        <pc:chgData name="Owais Ahmed" userId="6abc7d4556b3b071" providerId="LiveId" clId="{D0A51F83-B713-4A4D-8105-C75936B8E1D2}" dt="2026-10-08T05:22:44.448" v="26663" actId="47"/>
        <pc:sldMkLst>
          <pc:docMk/>
          <pc:sldMk cId="2187573342" sldId="297"/>
        </pc:sldMkLst>
      </pc:sldChg>
      <pc:sldChg chg="modSp add del mod modAnim modNotesTx">
        <pc:chgData name="Owais Ahmed" userId="6abc7d4556b3b071" providerId="LiveId" clId="{D0A51F83-B713-4A4D-8105-C75936B8E1D2}" dt="2026-10-08T05:22:36.507" v="26660" actId="47"/>
        <pc:sldMkLst>
          <pc:docMk/>
          <pc:sldMk cId="2324059795" sldId="298"/>
        </pc:sldMkLst>
      </pc:sldChg>
      <pc:sldChg chg="modSp add del mod modAnim modNotesTx">
        <pc:chgData name="Owais Ahmed" userId="6abc7d4556b3b071" providerId="LiveId" clId="{D0A51F83-B713-4A4D-8105-C75936B8E1D2}" dt="2026-10-08T05:22:35.689" v="26659" actId="47"/>
        <pc:sldMkLst>
          <pc:docMk/>
          <pc:sldMk cId="3974842603" sldId="299"/>
        </pc:sldMkLst>
      </pc:sldChg>
      <pc:sldChg chg="modSp add del mod modAnim">
        <pc:chgData name="Owais Ahmed" userId="6abc7d4556b3b071" providerId="LiveId" clId="{D0A51F83-B713-4A4D-8105-C75936B8E1D2}" dt="2026-10-08T05:22:32.404" v="26657" actId="47"/>
        <pc:sldMkLst>
          <pc:docMk/>
          <pc:sldMk cId="3179685610" sldId="300"/>
        </pc:sldMkLst>
      </pc:sldChg>
      <pc:sldChg chg="addSp modSp add del mod modAnim">
        <pc:chgData name="Owais Ahmed" userId="6abc7d4556b3b071" providerId="LiveId" clId="{D0A51F83-B713-4A4D-8105-C75936B8E1D2}" dt="2026-10-08T05:22:33.949" v="26658" actId="47"/>
        <pc:sldMkLst>
          <pc:docMk/>
          <pc:sldMk cId="4180970305" sldId="301"/>
        </pc:sldMkLst>
      </pc:sldChg>
      <pc:sldChg chg="modSp add del mod modAnim modNotesTx">
        <pc:chgData name="Owais Ahmed" userId="6abc7d4556b3b071" providerId="LiveId" clId="{D0A51F83-B713-4A4D-8105-C75936B8E1D2}" dt="2026-10-08T05:22:39.929" v="26662" actId="47"/>
        <pc:sldMkLst>
          <pc:docMk/>
          <pc:sldMk cId="3414881650" sldId="302"/>
        </pc:sldMkLst>
      </pc:sldChg>
      <pc:sldChg chg="addSp delSp modSp add del mod ord modAnim">
        <pc:chgData name="Owais Ahmed" userId="6abc7d4556b3b071" providerId="LiveId" clId="{D0A51F83-B713-4A4D-8105-C75936B8E1D2}" dt="2026-10-08T05:22:38.217" v="26661" actId="47"/>
        <pc:sldMkLst>
          <pc:docMk/>
          <pc:sldMk cId="1177633528" sldId="303"/>
        </pc:sldMkLst>
      </pc:sldChg>
      <pc:sldChg chg="modSp add mod modAnim modNotesTx">
        <pc:chgData name="Owais Ahmed" userId="6abc7d4556b3b071" providerId="LiveId" clId="{D0A51F83-B713-4A4D-8105-C75936B8E1D2}" dt="2026-10-08T14:20:58.650" v="30076" actId="20577"/>
        <pc:sldMkLst>
          <pc:docMk/>
          <pc:sldMk cId="2536891945" sldId="304"/>
        </pc:sldMkLst>
        <pc:spChg chg="mod">
          <ac:chgData name="Owais Ahmed" userId="6abc7d4556b3b071" providerId="LiveId" clId="{D0A51F83-B713-4A4D-8105-C75936B8E1D2}" dt="2026-10-08T05:23:02.002" v="26666" actId="20577"/>
          <ac:spMkLst>
            <pc:docMk/>
            <pc:sldMk cId="2536891945" sldId="304"/>
            <ac:spMk id="2" creationId="{F9CA6D7E-7656-D5B6-18A7-5ABD988FCB94}"/>
          </ac:spMkLst>
        </pc:spChg>
        <pc:spChg chg="mod">
          <ac:chgData name="Owais Ahmed" userId="6abc7d4556b3b071" providerId="LiveId" clId="{D0A51F83-B713-4A4D-8105-C75936B8E1D2}" dt="2026-10-08T13:13:22.509" v="28161" actId="207"/>
          <ac:spMkLst>
            <pc:docMk/>
            <pc:sldMk cId="2536891945" sldId="304"/>
            <ac:spMk id="5" creationId="{8B4F4291-01E4-E1CB-FCAA-381E57F4A40C}"/>
          </ac:spMkLst>
        </pc:spChg>
        <pc:spChg chg="mod">
          <ac:chgData name="Owais Ahmed" userId="6abc7d4556b3b071" providerId="LiveId" clId="{D0A51F83-B713-4A4D-8105-C75936B8E1D2}" dt="2026-10-08T07:07:53.088" v="27254" actId="20577"/>
          <ac:spMkLst>
            <pc:docMk/>
            <pc:sldMk cId="2536891945" sldId="304"/>
            <ac:spMk id="40" creationId="{330437F3-FFFF-DB20-1F6A-CC152E609F5B}"/>
          </ac:spMkLst>
        </pc:spChg>
      </pc:sldChg>
      <pc:sldChg chg="modSp add mod modAnim modNotesTx">
        <pc:chgData name="Owais Ahmed" userId="6abc7d4556b3b071" providerId="LiveId" clId="{D0A51F83-B713-4A4D-8105-C75936B8E1D2}" dt="2026-10-08T13:13:35.621" v="28177" actId="20577"/>
        <pc:sldMkLst>
          <pc:docMk/>
          <pc:sldMk cId="2709388149" sldId="305"/>
        </pc:sldMkLst>
        <pc:spChg chg="mod">
          <ac:chgData name="Owais Ahmed" userId="6abc7d4556b3b071" providerId="LiveId" clId="{D0A51F83-B713-4A4D-8105-C75936B8E1D2}" dt="2026-10-08T13:13:35.621" v="28177" actId="20577"/>
          <ac:spMkLst>
            <pc:docMk/>
            <pc:sldMk cId="2709388149" sldId="305"/>
            <ac:spMk id="5" creationId="{37DA005B-00EB-2285-EC16-AA4C3700AA2F}"/>
          </ac:spMkLst>
        </pc:spChg>
        <pc:spChg chg="mod">
          <ac:chgData name="Owais Ahmed" userId="6abc7d4556b3b071" providerId="LiveId" clId="{D0A51F83-B713-4A4D-8105-C75936B8E1D2}" dt="2026-10-08T08:27:06.552" v="28059" actId="115"/>
          <ac:spMkLst>
            <pc:docMk/>
            <pc:sldMk cId="2709388149" sldId="305"/>
            <ac:spMk id="40" creationId="{9745DF28-4CB3-CBB6-E8AA-F572235B1430}"/>
          </ac:spMkLst>
        </pc:spChg>
      </pc:sldChg>
      <pc:sldChg chg="modSp add mod modAnim modNotesTx">
        <pc:chgData name="Owais Ahmed" userId="6abc7d4556b3b071" providerId="LiveId" clId="{D0A51F83-B713-4A4D-8105-C75936B8E1D2}" dt="2026-10-08T15:16:03.016" v="31695" actId="20577"/>
        <pc:sldMkLst>
          <pc:docMk/>
          <pc:sldMk cId="626846544" sldId="306"/>
        </pc:sldMkLst>
        <pc:spChg chg="mod">
          <ac:chgData name="Owais Ahmed" userId="6abc7d4556b3b071" providerId="LiveId" clId="{D0A51F83-B713-4A4D-8105-C75936B8E1D2}" dt="2026-10-08T13:13:29.893" v="28168" actId="20577"/>
          <ac:spMkLst>
            <pc:docMk/>
            <pc:sldMk cId="626846544" sldId="306"/>
            <ac:spMk id="5" creationId="{B9256292-C5AA-2625-889A-E0063B1B6DB0}"/>
          </ac:spMkLst>
        </pc:spChg>
        <pc:spChg chg="mod">
          <ac:chgData name="Owais Ahmed" userId="6abc7d4556b3b071" providerId="LiveId" clId="{D0A51F83-B713-4A4D-8105-C75936B8E1D2}" dt="2026-10-08T15:16:03.016" v="31695" actId="20577"/>
          <ac:spMkLst>
            <pc:docMk/>
            <pc:sldMk cId="626846544" sldId="306"/>
            <ac:spMk id="40" creationId="{CA348A0A-7D79-6379-82CD-252F399888D8}"/>
          </ac:spMkLst>
        </pc:spChg>
      </pc:sldChg>
      <pc:sldChg chg="modSp add mod ord addAnim delAnim modAnim modNotesTx">
        <pc:chgData name="Owais Ahmed" userId="6abc7d4556b3b071" providerId="LiveId" clId="{D0A51F83-B713-4A4D-8105-C75936B8E1D2}" dt="2026-10-08T15:15:19.905" v="31670" actId="20577"/>
        <pc:sldMkLst>
          <pc:docMk/>
          <pc:sldMk cId="329374142" sldId="307"/>
        </pc:sldMkLst>
        <pc:spChg chg="mod">
          <ac:chgData name="Owais Ahmed" userId="6abc7d4556b3b071" providerId="LiveId" clId="{D0A51F83-B713-4A4D-8105-C75936B8E1D2}" dt="2026-10-08T15:15:19.905" v="31670" actId="20577"/>
          <ac:spMkLst>
            <pc:docMk/>
            <pc:sldMk cId="329374142" sldId="307"/>
            <ac:spMk id="5" creationId="{557610C5-CE5C-E24C-BB36-46A75AD889DA}"/>
          </ac:spMkLst>
        </pc:spChg>
        <pc:spChg chg="mod">
          <ac:chgData name="Owais Ahmed" userId="6abc7d4556b3b071" providerId="LiveId" clId="{D0A51F83-B713-4A4D-8105-C75936B8E1D2}" dt="2026-10-08T13:42:44.607" v="28564" actId="20577"/>
          <ac:spMkLst>
            <pc:docMk/>
            <pc:sldMk cId="329374142" sldId="307"/>
            <ac:spMk id="40" creationId="{DC717F6C-2C5A-33A7-C8ED-3049CE2D8A38}"/>
          </ac:spMkLst>
        </pc:spChg>
      </pc:sldChg>
      <pc:sldChg chg="modSp add mod modAnim">
        <pc:chgData name="Owais Ahmed" userId="6abc7d4556b3b071" providerId="LiveId" clId="{D0A51F83-B713-4A4D-8105-C75936B8E1D2}" dt="2026-10-08T13:44:12.899" v="28571" actId="27636"/>
        <pc:sldMkLst>
          <pc:docMk/>
          <pc:sldMk cId="3005487265" sldId="308"/>
        </pc:sldMkLst>
        <pc:spChg chg="mod">
          <ac:chgData name="Owais Ahmed" userId="6abc7d4556b3b071" providerId="LiveId" clId="{D0A51F83-B713-4A4D-8105-C75936B8E1D2}" dt="2026-10-08T13:40:46.713" v="28378" actId="20577"/>
          <ac:spMkLst>
            <pc:docMk/>
            <pc:sldMk cId="3005487265" sldId="308"/>
            <ac:spMk id="5" creationId="{869294DE-E11C-B9F7-1AB8-C5CAD546CFEA}"/>
          </ac:spMkLst>
        </pc:spChg>
        <pc:spChg chg="mod">
          <ac:chgData name="Owais Ahmed" userId="6abc7d4556b3b071" providerId="LiveId" clId="{D0A51F83-B713-4A4D-8105-C75936B8E1D2}" dt="2026-10-08T13:44:12.899" v="28571" actId="27636"/>
          <ac:spMkLst>
            <pc:docMk/>
            <pc:sldMk cId="3005487265" sldId="308"/>
            <ac:spMk id="40" creationId="{014BC18C-DBB5-6FB4-8B2C-5163E51A7E0B}"/>
          </ac:spMkLst>
        </pc:spChg>
      </pc:sldChg>
      <pc:sldChg chg="modSp add mod modAnim">
        <pc:chgData name="Owais Ahmed" userId="6abc7d4556b3b071" providerId="LiveId" clId="{D0A51F83-B713-4A4D-8105-C75936B8E1D2}" dt="2026-10-08T13:46:08.412" v="28636" actId="20577"/>
        <pc:sldMkLst>
          <pc:docMk/>
          <pc:sldMk cId="1425907658" sldId="309"/>
        </pc:sldMkLst>
        <pc:spChg chg="mod">
          <ac:chgData name="Owais Ahmed" userId="6abc7d4556b3b071" providerId="LiveId" clId="{D0A51F83-B713-4A4D-8105-C75936B8E1D2}" dt="2026-10-08T13:46:08.412" v="28636" actId="20577"/>
          <ac:spMkLst>
            <pc:docMk/>
            <pc:sldMk cId="1425907658" sldId="309"/>
            <ac:spMk id="40" creationId="{AD7AAF24-3887-5862-093E-ECBA8FB4ADCA}"/>
          </ac:spMkLst>
        </pc:spChg>
      </pc:sldChg>
      <pc:sldChg chg="modSp add mod modAnim modNotesTx">
        <pc:chgData name="Owais Ahmed" userId="6abc7d4556b3b071" providerId="LiveId" clId="{D0A51F83-B713-4A4D-8105-C75936B8E1D2}" dt="2026-10-08T13:55:30.221" v="28952" actId="20577"/>
        <pc:sldMkLst>
          <pc:docMk/>
          <pc:sldMk cId="1383923314" sldId="310"/>
        </pc:sldMkLst>
        <pc:spChg chg="mod">
          <ac:chgData name="Owais Ahmed" userId="6abc7d4556b3b071" providerId="LiveId" clId="{D0A51F83-B713-4A4D-8105-C75936B8E1D2}" dt="2026-10-08T13:54:31.262" v="28833" actId="20577"/>
          <ac:spMkLst>
            <pc:docMk/>
            <pc:sldMk cId="1383923314" sldId="310"/>
            <ac:spMk id="40" creationId="{2FD09241-93E3-B05C-167D-84A2730D1E17}"/>
          </ac:spMkLst>
        </pc:spChg>
      </pc:sldChg>
      <pc:sldChg chg="modSp add mod addAnim delAnim modAnim modNotesTx">
        <pc:chgData name="Owais Ahmed" userId="6abc7d4556b3b071" providerId="LiveId" clId="{D0A51F83-B713-4A4D-8105-C75936B8E1D2}" dt="2026-10-08T15:24:58.257" v="31846" actId="20577"/>
        <pc:sldMkLst>
          <pc:docMk/>
          <pc:sldMk cId="3885253246" sldId="311"/>
        </pc:sldMkLst>
        <pc:spChg chg="mod">
          <ac:chgData name="Owais Ahmed" userId="6abc7d4556b3b071" providerId="LiveId" clId="{D0A51F83-B713-4A4D-8105-C75936B8E1D2}" dt="2026-10-08T15:24:58.257" v="31846" actId="20577"/>
          <ac:spMkLst>
            <pc:docMk/>
            <pc:sldMk cId="3885253246" sldId="311"/>
            <ac:spMk id="40" creationId="{7C69244F-9A7B-1B4A-2E08-A009AEE7EC27}"/>
          </ac:spMkLst>
        </pc:spChg>
      </pc:sldChg>
      <pc:sldChg chg="modSp add mod addAnim delAnim modAnim modNotesTx">
        <pc:chgData name="Owais Ahmed" userId="6abc7d4556b3b071" providerId="LiveId" clId="{D0A51F83-B713-4A4D-8105-C75936B8E1D2}" dt="2026-10-08T15:26:08.689" v="31871" actId="20577"/>
        <pc:sldMkLst>
          <pc:docMk/>
          <pc:sldMk cId="1852385971" sldId="312"/>
        </pc:sldMkLst>
        <pc:spChg chg="mod">
          <ac:chgData name="Owais Ahmed" userId="6abc7d4556b3b071" providerId="LiveId" clId="{D0A51F83-B713-4A4D-8105-C75936B8E1D2}" dt="2026-10-08T15:26:08.689" v="31871" actId="20577"/>
          <ac:spMkLst>
            <pc:docMk/>
            <pc:sldMk cId="1852385971" sldId="312"/>
            <ac:spMk id="40" creationId="{D861D84A-62EA-BF29-8E25-D0F1E104F19D}"/>
          </ac:spMkLst>
        </pc:spChg>
      </pc:sldChg>
      <pc:sldChg chg="addSp delSp modSp add mod modAnim">
        <pc:chgData name="Owais Ahmed" userId="6abc7d4556b3b071" providerId="LiveId" clId="{D0A51F83-B713-4A4D-8105-C75936B8E1D2}" dt="2026-10-08T14:06:08.133" v="29511" actId="1076"/>
        <pc:sldMkLst>
          <pc:docMk/>
          <pc:sldMk cId="333019038" sldId="313"/>
        </pc:sldMkLst>
        <pc:spChg chg="del">
          <ac:chgData name="Owais Ahmed" userId="6abc7d4556b3b071" providerId="LiveId" clId="{D0A51F83-B713-4A4D-8105-C75936B8E1D2}" dt="2026-10-08T14:05:54.182" v="29506" actId="478"/>
          <ac:spMkLst>
            <pc:docMk/>
            <pc:sldMk cId="333019038" sldId="313"/>
            <ac:spMk id="40" creationId="{10C0BFD0-38A7-554B-39B2-6FA80D945657}"/>
          </ac:spMkLst>
        </pc:spChg>
        <pc:picChg chg="add mod">
          <ac:chgData name="Owais Ahmed" userId="6abc7d4556b3b071" providerId="LiveId" clId="{D0A51F83-B713-4A4D-8105-C75936B8E1D2}" dt="2026-10-08T14:06:08.133" v="29511" actId="1076"/>
          <ac:picMkLst>
            <pc:docMk/>
            <pc:sldMk cId="333019038" sldId="313"/>
            <ac:picMk id="3" creationId="{8FBAD4A4-5495-1B38-BF81-5F6AAF579F05}"/>
          </ac:picMkLst>
        </pc:picChg>
      </pc:sldChg>
      <pc:sldChg chg="modSp add mod ord addAnim delAnim modAnim">
        <pc:chgData name="Owais Ahmed" userId="6abc7d4556b3b071" providerId="LiveId" clId="{D0A51F83-B713-4A4D-8105-C75936B8E1D2}" dt="2026-10-08T15:27:00.460" v="31873"/>
        <pc:sldMkLst>
          <pc:docMk/>
          <pc:sldMk cId="2844486387" sldId="314"/>
        </pc:sldMkLst>
        <pc:spChg chg="mod">
          <ac:chgData name="Owais Ahmed" userId="6abc7d4556b3b071" providerId="LiveId" clId="{D0A51F83-B713-4A4D-8105-C75936B8E1D2}" dt="2026-10-08T14:08:53.067" v="29557" actId="207"/>
          <ac:spMkLst>
            <pc:docMk/>
            <pc:sldMk cId="2844486387" sldId="314"/>
            <ac:spMk id="5" creationId="{50283C9B-FE3D-EB73-1AAA-0CE6282BDDF3}"/>
          </ac:spMkLst>
        </pc:spChg>
        <pc:spChg chg="mod">
          <ac:chgData name="Owais Ahmed" userId="6abc7d4556b3b071" providerId="LiveId" clId="{D0A51F83-B713-4A4D-8105-C75936B8E1D2}" dt="2026-10-08T14:25:00.279" v="30241" actId="20577"/>
          <ac:spMkLst>
            <pc:docMk/>
            <pc:sldMk cId="2844486387" sldId="314"/>
            <ac:spMk id="40" creationId="{98B3DC00-B34F-4C2E-1968-9397E5089879}"/>
          </ac:spMkLst>
        </pc:spChg>
      </pc:sldChg>
      <pc:sldChg chg="addSp delSp modSp add mod ord addAnim delAnim modAnim modNotesTx">
        <pc:chgData name="Owais Ahmed" userId="6abc7d4556b3b071" providerId="LiveId" clId="{D0A51F83-B713-4A4D-8105-C75936B8E1D2}" dt="2026-10-08T15:27:06.084" v="31875"/>
        <pc:sldMkLst>
          <pc:docMk/>
          <pc:sldMk cId="3107709250" sldId="315"/>
        </pc:sldMkLst>
        <pc:spChg chg="mod">
          <ac:chgData name="Owais Ahmed" userId="6abc7d4556b3b071" providerId="LiveId" clId="{D0A51F83-B713-4A4D-8105-C75936B8E1D2}" dt="2026-10-08T14:33:13.729" v="30287" actId="948"/>
          <ac:spMkLst>
            <pc:docMk/>
            <pc:sldMk cId="3107709250" sldId="315"/>
            <ac:spMk id="5" creationId="{0823C881-DEC7-8403-6003-082E763BA138}"/>
          </ac:spMkLst>
        </pc:spChg>
        <pc:spChg chg="add del mod">
          <ac:chgData name="Owais Ahmed" userId="6abc7d4556b3b071" providerId="LiveId" clId="{D0A51F83-B713-4A4D-8105-C75936B8E1D2}" dt="2026-10-08T14:40:04.579" v="30444" actId="478"/>
          <ac:spMkLst>
            <pc:docMk/>
            <pc:sldMk cId="3107709250" sldId="315"/>
            <ac:spMk id="10" creationId="{7D3D5C54-2EAF-E42B-665C-2FDD03671097}"/>
          </ac:spMkLst>
        </pc:spChg>
        <pc:spChg chg="add mod">
          <ac:chgData name="Owais Ahmed" userId="6abc7d4556b3b071" providerId="LiveId" clId="{D0A51F83-B713-4A4D-8105-C75936B8E1D2}" dt="2026-10-08T14:58:16.598" v="31162" actId="2710"/>
          <ac:spMkLst>
            <pc:docMk/>
            <pc:sldMk cId="3107709250" sldId="315"/>
            <ac:spMk id="12" creationId="{DC9D60F0-0E1A-723B-F64D-0AE0891FC9D9}"/>
          </ac:spMkLst>
        </pc:spChg>
        <pc:spChg chg="del mod">
          <ac:chgData name="Owais Ahmed" userId="6abc7d4556b3b071" providerId="LiveId" clId="{D0A51F83-B713-4A4D-8105-C75936B8E1D2}" dt="2026-10-08T14:34:19.272" v="30299" actId="478"/>
          <ac:spMkLst>
            <pc:docMk/>
            <pc:sldMk cId="3107709250" sldId="315"/>
            <ac:spMk id="40" creationId="{F974B863-CC22-42D3-F1F9-F4748B3C2D7D}"/>
          </ac:spMkLst>
        </pc:spChg>
        <pc:graphicFrameChg chg="add del">
          <ac:chgData name="Owais Ahmed" userId="6abc7d4556b3b071" providerId="LiveId" clId="{D0A51F83-B713-4A4D-8105-C75936B8E1D2}" dt="2026-10-08T14:34:13.123" v="30296" actId="22"/>
          <ac:graphicFrameMkLst>
            <pc:docMk/>
            <pc:sldMk cId="3107709250" sldId="315"/>
            <ac:graphicFrameMk id="6" creationId="{9C4AC6A6-0F53-6780-D42F-BF71EF29F7B6}"/>
          </ac:graphicFrameMkLst>
        </pc:graphicFrameChg>
        <pc:graphicFrameChg chg="add del modGraphic">
          <ac:chgData name="Owais Ahmed" userId="6abc7d4556b3b071" providerId="LiveId" clId="{D0A51F83-B713-4A4D-8105-C75936B8E1D2}" dt="2026-10-08T14:40:03.148" v="30443" actId="478"/>
          <ac:graphicFrameMkLst>
            <pc:docMk/>
            <pc:sldMk cId="3107709250" sldId="315"/>
            <ac:graphicFrameMk id="8" creationId="{2BD4C318-85D8-FBE2-F8DD-592C14D6DA33}"/>
          </ac:graphicFrameMkLst>
        </pc:graphicFrameChg>
      </pc:sldChg>
      <pc:sldChg chg="add modAnim modNotesTx">
        <pc:chgData name="Owais Ahmed" userId="6abc7d4556b3b071" providerId="LiveId" clId="{D0A51F83-B713-4A4D-8105-C75936B8E1D2}" dt="2026-10-08T15:27:13.849" v="31877"/>
        <pc:sldMkLst>
          <pc:docMk/>
          <pc:sldMk cId="2115280248" sldId="316"/>
        </pc:sldMkLst>
      </pc:sldChg>
      <pc:sldChg chg="modSp add mod ord addAnim delAnim modAnim">
        <pc:chgData name="Owais Ahmed" userId="6abc7d4556b3b071" providerId="LiveId" clId="{D0A51F83-B713-4A4D-8105-C75936B8E1D2}" dt="2026-10-08T15:27:20.804" v="31879"/>
        <pc:sldMkLst>
          <pc:docMk/>
          <pc:sldMk cId="3907401294" sldId="317"/>
        </pc:sldMkLst>
        <pc:spChg chg="mod">
          <ac:chgData name="Owais Ahmed" userId="6abc7d4556b3b071" providerId="LiveId" clId="{D0A51F83-B713-4A4D-8105-C75936B8E1D2}" dt="2026-10-08T14:45:29.991" v="30589" actId="20577"/>
          <ac:spMkLst>
            <pc:docMk/>
            <pc:sldMk cId="3907401294" sldId="317"/>
            <ac:spMk id="5" creationId="{AF339D91-DA2F-EDC4-0E68-1EA0F4CCA331}"/>
          </ac:spMkLst>
        </pc:spChg>
        <pc:spChg chg="mod">
          <ac:chgData name="Owais Ahmed" userId="6abc7d4556b3b071" providerId="LiveId" clId="{D0A51F83-B713-4A4D-8105-C75936B8E1D2}" dt="2026-10-08T14:57:15.270" v="31113" actId="6549"/>
          <ac:spMkLst>
            <pc:docMk/>
            <pc:sldMk cId="3907401294" sldId="317"/>
            <ac:spMk id="12" creationId="{1EB70EAA-8545-7929-183B-5CDF5B7B5CB3}"/>
          </ac:spMkLst>
        </pc:spChg>
      </pc:sldChg>
      <pc:sldChg chg="new del">
        <pc:chgData name="Owais Ahmed" userId="6abc7d4556b3b071" providerId="LiveId" clId="{D0A51F83-B713-4A4D-8105-C75936B8E1D2}" dt="2026-10-08T14:58:08.957" v="31161" actId="680"/>
        <pc:sldMkLst>
          <pc:docMk/>
          <pc:sldMk cId="3687862201" sldId="318"/>
        </pc:sldMkLst>
      </pc:sldChg>
      <pc:sldChg chg="modSp add del mod">
        <pc:chgData name="Owais Ahmed" userId="6abc7d4556b3b071" providerId="LiveId" clId="{D0A51F83-B713-4A4D-8105-C75936B8E1D2}" dt="2026-10-08T14:55:40.420" v="31035" actId="47"/>
        <pc:sldMkLst>
          <pc:docMk/>
          <pc:sldMk cId="3840447142" sldId="318"/>
        </pc:sldMkLst>
        <pc:spChg chg="mod">
          <ac:chgData name="Owais Ahmed" userId="6abc7d4556b3b071" providerId="LiveId" clId="{D0A51F83-B713-4A4D-8105-C75936B8E1D2}" dt="2026-10-08T14:50:16.107" v="30720" actId="20577"/>
          <ac:spMkLst>
            <pc:docMk/>
            <pc:sldMk cId="3840447142" sldId="318"/>
            <ac:spMk id="5" creationId="{705C8C2D-E8F8-8EF7-147C-ECBED5F01658}"/>
          </ac:spMkLst>
        </pc:spChg>
        <pc:spChg chg="mod">
          <ac:chgData name="Owais Ahmed" userId="6abc7d4556b3b071" providerId="LiveId" clId="{D0A51F83-B713-4A4D-8105-C75936B8E1D2}" dt="2026-10-08T14:51:57.244" v="30853"/>
          <ac:spMkLst>
            <pc:docMk/>
            <pc:sldMk cId="3840447142" sldId="318"/>
            <ac:spMk id="12" creationId="{44126767-AC90-3CC1-0011-33D5D2CDE2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7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5197-60CB-3F31-05EF-E4036143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62CFA-E1CD-81F8-36C4-5C2EC221F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E76AF8-E153-BC41-66A5-68E8FA755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4D472-AF71-F96F-79FB-73BA65F638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79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0DCFA-4021-C09B-D9C1-4B139A121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5B14C-1542-D58B-A295-8864D5294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D5DA9B-76DA-34BF-8CB4-A03C52727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A8F1F-2542-F31A-0540-6345314BA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8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53C4-EB72-5F40-D8CB-0CC8BA9CC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BC166-2B19-E518-7490-EA6685A85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6B9B3B-A8F2-091C-5E51-B36FF2D65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1E438-2C34-BC02-AF39-F10C772E36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29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F0BEC-28FE-81A0-4E64-65AAFC33A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42EAD-8F70-F303-A8EF-33E45C101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9929B-7468-48E4-DCA2-85ACBB37C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i="0" dirty="0"/>
              <a:t>Transaction fee = gas used x gas price per unit. A single transaction involves several steps, each consuming one or more units of gas.</a:t>
            </a:r>
          </a:p>
          <a:p>
            <a:pPr marL="228600" indent="-228600">
              <a:buAutoNum type="arabicPeriod"/>
            </a:pPr>
            <a:r>
              <a:rPr lang="en-US" i="0" dirty="0"/>
              <a:t>The </a:t>
            </a:r>
            <a:r>
              <a:rPr lang="en-GB" i="0" dirty="0"/>
              <a:t>fee works out to about 21,000 gas × 2.45 </a:t>
            </a:r>
            <a:r>
              <a:rPr lang="en-GB" i="0" dirty="0" err="1"/>
              <a:t>gwei</a:t>
            </a:r>
            <a:r>
              <a:rPr lang="en-GB" i="0" dirty="0"/>
              <a:t>, which matches a plain ETH transfer.</a:t>
            </a: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261CA-9539-38AF-C18D-B428A7A0E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40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B625A-E7A2-4C17-128E-C432E7216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63E3B-8708-62E4-107B-3C4B5F0B9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6CDD8-B668-4FAA-200E-0E6EA6C4D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512A9-21D6-FAB1-71EC-B54BAAD71B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50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2B76C-8211-1F4E-9846-A53DBC0F4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8DD05-7E10-FDCF-9E97-E0227847F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084BFF-9AC9-EBFD-586B-7498A0EDE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i="0" dirty="0"/>
              <a:t>The topic of Tokens is covered thoroughly in the next module.</a:t>
            </a:r>
          </a:p>
          <a:p>
            <a:pPr marL="228600" indent="-228600">
              <a:buAutoNum type="arabicPeriod"/>
            </a:pP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539B2-E1D0-0191-EAC4-F193322BD7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71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54123-A49A-EF6B-77C3-9E6ACA70B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EBB727-73B2-3319-7A62-8F358A8B8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76FF5-35A4-B764-7FF1-22121FFCC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AD78C-DAD8-CA8B-CC20-E585B70EDD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854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B541A-62C4-279E-216E-8C7EBB627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FD498-89DD-06B9-4824-A15BCDB00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92A647-4BE5-BE5C-939B-445628C29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FFDE1-D3BF-BA9D-C622-4BAAC7821C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550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246C7-4CF5-924E-5DC8-B54302752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A30063-BFB8-1252-9A18-FAF84A8D9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8B4BE-C74D-45CA-F892-EA410F93F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i="0" dirty="0"/>
              <a:t>Now these functions can be anything from one line calculation to an entire expert system.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88141-51C4-4DF5-A494-63F3628DE2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701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8DDD0-D3B4-C8C2-7E83-F6AD82861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29741B-759A-40B2-6044-CC23A4EE31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65E60-E0D4-DFA5-B674-BC87ACD29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i="0" dirty="0"/>
              <a:t>WYSIWYG: What you see is what you get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9A978-EADC-9ED9-F603-B003CDA3A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9C8A6-E8E4-EF30-EC28-431A3F726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EB13C-E0F7-05AE-145B-DEA16B629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C4B5E-8F21-44A9-B1CA-BB3E333CE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i="0" dirty="0"/>
              <a:t>Smart contracts are open-source and hosted in the EVM in form of bytecode and ABIs.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4DC2F-2C47-C9E7-4489-6C393C094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1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0578B-0C21-F717-ED62-AF21CDB7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561D5-0AD4-D049-F646-34C6A9FC7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297CE-71C8-3B97-5FAD-4DD9F5F28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F7783-F688-D2F6-07E1-BFCC1ABF2E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894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C14E0-71BC-71A6-D9E0-CA378013D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76F91-981C-5AFE-1DEE-C7C51B017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E94E6-3515-17AF-DF60-29CB9EAB7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4AA79-64AA-E18D-265C-14F0EBF262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309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5FE44-FE0C-3383-0B74-91C5DB581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081EEC-F3EE-5E39-C32B-0D3FB6BF2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C7EE4-304B-36DB-AB82-A0B86B9B1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08A29-0146-544A-C110-F53F76307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594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325CE-86C1-8A93-2A8E-119487CEA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A2982-F606-183C-C539-8BBCA0FBC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4911F0-1DCE-7B0E-5EEA-4E80AFF2E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i="0" dirty="0" err="1"/>
              <a:t>Aave</a:t>
            </a:r>
            <a:r>
              <a:rPr lang="en-US" i="0" dirty="0"/>
              <a:t> is a </a:t>
            </a:r>
            <a:r>
              <a:rPr lang="en-GB" i="0" dirty="0"/>
              <a:t>non‑custodial liquidity protocol launched in 2017 that lets users lend and borrow crypto assets.</a:t>
            </a:r>
          </a:p>
          <a:p>
            <a:pPr marL="228600" indent="-228600">
              <a:buAutoNum type="arabicPeriod"/>
            </a:pPr>
            <a:r>
              <a:rPr lang="en-US" i="0" dirty="0"/>
              <a:t>Sources: </a:t>
            </a:r>
            <a:r>
              <a:rPr lang="en-US" i="0" dirty="0" err="1"/>
              <a:t>DefiLlama</a:t>
            </a:r>
            <a:r>
              <a:rPr lang="en-US" i="0" dirty="0"/>
              <a:t> (DeFi TVL and stablecoin share, Sep 2026).</a:t>
            </a:r>
          </a:p>
          <a:p>
            <a:pPr marL="228600" indent="-228600">
              <a:buAutoNum type="arabicPeriod"/>
            </a:pP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a faster, cheaper chain exists, why hasn't capital moved? (Answer: liquidity, standards, trust)</a:t>
            </a: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D41A7-03DA-997F-09F0-4D6B929FE5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023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5C4D8-CF0A-D870-8045-6AFBB3084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DF9074-3E20-8C81-642F-524994F52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E141C7-6CE4-1018-77CD-4F39C8A40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BNB Chain didn't beat Ethereum's standards; it adopted them.</a:t>
            </a: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65487-B483-E641-96B6-F88D7412B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17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34E45-67CE-B42F-E1DF-E46F3E149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30092-0CC0-2E9E-ABEE-FEBC575A9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E17EF-05EF-444F-004A-9AF46BD05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AA533-74C9-1D5A-C8F4-2D7CC40310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074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4474E-3BD7-46F9-2897-CB20CE16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30D0B-BA65-763E-7E17-744A22EF2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23F405-691C-9436-8240-70BF87358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E8FD9-F155-D7D2-8CBB-9728728F12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52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therscan.io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epolia.etherscan.io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therscan.io/block/12571309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squaredsystems/web3-feedback-dapp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F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852738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C99B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BLOCKCHAIN &amp; DECENTRALIZED FINANCE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576638"/>
            <a:ext cx="14716125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6600" b="1" kern="0" spc="-132" dirty="0">
                <a:solidFill>
                  <a:srgbClr val="F6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Recap…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5992118"/>
            <a:ext cx="2095500" cy="19050"/>
          </a:xfrm>
          <a:prstGeom prst="rect">
            <a:avLst/>
          </a:prstGeom>
          <a:solidFill>
            <a:srgbClr val="8A4257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51501C-52F9-186B-C56A-FF2ACC189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FA504D-A20D-839F-3CA8-3F1ADDCED968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4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89EC98D-7BA8-CC65-5FFF-EAEA29387ACE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47D1F9-818F-EBE6-2ED9-5CEB4095DAC5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A08B25B7-5072-0421-A751-8B444568DC32}"/>
              </a:ext>
            </a:extLst>
          </p:cNvPr>
          <p:cNvSpPr/>
          <p:nvPr/>
        </p:nvSpPr>
        <p:spPr>
          <a:xfrm>
            <a:off x="952500" y="2638425"/>
            <a:ext cx="16692116" cy="7467272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discussed Bitcoin, the first truly distributed ledger.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understood the shortcomings of Bitcoin in creating an ecosystem.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talked about Ethereum and its emergence.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took a deep dive into how Proof of Stake replaces Proof of Work.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Last week’s objective was to connect your wallet and submit a feedback on the DApp I deployed using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Sepolia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479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0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C7647194-0E31-0264-1D4B-64EAC554D8BC}"/>
              </a:ext>
            </a:extLst>
          </p:cNvPr>
          <p:cNvSpPr/>
          <p:nvPr/>
        </p:nvSpPr>
        <p:spPr>
          <a:xfrm>
            <a:off x="952500" y="2638425"/>
            <a:ext cx="16692116" cy="7279298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/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will look into how the data appears in the Ethereum’s blockchain explorer as opposed to Bitcoins.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Smart Contracts and how they changed the game.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Why develop your Finance ecosystem on Ethereum?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Revisiting the Decentralized Application.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road so far and the road ahead.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0F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98974-E001-173D-0169-8B1F8324E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8EAA5D-B2C9-B55B-D9BD-9C618B6A4AE6}"/>
              </a:ext>
            </a:extLst>
          </p:cNvPr>
          <p:cNvSpPr/>
          <p:nvPr/>
        </p:nvSpPr>
        <p:spPr>
          <a:xfrm>
            <a:off x="1143000" y="2852738"/>
            <a:ext cx="104671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C99B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BLOCKCHAIN &amp; DECENTRALIZED FINANCE</a:t>
            </a:r>
            <a:endParaRPr lang="en-US" sz="1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032D0F-B9A7-6EC8-988F-ABEC167FCFF5}"/>
              </a:ext>
            </a:extLst>
          </p:cNvPr>
          <p:cNvSpPr/>
          <p:nvPr/>
        </p:nvSpPr>
        <p:spPr>
          <a:xfrm>
            <a:off x="1143001" y="3576638"/>
            <a:ext cx="10467108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6600" b="1" kern="0" spc="-132">
                <a:solidFill>
                  <a:srgbClr val="F6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Exploring Ethereum</a:t>
            </a:r>
            <a:endParaRPr lang="en-US" sz="6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1C36CA5-EA1D-32E8-792F-1AF89E8B6265}"/>
              </a:ext>
            </a:extLst>
          </p:cNvPr>
          <p:cNvSpPr/>
          <p:nvPr/>
        </p:nvSpPr>
        <p:spPr>
          <a:xfrm>
            <a:off x="1143000" y="5992118"/>
            <a:ext cx="2095500" cy="19050"/>
          </a:xfrm>
          <a:prstGeom prst="rect">
            <a:avLst/>
          </a:prstGeom>
          <a:solidFill>
            <a:srgbClr val="8A425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FD0E2C-8F85-2DA4-537A-BDFFE8793F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57" r="18855"/>
          <a:stretch>
            <a:fillRect/>
          </a:stretch>
        </p:blipFill>
        <p:spPr>
          <a:xfrm>
            <a:off x="11976643" y="225136"/>
            <a:ext cx="6034266" cy="9718964"/>
          </a:xfrm>
          <a:prstGeom prst="rect">
            <a:avLst/>
          </a:prstGeom>
          <a:ln w="38100" cap="sq">
            <a:solidFill>
              <a:srgbClr val="3F0F1D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793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C0C0FA-338A-C6C6-A481-372B5FC08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05953D-229D-04E1-F36B-5D4C10422D77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4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5A8C072-5663-0FBC-2AFC-A80EBE9076FE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7610C5-CE5C-E24C-BB36-46A75AD889DA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Ethereum’s Ledger</a:t>
            </a: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DC717F6C-2C5A-33A7-C8ED-3049CE2D8A38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lnSpcReduction="10000"/>
          </a:bodyPr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Every transaction in Ethereum is: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Authorized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Immutable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Non-repudiable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Ethereum’s ledger is more than transactions. It contains: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Transfers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Approvals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Burn/Mint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Stake/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Unstake</a:t>
            </a:r>
            <a:endParaRPr lang="en-GB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Ownerships</a:t>
            </a:r>
          </a:p>
        </p:txBody>
      </p:sp>
    </p:spTree>
    <p:extLst>
      <p:ext uri="{BB962C8B-B14F-4D97-AF65-F5344CB8AC3E}">
        <p14:creationId xmlns:p14="http://schemas.microsoft.com/office/powerpoint/2010/main" val="32937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7E37F-5D75-2D08-0987-BCB60CBC9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9CA6D7E-7656-D5B6-18A7-5ABD988FCB94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4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A59839D-9E3B-60B8-0423-0A590481C9F8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4F4291-01E4-E1CB-FCAA-381E57F4A40C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Etherscan.io </a:t>
            </a:r>
            <a:r>
              <a:rPr lang="en-GB" sz="4650" b="1" i="1" kern="0" spc="-70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transactions</a:t>
            </a: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330437F3-FFFF-DB20-1F6A-CC152E609F5B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Etherscan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https://etherscan.io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  <a:hlinkClick r:id="rId4"/>
              </a:rPr>
              <a:t>https://sepolia.etherscan.io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testnet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 stop shop to audit everything about a Wallet, a Smart contract, a Transaction.</a:t>
            </a:r>
          </a:p>
          <a:p>
            <a:pPr marL="571500" indent="-5715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E.g. </a:t>
            </a:r>
            <a:r>
              <a:rPr lang="en-GB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t.ly/xH85M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says: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GB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0.5SepoliaETH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were transferred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 0x47f90658033B95af18923d410821b1ee0A9EF465 to 0xF9782CFc0a29Dd8EA72f27F7db3Db037691b82F5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Sender paid gas fee of 0.000051493158SETH or 51493.1578GWEI (10</a:t>
            </a:r>
            <a:r>
              <a:rPr lang="en-GB" sz="4400" baseline="30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for this transaction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Gas fee per unit then was 2.452055127GWEI.</a:t>
            </a:r>
          </a:p>
        </p:txBody>
      </p:sp>
    </p:spTree>
    <p:extLst>
      <p:ext uri="{BB962C8B-B14F-4D97-AF65-F5344CB8AC3E}">
        <p14:creationId xmlns:p14="http://schemas.microsoft.com/office/powerpoint/2010/main" val="2536891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E3354-67C1-BD00-E2EB-1C5FFD5E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40DCAA-F776-32B3-21C7-09FC5D3B637C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4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65B542-9A6C-3BA7-9F97-3CC08897B618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9256292-C5AA-2625-889A-E0063B1B6DB0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Etherscan.io</a:t>
            </a:r>
            <a:r>
              <a:rPr lang="en-GB" sz="4650" b="1" i="1" kern="0" spc="-70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blocks</a:t>
            </a:r>
            <a:endParaRPr lang="en-GB" sz="4650" b="1" kern="0" spc="-70" dirty="0">
              <a:solidFill>
                <a:srgbClr val="201B19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CA348A0A-7D79-6379-82CD-252F399888D8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Autofit/>
          </a:bodyPr>
          <a:lstStyle/>
          <a:p>
            <a:pPr marL="571500" indent="-5715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 Ethereum Block consists of:</a:t>
            </a:r>
          </a:p>
          <a:p>
            <a:pPr marL="1028700" lvl="1" indent="-5715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 Header: parent hash, timestamp, block hash, gas limit, etc.</a:t>
            </a:r>
          </a:p>
          <a:p>
            <a:pPr marL="1028700" lvl="1" indent="-5715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List of </a:t>
            </a:r>
            <a:r>
              <a:rPr lang="en-GB" sz="4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Ommers</a:t>
            </a:r>
            <a:r>
              <a:rPr lang="en-GB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(uncles)</a:t>
            </a:r>
          </a:p>
          <a:p>
            <a:pPr marL="1028700" lvl="1" indent="-5715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List of Transactions</a:t>
            </a:r>
          </a:p>
          <a:p>
            <a:pPr marL="571500" indent="-5715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E.g. </a:t>
            </a:r>
            <a:r>
              <a:rPr lang="en-GB" sz="40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https://etherscan.io/block/12571309</a:t>
            </a:r>
            <a:r>
              <a:rPr lang="en-GB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(Yes, the real one)</a:t>
            </a:r>
          </a:p>
          <a:p>
            <a:pPr marL="571500" indent="-5715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is Block no. 12,571,309, which contained 126 transactions.</a:t>
            </a:r>
          </a:p>
          <a:p>
            <a:pPr marL="571500" indent="-5715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was mined by the </a:t>
            </a:r>
            <a:r>
              <a:rPr lang="en-GB" sz="4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SparkPool</a:t>
            </a:r>
            <a:r>
              <a:rPr lang="en-GB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miner (0x5A0b…9c4c) in the PoW era.</a:t>
            </a:r>
          </a:p>
          <a:p>
            <a:pPr marL="571500" indent="-5715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block’s header included a parent hash linking to the previous block (hash 0x7ca6...148a) and recorded a Gas Used 14987590 out of 15000000 available (99.9%), indicating it was very full.</a:t>
            </a:r>
          </a:p>
          <a:p>
            <a:pPr marL="571500" indent="-5715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miner earned a reward of 2.2498ETH (2ETH base + 0.2498ETH Tx fees)</a:t>
            </a:r>
          </a:p>
        </p:txBody>
      </p:sp>
    </p:spTree>
    <p:extLst>
      <p:ext uri="{BB962C8B-B14F-4D97-AF65-F5344CB8AC3E}">
        <p14:creationId xmlns:p14="http://schemas.microsoft.com/office/powerpoint/2010/main" val="62684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B0165-1614-BE07-0A30-6D544CC07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715BAB-FC80-BE55-8098-52495CEE82F7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4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DEB1AE-A15C-82D3-AEEC-66202134481D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7DA005B-00EB-2285-EC16-AA4C3700AA2F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Etherscan.io</a:t>
            </a:r>
            <a:r>
              <a:rPr lang="en-GB" sz="4650" b="1" i="1" kern="0" spc="-70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accounts</a:t>
            </a:r>
            <a:endParaRPr lang="en-GB" sz="4650" b="1" kern="0" spc="-70" dirty="0">
              <a:solidFill>
                <a:srgbClr val="201B19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9745DF28-4CB3-CBB6-E8AA-F572235B1430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audit an Account by searching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Go to “from” account from the previous transaction.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Account address is 0x47f90658033B95af18923d410821b1ee0A9EF465 and it currently holds 3.2556SETH.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was created over a year ago and has made &gt;50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Txns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Notice the “method” column. These are the </a:t>
            </a:r>
            <a:r>
              <a:rPr lang="en-GB" sz="4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functions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executed.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Switch to Token Transfers (ERC-20) tab. These are </a:t>
            </a:r>
            <a:r>
              <a:rPr lang="en-GB" sz="4400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tokens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938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C68E8-1CF4-A2EE-68BA-E6E5EC50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991A842-FCD3-23B5-1DE3-6BAEF0AD3ADD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4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CD8E091-0050-F077-58CE-79E0A234CE91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69294DE-E11C-B9F7-1AB8-C5CAD546CFEA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Contracts and how they changed the game</a:t>
            </a: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014BC18C-DBB5-6FB4-8B2C-5163E51A7E0B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92500" lnSpcReduction="10000"/>
          </a:bodyPr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real-life transaction: Omar is selling his car. Sara is buying a car.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Omar places an Ad on a 3rd party classified platform -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PakWheels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3M.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Sara contacts him and expresses her interest in the car.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Sara calls a 3rd party inspection service – Ali.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Ali contacts Omar and comes for inspection.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Ali rates the car and send an inspection report to Sara.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Sara contacts Omar and negotiates the price to 2.8M.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Omar and Sara sign a Sale deed via a 3rd party – Excise &amp; Taxation Dept.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Sara deposits 2.8M into Omar’s bank account.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Sale deed is executed, and car Ownership is transferred to Sara.</a:t>
            </a:r>
          </a:p>
        </p:txBody>
      </p:sp>
    </p:spTree>
    <p:extLst>
      <p:ext uri="{BB962C8B-B14F-4D97-AF65-F5344CB8AC3E}">
        <p14:creationId xmlns:p14="http://schemas.microsoft.com/office/powerpoint/2010/main" val="300548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D5ADE9-2E65-9C63-6C17-A1A499BC7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34C6E3-22A0-D4B3-3510-6EF119423FF6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4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0864D85-FBD9-161D-517B-E520AFEDFA4E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AD44B79-2A8A-B0B8-587E-878E15065B5F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Contracts and how they changed the game</a:t>
            </a: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AD7AAF24-3887-5862-093E-ECBA8FB4ADCA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lnSpcReduction="10000"/>
          </a:bodyPr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 many 3rd parties are involved in this transaction?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These 3rd parties are: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Getting paid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Obtaining personal information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Gaining control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Manipulatable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if we were to remove all 3rd parties?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Each 3rd party is executing a series of steps and producing an output.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Each step expects some input, a process and produces a result.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a step can be expressed as a function, it can be automated.</a:t>
            </a:r>
          </a:p>
        </p:txBody>
      </p:sp>
    </p:spTree>
    <p:extLst>
      <p:ext uri="{BB962C8B-B14F-4D97-AF65-F5344CB8AC3E}">
        <p14:creationId xmlns:p14="http://schemas.microsoft.com/office/powerpoint/2010/main" val="1425907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D6F4DD-2BAB-53D8-285A-AEC32B0C8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F08CD3-E709-3B14-DE43-B4FEF770C19B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4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F0473B0-C6D3-D519-3EBF-7C0951BB3FB9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7C43AA6-F924-F1D6-89D3-7EE82D06B332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Contracts and how they changed the game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Shape 3">
                <a:extLst>
                  <a:ext uri="{FF2B5EF4-FFF2-40B4-BE49-F238E27FC236}">
                    <a16:creationId xmlns:a16="http://schemas.microsoft.com/office/drawing/2014/main" id="{2FD09241-93E3-B05C-167D-84A2730D1E17}"/>
                  </a:ext>
                </a:extLst>
              </p:cNvPr>
              <p:cNvSpPr/>
              <p:nvPr/>
            </p:nvSpPr>
            <p:spPr>
              <a:xfrm>
                <a:off x="952500" y="2638425"/>
                <a:ext cx="16692116" cy="7532517"/>
              </a:xfrm>
              <a:prstGeom prst="rect">
                <a:avLst/>
              </a:prstGeom>
              <a:noFill/>
              <a:ln w="19050">
                <a:noFill/>
                <a:prstDash val="solid"/>
              </a:ln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GB" sz="43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In an autonomous system:</a:t>
                </a:r>
              </a:p>
              <a:p>
                <a:pPr marL="571500" indent="-5715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4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Omar would lock his car in a garage and write his terms of sale on the system.</a:t>
                </a:r>
              </a:p>
              <a:p>
                <a:pPr marL="571500" indent="-5715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4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Similarly, Sara would lock her money in a safe and write her terms of purchase.</a:t>
                </a:r>
              </a:p>
              <a:p>
                <a:pPr marL="571500" indent="-5715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4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The car will be inspected by a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2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2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GB" sz="420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4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via its sensors and cameras.</a:t>
                </a:r>
              </a:p>
              <a:p>
                <a:pPr marL="571500" indent="-5715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4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This function will rank the car and price it accordingly.</a:t>
                </a:r>
              </a:p>
              <a:p>
                <a:pPr marL="571500" indent="-5715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4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2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2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GB" sz="420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4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matches Sara’s terms, she will be chosen as potential buyer.</a:t>
                </a:r>
              </a:p>
              <a:p>
                <a:pPr marL="571500" indent="-5715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4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2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2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GB" sz="420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sz="4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matches Omar’s terms, Sara’s money will be unlocked for Omar.</a:t>
                </a:r>
              </a:p>
              <a:p>
                <a:pPr marL="571500" indent="-5715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420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20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GB" sz="42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sz="4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will change Garage’s lock to another private code.</a:t>
                </a:r>
              </a:p>
              <a:p>
                <a:pPr marL="571500" indent="-5715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42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2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GB" sz="42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4200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4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will transfer car’s ownership by unlocking this code for Sara’s account.</a:t>
                </a:r>
              </a:p>
            </p:txBody>
          </p:sp>
        </mc:Choice>
        <mc:Fallback xmlns="">
          <p:sp>
            <p:nvSpPr>
              <p:cNvPr id="40" name="Shape 3">
                <a:extLst>
                  <a:ext uri="{FF2B5EF4-FFF2-40B4-BE49-F238E27FC236}">
                    <a16:creationId xmlns:a16="http://schemas.microsoft.com/office/drawing/2014/main" id="{2FD09241-93E3-B05C-167D-84A2730D1E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2638425"/>
                <a:ext cx="16692116" cy="7532517"/>
              </a:xfrm>
              <a:prstGeom prst="rect">
                <a:avLst/>
              </a:prstGeom>
              <a:blipFill>
                <a:blip r:embed="rId3"/>
                <a:stretch>
                  <a:fillRect l="-1278" t="-486" r="-511"/>
                </a:stretch>
              </a:blipFill>
              <a:ln w="19050">
                <a:noFill/>
                <a:prstDash val="soli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92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BE7B4-7A94-A089-BFC1-363F28AA7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0BC946A-C065-856B-D8D9-1F02FEF0E476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4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8BD22FA-1F25-6DB8-B35A-FC556A533FE4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223B3D-B1E4-C278-642A-156F723FA5CF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Contracts and how they changed the game</a:t>
            </a: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7C69244F-9A7B-1B4A-2E08-A009AEE7EC27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43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system will ensure: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Either both the payment and the ownership happen, or neither does.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Removes Sara's fear of paying and getting nothing.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Removes Omar's fear of handing over the car and not being paid.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WYSIWYG! An expert system is assessing the car condition.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Bidding replaces Negotiation.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Sara and Omar never had to meet.</a:t>
            </a:r>
          </a:p>
        </p:txBody>
      </p:sp>
    </p:spTree>
    <p:extLst>
      <p:ext uri="{BB962C8B-B14F-4D97-AF65-F5344CB8AC3E}">
        <p14:creationId xmlns:p14="http://schemas.microsoft.com/office/powerpoint/2010/main" val="3885253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C0B2E-343C-DF2D-01C8-A3D4963BB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C3A84C-EAF9-A2EB-FD2B-692AD83E1510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4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22C3D6E-4B0D-F289-BA06-E328AF4CBA46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BF75DD-03D6-D54E-3142-7B7D1B8DB056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Contracts and how they changed the game</a:t>
            </a: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D861D84A-62EA-BF29-8E25-D0F1E104F19D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92500" lnSpcReduction="20000"/>
          </a:bodyPr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Smart contracts enable building systems like these.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Accurate, Autonomous, Fast, Secure, Backed-up </a:t>
            </a: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and </a:t>
            </a:r>
            <a:r>
              <a:rPr lang="en-GB" sz="4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Economic </a:t>
            </a: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programs.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Steps to execute certain transaction are predefined.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Traditional contracts are enforceable by law; smart contracts are enforceable by code.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Smart contracts execute simple IF-THEN logic, for example: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you send NFT 0xaabb…</a:t>
            </a:r>
            <a:r>
              <a:rPr lang="en-GB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eeff</a:t>
            </a: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then 0.025ETH will be transferred to your wallet.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you transfer 0.1ETH to wallet address 0xa1b2…d4e5, domain name “</a:t>
            </a:r>
            <a:r>
              <a:rPr lang="en-GB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vasilius.eth</a:t>
            </a: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will be registered to your address.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“</a:t>
            </a:r>
            <a:r>
              <a:rPr lang="en-GB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sarathedev</a:t>
            </a: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deploys v0.1.5 of project “github.com/</a:t>
            </a:r>
            <a:r>
              <a:rPr lang="en-GB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ethereum</a:t>
            </a: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en-GB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verkletree-api</a:t>
            </a: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AND the QC = PASS, transfer 1.5ETH to wallet address 0xa1b2…d4e5.</a:t>
            </a:r>
          </a:p>
        </p:txBody>
      </p:sp>
    </p:spTree>
    <p:extLst>
      <p:ext uri="{BB962C8B-B14F-4D97-AF65-F5344CB8AC3E}">
        <p14:creationId xmlns:p14="http://schemas.microsoft.com/office/powerpoint/2010/main" val="1852385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6D458-D9C1-9E3F-D296-2EF8F4521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C2A106-ACC1-C9DE-3232-7A8D9B56FEAB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4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DF5D94E-CAA8-0CC6-4581-8C3EBA7C6665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E1CFA75-9320-B215-48FA-5E45B7CDB08A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Contracts and how they changed the game</a:t>
            </a:r>
          </a:p>
        </p:txBody>
      </p:sp>
      <p:pic>
        <p:nvPicPr>
          <p:cNvPr id="3" name="Picture 2" descr="Smart Contracts in Blockchain | GeeksforGeeks">
            <a:extLst>
              <a:ext uri="{FF2B5EF4-FFF2-40B4-BE49-F238E27FC236}">
                <a16:creationId xmlns:a16="http://schemas.microsoft.com/office/drawing/2014/main" id="{8FBAD4A4-5495-1B38-BF81-5F6AAF579F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3" t="28481" r="2899" b="5200"/>
          <a:stretch>
            <a:fillRect/>
          </a:stretch>
        </p:blipFill>
        <p:spPr bwMode="auto">
          <a:xfrm>
            <a:off x="932585" y="3152775"/>
            <a:ext cx="16712031" cy="629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01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22B6F5-4335-C3E1-72C7-3DDCB50BE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DD9BEA7-52C9-9520-6AB3-96A3B6B7F3CB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4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479CEC4-4484-A6CC-FC95-D8A47A7A6402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283C9B-FE3D-EB73-1AAA-0CE6282BDDF3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Having said that…</a:t>
            </a: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98B3DC00-B34F-4C2E-1968-9397E5089879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4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Smart contracts have some pitfalls: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Weak Regulation</a:t>
            </a: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a fraudulent activity committed via Smart contracts is difficult to take any action against.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Fixes! EU has Markets in Crypto-Assets Regulation (</a:t>
            </a:r>
            <a:r>
              <a:rPr lang="en-GB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MiCA</a:t>
            </a: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and the US has its stablecoin law. Pakistan’s has PVARA initiative.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Must be Autonomous</a:t>
            </a: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with zero human intervention, each process must be fully automated. This makes complex contracts hard to implement.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Immutable</a:t>
            </a: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a new contract must be deployed to make any change, even if it’s a bug fix.</a:t>
            </a:r>
          </a:p>
        </p:txBody>
      </p:sp>
    </p:spTree>
    <p:extLst>
      <p:ext uri="{BB962C8B-B14F-4D97-AF65-F5344CB8AC3E}">
        <p14:creationId xmlns:p14="http://schemas.microsoft.com/office/powerpoint/2010/main" val="284448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57932C-95A5-53CF-6BC8-01D077E6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2E4F81-59D9-AA92-A157-FEACE8EBB699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4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4FCAE47-DD3F-B14B-1431-99333CD57842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823C881-DEC7-8403-6003-082E763BA138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develop your Finance ecosystem on Ethereum?</a:t>
            </a: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DC9D60F0-0E1A-723B-F64D-0AE0891FC9D9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Bitcoin proved digital money works. Ethereum made money programmable, and finance needs more than money: it needs agreements, standards and liquidity.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ERC-20 standard. Any wallet, exchange or app can handle any ERC-20 token without integration work.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Liquidity: The same reason the NYSE and the US dollar persist despite faster or cheaper alternatives.</a:t>
            </a:r>
          </a:p>
        </p:txBody>
      </p:sp>
    </p:spTree>
    <p:extLst>
      <p:ext uri="{BB962C8B-B14F-4D97-AF65-F5344CB8AC3E}">
        <p14:creationId xmlns:p14="http://schemas.microsoft.com/office/powerpoint/2010/main" val="310770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EC17D3-DCBD-5CE5-1352-02406DB5C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0F4F6A-1C07-F802-EFD4-DAC37607A91D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4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12673BF-024B-8C6B-A43E-7949EF878AB8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8A901B-DBFE-F095-5B26-A487510D5FB5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develop your Finance ecosystem on Ethereum?</a:t>
            </a:r>
          </a:p>
        </p:txBody>
      </p:sp>
      <p:graphicFrame>
        <p:nvGraphicFramePr>
          <p:cNvPr id="8" name="Ethereum finance table">
            <a:extLst>
              <a:ext uri="{FF2B5EF4-FFF2-40B4-BE49-F238E27FC236}">
                <a16:creationId xmlns:a16="http://schemas.microsoft.com/office/drawing/2014/main" id="{2BFD3DA0-B6B0-D328-3365-E8E18306E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518209"/>
              </p:ext>
            </p:extLst>
          </p:nvPr>
        </p:nvGraphicFramePr>
        <p:xfrm>
          <a:off x="950976" y="2788920"/>
          <a:ext cx="16386048" cy="5760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9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2800" b="1" dirty="0">
                          <a:solidFill>
                            <a:srgbClr val="FFFFFF"/>
                          </a:solidFill>
                        </a:rPr>
                        <a:t>What finance needs</a:t>
                      </a:r>
                    </a:p>
                  </a:txBody>
                  <a:tcPr marL="228600" marR="228600" marT="73152" marB="73152" anchor="ctr">
                    <a:solidFill>
                      <a:srgbClr val="6A1B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800" b="1">
                          <a:solidFill>
                            <a:srgbClr val="FFFFFF"/>
                          </a:solidFill>
                        </a:rPr>
                        <a:t>What Ethereum provides</a:t>
                      </a:r>
                    </a:p>
                  </a:txBody>
                  <a:tcPr marL="228600" marR="228600" marT="73152" marB="73152" anchor="ctr">
                    <a:solidFill>
                      <a:srgbClr val="6A1B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8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228600" marR="228600" marT="73152" marB="73152" anchor="ctr">
                    <a:solidFill>
                      <a:srgbClr val="6A1B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800" b="1" dirty="0">
                          <a:solidFill>
                            <a:srgbClr val="6A1B32"/>
                          </a:solidFill>
                        </a:rPr>
                        <a:t>Programmable agreements</a:t>
                      </a:r>
                    </a:p>
                  </a:txBody>
                  <a:tcPr marL="228600" marR="22860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dirty="0">
                          <a:solidFill>
                            <a:srgbClr val="404040"/>
                          </a:solidFill>
                        </a:rPr>
                        <a:t>Smart contracts run any financial logic:</a:t>
                      </a:r>
                      <a:br>
                        <a:rPr lang="en-US" sz="2600" dirty="0">
                          <a:solidFill>
                            <a:srgbClr val="404040"/>
                          </a:solidFill>
                        </a:rPr>
                      </a:br>
                      <a:r>
                        <a:rPr sz="2600" dirty="0">
                          <a:solidFill>
                            <a:srgbClr val="404040"/>
                          </a:solidFill>
                        </a:rPr>
                        <a:t>lending, exchange, escrow, insurance</a:t>
                      </a:r>
                    </a:p>
                  </a:txBody>
                  <a:tcPr marL="228600" marR="22860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i="1" dirty="0">
                          <a:solidFill>
                            <a:srgbClr val="404040"/>
                          </a:solidFill>
                        </a:rPr>
                        <a:t>Bitcoin's script can't; the EVM can</a:t>
                      </a:r>
                    </a:p>
                  </a:txBody>
                  <a:tcPr marL="228600" marR="228600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800" b="1" dirty="0">
                          <a:solidFill>
                            <a:srgbClr val="6A1B32"/>
                          </a:solidFill>
                        </a:rPr>
                        <a:t>Common standards</a:t>
                      </a:r>
                    </a:p>
                  </a:txBody>
                  <a:tcPr marL="228600" marR="228600" marT="73152" marB="73152" anchor="ctr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dirty="0">
                          <a:solidFill>
                            <a:srgbClr val="404040"/>
                          </a:solidFill>
                        </a:rPr>
                        <a:t>ERC-20 (tokens), ERC-721 (</a:t>
                      </a:r>
                      <a:r>
                        <a:rPr lang="en-US" sz="2600" dirty="0">
                          <a:solidFill>
                            <a:srgbClr val="404040"/>
                          </a:solidFill>
                        </a:rPr>
                        <a:t>NFTs</a:t>
                      </a:r>
                      <a:r>
                        <a:rPr sz="2600" dirty="0">
                          <a:solidFill>
                            <a:srgbClr val="404040"/>
                          </a:solidFill>
                        </a:rPr>
                        <a:t>), ERC-4626 (vaults): one format every app understands</a:t>
                      </a:r>
                    </a:p>
                  </a:txBody>
                  <a:tcPr marL="228600" marR="228600" marT="73152" marB="73152" anchor="ctr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i="1" dirty="0">
                          <a:solidFill>
                            <a:srgbClr val="404040"/>
                          </a:solidFill>
                        </a:rPr>
                        <a:t>The SWIFT</a:t>
                      </a:r>
                      <a:r>
                        <a:rPr lang="en-US" sz="2400" i="1" dirty="0">
                          <a:solidFill>
                            <a:srgbClr val="404040"/>
                          </a:solidFill>
                        </a:rPr>
                        <a:t> equivalent of</a:t>
                      </a:r>
                      <a:r>
                        <a:rPr sz="2400" i="1" dirty="0">
                          <a:solidFill>
                            <a:srgbClr val="404040"/>
                          </a:solidFill>
                        </a:rPr>
                        <a:t> on-chain money</a:t>
                      </a:r>
                    </a:p>
                  </a:txBody>
                  <a:tcPr marL="228600" marR="228600" marT="73152" marB="73152" anchor="ctr">
                    <a:solidFill>
                      <a:srgbClr val="EF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800" b="1" dirty="0">
                          <a:solidFill>
                            <a:srgbClr val="6A1B32"/>
                          </a:solidFill>
                        </a:rPr>
                        <a:t>Composability</a:t>
                      </a:r>
                    </a:p>
                  </a:txBody>
                  <a:tcPr marL="228600" marR="22860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dirty="0">
                          <a:solidFill>
                            <a:srgbClr val="404040"/>
                          </a:solidFill>
                        </a:rPr>
                        <a:t>Contracts </a:t>
                      </a:r>
                      <a:r>
                        <a:rPr lang="en-US" sz="2600" dirty="0">
                          <a:solidFill>
                            <a:srgbClr val="404040"/>
                          </a:solidFill>
                        </a:rPr>
                        <a:t>can use </a:t>
                      </a:r>
                      <a:r>
                        <a:rPr sz="2600" dirty="0">
                          <a:solidFill>
                            <a:srgbClr val="404040"/>
                          </a:solidFill>
                        </a:rPr>
                        <a:t>contracts:</a:t>
                      </a:r>
                      <a:endParaRPr lang="en-US" sz="2600" dirty="0">
                        <a:solidFill>
                          <a:srgbClr val="404040"/>
                        </a:solidFill>
                      </a:endParaRPr>
                    </a:p>
                    <a:p>
                      <a:pPr algn="l"/>
                      <a:r>
                        <a:rPr sz="2600" dirty="0">
                          <a:solidFill>
                            <a:srgbClr val="404040"/>
                          </a:solidFill>
                        </a:rPr>
                        <a:t>borrow, swap and repay in one transaction</a:t>
                      </a:r>
                    </a:p>
                  </a:txBody>
                  <a:tcPr marL="228600" marR="22860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i="1" dirty="0">
                          <a:solidFill>
                            <a:srgbClr val="404040"/>
                          </a:solidFill>
                        </a:rPr>
                        <a:t>Lego-like </a:t>
                      </a:r>
                      <a:r>
                        <a:rPr sz="2400" i="1" dirty="0">
                          <a:solidFill>
                            <a:srgbClr val="404040"/>
                          </a:solidFill>
                        </a:rPr>
                        <a:t>Money</a:t>
                      </a:r>
                      <a:r>
                        <a:rPr lang="en-US" sz="2400" i="1" dirty="0">
                          <a:solidFill>
                            <a:srgbClr val="404040"/>
                          </a:solidFill>
                        </a:rPr>
                        <a:t>: </a:t>
                      </a:r>
                      <a:r>
                        <a:rPr lang="en-US" sz="2400" i="1" dirty="0" err="1">
                          <a:solidFill>
                            <a:srgbClr val="404040"/>
                          </a:solidFill>
                        </a:rPr>
                        <a:t>Aave</a:t>
                      </a:r>
                      <a:r>
                        <a:rPr lang="en-US" sz="2400" i="1" dirty="0">
                          <a:solidFill>
                            <a:srgbClr val="404040"/>
                          </a:solidFill>
                        </a:rPr>
                        <a:t> + Uniswap + Market Makers</a:t>
                      </a:r>
                      <a:endParaRPr sz="2400" i="1" dirty="0">
                        <a:solidFill>
                          <a:srgbClr val="404040"/>
                        </a:solidFill>
                      </a:endParaRPr>
                    </a:p>
                  </a:txBody>
                  <a:tcPr marL="228600" marR="228600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800" b="1" dirty="0">
                          <a:solidFill>
                            <a:srgbClr val="6A1B32"/>
                          </a:solidFill>
                        </a:rPr>
                        <a:t>Liquidity</a:t>
                      </a:r>
                    </a:p>
                  </a:txBody>
                  <a:tcPr marL="228600" marR="228600" marT="73152" marB="73152" anchor="ctr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dirty="0">
                          <a:solidFill>
                            <a:srgbClr val="404040"/>
                          </a:solidFill>
                        </a:rPr>
                        <a:t>Capital </a:t>
                      </a:r>
                      <a:r>
                        <a:rPr lang="en-US" sz="2600" dirty="0">
                          <a:solidFill>
                            <a:srgbClr val="404040"/>
                          </a:solidFill>
                        </a:rPr>
                        <a:t>is mapped to</a:t>
                      </a:r>
                      <a:r>
                        <a:rPr sz="2600" dirty="0">
                          <a:solidFill>
                            <a:srgbClr val="404040"/>
                          </a:solidFill>
                        </a:rPr>
                        <a:t> where capital already is</a:t>
                      </a:r>
                    </a:p>
                  </a:txBody>
                  <a:tcPr marL="228600" marR="228600" marT="73152" marB="73152" anchor="ctr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i="1" dirty="0">
                          <a:solidFill>
                            <a:srgbClr val="404040"/>
                          </a:solidFill>
                        </a:rPr>
                        <a:t>~56% of all DeFi value</a:t>
                      </a:r>
                      <a:r>
                        <a:rPr lang="en-US" sz="2400" i="1" dirty="0">
                          <a:solidFill>
                            <a:srgbClr val="404040"/>
                          </a:solidFill>
                        </a:rPr>
                        <a:t> backed by real assets</a:t>
                      </a:r>
                      <a:endParaRPr sz="2400" i="1" dirty="0">
                        <a:solidFill>
                          <a:srgbClr val="404040"/>
                        </a:solidFill>
                      </a:endParaRPr>
                    </a:p>
                  </a:txBody>
                  <a:tcPr marL="228600" marR="228600" marT="73152" marB="73152" anchor="ctr">
                    <a:solidFill>
                      <a:srgbClr val="EF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800" b="1">
                          <a:solidFill>
                            <a:srgbClr val="6A1B32"/>
                          </a:solidFill>
                        </a:rPr>
                        <a:t>Credibility &amp; neutrality</a:t>
                      </a:r>
                    </a:p>
                  </a:txBody>
                  <a:tcPr marL="228600" marR="22860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>
                          <a:solidFill>
                            <a:srgbClr val="404040"/>
                          </a:solidFill>
                        </a:rPr>
                        <a:t>Producing blocks non-stop since 2015; no owner, open to anyone</a:t>
                      </a:r>
                    </a:p>
                  </a:txBody>
                  <a:tcPr marL="228600" marR="22860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i="1" dirty="0">
                          <a:solidFill>
                            <a:srgbClr val="404040"/>
                          </a:solidFill>
                        </a:rPr>
                        <a:t>BlackRock launched BUIDL on Ethereum; ~60% of tokenized real-world assets</a:t>
                      </a:r>
                    </a:p>
                  </a:txBody>
                  <a:tcPr marL="228600" marR="228600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akeaway">
            <a:extLst>
              <a:ext uri="{FF2B5EF4-FFF2-40B4-BE49-F238E27FC236}">
                <a16:creationId xmlns:a16="http://schemas.microsoft.com/office/drawing/2014/main" id="{19AF5091-4890-37AE-66DC-39FAEC7E5E32}"/>
              </a:ext>
            </a:extLst>
          </p:cNvPr>
          <p:cNvSpPr txBox="1"/>
          <p:nvPr/>
        </p:nvSpPr>
        <p:spPr>
          <a:xfrm>
            <a:off x="950976" y="8732520"/>
            <a:ext cx="163860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1" dirty="0">
                <a:solidFill>
                  <a:srgbClr val="201B19"/>
                </a:solidFill>
              </a:rPr>
              <a:t>Markets don’t pick the fastest</a:t>
            </a:r>
            <a:r>
              <a:rPr lang="en-US" sz="2600" b="1" i="1" dirty="0">
                <a:solidFill>
                  <a:srgbClr val="201B19"/>
                </a:solidFill>
              </a:rPr>
              <a:t> or cheapest</a:t>
            </a:r>
            <a:r>
              <a:rPr sz="2600" b="1" i="1" dirty="0">
                <a:solidFill>
                  <a:srgbClr val="201B19"/>
                </a:solidFill>
              </a:rPr>
              <a:t> venue. They pick the one where liquidity and standards already </a:t>
            </a:r>
            <a:r>
              <a:rPr lang="en-US" sz="2600" b="1" i="1" dirty="0">
                <a:solidFill>
                  <a:srgbClr val="201B19"/>
                </a:solidFill>
              </a:rPr>
              <a:t>exist</a:t>
            </a:r>
            <a:r>
              <a:rPr sz="2600" b="1" i="1" dirty="0">
                <a:solidFill>
                  <a:srgbClr val="201B1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528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8610E6-717B-7761-14B8-7FF59D212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B167F5-BCC7-A8CF-E6B1-76E22E359FC8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4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3369862-CD80-1067-FE3D-60C29A3AE821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F339D91-DA2F-EDC4-0E68-1EA0F4CCA331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Acknowledging counterarguments</a:t>
            </a: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1EB70EAA-8545-7929-183B-5CDF5B7B5CB3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Ethereum's share is slipping. It was well above 60% a few years ago.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Mainnet</a:t>
            </a: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slow and can be expensive; most activity now runs on Layer-2s (Base, </a:t>
            </a:r>
            <a:r>
              <a:rPr lang="en-GB" sz="4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Arbitrum</a:t>
            </a: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that settle back to Ethereum.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There are other players in the arena</a:t>
            </a:r>
          </a:p>
          <a:p>
            <a:pPr>
              <a:lnSpc>
                <a:spcPct val="120000"/>
              </a:lnSpc>
            </a:pPr>
            <a:r>
              <a:rPr lang="en-GB" sz="4400" b="0" i="1" u="none" strike="noStrike" kern="1200" baseline="0" dirty="0">
                <a:solidFill>
                  <a:srgbClr val="404040"/>
                </a:solidFill>
                <a:latin typeface="Calibri" panose="020F0502020204030204" pitchFamily="34" charset="0"/>
              </a:rPr>
              <a:t>Countering counterarguments: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b="0" i="0" u="none" strike="noStrike" kern="1200" baseline="0" dirty="0">
                <a:solidFill>
                  <a:srgbClr val="404040"/>
                </a:solidFill>
                <a:latin typeface="Calibri" panose="020F0502020204030204" pitchFamily="34" charset="0"/>
              </a:rPr>
              <a:t>Every rival either copies Ethereum (BNB Chain), skips smart contracts (XRP Ledger), wins on speed (Solana), wins on cheap payments (Tron), or holds your money and identity (Binance).</a:t>
            </a:r>
            <a:endParaRPr lang="en-GB" sz="4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Smart contracts came a bit late. Therefore, DeFi activity is relatively small.</a:t>
            </a:r>
          </a:p>
        </p:txBody>
      </p:sp>
    </p:spTree>
    <p:extLst>
      <p:ext uri="{BB962C8B-B14F-4D97-AF65-F5344CB8AC3E}">
        <p14:creationId xmlns:p14="http://schemas.microsoft.com/office/powerpoint/2010/main" val="390740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71D2B-FFDC-0F77-E2D9-82D6A9555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7C0807-C18B-D764-596B-032AF072FC0B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Practical Exercise/Demo</a:t>
            </a: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099117F-0989-4A93-5D5A-9550A5D07086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1AD5CF-06C6-5553-0953-5F5EF9DB085F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Instructions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EEE8C305-0C46-037F-15F5-F88C33920D0F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lnSpcReduction="10000"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Visit 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https://github.com/esquaredsystems/web3-feedback-dapp</a:t>
            </a:r>
            <a:endParaRPr lang="en-GB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Give this link to ChatGPT and ask it to explain its smart contract in plain English.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Open the Feedback Dapp again – this time you’ll submit a real feedback.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a new account on MetaMask specifically for this transaction. Never to be touched later.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enough SETH into new account to submit the feedback form.</a:t>
            </a:r>
          </a:p>
        </p:txBody>
      </p:sp>
    </p:spTree>
    <p:extLst>
      <p:ext uri="{BB962C8B-B14F-4D97-AF65-F5344CB8AC3E}">
        <p14:creationId xmlns:p14="http://schemas.microsoft.com/office/powerpoint/2010/main" val="137578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47965F-0FBD-4755-B4F1-0BF63DB5D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87FF05-BA5D-1CB5-E1CF-3C887D5367F8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4</a:t>
            </a: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A5600AE-7275-C198-A48A-29FD8C38F249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EFBD1C-0470-5A7D-AC88-938C5A50D67B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road so far, and the road ahead</a:t>
            </a:r>
          </a:p>
        </p:txBody>
      </p:sp>
      <p:sp>
        <p:nvSpPr>
          <p:cNvPr id="18" name="Step 1">
            <a:extLst>
              <a:ext uri="{FF2B5EF4-FFF2-40B4-BE49-F238E27FC236}">
                <a16:creationId xmlns:a16="http://schemas.microsoft.com/office/drawing/2014/main" id="{B9C514F9-C2F5-158F-45FB-4F555AC89C7F}"/>
              </a:ext>
            </a:extLst>
          </p:cNvPr>
          <p:cNvSpPr/>
          <p:nvPr/>
        </p:nvSpPr>
        <p:spPr>
          <a:xfrm>
            <a:off x="950976" y="6720840"/>
            <a:ext cx="2286000" cy="2743200"/>
          </a:xfrm>
          <a:prstGeom prst="rect">
            <a:avLst/>
          </a:prstGeom>
          <a:solidFill>
            <a:srgbClr val="6A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201168" rIns="155448" rtlCol="0" anchor="t"/>
          <a:lstStyle/>
          <a:p>
            <a:pPr algn="l">
              <a:spcAft>
                <a:spcPts val="600"/>
              </a:spcAft>
            </a:pPr>
            <a:r>
              <a:rPr sz="1300" b="1" i="0" dirty="0">
                <a:solidFill>
                  <a:srgbClr val="E9C9D1"/>
                </a:solidFill>
                <a:latin typeface="Courier New"/>
              </a:rPr>
              <a:t>01</a:t>
            </a:r>
          </a:p>
          <a:p>
            <a:pPr algn="l">
              <a:spcAft>
                <a:spcPts val="600"/>
              </a:spcAft>
            </a:pPr>
            <a:r>
              <a:rPr sz="2200" b="1" i="0" dirty="0">
                <a:solidFill>
                  <a:srgbClr val="FFFFFF"/>
                </a:solidFill>
                <a:latin typeface="Georgia"/>
              </a:rPr>
              <a:t>Blockchain</a:t>
            </a:r>
          </a:p>
          <a:p>
            <a:pPr algn="l">
              <a:spcAft>
                <a:spcPts val="0"/>
              </a:spcAft>
            </a:pPr>
            <a:r>
              <a:rPr sz="1900" b="0" i="0" dirty="0">
                <a:solidFill>
                  <a:srgbClr val="FFFFFF"/>
                </a:solidFill>
                <a:latin typeface="Calibri"/>
              </a:rPr>
              <a:t>A shared ledger nobody owns, everybody verifies</a:t>
            </a:r>
          </a:p>
        </p:txBody>
      </p:sp>
      <p:sp>
        <p:nvSpPr>
          <p:cNvPr id="20" name="Step 2">
            <a:extLst>
              <a:ext uri="{FF2B5EF4-FFF2-40B4-BE49-F238E27FC236}">
                <a16:creationId xmlns:a16="http://schemas.microsoft.com/office/drawing/2014/main" id="{C682864D-D822-D7A6-BDE2-ED1D5C62BE30}"/>
              </a:ext>
            </a:extLst>
          </p:cNvPr>
          <p:cNvSpPr/>
          <p:nvPr/>
        </p:nvSpPr>
        <p:spPr>
          <a:xfrm>
            <a:off x="3419856" y="6172200"/>
            <a:ext cx="2286000" cy="3291840"/>
          </a:xfrm>
          <a:prstGeom prst="rect">
            <a:avLst/>
          </a:prstGeom>
          <a:solidFill>
            <a:srgbClr val="6A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201168" rIns="155448" rtlCol="0" anchor="t"/>
          <a:lstStyle/>
          <a:p>
            <a:pPr algn="l">
              <a:spcAft>
                <a:spcPts val="600"/>
              </a:spcAft>
            </a:pPr>
            <a:r>
              <a:rPr sz="1300" b="1" i="0" dirty="0">
                <a:solidFill>
                  <a:srgbClr val="E9C9D1"/>
                </a:solidFill>
                <a:latin typeface="Courier New"/>
              </a:rPr>
              <a:t>02</a:t>
            </a:r>
          </a:p>
          <a:p>
            <a:pPr algn="l">
              <a:spcAft>
                <a:spcPts val="600"/>
              </a:spcAft>
            </a:pPr>
            <a:r>
              <a:rPr sz="2200" b="1" i="0" dirty="0">
                <a:solidFill>
                  <a:srgbClr val="FFFFFF"/>
                </a:solidFill>
                <a:latin typeface="Georgia"/>
              </a:rPr>
              <a:t>Bitcoin</a:t>
            </a:r>
          </a:p>
          <a:p>
            <a:pPr algn="l">
              <a:spcAft>
                <a:spcPts val="0"/>
              </a:spcAft>
            </a:pPr>
            <a:r>
              <a:rPr sz="1900" b="0" i="0" dirty="0">
                <a:solidFill>
                  <a:srgbClr val="FFFFFF"/>
                </a:solidFill>
                <a:latin typeface="Calibri"/>
              </a:rPr>
              <a:t>Money with no bank in the middle</a:t>
            </a:r>
          </a:p>
        </p:txBody>
      </p:sp>
      <p:sp>
        <p:nvSpPr>
          <p:cNvPr id="22" name="Step 3">
            <a:extLst>
              <a:ext uri="{FF2B5EF4-FFF2-40B4-BE49-F238E27FC236}">
                <a16:creationId xmlns:a16="http://schemas.microsoft.com/office/drawing/2014/main" id="{076A2894-B17D-423A-AB80-67F80E438F71}"/>
              </a:ext>
            </a:extLst>
          </p:cNvPr>
          <p:cNvSpPr/>
          <p:nvPr/>
        </p:nvSpPr>
        <p:spPr>
          <a:xfrm>
            <a:off x="5888736" y="5623559"/>
            <a:ext cx="2286000" cy="3840480"/>
          </a:xfrm>
          <a:prstGeom prst="rect">
            <a:avLst/>
          </a:prstGeom>
          <a:solidFill>
            <a:srgbClr val="6A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201168" rIns="155448" rtlCol="0" anchor="t"/>
          <a:lstStyle/>
          <a:p>
            <a:pPr algn="l">
              <a:spcAft>
                <a:spcPts val="600"/>
              </a:spcAft>
            </a:pPr>
            <a:r>
              <a:rPr sz="1300" b="1" i="0" dirty="0">
                <a:solidFill>
                  <a:srgbClr val="E9C9D1"/>
                </a:solidFill>
                <a:latin typeface="Courier New"/>
              </a:rPr>
              <a:t>03</a:t>
            </a:r>
          </a:p>
          <a:p>
            <a:pPr algn="l">
              <a:spcAft>
                <a:spcPts val="600"/>
              </a:spcAft>
            </a:pPr>
            <a:r>
              <a:rPr sz="2200" b="1" i="0" dirty="0">
                <a:solidFill>
                  <a:srgbClr val="FFFFFF"/>
                </a:solidFill>
                <a:latin typeface="Georgia"/>
              </a:rPr>
              <a:t>Ethereum</a:t>
            </a:r>
          </a:p>
          <a:p>
            <a:pPr algn="l">
              <a:spcAft>
                <a:spcPts val="0"/>
              </a:spcAft>
            </a:pPr>
            <a:r>
              <a:rPr sz="1900" b="0" i="0" dirty="0">
                <a:solidFill>
                  <a:srgbClr val="FFFFFF"/>
                </a:solidFill>
                <a:latin typeface="Calibri"/>
              </a:rPr>
              <a:t>The ledger learns to run code</a:t>
            </a:r>
          </a:p>
        </p:txBody>
      </p:sp>
      <p:sp>
        <p:nvSpPr>
          <p:cNvPr id="24" name="Step 4">
            <a:extLst>
              <a:ext uri="{FF2B5EF4-FFF2-40B4-BE49-F238E27FC236}">
                <a16:creationId xmlns:a16="http://schemas.microsoft.com/office/drawing/2014/main" id="{7483B7ED-7870-BBAE-67B7-1CD112F97439}"/>
              </a:ext>
            </a:extLst>
          </p:cNvPr>
          <p:cNvSpPr/>
          <p:nvPr/>
        </p:nvSpPr>
        <p:spPr>
          <a:xfrm>
            <a:off x="8357616" y="5074920"/>
            <a:ext cx="2286000" cy="4389120"/>
          </a:xfrm>
          <a:prstGeom prst="rect">
            <a:avLst/>
          </a:prstGeom>
          <a:solidFill>
            <a:srgbClr val="6A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201168" rIns="155448" rtlCol="0" anchor="t"/>
          <a:lstStyle/>
          <a:p>
            <a:pPr algn="l">
              <a:spcAft>
                <a:spcPts val="600"/>
              </a:spcAft>
            </a:pPr>
            <a:r>
              <a:rPr sz="1300" b="1" i="0" dirty="0">
                <a:solidFill>
                  <a:srgbClr val="E9C9D1"/>
                </a:solidFill>
                <a:latin typeface="Courier New"/>
              </a:rPr>
              <a:t>04</a:t>
            </a:r>
          </a:p>
          <a:p>
            <a:pPr algn="l">
              <a:spcAft>
                <a:spcPts val="600"/>
              </a:spcAft>
            </a:pPr>
            <a:r>
              <a:rPr sz="2200" b="1" i="0" dirty="0">
                <a:solidFill>
                  <a:srgbClr val="FFFFFF"/>
                </a:solidFill>
                <a:latin typeface="Georgia"/>
              </a:rPr>
              <a:t>Smart contracts</a:t>
            </a:r>
          </a:p>
          <a:p>
            <a:pPr algn="l">
              <a:spcAft>
                <a:spcPts val="0"/>
              </a:spcAft>
            </a:pPr>
            <a:r>
              <a:rPr sz="1900" b="0" i="0" dirty="0">
                <a:solidFill>
                  <a:srgbClr val="FFFFFF"/>
                </a:solidFill>
                <a:latin typeface="Calibri"/>
              </a:rPr>
              <a:t>Agreements that execute themselves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5DB025F-7770-840E-4434-E8C7CF738CFC}"/>
              </a:ext>
            </a:extLst>
          </p:cNvPr>
          <p:cNvGrpSpPr/>
          <p:nvPr/>
        </p:nvGrpSpPr>
        <p:grpSpPr>
          <a:xfrm>
            <a:off x="14173200" y="3154679"/>
            <a:ext cx="3163824" cy="6309360"/>
            <a:chOff x="14173200" y="3154679"/>
            <a:chExt cx="3163824" cy="6309360"/>
          </a:xfrm>
        </p:grpSpPr>
        <p:sp>
          <p:nvSpPr>
            <p:cNvPr id="36" name="Step 6 Threats">
              <a:extLst>
                <a:ext uri="{FF2B5EF4-FFF2-40B4-BE49-F238E27FC236}">
                  <a16:creationId xmlns:a16="http://schemas.microsoft.com/office/drawing/2014/main" id="{F963061B-04C8-CD92-5FE3-AC28F3D00DF7}"/>
                </a:ext>
              </a:extLst>
            </p:cNvPr>
            <p:cNvSpPr/>
            <p:nvPr/>
          </p:nvSpPr>
          <p:spPr>
            <a:xfrm>
              <a:off x="14173200" y="3154679"/>
              <a:ext cx="3163824" cy="6309360"/>
            </a:xfrm>
            <a:prstGeom prst="rect">
              <a:avLst/>
            </a:prstGeom>
            <a:solidFill>
              <a:srgbClr val="2E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28600" tIns="201168" rIns="228600" rtlCol="0" anchor="t"/>
            <a:lstStyle/>
            <a:p>
              <a:pPr algn="l">
                <a:spcAft>
                  <a:spcPts val="600"/>
                </a:spcAft>
              </a:pPr>
              <a:r>
                <a:rPr sz="1300" b="1" i="0" dirty="0">
                  <a:solidFill>
                    <a:srgbClr val="F07A62"/>
                  </a:solidFill>
                  <a:latin typeface="Courier New"/>
                </a:rPr>
                <a:t>0</a:t>
              </a:r>
              <a:r>
                <a:rPr lang="en-US" sz="1300" b="1" i="0" dirty="0">
                  <a:solidFill>
                    <a:srgbClr val="F07A62"/>
                  </a:solidFill>
                  <a:latin typeface="Courier New"/>
                </a:rPr>
                <a:t>9 - 12</a:t>
              </a:r>
              <a:r>
                <a:rPr sz="1300" b="1" i="0" dirty="0">
                  <a:solidFill>
                    <a:srgbClr val="F07A62"/>
                  </a:solidFill>
                  <a:latin typeface="Courier New"/>
                </a:rPr>
                <a:t> · FINAL MODULE</a:t>
              </a:r>
            </a:p>
            <a:p>
              <a:pPr algn="l">
                <a:spcAft>
                  <a:spcPts val="600"/>
                </a:spcAft>
              </a:pPr>
              <a:r>
                <a:rPr sz="2600" b="1" i="0" dirty="0">
                  <a:solidFill>
                    <a:srgbClr val="FFFFFF"/>
                  </a:solidFill>
                  <a:latin typeface="Georgia"/>
                </a:rPr>
                <a:t>Threats &amp; attacks</a:t>
              </a:r>
            </a:p>
            <a:p>
              <a:pPr algn="l">
                <a:spcAft>
                  <a:spcPts val="0"/>
                </a:spcAft>
              </a:pPr>
              <a:r>
                <a:rPr sz="1900" b="0" i="0" dirty="0">
                  <a:solidFill>
                    <a:srgbClr val="FFFFFF"/>
                  </a:solidFill>
                  <a:latin typeface="Calibri"/>
                </a:rPr>
                <a:t>Who attacks DeFi, how, and how to defend it</a:t>
              </a:r>
            </a:p>
          </p:txBody>
        </p:sp>
        <p:sp>
          <p:nvSpPr>
            <p:cNvPr id="38" name="Chip MEV &amp; front-running">
              <a:extLst>
                <a:ext uri="{FF2B5EF4-FFF2-40B4-BE49-F238E27FC236}">
                  <a16:creationId xmlns:a16="http://schemas.microsoft.com/office/drawing/2014/main" id="{864336ED-8E7E-C681-132C-F3ECAD6F39E2}"/>
                </a:ext>
              </a:extLst>
            </p:cNvPr>
            <p:cNvSpPr/>
            <p:nvPr/>
          </p:nvSpPr>
          <p:spPr>
            <a:xfrm>
              <a:off x="14276072" y="5413248"/>
              <a:ext cx="2933700" cy="530352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F07A6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18288" bIns="18288" rtlCol="0" anchor="ctr"/>
            <a:lstStyle/>
            <a:p>
              <a:pPr algn="ctr"/>
              <a:r>
                <a:rPr sz="1900" b="1" dirty="0">
                  <a:solidFill>
                    <a:srgbClr val="F07A62"/>
                  </a:solidFill>
                  <a:latin typeface="Calibri"/>
                </a:rPr>
                <a:t>MEV &amp; front-running</a:t>
              </a:r>
            </a:p>
          </p:txBody>
        </p:sp>
        <p:sp>
          <p:nvSpPr>
            <p:cNvPr id="41" name="Chip Reentrancy">
              <a:extLst>
                <a:ext uri="{FF2B5EF4-FFF2-40B4-BE49-F238E27FC236}">
                  <a16:creationId xmlns:a16="http://schemas.microsoft.com/office/drawing/2014/main" id="{C1F5A456-7837-750D-55B6-94E8FA124423}"/>
                </a:ext>
              </a:extLst>
            </p:cNvPr>
            <p:cNvSpPr/>
            <p:nvPr/>
          </p:nvSpPr>
          <p:spPr>
            <a:xfrm>
              <a:off x="14276072" y="6071616"/>
              <a:ext cx="2933700" cy="530352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F07A6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18288" bIns="18288" rtlCol="0" anchor="ctr"/>
            <a:lstStyle/>
            <a:p>
              <a:pPr algn="ctr"/>
              <a:r>
                <a:rPr sz="1900" b="1">
                  <a:solidFill>
                    <a:srgbClr val="F07A62"/>
                  </a:solidFill>
                  <a:latin typeface="Calibri"/>
                </a:rPr>
                <a:t>Reentrancy</a:t>
              </a:r>
            </a:p>
          </p:txBody>
        </p:sp>
        <p:sp>
          <p:nvSpPr>
            <p:cNvPr id="43" name="Chip Sybil attacks">
              <a:extLst>
                <a:ext uri="{FF2B5EF4-FFF2-40B4-BE49-F238E27FC236}">
                  <a16:creationId xmlns:a16="http://schemas.microsoft.com/office/drawing/2014/main" id="{8DABBF08-F3BC-BDFF-4896-3352B653D193}"/>
                </a:ext>
              </a:extLst>
            </p:cNvPr>
            <p:cNvSpPr/>
            <p:nvPr/>
          </p:nvSpPr>
          <p:spPr>
            <a:xfrm>
              <a:off x="14276072" y="6729983"/>
              <a:ext cx="2933700" cy="530352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F07A6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18288" bIns="18288" rtlCol="0" anchor="ctr"/>
            <a:lstStyle/>
            <a:p>
              <a:pPr algn="ctr"/>
              <a:r>
                <a:rPr sz="1900" b="1">
                  <a:solidFill>
                    <a:srgbClr val="F07A62"/>
                  </a:solidFill>
                  <a:latin typeface="Calibri"/>
                </a:rPr>
                <a:t>Sybil attacks</a:t>
              </a:r>
            </a:p>
          </p:txBody>
        </p:sp>
        <p:sp>
          <p:nvSpPr>
            <p:cNvPr id="45" name="Chip Oracle manipulation">
              <a:extLst>
                <a:ext uri="{FF2B5EF4-FFF2-40B4-BE49-F238E27FC236}">
                  <a16:creationId xmlns:a16="http://schemas.microsoft.com/office/drawing/2014/main" id="{5B0FA6C6-A4B5-9376-491B-6B586BF95CBE}"/>
                </a:ext>
              </a:extLst>
            </p:cNvPr>
            <p:cNvSpPr/>
            <p:nvPr/>
          </p:nvSpPr>
          <p:spPr>
            <a:xfrm>
              <a:off x="14276072" y="7388352"/>
              <a:ext cx="2933700" cy="530352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F07A6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18288" bIns="18288" rtlCol="0" anchor="ctr"/>
            <a:lstStyle/>
            <a:p>
              <a:pPr algn="ctr"/>
              <a:r>
                <a:rPr sz="1900" b="1">
                  <a:solidFill>
                    <a:srgbClr val="F07A62"/>
                  </a:solidFill>
                  <a:latin typeface="Calibri"/>
                </a:rPr>
                <a:t>Oracle manipulation</a:t>
              </a:r>
            </a:p>
          </p:txBody>
        </p:sp>
        <p:sp>
          <p:nvSpPr>
            <p:cNvPr id="47" name="Chip Flash-loan attacks">
              <a:extLst>
                <a:ext uri="{FF2B5EF4-FFF2-40B4-BE49-F238E27FC236}">
                  <a16:creationId xmlns:a16="http://schemas.microsoft.com/office/drawing/2014/main" id="{4C8D38B5-E122-9960-4035-DDDB792DAE71}"/>
                </a:ext>
              </a:extLst>
            </p:cNvPr>
            <p:cNvSpPr/>
            <p:nvPr/>
          </p:nvSpPr>
          <p:spPr>
            <a:xfrm>
              <a:off x="14276072" y="8046720"/>
              <a:ext cx="2933700" cy="530352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F07A6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18288" bIns="18288" rtlCol="0" anchor="ctr"/>
            <a:lstStyle/>
            <a:p>
              <a:pPr algn="ctr"/>
              <a:r>
                <a:rPr sz="1900" b="1" dirty="0">
                  <a:solidFill>
                    <a:srgbClr val="F07A62"/>
                  </a:solidFill>
                  <a:latin typeface="Calibri"/>
                </a:rPr>
                <a:t>Flash</a:t>
              </a:r>
              <a:r>
                <a:rPr lang="en-US" sz="1900" b="1" dirty="0">
                  <a:solidFill>
                    <a:srgbClr val="F07A62"/>
                  </a:solidFill>
                  <a:latin typeface="Calibri"/>
                </a:rPr>
                <a:t> </a:t>
              </a:r>
              <a:r>
                <a:rPr sz="1900" b="1" dirty="0">
                  <a:solidFill>
                    <a:srgbClr val="F07A62"/>
                  </a:solidFill>
                  <a:latin typeface="Calibri"/>
                </a:rPr>
                <a:t>attacks</a:t>
              </a:r>
              <a:r>
                <a:rPr lang="en-US" sz="1900" b="1" dirty="0">
                  <a:solidFill>
                    <a:srgbClr val="F07A62"/>
                  </a:solidFill>
                  <a:latin typeface="Calibri"/>
                </a:rPr>
                <a:t> &amp; slippage</a:t>
              </a:r>
              <a:endParaRPr sz="1900" b="1" dirty="0">
                <a:solidFill>
                  <a:srgbClr val="F07A62"/>
                </a:solidFill>
                <a:latin typeface="Calibri"/>
              </a:endParaRPr>
            </a:p>
          </p:txBody>
        </p:sp>
        <p:sp>
          <p:nvSpPr>
            <p:cNvPr id="49" name="Chip Rug pulls &amp; phishing">
              <a:extLst>
                <a:ext uri="{FF2B5EF4-FFF2-40B4-BE49-F238E27FC236}">
                  <a16:creationId xmlns:a16="http://schemas.microsoft.com/office/drawing/2014/main" id="{C6BA0233-A128-436A-47CD-1AD08FE61990}"/>
                </a:ext>
              </a:extLst>
            </p:cNvPr>
            <p:cNvSpPr/>
            <p:nvPr/>
          </p:nvSpPr>
          <p:spPr>
            <a:xfrm>
              <a:off x="14276072" y="8705088"/>
              <a:ext cx="2933700" cy="530352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F07A6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18288" bIns="18288" rtlCol="0" anchor="ctr"/>
            <a:lstStyle/>
            <a:p>
              <a:pPr algn="ctr"/>
              <a:r>
                <a:rPr sz="1900" b="1">
                  <a:solidFill>
                    <a:srgbClr val="F07A62"/>
                  </a:solidFill>
                  <a:latin typeface="Calibri"/>
                </a:rPr>
                <a:t>Rug pulls &amp; phishing</a:t>
              </a:r>
            </a:p>
          </p:txBody>
        </p:sp>
      </p:grpSp>
      <p:sp>
        <p:nvSpPr>
          <p:cNvPr id="51" name="Headline">
            <a:extLst>
              <a:ext uri="{FF2B5EF4-FFF2-40B4-BE49-F238E27FC236}">
                <a16:creationId xmlns:a16="http://schemas.microsoft.com/office/drawing/2014/main" id="{4F940563-5440-2EB8-2A7C-A38D4DB015FE}"/>
              </a:ext>
            </a:extLst>
          </p:cNvPr>
          <p:cNvSpPr txBox="1"/>
          <p:nvPr/>
        </p:nvSpPr>
        <p:spPr>
          <a:xfrm>
            <a:off x="950975" y="2697480"/>
            <a:ext cx="10693337" cy="55399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 dirty="0">
                <a:solidFill>
                  <a:srgbClr val="201B19"/>
                </a:solidFill>
                <a:latin typeface="Georgia"/>
              </a:rPr>
              <a:t>We moved trust out of institutions and into code.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B7F9B4F-EB17-A75B-8EAE-9AA4A0ED5121}"/>
              </a:ext>
            </a:extLst>
          </p:cNvPr>
          <p:cNvGrpSpPr/>
          <p:nvPr/>
        </p:nvGrpSpPr>
        <p:grpSpPr>
          <a:xfrm>
            <a:off x="10826496" y="3977639"/>
            <a:ext cx="3163824" cy="5486400"/>
            <a:chOff x="10826496" y="3977639"/>
            <a:chExt cx="3163824" cy="5486400"/>
          </a:xfrm>
        </p:grpSpPr>
        <p:sp>
          <p:nvSpPr>
            <p:cNvPr id="26" name="Step 5 DeFi">
              <a:extLst>
                <a:ext uri="{FF2B5EF4-FFF2-40B4-BE49-F238E27FC236}">
                  <a16:creationId xmlns:a16="http://schemas.microsoft.com/office/drawing/2014/main" id="{0ED02D06-6583-71D9-699A-55AE0CFD8F38}"/>
                </a:ext>
              </a:extLst>
            </p:cNvPr>
            <p:cNvSpPr/>
            <p:nvPr/>
          </p:nvSpPr>
          <p:spPr>
            <a:xfrm>
              <a:off x="10826496" y="3977639"/>
              <a:ext cx="3163824" cy="5486400"/>
            </a:xfrm>
            <a:prstGeom prst="rect">
              <a:avLst/>
            </a:prstGeom>
            <a:solidFill>
              <a:srgbClr val="201B1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28600" tIns="201168" rIns="228600" rtlCol="0" anchor="t"/>
            <a:lstStyle/>
            <a:p>
              <a:pPr algn="l">
                <a:spcAft>
                  <a:spcPts val="600"/>
                </a:spcAft>
              </a:pPr>
              <a:r>
                <a:rPr sz="1300" b="1" i="0" dirty="0">
                  <a:solidFill>
                    <a:srgbClr val="D9A441"/>
                  </a:solidFill>
                  <a:latin typeface="Courier New"/>
                </a:rPr>
                <a:t>05</a:t>
              </a:r>
              <a:r>
                <a:rPr lang="en-US" sz="1300" b="1" i="0" dirty="0">
                  <a:solidFill>
                    <a:srgbClr val="D9A441"/>
                  </a:solidFill>
                  <a:latin typeface="Courier New"/>
                </a:rPr>
                <a:t> - 08</a:t>
              </a:r>
              <a:r>
                <a:rPr sz="1300" b="1" i="0" dirty="0">
                  <a:solidFill>
                    <a:srgbClr val="D9A441"/>
                  </a:solidFill>
                  <a:latin typeface="Courier New"/>
                </a:rPr>
                <a:t> · NEXT</a:t>
              </a:r>
              <a:r>
                <a:rPr lang="en-US" sz="1300" b="1" i="0" dirty="0">
                  <a:solidFill>
                    <a:srgbClr val="D9A441"/>
                  </a:solidFill>
                  <a:latin typeface="Courier New"/>
                </a:rPr>
                <a:t> MODULE</a:t>
              </a:r>
              <a:endParaRPr sz="1300" b="1" i="0" dirty="0">
                <a:solidFill>
                  <a:srgbClr val="D9A441"/>
                </a:solidFill>
                <a:latin typeface="Courier New"/>
              </a:endParaRPr>
            </a:p>
            <a:p>
              <a:pPr algn="l">
                <a:spcAft>
                  <a:spcPts val="600"/>
                </a:spcAft>
              </a:pPr>
              <a:r>
                <a:rPr sz="2600" b="1" i="0" dirty="0">
                  <a:solidFill>
                    <a:srgbClr val="FFFFFF"/>
                  </a:solidFill>
                  <a:latin typeface="Georgia"/>
                </a:rPr>
                <a:t>Decentralized Finance</a:t>
              </a:r>
            </a:p>
            <a:p>
              <a:pPr algn="l">
                <a:spcAft>
                  <a:spcPts val="0"/>
                </a:spcAft>
              </a:pPr>
              <a:r>
                <a:rPr sz="1900" b="0" i="0" dirty="0">
                  <a:solidFill>
                    <a:srgbClr val="FFFFFF"/>
                  </a:solidFill>
                  <a:latin typeface="Calibri"/>
                </a:rPr>
                <a:t>Banks, exchanges and brokers, rebuilt as code</a:t>
              </a:r>
            </a:p>
          </p:txBody>
        </p:sp>
        <p:sp>
          <p:nvSpPr>
            <p:cNvPr id="28" name="Chip DAOs">
              <a:extLst>
                <a:ext uri="{FF2B5EF4-FFF2-40B4-BE49-F238E27FC236}">
                  <a16:creationId xmlns:a16="http://schemas.microsoft.com/office/drawing/2014/main" id="{BD576014-5A11-0EEF-6A05-277C2806EB56}"/>
                </a:ext>
              </a:extLst>
            </p:cNvPr>
            <p:cNvSpPr/>
            <p:nvPr/>
          </p:nvSpPr>
          <p:spPr>
            <a:xfrm>
              <a:off x="11055096" y="6117905"/>
              <a:ext cx="2706624" cy="530352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D9A4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18288" bIns="18288" rtlCol="0" anchor="ctr"/>
            <a:lstStyle/>
            <a:p>
              <a:pPr algn="ctr"/>
              <a:r>
                <a:rPr sz="1900" b="1">
                  <a:solidFill>
                    <a:srgbClr val="D9A441"/>
                  </a:solidFill>
                  <a:latin typeface="Calibri"/>
                </a:rPr>
                <a:t>DAOs</a:t>
              </a:r>
            </a:p>
          </p:txBody>
        </p:sp>
        <p:sp>
          <p:nvSpPr>
            <p:cNvPr id="30" name="Chip DEX trading">
              <a:extLst>
                <a:ext uri="{FF2B5EF4-FFF2-40B4-BE49-F238E27FC236}">
                  <a16:creationId xmlns:a16="http://schemas.microsoft.com/office/drawing/2014/main" id="{11E1CE21-0A85-EF4D-5D41-8F4D70807FA6}"/>
                </a:ext>
              </a:extLst>
            </p:cNvPr>
            <p:cNvSpPr/>
            <p:nvPr/>
          </p:nvSpPr>
          <p:spPr>
            <a:xfrm>
              <a:off x="11055096" y="6776274"/>
              <a:ext cx="2706624" cy="530352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D9A4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18288" bIns="18288" rtlCol="0" anchor="ctr"/>
            <a:lstStyle/>
            <a:p>
              <a:pPr algn="ctr"/>
              <a:r>
                <a:rPr lang="en-US" sz="1900" b="1" dirty="0">
                  <a:solidFill>
                    <a:srgbClr val="D9A441"/>
                  </a:solidFill>
                  <a:latin typeface="Calibri"/>
                </a:rPr>
                <a:t>CEX/</a:t>
              </a:r>
              <a:r>
                <a:rPr sz="1900" b="1" dirty="0">
                  <a:solidFill>
                    <a:srgbClr val="D9A441"/>
                  </a:solidFill>
                  <a:latin typeface="Calibri"/>
                </a:rPr>
                <a:t>DEX trading</a:t>
              </a:r>
            </a:p>
          </p:txBody>
        </p:sp>
        <p:sp>
          <p:nvSpPr>
            <p:cNvPr id="32" name="Chip AMMs">
              <a:extLst>
                <a:ext uri="{FF2B5EF4-FFF2-40B4-BE49-F238E27FC236}">
                  <a16:creationId xmlns:a16="http://schemas.microsoft.com/office/drawing/2014/main" id="{72BE1CD6-E22F-834D-8F93-930A9BDF9126}"/>
                </a:ext>
              </a:extLst>
            </p:cNvPr>
            <p:cNvSpPr/>
            <p:nvPr/>
          </p:nvSpPr>
          <p:spPr>
            <a:xfrm>
              <a:off x="11055096" y="7434641"/>
              <a:ext cx="2706624" cy="530352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D9A4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18288" bIns="18288" rtlCol="0" anchor="ctr"/>
            <a:lstStyle/>
            <a:p>
              <a:pPr algn="ctr"/>
              <a:r>
                <a:rPr sz="1900" b="1">
                  <a:solidFill>
                    <a:srgbClr val="D9A441"/>
                  </a:solidFill>
                  <a:latin typeface="Calibri"/>
                </a:rPr>
                <a:t>AMMs</a:t>
              </a:r>
            </a:p>
          </p:txBody>
        </p:sp>
        <p:sp>
          <p:nvSpPr>
            <p:cNvPr id="34" name="Chip Tokenomics">
              <a:extLst>
                <a:ext uri="{FF2B5EF4-FFF2-40B4-BE49-F238E27FC236}">
                  <a16:creationId xmlns:a16="http://schemas.microsoft.com/office/drawing/2014/main" id="{7B70032B-25AE-BD33-14EA-3AE9673CE085}"/>
                </a:ext>
              </a:extLst>
            </p:cNvPr>
            <p:cNvSpPr/>
            <p:nvPr/>
          </p:nvSpPr>
          <p:spPr>
            <a:xfrm>
              <a:off x="11055096" y="8093010"/>
              <a:ext cx="2706624" cy="530352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D9A4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18288" bIns="18288" rtlCol="0" anchor="ctr"/>
            <a:lstStyle/>
            <a:p>
              <a:pPr algn="ctr"/>
              <a:r>
                <a:rPr lang="en-US" sz="1900" b="1" dirty="0">
                  <a:solidFill>
                    <a:srgbClr val="D9A441"/>
                  </a:solidFill>
                  <a:latin typeface="Calibri"/>
                </a:rPr>
                <a:t>Multi-sig  Wallets</a:t>
              </a:r>
              <a:endParaRPr sz="1900" b="1" dirty="0">
                <a:solidFill>
                  <a:srgbClr val="D9A441"/>
                </a:solidFill>
                <a:latin typeface="Calibri"/>
              </a:endParaRPr>
            </a:p>
          </p:txBody>
        </p:sp>
        <p:sp>
          <p:nvSpPr>
            <p:cNvPr id="53" name="Chip Tokenomics">
              <a:extLst>
                <a:ext uri="{FF2B5EF4-FFF2-40B4-BE49-F238E27FC236}">
                  <a16:creationId xmlns:a16="http://schemas.microsoft.com/office/drawing/2014/main" id="{23D60CEE-202D-7903-A556-86FA30B955F4}"/>
                </a:ext>
              </a:extLst>
            </p:cNvPr>
            <p:cNvSpPr/>
            <p:nvPr/>
          </p:nvSpPr>
          <p:spPr>
            <a:xfrm>
              <a:off x="11055096" y="8751379"/>
              <a:ext cx="2706624" cy="530352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D9A4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18288" bIns="18288" rtlCol="0" anchor="ctr"/>
            <a:lstStyle/>
            <a:p>
              <a:pPr algn="ctr"/>
              <a:r>
                <a:rPr sz="1900" b="1">
                  <a:solidFill>
                    <a:srgbClr val="D9A441"/>
                  </a:solidFill>
                  <a:latin typeface="Calibri"/>
                </a:rPr>
                <a:t>Tokenomics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139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 animBg="1"/>
      <p:bldP spid="20" grpId="0" animBg="1"/>
      <p:bldP spid="22" grpId="0" animBg="1"/>
      <p:bldP spid="24" grpId="0" animBg="1"/>
      <p:bldP spid="5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2502</TotalTime>
  <Words>1900</Words>
  <Application>Microsoft Macintosh PowerPoint</Application>
  <PresentationFormat>Custom</PresentationFormat>
  <Paragraphs>225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 Math</vt:lpstr>
      <vt:lpstr>Courier New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Owais Ahmed</cp:lastModifiedBy>
  <cp:revision>87</cp:revision>
  <dcterms:created xsi:type="dcterms:W3CDTF">2026-08-06T04:34:38Z</dcterms:created>
  <dcterms:modified xsi:type="dcterms:W3CDTF">2026-10-09T05:03:01Z</dcterms:modified>
</cp:coreProperties>
</file>