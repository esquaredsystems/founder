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0" r:id="rId2"/>
    <p:sldId id="291" r:id="rId3"/>
    <p:sldId id="263" r:id="rId4"/>
    <p:sldId id="290" r:id="rId5"/>
    <p:sldId id="264" r:id="rId6"/>
    <p:sldId id="278" r:id="rId7"/>
    <p:sldId id="279" r:id="rId8"/>
    <p:sldId id="280" r:id="rId9"/>
    <p:sldId id="281" r:id="rId10"/>
    <p:sldId id="282" r:id="rId11"/>
    <p:sldId id="284" r:id="rId12"/>
    <p:sldId id="283" r:id="rId13"/>
    <p:sldId id="285" r:id="rId14"/>
    <p:sldId id="287" r:id="rId15"/>
    <p:sldId id="288" r:id="rId16"/>
    <p:sldId id="289" r:id="rId17"/>
    <p:sldId id="294" r:id="rId18"/>
    <p:sldId id="270" r:id="rId19"/>
    <p:sldId id="286" r:id="rId20"/>
    <p:sldId id="293" r:id="rId21"/>
    <p:sldId id="295" r:id="rId22"/>
    <p:sldId id="277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3C075-1028-4947-BF45-A91F29F8FCE0}" v="4215" dt="2026-09-23T15:34:34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78" autoAdjust="0"/>
    <p:restoredTop sz="91404" autoAdjust="0"/>
  </p:normalViewPr>
  <p:slideViewPr>
    <p:cSldViewPr snapToGrid="0" snapToObjects="1">
      <p:cViewPr varScale="1">
        <p:scale>
          <a:sx n="68" d="100"/>
          <a:sy n="68" d="100"/>
        </p:scale>
        <p:origin x="3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09-23T15:34:34.326" v="23705" actId="6549"/>
      <pc:docMkLst>
        <pc:docMk/>
      </pc:docMkLst>
      <pc:sldChg chg="delSp modSp mod ord delAnim modNotesTx">
        <pc:chgData name="Owais Ahmed" userId="6abc7d4556b3b071" providerId="LiveId" clId="{D0A51F83-B713-4A4D-8105-C75936B8E1D2}" dt="2026-09-23T10:51:00.380" v="18656" actId="20577"/>
        <pc:sldMkLst>
          <pc:docMk/>
          <pc:sldMk cId="0" sldId="260"/>
        </pc:sldMkLst>
        <pc:spChg chg="mod">
          <ac:chgData name="Owais Ahmed" userId="6abc7d4556b3b071" providerId="LiveId" clId="{D0A51F83-B713-4A4D-8105-C75936B8E1D2}" dt="2026-09-17T04:17:15.317" v="4391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23T10:51:00.380" v="18656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 ord addAnim delAnim modAnim modNotesTx">
        <pc:chgData name="Owais Ahmed" userId="6abc7d4556b3b071" providerId="LiveId" clId="{D0A51F83-B713-4A4D-8105-C75936B8E1D2}" dt="2026-09-23T15:17:18.187" v="23479" actId="20577"/>
        <pc:sldMkLst>
          <pc:docMk/>
          <pc:sldMk cId="0" sldId="263"/>
        </pc:sldMkLst>
        <pc:spChg chg="mod">
          <ac:chgData name="Owais Ahmed" userId="6abc7d4556b3b071" providerId="LiveId" clId="{D0A51F83-B713-4A4D-8105-C75936B8E1D2}" dt="2026-09-23T10:51:27.300" v="18673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23T10:51:21.331" v="18671" actId="20577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Owais Ahmed" userId="6abc7d4556b3b071" providerId="LiveId" clId="{D0A51F83-B713-4A4D-8105-C75936B8E1D2}" dt="2026-09-23T15:17:18.187" v="23479" actId="20577"/>
          <ac:spMkLst>
            <pc:docMk/>
            <pc:sldMk cId="0" sldId="263"/>
            <ac:spMk id="40" creationId="{C7647194-0E31-0264-1D4B-64EAC554D8BC}"/>
          </ac:spMkLst>
        </pc:spChg>
      </pc:sldChg>
      <pc:sldChg chg="modSp add mod modAnim modNotesTx">
        <pc:chgData name="Owais Ahmed" userId="6abc7d4556b3b071" providerId="LiveId" clId="{D0A51F83-B713-4A4D-8105-C75936B8E1D2}" dt="2026-09-23T12:01:44.777" v="19597" actId="27636"/>
        <pc:sldMkLst>
          <pc:docMk/>
          <pc:sldMk cId="3818387841" sldId="264"/>
        </pc:sldMkLst>
        <pc:spChg chg="mod">
          <ac:chgData name="Owais Ahmed" userId="6abc7d4556b3b071" providerId="LiveId" clId="{D0A51F83-B713-4A4D-8105-C75936B8E1D2}" dt="2026-09-23T11:58:21.804" v="19204" actId="20577"/>
          <ac:spMkLst>
            <pc:docMk/>
            <pc:sldMk cId="3818387841" sldId="264"/>
            <ac:spMk id="5" creationId="{3EDC6F8B-4294-40E8-579E-2C6CF776D24A}"/>
          </ac:spMkLst>
        </pc:spChg>
        <pc:spChg chg="mod">
          <ac:chgData name="Owais Ahmed" userId="6abc7d4556b3b071" providerId="LiveId" clId="{D0A51F83-B713-4A4D-8105-C75936B8E1D2}" dt="2026-09-23T12:01:44.777" v="19597" actId="27636"/>
          <ac:spMkLst>
            <pc:docMk/>
            <pc:sldMk cId="3818387841" sldId="264"/>
            <ac:spMk id="40" creationId="{90AE0532-0849-8314-2A5B-1751DAE0D2F6}"/>
          </ac:spMkLst>
        </pc:spChg>
      </pc:sldChg>
      <pc:sldChg chg="modSp add del mod modAnim modNotesTx">
        <pc:chgData name="Owais Ahmed" userId="6abc7d4556b3b071" providerId="LiveId" clId="{D0A51F83-B713-4A4D-8105-C75936B8E1D2}" dt="2026-09-23T11:58:04.647" v="19188" actId="47"/>
        <pc:sldMkLst>
          <pc:docMk/>
          <pc:sldMk cId="1955622137" sldId="265"/>
        </pc:sldMkLst>
      </pc:sldChg>
      <pc:sldChg chg="modSp add del mod modAnim modNotesTx">
        <pc:chgData name="Owais Ahmed" userId="6abc7d4556b3b071" providerId="LiveId" clId="{D0A51F83-B713-4A4D-8105-C75936B8E1D2}" dt="2026-09-23T11:58:04.864" v="19189" actId="47"/>
        <pc:sldMkLst>
          <pc:docMk/>
          <pc:sldMk cId="2719610957" sldId="266"/>
        </pc:sldMkLst>
      </pc:sldChg>
      <pc:sldChg chg="addSp delSp modSp add del mod modAnim modNotesTx">
        <pc:chgData name="Owais Ahmed" userId="6abc7d4556b3b071" providerId="LiveId" clId="{D0A51F83-B713-4A4D-8105-C75936B8E1D2}" dt="2026-09-23T11:58:05.068" v="19190" actId="47"/>
        <pc:sldMkLst>
          <pc:docMk/>
          <pc:sldMk cId="3064401488" sldId="267"/>
        </pc:sldMkLst>
      </pc:sldChg>
      <pc:sldChg chg="modSp add del mod ord modAnim modNotesTx">
        <pc:chgData name="Owais Ahmed" userId="6abc7d4556b3b071" providerId="LiveId" clId="{D0A51F83-B713-4A4D-8105-C75936B8E1D2}" dt="2026-09-23T11:58:05.825" v="19191" actId="47"/>
        <pc:sldMkLst>
          <pc:docMk/>
          <pc:sldMk cId="3303558078" sldId="268"/>
        </pc:sldMkLst>
      </pc:sldChg>
      <pc:sldChg chg="modSp add del mod addAnim delAnim modAnim modNotesTx">
        <pc:chgData name="Owais Ahmed" userId="6abc7d4556b3b071" providerId="LiveId" clId="{D0A51F83-B713-4A4D-8105-C75936B8E1D2}" dt="2026-09-23T11:58:09.484" v="19192" actId="47"/>
        <pc:sldMkLst>
          <pc:docMk/>
          <pc:sldMk cId="334736663" sldId="269"/>
        </pc:sldMkLst>
      </pc:sldChg>
      <pc:sldChg chg="modSp add mod ord">
        <pc:chgData name="Owais Ahmed" userId="6abc7d4556b3b071" providerId="LiveId" clId="{D0A51F83-B713-4A4D-8105-C75936B8E1D2}" dt="2026-09-23T15:17:34.611" v="23518" actId="20577"/>
        <pc:sldMkLst>
          <pc:docMk/>
          <pc:sldMk cId="2538095297" sldId="270"/>
        </pc:sldMkLst>
        <pc:spChg chg="mod">
          <ac:chgData name="Owais Ahmed" userId="6abc7d4556b3b071" providerId="LiveId" clId="{D0A51F83-B713-4A4D-8105-C75936B8E1D2}" dt="2026-09-23T15:17:34.611" v="23518" actId="20577"/>
          <ac:spMkLst>
            <pc:docMk/>
            <pc:sldMk cId="2538095297" sldId="270"/>
            <ac:spMk id="3" creationId="{63E83179-F012-BAE2-9EF9-653B87A32BB4}"/>
          </ac:spMkLst>
        </pc:spChg>
      </pc:sldChg>
      <pc:sldChg chg="addSp delSp modSp add del mod ord modAnim modNotesTx">
        <pc:chgData name="Owais Ahmed" userId="6abc7d4556b3b071" providerId="LiveId" clId="{D0A51F83-B713-4A4D-8105-C75936B8E1D2}" dt="2026-09-23T11:58:10.486" v="19193" actId="47"/>
        <pc:sldMkLst>
          <pc:docMk/>
          <pc:sldMk cId="1449797214" sldId="271"/>
        </pc:sldMkLst>
      </pc:sldChg>
      <pc:sldChg chg="addSp delSp modSp add del mod modAnim modNotesTx">
        <pc:chgData name="Owais Ahmed" userId="6abc7d4556b3b071" providerId="LiveId" clId="{D0A51F83-B713-4A4D-8105-C75936B8E1D2}" dt="2026-09-23T11:58:10.685" v="19194" actId="47"/>
        <pc:sldMkLst>
          <pc:docMk/>
          <pc:sldMk cId="3531150834" sldId="272"/>
        </pc:sldMkLst>
      </pc:sldChg>
      <pc:sldChg chg="addSp modSp add del mod modAnim">
        <pc:chgData name="Owais Ahmed" userId="6abc7d4556b3b071" providerId="LiveId" clId="{D0A51F83-B713-4A4D-8105-C75936B8E1D2}" dt="2026-09-23T11:58:10.869" v="19195" actId="47"/>
        <pc:sldMkLst>
          <pc:docMk/>
          <pc:sldMk cId="1871298002" sldId="273"/>
        </pc:sldMkLst>
      </pc:sldChg>
      <pc:sldChg chg="addSp modSp add del mod modAnim">
        <pc:chgData name="Owais Ahmed" userId="6abc7d4556b3b071" providerId="LiveId" clId="{D0A51F83-B713-4A4D-8105-C75936B8E1D2}" dt="2026-09-23T11:58:11.023" v="19196" actId="47"/>
        <pc:sldMkLst>
          <pc:docMk/>
          <pc:sldMk cId="2151502680" sldId="275"/>
        </pc:sldMkLst>
      </pc:sldChg>
      <pc:sldChg chg="modSp add del mod addAnim delAnim modAnim">
        <pc:chgData name="Owais Ahmed" userId="6abc7d4556b3b071" providerId="LiveId" clId="{D0A51F83-B713-4A4D-8105-C75936B8E1D2}" dt="2026-09-23T11:58:11.421" v="19197" actId="47"/>
        <pc:sldMkLst>
          <pc:docMk/>
          <pc:sldMk cId="1452252913" sldId="276"/>
        </pc:sldMkLst>
      </pc:sldChg>
      <pc:sldChg chg="modSp add ord modAnim">
        <pc:chgData name="Owais Ahmed" userId="6abc7d4556b3b071" providerId="LiveId" clId="{D0A51F83-B713-4A4D-8105-C75936B8E1D2}" dt="2026-09-23T15:34:34.326" v="23705" actId="6549"/>
        <pc:sldMkLst>
          <pc:docMk/>
          <pc:sldMk cId="3791392342" sldId="277"/>
        </pc:sldMkLst>
        <pc:spChg chg="mod">
          <ac:chgData name="Owais Ahmed" userId="6abc7d4556b3b071" providerId="LiveId" clId="{D0A51F83-B713-4A4D-8105-C75936B8E1D2}" dt="2026-09-17T13:39:54.445" v="18050" actId="5793"/>
          <ac:spMkLst>
            <pc:docMk/>
            <pc:sldMk cId="3791392342" sldId="277"/>
            <ac:spMk id="5" creationId="{BFEFBD1C-0470-5A7D-AC88-938C5A50D67B}"/>
          </ac:spMkLst>
        </pc:spChg>
        <pc:spChg chg="mod">
          <ac:chgData name="Owais Ahmed" userId="6abc7d4556b3b071" providerId="LiveId" clId="{D0A51F83-B713-4A4D-8105-C75936B8E1D2}" dt="2026-09-23T15:34:34.326" v="23705" actId="6549"/>
          <ac:spMkLst>
            <pc:docMk/>
            <pc:sldMk cId="3791392342" sldId="277"/>
            <ac:spMk id="40" creationId="{6BBCF4FE-3C7C-4592-E45B-B3C65DDDB7C6}"/>
          </ac:spMkLst>
        </pc:spChg>
      </pc:sldChg>
      <pc:sldChg chg="modSp add mod">
        <pc:chgData name="Owais Ahmed" userId="6abc7d4556b3b071" providerId="LiveId" clId="{D0A51F83-B713-4A4D-8105-C75936B8E1D2}" dt="2026-09-23T12:38:12.024" v="19627" actId="114"/>
        <pc:sldMkLst>
          <pc:docMk/>
          <pc:sldMk cId="2742078132" sldId="278"/>
        </pc:sldMkLst>
        <pc:spChg chg="mod">
          <ac:chgData name="Owais Ahmed" userId="6abc7d4556b3b071" providerId="LiveId" clId="{D0A51F83-B713-4A4D-8105-C75936B8E1D2}" dt="2026-09-23T12:36:50.727" v="19618" actId="20577"/>
          <ac:spMkLst>
            <pc:docMk/>
            <pc:sldMk cId="2742078132" sldId="278"/>
            <ac:spMk id="5" creationId="{509F10D7-78E4-F176-F509-A90E901420F6}"/>
          </ac:spMkLst>
        </pc:spChg>
        <pc:spChg chg="mod">
          <ac:chgData name="Owais Ahmed" userId="6abc7d4556b3b071" providerId="LiveId" clId="{D0A51F83-B713-4A4D-8105-C75936B8E1D2}" dt="2026-09-23T12:38:12.024" v="19627" actId="114"/>
          <ac:spMkLst>
            <pc:docMk/>
            <pc:sldMk cId="2742078132" sldId="278"/>
            <ac:spMk id="40" creationId="{77C9C9A8-754A-CC10-2B61-95BBBDDD3717}"/>
          </ac:spMkLst>
        </pc:spChg>
      </pc:sldChg>
      <pc:sldChg chg="addSp delSp modSp add mod modAnim">
        <pc:chgData name="Owais Ahmed" userId="6abc7d4556b3b071" providerId="LiveId" clId="{D0A51F83-B713-4A4D-8105-C75936B8E1D2}" dt="2026-09-23T13:02:18.533" v="19722" actId="1076"/>
        <pc:sldMkLst>
          <pc:docMk/>
          <pc:sldMk cId="699771480" sldId="279"/>
        </pc:sldMkLst>
        <pc:spChg chg="mod">
          <ac:chgData name="Owais Ahmed" userId="6abc7d4556b3b071" providerId="LiveId" clId="{D0A51F83-B713-4A4D-8105-C75936B8E1D2}" dt="2026-09-23T12:59:39.903" v="19637" actId="20577"/>
          <ac:spMkLst>
            <pc:docMk/>
            <pc:sldMk cId="699771480" sldId="279"/>
            <ac:spMk id="5" creationId="{FB70FA30-0E90-904A-8FE2-FB795C740906}"/>
          </ac:spMkLst>
        </pc:spChg>
        <pc:spChg chg="mod">
          <ac:chgData name="Owais Ahmed" userId="6abc7d4556b3b071" providerId="LiveId" clId="{D0A51F83-B713-4A4D-8105-C75936B8E1D2}" dt="2026-09-23T13:02:12.749" v="19720" actId="14100"/>
          <ac:spMkLst>
            <pc:docMk/>
            <pc:sldMk cId="699771480" sldId="279"/>
            <ac:spMk id="40" creationId="{5336BD3C-B0CE-ADBF-5C6C-5DE750F53B08}"/>
          </ac:spMkLst>
        </pc:spChg>
        <pc:picChg chg="add del mod">
          <ac:chgData name="Owais Ahmed" userId="6abc7d4556b3b071" providerId="LiveId" clId="{D0A51F83-B713-4A4D-8105-C75936B8E1D2}" dt="2026-09-23T13:01:50.024" v="19717" actId="478"/>
          <ac:picMkLst>
            <pc:docMk/>
            <pc:sldMk cId="699771480" sldId="279"/>
            <ac:picMk id="3" creationId="{4A47591C-1E40-3454-0118-B40F3FFAB39F}"/>
          </ac:picMkLst>
        </pc:picChg>
        <pc:picChg chg="mod">
          <ac:chgData name="Owais Ahmed" userId="6abc7d4556b3b071" providerId="LiveId" clId="{D0A51F83-B713-4A4D-8105-C75936B8E1D2}" dt="2026-09-23T13:02:18.533" v="19722" actId="1076"/>
          <ac:picMkLst>
            <pc:docMk/>
            <pc:sldMk cId="699771480" sldId="279"/>
            <ac:picMk id="6" creationId="{FF1D66AC-9F70-6EDA-3C28-79B0391F0705}"/>
          </ac:picMkLst>
        </pc:picChg>
      </pc:sldChg>
      <pc:sldChg chg="modSp add mod ord addAnim delAnim modAnim modNotesTx">
        <pc:chgData name="Owais Ahmed" userId="6abc7d4556b3b071" providerId="LiveId" clId="{D0A51F83-B713-4A4D-8105-C75936B8E1D2}" dt="2026-09-23T14:38:42.199" v="22731" actId="20577"/>
        <pc:sldMkLst>
          <pc:docMk/>
          <pc:sldMk cId="1862690012" sldId="280"/>
        </pc:sldMkLst>
        <pc:spChg chg="mod">
          <ac:chgData name="Owais Ahmed" userId="6abc7d4556b3b071" providerId="LiveId" clId="{D0A51F83-B713-4A4D-8105-C75936B8E1D2}" dt="2026-09-23T13:27:06.723" v="20820" actId="207"/>
          <ac:spMkLst>
            <pc:docMk/>
            <pc:sldMk cId="1862690012" sldId="280"/>
            <ac:spMk id="5" creationId="{645E853A-A6A4-58AA-A6A3-E8C3B96B4011}"/>
          </ac:spMkLst>
        </pc:spChg>
        <pc:spChg chg="mod">
          <ac:chgData name="Owais Ahmed" userId="6abc7d4556b3b071" providerId="LiveId" clId="{D0A51F83-B713-4A4D-8105-C75936B8E1D2}" dt="2026-09-23T14:37:31.698" v="22596" actId="14"/>
          <ac:spMkLst>
            <pc:docMk/>
            <pc:sldMk cId="1862690012" sldId="280"/>
            <ac:spMk id="40" creationId="{3280DE1A-9987-B772-28B6-4D50D0C7C9E5}"/>
          </ac:spMkLst>
        </pc:spChg>
      </pc:sldChg>
      <pc:sldChg chg="modSp add mod modAnim modNotesTx">
        <pc:chgData name="Owais Ahmed" userId="6abc7d4556b3b071" providerId="LiveId" clId="{D0A51F83-B713-4A4D-8105-C75936B8E1D2}" dt="2026-09-23T13:56:16.026" v="21485" actId="20577"/>
        <pc:sldMkLst>
          <pc:docMk/>
          <pc:sldMk cId="4240554305" sldId="281"/>
        </pc:sldMkLst>
        <pc:spChg chg="mod">
          <ac:chgData name="Owais Ahmed" userId="6abc7d4556b3b071" providerId="LiveId" clId="{D0A51F83-B713-4A4D-8105-C75936B8E1D2}" dt="2026-09-23T13:48:26.331" v="21190" actId="20577"/>
          <ac:spMkLst>
            <pc:docMk/>
            <pc:sldMk cId="4240554305" sldId="281"/>
            <ac:spMk id="5" creationId="{625EDF93-CAE5-334C-17C5-47A848CDAD7C}"/>
          </ac:spMkLst>
        </pc:spChg>
        <pc:spChg chg="mod">
          <ac:chgData name="Owais Ahmed" userId="6abc7d4556b3b071" providerId="LiveId" clId="{D0A51F83-B713-4A4D-8105-C75936B8E1D2}" dt="2026-09-23T13:49:35.491" v="21227" actId="6549"/>
          <ac:spMkLst>
            <pc:docMk/>
            <pc:sldMk cId="4240554305" sldId="281"/>
            <ac:spMk id="40" creationId="{7031D69C-1F53-F198-A7D8-8B55539A9A76}"/>
          </ac:spMkLst>
        </pc:spChg>
      </pc:sldChg>
      <pc:sldChg chg="modSp add mod modAnim modNotesTx">
        <pc:chgData name="Owais Ahmed" userId="6abc7d4556b3b071" providerId="LiveId" clId="{D0A51F83-B713-4A4D-8105-C75936B8E1D2}" dt="2026-09-23T14:40:00.526" v="22742" actId="6549"/>
        <pc:sldMkLst>
          <pc:docMk/>
          <pc:sldMk cId="3736121317" sldId="282"/>
        </pc:sldMkLst>
        <pc:spChg chg="mod">
          <ac:chgData name="Owais Ahmed" userId="6abc7d4556b3b071" providerId="LiveId" clId="{D0A51F83-B713-4A4D-8105-C75936B8E1D2}" dt="2026-09-23T14:15:41.304" v="22250" actId="6549"/>
          <ac:spMkLst>
            <pc:docMk/>
            <pc:sldMk cId="3736121317" sldId="282"/>
            <ac:spMk id="5" creationId="{0E970023-04B2-9674-1C7E-D598566597C6}"/>
          </ac:spMkLst>
        </pc:spChg>
        <pc:spChg chg="mod">
          <ac:chgData name="Owais Ahmed" userId="6abc7d4556b3b071" providerId="LiveId" clId="{D0A51F83-B713-4A4D-8105-C75936B8E1D2}" dt="2026-09-23T14:40:00.526" v="22742" actId="6549"/>
          <ac:spMkLst>
            <pc:docMk/>
            <pc:sldMk cId="3736121317" sldId="282"/>
            <ac:spMk id="40" creationId="{C3DF1485-C468-74A9-3835-9A03BECD17DA}"/>
          </ac:spMkLst>
        </pc:spChg>
      </pc:sldChg>
      <pc:sldChg chg="modSp add mod ord modAnim modNotesTx">
        <pc:chgData name="Owais Ahmed" userId="6abc7d4556b3b071" providerId="LiveId" clId="{D0A51F83-B713-4A4D-8105-C75936B8E1D2}" dt="2026-09-23T15:04:34.759" v="23202" actId="20577"/>
        <pc:sldMkLst>
          <pc:docMk/>
          <pc:sldMk cId="2320039468" sldId="283"/>
        </pc:sldMkLst>
        <pc:spChg chg="mod">
          <ac:chgData name="Owais Ahmed" userId="6abc7d4556b3b071" providerId="LiveId" clId="{D0A51F83-B713-4A4D-8105-C75936B8E1D2}" dt="2026-09-23T14:40:13.998" v="22756" actId="20577"/>
          <ac:spMkLst>
            <pc:docMk/>
            <pc:sldMk cId="2320039468" sldId="283"/>
            <ac:spMk id="5" creationId="{B2836EDD-CE1C-BF16-0F39-D5C07360F7DF}"/>
          </ac:spMkLst>
        </pc:spChg>
        <pc:spChg chg="mod">
          <ac:chgData name="Owais Ahmed" userId="6abc7d4556b3b071" providerId="LiveId" clId="{D0A51F83-B713-4A4D-8105-C75936B8E1D2}" dt="2026-09-23T15:04:34.576" v="23201" actId="20577"/>
          <ac:spMkLst>
            <pc:docMk/>
            <pc:sldMk cId="2320039468" sldId="283"/>
            <ac:spMk id="40" creationId="{6DFC2121-7B8A-24EA-E4C0-A810C5440D14}"/>
          </ac:spMkLst>
        </pc:spChg>
      </pc:sldChg>
      <pc:sldChg chg="addSp delSp modSp add mod ord delAnim">
        <pc:chgData name="Owais Ahmed" userId="6abc7d4556b3b071" providerId="LiveId" clId="{D0A51F83-B713-4A4D-8105-C75936B8E1D2}" dt="2026-09-23T14:44:59.762" v="22837" actId="1076"/>
        <pc:sldMkLst>
          <pc:docMk/>
          <pc:sldMk cId="1482045399" sldId="284"/>
        </pc:sldMkLst>
        <pc:spChg chg="del">
          <ac:chgData name="Owais Ahmed" userId="6abc7d4556b3b071" providerId="LiveId" clId="{D0A51F83-B713-4A4D-8105-C75936B8E1D2}" dt="2026-09-23T14:44:53.202" v="22835" actId="478"/>
          <ac:spMkLst>
            <pc:docMk/>
            <pc:sldMk cId="1482045399" sldId="284"/>
            <ac:spMk id="4" creationId="{C1E69F53-3F65-E2E0-65A0-AC8E658E33A9}"/>
          </ac:spMkLst>
        </pc:spChg>
        <pc:spChg chg="del">
          <ac:chgData name="Owais Ahmed" userId="6abc7d4556b3b071" providerId="LiveId" clId="{D0A51F83-B713-4A4D-8105-C75936B8E1D2}" dt="2026-09-23T14:44:51.756" v="22834" actId="478"/>
          <ac:spMkLst>
            <pc:docMk/>
            <pc:sldMk cId="1482045399" sldId="284"/>
            <ac:spMk id="5" creationId="{F2483A21-2E7B-E8A5-4551-AD0DC43FE593}"/>
          </ac:spMkLst>
        </pc:spChg>
        <pc:spChg chg="del mod">
          <ac:chgData name="Owais Ahmed" userId="6abc7d4556b3b071" providerId="LiveId" clId="{D0A51F83-B713-4A4D-8105-C75936B8E1D2}" dt="2026-09-23T14:44:42.369" v="22831" actId="478"/>
          <ac:spMkLst>
            <pc:docMk/>
            <pc:sldMk cId="1482045399" sldId="284"/>
            <ac:spMk id="40" creationId="{743FB1E7-CC0D-BA2D-588C-E9380A7627EF}"/>
          </ac:spMkLst>
        </pc:spChg>
        <pc:picChg chg="add mod">
          <ac:chgData name="Owais Ahmed" userId="6abc7d4556b3b071" providerId="LiveId" clId="{D0A51F83-B713-4A4D-8105-C75936B8E1D2}" dt="2026-09-23T14:44:59.762" v="22837" actId="1076"/>
          <ac:picMkLst>
            <pc:docMk/>
            <pc:sldMk cId="1482045399" sldId="284"/>
            <ac:picMk id="6" creationId="{6651902D-C3D1-27FB-A2F6-37E9E829B2F1}"/>
          </ac:picMkLst>
        </pc:picChg>
      </pc:sldChg>
      <pc:sldChg chg="addSp delSp modSp add mod modAnim modNotesTx">
        <pc:chgData name="Owais Ahmed" userId="6abc7d4556b3b071" providerId="LiveId" clId="{D0A51F83-B713-4A4D-8105-C75936B8E1D2}" dt="2026-09-23T15:07:24.948" v="23460" actId="1076"/>
        <pc:sldMkLst>
          <pc:docMk/>
          <pc:sldMk cId="862787210" sldId="285"/>
        </pc:sldMkLst>
        <pc:spChg chg="mod">
          <ac:chgData name="Owais Ahmed" userId="6abc7d4556b3b071" providerId="LiveId" clId="{D0A51F83-B713-4A4D-8105-C75936B8E1D2}" dt="2026-09-23T15:07:24.748" v="23459" actId="14100"/>
          <ac:spMkLst>
            <pc:docMk/>
            <pc:sldMk cId="862787210" sldId="285"/>
            <ac:spMk id="40" creationId="{DE7DA4C0-7D2F-B5DB-FA4F-35AD12D2CFAD}"/>
          </ac:spMkLst>
        </pc:spChg>
        <pc:picChg chg="add del mod">
          <ac:chgData name="Owais Ahmed" userId="6abc7d4556b3b071" providerId="LiveId" clId="{D0A51F83-B713-4A4D-8105-C75936B8E1D2}" dt="2026-09-23T15:03:12.261" v="23088" actId="478"/>
          <ac:picMkLst>
            <pc:docMk/>
            <pc:sldMk cId="862787210" sldId="285"/>
            <ac:picMk id="6" creationId="{EE3DAFDA-2E66-A491-BB9C-1CF4E157CF74}"/>
          </ac:picMkLst>
        </pc:picChg>
        <pc:picChg chg="add mod">
          <ac:chgData name="Owais Ahmed" userId="6abc7d4556b3b071" providerId="LiveId" clId="{D0A51F83-B713-4A4D-8105-C75936B8E1D2}" dt="2026-09-23T15:07:24.948" v="23460" actId="1076"/>
          <ac:picMkLst>
            <pc:docMk/>
            <pc:sldMk cId="862787210" sldId="285"/>
            <ac:picMk id="8" creationId="{5F16F497-5204-00AE-3A25-048ABDEF7BED}"/>
          </ac:picMkLst>
        </pc:picChg>
      </pc:sldChg>
      <pc:sldChg chg="modSp add mod ord modAnim">
        <pc:chgData name="Owais Ahmed" userId="6abc7d4556b3b071" providerId="LiveId" clId="{D0A51F83-B713-4A4D-8105-C75936B8E1D2}" dt="2026-09-23T15:26:51.844" v="23703" actId="5793"/>
        <pc:sldMkLst>
          <pc:docMk/>
          <pc:sldMk cId="3796576263" sldId="286"/>
        </pc:sldMkLst>
        <pc:spChg chg="mod">
          <ac:chgData name="Owais Ahmed" userId="6abc7d4556b3b071" providerId="LiveId" clId="{D0A51F83-B713-4A4D-8105-C75936B8E1D2}" dt="2026-09-23T15:18:01.898" v="23542" actId="20577"/>
          <ac:spMkLst>
            <pc:docMk/>
            <pc:sldMk cId="3796576263" sldId="286"/>
            <ac:spMk id="5" creationId="{6B8087E9-D43D-A6D0-CC1A-E68F860D1276}"/>
          </ac:spMkLst>
        </pc:spChg>
        <pc:spChg chg="mod">
          <ac:chgData name="Owais Ahmed" userId="6abc7d4556b3b071" providerId="LiveId" clId="{D0A51F83-B713-4A4D-8105-C75936B8E1D2}" dt="2026-09-23T15:26:51.844" v="23703" actId="5793"/>
          <ac:spMkLst>
            <pc:docMk/>
            <pc:sldMk cId="3796576263" sldId="286"/>
            <ac:spMk id="40" creationId="{DB37078C-A998-BFC8-E679-F5C84F8002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7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5197-60CB-3F31-05EF-E4036143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62CFA-E1CD-81F8-36C4-5C2EC221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76AF8-E153-BC41-66A5-68E8FA755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4D472-AF71-F96F-79FB-73BA65F63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DCFA-4021-C09B-D9C1-4B139A12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5B14C-1542-D58B-A295-8864D5294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5DA9B-76DA-34BF-8CB4-A03C52727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A8F1F-2542-F31A-0540-6345314BA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8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30AB-B721-66D8-29C6-BD2DC667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35C83-C165-9F50-E3C6-D8DF06BD2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03FD4-7A0A-7AB7-7A60-BBA091229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AC2F6-6E12-CD98-44CB-241810AF7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35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046E-DC95-86B5-4A70-4E544578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07DE0-D650-5A56-6429-D65AA7A4B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8F207-B6B3-077F-D9E5-6793076E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E148A-C3F3-F3D0-BC46-ED35DC699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39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2A9EA-C7DB-89BD-F711-23ADDA38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3C61E-5EEC-7A48-8F0F-305F6F249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AEE8C-8BBA-1A99-2892-A904CABA0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502AA-672F-7C3A-2F9E-6640384FB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19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4F72-AE5D-A6D9-E9B2-A56386EA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41E3C-7712-0589-30BC-186983DB8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90DF6-1C92-2751-BE09-63E2398B9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Think of it as a vehicle’s registration book. Every page specifies the ownership detail.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 description is of the original idea from Satoshi. Today, Bitcoin uses scripts and UTXOs (discussed ahead).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Practically, Bitcoin blockchain doesn’t have any digital object like Bitcoin # 123456. They are account balances.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3092F-4B1C-F118-7632-C7B8A6C56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71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3BE3-5828-5DDA-E4C0-9B4107CF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DD60D-0813-8D7E-83E3-EE75B07D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882E1-4530-8F1F-B573-19197E131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The first transaction of any block is called Coinbase transaction, which does not spend any assets. It is not a normal transfer of BTC from one person to another.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0312-0CCB-D527-A946-46D57272E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74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966C-88A0-9EEE-B304-25F9F0E5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33917-ECB0-B451-DCF1-9ED2FA7B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358A9-3371-D333-C658-1EE8D5D59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3CA75-39BC-8ED1-3392-566DD11BD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2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EFD3-32CD-6EAB-3C77-82914394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A409D-B3E8-E5C8-2A7D-27FF011D7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EE2D2-2FD2-6A86-820A-1E4E7C7DD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The first transaction of any block is called Coinbase transaction, which does not spend any assets. It is not a normal transfer of BTC from one person to another.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D3D88-88FF-2A5A-B031-09521B61B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11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E384-8737-F24A-6D45-F5C94ABA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6E7A0-1B0B-E2EB-EC33-DFB9A6932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2555D-C946-FD3A-EF56-2533DABD0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F3310-5453-CF06-9881-479616F1A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24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B8A9-B164-1DED-D39B-47E7134A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EAF0F-6CE3-23BC-DBA7-BA0FE2FBE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03081-243E-9343-80CB-4FD499A53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 i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Note! There is always some difference between Input amount and Output amount. That is the transaction fee.</a:t>
            </a:r>
          </a:p>
          <a:p>
            <a:pPr marL="228600" indent="-228600">
              <a:buFont typeface="+mj-lt"/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50FF6-8654-A745-1C8E-F34CE395C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4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7190-9227-DE7A-D755-2B83507C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0C78E-86C6-A8A1-77C4-3D000E12F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09EA1-1005-9B8D-5BCA-B16EB5CEA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BB6AD-6586-42E2-1688-A226433025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61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8203-6DB4-0A4E-27A6-5B6622EE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309CF-7130-8BB4-DC85-A3E90C36C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20B4E-DE75-FEB8-5786-AD5F14E6B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SHA-256: Secure Hashing Algorith is a function which generates a hash from given data.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F83D-7223-5426-DDCA-2446B0758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0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1232-F861-7C55-1192-A2B455AC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CEEBA-F519-4D9A-65BF-345D84753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CB72A-A9D8-A801-365B-6EE662578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ASIC: Application-specific Integrated Circuits.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 resource wastage is between the COVID era alone (end of 2019 to 2021).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As of today, 20M (&gt;95%) BTC have been mined. However, with continuous improvement in hardware, the increase in difficulty is not affecting the operations significantly.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F06F-43B3-5F27-C7B2-045251BAA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6DD1-2011-5148-B75C-969901D5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683A6-E357-E955-7745-C5AC6DEEF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F1186-DCC7-385C-C86E-3FCF63F73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 err="1"/>
              <a:t>Locktime</a:t>
            </a:r>
            <a:r>
              <a:rPr lang="en-US" dirty="0"/>
              <a:t> can be seen as a postdated cheque, except the amount must exist.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RBF: </a:t>
            </a:r>
            <a:r>
              <a:rPr lang="en-GB" dirty="0"/>
              <a:t>If you set fee too low, you had to wait (sometimes forever). RBF was introduced so you could rebroadcast with a bigger fee, so miners prioritize your transaction.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 err="1"/>
              <a:t>PkScript</a:t>
            </a:r>
            <a:r>
              <a:rPr lang="en-GB" dirty="0"/>
              <a:t> is not optional, though it may appear so. For the least, </a:t>
            </a:r>
            <a:r>
              <a:rPr lang="en-GB" dirty="0" err="1"/>
              <a:t>pkscript</a:t>
            </a:r>
            <a:r>
              <a:rPr lang="en-GB" dirty="0"/>
              <a:t> field will enforce a condition like “provide a valid digital sign corresponding to this public key, otherwise the Tx will not be validated”.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5802F-87D2-0AC2-5067-0B0CC2E67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EDE2-E9C5-A4D3-6C29-D5C7020B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B9770-75D4-58B4-2805-7253EFAEB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AD5C4-C2E2-0235-61CF-979B40F15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65A0B-56B6-5FEE-644D-C60591612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94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728CC-AB2E-9A01-DCB2-A5CEBABFB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C028B-AE65-65F4-819C-035BCE153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03CE9-103C-B7FA-880F-6B56D10F8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0.0025956BTC were paid in fees (</a:t>
            </a:r>
            <a:r>
              <a:rPr lang="en-GB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Ouch! congestion times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Remember! total Coinbase reward = Block mining reward + transaction fees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83DD1-D6F7-A9BC-93ED-063FE5D4A3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02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D060-6C57-D23F-0D28-B4B619AEC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A7D1D-4148-3C92-CC6C-09AA75073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B48CE-4592-585F-5E6D-D87954CBD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C9F96-B171-181D-3AD6-2F2A6C86E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53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4E45-67CE-B42F-E1DF-E46F3E14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30092-0CC0-2E9E-ABEE-FEBC575A9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E17EF-05EF-444F-004A-9AF46BD05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0.0025956BTC were paid in fees (</a:t>
            </a:r>
            <a:r>
              <a:rPr lang="en-GB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Ouch! congestion times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Remember! total Coinbase reward = Block mining reward + transaction fees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A533-74C9-1D5A-C8F4-2D7CC4031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07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474E-3BD7-46F9-2897-CB20CE16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30D0B-BA65-763E-7E17-744A22EF2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3F405-691C-9436-8240-70BF87358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8FD9-F155-D7D2-8CBB-9728728F1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5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F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Recap…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1501C-52F9-186B-C56A-FF2ACC18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A504D-A20D-839F-3CA8-3F1ADDCED96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2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9EC98D-7BA8-CC65-5FFF-EAEA29387AC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47D1F9-818F-EBE6-2ED9-5CEB4095DAC5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A08B25B7-5072-0421-A751-8B444568DC32}"/>
              </a:ext>
            </a:extLst>
          </p:cNvPr>
          <p:cNvSpPr/>
          <p:nvPr/>
        </p:nvSpPr>
        <p:spPr>
          <a:xfrm>
            <a:off x="952500" y="2638425"/>
            <a:ext cx="16692116" cy="7467272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started the workshop with the motivation behind Decentralized Finance.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discussed why Blockchain offers a good foundation to implement DeFi.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a simple ledger as an example, we understood the key security aspects of DeFi, like Encryption, Hashing, Public/Private keys.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MetaMask, we created first Wallet to interact with Ethereum and other blockchains.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some were able to successfully acquire some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SepoliaETH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If not, we will do so today.</a:t>
            </a:r>
          </a:p>
        </p:txBody>
      </p:sp>
    </p:spTree>
    <p:extLst>
      <p:ext uri="{BB962C8B-B14F-4D97-AF65-F5344CB8AC3E}">
        <p14:creationId xmlns:p14="http://schemas.microsoft.com/office/powerpoint/2010/main" val="118479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7647194-0E31-0264-1D4B-64EAC554D8BC}"/>
              </a:ext>
            </a:extLst>
          </p:cNvPr>
          <p:cNvSpPr/>
          <p:nvPr/>
        </p:nvSpPr>
        <p:spPr>
          <a:xfrm>
            <a:off x="952500" y="2638425"/>
            <a:ext cx="16692116" cy="7279298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Bitcoin, the first distributed ledger.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Who runs the show?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Structure: Coin, Block, Transaction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Work (mining) and the Frankenstein it created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Input and Output Data Objects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Investigating a Bitcoin Transaction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0F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98974-E001-173D-0169-8B1F8324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8EAA5D-B2C9-B55B-D9BD-9C618B6A4AE6}"/>
              </a:ext>
            </a:extLst>
          </p:cNvPr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032D0F-B9A7-6EC8-988F-ABEC167FCFF5}"/>
              </a:ext>
            </a:extLst>
          </p:cNvPr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Bitcoin, the first truly distributed ledger</a:t>
            </a:r>
            <a:endParaRPr lang="en-US" sz="6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C36CA5-EA1D-32E8-792F-1AF89E8B6265}"/>
              </a:ext>
            </a:extLst>
          </p:cNvPr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93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23C22-B4F4-B953-87A5-A5B5F459C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21CEFB-537A-77D5-CDA9-63C3243BB28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B86C11-2803-5704-5285-85DE6ECB2EC7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C6F8B-4294-40E8-579E-2C6CF776D24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0AE0532-0849-8314-2A5B-1751DAE0D2F6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digital asset, like a $1 bill, but exists virtually as a unique hash.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hash is generated after solving a computational problem.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Nearly impossible to generate randomly or reverse-engineer.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Bitcoin transfer is recorded as a Transaction with a time stamp on a public ledger.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payment terminal can immediately confirm who the owner of each coin is by look at the digital signature.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Once a transaction is made, everyone in the network agrees that the transaction is valid and is qualified to be added to the ledger.</a:t>
            </a:r>
          </a:p>
        </p:txBody>
      </p:sp>
    </p:spTree>
    <p:extLst>
      <p:ext uri="{BB962C8B-B14F-4D97-AF65-F5344CB8AC3E}">
        <p14:creationId xmlns:p14="http://schemas.microsoft.com/office/powerpoint/2010/main" val="381838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8D0FF-9DB3-57D8-528D-06B51C29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B4040E-CDC3-23D1-3CDB-75D447CA41FE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60C36CC-41AC-2C36-5785-72AA6B4CC380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9F10D7-78E4-F176-F509-A90E901420F6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runs the show?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77C9C9A8-754A-CC10-2B61-95BBBDDD3717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Blockchain itself is decentralized, i.e. not hosted on a single computer.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so-called computer Nodes are what make it decentralized.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node contains a complete copy of ledger.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Through a continuous verification and update method, every node is fully aware of the whole blockchain.</a:t>
            </a:r>
          </a:p>
          <a:p>
            <a:pPr>
              <a:lnSpc>
                <a:spcPct val="150000"/>
              </a:lnSpc>
            </a:pPr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compromise the blockchain, one must control more than half of nodes globally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74207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0B6EF-B8A2-B033-B673-B121F52C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975D70-C090-AF40-D407-2721F8C2A46D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AC1982-FC4C-6F23-2EC5-792C9384223B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70FA30-0E90-904A-8FE2-FB795C740906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5336BD3C-B0CE-ADBF-5C6C-5DE750F53B08}"/>
              </a:ext>
            </a:extLst>
          </p:cNvPr>
          <p:cNvSpPr/>
          <p:nvPr/>
        </p:nvSpPr>
        <p:spPr>
          <a:xfrm>
            <a:off x="952500" y="2638425"/>
            <a:ext cx="7284300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foundation of Bitcoin blockchain consists of: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Coins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Blocks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Transactions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Work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Input and Output Objects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1D66AC-9F70-6EDA-3C28-79B0391F0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800" y="3324774"/>
            <a:ext cx="10051200" cy="615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36A97-7B97-4DB7-2550-3253466F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B835D0-D16C-B4BE-5796-1438DB519AF3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71FF6D-75CA-A129-6B3E-F532A52BCBD0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5E853A-A6A4-58AA-A6A3-E8C3B96B4011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 </a:t>
            </a:r>
            <a:r>
              <a:rPr lang="en-US" sz="4000" b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conceptualized by Satoshi Nakamoto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3280DE1A-9987-B772-28B6-4D50D0C7C9E5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currency note has a serial number, not a unique random number.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know the last number, you can add 1 to it and print counterfeit currency.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owner is the one who has physical possession, who may not be the legal owner.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digital coin is a hash + collection of past transactions and digital signatures.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owner transfers the coin to the next by digitally signing a hash of the transaction used to acquire it + the public key of the next owner.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way, the coin holds a trail of previous owners, and anyone can verify the entire chain of transactions and ownership.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restrict double spending, each transfer of ownership is publicly announced to the nodes.</a:t>
            </a:r>
          </a:p>
          <a:p>
            <a:pPr>
              <a:lnSpc>
                <a:spcPct val="150000"/>
              </a:lnSpc>
            </a:pPr>
            <a:r>
              <a:rPr lang="en-GB" sz="4400" i="1" u="sng" dirty="0">
                <a:solidFill>
                  <a:srgbClr val="FF0000"/>
                </a:solidFill>
              </a:rPr>
              <a:t>The above is what Satoshi originally proposed, NOT how Bitcoin operates today.</a:t>
            </a:r>
          </a:p>
        </p:txBody>
      </p:sp>
    </p:spTree>
    <p:extLst>
      <p:ext uri="{BB962C8B-B14F-4D97-AF65-F5344CB8AC3E}">
        <p14:creationId xmlns:p14="http://schemas.microsoft.com/office/powerpoint/2010/main" val="186269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41E8D-2959-66C5-96A2-8FD5B167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9E55F7-CE89-D652-ABEC-E117E22060C7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6423A9-60FE-5759-76E7-33D1C97A0A6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5EDF93-CAE5-334C-17C5-47A848CDAD7C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7031D69C-1F53-F198-A7D8-8B55539A9A76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collection of transactions.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first block in a blockchain is referred to as </a:t>
            </a:r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Genesis block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January 2009, the Bitcoin network was created when Satoshi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Nakamato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mined the Genesis block.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BTC ($0.00) were sent in this block. Satoshi earned a total reward of 50.00 BTC $0.00.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Reward was paid as fees of 1 transaction which was included in the block. However, this reward is unredeemable.</a:t>
            </a:r>
          </a:p>
        </p:txBody>
      </p:sp>
    </p:spTree>
    <p:extLst>
      <p:ext uri="{BB962C8B-B14F-4D97-AF65-F5344CB8AC3E}">
        <p14:creationId xmlns:p14="http://schemas.microsoft.com/office/powerpoint/2010/main" val="424055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C955D-F14E-01D7-EF42-4AD8A31D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15188F-08BE-7DB7-FCF5-44E79D266713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D39244-0E0B-D540-8D27-5511D232339B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970023-04B2-9674-1C7E-D598566597C6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first Blocks</a:t>
            </a:r>
            <a:endParaRPr lang="en-US" sz="40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3DF1485-C468-74A9-3835-9A03BECD17DA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empty ledger cannot have a transaction like: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1BTC  Bisma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Satoshi started the Bitcoin blockchain and mined the genesis block: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Block 0: Input = 0; Output = 50BTC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The 50BTC was the reward of creating this block (non-redeemable).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Now that we have a Block 0, its Block hash is a reference point to mine the next block.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1: An independent wallet mined the block and earned redeemable 50BTC.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2, 3, 4, … are created the same way. But wallets now have BTC, so these blocks will also have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73612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EF783-31F2-4FF0-B5BB-1B818BD8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2AE09D-8DCE-7D51-2F14-70E239513256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1902D-C3D1-27FB-A2F6-37E9E829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12" y="1181100"/>
            <a:ext cx="15954375" cy="89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45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91452-A69A-95F8-5A0D-1467F535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69656C-9C07-C6F3-CF91-1CD1FC70F98E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BD01A1-1C4E-F578-CA92-C4A3DF6D1F4F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836EDD-CE1C-BF16-0F39-D5C07360F7D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DFC2121-7B8A-24EA-E4C0-A810C5440D14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transaction consumes one or more existing Unspent Transaction Output (UTXO) and creates one or more new UTXOs.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UTXO defines the state of Bitcoins in the blockchain, it has: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Unique identifier of the transaction that created the UTXO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Index or position of UTXO in the transaction’s output list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Amount (value)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Conditions under which the amount can be spent (Optional)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transaction references existing UTXOs as inputs, but it creates outputs.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3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25C24-8AB1-13DC-23CA-BE7168AA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91D5ED-F18F-D0F1-4496-D0A6E64CF29A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BEF216-F151-91B8-7D0A-56C5FC232AB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0930FB-CC00-2A0F-8BD3-C736802C90AE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E7DA4C0-7D2F-B5DB-FA4F-35AD12D2CFAD}"/>
              </a:ext>
            </a:extLst>
          </p:cNvPr>
          <p:cNvSpPr/>
          <p:nvPr/>
        </p:nvSpPr>
        <p:spPr>
          <a:xfrm>
            <a:off x="952500" y="2638425"/>
            <a:ext cx="16692116" cy="4065604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Wallet may have more than one UTXOs. Once they are spent, they no longer remain UTXO.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the example, A made a transaction and spent 1.5BTC; his remaining UTXO is 8.5BTC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had 5+2.5 UTXOs which became 5+3.5+1.5 after the transaction.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6F497-5204-00AE-3A25-048ABDEF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089" y="6704029"/>
            <a:ext cx="10353822" cy="33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8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C904B-8F82-7DFF-1273-E8D5159D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A3A88B-EDDD-1A85-E196-5299BC7E8DB1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01A808-E4DC-4061-B4F2-ADCEA31D54E5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D7705D-B208-0732-491B-A5420761C04D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Work (mining)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31AA387F-8D37-C6C8-37B9-6E7DC829EB71}"/>
                  </a:ext>
                </a:extLst>
              </p:cNvPr>
              <p:cNvSpPr/>
              <p:nvPr/>
            </p:nvSpPr>
            <p:spPr>
              <a:xfrm>
                <a:off x="952500" y="2638425"/>
                <a:ext cx="12017912" cy="7532517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>
                <a:normAutofit fontScale="92500" lnSpcReduction="20000"/>
              </a:bodyPr>
              <a:lstStyle/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 leaf from the addictive world of Ludo.</a:t>
                </a: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What’s the probability of rolling that one digit you need to win the match?</a:t>
                </a:r>
              </a:p>
              <a:p>
                <a:pPr marL="1028700" lvl="1" indent="-5715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4400" b="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=1/6</m:t>
                    </m:r>
                  </m:oMath>
                </a14:m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for each choice.</a:t>
                </a: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Creating a unique set of outcomes with 10 dices.</a:t>
                </a: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Total outcomes are 60. First 50 are easy; the last 10 are difficult; last 2 will make you pull your hair.</a:t>
                </a: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Now reimagine the same with millions of dice. Each time you roll a duplicate, you roll again.</a:t>
                </a:r>
              </a:p>
            </p:txBody>
          </p:sp>
        </mc:Choice>
        <mc:Fallback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31AA387F-8D37-C6C8-37B9-6E7DC829E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638425"/>
                <a:ext cx="12017912" cy="7532517"/>
              </a:xfrm>
              <a:prstGeom prst="rect">
                <a:avLst/>
              </a:prstGeom>
              <a:blipFill>
                <a:blip r:embed="rId3"/>
                <a:stretch>
                  <a:fillRect l="-1623" b="-1053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48FBF3E-280A-727E-BAD4-AE1853FE1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2354" y="3079994"/>
            <a:ext cx="301032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0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39465-D912-0B93-268C-A175E1771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D6C60E-0F85-61ED-F032-281FF8F33B03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0231D2-29BF-0BBA-4C69-DDDB034A2EA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A9F1A7-726F-E034-14E9-D5012625DE33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Work (mining)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7E76DE8-ECA3-4B5D-382C-C121DFBFBD0A}"/>
              </a:ext>
            </a:extLst>
          </p:cNvPr>
          <p:cNvSpPr/>
          <p:nvPr/>
        </p:nvSpPr>
        <p:spPr>
          <a:xfrm>
            <a:off x="952499" y="2638425"/>
            <a:ext cx="1699787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 algn="ctr">
              <a:lnSpc>
                <a:spcPct val="150000"/>
              </a:lnSpc>
            </a:pPr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Bitcoin mining: the process of </a:t>
            </a:r>
            <a:r>
              <a:rPr lang="en-GB" sz="4400"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repeatedly</a:t>
            </a:r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calculating the hash of a block header derived from transactions, until the resulting hash satisfies the difficulty target defined by the protocol.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every hash that is valid is accepted by the Bitcoin network. The PoW protocol imposes that the difficulty to compute hash be increased after every 2016 blocks.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one hash is not accepted, some arbitrary number (called nonce) is added to the Proof of work function, and another hash is calculated.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Proof of work is based on blind guesses, and to date, no reverse engineering technique or hack has proved effective against this mining mechanism.</a:t>
            </a:r>
          </a:p>
        </p:txBody>
      </p:sp>
    </p:spTree>
    <p:extLst>
      <p:ext uri="{BB962C8B-B14F-4D97-AF65-F5344CB8AC3E}">
        <p14:creationId xmlns:p14="http://schemas.microsoft.com/office/powerpoint/2010/main" val="28188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9EDAB-1011-2FAF-3BDD-2B95B8F8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8E1D1C-D5C0-1DA9-A455-91EBAC719449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371BE6-E128-C239-3B3A-42B36E28F6E2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E4FB5C-9A74-2FA8-1674-EDAC0855D532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Frankenstein PoW created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0AE2EC56-C373-7352-CF5B-5C56E83BE4E6}"/>
              </a:ext>
            </a:extLst>
          </p:cNvPr>
          <p:cNvSpPr/>
          <p:nvPr/>
        </p:nvSpPr>
        <p:spPr>
          <a:xfrm>
            <a:off x="952499" y="2638425"/>
            <a:ext cx="1699787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 said: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Spend computational resources to compete for the block reward. Everyone is welcome.</a:t>
            </a:r>
          </a:p>
          <a:p>
            <a:pPr marL="571500" indent="-5715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arms race: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CPU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GPU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ASIC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Mining farms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Industrial scale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GPU shortage amid COVID: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everybody jumped into the bandwagon.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Resource wastage: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</a:t>
            </a:r>
            <a:r>
              <a:rPr lang="en-GB" sz="4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emission (39.8M Tn), electricity (138TW), water (1.65T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Ltr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.), hardware wastage (82% ASICs).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Laws of Economics won: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late coming modest setups never saw ROI.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problem: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PoW gives all reward to the first comer; the one with most computation power becomes the first comer.</a:t>
            </a:r>
          </a:p>
        </p:txBody>
      </p:sp>
    </p:spTree>
    <p:extLst>
      <p:ext uri="{BB962C8B-B14F-4D97-AF65-F5344CB8AC3E}">
        <p14:creationId xmlns:p14="http://schemas.microsoft.com/office/powerpoint/2010/main" val="260965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FB8F6-4AEF-3AFE-D0F4-20167744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9E2E8-35DA-472C-D2CB-586CA301D330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C24C8D-5777-BF99-7DE5-3A8AED97933B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14CE19-05A4-5E48-9B63-EC0F99E9D815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Nuances </a:t>
            </a:r>
            <a:r>
              <a:rPr lang="en-GB" sz="4650" i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details hidden beneath the simple model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703A3469-4D4D-81F4-A5BC-DA37C5994284}"/>
              </a:ext>
            </a:extLst>
          </p:cNvPr>
          <p:cNvSpPr/>
          <p:nvPr/>
        </p:nvSpPr>
        <p:spPr>
          <a:xfrm>
            <a:off x="952499" y="2638425"/>
            <a:ext cx="1699787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basic mechanism is established, but there are some unique features worth discussing.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Locktime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prevents spending UTXO until a certain block number.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Timestamp: always Coordinated Universal Time (UTC/GMT)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RBF: Replace-by-fee flag is used by sender to replace with a higher-fee version.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pkscript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ScriptPubKey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defines the conditions under which that UTXO can later be spent.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pkscript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Bitcoin's mechanism for expressing programmable business logic into transactions.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28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0F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1EEAD-FF3E-4E41-81FD-0E95BEAD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67A6AC-DDFF-9D68-C4A5-C9E3C9A4A72C}"/>
              </a:ext>
            </a:extLst>
          </p:cNvPr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E83179-F012-BAE2-9EF9-653B87A32BB4}"/>
              </a:ext>
            </a:extLst>
          </p:cNvPr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Investigating a Transaction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F8B626-F808-06B2-ADB3-2215FD690598}"/>
              </a:ext>
            </a:extLst>
          </p:cNvPr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09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A5E02-6DBB-2379-D552-C3AE830A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79EC68-4284-1363-D648-F266AFF91D55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CE0E2D-656F-B031-10DB-B73F8A4A98F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8087E9-D43D-A6D0-CC1A-E68F860D1276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B37078C-A998-BFC8-E679-F5C84F8002DD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Visit: t.ly/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CfXgA</a:t>
            </a:r>
            <a:b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3600" dirty="0">
                <a:solidFill>
                  <a:schemeClr val="bg2">
                    <a:lumMod val="50000"/>
                  </a:schemeClr>
                </a:solidFill>
              </a:rPr>
              <a:t>Tx:22bb5dd2a88f9c5183df59aef20a44b8bce4a4056562b5d9cfff20a0ae2ffc1a</a:t>
            </a:r>
            <a:br>
              <a:rPr lang="en-GB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GB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a consolidation + payment transaction. Spender combined three small UTXOs to send 0.0044 BTC to two recipients.</a:t>
            </a:r>
            <a:endParaRPr lang="en-GB" sz="4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you calculate the amounts in $ and find out the exact fee Tx paid?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Recalling what Coinbase transaction is, can you find the total reward paid for the block this transaction resided in?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57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0F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F4881-9122-BB8F-0222-4297B928C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09EC4C-0313-BE8B-5CF4-9D6739305673}"/>
              </a:ext>
            </a:extLst>
          </p:cNvPr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F3142E-68E7-16A1-BB24-AA8A71FA56CF}"/>
              </a:ext>
            </a:extLst>
          </p:cNvPr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the first transaction using MetaMask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AB06DF-E1D2-D0AF-5B67-41389798B221}"/>
              </a:ext>
            </a:extLst>
          </p:cNvPr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40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71D2B-FFDC-0F77-E2D9-82D6A955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C0807-C18B-D764-596B-032AF072FC0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99117F-0989-4A93-5D5A-9550A5D07086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1AD5CF-06C6-5553-0953-5F5EF9DB085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EEE8C305-0C46-037F-15F5-F88C33920D0F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lnSpcReduction="1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Visit: t.ly/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CfXgA</a:t>
            </a:r>
            <a:b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3600" dirty="0">
                <a:solidFill>
                  <a:schemeClr val="bg2">
                    <a:lumMod val="50000"/>
                  </a:schemeClr>
                </a:solidFill>
              </a:rPr>
              <a:t>Tx:22bb5dd2a88f9c5183df59aef20a44b8bce4a4056562b5d9cfff20a0ae2ffc1a</a:t>
            </a:r>
            <a:br>
              <a:rPr lang="en-GB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GB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a consolidation + payment transaction. Spender combined three small UTXOs to send 0.0044 BTC to two recipients.</a:t>
            </a:r>
            <a:endParaRPr lang="en-GB" sz="4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you calculate the amounts in $ and find out the exact fee Tx paid?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Recalling what Coinbase transaction is, can you find the total reward paid for the block this transaction resided in?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7965F-0FBD-4755-B4F1-0BF63DB5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87FF05-BA5D-1CB5-E1CF-3C887D5367F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5600AE-7275-C198-A48A-29FD8C38F24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EFBD1C-0470-5A7D-AC88-938C5A50D67B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Week…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BBCF4FE-3C7C-4592-E45B-B3C65DDDB7C6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Shortfalls of Bitcoin that Ethereum fixes.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blockchain and its structure.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Logs and Events.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Staking and why it wins.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Ethereum is the right platform to develop a </a:t>
            </a:r>
            <a:r>
              <a:rPr lang="en-GB" sz="4400">
                <a:solidFill>
                  <a:schemeClr val="tx1">
                    <a:lumMod val="75000"/>
                    <a:lumOff val="25000"/>
                  </a:schemeClr>
                </a:solidFill>
              </a:rPr>
              <a:t>Finance ecosystem.</a:t>
            </a: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nodes and how to set one up.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Should IBA have its own dedicated Ethereum node?</a:t>
            </a:r>
          </a:p>
        </p:txBody>
      </p:sp>
    </p:spTree>
    <p:extLst>
      <p:ext uri="{BB962C8B-B14F-4D97-AF65-F5344CB8AC3E}">
        <p14:creationId xmlns:p14="http://schemas.microsoft.com/office/powerpoint/2010/main" val="37913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1689</TotalTime>
  <Words>1925</Words>
  <Application>Microsoft Office PowerPoint</Application>
  <PresentationFormat>Custom</PresentationFormat>
  <Paragraphs>177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Cambria Math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Owais Ahmed</cp:lastModifiedBy>
  <cp:revision>87</cp:revision>
  <dcterms:created xsi:type="dcterms:W3CDTF">2026-08-06T04:34:38Z</dcterms:created>
  <dcterms:modified xsi:type="dcterms:W3CDTF">2026-09-24T16:02:44Z</dcterms:modified>
</cp:coreProperties>
</file>