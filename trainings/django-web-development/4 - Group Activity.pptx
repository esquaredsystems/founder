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2448" r:id="rId5"/>
    <p:sldId id="2451" r:id="rId6"/>
    <p:sldId id="2477" r:id="rId7"/>
    <p:sldId id="2436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3EF76F-82E2-4838-9827-F08F5749DF79}">
          <p14:sldIdLst>
            <p14:sldId id="2448"/>
            <p14:sldId id="2451"/>
            <p14:sldId id="2477"/>
            <p14:sldId id="24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510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2/23/2023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2/23/2023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8091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squaredsystems/dareech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 dirty="0"/>
              <a:t>Web Development using Django Framework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dirty="0"/>
              <a:t>Dr. Owais Hussain</a:t>
            </a:r>
          </a:p>
          <a:p>
            <a:r>
              <a:rPr lang="en-US" dirty="0" err="1"/>
              <a:t>Esquared</a:t>
            </a:r>
            <a:r>
              <a:rPr lang="en-US" dirty="0"/>
              <a:t> Systems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DJANGO framework</a:t>
            </a:r>
          </a:p>
        </p:txBody>
      </p:sp>
      <p:pic>
        <p:nvPicPr>
          <p:cNvPr id="8" name="Picture Placeholder 7" descr="close up of computer code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4393374"/>
            <a:ext cx="2834640" cy="365125"/>
          </a:xfrm>
        </p:spPr>
        <p:txBody>
          <a:bodyPr/>
          <a:lstStyle/>
          <a:p>
            <a:r>
              <a:rPr lang="en-US" dirty="0"/>
              <a:t>Let’s Dive In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653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GROUP ACTIVITY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0E79D7-5A87-2CE2-1602-8623D262A8AE}"/>
              </a:ext>
            </a:extLst>
          </p:cNvPr>
          <p:cNvSpPr txBox="1">
            <a:spLocks/>
          </p:cNvSpPr>
          <p:nvPr/>
        </p:nvSpPr>
        <p:spPr>
          <a:xfrm>
            <a:off x="220384" y="1587609"/>
            <a:ext cx="11743015" cy="488939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Checkout main/master branch: </a:t>
            </a:r>
            <a:r>
              <a:rPr lang="en-US" sz="2000" dirty="0">
                <a:hlinkClick r:id="rId3"/>
              </a:rPr>
              <a:t>https://github.com/esquaredsystems/dareecha</a:t>
            </a:r>
            <a:endParaRPr lang="en-US" sz="2000" dirty="0"/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Create a new virtual environment. Make sure that you have a running code.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Create a new </a:t>
            </a:r>
            <a:r>
              <a:rPr lang="en-US" sz="2000"/>
              <a:t>“Hello </a:t>
            </a:r>
            <a:r>
              <a:rPr lang="en-US" sz="2000" dirty="0"/>
              <a:t>World!” view and add to your </a:t>
            </a:r>
            <a:r>
              <a:rPr lang="en-US" sz="2000" dirty="0" err="1"/>
              <a:t>urls</a:t>
            </a:r>
            <a:r>
              <a:rPr lang="en-US" sz="2000" dirty="0"/>
              <a:t>.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Create a new Django model class to record sharing requests. The attributes should ask: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Which vehicle was requested for?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Who requested? To whom it was requested?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When was it requested?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What's the decision from the owner? When did he accept/reject?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Is request cancelled by the companion?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b="1" dirty="0"/>
              <a:t>If accepted, when is the contract expiring?</a:t>
            </a:r>
          </a:p>
          <a:p>
            <a:pPr marL="971550" lvl="1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1800" dirty="0"/>
              <a:t>Any specific details?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Register in Django Admin and enter some data; Override the save function and check whether the contract is already rejected. If so, then refrain from updating the object.</a:t>
            </a:r>
          </a:p>
        </p:txBody>
      </p:sp>
    </p:spTree>
    <p:extLst>
      <p:ext uri="{BB962C8B-B14F-4D97-AF65-F5344CB8AC3E}">
        <p14:creationId xmlns:p14="http://schemas.microsoft.com/office/powerpoint/2010/main" val="134064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owaishussain@ieee.org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2075</TotalTime>
  <Words>191</Words>
  <Application>Microsoft Office PowerPoint</Application>
  <PresentationFormat>Widescreen</PresentationFormat>
  <Paragraphs>26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Wingdings</vt:lpstr>
      <vt:lpstr>Office Theme</vt:lpstr>
      <vt:lpstr>Web Development using Django Framework</vt:lpstr>
      <vt:lpstr>DJANGO framework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222</cp:revision>
  <dcterms:created xsi:type="dcterms:W3CDTF">2022-11-22T20:08:03Z</dcterms:created>
  <dcterms:modified xsi:type="dcterms:W3CDTF">2023-02-23T04:42:49Z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