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448" r:id="rId5"/>
    <p:sldId id="2484" r:id="rId6"/>
    <p:sldId id="2491" r:id="rId7"/>
    <p:sldId id="2506" r:id="rId8"/>
    <p:sldId id="278" r:id="rId9"/>
    <p:sldId id="243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3EF76F-82E2-4838-9827-F08F5749DF79}">
          <p14:sldIdLst>
            <p14:sldId id="2448"/>
            <p14:sldId id="2484"/>
            <p14:sldId id="2491"/>
            <p14:sldId id="2506"/>
            <p14:sldId id="27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424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74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2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7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Development using Django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dirty="0"/>
              <a:t>Dr. Owais Hussain</a:t>
            </a:r>
          </a:p>
          <a:p>
            <a:r>
              <a:rPr lang="en-US" dirty="0" err="1"/>
              <a:t>Esquared</a:t>
            </a:r>
            <a:r>
              <a:rPr lang="en-US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Fill in the blanks: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__________ is the content provided by web server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__________ is used to control the page appearance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__________ is used to manipulate objects on a web page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2800" dirty="0"/>
              <a:t>__________ is a set of standards of communication between web server and client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/>
              <a:t>Options: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/>
              <a:t>HTML</a:t>
            </a:r>
            <a:r>
              <a:rPr lang="en-US" sz="2800" dirty="0"/>
              <a:t>, JavaScript, CSS, JSON, HTTP, FTP</a:t>
            </a:r>
          </a:p>
        </p:txBody>
      </p:sp>
    </p:spTree>
    <p:extLst>
      <p:ext uri="{BB962C8B-B14F-4D97-AF65-F5344CB8AC3E}">
        <p14:creationId xmlns:p14="http://schemas.microsoft.com/office/powerpoint/2010/main" val="253901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BAFAD4-7A48-0B6F-AA1E-5FC089202A8E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What are the three recent revolutionary upgrades to each of the three dimensions of client-end technologies?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Content -&gt; HTML5; Styling -&gt; Bootstrap; Interaction -&gt; jQuery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Content -&gt; ES6 Standard; Styling -&gt; CSS; Interaction -&gt; HTML5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AutoNum type="alphaLcPeriod"/>
            </a:pPr>
            <a:r>
              <a:rPr lang="en-US" sz="2800" dirty="0"/>
              <a:t>Content -&gt; HTML5; Styling -&gt; Bootstrap; Interaction -&gt; ES6 Standard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AutoNum type="alphaLcPeriod"/>
            </a:pPr>
            <a:r>
              <a:rPr lang="en-US" sz="2800" dirty="0"/>
              <a:t>Content -&gt; HTML; Styling -&gt; Bootstrap; Interaction -&gt; JavaScript</a:t>
            </a:r>
          </a:p>
          <a:p>
            <a:pPr marL="742950" indent="-742950">
              <a:lnSpc>
                <a:spcPct val="120000"/>
              </a:lnSpc>
              <a:buFont typeface="Arial" panose="020B0604020202020204" pitchFamily="34" charset="0"/>
              <a:buAutoNum type="alphaLcPeriod"/>
            </a:pPr>
            <a:r>
              <a:rPr lang="en-US" sz="2800" dirty="0"/>
              <a:t>Content -&gt; JavaScript; Styling -&gt; HTML5; Interaction -&gt; jQuery</a:t>
            </a:r>
          </a:p>
        </p:txBody>
      </p:sp>
    </p:spTree>
    <p:extLst>
      <p:ext uri="{BB962C8B-B14F-4D97-AF65-F5344CB8AC3E}">
        <p14:creationId xmlns:p14="http://schemas.microsoft.com/office/powerpoint/2010/main" val="30134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Quiz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BAFAD4-7A48-0B6F-AA1E-5FC089202A8E}"/>
              </a:ext>
            </a:extLst>
          </p:cNvPr>
          <p:cNvSpPr txBox="1">
            <a:spLocks/>
          </p:cNvSpPr>
          <p:nvPr/>
        </p:nvSpPr>
        <p:spPr>
          <a:xfrm>
            <a:off x="677334" y="1532587"/>
            <a:ext cx="1128606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Which of the following statement(s) is/are correct: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Web server only receives HTML content, not the style or script.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Service tier handles business rules.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Client-end interacts strictly with the Controller tier, nothing beneath it.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The Controller receives client-end requests in decrypted and decompressed form.</a:t>
            </a:r>
          </a:p>
          <a:p>
            <a:pPr marL="742950" indent="-742950">
              <a:lnSpc>
                <a:spcPct val="120000"/>
              </a:lnSpc>
              <a:buAutoNum type="alphaLcPeriod"/>
            </a:pPr>
            <a:r>
              <a:rPr lang="en-US" sz="2800" dirty="0"/>
              <a:t>HTTP status codes are universally fixed, meaning all web servers use the same set of codes.</a:t>
            </a:r>
          </a:p>
        </p:txBody>
      </p:sp>
    </p:spTree>
    <p:extLst>
      <p:ext uri="{BB962C8B-B14F-4D97-AF65-F5344CB8AC3E}">
        <p14:creationId xmlns:p14="http://schemas.microsoft.com/office/powerpoint/2010/main" val="341979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unmemorabletitle.co.uk/wp-content/uploads/2013/01/questi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07750"/>
            <a:ext cx="12192001" cy="696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82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owaishussain@ieee.org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1411</TotalTime>
  <Words>250</Words>
  <Application>Microsoft Office PowerPoint</Application>
  <PresentationFormat>Widescreen</PresentationFormat>
  <Paragraphs>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Web Development using Django Framework</vt:lpstr>
      <vt:lpstr>Sample 2</vt:lpstr>
      <vt:lpstr>Sample 2</vt:lpstr>
      <vt:lpstr>Sample 2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194</cp:revision>
  <dcterms:created xsi:type="dcterms:W3CDTF">2022-11-22T20:08:03Z</dcterms:created>
  <dcterms:modified xsi:type="dcterms:W3CDTF">2023-02-14T03:36:32Z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