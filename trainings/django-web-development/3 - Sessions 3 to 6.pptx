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448" r:id="rId5"/>
    <p:sldId id="2451" r:id="rId6"/>
    <p:sldId id="2472" r:id="rId7"/>
    <p:sldId id="2474" r:id="rId8"/>
    <p:sldId id="2475" r:id="rId9"/>
    <p:sldId id="2476" r:id="rId10"/>
    <p:sldId id="2457" r:id="rId11"/>
    <p:sldId id="2473" r:id="rId12"/>
    <p:sldId id="2477" r:id="rId13"/>
    <p:sldId id="278" r:id="rId14"/>
    <p:sldId id="24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3EF76F-82E2-4838-9827-F08F5749DF79}">
          <p14:sldIdLst>
            <p14:sldId id="2448"/>
            <p14:sldId id="2451"/>
            <p14:sldId id="2472"/>
            <p14:sldId id="2474"/>
            <p14:sldId id="2475"/>
            <p14:sldId id="2476"/>
            <p14:sldId id="2457"/>
            <p14:sldId id="2473"/>
            <p14:sldId id="2477"/>
            <p14:sldId id="27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2/23/2023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1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4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751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14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65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9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quaredsystems/dareech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Development using Django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dirty="0"/>
              <a:t>Dr. Owais Hussain</a:t>
            </a:r>
          </a:p>
          <a:p>
            <a:r>
              <a:rPr lang="en-US" dirty="0" err="1"/>
              <a:t>Esquared</a:t>
            </a:r>
            <a:r>
              <a:rPr lang="en-US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DJANGO framework</a:t>
            </a:r>
          </a:p>
        </p:txBody>
      </p:sp>
      <p:pic>
        <p:nvPicPr>
          <p:cNvPr id="8" name="Picture Placeholder 7" descr="close up of computer code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2834640" cy="365125"/>
          </a:xfrm>
        </p:spPr>
        <p:txBody>
          <a:bodyPr/>
          <a:lstStyle/>
          <a:p>
            <a:r>
              <a:rPr lang="en-US" dirty="0"/>
              <a:t>Let’s Dive 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FRAMEWORK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594519" y="1587608"/>
            <a:ext cx="10989920" cy="49655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MVT, not MVC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Structure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Project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Apps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settings.py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manage.py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Let’s build an app</a:t>
            </a:r>
          </a:p>
        </p:txBody>
      </p:sp>
    </p:spTree>
    <p:extLst>
      <p:ext uri="{BB962C8B-B14F-4D97-AF65-F5344CB8AC3E}">
        <p14:creationId xmlns:p14="http://schemas.microsoft.com/office/powerpoint/2010/main" val="312350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594519" y="1587608"/>
            <a:ext cx="10989920" cy="49655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dirty="0"/>
              <a:t>Initiate a project called “</a:t>
            </a:r>
            <a:r>
              <a:rPr lang="en-US" sz="3600" dirty="0" err="1"/>
              <a:t>Dareecha</a:t>
            </a:r>
            <a:r>
              <a:rPr lang="en-US" sz="3600" dirty="0"/>
              <a:t>” (gateway/portal), which will provide several applications to students of Habib University. We will be designing the first app “</a:t>
            </a:r>
            <a:r>
              <a:rPr lang="en-US" sz="3600" dirty="0" err="1"/>
              <a:t>baham</a:t>
            </a:r>
            <a:r>
              <a:rPr lang="en-US" sz="3600" dirty="0"/>
              <a:t>” (together) for this portal.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600" dirty="0"/>
              <a:t>This app will be ride sharing service to facilitate students, staff and faculty commuting from distant areas, by allowing them to share their ride.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330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594519" y="1511410"/>
            <a:ext cx="10989920" cy="50417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Owners: users who own a car/bike and would like to share the ride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Companions: users looking for an owner to peer with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Vehicles: the means of transport, owned/driven by owners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/>
              <a:t>Constraints: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 vehicle should accept more passengers than its capacity.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 owner can only keep one vehicle active at a time.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 companion cannot have multiple sharing contracts simultaneously.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Only the vehicle owner can change its information/status.</a:t>
            </a:r>
          </a:p>
        </p:txBody>
      </p:sp>
    </p:spTree>
    <p:extLst>
      <p:ext uri="{BB962C8B-B14F-4D97-AF65-F5344CB8AC3E}">
        <p14:creationId xmlns:p14="http://schemas.microsoft.com/office/powerpoint/2010/main" val="132632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USER STORIES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594518" y="1587609"/>
            <a:ext cx="11368881" cy="48878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1.	As an active member of Habib University, I should be able to register as a user of the application.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2.	As a vehicle owner, I want to add details of my vehicles so that companions can search for my vehicle.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3.	As a passenger, I want to search for available vehicles near my address.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4.	As an administrator, I want to activate/deactivate owners, companions, and vehicles.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5.	As an owner, I want to approve/disapprove a ride sharing request.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6.	As an owner, I want to remove a companion.</a:t>
            </a:r>
          </a:p>
        </p:txBody>
      </p:sp>
    </p:spTree>
    <p:extLst>
      <p:ext uri="{BB962C8B-B14F-4D97-AF65-F5344CB8AC3E}">
        <p14:creationId xmlns:p14="http://schemas.microsoft.com/office/powerpoint/2010/main" val="101892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practice</a:t>
            </a:r>
          </a:p>
        </p:txBody>
      </p:sp>
      <p:pic>
        <p:nvPicPr>
          <p:cNvPr id="13" name="Picture Placeholder 12" descr="close up of computer on top of table against a brick wall">
            <a:extLst>
              <a:ext uri="{FF2B5EF4-FFF2-40B4-BE49-F238E27FC236}">
                <a16:creationId xmlns:a16="http://schemas.microsoft.com/office/drawing/2014/main" id="{90BB9493-60B4-4B89-89CE-E1F8BF6C4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0370" r="20370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B872F-6332-408E-9135-B871F0C9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378134"/>
            <a:ext cx="5251450" cy="365125"/>
          </a:xfrm>
        </p:spPr>
        <p:txBody>
          <a:bodyPr/>
          <a:lstStyle/>
          <a:p>
            <a:r>
              <a:rPr lang="en-US" spc="300" dirty="0"/>
              <a:t>Try, Fail, Learn, Repeat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DD8A0-BD53-4DBF-949B-0D64D12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05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MILESTONES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594518" y="1587609"/>
            <a:ext cx="11368881" cy="4889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Create and run Django app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Create a landing page using Bootstrap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Add, organize and link web pages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Activate Django Administration and create the model classes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Extend Django’s built-in User class to incorporate Owners/Companions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Create Page to View and Manage Vehicles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Complete the home page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dirty="0"/>
              <a:t>Enable search</a:t>
            </a:r>
          </a:p>
        </p:txBody>
      </p:sp>
    </p:spTree>
    <p:extLst>
      <p:ext uri="{BB962C8B-B14F-4D97-AF65-F5344CB8AC3E}">
        <p14:creationId xmlns:p14="http://schemas.microsoft.com/office/powerpoint/2010/main" val="200437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GROUP 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220384" y="1587609"/>
            <a:ext cx="11743015" cy="4889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Checkout main/master branch: </a:t>
            </a:r>
            <a:r>
              <a:rPr lang="en-US" sz="2400" dirty="0">
                <a:hlinkClick r:id="rId3"/>
              </a:rPr>
              <a:t>https://github.com/esquaredsystems/dareecha</a:t>
            </a:r>
            <a:endParaRPr lang="en-US" sz="2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Create a new virtual environment. Make sure that you have a running code.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Create a new Django model class to record sharing requests. The attributes should be: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Which vehicle was requested for?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requested? To whom it was requested?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When was it requested?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What's the decision from the owner? When did he accept/reject?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Is request cancelled by the companion?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If accepted, when is the contract expiring?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Any specific details?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Register in Django Admin and enter </a:t>
            </a:r>
            <a:r>
              <a:rPr lang="en-US" sz="2400"/>
              <a:t>some data; </a:t>
            </a:r>
            <a:r>
              <a:rPr lang="en-US" sz="2400" dirty="0"/>
              <a:t>Override the save function and check whether the contract is already rejected. If so, then refrain from updating the object.</a:t>
            </a:r>
          </a:p>
        </p:txBody>
      </p:sp>
    </p:spTree>
    <p:extLst>
      <p:ext uri="{BB962C8B-B14F-4D97-AF65-F5344CB8AC3E}">
        <p14:creationId xmlns:p14="http://schemas.microsoft.com/office/powerpoint/2010/main" val="134064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unmemorabletitle.co.uk/wp-content/uploads/2013/01/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07750"/>
            <a:ext cx="12192001" cy="696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82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owaishussain@ieee.org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2013</TotalTime>
  <Words>544</Words>
  <Application>Microsoft Office PowerPoint</Application>
  <PresentationFormat>Widescreen</PresentationFormat>
  <Paragraphs>74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Web Development using Django Framework</vt:lpstr>
      <vt:lpstr>DJANGO framework</vt:lpstr>
      <vt:lpstr>Sample 2</vt:lpstr>
      <vt:lpstr>Sample 2</vt:lpstr>
      <vt:lpstr>Sample 2</vt:lpstr>
      <vt:lpstr>Sample 2</vt:lpstr>
      <vt:lpstr>In practice</vt:lpstr>
      <vt:lpstr>Sample 2</vt:lpstr>
      <vt:lpstr>Sample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218</cp:revision>
  <dcterms:created xsi:type="dcterms:W3CDTF">2022-11-22T20:08:03Z</dcterms:created>
  <dcterms:modified xsi:type="dcterms:W3CDTF">2023-02-22T20:14:29Z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