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0" r:id="rId1"/>
    <p:sldMasterId id="2147483816" r:id="rId2"/>
  </p:sldMasterIdLst>
  <p:notesMasterIdLst>
    <p:notesMasterId r:id="rId18"/>
  </p:notesMasterIdLst>
  <p:sldIdLst>
    <p:sldId id="256" r:id="rId3"/>
    <p:sldId id="291" r:id="rId4"/>
    <p:sldId id="2505" r:id="rId5"/>
    <p:sldId id="2509" r:id="rId6"/>
    <p:sldId id="2510" r:id="rId7"/>
    <p:sldId id="2511" r:id="rId8"/>
    <p:sldId id="2512" r:id="rId9"/>
    <p:sldId id="2513" r:id="rId10"/>
    <p:sldId id="2514" r:id="rId11"/>
    <p:sldId id="2515" r:id="rId12"/>
    <p:sldId id="2519" r:id="rId13"/>
    <p:sldId id="2516" r:id="rId14"/>
    <p:sldId id="2517" r:id="rId15"/>
    <p:sldId id="2518" r:id="rId16"/>
    <p:sldId id="252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55A73-9608-884B-A56D-9C3D1087E494}" v="1645" dt="2024-05-31T12:05:46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4383" autoAdjust="0"/>
  </p:normalViewPr>
  <p:slideViewPr>
    <p:cSldViewPr snapToGrid="0">
      <p:cViewPr varScale="1">
        <p:scale>
          <a:sx n="135" d="100"/>
          <a:sy n="135" d="100"/>
        </p:scale>
        <p:origin x="1456" y="176"/>
      </p:cViewPr>
      <p:guideLst/>
    </p:cSldViewPr>
  </p:slideViewPr>
  <p:outlineViewPr>
    <p:cViewPr>
      <p:scale>
        <a:sx n="33" d="100"/>
        <a:sy n="33" d="100"/>
      </p:scale>
      <p:origin x="0" y="-1246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55A55A73-9608-884B-A56D-9C3D1087E494}"/>
    <pc:docChg chg="undo redo custSel addSld delSld modSld sldOrd">
      <pc:chgData name="Owais Ahmed" userId="6abc7d4556b3b071" providerId="LiveId" clId="{55A55A73-9608-884B-A56D-9C3D1087E494}" dt="2024-05-31T12:05:46.953" v="1552" actId="20577"/>
      <pc:docMkLst>
        <pc:docMk/>
      </pc:docMkLst>
      <pc:sldChg chg="modSp add mod ord">
        <pc:chgData name="Owais Ahmed" userId="6abc7d4556b3b071" providerId="LiveId" clId="{55A55A73-9608-884B-A56D-9C3D1087E494}" dt="2024-05-31T09:06:18.892" v="1364" actId="20578"/>
        <pc:sldMkLst>
          <pc:docMk/>
          <pc:sldMk cId="2435485063" sldId="274"/>
        </pc:sldMkLst>
        <pc:graphicFrameChg chg="modGraphic">
          <ac:chgData name="Owais Ahmed" userId="6abc7d4556b3b071" providerId="LiveId" clId="{55A55A73-9608-884B-A56D-9C3D1087E494}" dt="2024-05-31T09:05:03.194" v="1361" actId="20577"/>
          <ac:graphicFrameMkLst>
            <pc:docMk/>
            <pc:sldMk cId="2435485063" sldId="274"/>
            <ac:graphicFrameMk id="3" creationId="{00000000-0000-0000-0000-000000000000}"/>
          </ac:graphicFrameMkLst>
        </pc:graphicFrameChg>
      </pc:sldChg>
      <pc:sldChg chg="add del">
        <pc:chgData name="Owais Ahmed" userId="6abc7d4556b3b071" providerId="LiveId" clId="{55A55A73-9608-884B-A56D-9C3D1087E494}" dt="2024-05-31T08:28:47.693" v="571" actId="2696"/>
        <pc:sldMkLst>
          <pc:docMk/>
          <pc:sldMk cId="3734251568" sldId="287"/>
        </pc:sldMkLst>
      </pc:sldChg>
      <pc:sldChg chg="addSp delSp modSp add mod ord modAnim">
        <pc:chgData name="Owais Ahmed" userId="6abc7d4556b3b071" providerId="LiveId" clId="{55A55A73-9608-884B-A56D-9C3D1087E494}" dt="2024-05-31T08:36:52.892" v="690" actId="20578"/>
        <pc:sldMkLst>
          <pc:docMk/>
          <pc:sldMk cId="3928364358" sldId="288"/>
        </pc:sldMkLst>
        <pc:spChg chg="add del mod">
          <ac:chgData name="Owais Ahmed" userId="6abc7d4556b3b071" providerId="LiveId" clId="{55A55A73-9608-884B-A56D-9C3D1087E494}" dt="2024-05-31T08:35:07.468" v="670"/>
          <ac:spMkLst>
            <pc:docMk/>
            <pc:sldMk cId="3928364358" sldId="288"/>
            <ac:spMk id="3" creationId="{780018D9-8202-D4E6-3E9C-73614E7F61C8}"/>
          </ac:spMkLst>
        </pc:spChg>
        <pc:spChg chg="mod">
          <ac:chgData name="Owais Ahmed" userId="6abc7d4556b3b071" providerId="LiveId" clId="{55A55A73-9608-884B-A56D-9C3D1087E494}" dt="2024-05-31T08:35:35.726" v="677" actId="20577"/>
          <ac:spMkLst>
            <pc:docMk/>
            <pc:sldMk cId="3928364358" sldId="288"/>
            <ac:spMk id="5" creationId="{00000000-0000-0000-0000-000000000000}"/>
          </ac:spMkLst>
        </pc:spChg>
        <pc:picChg chg="add mod">
          <ac:chgData name="Owais Ahmed" userId="6abc7d4556b3b071" providerId="LiveId" clId="{55A55A73-9608-884B-A56D-9C3D1087E494}" dt="2024-05-31T08:35:13.253" v="672" actId="14100"/>
          <ac:picMkLst>
            <pc:docMk/>
            <pc:sldMk cId="3928364358" sldId="288"/>
            <ac:picMk id="4" creationId="{BBB3F3C6-4D7A-395D-4B2E-A4D4D123D60B}"/>
          </ac:picMkLst>
        </pc:picChg>
        <pc:picChg chg="del mod">
          <ac:chgData name="Owais Ahmed" userId="6abc7d4556b3b071" providerId="LiveId" clId="{55A55A73-9608-884B-A56D-9C3D1087E494}" dt="2024-05-31T08:35:02.352" v="668" actId="478"/>
          <ac:picMkLst>
            <pc:docMk/>
            <pc:sldMk cId="3928364358" sldId="288"/>
            <ac:picMk id="3074" creationId="{0869FE62-EF4A-463D-B044-8A278FE449E5}"/>
          </ac:picMkLst>
        </pc:picChg>
        <pc:picChg chg="del mod">
          <ac:chgData name="Owais Ahmed" userId="6abc7d4556b3b071" providerId="LiveId" clId="{55A55A73-9608-884B-A56D-9C3D1087E494}" dt="2024-05-31T08:35:05.951" v="669" actId="21"/>
          <ac:picMkLst>
            <pc:docMk/>
            <pc:sldMk cId="3928364358" sldId="288"/>
            <ac:picMk id="3076" creationId="{A098D6F7-08E8-4103-AE8B-A904018A6A43}"/>
          </ac:picMkLst>
        </pc:picChg>
      </pc:sldChg>
      <pc:sldChg chg="modSp add del mod modClrScheme chgLayout">
        <pc:chgData name="Owais Ahmed" userId="6abc7d4556b3b071" providerId="LiveId" clId="{55A55A73-9608-884B-A56D-9C3D1087E494}" dt="2024-05-31T08:36:44.139" v="687" actId="2696"/>
        <pc:sldMkLst>
          <pc:docMk/>
          <pc:sldMk cId="2807795259" sldId="289"/>
        </pc:sldMkLst>
        <pc:spChg chg="mod ord">
          <ac:chgData name="Owais Ahmed" userId="6abc7d4556b3b071" providerId="LiveId" clId="{55A55A73-9608-884B-A56D-9C3D1087E494}" dt="2024-05-31T08:36:03.714" v="679" actId="700"/>
          <ac:spMkLst>
            <pc:docMk/>
            <pc:sldMk cId="2807795259" sldId="289"/>
            <ac:spMk id="2" creationId="{00000000-0000-0000-0000-000000000000}"/>
          </ac:spMkLst>
        </pc:spChg>
        <pc:spChg chg="mod ord">
          <ac:chgData name="Owais Ahmed" userId="6abc7d4556b3b071" providerId="LiveId" clId="{55A55A73-9608-884B-A56D-9C3D1087E494}" dt="2024-05-31T08:36:03.860" v="680" actId="27636"/>
          <ac:spMkLst>
            <pc:docMk/>
            <pc:sldMk cId="2807795259" sldId="289"/>
            <ac:spMk id="5" creationId="{00000000-0000-0000-0000-000000000000}"/>
          </ac:spMkLst>
        </pc:spChg>
      </pc:sldChg>
      <pc:sldChg chg="modSp mod modAnim">
        <pc:chgData name="Owais Ahmed" userId="6abc7d4556b3b071" providerId="LiveId" clId="{55A55A73-9608-884B-A56D-9C3D1087E494}" dt="2024-05-31T08:58:58.368" v="1341"/>
        <pc:sldMkLst>
          <pc:docMk/>
          <pc:sldMk cId="1792044433" sldId="292"/>
        </pc:sldMkLst>
        <pc:spChg chg="mod">
          <ac:chgData name="Owais Ahmed" userId="6abc7d4556b3b071" providerId="LiveId" clId="{55A55A73-9608-884B-A56D-9C3D1087E494}" dt="2024-05-31T08:21:14.233" v="26" actId="20577"/>
          <ac:spMkLst>
            <pc:docMk/>
            <pc:sldMk cId="1792044433" sldId="292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24:11.761" v="441" actId="20577"/>
          <ac:spMkLst>
            <pc:docMk/>
            <pc:sldMk cId="1792044433" sldId="292"/>
            <ac:spMk id="5" creationId="{00000000-0000-0000-0000-000000000000}"/>
          </ac:spMkLst>
        </pc:spChg>
      </pc:sldChg>
      <pc:sldChg chg="addSp delSp modSp mod modAnim delDesignElem chgLayout">
        <pc:chgData name="Owais Ahmed" userId="6abc7d4556b3b071" providerId="LiveId" clId="{55A55A73-9608-884B-A56D-9C3D1087E494}" dt="2024-05-31T08:20:37.775" v="20" actId="1076"/>
        <pc:sldMkLst>
          <pc:docMk/>
          <pc:sldMk cId="4171505665" sldId="295"/>
        </pc:sldMkLst>
        <pc:spChg chg="mod ord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2" creationId="{00000000-0000-0000-0000-000000000000}"/>
          </ac:spMkLst>
        </pc:spChg>
        <pc:spChg chg="del mod">
          <ac:chgData name="Owais Ahmed" userId="6abc7d4556b3b071" providerId="LiveId" clId="{55A55A73-9608-884B-A56D-9C3D1087E494}" dt="2024-05-31T08:19:35.058" v="4"/>
          <ac:spMkLst>
            <pc:docMk/>
            <pc:sldMk cId="4171505665" sldId="295"/>
            <ac:spMk id="5" creationId="{00000000-0000-0000-0000-000000000000}"/>
          </ac:spMkLst>
        </pc:spChg>
        <pc:spChg chg="add del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7" creationId="{324E43EB-867C-4B35-9A5C-E435157C7297}"/>
          </ac:spMkLst>
        </pc:spChg>
        <pc:spChg chg="add del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8" creationId="{A7C0F5DA-B59F-4F13-8BB8-FFD8F2C572BC}"/>
          </ac:spMkLst>
        </pc:spChg>
        <pc:spChg chg="add del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14" creationId="{9CEA1DEC-CC9E-4776-9E08-048A15BFA6CA}"/>
          </ac:spMkLst>
        </pc:spChg>
        <pc:spChg chg="add del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16" creationId="{9CE399CF-F4B8-4832-A8CB-B93F6B1EF44B}"/>
          </ac:spMkLst>
        </pc:spChg>
        <pc:spChg chg="add del">
          <ac:chgData name="Owais Ahmed" userId="6abc7d4556b3b071" providerId="LiveId" clId="{55A55A73-9608-884B-A56D-9C3D1087E494}" dt="2024-05-31T08:20:15.786" v="15" actId="700"/>
          <ac:spMkLst>
            <pc:docMk/>
            <pc:sldMk cId="4171505665" sldId="295"/>
            <ac:spMk id="18" creationId="{1F23E73A-FDC8-462C-83C1-3AA8961449CF}"/>
          </ac:spMkLst>
        </pc:spChg>
        <pc:spChg chg="add del">
          <ac:chgData name="Owais Ahmed" userId="6abc7d4556b3b071" providerId="LiveId" clId="{55A55A73-9608-884B-A56D-9C3D1087E494}" dt="2024-05-31T08:19:46.662" v="6" actId="26606"/>
          <ac:spMkLst>
            <pc:docMk/>
            <pc:sldMk cId="4171505665" sldId="295"/>
            <ac:spMk id="22" creationId="{872FA752-7D9A-FDBB-77CE-85908FBAB08A}"/>
          </ac:spMkLst>
        </pc:spChg>
        <pc:spChg chg="add del">
          <ac:chgData name="Owais Ahmed" userId="6abc7d4556b3b071" providerId="LiveId" clId="{55A55A73-9608-884B-A56D-9C3D1087E494}" dt="2024-05-31T08:19:48.092" v="8" actId="26606"/>
          <ac:spMkLst>
            <pc:docMk/>
            <pc:sldMk cId="4171505665" sldId="295"/>
            <ac:spMk id="24" creationId="{473D6EBA-4421-9387-AC78-006A012FE8C7}"/>
          </ac:spMkLst>
        </pc:spChg>
        <pc:spChg chg="add del">
          <ac:chgData name="Owais Ahmed" userId="6abc7d4556b3b071" providerId="LiveId" clId="{55A55A73-9608-884B-A56D-9C3D1087E494}" dt="2024-05-31T08:20:08.856" v="14" actId="26606"/>
          <ac:spMkLst>
            <pc:docMk/>
            <pc:sldMk cId="4171505665" sldId="295"/>
            <ac:spMk id="26" creationId="{7EC04C07-2D91-C13D-748E-F4FFCC508EB8}"/>
          </ac:spMkLst>
        </pc:spChg>
        <pc:picChg chg="add mod ord">
          <ac:chgData name="Owais Ahmed" userId="6abc7d4556b3b071" providerId="LiveId" clId="{55A55A73-9608-884B-A56D-9C3D1087E494}" dt="2024-05-31T08:20:37.775" v="20" actId="1076"/>
          <ac:picMkLst>
            <pc:docMk/>
            <pc:sldMk cId="4171505665" sldId="295"/>
            <ac:picMk id="3" creationId="{70F6D411-D3BE-91EC-C650-6A470E483FC9}"/>
          </ac:picMkLst>
        </pc:picChg>
      </pc:sldChg>
      <pc:sldChg chg="modSp add mod modAnim">
        <pc:chgData name="Owais Ahmed" userId="6abc7d4556b3b071" providerId="LiveId" clId="{55A55A73-9608-884B-A56D-9C3D1087E494}" dt="2024-05-31T08:24:34.871" v="451" actId="27636"/>
        <pc:sldMkLst>
          <pc:docMk/>
          <pc:sldMk cId="3206977537" sldId="296"/>
        </pc:sldMkLst>
        <pc:spChg chg="mod">
          <ac:chgData name="Owais Ahmed" userId="6abc7d4556b3b071" providerId="LiveId" clId="{55A55A73-9608-884B-A56D-9C3D1087E494}" dt="2024-05-31T08:24:28.025" v="449" actId="20577"/>
          <ac:spMkLst>
            <pc:docMk/>
            <pc:sldMk cId="3206977537" sldId="296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24:34.871" v="451" actId="27636"/>
          <ac:spMkLst>
            <pc:docMk/>
            <pc:sldMk cId="3206977537" sldId="296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25:41.378" v="473" actId="20577"/>
        <pc:sldMkLst>
          <pc:docMk/>
          <pc:sldMk cId="3212658581" sldId="297"/>
        </pc:sldMkLst>
        <pc:spChg chg="mod">
          <ac:chgData name="Owais Ahmed" userId="6abc7d4556b3b071" providerId="LiveId" clId="{55A55A73-9608-884B-A56D-9C3D1087E494}" dt="2024-05-31T08:25:07.861" v="464" actId="20577"/>
          <ac:spMkLst>
            <pc:docMk/>
            <pc:sldMk cId="3212658581" sldId="297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25:41.378" v="473" actId="20577"/>
          <ac:spMkLst>
            <pc:docMk/>
            <pc:sldMk cId="3212658581" sldId="297"/>
            <ac:spMk id="5" creationId="{00000000-0000-0000-0000-000000000000}"/>
          </ac:spMkLst>
        </pc:spChg>
      </pc:sldChg>
      <pc:sldChg chg="addSp delSp modSp add del mod modClrScheme modAnim delDesignElem chgLayout">
        <pc:chgData name="Owais Ahmed" userId="6abc7d4556b3b071" providerId="LiveId" clId="{55A55A73-9608-884B-A56D-9C3D1087E494}" dt="2024-05-31T08:28:35.198" v="569" actId="2696"/>
        <pc:sldMkLst>
          <pc:docMk/>
          <pc:sldMk cId="1311433087" sldId="298"/>
        </pc:sldMkLst>
        <pc:spChg chg="mod ord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2" creationId="{00000000-0000-0000-0000-000000000000}"/>
          </ac:spMkLst>
        </pc:spChg>
        <pc:spChg chg="add mod ord">
          <ac:chgData name="Owais Ahmed" userId="6abc7d4556b3b071" providerId="LiveId" clId="{55A55A73-9608-884B-A56D-9C3D1087E494}" dt="2024-05-31T08:27:13.867" v="508" actId="20577"/>
          <ac:spMkLst>
            <pc:docMk/>
            <pc:sldMk cId="1311433087" sldId="298"/>
            <ac:spMk id="3" creationId="{1DC564AB-F72C-48DA-0B7F-C878EC6DD85A}"/>
          </ac:spMkLst>
        </pc:spChg>
        <pc:spChg chg="add mod ord">
          <ac:chgData name="Owais Ahmed" userId="6abc7d4556b3b071" providerId="LiveId" clId="{55A55A73-9608-884B-A56D-9C3D1087E494}" dt="2024-05-31T08:28:24.135" v="567" actId="20577"/>
          <ac:spMkLst>
            <pc:docMk/>
            <pc:sldMk cId="1311433087" sldId="298"/>
            <ac:spMk id="4" creationId="{11F6EA5C-6BD5-F1F2-DBC1-71D1F4F360C3}"/>
          </ac:spMkLst>
        </pc:spChg>
        <pc:spChg chg="mod ord">
          <ac:chgData name="Owais Ahmed" userId="6abc7d4556b3b071" providerId="LiveId" clId="{55A55A73-9608-884B-A56D-9C3D1087E494}" dt="2024-05-31T08:27:30.020" v="523" actId="255"/>
          <ac:spMkLst>
            <pc:docMk/>
            <pc:sldMk cId="1311433087" sldId="298"/>
            <ac:spMk id="5" creationId="{00000000-0000-0000-0000-000000000000}"/>
          </ac:spMkLst>
        </pc:spChg>
        <pc:spChg chg="add mod ord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6" creationId="{C4A172D8-FD6A-E387-C5A6-6C3ED4D5D04D}"/>
          </ac:spMkLst>
        </pc:spChg>
        <pc:spChg chg="add mod ord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7" creationId="{14485288-D213-EB45-D68C-17ED537118C0}"/>
          </ac:spMkLst>
        </pc:spChg>
        <pc:spChg chg="add del mod ord">
          <ac:chgData name="Owais Ahmed" userId="6abc7d4556b3b071" providerId="LiveId" clId="{55A55A73-9608-884B-A56D-9C3D1087E494}" dt="2024-05-31T08:28:17.652" v="558" actId="478"/>
          <ac:spMkLst>
            <pc:docMk/>
            <pc:sldMk cId="1311433087" sldId="298"/>
            <ac:spMk id="8" creationId="{03D0F1C5-5987-3915-FB3B-D8629780E102}"/>
          </ac:spMkLst>
        </pc:spChg>
        <pc:spChg chg="del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10" creationId="{324E43EB-867C-4B35-9A5C-E435157C7297}"/>
          </ac:spMkLst>
        </pc:spChg>
        <pc:spChg chg="del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12" creationId="{A7C0F5DA-B59F-4F13-8BB8-FFD8F2C572BC}"/>
          </ac:spMkLst>
        </pc:spChg>
        <pc:spChg chg="del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14" creationId="{9CEA1DEC-CC9E-4776-9E08-048A15BFA6CA}"/>
          </ac:spMkLst>
        </pc:spChg>
        <pc:spChg chg="del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16" creationId="{9CE399CF-F4B8-4832-A8CB-B93F6B1EF44B}"/>
          </ac:spMkLst>
        </pc:spChg>
        <pc:spChg chg="del">
          <ac:chgData name="Owais Ahmed" userId="6abc7d4556b3b071" providerId="LiveId" clId="{55A55A73-9608-884B-A56D-9C3D1087E494}" dt="2024-05-31T08:26:32.276" v="483" actId="700"/>
          <ac:spMkLst>
            <pc:docMk/>
            <pc:sldMk cId="1311433087" sldId="298"/>
            <ac:spMk id="18" creationId="{1F23E73A-FDC8-462C-83C1-3AA8961449CF}"/>
          </ac:spMkLst>
        </pc:spChg>
        <pc:picChg chg="add mod">
          <ac:chgData name="Owais Ahmed" userId="6abc7d4556b3b071" providerId="LiveId" clId="{55A55A73-9608-884B-A56D-9C3D1087E494}" dt="2024-05-31T08:27:59.046" v="551"/>
          <ac:picMkLst>
            <pc:docMk/>
            <pc:sldMk cId="1311433087" sldId="298"/>
            <ac:picMk id="9" creationId="{EFEF1A7D-C3B5-B6F8-2280-486ABEAEA7FE}"/>
          </ac:picMkLst>
        </pc:picChg>
        <pc:picChg chg="add mod">
          <ac:chgData name="Owais Ahmed" userId="6abc7d4556b3b071" providerId="LiveId" clId="{55A55A73-9608-884B-A56D-9C3D1087E494}" dt="2024-05-31T08:28:23.727" v="563" actId="1076"/>
          <ac:picMkLst>
            <pc:docMk/>
            <pc:sldMk cId="1311433087" sldId="298"/>
            <ac:picMk id="11" creationId="{CD873AE3-73D0-5085-821E-E95C27DE2631}"/>
          </ac:picMkLst>
        </pc:picChg>
      </pc:sldChg>
      <pc:sldChg chg="addSp delSp modSp add mod ord modAnim">
        <pc:chgData name="Owais Ahmed" userId="6abc7d4556b3b071" providerId="LiveId" clId="{55A55A73-9608-884B-A56D-9C3D1087E494}" dt="2024-05-31T08:34:31.416" v="664" actId="20578"/>
        <pc:sldMkLst>
          <pc:docMk/>
          <pc:sldMk cId="2206265397" sldId="298"/>
        </pc:sldMkLst>
        <pc:spChg chg="add del">
          <ac:chgData name="Owais Ahmed" userId="6abc7d4556b3b071" providerId="LiveId" clId="{55A55A73-9608-884B-A56D-9C3D1087E494}" dt="2024-05-31T08:29:06.051" v="574" actId="478"/>
          <ac:spMkLst>
            <pc:docMk/>
            <pc:sldMk cId="2206265397" sldId="298"/>
            <ac:spMk id="2" creationId="{00000000-0000-0000-0000-000000000000}"/>
          </ac:spMkLst>
        </pc:spChg>
        <pc:spChg chg="add del mod">
          <ac:chgData name="Owais Ahmed" userId="6abc7d4556b3b071" providerId="LiveId" clId="{55A55A73-9608-884B-A56D-9C3D1087E494}" dt="2024-05-31T08:29:15.508" v="577"/>
          <ac:spMkLst>
            <pc:docMk/>
            <pc:sldMk cId="2206265397" sldId="298"/>
            <ac:spMk id="3" creationId="{4F3419F9-3D69-9247-0997-D49A58C9BE6F}"/>
          </ac:spMkLst>
        </pc:spChg>
        <pc:spChg chg="mod">
          <ac:chgData name="Owais Ahmed" userId="6abc7d4556b3b071" providerId="LiveId" clId="{55A55A73-9608-884B-A56D-9C3D1087E494}" dt="2024-05-31T08:30:38.342" v="642" actId="20577"/>
          <ac:spMkLst>
            <pc:docMk/>
            <pc:sldMk cId="2206265397" sldId="298"/>
            <ac:spMk id="5" creationId="{00000000-0000-0000-0000-000000000000}"/>
          </ac:spMkLst>
        </pc:spChg>
        <pc:spChg chg="add del mod">
          <ac:chgData name="Owais Ahmed" userId="6abc7d4556b3b071" providerId="LiveId" clId="{55A55A73-9608-884B-A56D-9C3D1087E494}" dt="2024-05-31T08:29:06.051" v="574" actId="478"/>
          <ac:spMkLst>
            <pc:docMk/>
            <pc:sldMk cId="2206265397" sldId="298"/>
            <ac:spMk id="7" creationId="{AACA05BF-2A18-7EC9-DC06-3303B3702D09}"/>
          </ac:spMkLst>
        </pc:spChg>
        <pc:spChg chg="add del">
          <ac:chgData name="Owais Ahmed" userId="6abc7d4556b3b071" providerId="LiveId" clId="{55A55A73-9608-884B-A56D-9C3D1087E494}" dt="2024-05-31T08:32:07.006" v="651" actId="22"/>
          <ac:spMkLst>
            <pc:docMk/>
            <pc:sldMk cId="2206265397" sldId="298"/>
            <ac:spMk id="9" creationId="{7FB4F779-743F-79FB-7A77-197B29F0B0CF}"/>
          </ac:spMkLst>
        </pc:spChg>
        <pc:spChg chg="add del">
          <ac:chgData name="Owais Ahmed" userId="6abc7d4556b3b071" providerId="LiveId" clId="{55A55A73-9608-884B-A56D-9C3D1087E494}" dt="2024-05-31T08:32:12.152" v="653" actId="22"/>
          <ac:spMkLst>
            <pc:docMk/>
            <pc:sldMk cId="2206265397" sldId="298"/>
            <ac:spMk id="11" creationId="{FFF962C6-23A5-7382-68E8-3EADD11978F7}"/>
          </ac:spMkLst>
        </pc:spChg>
        <pc:picChg chg="mod">
          <ac:chgData name="Owais Ahmed" userId="6abc7d4556b3b071" providerId="LiveId" clId="{55A55A73-9608-884B-A56D-9C3D1087E494}" dt="2024-05-31T08:31:01.984" v="646" actId="1076"/>
          <ac:picMkLst>
            <pc:docMk/>
            <pc:sldMk cId="2206265397" sldId="298"/>
            <ac:picMk id="4" creationId="{C21071F7-3C07-423E-A827-5641A8A20B35}"/>
          </ac:picMkLst>
        </pc:picChg>
        <pc:picChg chg="mod">
          <ac:chgData name="Owais Ahmed" userId="6abc7d4556b3b071" providerId="LiveId" clId="{55A55A73-9608-884B-A56D-9C3D1087E494}" dt="2024-05-31T08:31:02.221" v="647" actId="1076"/>
          <ac:picMkLst>
            <pc:docMk/>
            <pc:sldMk cId="2206265397" sldId="298"/>
            <ac:picMk id="38" creationId="{21D97C24-72C2-4B14-9B08-42827FC41179}"/>
          </ac:picMkLst>
        </pc:picChg>
        <pc:picChg chg="add mod">
          <ac:chgData name="Owais Ahmed" userId="6abc7d4556b3b071" providerId="LiveId" clId="{55A55A73-9608-884B-A56D-9C3D1087E494}" dt="2024-05-31T08:32:39.145" v="656" actId="1076"/>
          <ac:picMkLst>
            <pc:docMk/>
            <pc:sldMk cId="2206265397" sldId="298"/>
            <ac:picMk id="1026" creationId="{E2B80A52-67E6-2CFC-24EB-D5B3E2603887}"/>
          </ac:picMkLst>
        </pc:picChg>
        <pc:picChg chg="mod">
          <ac:chgData name="Owais Ahmed" userId="6abc7d4556b3b071" providerId="LiveId" clId="{55A55A73-9608-884B-A56D-9C3D1087E494}" dt="2024-05-31T08:31:02.478" v="648" actId="1076"/>
          <ac:picMkLst>
            <pc:docMk/>
            <pc:sldMk cId="2206265397" sldId="298"/>
            <ac:picMk id="2054" creationId="{FA61F903-4939-48A4-8D0B-9F73F553EEFA}"/>
          </ac:picMkLst>
        </pc:picChg>
      </pc:sldChg>
      <pc:sldChg chg="addSp delSp modSp add del mod setBg modClrScheme delDesignElem chgLayout">
        <pc:chgData name="Owais Ahmed" userId="6abc7d4556b3b071" providerId="LiveId" clId="{55A55A73-9608-884B-A56D-9C3D1087E494}" dt="2024-05-31T08:36:37.573" v="686"/>
        <pc:sldMkLst>
          <pc:docMk/>
          <pc:sldMk cId="2100540554" sldId="299"/>
        </pc:sldMkLst>
        <pc:spChg chg="mod ord">
          <ac:chgData name="Owais Ahmed" userId="6abc7d4556b3b071" providerId="LiveId" clId="{55A55A73-9608-884B-A56D-9C3D1087E494}" dt="2024-05-31T08:36:36.229" v="685" actId="700"/>
          <ac:spMkLst>
            <pc:docMk/>
            <pc:sldMk cId="2100540554" sldId="299"/>
            <ac:spMk id="2" creationId="{00000000-0000-0000-0000-000000000000}"/>
          </ac:spMkLst>
        </pc:spChg>
        <pc:spChg chg="mod ord">
          <ac:chgData name="Owais Ahmed" userId="6abc7d4556b3b071" providerId="LiveId" clId="{55A55A73-9608-884B-A56D-9C3D1087E494}" dt="2024-05-31T08:36:36.229" v="685" actId="700"/>
          <ac:spMkLst>
            <pc:docMk/>
            <pc:sldMk cId="2100540554" sldId="299"/>
            <ac:spMk id="5" creationId="{00000000-0000-0000-0000-000000000000}"/>
          </ac:spMkLst>
        </pc:spChg>
        <pc:spChg chg="add del">
          <ac:chgData name="Owais Ahmed" userId="6abc7d4556b3b071" providerId="LiveId" clId="{55A55A73-9608-884B-A56D-9C3D1087E494}" dt="2024-05-31T08:36:37.573" v="686"/>
          <ac:spMkLst>
            <pc:docMk/>
            <pc:sldMk cId="2100540554" sldId="299"/>
            <ac:spMk id="10" creationId="{324E43EB-867C-4B35-9A5C-E435157C7297}"/>
          </ac:spMkLst>
        </pc:spChg>
        <pc:spChg chg="add del">
          <ac:chgData name="Owais Ahmed" userId="6abc7d4556b3b071" providerId="LiveId" clId="{55A55A73-9608-884B-A56D-9C3D1087E494}" dt="2024-05-31T08:36:37.573" v="686"/>
          <ac:spMkLst>
            <pc:docMk/>
            <pc:sldMk cId="2100540554" sldId="299"/>
            <ac:spMk id="12" creationId="{A7C0F5DA-B59F-4F13-8BB8-FFD8F2C572BC}"/>
          </ac:spMkLst>
        </pc:spChg>
        <pc:spChg chg="add del">
          <ac:chgData name="Owais Ahmed" userId="6abc7d4556b3b071" providerId="LiveId" clId="{55A55A73-9608-884B-A56D-9C3D1087E494}" dt="2024-05-31T08:36:37.573" v="686"/>
          <ac:spMkLst>
            <pc:docMk/>
            <pc:sldMk cId="2100540554" sldId="299"/>
            <ac:spMk id="14" creationId="{9CEA1DEC-CC9E-4776-9E08-048A15BFA6CA}"/>
          </ac:spMkLst>
        </pc:spChg>
        <pc:spChg chg="add del">
          <ac:chgData name="Owais Ahmed" userId="6abc7d4556b3b071" providerId="LiveId" clId="{55A55A73-9608-884B-A56D-9C3D1087E494}" dt="2024-05-31T08:36:37.573" v="686"/>
          <ac:spMkLst>
            <pc:docMk/>
            <pc:sldMk cId="2100540554" sldId="299"/>
            <ac:spMk id="16" creationId="{9CE399CF-F4B8-4832-A8CB-B93F6B1EF44B}"/>
          </ac:spMkLst>
        </pc:spChg>
        <pc:spChg chg="add del">
          <ac:chgData name="Owais Ahmed" userId="6abc7d4556b3b071" providerId="LiveId" clId="{55A55A73-9608-884B-A56D-9C3D1087E494}" dt="2024-05-31T08:36:37.573" v="686"/>
          <ac:spMkLst>
            <pc:docMk/>
            <pc:sldMk cId="2100540554" sldId="299"/>
            <ac:spMk id="18" creationId="{1F23E73A-FDC8-462C-83C1-3AA8961449CF}"/>
          </ac:spMkLst>
        </pc:spChg>
      </pc:sldChg>
      <pc:sldChg chg="modSp add mod ord modAnim">
        <pc:chgData name="Owais Ahmed" userId="6abc7d4556b3b071" providerId="LiveId" clId="{55A55A73-9608-884B-A56D-9C3D1087E494}" dt="2024-05-31T08:38:24.364" v="905" actId="14"/>
        <pc:sldMkLst>
          <pc:docMk/>
          <pc:sldMk cId="2614682401" sldId="299"/>
        </pc:sldMkLst>
        <pc:spChg chg="mod">
          <ac:chgData name="Owais Ahmed" userId="6abc7d4556b3b071" providerId="LiveId" clId="{55A55A73-9608-884B-A56D-9C3D1087E494}" dt="2024-05-31T08:37:00.809" v="710" actId="20577"/>
          <ac:spMkLst>
            <pc:docMk/>
            <pc:sldMk cId="2614682401" sldId="299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38:24.364" v="905" actId="14"/>
          <ac:spMkLst>
            <pc:docMk/>
            <pc:sldMk cId="2614682401" sldId="299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39:29.426" v="922" actId="27636"/>
        <pc:sldMkLst>
          <pc:docMk/>
          <pc:sldMk cId="1288956459" sldId="300"/>
        </pc:sldMkLst>
        <pc:spChg chg="mod">
          <ac:chgData name="Owais Ahmed" userId="6abc7d4556b3b071" providerId="LiveId" clId="{55A55A73-9608-884B-A56D-9C3D1087E494}" dt="2024-05-31T08:38:46.754" v="916" actId="20577"/>
          <ac:spMkLst>
            <pc:docMk/>
            <pc:sldMk cId="1288956459" sldId="300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39:29.426" v="922" actId="27636"/>
          <ac:spMkLst>
            <pc:docMk/>
            <pc:sldMk cId="1288956459" sldId="300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41:14.546" v="961" actId="20577"/>
        <pc:sldMkLst>
          <pc:docMk/>
          <pc:sldMk cId="1197635152" sldId="301"/>
        </pc:sldMkLst>
        <pc:spChg chg="mod">
          <ac:chgData name="Owais Ahmed" userId="6abc7d4556b3b071" providerId="LiveId" clId="{55A55A73-9608-884B-A56D-9C3D1087E494}" dt="2024-05-31T08:39:52.742" v="938" actId="20577"/>
          <ac:spMkLst>
            <pc:docMk/>
            <pc:sldMk cId="1197635152" sldId="301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41:14.546" v="961" actId="20577"/>
          <ac:spMkLst>
            <pc:docMk/>
            <pc:sldMk cId="1197635152" sldId="301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12:05:46.953" v="1552" actId="20577"/>
        <pc:sldMkLst>
          <pc:docMk/>
          <pc:sldMk cId="2796518523" sldId="302"/>
        </pc:sldMkLst>
        <pc:spChg chg="mod">
          <ac:chgData name="Owais Ahmed" userId="6abc7d4556b3b071" providerId="LiveId" clId="{55A55A73-9608-884B-A56D-9C3D1087E494}" dt="2024-05-31T08:42:09.553" v="974" actId="20577"/>
          <ac:spMkLst>
            <pc:docMk/>
            <pc:sldMk cId="2796518523" sldId="302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12:05:46.953" v="1552" actId="20577"/>
          <ac:spMkLst>
            <pc:docMk/>
            <pc:sldMk cId="2796518523" sldId="302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44:59.810" v="1037" actId="20577"/>
        <pc:sldMkLst>
          <pc:docMk/>
          <pc:sldMk cId="2910029129" sldId="303"/>
        </pc:sldMkLst>
        <pc:spChg chg="mod">
          <ac:chgData name="Owais Ahmed" userId="6abc7d4556b3b071" providerId="LiveId" clId="{55A55A73-9608-884B-A56D-9C3D1087E494}" dt="2024-05-31T08:43:17.165" v="1000" actId="20577"/>
          <ac:spMkLst>
            <pc:docMk/>
            <pc:sldMk cId="2910029129" sldId="303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44:59.810" v="1037" actId="20577"/>
          <ac:spMkLst>
            <pc:docMk/>
            <pc:sldMk cId="2910029129" sldId="303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46:30.790" v="1115" actId="20577"/>
        <pc:sldMkLst>
          <pc:docMk/>
          <pc:sldMk cId="1922812733" sldId="304"/>
        </pc:sldMkLst>
        <pc:spChg chg="mod">
          <ac:chgData name="Owais Ahmed" userId="6abc7d4556b3b071" providerId="LiveId" clId="{55A55A73-9608-884B-A56D-9C3D1087E494}" dt="2024-05-31T08:45:25.925" v="1051" actId="20577"/>
          <ac:spMkLst>
            <pc:docMk/>
            <pc:sldMk cId="1922812733" sldId="304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46:30.790" v="1115" actId="20577"/>
          <ac:spMkLst>
            <pc:docMk/>
            <pc:sldMk cId="1922812733" sldId="304"/>
            <ac:spMk id="5" creationId="{00000000-0000-0000-0000-000000000000}"/>
          </ac:spMkLst>
        </pc:spChg>
      </pc:sldChg>
      <pc:sldChg chg="modSp add mod modAnim">
        <pc:chgData name="Owais Ahmed" userId="6abc7d4556b3b071" providerId="LiveId" clId="{55A55A73-9608-884B-A56D-9C3D1087E494}" dt="2024-05-31T08:47:51.664" v="1164" actId="20577"/>
        <pc:sldMkLst>
          <pc:docMk/>
          <pc:sldMk cId="3725751177" sldId="305"/>
        </pc:sldMkLst>
        <pc:spChg chg="mod">
          <ac:chgData name="Owais Ahmed" userId="6abc7d4556b3b071" providerId="LiveId" clId="{55A55A73-9608-884B-A56D-9C3D1087E494}" dt="2024-05-31T08:46:49.780" v="1126" actId="20577"/>
          <ac:spMkLst>
            <pc:docMk/>
            <pc:sldMk cId="3725751177" sldId="305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47:51.664" v="1164" actId="20577"/>
          <ac:spMkLst>
            <pc:docMk/>
            <pc:sldMk cId="3725751177" sldId="305"/>
            <ac:spMk id="5" creationId="{00000000-0000-0000-0000-000000000000}"/>
          </ac:spMkLst>
        </pc:spChg>
      </pc:sldChg>
      <pc:sldChg chg="modSp add mod">
        <pc:chgData name="Owais Ahmed" userId="6abc7d4556b3b071" providerId="LiveId" clId="{55A55A73-9608-884B-A56D-9C3D1087E494}" dt="2024-05-31T08:49:17.099" v="1178" actId="14100"/>
        <pc:sldMkLst>
          <pc:docMk/>
          <pc:sldMk cId="3440239431" sldId="306"/>
        </pc:sldMkLst>
        <pc:spChg chg="mod">
          <ac:chgData name="Owais Ahmed" userId="6abc7d4556b3b071" providerId="LiveId" clId="{55A55A73-9608-884B-A56D-9C3D1087E494}" dt="2024-05-31T08:49:17.099" v="1178" actId="14100"/>
          <ac:spMkLst>
            <pc:docMk/>
            <pc:sldMk cId="3440239431" sldId="306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8:49:09.353" v="1177" actId="20577"/>
          <ac:spMkLst>
            <pc:docMk/>
            <pc:sldMk cId="3440239431" sldId="306"/>
            <ac:spMk id="5" creationId="{00000000-0000-0000-0000-000000000000}"/>
          </ac:spMkLst>
        </pc:spChg>
      </pc:sldChg>
      <pc:sldChg chg="addSp delSp modSp add mod setBg delDesignElem">
        <pc:chgData name="Owais Ahmed" userId="6abc7d4556b3b071" providerId="LiveId" clId="{55A55A73-9608-884B-A56D-9C3D1087E494}" dt="2024-05-31T08:52:37.459" v="1337" actId="20577"/>
        <pc:sldMkLst>
          <pc:docMk/>
          <pc:sldMk cId="910877593" sldId="307"/>
        </pc:sldMkLst>
        <pc:spChg chg="del">
          <ac:chgData name="Owais Ahmed" userId="6abc7d4556b3b071" providerId="LiveId" clId="{55A55A73-9608-884B-A56D-9C3D1087E494}" dt="2024-05-31T08:49:39.653" v="1181" actId="478"/>
          <ac:spMkLst>
            <pc:docMk/>
            <pc:sldMk cId="910877593" sldId="307"/>
            <ac:spMk id="2" creationId="{00000000-0000-0000-0000-000000000000}"/>
          </ac:spMkLst>
        </pc:spChg>
        <pc:spChg chg="add mod">
          <ac:chgData name="Owais Ahmed" userId="6abc7d4556b3b071" providerId="LiveId" clId="{55A55A73-9608-884B-A56D-9C3D1087E494}" dt="2024-05-31T08:49:55.608" v="1205" actId="20577"/>
          <ac:spMkLst>
            <pc:docMk/>
            <pc:sldMk cId="910877593" sldId="307"/>
            <ac:spMk id="4" creationId="{1D94A1C0-6EBB-D44F-3E89-DD1809A1A62E}"/>
          </ac:spMkLst>
        </pc:spChg>
        <pc:spChg chg="del">
          <ac:chgData name="Owais Ahmed" userId="6abc7d4556b3b071" providerId="LiveId" clId="{55A55A73-9608-884B-A56D-9C3D1087E494}" dt="2024-05-31T08:49:32.386" v="1180"/>
          <ac:spMkLst>
            <pc:docMk/>
            <pc:sldMk cId="910877593" sldId="307"/>
            <ac:spMk id="12" creationId="{A6B16355-27FB-445B-B646-02AB73637459}"/>
          </ac:spMkLst>
        </pc:spChg>
        <pc:spChg chg="del">
          <ac:chgData name="Owais Ahmed" userId="6abc7d4556b3b071" providerId="LiveId" clId="{55A55A73-9608-884B-A56D-9C3D1087E494}" dt="2024-05-31T08:49:32.386" v="1180"/>
          <ac:spMkLst>
            <pc:docMk/>
            <pc:sldMk cId="910877593" sldId="307"/>
            <ac:spMk id="16" creationId="{6B3BF2E5-C3AB-441F-A430-491119C56D26}"/>
          </ac:spMkLst>
        </pc:spChg>
        <pc:spChg chg="del">
          <ac:chgData name="Owais Ahmed" userId="6abc7d4556b3b071" providerId="LiveId" clId="{55A55A73-9608-884B-A56D-9C3D1087E494}" dt="2024-05-31T08:49:32.386" v="1180"/>
          <ac:spMkLst>
            <pc:docMk/>
            <pc:sldMk cId="910877593" sldId="307"/>
            <ac:spMk id="18" creationId="{DD07C90B-B81A-473B-8919-CA924E61FFCF}"/>
          </ac:spMkLst>
        </pc:spChg>
        <pc:graphicFrameChg chg="mod">
          <ac:chgData name="Owais Ahmed" userId="6abc7d4556b3b071" providerId="LiveId" clId="{55A55A73-9608-884B-A56D-9C3D1087E494}" dt="2024-05-31T08:52:37.459" v="1337" actId="20577"/>
          <ac:graphicFrameMkLst>
            <pc:docMk/>
            <pc:sldMk cId="910877593" sldId="307"/>
            <ac:graphicFrameMk id="7" creationId="{08CA6228-5E11-4687-B2B9-29857019D161}"/>
          </ac:graphicFrameMkLst>
        </pc:graphicFrameChg>
        <pc:cxnChg chg="del">
          <ac:chgData name="Owais Ahmed" userId="6abc7d4556b3b071" providerId="LiveId" clId="{55A55A73-9608-884B-A56D-9C3D1087E494}" dt="2024-05-31T08:49:32.386" v="1180"/>
          <ac:cxnSpMkLst>
            <pc:docMk/>
            <pc:sldMk cId="910877593" sldId="307"/>
            <ac:cxnSpMk id="14" creationId="{06DA680F-F6AC-453E-A8BF-C5BDED2851DE}"/>
          </ac:cxnSpMkLst>
        </pc:cxnChg>
      </pc:sldChg>
      <pc:sldChg chg="modSp add mod">
        <pc:chgData name="Owais Ahmed" userId="6abc7d4556b3b071" providerId="LiveId" clId="{55A55A73-9608-884B-A56D-9C3D1087E494}" dt="2024-05-31T08:53:19.114" v="1340" actId="14100"/>
        <pc:sldMkLst>
          <pc:docMk/>
          <pc:sldMk cId="1502431408" sldId="308"/>
        </pc:sldMkLst>
        <pc:spChg chg="mod">
          <ac:chgData name="Owais Ahmed" userId="6abc7d4556b3b071" providerId="LiveId" clId="{55A55A73-9608-884B-A56D-9C3D1087E494}" dt="2024-05-31T08:53:19.114" v="1340" actId="14100"/>
          <ac:spMkLst>
            <pc:docMk/>
            <pc:sldMk cId="1502431408" sldId="308"/>
            <ac:spMk id="5" creationId="{00000000-0000-0000-0000-000000000000}"/>
          </ac:spMkLst>
        </pc:spChg>
      </pc:sldChg>
      <pc:sldChg chg="modSp add mod ord modAnim">
        <pc:chgData name="Owais Ahmed" userId="6abc7d4556b3b071" providerId="LiveId" clId="{55A55A73-9608-884B-A56D-9C3D1087E494}" dt="2024-05-31T09:09:20.731" v="1551" actId="20577"/>
        <pc:sldMkLst>
          <pc:docMk/>
          <pc:sldMk cId="1015291835" sldId="309"/>
        </pc:sldMkLst>
        <pc:spChg chg="mod">
          <ac:chgData name="Owais Ahmed" userId="6abc7d4556b3b071" providerId="LiveId" clId="{55A55A73-9608-884B-A56D-9C3D1087E494}" dt="2024-05-31T09:06:24.104" v="1373" actId="5793"/>
          <ac:spMkLst>
            <pc:docMk/>
            <pc:sldMk cId="1015291835" sldId="309"/>
            <ac:spMk id="2" creationId="{00000000-0000-0000-0000-000000000000}"/>
          </ac:spMkLst>
        </pc:spChg>
        <pc:spChg chg="mod">
          <ac:chgData name="Owais Ahmed" userId="6abc7d4556b3b071" providerId="LiveId" clId="{55A55A73-9608-884B-A56D-9C3D1087E494}" dt="2024-05-31T09:09:20.731" v="1551" actId="20577"/>
          <ac:spMkLst>
            <pc:docMk/>
            <pc:sldMk cId="1015291835" sldId="30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F9DC1-3820-004C-B6CA-1B23B3BCF61F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409B8-ADAB-0A47-BEFE-6F05ABEC3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3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2.material.io/design/communication/imagery.html#informational-imagery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71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2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81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5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3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12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26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30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5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More on: </a:t>
            </a:r>
            <a:r>
              <a:rPr lang="en-US" dirty="0">
                <a:hlinkClick r:id="rId3"/>
              </a:rPr>
              <a:t>Imagery - Material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414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443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3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3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35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093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45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8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5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600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429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3332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948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750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0210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9F9C37B-1D36-470B-8223-D6C91242EC14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15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7C6F52A-A82B-47A2-A83A-8C4C91F2D59F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480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636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36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0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3574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4300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776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859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40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86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237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8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4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7/12/24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7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4929" y="1241266"/>
            <a:ext cx="4798142" cy="31537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UI and UX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4929" y="4591665"/>
            <a:ext cx="4798142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Principles of Material User Interface Design and User Experience based designs in practice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Graphic 18" descr="Head with Gears">
            <a:extLst>
              <a:ext uri="{FF2B5EF4-FFF2-40B4-BE49-F238E27FC236}">
                <a16:creationId xmlns:a16="http://schemas.microsoft.com/office/drawing/2014/main" id="{C04FC91A-273B-AB7E-2CFC-95A74C75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</p:spPr>
      </p:pic>
    </p:spTree>
    <p:extLst>
      <p:ext uri="{BB962C8B-B14F-4D97-AF65-F5344CB8AC3E}">
        <p14:creationId xmlns:p14="http://schemas.microsoft.com/office/powerpoint/2010/main" val="1035841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Outlines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Principles of Material UI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Material UI Guidelines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err="1"/>
              <a:t>Colour</a:t>
            </a:r>
            <a:r>
              <a:rPr lang="en-US" sz="3200" dirty="0"/>
              <a:t> Theory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UX-based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UX-based Design Examples</a:t>
            </a:r>
          </a:p>
        </p:txBody>
      </p:sp>
    </p:spTree>
    <p:extLst>
      <p:ext uri="{BB962C8B-B14F-4D97-AF65-F5344CB8AC3E}">
        <p14:creationId xmlns:p14="http://schemas.microsoft.com/office/powerpoint/2010/main" val="19295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Principles of Material UI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845492" cy="502061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Material</a:t>
            </a:r>
            <a:r>
              <a:rPr lang="en-US" sz="3600" dirty="0"/>
              <a:t>: design should be inspired by the physical world. Like, using realistic motion and tactile surfaces.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Meaningfulness</a:t>
            </a:r>
            <a:r>
              <a:rPr lang="en-US" sz="3600" dirty="0"/>
              <a:t>: each visual element should be associated with the context to facilitate user in a glance.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Motion</a:t>
            </a:r>
            <a:r>
              <a:rPr lang="en-US" sz="3600" dirty="0"/>
              <a:t>: motion should be an essential part of design. Transitions between states should be smooth and aligned with spatial aspects.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User action focused</a:t>
            </a:r>
            <a:r>
              <a:rPr lang="en-US" sz="3600" dirty="0"/>
              <a:t>: design should follow user’s actions. For example, most frequently used actions should be readily available.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Consistency/Responsiveness</a:t>
            </a:r>
            <a:r>
              <a:rPr lang="en-US" sz="3600" dirty="0"/>
              <a:t>: user should get a consistent experience across different devices and screen sizes.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Accessibility</a:t>
            </a:r>
            <a:r>
              <a:rPr lang="en-US" sz="3600" dirty="0"/>
              <a:t>: design should emphasize accessibility, ensuring that users with diverse abilities can also use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Colours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4899210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Implement a Colour theme.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Primary, Secondary and Background </a:t>
            </a:r>
            <a:r>
              <a:rPr lang="en-US" sz="3600" dirty="0" err="1"/>
              <a:t>colours</a:t>
            </a:r>
            <a:r>
              <a:rPr lang="en-US" sz="3600" dirty="0"/>
              <a:t> before choosing variants.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F69D9-AA36-4B87-870F-8129655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594" y="1511409"/>
            <a:ext cx="70085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2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Shapes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956228" cy="486662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one shape. Solid, Rounded or Cut.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 consistent with your design decision.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using Dark and Light theme combination, see the design on both.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A47C2-09E5-F7EC-923E-15E43382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612" y="1671924"/>
            <a:ext cx="6904762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Icons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0566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should first be meaningful, then aesthetic.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can be outlined, filled and two-toned. Depending on use case.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an icon is disabled, reduce its transparency or blur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30327-6B0C-CD12-01B5-BA2A4753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62" y="3589284"/>
            <a:ext cx="9838095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Buttons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87645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Buttons are very frequently used controls. A button should have: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Short, self-explanatory text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Container with centered contents and equal padding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Optional icon for accessibility</a:t>
            </a:r>
            <a:endParaRPr lang="en-US" sz="3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Ideally, a Button should have different colour/tone for each state: Out of focus, on hover, pressed, disabled, toggled.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E93CD5-DE2A-066E-65E9-7D72B5F94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13" y="4409043"/>
            <a:ext cx="6476174" cy="206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9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- Typography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04370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Prefer defining text scale with categories (e.g., H1, H3) numbers. If using an uncommon font, put it in assets to load on app launch.</a:t>
            </a:r>
            <a:endParaRPr lang="en-US" sz="3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D8C34-198A-6A53-C0FD-50FF8E39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22" y="2576289"/>
            <a:ext cx="7858505" cy="38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4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Cross-compatibility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5368545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Cross-platform compatibility. Assess the two screens given.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 left is Android OS and on right is iOS.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designer ensured that the user gets the same experience on either of the platforms.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0FDD4-9CEC-B405-7AE3-1DD0E5A3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929" y="1309144"/>
            <a:ext cx="6603071" cy="52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Lists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761315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Lists should be orderly and actionable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Supporting visual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Primary text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Action control</a:t>
            </a:r>
            <a:endParaRPr lang="en-US" sz="3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ECEEC4-81B4-8D3C-AB08-44EE7B480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737050"/>
            <a:ext cx="59817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0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Data tables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3043901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Header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Pagination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 checkbox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Sort options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Table Container</a:t>
            </a:r>
            <a:endParaRPr lang="en-US" sz="3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26B4C-540B-6CA0-1FD0-16AAE736A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86" y="1675428"/>
            <a:ext cx="8926126" cy="43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4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picture is worth thousand words.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Informative: convey the message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Delightful: look pleasing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Intentional: connect with the story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C6E7105-EE6C-383C-09AB-4259B0521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47" y="1374160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83F6903-0A45-6529-DFAB-8814EBCA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701" y="1877339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499AD5A-CA44-6C3D-A35F-BF1F4281A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780" y="2356597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3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7"/>
            <a:ext cx="11743015" cy="10856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Each image should have a focal point, which should not get lost on changing aspect ratio.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7B7B0-8423-D5CD-7F2F-68B0D637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14" y="2618273"/>
            <a:ext cx="8628571" cy="3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5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11743015" cy="147456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Keep different sizes for different resolutions and use responsive controls to load the right one. </a:t>
            </a:r>
            <a:endParaRPr lang="en-US" sz="3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BF3BE-B02E-5344-EE3E-FDD215CC5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70" y="3084940"/>
            <a:ext cx="10323809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Target Display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3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Consider your </a:t>
            </a:r>
            <a:r>
              <a:rPr lang="en-US" sz="3400" u="sng" dirty="0"/>
              <a:t>primary</a:t>
            </a:r>
            <a:r>
              <a:rPr lang="en-US" sz="3400" dirty="0"/>
              <a:t> user. Is it going to be on phone, tablet, desktop computer, TV, or a Watch?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From layout, to sizing, to colour selection, all decisions should be focused on primary user.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Featured devices do not have high accuracy. Purple may blend into Violet. Sea green and Teal </a:t>
            </a:r>
            <a:r>
              <a:rPr lang="en-US" sz="3400" dirty="0" err="1"/>
              <a:t>colours</a:t>
            </a:r>
            <a:r>
              <a:rPr lang="en-US" sz="3400" dirty="0"/>
              <a:t> are lookalikes.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Test for sRGB or Adobe RGB coverage.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72E8E2-AA0B-5202-9808-E1197C6A3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r="26760"/>
          <a:stretch/>
        </p:blipFill>
        <p:spPr bwMode="auto">
          <a:xfrm>
            <a:off x="6562525" y="1477035"/>
            <a:ext cx="5324675" cy="494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254</TotalTime>
  <Words>719</Words>
  <Application>Microsoft Macintosh PowerPoint</Application>
  <PresentationFormat>Widescreen</PresentationFormat>
  <Paragraphs>101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Century Gothic</vt:lpstr>
      <vt:lpstr>Wingdings</vt:lpstr>
      <vt:lpstr>Wingdings 3</vt:lpstr>
      <vt:lpstr>Ion Boardroom</vt:lpstr>
      <vt:lpstr>Office 2013 - 2022 Theme</vt:lpstr>
      <vt:lpstr>UI and UX Design</vt:lpstr>
      <vt:lpstr>Outlines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in Practice</dc:title>
  <dc:creator>Owais Ahmed</dc:creator>
  <cp:lastModifiedBy>Owais Ahmed</cp:lastModifiedBy>
  <cp:revision>26</cp:revision>
  <dcterms:created xsi:type="dcterms:W3CDTF">2019-07-27T10:39:52Z</dcterms:created>
  <dcterms:modified xsi:type="dcterms:W3CDTF">2024-07-12T12:54:01Z</dcterms:modified>
</cp:coreProperties>
</file>