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0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75" r:id="rId8"/>
    <p:sldId id="276" r:id="rId9"/>
    <p:sldId id="263" r:id="rId10"/>
    <p:sldId id="264" r:id="rId11"/>
    <p:sldId id="265" r:id="rId12"/>
    <p:sldId id="266" r:id="rId13"/>
    <p:sldId id="267" r:id="rId14"/>
    <p:sldId id="277" r:id="rId15"/>
    <p:sldId id="268" r:id="rId16"/>
    <p:sldId id="269" r:id="rId17"/>
    <p:sldId id="278" r:id="rId18"/>
    <p:sldId id="270" r:id="rId19"/>
    <p:sldId id="273" r:id="rId20"/>
    <p:sldId id="272" r:id="rId21"/>
    <p:sldId id="274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38" autoAdjust="0"/>
    <p:restoredTop sz="94343" autoAdjust="0"/>
  </p:normalViewPr>
  <p:slideViewPr>
    <p:cSldViewPr snapToGrid="0">
      <p:cViewPr varScale="1">
        <p:scale>
          <a:sx n="69" d="100"/>
          <a:sy n="69" d="100"/>
        </p:scale>
        <p:origin x="294" y="66"/>
      </p:cViewPr>
      <p:guideLst/>
    </p:cSldViewPr>
  </p:slideViewPr>
  <p:outlineViewPr>
    <p:cViewPr>
      <p:scale>
        <a:sx n="33" d="100"/>
        <a:sy n="33" d="100"/>
      </p:scale>
      <p:origin x="0" y="-1246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7C9B06-E473-438C-945D-F20763DB7BBA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DB4C22-01B4-4689-9B71-291592E0A9B1}">
      <dgm:prSet phldrT="[Text]"/>
      <dgm:spPr/>
      <dgm:t>
        <a:bodyPr/>
        <a:lstStyle/>
        <a:p>
          <a:r>
            <a:rPr lang="en-US" dirty="0" smtClean="0"/>
            <a:t>Local Machine</a:t>
          </a:r>
          <a:endParaRPr lang="en-US" dirty="0"/>
        </a:p>
      </dgm:t>
    </dgm:pt>
    <dgm:pt modelId="{792456F7-4E97-4FC4-8A8A-042AB3AD48A1}" type="parTrans" cxnId="{E2D41436-AC8D-4ED7-BAE4-5F55107BFA39}">
      <dgm:prSet/>
      <dgm:spPr/>
      <dgm:t>
        <a:bodyPr/>
        <a:lstStyle/>
        <a:p>
          <a:endParaRPr lang="en-US"/>
        </a:p>
      </dgm:t>
    </dgm:pt>
    <dgm:pt modelId="{C13E0A84-64B3-4C68-AD46-726DFD7C685A}" type="sibTrans" cxnId="{E2D41436-AC8D-4ED7-BAE4-5F55107BFA39}">
      <dgm:prSet/>
      <dgm:spPr/>
      <dgm:t>
        <a:bodyPr/>
        <a:lstStyle/>
        <a:p>
          <a:endParaRPr lang="en-US"/>
        </a:p>
      </dgm:t>
    </dgm:pt>
    <dgm:pt modelId="{F6590802-157D-42A0-9BC9-F78104096F1F}">
      <dgm:prSet phldrT="[Text]"/>
      <dgm:spPr/>
      <dgm:t>
        <a:bodyPr/>
        <a:lstStyle/>
        <a:p>
          <a:r>
            <a:rPr lang="en-US" dirty="0" smtClean="0"/>
            <a:t>Code</a:t>
          </a:r>
          <a:endParaRPr lang="en-US" dirty="0"/>
        </a:p>
      </dgm:t>
    </dgm:pt>
    <dgm:pt modelId="{28ADFA7C-60A7-47B5-A1DC-1A64C5A69887}" type="parTrans" cxnId="{05715E1B-87EB-4A14-B557-32B187FA8A2F}">
      <dgm:prSet/>
      <dgm:spPr/>
      <dgm:t>
        <a:bodyPr/>
        <a:lstStyle/>
        <a:p>
          <a:endParaRPr lang="en-US"/>
        </a:p>
      </dgm:t>
    </dgm:pt>
    <dgm:pt modelId="{119222FA-0632-45EE-9774-B975ECE13361}" type="sibTrans" cxnId="{05715E1B-87EB-4A14-B557-32B187FA8A2F}">
      <dgm:prSet/>
      <dgm:spPr/>
      <dgm:t>
        <a:bodyPr/>
        <a:lstStyle/>
        <a:p>
          <a:endParaRPr lang="en-US"/>
        </a:p>
      </dgm:t>
    </dgm:pt>
    <dgm:pt modelId="{1987B995-8016-43A2-A0E8-914F971A701B}">
      <dgm:prSet phldrT="[Text]"/>
      <dgm:spPr/>
      <dgm:t>
        <a:bodyPr/>
        <a:lstStyle/>
        <a:p>
          <a:r>
            <a:rPr lang="en-US" dirty="0" smtClean="0"/>
            <a:t>Dev. Branch</a:t>
          </a:r>
          <a:endParaRPr lang="en-US" dirty="0"/>
        </a:p>
      </dgm:t>
    </dgm:pt>
    <dgm:pt modelId="{1655455D-4B69-4CC8-9544-6AED92336803}" type="parTrans" cxnId="{DB4893AF-4B7D-46D7-94A6-0FB7F03B5370}">
      <dgm:prSet/>
      <dgm:spPr/>
      <dgm:t>
        <a:bodyPr/>
        <a:lstStyle/>
        <a:p>
          <a:endParaRPr lang="en-US"/>
        </a:p>
      </dgm:t>
    </dgm:pt>
    <dgm:pt modelId="{5147C48D-97D8-4113-AA81-5F51B2D861EA}" type="sibTrans" cxnId="{DB4893AF-4B7D-46D7-94A6-0FB7F03B5370}">
      <dgm:prSet/>
      <dgm:spPr/>
      <dgm:t>
        <a:bodyPr/>
        <a:lstStyle/>
        <a:p>
          <a:endParaRPr lang="en-US"/>
        </a:p>
      </dgm:t>
    </dgm:pt>
    <dgm:pt modelId="{DD43335D-7129-44C4-B789-27A5F588DDE2}">
      <dgm:prSet phldrT="[Text]"/>
      <dgm:spPr/>
      <dgm:t>
        <a:bodyPr/>
        <a:lstStyle/>
        <a:p>
          <a:r>
            <a:rPr lang="en-US" dirty="0" smtClean="0"/>
            <a:t>Test suites</a:t>
          </a:r>
          <a:endParaRPr lang="en-US" dirty="0"/>
        </a:p>
      </dgm:t>
    </dgm:pt>
    <dgm:pt modelId="{1FBE9F80-9391-433A-A806-145F5808F6D6}" type="parTrans" cxnId="{346DC48A-6822-4394-BEE1-1C3F31D3A078}">
      <dgm:prSet/>
      <dgm:spPr/>
      <dgm:t>
        <a:bodyPr/>
        <a:lstStyle/>
        <a:p>
          <a:endParaRPr lang="en-US"/>
        </a:p>
      </dgm:t>
    </dgm:pt>
    <dgm:pt modelId="{F4D5C435-A284-4667-9E03-AB77E84A12C6}" type="sibTrans" cxnId="{346DC48A-6822-4394-BEE1-1C3F31D3A078}">
      <dgm:prSet/>
      <dgm:spPr/>
      <dgm:t>
        <a:bodyPr/>
        <a:lstStyle/>
        <a:p>
          <a:endParaRPr lang="en-US"/>
        </a:p>
      </dgm:t>
    </dgm:pt>
    <dgm:pt modelId="{6BFF2DEF-804A-4DE9-84DF-06435D987F7A}">
      <dgm:prSet phldrT="[Text]"/>
      <dgm:spPr/>
      <dgm:t>
        <a:bodyPr/>
        <a:lstStyle/>
        <a:p>
          <a:r>
            <a:rPr lang="en-US" dirty="0" smtClean="0"/>
            <a:t>Master Level</a:t>
          </a:r>
          <a:endParaRPr lang="en-US" dirty="0"/>
        </a:p>
      </dgm:t>
    </dgm:pt>
    <dgm:pt modelId="{5E6A1D84-4E5F-4ABD-9D9C-E3074CB0B3E7}" type="parTrans" cxnId="{3D9720D2-F2D4-4988-A4D9-0E867B7A35A1}">
      <dgm:prSet/>
      <dgm:spPr/>
      <dgm:t>
        <a:bodyPr/>
        <a:lstStyle/>
        <a:p>
          <a:endParaRPr lang="en-US"/>
        </a:p>
      </dgm:t>
    </dgm:pt>
    <dgm:pt modelId="{EB98C3AE-C8E7-4649-9EDE-407A4BA3073E}" type="sibTrans" cxnId="{3D9720D2-F2D4-4988-A4D9-0E867B7A35A1}">
      <dgm:prSet/>
      <dgm:spPr/>
      <dgm:t>
        <a:bodyPr/>
        <a:lstStyle/>
        <a:p>
          <a:endParaRPr lang="en-US"/>
        </a:p>
      </dgm:t>
    </dgm:pt>
    <dgm:pt modelId="{A6F07D68-04BF-4A21-BCAB-B86120071A22}">
      <dgm:prSet phldrT="[Text]"/>
      <dgm:spPr/>
      <dgm:t>
        <a:bodyPr/>
        <a:lstStyle/>
        <a:p>
          <a:r>
            <a:rPr lang="en-US" dirty="0" smtClean="0"/>
            <a:t>Integration test</a:t>
          </a:r>
          <a:endParaRPr lang="en-US" dirty="0"/>
        </a:p>
      </dgm:t>
    </dgm:pt>
    <dgm:pt modelId="{90059E36-B1F4-4C5E-94B4-2558B9B3962A}" type="parTrans" cxnId="{41D4F0C4-C4B5-4416-8974-5AF61527FC37}">
      <dgm:prSet/>
      <dgm:spPr/>
      <dgm:t>
        <a:bodyPr/>
        <a:lstStyle/>
        <a:p>
          <a:endParaRPr lang="en-US"/>
        </a:p>
      </dgm:t>
    </dgm:pt>
    <dgm:pt modelId="{86326F5B-8D52-49B3-BC5D-1EA538175D29}" type="sibTrans" cxnId="{41D4F0C4-C4B5-4416-8974-5AF61527FC37}">
      <dgm:prSet/>
      <dgm:spPr/>
      <dgm:t>
        <a:bodyPr/>
        <a:lstStyle/>
        <a:p>
          <a:endParaRPr lang="en-US"/>
        </a:p>
      </dgm:t>
    </dgm:pt>
    <dgm:pt modelId="{88A9057D-98C4-43C8-8DED-B4A1F7C4285E}">
      <dgm:prSet phldrT="[Text]"/>
      <dgm:spPr/>
      <dgm:t>
        <a:bodyPr/>
        <a:lstStyle/>
        <a:p>
          <a:r>
            <a:rPr lang="en-US" dirty="0" smtClean="0"/>
            <a:t>Unit testing</a:t>
          </a:r>
          <a:endParaRPr lang="en-US" dirty="0"/>
        </a:p>
      </dgm:t>
    </dgm:pt>
    <dgm:pt modelId="{4B47A495-813A-42DA-92FC-95BD613ABF27}" type="parTrans" cxnId="{D53E51E3-2D74-4128-A4B8-82F538CD8CE4}">
      <dgm:prSet/>
      <dgm:spPr/>
      <dgm:t>
        <a:bodyPr/>
        <a:lstStyle/>
        <a:p>
          <a:endParaRPr lang="en-US"/>
        </a:p>
      </dgm:t>
    </dgm:pt>
    <dgm:pt modelId="{A6A3C85A-3717-4609-BCC3-CD97AAC03B07}" type="sibTrans" cxnId="{D53E51E3-2D74-4128-A4B8-82F538CD8CE4}">
      <dgm:prSet/>
      <dgm:spPr/>
      <dgm:t>
        <a:bodyPr/>
        <a:lstStyle/>
        <a:p>
          <a:endParaRPr lang="en-US"/>
        </a:p>
      </dgm:t>
    </dgm:pt>
    <dgm:pt modelId="{39C7C997-FF27-4A67-AB69-CC5B075F2DC5}">
      <dgm:prSet phldrT="[Text]"/>
      <dgm:spPr/>
      <dgm:t>
        <a:bodyPr/>
        <a:lstStyle/>
        <a:p>
          <a:r>
            <a:rPr lang="en-US" dirty="0" smtClean="0"/>
            <a:t>Local </a:t>
          </a:r>
          <a:r>
            <a:rPr lang="en-US" dirty="0" err="1" smtClean="0"/>
            <a:t>linting</a:t>
          </a:r>
          <a:endParaRPr lang="en-US" dirty="0"/>
        </a:p>
      </dgm:t>
    </dgm:pt>
    <dgm:pt modelId="{CC3DE01A-1E7D-4E47-B03D-E06F39214BE4}" type="parTrans" cxnId="{88219022-0FA2-4C0D-970A-B0E0D186344B}">
      <dgm:prSet/>
      <dgm:spPr/>
      <dgm:t>
        <a:bodyPr/>
        <a:lstStyle/>
        <a:p>
          <a:endParaRPr lang="en-US"/>
        </a:p>
      </dgm:t>
    </dgm:pt>
    <dgm:pt modelId="{95A8497C-12E4-4918-951F-9335B44C2450}" type="sibTrans" cxnId="{88219022-0FA2-4C0D-970A-B0E0D186344B}">
      <dgm:prSet/>
      <dgm:spPr/>
      <dgm:t>
        <a:bodyPr/>
        <a:lstStyle/>
        <a:p>
          <a:endParaRPr lang="en-US"/>
        </a:p>
      </dgm:t>
    </dgm:pt>
    <dgm:pt modelId="{4C36420B-6F1E-44EF-B491-14C88B937E0E}">
      <dgm:prSet phldrT="[Text]"/>
      <dgm:spPr/>
      <dgm:t>
        <a:bodyPr/>
        <a:lstStyle/>
        <a:p>
          <a:r>
            <a:rPr lang="en-US" dirty="0" err="1" smtClean="0"/>
            <a:t>Linting</a:t>
          </a:r>
          <a:r>
            <a:rPr lang="en-US" dirty="0" smtClean="0"/>
            <a:t> with </a:t>
          </a:r>
          <a:r>
            <a:rPr lang="en-US" dirty="0" err="1" smtClean="0"/>
            <a:t>SonarQube</a:t>
          </a:r>
          <a:endParaRPr lang="en-US" dirty="0"/>
        </a:p>
      </dgm:t>
    </dgm:pt>
    <dgm:pt modelId="{6CC73975-19A4-4BE3-9C84-B4EBD102A3EB}" type="parTrans" cxnId="{555341FF-F29B-4F17-A6F6-EA2DB92AC183}">
      <dgm:prSet/>
      <dgm:spPr/>
      <dgm:t>
        <a:bodyPr/>
        <a:lstStyle/>
        <a:p>
          <a:endParaRPr lang="en-US"/>
        </a:p>
      </dgm:t>
    </dgm:pt>
    <dgm:pt modelId="{D03C2D19-5C3B-45C0-A5D2-23ADBC92B277}" type="sibTrans" cxnId="{555341FF-F29B-4F17-A6F6-EA2DB92AC183}">
      <dgm:prSet/>
      <dgm:spPr/>
      <dgm:t>
        <a:bodyPr/>
        <a:lstStyle/>
        <a:p>
          <a:endParaRPr lang="en-US"/>
        </a:p>
      </dgm:t>
    </dgm:pt>
    <dgm:pt modelId="{437A12E5-DD9D-44F9-B8EC-362FA9998964}">
      <dgm:prSet phldrT="[Text]"/>
      <dgm:spPr/>
      <dgm:t>
        <a:bodyPr/>
        <a:lstStyle/>
        <a:p>
          <a:r>
            <a:rPr lang="en-US" dirty="0" smtClean="0"/>
            <a:t>Comments</a:t>
          </a:r>
          <a:endParaRPr lang="en-US" dirty="0"/>
        </a:p>
      </dgm:t>
    </dgm:pt>
    <dgm:pt modelId="{812E2CDD-AEEB-4387-8F30-2C2546BDDE64}" type="parTrans" cxnId="{9F1CBE67-C80C-4212-88A6-50F9F8ACBB5C}">
      <dgm:prSet/>
      <dgm:spPr/>
      <dgm:t>
        <a:bodyPr/>
        <a:lstStyle/>
        <a:p>
          <a:endParaRPr lang="en-US"/>
        </a:p>
      </dgm:t>
    </dgm:pt>
    <dgm:pt modelId="{292A5089-AC4B-41E5-9C5D-3C4DCE43F512}" type="sibTrans" cxnId="{9F1CBE67-C80C-4212-88A6-50F9F8ACBB5C}">
      <dgm:prSet/>
      <dgm:spPr/>
      <dgm:t>
        <a:bodyPr/>
        <a:lstStyle/>
        <a:p>
          <a:endParaRPr lang="en-US"/>
        </a:p>
      </dgm:t>
    </dgm:pt>
    <dgm:pt modelId="{1AF93CF3-7D7B-4DB7-AAA9-28BB65204193}">
      <dgm:prSet phldrT="[Text]"/>
      <dgm:spPr/>
      <dgm:t>
        <a:bodyPr/>
        <a:lstStyle/>
        <a:p>
          <a:r>
            <a:rPr lang="en-US" dirty="0" smtClean="0"/>
            <a:t>Create artifacts</a:t>
          </a:r>
          <a:endParaRPr lang="en-US" dirty="0"/>
        </a:p>
      </dgm:t>
    </dgm:pt>
    <dgm:pt modelId="{26BFE767-7A62-4DB5-9C6E-C43F7348BD2F}" type="parTrans" cxnId="{7859FA4A-3450-4CA1-827B-14D14D19677F}">
      <dgm:prSet/>
      <dgm:spPr/>
      <dgm:t>
        <a:bodyPr/>
        <a:lstStyle/>
        <a:p>
          <a:endParaRPr lang="en-US"/>
        </a:p>
      </dgm:t>
    </dgm:pt>
    <dgm:pt modelId="{92716E26-BC90-4F45-BC1D-1B6DDAD63C82}" type="sibTrans" cxnId="{7859FA4A-3450-4CA1-827B-14D14D19677F}">
      <dgm:prSet/>
      <dgm:spPr/>
      <dgm:t>
        <a:bodyPr/>
        <a:lstStyle/>
        <a:p>
          <a:endParaRPr lang="en-US"/>
        </a:p>
      </dgm:t>
    </dgm:pt>
    <dgm:pt modelId="{363A5AE0-54A6-428A-AC0F-5A62A1301165}">
      <dgm:prSet phldrT="[Text]"/>
      <dgm:spPr/>
      <dgm:t>
        <a:bodyPr/>
        <a:lstStyle/>
        <a:p>
          <a:r>
            <a:rPr lang="en-US" dirty="0" smtClean="0"/>
            <a:t>Create release</a:t>
          </a:r>
          <a:endParaRPr lang="en-US" dirty="0"/>
        </a:p>
      </dgm:t>
    </dgm:pt>
    <dgm:pt modelId="{D37F3075-F2B9-43BF-B3D8-1075E616F885}" type="parTrans" cxnId="{617BA858-7D1F-4759-91BF-C7EABFC42B54}">
      <dgm:prSet/>
      <dgm:spPr/>
      <dgm:t>
        <a:bodyPr/>
        <a:lstStyle/>
        <a:p>
          <a:endParaRPr lang="en-US"/>
        </a:p>
      </dgm:t>
    </dgm:pt>
    <dgm:pt modelId="{9E3188C1-BF8C-40E2-9820-C9DF017496EC}" type="sibTrans" cxnId="{617BA858-7D1F-4759-91BF-C7EABFC42B54}">
      <dgm:prSet/>
      <dgm:spPr/>
      <dgm:t>
        <a:bodyPr/>
        <a:lstStyle/>
        <a:p>
          <a:endParaRPr lang="en-US"/>
        </a:p>
      </dgm:t>
    </dgm:pt>
    <dgm:pt modelId="{7E2ACB7C-7F33-4CDC-A43B-C927DA9FF484}">
      <dgm:prSet phldrT="[Text]"/>
      <dgm:spPr/>
      <dgm:t>
        <a:bodyPr/>
        <a:lstStyle/>
        <a:p>
          <a:r>
            <a:rPr lang="en-US" dirty="0" smtClean="0"/>
            <a:t>Build/package</a:t>
          </a:r>
          <a:endParaRPr lang="en-US" dirty="0"/>
        </a:p>
      </dgm:t>
    </dgm:pt>
    <dgm:pt modelId="{ACD674C0-A7A6-415B-976A-BEE44C110C6C}" type="parTrans" cxnId="{3AE50921-1D89-49CB-9FD7-6409C51D5A3A}">
      <dgm:prSet/>
      <dgm:spPr/>
      <dgm:t>
        <a:bodyPr/>
        <a:lstStyle/>
        <a:p>
          <a:endParaRPr lang="en-US"/>
        </a:p>
      </dgm:t>
    </dgm:pt>
    <dgm:pt modelId="{31CDF268-9F2E-4D2A-BB0F-344647B40DCF}" type="sibTrans" cxnId="{3AE50921-1D89-49CB-9FD7-6409C51D5A3A}">
      <dgm:prSet/>
      <dgm:spPr/>
      <dgm:t>
        <a:bodyPr/>
        <a:lstStyle/>
        <a:p>
          <a:endParaRPr lang="en-US"/>
        </a:p>
      </dgm:t>
    </dgm:pt>
    <dgm:pt modelId="{F0F3B5CD-2E33-4983-9B61-307BE3E9480E}">
      <dgm:prSet phldrT="[Text]"/>
      <dgm:spPr/>
      <dgm:t>
        <a:bodyPr/>
        <a:lstStyle/>
        <a:p>
          <a:r>
            <a:rPr lang="en-US" dirty="0" smtClean="0"/>
            <a:t>Deployment</a:t>
          </a:r>
          <a:endParaRPr lang="en-US" dirty="0"/>
        </a:p>
      </dgm:t>
    </dgm:pt>
    <dgm:pt modelId="{B0157963-D088-41AE-ADE5-546FA09DDA97}" type="parTrans" cxnId="{C7EF6034-D693-4354-ADBE-9822788DC09C}">
      <dgm:prSet/>
      <dgm:spPr/>
      <dgm:t>
        <a:bodyPr/>
        <a:lstStyle/>
        <a:p>
          <a:endParaRPr lang="en-US"/>
        </a:p>
      </dgm:t>
    </dgm:pt>
    <dgm:pt modelId="{D0FF11FB-7730-422A-ABE6-411438FAD491}" type="sibTrans" cxnId="{C7EF6034-D693-4354-ADBE-9822788DC09C}">
      <dgm:prSet/>
      <dgm:spPr/>
      <dgm:t>
        <a:bodyPr/>
        <a:lstStyle/>
        <a:p>
          <a:endParaRPr lang="en-US"/>
        </a:p>
      </dgm:t>
    </dgm:pt>
    <dgm:pt modelId="{4ACBBD17-E547-48E4-B944-4787096D38CC}">
      <dgm:prSet phldrT="[Text]"/>
      <dgm:spPr/>
      <dgm:t>
        <a:bodyPr/>
        <a:lstStyle/>
        <a:p>
          <a:r>
            <a:rPr lang="en-US" dirty="0" smtClean="0"/>
            <a:t>Pick “feed”</a:t>
          </a:r>
          <a:endParaRPr lang="en-US" dirty="0"/>
        </a:p>
      </dgm:t>
    </dgm:pt>
    <dgm:pt modelId="{B1065428-C055-4C72-A591-EA6694616A5A}" type="parTrans" cxnId="{CC0E6E25-17B5-4C2B-8C79-ED20DCAECC44}">
      <dgm:prSet/>
      <dgm:spPr/>
      <dgm:t>
        <a:bodyPr/>
        <a:lstStyle/>
        <a:p>
          <a:endParaRPr lang="en-US"/>
        </a:p>
      </dgm:t>
    </dgm:pt>
    <dgm:pt modelId="{9031E2EA-A98E-433E-BCE1-5E5FE589BC11}" type="sibTrans" cxnId="{CC0E6E25-17B5-4C2B-8C79-ED20DCAECC44}">
      <dgm:prSet/>
      <dgm:spPr/>
      <dgm:t>
        <a:bodyPr/>
        <a:lstStyle/>
        <a:p>
          <a:endParaRPr lang="en-US"/>
        </a:p>
      </dgm:t>
    </dgm:pt>
    <dgm:pt modelId="{126E94A2-55A4-4432-BB3A-6BB42F969E80}">
      <dgm:prSet phldrT="[Text]"/>
      <dgm:spPr/>
      <dgm:t>
        <a:bodyPr/>
        <a:lstStyle/>
        <a:p>
          <a:r>
            <a:rPr lang="en-US" dirty="0" smtClean="0"/>
            <a:t>Push “feed”</a:t>
          </a:r>
          <a:endParaRPr lang="en-US" dirty="0"/>
        </a:p>
      </dgm:t>
    </dgm:pt>
    <dgm:pt modelId="{79C783E5-3863-4669-ADD3-E4AF657AD5D1}" type="parTrans" cxnId="{FA7090DB-C680-4C55-89F3-5F891B2EC9DD}">
      <dgm:prSet/>
      <dgm:spPr/>
      <dgm:t>
        <a:bodyPr/>
        <a:lstStyle/>
        <a:p>
          <a:endParaRPr lang="en-US"/>
        </a:p>
      </dgm:t>
    </dgm:pt>
    <dgm:pt modelId="{C2912FA3-3F56-463A-B3BD-EBE8919C2E43}" type="sibTrans" cxnId="{FA7090DB-C680-4C55-89F3-5F891B2EC9DD}">
      <dgm:prSet/>
      <dgm:spPr/>
      <dgm:t>
        <a:bodyPr/>
        <a:lstStyle/>
        <a:p>
          <a:endParaRPr lang="en-US"/>
        </a:p>
      </dgm:t>
    </dgm:pt>
    <dgm:pt modelId="{8851176C-D3FE-471B-A365-6E7F5A012EEA}">
      <dgm:prSet phldrT="[Text]"/>
      <dgm:spPr/>
      <dgm:t>
        <a:bodyPr/>
        <a:lstStyle/>
        <a:p>
          <a:r>
            <a:rPr lang="en-US" dirty="0" smtClean="0"/>
            <a:t>Deployment</a:t>
          </a:r>
          <a:endParaRPr lang="en-US" dirty="0"/>
        </a:p>
      </dgm:t>
    </dgm:pt>
    <dgm:pt modelId="{EACB15A7-26F3-4F5F-A670-CBC9FA880D0A}" type="parTrans" cxnId="{5B544C36-D27A-4657-B044-ABD505E9CC23}">
      <dgm:prSet/>
      <dgm:spPr/>
      <dgm:t>
        <a:bodyPr/>
        <a:lstStyle/>
        <a:p>
          <a:endParaRPr lang="en-US"/>
        </a:p>
      </dgm:t>
    </dgm:pt>
    <dgm:pt modelId="{73479ECB-AE57-44B1-A229-F1FD1A208FB6}" type="sibTrans" cxnId="{5B544C36-D27A-4657-B044-ABD505E9CC23}">
      <dgm:prSet/>
      <dgm:spPr/>
      <dgm:t>
        <a:bodyPr/>
        <a:lstStyle/>
        <a:p>
          <a:endParaRPr lang="en-US"/>
        </a:p>
      </dgm:t>
    </dgm:pt>
    <dgm:pt modelId="{08A679B3-6DED-4B28-8DD7-3E6C28965EE3}">
      <dgm:prSet phldrT="[Text]"/>
      <dgm:spPr/>
      <dgm:t>
        <a:bodyPr/>
        <a:lstStyle/>
        <a:p>
          <a:r>
            <a:rPr lang="en-US" dirty="0" smtClean="0"/>
            <a:t>Validation</a:t>
          </a:r>
          <a:endParaRPr lang="en-US" dirty="0"/>
        </a:p>
      </dgm:t>
    </dgm:pt>
    <dgm:pt modelId="{B6B4E8E4-7852-4613-8FAF-A55BA0D00336}" type="parTrans" cxnId="{346BFB1D-E38F-4772-8292-C751899DA465}">
      <dgm:prSet/>
      <dgm:spPr/>
      <dgm:t>
        <a:bodyPr/>
        <a:lstStyle/>
        <a:p>
          <a:endParaRPr lang="en-US"/>
        </a:p>
      </dgm:t>
    </dgm:pt>
    <dgm:pt modelId="{9F9D947D-5246-4417-9F1A-C605B306020F}" type="sibTrans" cxnId="{346BFB1D-E38F-4772-8292-C751899DA465}">
      <dgm:prSet/>
      <dgm:spPr/>
      <dgm:t>
        <a:bodyPr/>
        <a:lstStyle/>
        <a:p>
          <a:endParaRPr lang="en-US"/>
        </a:p>
      </dgm:t>
    </dgm:pt>
    <dgm:pt modelId="{61E727FC-FE7B-4301-9C1C-CC53878D670A}">
      <dgm:prSet phldrT="[Text]"/>
      <dgm:spPr/>
      <dgm:t>
        <a:bodyPr/>
        <a:lstStyle/>
        <a:p>
          <a:r>
            <a:rPr lang="en-US" dirty="0" smtClean="0"/>
            <a:t>Performance test</a:t>
          </a:r>
          <a:endParaRPr lang="en-US" dirty="0"/>
        </a:p>
      </dgm:t>
    </dgm:pt>
    <dgm:pt modelId="{9218AC40-1922-496A-82AC-5D7599016EB0}" type="parTrans" cxnId="{37C3C92C-72A9-48FD-AE0D-F47B7F51E41E}">
      <dgm:prSet/>
      <dgm:spPr/>
      <dgm:t>
        <a:bodyPr/>
        <a:lstStyle/>
        <a:p>
          <a:endParaRPr lang="en-US"/>
        </a:p>
      </dgm:t>
    </dgm:pt>
    <dgm:pt modelId="{0806DA4C-B268-40DD-BF14-8A5A6787D6E1}" type="sibTrans" cxnId="{37C3C92C-72A9-48FD-AE0D-F47B7F51E41E}">
      <dgm:prSet/>
      <dgm:spPr/>
      <dgm:t>
        <a:bodyPr/>
        <a:lstStyle/>
        <a:p>
          <a:endParaRPr lang="en-US"/>
        </a:p>
      </dgm:t>
    </dgm:pt>
    <dgm:pt modelId="{01905D1F-11B5-4791-93A7-5A0B260F2068}">
      <dgm:prSet phldrT="[Text]"/>
      <dgm:spPr/>
      <dgm:t>
        <a:bodyPr/>
        <a:lstStyle/>
        <a:p>
          <a:r>
            <a:rPr lang="en-US" dirty="0" smtClean="0"/>
            <a:t>Promote to PRODUCTION</a:t>
          </a:r>
          <a:endParaRPr lang="en-US" dirty="0"/>
        </a:p>
      </dgm:t>
    </dgm:pt>
    <dgm:pt modelId="{78ED9F30-9224-4130-9DC3-691D6E35D643}" type="parTrans" cxnId="{BF1AED54-C397-4A6C-9366-3FAA3384160A}">
      <dgm:prSet/>
      <dgm:spPr/>
      <dgm:t>
        <a:bodyPr/>
        <a:lstStyle/>
        <a:p>
          <a:endParaRPr lang="en-US"/>
        </a:p>
      </dgm:t>
    </dgm:pt>
    <dgm:pt modelId="{19D94ECE-7C88-471A-92DC-614E4E4D05ED}" type="sibTrans" cxnId="{BF1AED54-C397-4A6C-9366-3FAA3384160A}">
      <dgm:prSet/>
      <dgm:spPr/>
      <dgm:t>
        <a:bodyPr/>
        <a:lstStyle/>
        <a:p>
          <a:endParaRPr lang="en-US"/>
        </a:p>
      </dgm:t>
    </dgm:pt>
    <dgm:pt modelId="{38C0DBF8-E06F-4E3D-AEEC-3F89096970F2}">
      <dgm:prSet phldrT="[Text]"/>
      <dgm:spPr/>
      <dgm:t>
        <a:bodyPr/>
        <a:lstStyle/>
        <a:p>
          <a:r>
            <a:rPr lang="en-US" dirty="0" smtClean="0"/>
            <a:t>Backup</a:t>
          </a:r>
          <a:endParaRPr lang="en-US" dirty="0"/>
        </a:p>
      </dgm:t>
    </dgm:pt>
    <dgm:pt modelId="{6DA582A7-35D3-4538-843D-0BE65F3532BE}" type="parTrans" cxnId="{A2A85A8C-A645-4523-963A-D44FA12F8692}">
      <dgm:prSet/>
      <dgm:spPr/>
      <dgm:t>
        <a:bodyPr/>
        <a:lstStyle/>
        <a:p>
          <a:endParaRPr lang="en-US"/>
        </a:p>
      </dgm:t>
    </dgm:pt>
    <dgm:pt modelId="{42D4450A-6450-4199-AE75-4109DC35BF37}" type="sibTrans" cxnId="{A2A85A8C-A645-4523-963A-D44FA12F8692}">
      <dgm:prSet/>
      <dgm:spPr/>
      <dgm:t>
        <a:bodyPr/>
        <a:lstStyle/>
        <a:p>
          <a:endParaRPr lang="en-US"/>
        </a:p>
      </dgm:t>
    </dgm:pt>
    <dgm:pt modelId="{855F474D-08FA-47D2-9005-B13E1CD32000}" type="pres">
      <dgm:prSet presAssocID="{8B7C9B06-E473-438C-945D-F20763DB7BB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F066C7-1F5D-4AD8-84DD-78DD8BC68C4D}" type="pres">
      <dgm:prSet presAssocID="{0ADB4C22-01B4-4689-9B71-291592E0A9B1}" presName="composite" presStyleCnt="0"/>
      <dgm:spPr/>
    </dgm:pt>
    <dgm:pt modelId="{710DA16C-5C97-402A-916B-1112D857BDE0}" type="pres">
      <dgm:prSet presAssocID="{0ADB4C22-01B4-4689-9B71-291592E0A9B1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A9FC68-5B11-4CE3-9AFB-C8D7505D6A4A}" type="pres">
      <dgm:prSet presAssocID="{0ADB4C22-01B4-4689-9B71-291592E0A9B1}" presName="parSh" presStyleLbl="node1" presStyleIdx="0" presStyleCnt="4"/>
      <dgm:spPr/>
      <dgm:t>
        <a:bodyPr/>
        <a:lstStyle/>
        <a:p>
          <a:endParaRPr lang="en-US"/>
        </a:p>
      </dgm:t>
    </dgm:pt>
    <dgm:pt modelId="{8280ABBA-F9B0-4E64-83CC-943124187F01}" type="pres">
      <dgm:prSet presAssocID="{0ADB4C22-01B4-4689-9B71-291592E0A9B1}" presName="desTx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405B7-A6DA-4DCD-9BDD-809E9BCA9EFD}" type="pres">
      <dgm:prSet presAssocID="{C13E0A84-64B3-4C68-AD46-726DFD7C685A}" presName="sibTrans" presStyleLbl="sibTrans2D1" presStyleIdx="0" presStyleCnt="3"/>
      <dgm:spPr/>
      <dgm:t>
        <a:bodyPr/>
        <a:lstStyle/>
        <a:p>
          <a:endParaRPr lang="en-US"/>
        </a:p>
      </dgm:t>
    </dgm:pt>
    <dgm:pt modelId="{20F86021-B4DB-4A36-B8C1-B4C08C284CDB}" type="pres">
      <dgm:prSet presAssocID="{C13E0A84-64B3-4C68-AD46-726DFD7C685A}" presName="connTx" presStyleLbl="sibTrans2D1" presStyleIdx="0" presStyleCnt="3"/>
      <dgm:spPr/>
      <dgm:t>
        <a:bodyPr/>
        <a:lstStyle/>
        <a:p>
          <a:endParaRPr lang="en-US"/>
        </a:p>
      </dgm:t>
    </dgm:pt>
    <dgm:pt modelId="{ABCF7E71-45ED-4F8D-A358-46AA99F6915D}" type="pres">
      <dgm:prSet presAssocID="{1987B995-8016-43A2-A0E8-914F971A701B}" presName="composite" presStyleCnt="0"/>
      <dgm:spPr/>
    </dgm:pt>
    <dgm:pt modelId="{D7D7E2B6-4F38-41D9-8E9F-CF8D7F8363A3}" type="pres">
      <dgm:prSet presAssocID="{1987B995-8016-43A2-A0E8-914F971A701B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0B0490-83E0-4BF7-BAE0-C8F14D060BC2}" type="pres">
      <dgm:prSet presAssocID="{1987B995-8016-43A2-A0E8-914F971A701B}" presName="parSh" presStyleLbl="node1" presStyleIdx="1" presStyleCnt="4"/>
      <dgm:spPr/>
      <dgm:t>
        <a:bodyPr/>
        <a:lstStyle/>
        <a:p>
          <a:endParaRPr lang="en-US"/>
        </a:p>
      </dgm:t>
    </dgm:pt>
    <dgm:pt modelId="{9C824BA2-8EEF-4122-9816-6AB69FC52936}" type="pres">
      <dgm:prSet presAssocID="{1987B995-8016-43A2-A0E8-914F971A701B}" presName="desTx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CDD456-B137-469C-871A-858E3B3DB306}" type="pres">
      <dgm:prSet presAssocID="{5147C48D-97D8-4113-AA81-5F51B2D861EA}" presName="sibTrans" presStyleLbl="sibTrans2D1" presStyleIdx="1" presStyleCnt="3"/>
      <dgm:spPr/>
      <dgm:t>
        <a:bodyPr/>
        <a:lstStyle/>
        <a:p>
          <a:endParaRPr lang="en-US"/>
        </a:p>
      </dgm:t>
    </dgm:pt>
    <dgm:pt modelId="{2F637C27-6CFD-49BE-9DF1-1A8B30A1F251}" type="pres">
      <dgm:prSet presAssocID="{5147C48D-97D8-4113-AA81-5F51B2D861EA}" presName="connTx" presStyleLbl="sibTrans2D1" presStyleIdx="1" presStyleCnt="3"/>
      <dgm:spPr/>
      <dgm:t>
        <a:bodyPr/>
        <a:lstStyle/>
        <a:p>
          <a:endParaRPr lang="en-US"/>
        </a:p>
      </dgm:t>
    </dgm:pt>
    <dgm:pt modelId="{22A2A525-FC74-461B-989D-C131627B7A54}" type="pres">
      <dgm:prSet presAssocID="{6BFF2DEF-804A-4DE9-84DF-06435D987F7A}" presName="composite" presStyleCnt="0"/>
      <dgm:spPr/>
    </dgm:pt>
    <dgm:pt modelId="{6FA92802-DFBF-4651-B08A-EEE8721D2D7F}" type="pres">
      <dgm:prSet presAssocID="{6BFF2DEF-804A-4DE9-84DF-06435D987F7A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3D7EED-086F-4301-97ED-FA5D87C5FCE5}" type="pres">
      <dgm:prSet presAssocID="{6BFF2DEF-804A-4DE9-84DF-06435D987F7A}" presName="parSh" presStyleLbl="node1" presStyleIdx="2" presStyleCnt="4"/>
      <dgm:spPr/>
      <dgm:t>
        <a:bodyPr/>
        <a:lstStyle/>
        <a:p>
          <a:endParaRPr lang="en-US"/>
        </a:p>
      </dgm:t>
    </dgm:pt>
    <dgm:pt modelId="{D82B2254-5539-4D69-ABD5-EA5C0A31514A}" type="pres">
      <dgm:prSet presAssocID="{6BFF2DEF-804A-4DE9-84DF-06435D987F7A}" presName="desTx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9DB25E-D525-4866-8502-22793C645F41}" type="pres">
      <dgm:prSet presAssocID="{EB98C3AE-C8E7-4649-9EDE-407A4BA3073E}" presName="sibTrans" presStyleLbl="sibTrans2D1" presStyleIdx="2" presStyleCnt="3"/>
      <dgm:spPr/>
      <dgm:t>
        <a:bodyPr/>
        <a:lstStyle/>
        <a:p>
          <a:endParaRPr lang="en-US"/>
        </a:p>
      </dgm:t>
    </dgm:pt>
    <dgm:pt modelId="{0F452940-00FA-429E-8135-0F1986F898F7}" type="pres">
      <dgm:prSet presAssocID="{EB98C3AE-C8E7-4649-9EDE-407A4BA3073E}" presName="connTx" presStyleLbl="sibTrans2D1" presStyleIdx="2" presStyleCnt="3"/>
      <dgm:spPr/>
      <dgm:t>
        <a:bodyPr/>
        <a:lstStyle/>
        <a:p>
          <a:endParaRPr lang="en-US"/>
        </a:p>
      </dgm:t>
    </dgm:pt>
    <dgm:pt modelId="{B2FC790B-0473-4640-9008-1C57B51B041B}" type="pres">
      <dgm:prSet presAssocID="{F0F3B5CD-2E33-4983-9B61-307BE3E9480E}" presName="composite" presStyleCnt="0"/>
      <dgm:spPr/>
    </dgm:pt>
    <dgm:pt modelId="{2817902C-340A-4417-9465-CC1DF774CC40}" type="pres">
      <dgm:prSet presAssocID="{F0F3B5CD-2E33-4983-9B61-307BE3E9480E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2DFBA5-C392-4974-B2D6-B0AE0B3BBA3D}" type="pres">
      <dgm:prSet presAssocID="{F0F3B5CD-2E33-4983-9B61-307BE3E9480E}" presName="parSh" presStyleLbl="node1" presStyleIdx="3" presStyleCnt="4"/>
      <dgm:spPr/>
      <dgm:t>
        <a:bodyPr/>
        <a:lstStyle/>
        <a:p>
          <a:endParaRPr lang="en-US"/>
        </a:p>
      </dgm:t>
    </dgm:pt>
    <dgm:pt modelId="{C5BE0681-E983-47D7-B613-24280DEED56E}" type="pres">
      <dgm:prSet presAssocID="{F0F3B5CD-2E33-4983-9B61-307BE3E9480E}" presName="desTx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DD7D26-B6A1-4E03-AFE8-D4A722409A5B}" type="presOf" srcId="{5147C48D-97D8-4113-AA81-5F51B2D861EA}" destId="{2F637C27-6CFD-49BE-9DF1-1A8B30A1F251}" srcOrd="1" destOrd="0" presId="urn:microsoft.com/office/officeart/2005/8/layout/process3"/>
    <dgm:cxn modelId="{2EE1FD30-F61F-4345-B711-8A75D1D6F32E}" type="presOf" srcId="{F0F3B5CD-2E33-4983-9B61-307BE3E9480E}" destId="{E52DFBA5-C392-4974-B2D6-B0AE0B3BBA3D}" srcOrd="1" destOrd="0" presId="urn:microsoft.com/office/officeart/2005/8/layout/process3"/>
    <dgm:cxn modelId="{50A1E504-DA09-4DE0-95DA-9EA05E0FE8B4}" type="presOf" srcId="{38C0DBF8-E06F-4E3D-AEEC-3F89096970F2}" destId="{C5BE0681-E983-47D7-B613-24280DEED56E}" srcOrd="0" destOrd="1" presId="urn:microsoft.com/office/officeart/2005/8/layout/process3"/>
    <dgm:cxn modelId="{7987DF7F-F752-4C0A-A194-CF38B573E2E8}" type="presOf" srcId="{4C36420B-6F1E-44EF-B491-14C88B937E0E}" destId="{9C824BA2-8EEF-4122-9816-6AB69FC52936}" srcOrd="0" destOrd="1" presId="urn:microsoft.com/office/officeart/2005/8/layout/process3"/>
    <dgm:cxn modelId="{82A00C7F-67A6-4CD4-AF69-6DB555EC5DC1}" type="presOf" srcId="{39C7C997-FF27-4A67-AB69-CC5B075F2DC5}" destId="{8280ABBA-F9B0-4E64-83CC-943124187F01}" srcOrd="0" destOrd="2" presId="urn:microsoft.com/office/officeart/2005/8/layout/process3"/>
    <dgm:cxn modelId="{F3B88894-03C6-44A3-9C2C-2D0E04B1C644}" type="presOf" srcId="{437A12E5-DD9D-44F9-B8EC-362FA9998964}" destId="{9C824BA2-8EEF-4122-9816-6AB69FC52936}" srcOrd="0" destOrd="2" presId="urn:microsoft.com/office/officeart/2005/8/layout/process3"/>
    <dgm:cxn modelId="{05715E1B-87EB-4A14-B557-32B187FA8A2F}" srcId="{0ADB4C22-01B4-4689-9B71-291592E0A9B1}" destId="{F6590802-157D-42A0-9BC9-F78104096F1F}" srcOrd="0" destOrd="0" parTransId="{28ADFA7C-60A7-47B5-A1DC-1A64C5A69887}" sibTransId="{119222FA-0632-45EE-9774-B975ECE13361}"/>
    <dgm:cxn modelId="{C7EF6034-D693-4354-ADBE-9822788DC09C}" srcId="{8B7C9B06-E473-438C-945D-F20763DB7BBA}" destId="{F0F3B5CD-2E33-4983-9B61-307BE3E9480E}" srcOrd="3" destOrd="0" parTransId="{B0157963-D088-41AE-ADE5-546FA09DDA97}" sibTransId="{D0FF11FB-7730-422A-ABE6-411438FAD491}"/>
    <dgm:cxn modelId="{79925861-D4A6-4F5E-A33B-7BBA6416883A}" type="presOf" srcId="{0ADB4C22-01B4-4689-9B71-291592E0A9B1}" destId="{710DA16C-5C97-402A-916B-1112D857BDE0}" srcOrd="0" destOrd="0" presId="urn:microsoft.com/office/officeart/2005/8/layout/process3"/>
    <dgm:cxn modelId="{346BFB1D-E38F-4772-8292-C751899DA465}" srcId="{F0F3B5CD-2E33-4983-9B61-307BE3E9480E}" destId="{08A679B3-6DED-4B28-8DD7-3E6C28965EE3}" srcOrd="3" destOrd="0" parTransId="{B6B4E8E4-7852-4613-8FAF-A55BA0D00336}" sibTransId="{9F9D947D-5246-4417-9F1A-C605B306020F}"/>
    <dgm:cxn modelId="{75A00CAC-BA6D-4158-836B-AE4438D502B9}" type="presOf" srcId="{5147C48D-97D8-4113-AA81-5F51B2D861EA}" destId="{0FCDD456-B137-469C-871A-858E3B3DB306}" srcOrd="0" destOrd="0" presId="urn:microsoft.com/office/officeart/2005/8/layout/process3"/>
    <dgm:cxn modelId="{555341FF-F29B-4F17-A6F6-EA2DB92AC183}" srcId="{1987B995-8016-43A2-A0E8-914F971A701B}" destId="{4C36420B-6F1E-44EF-B491-14C88B937E0E}" srcOrd="1" destOrd="0" parTransId="{6CC73975-19A4-4BE3-9C84-B4EBD102A3EB}" sibTransId="{D03C2D19-5C3B-45C0-A5D2-23ADBC92B277}"/>
    <dgm:cxn modelId="{5EEFCE39-9E1A-438E-9A64-416DC5479F2F}" type="presOf" srcId="{88A9057D-98C4-43C8-8DED-B4A1F7C4285E}" destId="{8280ABBA-F9B0-4E64-83CC-943124187F01}" srcOrd="0" destOrd="1" presId="urn:microsoft.com/office/officeart/2005/8/layout/process3"/>
    <dgm:cxn modelId="{CC0E6E25-17B5-4C2B-8C79-ED20DCAECC44}" srcId="{F0F3B5CD-2E33-4983-9B61-307BE3E9480E}" destId="{4ACBBD17-E547-48E4-B944-4787096D38CC}" srcOrd="0" destOrd="0" parTransId="{B1065428-C055-4C72-A591-EA6694616A5A}" sibTransId="{9031E2EA-A98E-433E-BCE1-5E5FE589BC11}"/>
    <dgm:cxn modelId="{D04A31A1-FDD0-4AEF-A230-FFF48B8FB87F}" type="presOf" srcId="{EB98C3AE-C8E7-4649-9EDE-407A4BA3073E}" destId="{0F452940-00FA-429E-8135-0F1986F898F7}" srcOrd="1" destOrd="0" presId="urn:microsoft.com/office/officeart/2005/8/layout/process3"/>
    <dgm:cxn modelId="{F65EDEF7-BFA6-47F7-8048-7E06534D9A15}" type="presOf" srcId="{C13E0A84-64B3-4C68-AD46-726DFD7C685A}" destId="{5DC405B7-A6DA-4DCD-9BDD-809E9BCA9EFD}" srcOrd="0" destOrd="0" presId="urn:microsoft.com/office/officeart/2005/8/layout/process3"/>
    <dgm:cxn modelId="{E2D41436-AC8D-4ED7-BAE4-5F55107BFA39}" srcId="{8B7C9B06-E473-438C-945D-F20763DB7BBA}" destId="{0ADB4C22-01B4-4689-9B71-291592E0A9B1}" srcOrd="0" destOrd="0" parTransId="{792456F7-4E97-4FC4-8A8A-042AB3AD48A1}" sibTransId="{C13E0A84-64B3-4C68-AD46-726DFD7C685A}"/>
    <dgm:cxn modelId="{821B6AE9-E1E1-46F5-A6C8-12596521DB70}" type="presOf" srcId="{6BFF2DEF-804A-4DE9-84DF-06435D987F7A}" destId="{6FA92802-DFBF-4651-B08A-EEE8721D2D7F}" srcOrd="0" destOrd="0" presId="urn:microsoft.com/office/officeart/2005/8/layout/process3"/>
    <dgm:cxn modelId="{DB4893AF-4B7D-46D7-94A6-0FB7F03B5370}" srcId="{8B7C9B06-E473-438C-945D-F20763DB7BBA}" destId="{1987B995-8016-43A2-A0E8-914F971A701B}" srcOrd="1" destOrd="0" parTransId="{1655455D-4B69-4CC8-9544-6AED92336803}" sibTransId="{5147C48D-97D8-4113-AA81-5F51B2D861EA}"/>
    <dgm:cxn modelId="{63D2EA52-7914-4EC3-8ABA-5DDE3C0EA079}" type="presOf" srcId="{C13E0A84-64B3-4C68-AD46-726DFD7C685A}" destId="{20F86021-B4DB-4A36-B8C1-B4C08C284CDB}" srcOrd="1" destOrd="0" presId="urn:microsoft.com/office/officeart/2005/8/layout/process3"/>
    <dgm:cxn modelId="{7859FA4A-3450-4CA1-827B-14D14D19677F}" srcId="{6BFF2DEF-804A-4DE9-84DF-06435D987F7A}" destId="{1AF93CF3-7D7B-4DB7-AAA9-28BB65204193}" srcOrd="3" destOrd="0" parTransId="{26BFE767-7A62-4DB5-9C6E-C43F7348BD2F}" sibTransId="{92716E26-BC90-4F45-BC1D-1B6DDAD63C82}"/>
    <dgm:cxn modelId="{617BA858-7D1F-4759-91BF-C7EABFC42B54}" srcId="{6BFF2DEF-804A-4DE9-84DF-06435D987F7A}" destId="{363A5AE0-54A6-428A-AC0F-5A62A1301165}" srcOrd="4" destOrd="0" parTransId="{D37F3075-F2B9-43BF-B3D8-1075E616F885}" sibTransId="{9E3188C1-BF8C-40E2-9820-C9DF017496EC}"/>
    <dgm:cxn modelId="{375EC340-91AB-4C41-A894-EA2EBE19A5FC}" type="presOf" srcId="{DD43335D-7129-44C4-B789-27A5F588DDE2}" destId="{9C824BA2-8EEF-4122-9816-6AB69FC52936}" srcOrd="0" destOrd="0" presId="urn:microsoft.com/office/officeart/2005/8/layout/process3"/>
    <dgm:cxn modelId="{9F1CBE67-C80C-4212-88A6-50F9F8ACBB5C}" srcId="{1987B995-8016-43A2-A0E8-914F971A701B}" destId="{437A12E5-DD9D-44F9-B8EC-362FA9998964}" srcOrd="2" destOrd="0" parTransId="{812E2CDD-AEEB-4387-8F30-2C2546BDDE64}" sibTransId="{292A5089-AC4B-41E5-9C5D-3C4DCE43F512}"/>
    <dgm:cxn modelId="{676D22C8-C5AA-45D9-8230-1B1C8A3F1491}" type="presOf" srcId="{1987B995-8016-43A2-A0E8-914F971A701B}" destId="{D7D7E2B6-4F38-41D9-8E9F-CF8D7F8363A3}" srcOrd="0" destOrd="0" presId="urn:microsoft.com/office/officeart/2005/8/layout/process3"/>
    <dgm:cxn modelId="{CD6F2983-A31D-4DEA-BC64-A5C1717EDC0A}" type="presOf" srcId="{4ACBBD17-E547-48E4-B944-4787096D38CC}" destId="{C5BE0681-E983-47D7-B613-24280DEED56E}" srcOrd="0" destOrd="0" presId="urn:microsoft.com/office/officeart/2005/8/layout/process3"/>
    <dgm:cxn modelId="{4B383E14-F1F0-4BA2-AE7C-15B5289472CE}" type="presOf" srcId="{08A679B3-6DED-4B28-8DD7-3E6C28965EE3}" destId="{C5BE0681-E983-47D7-B613-24280DEED56E}" srcOrd="0" destOrd="3" presId="urn:microsoft.com/office/officeart/2005/8/layout/process3"/>
    <dgm:cxn modelId="{346DC48A-6822-4394-BEE1-1C3F31D3A078}" srcId="{1987B995-8016-43A2-A0E8-914F971A701B}" destId="{DD43335D-7129-44C4-B789-27A5F588DDE2}" srcOrd="0" destOrd="0" parTransId="{1FBE9F80-9391-433A-A806-145F5808F6D6}" sibTransId="{F4D5C435-A284-4667-9E03-AB77E84A12C6}"/>
    <dgm:cxn modelId="{5B544C36-D27A-4657-B044-ABD505E9CC23}" srcId="{F0F3B5CD-2E33-4983-9B61-307BE3E9480E}" destId="{8851176C-D3FE-471B-A365-6E7F5A012EEA}" srcOrd="2" destOrd="0" parTransId="{EACB15A7-26F3-4F5F-A670-CBC9FA880D0A}" sibTransId="{73479ECB-AE57-44B1-A229-F1FD1A208FB6}"/>
    <dgm:cxn modelId="{D48D05D2-2505-4750-B9F3-29C0F2DEEB57}" type="presOf" srcId="{F6590802-157D-42A0-9BC9-F78104096F1F}" destId="{8280ABBA-F9B0-4E64-83CC-943124187F01}" srcOrd="0" destOrd="0" presId="urn:microsoft.com/office/officeart/2005/8/layout/process3"/>
    <dgm:cxn modelId="{D53E51E3-2D74-4128-A4B8-82F538CD8CE4}" srcId="{0ADB4C22-01B4-4689-9B71-291592E0A9B1}" destId="{88A9057D-98C4-43C8-8DED-B4A1F7C4285E}" srcOrd="1" destOrd="0" parTransId="{4B47A495-813A-42DA-92FC-95BD613ABF27}" sibTransId="{A6A3C85A-3717-4609-BCC3-CD97AAC03B07}"/>
    <dgm:cxn modelId="{EC43A085-052A-405D-AFF4-FE5A4A78A7A9}" type="presOf" srcId="{8B7C9B06-E473-438C-945D-F20763DB7BBA}" destId="{855F474D-08FA-47D2-9005-B13E1CD32000}" srcOrd="0" destOrd="0" presId="urn:microsoft.com/office/officeart/2005/8/layout/process3"/>
    <dgm:cxn modelId="{C86A8F53-367C-4D0B-8174-F6F5E63E0AB3}" type="presOf" srcId="{8851176C-D3FE-471B-A365-6E7F5A012EEA}" destId="{C5BE0681-E983-47D7-B613-24280DEED56E}" srcOrd="0" destOrd="2" presId="urn:microsoft.com/office/officeart/2005/8/layout/process3"/>
    <dgm:cxn modelId="{37C3C92C-72A9-48FD-AE0D-F47B7F51E41E}" srcId="{6BFF2DEF-804A-4DE9-84DF-06435D987F7A}" destId="{61E727FC-FE7B-4301-9C1C-CC53878D670A}" srcOrd="2" destOrd="0" parTransId="{9218AC40-1922-496A-82AC-5D7599016EB0}" sibTransId="{0806DA4C-B268-40DD-BF14-8A5A6787D6E1}"/>
    <dgm:cxn modelId="{1BFA6A35-A62A-48EE-9E08-A05432C5970A}" type="presOf" srcId="{61E727FC-FE7B-4301-9C1C-CC53878D670A}" destId="{D82B2254-5539-4D69-ABD5-EA5C0A31514A}" srcOrd="0" destOrd="2" presId="urn:microsoft.com/office/officeart/2005/8/layout/process3"/>
    <dgm:cxn modelId="{62AE4692-31A8-4F75-9DBB-3DA68F666B36}" type="presOf" srcId="{7E2ACB7C-7F33-4CDC-A43B-C927DA9FF484}" destId="{D82B2254-5539-4D69-ABD5-EA5C0A31514A}" srcOrd="0" destOrd="0" presId="urn:microsoft.com/office/officeart/2005/8/layout/process3"/>
    <dgm:cxn modelId="{A6DC0903-19A0-4D0F-B0FC-8007CDB6F211}" type="presOf" srcId="{0ADB4C22-01B4-4689-9B71-291592E0A9B1}" destId="{A5A9FC68-5B11-4CE3-9AFB-C8D7505D6A4A}" srcOrd="1" destOrd="0" presId="urn:microsoft.com/office/officeart/2005/8/layout/process3"/>
    <dgm:cxn modelId="{396A7FD4-DE4F-4EDF-8DD8-0B53D0EE0CAA}" type="presOf" srcId="{01905D1F-11B5-4791-93A7-5A0B260F2068}" destId="{C5BE0681-E983-47D7-B613-24280DEED56E}" srcOrd="0" destOrd="4" presId="urn:microsoft.com/office/officeart/2005/8/layout/process3"/>
    <dgm:cxn modelId="{41D4F0C4-C4B5-4416-8974-5AF61527FC37}" srcId="{6BFF2DEF-804A-4DE9-84DF-06435D987F7A}" destId="{A6F07D68-04BF-4A21-BCAB-B86120071A22}" srcOrd="1" destOrd="0" parTransId="{90059E36-B1F4-4C5E-94B4-2558B9B3962A}" sibTransId="{86326F5B-8D52-49B3-BC5D-1EA538175D29}"/>
    <dgm:cxn modelId="{88219022-0FA2-4C0D-970A-B0E0D186344B}" srcId="{0ADB4C22-01B4-4689-9B71-291592E0A9B1}" destId="{39C7C997-FF27-4A67-AB69-CC5B075F2DC5}" srcOrd="2" destOrd="0" parTransId="{CC3DE01A-1E7D-4E47-B03D-E06F39214BE4}" sibTransId="{95A8497C-12E4-4918-951F-9335B44C2450}"/>
    <dgm:cxn modelId="{FA7090DB-C680-4C55-89F3-5F891B2EC9DD}" srcId="{6BFF2DEF-804A-4DE9-84DF-06435D987F7A}" destId="{126E94A2-55A4-4432-BB3A-6BB42F969E80}" srcOrd="5" destOrd="0" parTransId="{79C783E5-3863-4669-ADD3-E4AF657AD5D1}" sibTransId="{C2912FA3-3F56-463A-B3BD-EBE8919C2E43}"/>
    <dgm:cxn modelId="{8D575797-1CED-4D28-B9CB-26A48EE95F71}" type="presOf" srcId="{F0F3B5CD-2E33-4983-9B61-307BE3E9480E}" destId="{2817902C-340A-4417-9465-CC1DF774CC40}" srcOrd="0" destOrd="0" presId="urn:microsoft.com/office/officeart/2005/8/layout/process3"/>
    <dgm:cxn modelId="{DD3F8790-EEF3-416B-8996-7A69028DF297}" type="presOf" srcId="{1AF93CF3-7D7B-4DB7-AAA9-28BB65204193}" destId="{D82B2254-5539-4D69-ABD5-EA5C0A31514A}" srcOrd="0" destOrd="3" presId="urn:microsoft.com/office/officeart/2005/8/layout/process3"/>
    <dgm:cxn modelId="{E61AF962-E00A-4462-BBC7-A48043F78317}" type="presOf" srcId="{1987B995-8016-43A2-A0E8-914F971A701B}" destId="{FB0B0490-83E0-4BF7-BAE0-C8F14D060BC2}" srcOrd="1" destOrd="0" presId="urn:microsoft.com/office/officeart/2005/8/layout/process3"/>
    <dgm:cxn modelId="{02DEF1A9-2126-4B09-9586-1FC51DCD9908}" type="presOf" srcId="{363A5AE0-54A6-428A-AC0F-5A62A1301165}" destId="{D82B2254-5539-4D69-ABD5-EA5C0A31514A}" srcOrd="0" destOrd="4" presId="urn:microsoft.com/office/officeart/2005/8/layout/process3"/>
    <dgm:cxn modelId="{A2A85A8C-A645-4523-963A-D44FA12F8692}" srcId="{F0F3B5CD-2E33-4983-9B61-307BE3E9480E}" destId="{38C0DBF8-E06F-4E3D-AEEC-3F89096970F2}" srcOrd="1" destOrd="0" parTransId="{6DA582A7-35D3-4538-843D-0BE65F3532BE}" sibTransId="{42D4450A-6450-4199-AE75-4109DC35BF37}"/>
    <dgm:cxn modelId="{29CA5824-7452-45BD-9C07-D8AD30B5CBF9}" type="presOf" srcId="{A6F07D68-04BF-4A21-BCAB-B86120071A22}" destId="{D82B2254-5539-4D69-ABD5-EA5C0A31514A}" srcOrd="0" destOrd="1" presId="urn:microsoft.com/office/officeart/2005/8/layout/process3"/>
    <dgm:cxn modelId="{75A431C8-1E08-44C8-9D96-E7CDC517B3C6}" type="presOf" srcId="{EB98C3AE-C8E7-4649-9EDE-407A4BA3073E}" destId="{479DB25E-D525-4866-8502-22793C645F41}" srcOrd="0" destOrd="0" presId="urn:microsoft.com/office/officeart/2005/8/layout/process3"/>
    <dgm:cxn modelId="{30649220-3918-46F4-AEAD-0B27B822AC25}" type="presOf" srcId="{6BFF2DEF-804A-4DE9-84DF-06435D987F7A}" destId="{0B3D7EED-086F-4301-97ED-FA5D87C5FCE5}" srcOrd="1" destOrd="0" presId="urn:microsoft.com/office/officeart/2005/8/layout/process3"/>
    <dgm:cxn modelId="{7215C0A1-6430-465F-BFDD-DE25426627F6}" type="presOf" srcId="{126E94A2-55A4-4432-BB3A-6BB42F969E80}" destId="{D82B2254-5539-4D69-ABD5-EA5C0A31514A}" srcOrd="0" destOrd="5" presId="urn:microsoft.com/office/officeart/2005/8/layout/process3"/>
    <dgm:cxn modelId="{3AE50921-1D89-49CB-9FD7-6409C51D5A3A}" srcId="{6BFF2DEF-804A-4DE9-84DF-06435D987F7A}" destId="{7E2ACB7C-7F33-4CDC-A43B-C927DA9FF484}" srcOrd="0" destOrd="0" parTransId="{ACD674C0-A7A6-415B-976A-BEE44C110C6C}" sibTransId="{31CDF268-9F2E-4D2A-BB0F-344647B40DCF}"/>
    <dgm:cxn modelId="{3D9720D2-F2D4-4988-A4D9-0E867B7A35A1}" srcId="{8B7C9B06-E473-438C-945D-F20763DB7BBA}" destId="{6BFF2DEF-804A-4DE9-84DF-06435D987F7A}" srcOrd="2" destOrd="0" parTransId="{5E6A1D84-4E5F-4ABD-9D9C-E3074CB0B3E7}" sibTransId="{EB98C3AE-C8E7-4649-9EDE-407A4BA3073E}"/>
    <dgm:cxn modelId="{BF1AED54-C397-4A6C-9366-3FAA3384160A}" srcId="{F0F3B5CD-2E33-4983-9B61-307BE3E9480E}" destId="{01905D1F-11B5-4791-93A7-5A0B260F2068}" srcOrd="4" destOrd="0" parTransId="{78ED9F30-9224-4130-9DC3-691D6E35D643}" sibTransId="{19D94ECE-7C88-471A-92DC-614E4E4D05ED}"/>
    <dgm:cxn modelId="{9E6FD75D-0747-4A0B-ABF8-EB2A783573CE}" type="presParOf" srcId="{855F474D-08FA-47D2-9005-B13E1CD32000}" destId="{DFF066C7-1F5D-4AD8-84DD-78DD8BC68C4D}" srcOrd="0" destOrd="0" presId="urn:microsoft.com/office/officeart/2005/8/layout/process3"/>
    <dgm:cxn modelId="{BED42124-11A2-4301-BFC1-B3F87259FAE2}" type="presParOf" srcId="{DFF066C7-1F5D-4AD8-84DD-78DD8BC68C4D}" destId="{710DA16C-5C97-402A-916B-1112D857BDE0}" srcOrd="0" destOrd="0" presId="urn:microsoft.com/office/officeart/2005/8/layout/process3"/>
    <dgm:cxn modelId="{94E7D005-7C36-4DD4-900C-4D00E4CD2E57}" type="presParOf" srcId="{DFF066C7-1F5D-4AD8-84DD-78DD8BC68C4D}" destId="{A5A9FC68-5B11-4CE3-9AFB-C8D7505D6A4A}" srcOrd="1" destOrd="0" presId="urn:microsoft.com/office/officeart/2005/8/layout/process3"/>
    <dgm:cxn modelId="{F3710C45-9C10-4537-BE02-E94714AAAA90}" type="presParOf" srcId="{DFF066C7-1F5D-4AD8-84DD-78DD8BC68C4D}" destId="{8280ABBA-F9B0-4E64-83CC-943124187F01}" srcOrd="2" destOrd="0" presId="urn:microsoft.com/office/officeart/2005/8/layout/process3"/>
    <dgm:cxn modelId="{2638E1C8-2F07-4D5A-9588-D5579A62528B}" type="presParOf" srcId="{855F474D-08FA-47D2-9005-B13E1CD32000}" destId="{5DC405B7-A6DA-4DCD-9BDD-809E9BCA9EFD}" srcOrd="1" destOrd="0" presId="urn:microsoft.com/office/officeart/2005/8/layout/process3"/>
    <dgm:cxn modelId="{DBD2B99B-E4F5-486F-A905-BE710878FCCC}" type="presParOf" srcId="{5DC405B7-A6DA-4DCD-9BDD-809E9BCA9EFD}" destId="{20F86021-B4DB-4A36-B8C1-B4C08C284CDB}" srcOrd="0" destOrd="0" presId="urn:microsoft.com/office/officeart/2005/8/layout/process3"/>
    <dgm:cxn modelId="{4779F1C6-7253-4120-AC5B-CA4B4D40E8A2}" type="presParOf" srcId="{855F474D-08FA-47D2-9005-B13E1CD32000}" destId="{ABCF7E71-45ED-4F8D-A358-46AA99F6915D}" srcOrd="2" destOrd="0" presId="urn:microsoft.com/office/officeart/2005/8/layout/process3"/>
    <dgm:cxn modelId="{A4198C00-1958-4FE0-9936-ECC9A56CEFC7}" type="presParOf" srcId="{ABCF7E71-45ED-4F8D-A358-46AA99F6915D}" destId="{D7D7E2B6-4F38-41D9-8E9F-CF8D7F8363A3}" srcOrd="0" destOrd="0" presId="urn:microsoft.com/office/officeart/2005/8/layout/process3"/>
    <dgm:cxn modelId="{3DC8088B-5523-4E8E-89F2-62FC5DADD0AA}" type="presParOf" srcId="{ABCF7E71-45ED-4F8D-A358-46AA99F6915D}" destId="{FB0B0490-83E0-4BF7-BAE0-C8F14D060BC2}" srcOrd="1" destOrd="0" presId="urn:microsoft.com/office/officeart/2005/8/layout/process3"/>
    <dgm:cxn modelId="{9171F9D9-EE9B-42BF-BFB7-27E17C5BBB45}" type="presParOf" srcId="{ABCF7E71-45ED-4F8D-A358-46AA99F6915D}" destId="{9C824BA2-8EEF-4122-9816-6AB69FC52936}" srcOrd="2" destOrd="0" presId="urn:microsoft.com/office/officeart/2005/8/layout/process3"/>
    <dgm:cxn modelId="{8B9B89BF-A28A-4406-82F9-9FFD104DD412}" type="presParOf" srcId="{855F474D-08FA-47D2-9005-B13E1CD32000}" destId="{0FCDD456-B137-469C-871A-858E3B3DB306}" srcOrd="3" destOrd="0" presId="urn:microsoft.com/office/officeart/2005/8/layout/process3"/>
    <dgm:cxn modelId="{A22122C0-C410-4ADB-AB5D-66B72E1DCE26}" type="presParOf" srcId="{0FCDD456-B137-469C-871A-858E3B3DB306}" destId="{2F637C27-6CFD-49BE-9DF1-1A8B30A1F251}" srcOrd="0" destOrd="0" presId="urn:microsoft.com/office/officeart/2005/8/layout/process3"/>
    <dgm:cxn modelId="{FF2F3F1E-5513-48E5-971F-A0756938764B}" type="presParOf" srcId="{855F474D-08FA-47D2-9005-B13E1CD32000}" destId="{22A2A525-FC74-461B-989D-C131627B7A54}" srcOrd="4" destOrd="0" presId="urn:microsoft.com/office/officeart/2005/8/layout/process3"/>
    <dgm:cxn modelId="{467A4F96-4D27-4A8D-8348-D9DFA5CC30DC}" type="presParOf" srcId="{22A2A525-FC74-461B-989D-C131627B7A54}" destId="{6FA92802-DFBF-4651-B08A-EEE8721D2D7F}" srcOrd="0" destOrd="0" presId="urn:microsoft.com/office/officeart/2005/8/layout/process3"/>
    <dgm:cxn modelId="{40607D3C-D1E6-4C90-AACD-25CD02E14AE6}" type="presParOf" srcId="{22A2A525-FC74-461B-989D-C131627B7A54}" destId="{0B3D7EED-086F-4301-97ED-FA5D87C5FCE5}" srcOrd="1" destOrd="0" presId="urn:microsoft.com/office/officeart/2005/8/layout/process3"/>
    <dgm:cxn modelId="{417F0A09-40E1-4457-A263-BB2AABF16194}" type="presParOf" srcId="{22A2A525-FC74-461B-989D-C131627B7A54}" destId="{D82B2254-5539-4D69-ABD5-EA5C0A31514A}" srcOrd="2" destOrd="0" presId="urn:microsoft.com/office/officeart/2005/8/layout/process3"/>
    <dgm:cxn modelId="{FC40E078-EDEE-4D39-A460-AEFE15E837D1}" type="presParOf" srcId="{855F474D-08FA-47D2-9005-B13E1CD32000}" destId="{479DB25E-D525-4866-8502-22793C645F41}" srcOrd="5" destOrd="0" presId="urn:microsoft.com/office/officeart/2005/8/layout/process3"/>
    <dgm:cxn modelId="{DF7D546D-6B18-43B6-A77A-173E58114AB7}" type="presParOf" srcId="{479DB25E-D525-4866-8502-22793C645F41}" destId="{0F452940-00FA-429E-8135-0F1986F898F7}" srcOrd="0" destOrd="0" presId="urn:microsoft.com/office/officeart/2005/8/layout/process3"/>
    <dgm:cxn modelId="{003379B3-959C-4D42-A6CC-0EFC3F7D80D0}" type="presParOf" srcId="{855F474D-08FA-47D2-9005-B13E1CD32000}" destId="{B2FC790B-0473-4640-9008-1C57B51B041B}" srcOrd="6" destOrd="0" presId="urn:microsoft.com/office/officeart/2005/8/layout/process3"/>
    <dgm:cxn modelId="{1BD72C8F-65E6-4603-913F-68EFC955D7E7}" type="presParOf" srcId="{B2FC790B-0473-4640-9008-1C57B51B041B}" destId="{2817902C-340A-4417-9465-CC1DF774CC40}" srcOrd="0" destOrd="0" presId="urn:microsoft.com/office/officeart/2005/8/layout/process3"/>
    <dgm:cxn modelId="{84F6D0AE-8997-46A2-9C53-8059C66F632F}" type="presParOf" srcId="{B2FC790B-0473-4640-9008-1C57B51B041B}" destId="{E52DFBA5-C392-4974-B2D6-B0AE0B3BBA3D}" srcOrd="1" destOrd="0" presId="urn:microsoft.com/office/officeart/2005/8/layout/process3"/>
    <dgm:cxn modelId="{8C289C03-9FCA-464F-9258-3633A91E7E31}" type="presParOf" srcId="{B2FC790B-0473-4640-9008-1C57B51B041B}" destId="{C5BE0681-E983-47D7-B613-24280DEED56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531E3A-66A5-4F31-A7B2-64E275F03289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5989A5-53C8-45A5-AF2B-BCB8C16C56C3}">
      <dgm:prSet phldrT="[Text]"/>
      <dgm:spPr/>
      <dgm:t>
        <a:bodyPr/>
        <a:lstStyle/>
        <a:p>
          <a:r>
            <a:rPr lang="en-US" dirty="0" smtClean="0"/>
            <a:t>2019Q1</a:t>
          </a:r>
          <a:endParaRPr lang="en-US" dirty="0"/>
        </a:p>
      </dgm:t>
    </dgm:pt>
    <dgm:pt modelId="{C2B9F2D9-A8BA-493A-91EE-7611EF5277C1}" type="parTrans" cxnId="{0DED3AEE-DA86-4F9C-93ED-D5B37B847141}">
      <dgm:prSet/>
      <dgm:spPr/>
      <dgm:t>
        <a:bodyPr/>
        <a:lstStyle/>
        <a:p>
          <a:endParaRPr lang="en-US"/>
        </a:p>
      </dgm:t>
    </dgm:pt>
    <dgm:pt modelId="{5B21F0C7-7B07-4A1A-A417-CA21D5A50265}" type="sibTrans" cxnId="{0DED3AEE-DA86-4F9C-93ED-D5B37B847141}">
      <dgm:prSet/>
      <dgm:spPr/>
      <dgm:t>
        <a:bodyPr/>
        <a:lstStyle/>
        <a:p>
          <a:endParaRPr lang="en-US"/>
        </a:p>
      </dgm:t>
    </dgm:pt>
    <dgm:pt modelId="{6AA7AD29-2B3C-4A92-9F05-3A0117C7FC8E}">
      <dgm:prSet phldrT="[Text]"/>
      <dgm:spPr/>
      <dgm:t>
        <a:bodyPr/>
        <a:lstStyle/>
        <a:p>
          <a:r>
            <a:rPr lang="en-US" dirty="0" smtClean="0"/>
            <a:t>Dev. Workflow</a:t>
          </a:r>
          <a:endParaRPr lang="en-US" dirty="0"/>
        </a:p>
      </dgm:t>
    </dgm:pt>
    <dgm:pt modelId="{A9ECDE9F-73A6-44DC-9888-13DD50382EBE}" type="parTrans" cxnId="{BE59B9B7-5B31-4A67-A589-EAC9B4F54101}">
      <dgm:prSet/>
      <dgm:spPr/>
      <dgm:t>
        <a:bodyPr/>
        <a:lstStyle/>
        <a:p>
          <a:endParaRPr lang="en-US"/>
        </a:p>
      </dgm:t>
    </dgm:pt>
    <dgm:pt modelId="{D44AED61-98FA-441E-95D7-94BE85F41AE1}" type="sibTrans" cxnId="{BE59B9B7-5B31-4A67-A589-EAC9B4F54101}">
      <dgm:prSet/>
      <dgm:spPr/>
      <dgm:t>
        <a:bodyPr/>
        <a:lstStyle/>
        <a:p>
          <a:endParaRPr lang="en-US"/>
        </a:p>
      </dgm:t>
    </dgm:pt>
    <dgm:pt modelId="{44F6DC98-14CC-45A2-8F22-98C1DECDD563}">
      <dgm:prSet phldrT="[Text]"/>
      <dgm:spPr/>
      <dgm:t>
        <a:bodyPr/>
        <a:lstStyle/>
        <a:p>
          <a:r>
            <a:rPr lang="en-US" dirty="0" smtClean="0"/>
            <a:t>2019Q2</a:t>
          </a:r>
          <a:endParaRPr lang="en-US" dirty="0"/>
        </a:p>
      </dgm:t>
    </dgm:pt>
    <dgm:pt modelId="{455D3240-C6A6-4B94-AD8C-E3E84B3174DC}" type="parTrans" cxnId="{6DFEDF43-9652-4DC8-9CEC-0E5C8AA17A1C}">
      <dgm:prSet/>
      <dgm:spPr/>
      <dgm:t>
        <a:bodyPr/>
        <a:lstStyle/>
        <a:p>
          <a:endParaRPr lang="en-US"/>
        </a:p>
      </dgm:t>
    </dgm:pt>
    <dgm:pt modelId="{F527E7F9-E4A0-4BCC-BBDB-70DC14D83BF2}" type="sibTrans" cxnId="{6DFEDF43-9652-4DC8-9CEC-0E5C8AA17A1C}">
      <dgm:prSet/>
      <dgm:spPr/>
      <dgm:t>
        <a:bodyPr/>
        <a:lstStyle/>
        <a:p>
          <a:endParaRPr lang="en-US"/>
        </a:p>
      </dgm:t>
    </dgm:pt>
    <dgm:pt modelId="{D07AA196-05B2-4D72-9E2F-50A818030159}">
      <dgm:prSet phldrT="[Text]"/>
      <dgm:spPr/>
      <dgm:t>
        <a:bodyPr/>
        <a:lstStyle/>
        <a:p>
          <a:r>
            <a:rPr lang="en-US" dirty="0" smtClean="0"/>
            <a:t>Unit Testing</a:t>
          </a:r>
          <a:endParaRPr lang="en-US" dirty="0"/>
        </a:p>
      </dgm:t>
    </dgm:pt>
    <dgm:pt modelId="{3019B4E2-430D-4911-8A41-EF665369FED2}" type="parTrans" cxnId="{6C791A9C-A64B-45C9-BDF3-D3A2D92ADE15}">
      <dgm:prSet/>
      <dgm:spPr/>
      <dgm:t>
        <a:bodyPr/>
        <a:lstStyle/>
        <a:p>
          <a:endParaRPr lang="en-US"/>
        </a:p>
      </dgm:t>
    </dgm:pt>
    <dgm:pt modelId="{1B7598AC-521F-496F-AC50-801C5E4C5136}" type="sibTrans" cxnId="{6C791A9C-A64B-45C9-BDF3-D3A2D92ADE15}">
      <dgm:prSet/>
      <dgm:spPr/>
      <dgm:t>
        <a:bodyPr/>
        <a:lstStyle/>
        <a:p>
          <a:endParaRPr lang="en-US"/>
        </a:p>
      </dgm:t>
    </dgm:pt>
    <dgm:pt modelId="{3671AC72-1704-4335-896C-3006F6D8BC8C}">
      <dgm:prSet phldrT="[Text]"/>
      <dgm:spPr/>
      <dgm:t>
        <a:bodyPr/>
        <a:lstStyle/>
        <a:p>
          <a:r>
            <a:rPr lang="en-US" dirty="0" smtClean="0"/>
            <a:t>2019Q3</a:t>
          </a:r>
          <a:endParaRPr lang="en-US" dirty="0"/>
        </a:p>
      </dgm:t>
    </dgm:pt>
    <dgm:pt modelId="{9906A7FF-E2D1-4968-87DE-20CB6E896046}" type="parTrans" cxnId="{C294BA77-79BF-4EE7-9F06-BE8077F6958A}">
      <dgm:prSet/>
      <dgm:spPr/>
      <dgm:t>
        <a:bodyPr/>
        <a:lstStyle/>
        <a:p>
          <a:endParaRPr lang="en-US"/>
        </a:p>
      </dgm:t>
    </dgm:pt>
    <dgm:pt modelId="{FCF11A55-809D-4DE2-9EE8-902A595F0B1B}" type="sibTrans" cxnId="{C294BA77-79BF-4EE7-9F06-BE8077F6958A}">
      <dgm:prSet/>
      <dgm:spPr/>
      <dgm:t>
        <a:bodyPr/>
        <a:lstStyle/>
        <a:p>
          <a:endParaRPr lang="en-US"/>
        </a:p>
      </dgm:t>
    </dgm:pt>
    <dgm:pt modelId="{9140737F-2E1D-460F-9302-AA8A354C40F5}">
      <dgm:prSet phldrT="[Text]"/>
      <dgm:spPr/>
      <dgm:t>
        <a:bodyPr/>
        <a:lstStyle/>
        <a:p>
          <a:r>
            <a:rPr lang="en-US" dirty="0" smtClean="0"/>
            <a:t>Environment consistency</a:t>
          </a:r>
          <a:endParaRPr lang="en-US" dirty="0"/>
        </a:p>
      </dgm:t>
    </dgm:pt>
    <dgm:pt modelId="{CCCEC578-2A05-4242-B4B2-26E716D948FA}" type="parTrans" cxnId="{FD7D77EC-DFC2-457D-93CC-35607C2B9766}">
      <dgm:prSet/>
      <dgm:spPr/>
      <dgm:t>
        <a:bodyPr/>
        <a:lstStyle/>
        <a:p>
          <a:endParaRPr lang="en-US"/>
        </a:p>
      </dgm:t>
    </dgm:pt>
    <dgm:pt modelId="{10DAC462-6AB0-4DDB-9037-280E9DF09CCF}" type="sibTrans" cxnId="{FD7D77EC-DFC2-457D-93CC-35607C2B9766}">
      <dgm:prSet/>
      <dgm:spPr/>
      <dgm:t>
        <a:bodyPr/>
        <a:lstStyle/>
        <a:p>
          <a:endParaRPr lang="en-US"/>
        </a:p>
      </dgm:t>
    </dgm:pt>
    <dgm:pt modelId="{A5554F6A-0668-428C-855F-407456A913CF}">
      <dgm:prSet phldrT="[Text]"/>
      <dgm:spPr/>
      <dgm:t>
        <a:bodyPr/>
        <a:lstStyle/>
        <a:p>
          <a:r>
            <a:rPr lang="en-US" dirty="0" smtClean="0"/>
            <a:t>2020Q1</a:t>
          </a:r>
          <a:endParaRPr lang="en-US" dirty="0"/>
        </a:p>
      </dgm:t>
    </dgm:pt>
    <dgm:pt modelId="{D5CB59F4-48E3-454F-BAF5-1A0DBE1BB48A}" type="parTrans" cxnId="{E60CDF68-33D1-4BF1-A3D1-19DA20E943CD}">
      <dgm:prSet/>
      <dgm:spPr/>
      <dgm:t>
        <a:bodyPr/>
        <a:lstStyle/>
        <a:p>
          <a:endParaRPr lang="en-US"/>
        </a:p>
      </dgm:t>
    </dgm:pt>
    <dgm:pt modelId="{4BADF22B-EAFC-407F-A0E0-C46928BAC146}" type="sibTrans" cxnId="{E60CDF68-33D1-4BF1-A3D1-19DA20E943CD}">
      <dgm:prSet/>
      <dgm:spPr/>
      <dgm:t>
        <a:bodyPr/>
        <a:lstStyle/>
        <a:p>
          <a:endParaRPr lang="en-US"/>
        </a:p>
      </dgm:t>
    </dgm:pt>
    <dgm:pt modelId="{364C2D22-CB13-462C-917C-174DBE09DACE}">
      <dgm:prSet phldrT="[Text]"/>
      <dgm:spPr/>
      <dgm:t>
        <a:bodyPr/>
        <a:lstStyle/>
        <a:p>
          <a:r>
            <a:rPr lang="en-US" dirty="0" smtClean="0"/>
            <a:t>Automated review</a:t>
          </a:r>
          <a:endParaRPr lang="en-US" dirty="0"/>
        </a:p>
      </dgm:t>
    </dgm:pt>
    <dgm:pt modelId="{AC55ED31-5239-4EE1-B96D-2CF72D150FCB}" type="parTrans" cxnId="{33FAE9CA-09CB-474F-BDE8-EA0DC2C61CFB}">
      <dgm:prSet/>
      <dgm:spPr/>
      <dgm:t>
        <a:bodyPr/>
        <a:lstStyle/>
        <a:p>
          <a:endParaRPr lang="en-US"/>
        </a:p>
      </dgm:t>
    </dgm:pt>
    <dgm:pt modelId="{0F1708C7-B32B-457C-AD32-9CF4AA62F747}" type="sibTrans" cxnId="{33FAE9CA-09CB-474F-BDE8-EA0DC2C61CFB}">
      <dgm:prSet/>
      <dgm:spPr/>
      <dgm:t>
        <a:bodyPr/>
        <a:lstStyle/>
        <a:p>
          <a:endParaRPr lang="en-US"/>
        </a:p>
      </dgm:t>
    </dgm:pt>
    <dgm:pt modelId="{C5FB88EA-48BC-4991-8BBD-BE3FA72B5E12}">
      <dgm:prSet phldrT="[Text]"/>
      <dgm:spPr/>
      <dgm:t>
        <a:bodyPr/>
        <a:lstStyle/>
        <a:p>
          <a:r>
            <a:rPr lang="en-US" dirty="0" smtClean="0"/>
            <a:t>2020Q3</a:t>
          </a:r>
          <a:endParaRPr lang="en-US" dirty="0"/>
        </a:p>
      </dgm:t>
    </dgm:pt>
    <dgm:pt modelId="{955F5BE6-35AF-457B-9497-316145D4EAE5}" type="parTrans" cxnId="{8A5AEF96-3AA1-4CC9-9C9B-E98D38D52FF0}">
      <dgm:prSet/>
      <dgm:spPr/>
      <dgm:t>
        <a:bodyPr/>
        <a:lstStyle/>
        <a:p>
          <a:endParaRPr lang="en-US"/>
        </a:p>
      </dgm:t>
    </dgm:pt>
    <dgm:pt modelId="{9FBB9D7C-6E31-4F81-BFD8-D47F7906CD3C}" type="sibTrans" cxnId="{8A5AEF96-3AA1-4CC9-9C9B-E98D38D52FF0}">
      <dgm:prSet/>
      <dgm:spPr/>
      <dgm:t>
        <a:bodyPr/>
        <a:lstStyle/>
        <a:p>
          <a:endParaRPr lang="en-US"/>
        </a:p>
      </dgm:t>
    </dgm:pt>
    <dgm:pt modelId="{002CE352-8B99-4BC3-8F25-C8FF3710C058}">
      <dgm:prSet phldrT="[Text]"/>
      <dgm:spPr/>
      <dgm:t>
        <a:bodyPr/>
        <a:lstStyle/>
        <a:p>
          <a:r>
            <a:rPr lang="en-US" dirty="0" smtClean="0"/>
            <a:t>Coverage reports</a:t>
          </a:r>
          <a:endParaRPr lang="en-US" dirty="0"/>
        </a:p>
      </dgm:t>
    </dgm:pt>
    <dgm:pt modelId="{3FB64BFF-E18D-4970-94AD-54201BF73C78}" type="parTrans" cxnId="{CADCF6A7-8ECC-4B6C-A348-2C6C42A5D6E0}">
      <dgm:prSet/>
      <dgm:spPr/>
      <dgm:t>
        <a:bodyPr/>
        <a:lstStyle/>
        <a:p>
          <a:endParaRPr lang="en-US"/>
        </a:p>
      </dgm:t>
    </dgm:pt>
    <dgm:pt modelId="{48889EB5-37D4-430E-8E21-17FAACFD706A}" type="sibTrans" cxnId="{CADCF6A7-8ECC-4B6C-A348-2C6C42A5D6E0}">
      <dgm:prSet/>
      <dgm:spPr/>
      <dgm:t>
        <a:bodyPr/>
        <a:lstStyle/>
        <a:p>
          <a:endParaRPr lang="en-US"/>
        </a:p>
      </dgm:t>
    </dgm:pt>
    <dgm:pt modelId="{BC24DB34-197B-4C71-87E1-0738F3D72675}">
      <dgm:prSet phldrT="[Text]"/>
      <dgm:spPr/>
      <dgm:t>
        <a:bodyPr/>
        <a:lstStyle/>
        <a:p>
          <a:r>
            <a:rPr lang="en-US" dirty="0" smtClean="0"/>
            <a:t>2020Q4</a:t>
          </a:r>
          <a:endParaRPr lang="en-US" dirty="0"/>
        </a:p>
      </dgm:t>
    </dgm:pt>
    <dgm:pt modelId="{2C02EAB0-0628-474C-927D-AFB781C78880}" type="parTrans" cxnId="{C279AE75-B869-4E8B-BE6D-647AA44EED1C}">
      <dgm:prSet/>
      <dgm:spPr/>
      <dgm:t>
        <a:bodyPr/>
        <a:lstStyle/>
        <a:p>
          <a:endParaRPr lang="en-US"/>
        </a:p>
      </dgm:t>
    </dgm:pt>
    <dgm:pt modelId="{F5EB5C19-AF85-4E96-8204-E9D642C73F69}" type="sibTrans" cxnId="{C279AE75-B869-4E8B-BE6D-647AA44EED1C}">
      <dgm:prSet/>
      <dgm:spPr/>
      <dgm:t>
        <a:bodyPr/>
        <a:lstStyle/>
        <a:p>
          <a:endParaRPr lang="en-US"/>
        </a:p>
      </dgm:t>
    </dgm:pt>
    <dgm:pt modelId="{E805E810-8669-4336-9EFD-DBE68B8823D5}">
      <dgm:prSet phldrT="[Text]"/>
      <dgm:spPr/>
      <dgm:t>
        <a:bodyPr/>
        <a:lstStyle/>
        <a:p>
          <a:r>
            <a:rPr lang="en-US" dirty="0" smtClean="0"/>
            <a:t>CI – Level 1</a:t>
          </a:r>
          <a:endParaRPr lang="en-US" dirty="0"/>
        </a:p>
      </dgm:t>
    </dgm:pt>
    <dgm:pt modelId="{9C81B478-358B-43A9-8611-AA8EC57F5EA5}" type="parTrans" cxnId="{9EFF2B8F-7BC9-4539-9794-D5C23F9FC53E}">
      <dgm:prSet/>
      <dgm:spPr/>
      <dgm:t>
        <a:bodyPr/>
        <a:lstStyle/>
        <a:p>
          <a:endParaRPr lang="en-US"/>
        </a:p>
      </dgm:t>
    </dgm:pt>
    <dgm:pt modelId="{CEB84E5E-3B3F-447F-BC3C-68D0D56AABFB}" type="sibTrans" cxnId="{9EFF2B8F-7BC9-4539-9794-D5C23F9FC53E}">
      <dgm:prSet/>
      <dgm:spPr/>
      <dgm:t>
        <a:bodyPr/>
        <a:lstStyle/>
        <a:p>
          <a:endParaRPr lang="en-US"/>
        </a:p>
      </dgm:t>
    </dgm:pt>
    <dgm:pt modelId="{0978513D-D423-4684-AB9E-C937D696FC6F}">
      <dgm:prSet phldrT="[Text]"/>
      <dgm:spPr/>
      <dgm:t>
        <a:bodyPr/>
        <a:lstStyle/>
        <a:p>
          <a:r>
            <a:rPr lang="en-US" dirty="0" smtClean="0"/>
            <a:t>CD – Level 0</a:t>
          </a:r>
          <a:endParaRPr lang="en-US" dirty="0"/>
        </a:p>
      </dgm:t>
    </dgm:pt>
    <dgm:pt modelId="{F0B50EB9-CFBC-464F-967C-5753E3921AE8}" type="parTrans" cxnId="{986F68CF-ED12-4F12-9B8D-200A0CD422D8}">
      <dgm:prSet/>
      <dgm:spPr/>
      <dgm:t>
        <a:bodyPr/>
        <a:lstStyle/>
        <a:p>
          <a:endParaRPr lang="en-US"/>
        </a:p>
      </dgm:t>
    </dgm:pt>
    <dgm:pt modelId="{B88BEB41-3F4A-4637-9704-2FB7474E0D01}" type="sibTrans" cxnId="{986F68CF-ED12-4F12-9B8D-200A0CD422D8}">
      <dgm:prSet/>
      <dgm:spPr/>
      <dgm:t>
        <a:bodyPr/>
        <a:lstStyle/>
        <a:p>
          <a:endParaRPr lang="en-US"/>
        </a:p>
      </dgm:t>
    </dgm:pt>
    <dgm:pt modelId="{00AA817B-CB5C-4859-9795-79A411E2B7F6}">
      <dgm:prSet phldrT="[Text]"/>
      <dgm:spPr/>
      <dgm:t>
        <a:bodyPr/>
        <a:lstStyle/>
        <a:p>
          <a:r>
            <a:rPr lang="en-US" dirty="0" smtClean="0"/>
            <a:t>Peer review</a:t>
          </a:r>
          <a:endParaRPr lang="en-US" dirty="0"/>
        </a:p>
      </dgm:t>
    </dgm:pt>
    <dgm:pt modelId="{92AE3C09-6C16-4F09-88E6-57CDE9792A74}" type="parTrans" cxnId="{7BD54477-F4A2-42A5-A1B9-086478DC2125}">
      <dgm:prSet/>
      <dgm:spPr/>
      <dgm:t>
        <a:bodyPr/>
        <a:lstStyle/>
        <a:p>
          <a:endParaRPr lang="en-US"/>
        </a:p>
      </dgm:t>
    </dgm:pt>
    <dgm:pt modelId="{D7B4DC1B-41AA-42A4-AD5D-031F32F888A2}" type="sibTrans" cxnId="{7BD54477-F4A2-42A5-A1B9-086478DC2125}">
      <dgm:prSet/>
      <dgm:spPr/>
      <dgm:t>
        <a:bodyPr/>
        <a:lstStyle/>
        <a:p>
          <a:endParaRPr lang="en-US"/>
        </a:p>
      </dgm:t>
    </dgm:pt>
    <dgm:pt modelId="{781D0DDD-2C11-4819-9ED0-CEDA7B1BC733}">
      <dgm:prSet phldrT="[Text]"/>
      <dgm:spPr/>
      <dgm:t>
        <a:bodyPr/>
        <a:lstStyle/>
        <a:p>
          <a:r>
            <a:rPr lang="en-US" dirty="0" smtClean="0"/>
            <a:t>Build Management</a:t>
          </a:r>
          <a:endParaRPr lang="en-US" dirty="0"/>
        </a:p>
      </dgm:t>
    </dgm:pt>
    <dgm:pt modelId="{3D26B162-73D8-4498-8A0A-2B6502D0B47F}" type="parTrans" cxnId="{F5E2B53F-2BF5-4AA4-86A5-527EBE21328E}">
      <dgm:prSet/>
      <dgm:spPr/>
      <dgm:t>
        <a:bodyPr/>
        <a:lstStyle/>
        <a:p>
          <a:endParaRPr lang="en-US"/>
        </a:p>
      </dgm:t>
    </dgm:pt>
    <dgm:pt modelId="{99699A10-8754-4984-BFF3-29231D7DA44A}" type="sibTrans" cxnId="{F5E2B53F-2BF5-4AA4-86A5-527EBE21328E}">
      <dgm:prSet/>
      <dgm:spPr/>
      <dgm:t>
        <a:bodyPr/>
        <a:lstStyle/>
        <a:p>
          <a:endParaRPr lang="en-US"/>
        </a:p>
      </dgm:t>
    </dgm:pt>
    <dgm:pt modelId="{CF32D4C4-20EA-4A5D-9ACA-60E896A9ED2C}">
      <dgm:prSet phldrT="[Text]"/>
      <dgm:spPr/>
      <dgm:t>
        <a:bodyPr/>
        <a:lstStyle/>
        <a:p>
          <a:r>
            <a:rPr lang="en-US" dirty="0" smtClean="0"/>
            <a:t>Performance Testing</a:t>
          </a:r>
          <a:endParaRPr lang="en-US" dirty="0"/>
        </a:p>
      </dgm:t>
    </dgm:pt>
    <dgm:pt modelId="{F78854EF-A132-40F9-A2BC-247553302E34}" type="parTrans" cxnId="{47228E57-E289-4C89-9096-9CEE574B0626}">
      <dgm:prSet/>
      <dgm:spPr/>
      <dgm:t>
        <a:bodyPr/>
        <a:lstStyle/>
        <a:p>
          <a:endParaRPr lang="en-US"/>
        </a:p>
      </dgm:t>
    </dgm:pt>
    <dgm:pt modelId="{717A76CB-EFB6-44CC-824A-9F04957236BF}" type="sibTrans" cxnId="{47228E57-E289-4C89-9096-9CEE574B0626}">
      <dgm:prSet/>
      <dgm:spPr/>
      <dgm:t>
        <a:bodyPr/>
        <a:lstStyle/>
        <a:p>
          <a:endParaRPr lang="en-US"/>
        </a:p>
      </dgm:t>
    </dgm:pt>
    <dgm:pt modelId="{625A7153-9BBA-44F7-9C57-0271F45BE085}">
      <dgm:prSet phldrT="[Text]"/>
      <dgm:spPr/>
      <dgm:t>
        <a:bodyPr/>
        <a:lstStyle/>
        <a:p>
          <a:r>
            <a:rPr lang="en-US" dirty="0" smtClean="0"/>
            <a:t>DB version control</a:t>
          </a:r>
          <a:endParaRPr lang="en-US" dirty="0"/>
        </a:p>
      </dgm:t>
    </dgm:pt>
    <dgm:pt modelId="{D710BB97-353A-413E-AD35-791E6DB50D91}" type="parTrans" cxnId="{E68C7158-DBC4-4D06-817F-32E5EB490E1C}">
      <dgm:prSet/>
      <dgm:spPr/>
      <dgm:t>
        <a:bodyPr/>
        <a:lstStyle/>
        <a:p>
          <a:endParaRPr lang="en-US"/>
        </a:p>
      </dgm:t>
    </dgm:pt>
    <dgm:pt modelId="{28A8475A-E335-488D-B2B7-AF60D52F45D2}" type="sibTrans" cxnId="{E68C7158-DBC4-4D06-817F-32E5EB490E1C}">
      <dgm:prSet/>
      <dgm:spPr/>
      <dgm:t>
        <a:bodyPr/>
        <a:lstStyle/>
        <a:p>
          <a:endParaRPr lang="en-US"/>
        </a:p>
      </dgm:t>
    </dgm:pt>
    <dgm:pt modelId="{A66D9F9D-78EA-4346-8B4E-7CC021CB5837}" type="pres">
      <dgm:prSet presAssocID="{2E531E3A-66A5-4F31-A7B2-64E275F03289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7D955F7-646B-40C1-9A42-6E31FD8742A4}" type="pres">
      <dgm:prSet presAssocID="{2E531E3A-66A5-4F31-A7B2-64E275F03289}" presName="arrow" presStyleLbl="bgShp" presStyleIdx="0" presStyleCnt="1"/>
      <dgm:spPr/>
    </dgm:pt>
    <dgm:pt modelId="{7D6AC617-91D1-4B9B-ACA1-1332DEF0259D}" type="pres">
      <dgm:prSet presAssocID="{2E531E3A-66A5-4F31-A7B2-64E275F03289}" presName="linearProcess" presStyleCnt="0"/>
      <dgm:spPr/>
    </dgm:pt>
    <dgm:pt modelId="{5611B5C5-4912-4D96-892A-C03EAB2914D0}" type="pres">
      <dgm:prSet presAssocID="{D45989A5-53C8-45A5-AF2B-BCB8C16C56C3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BD94D4-6E5E-4FDF-9AA0-7C2C0B47EF1B}" type="pres">
      <dgm:prSet presAssocID="{5B21F0C7-7B07-4A1A-A417-CA21D5A50265}" presName="sibTrans" presStyleCnt="0"/>
      <dgm:spPr/>
    </dgm:pt>
    <dgm:pt modelId="{F2A7F279-5DD9-4E10-B904-66845501C63D}" type="pres">
      <dgm:prSet presAssocID="{44F6DC98-14CC-45A2-8F22-98C1DECDD563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35C300-2D00-47D7-A003-1A7ADDD39E80}" type="pres">
      <dgm:prSet presAssocID="{F527E7F9-E4A0-4BCC-BBDB-70DC14D83BF2}" presName="sibTrans" presStyleCnt="0"/>
      <dgm:spPr/>
    </dgm:pt>
    <dgm:pt modelId="{2C6DB398-9A8E-4AB7-B956-08E3CC9F7E14}" type="pres">
      <dgm:prSet presAssocID="{3671AC72-1704-4335-896C-3006F6D8BC8C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8F403F-2E8D-4ADC-A689-3529DA768FD8}" type="pres">
      <dgm:prSet presAssocID="{FCF11A55-809D-4DE2-9EE8-902A595F0B1B}" presName="sibTrans" presStyleCnt="0"/>
      <dgm:spPr/>
    </dgm:pt>
    <dgm:pt modelId="{C0CB6F1D-A875-4C15-A8AA-7F013B4398B6}" type="pres">
      <dgm:prSet presAssocID="{A5554F6A-0668-428C-855F-407456A913CF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D4D9D4-63A2-4236-9631-E4BCBDF66918}" type="pres">
      <dgm:prSet presAssocID="{4BADF22B-EAFC-407F-A0E0-C46928BAC146}" presName="sibTrans" presStyleCnt="0"/>
      <dgm:spPr/>
    </dgm:pt>
    <dgm:pt modelId="{C40E5BF7-BFC7-4806-8A43-1FFE793543CA}" type="pres">
      <dgm:prSet presAssocID="{C5FB88EA-48BC-4991-8BBD-BE3FA72B5E12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0EA76C-F8EE-4DCD-80C6-6335429DD29B}" type="pres">
      <dgm:prSet presAssocID="{9FBB9D7C-6E31-4F81-BFD8-D47F7906CD3C}" presName="sibTrans" presStyleCnt="0"/>
      <dgm:spPr/>
    </dgm:pt>
    <dgm:pt modelId="{AA033F50-8E23-4A06-868A-560EA2D3C4EF}" type="pres">
      <dgm:prSet presAssocID="{BC24DB34-197B-4C71-87E1-0738F3D72675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2CD4831-F565-46A7-86FA-4B25F679A81D}" type="presOf" srcId="{A5554F6A-0668-428C-855F-407456A913CF}" destId="{C0CB6F1D-A875-4C15-A8AA-7F013B4398B6}" srcOrd="0" destOrd="0" presId="urn:microsoft.com/office/officeart/2005/8/layout/hProcess9"/>
    <dgm:cxn modelId="{538E76C3-B6CB-4FF2-9A06-310FE46DD0B7}" type="presOf" srcId="{C5FB88EA-48BC-4991-8BBD-BE3FA72B5E12}" destId="{C40E5BF7-BFC7-4806-8A43-1FFE793543CA}" srcOrd="0" destOrd="0" presId="urn:microsoft.com/office/officeart/2005/8/layout/hProcess9"/>
    <dgm:cxn modelId="{72F709D8-F012-4D59-BF89-AE8D13A30201}" type="presOf" srcId="{D45989A5-53C8-45A5-AF2B-BCB8C16C56C3}" destId="{5611B5C5-4912-4D96-892A-C03EAB2914D0}" srcOrd="0" destOrd="0" presId="urn:microsoft.com/office/officeart/2005/8/layout/hProcess9"/>
    <dgm:cxn modelId="{C294BA77-79BF-4EE7-9F06-BE8077F6958A}" srcId="{2E531E3A-66A5-4F31-A7B2-64E275F03289}" destId="{3671AC72-1704-4335-896C-3006F6D8BC8C}" srcOrd="2" destOrd="0" parTransId="{9906A7FF-E2D1-4968-87DE-20CB6E896046}" sibTransId="{FCF11A55-809D-4DE2-9EE8-902A595F0B1B}"/>
    <dgm:cxn modelId="{0DED3AEE-DA86-4F9C-93ED-D5B37B847141}" srcId="{2E531E3A-66A5-4F31-A7B2-64E275F03289}" destId="{D45989A5-53C8-45A5-AF2B-BCB8C16C56C3}" srcOrd="0" destOrd="0" parTransId="{C2B9F2D9-A8BA-493A-91EE-7611EF5277C1}" sibTransId="{5B21F0C7-7B07-4A1A-A417-CA21D5A50265}"/>
    <dgm:cxn modelId="{72CF5B9B-5AC5-450D-90F8-71100F34A819}" type="presOf" srcId="{D07AA196-05B2-4D72-9E2F-50A818030159}" destId="{F2A7F279-5DD9-4E10-B904-66845501C63D}" srcOrd="0" destOrd="1" presId="urn:microsoft.com/office/officeart/2005/8/layout/hProcess9"/>
    <dgm:cxn modelId="{33FAE9CA-09CB-474F-BDE8-EA0DC2C61CFB}" srcId="{A5554F6A-0668-428C-855F-407456A913CF}" destId="{364C2D22-CB13-462C-917C-174DBE09DACE}" srcOrd="0" destOrd="0" parTransId="{AC55ED31-5239-4EE1-B96D-2CF72D150FCB}" sibTransId="{0F1708C7-B32B-457C-AD32-9CF4AA62F747}"/>
    <dgm:cxn modelId="{F5E2B53F-2BF5-4AA4-86A5-527EBE21328E}" srcId="{D45989A5-53C8-45A5-AF2B-BCB8C16C56C3}" destId="{781D0DDD-2C11-4819-9ED0-CEDA7B1BC733}" srcOrd="1" destOrd="0" parTransId="{3D26B162-73D8-4498-8A0A-2B6502D0B47F}" sibTransId="{99699A10-8754-4984-BFF3-29231D7DA44A}"/>
    <dgm:cxn modelId="{F9731DF2-C2D7-464B-8205-A04BF1BD8516}" type="presOf" srcId="{3671AC72-1704-4335-896C-3006F6D8BC8C}" destId="{2C6DB398-9A8E-4AB7-B956-08E3CC9F7E14}" srcOrd="0" destOrd="0" presId="urn:microsoft.com/office/officeart/2005/8/layout/hProcess9"/>
    <dgm:cxn modelId="{21FBB1B1-E8FF-419F-9B20-FE74A10F04CE}" type="presOf" srcId="{781D0DDD-2C11-4819-9ED0-CEDA7B1BC733}" destId="{5611B5C5-4912-4D96-892A-C03EAB2914D0}" srcOrd="0" destOrd="2" presId="urn:microsoft.com/office/officeart/2005/8/layout/hProcess9"/>
    <dgm:cxn modelId="{6C791A9C-A64B-45C9-BDF3-D3A2D92ADE15}" srcId="{44F6DC98-14CC-45A2-8F22-98C1DECDD563}" destId="{D07AA196-05B2-4D72-9E2F-50A818030159}" srcOrd="0" destOrd="0" parTransId="{3019B4E2-430D-4911-8A41-EF665369FED2}" sibTransId="{1B7598AC-521F-496F-AC50-801C5E4C5136}"/>
    <dgm:cxn modelId="{7BD54477-F4A2-42A5-A1B9-086478DC2125}" srcId="{C5FB88EA-48BC-4991-8BBD-BE3FA72B5E12}" destId="{00AA817B-CB5C-4859-9795-79A411E2B7F6}" srcOrd="0" destOrd="0" parTransId="{92AE3C09-6C16-4F09-88E6-57CDE9792A74}" sibTransId="{D7B4DC1B-41AA-42A4-AD5D-031F32F888A2}"/>
    <dgm:cxn modelId="{3E0BC044-EE2A-4256-AB2A-5CAD54AA80FA}" type="presOf" srcId="{00AA817B-CB5C-4859-9795-79A411E2B7F6}" destId="{C40E5BF7-BFC7-4806-8A43-1FFE793543CA}" srcOrd="0" destOrd="1" presId="urn:microsoft.com/office/officeart/2005/8/layout/hProcess9"/>
    <dgm:cxn modelId="{54A6FC95-6746-49C3-B0D6-255213B10983}" type="presOf" srcId="{E805E810-8669-4336-9EFD-DBE68B8823D5}" destId="{AA033F50-8E23-4A06-868A-560EA2D3C4EF}" srcOrd="0" destOrd="1" presId="urn:microsoft.com/office/officeart/2005/8/layout/hProcess9"/>
    <dgm:cxn modelId="{FD7D77EC-DFC2-457D-93CC-35607C2B9766}" srcId="{3671AC72-1704-4335-896C-3006F6D8BC8C}" destId="{9140737F-2E1D-460F-9302-AA8A354C40F5}" srcOrd="0" destOrd="0" parTransId="{CCCEC578-2A05-4242-B4B2-26E716D948FA}" sibTransId="{10DAC462-6AB0-4DDB-9037-280E9DF09CCF}"/>
    <dgm:cxn modelId="{36E16570-999A-4FB1-A145-4695E503A01E}" type="presOf" srcId="{6AA7AD29-2B3C-4A92-9F05-3A0117C7FC8E}" destId="{5611B5C5-4912-4D96-892A-C03EAB2914D0}" srcOrd="0" destOrd="1" presId="urn:microsoft.com/office/officeart/2005/8/layout/hProcess9"/>
    <dgm:cxn modelId="{8A5AEF96-3AA1-4CC9-9C9B-E98D38D52FF0}" srcId="{2E531E3A-66A5-4F31-A7B2-64E275F03289}" destId="{C5FB88EA-48BC-4991-8BBD-BE3FA72B5E12}" srcOrd="4" destOrd="0" parTransId="{955F5BE6-35AF-457B-9497-316145D4EAE5}" sibTransId="{9FBB9D7C-6E31-4F81-BFD8-D47F7906CD3C}"/>
    <dgm:cxn modelId="{3BEE4F17-C41E-4A18-B22B-DCD03A609383}" type="presOf" srcId="{9140737F-2E1D-460F-9302-AA8A354C40F5}" destId="{2C6DB398-9A8E-4AB7-B956-08E3CC9F7E14}" srcOrd="0" destOrd="1" presId="urn:microsoft.com/office/officeart/2005/8/layout/hProcess9"/>
    <dgm:cxn modelId="{4C9A645A-CCE1-4267-BE61-EBE00D11F86B}" type="presOf" srcId="{364C2D22-CB13-462C-917C-174DBE09DACE}" destId="{C0CB6F1D-A875-4C15-A8AA-7F013B4398B6}" srcOrd="0" destOrd="1" presId="urn:microsoft.com/office/officeart/2005/8/layout/hProcess9"/>
    <dgm:cxn modelId="{E68C7158-DBC4-4D06-817F-32E5EB490E1C}" srcId="{3671AC72-1704-4335-896C-3006F6D8BC8C}" destId="{625A7153-9BBA-44F7-9C57-0271F45BE085}" srcOrd="1" destOrd="0" parTransId="{D710BB97-353A-413E-AD35-791E6DB50D91}" sibTransId="{28A8475A-E335-488D-B2B7-AF60D52F45D2}"/>
    <dgm:cxn modelId="{3F043C27-C4FA-4F3A-9B84-63760D02CDBE}" type="presOf" srcId="{BC24DB34-197B-4C71-87E1-0738F3D72675}" destId="{AA033F50-8E23-4A06-868A-560EA2D3C4EF}" srcOrd="0" destOrd="0" presId="urn:microsoft.com/office/officeart/2005/8/layout/hProcess9"/>
    <dgm:cxn modelId="{0CA6D1E1-F933-47D3-ADB5-E4EE349472F4}" type="presOf" srcId="{0978513D-D423-4684-AB9E-C937D696FC6F}" destId="{AA033F50-8E23-4A06-868A-560EA2D3C4EF}" srcOrd="0" destOrd="2" presId="urn:microsoft.com/office/officeart/2005/8/layout/hProcess9"/>
    <dgm:cxn modelId="{BE59B9B7-5B31-4A67-A589-EAC9B4F54101}" srcId="{D45989A5-53C8-45A5-AF2B-BCB8C16C56C3}" destId="{6AA7AD29-2B3C-4A92-9F05-3A0117C7FC8E}" srcOrd="0" destOrd="0" parTransId="{A9ECDE9F-73A6-44DC-9888-13DD50382EBE}" sibTransId="{D44AED61-98FA-441E-95D7-94BE85F41AE1}"/>
    <dgm:cxn modelId="{C279AE75-B869-4E8B-BE6D-647AA44EED1C}" srcId="{2E531E3A-66A5-4F31-A7B2-64E275F03289}" destId="{BC24DB34-197B-4C71-87E1-0738F3D72675}" srcOrd="5" destOrd="0" parTransId="{2C02EAB0-0628-474C-927D-AFB781C78880}" sibTransId="{F5EB5C19-AF85-4E96-8204-E9D642C73F69}"/>
    <dgm:cxn modelId="{CADCF6A7-8ECC-4B6C-A348-2C6C42A5D6E0}" srcId="{C5FB88EA-48BC-4991-8BBD-BE3FA72B5E12}" destId="{002CE352-8B99-4BC3-8F25-C8FF3710C058}" srcOrd="1" destOrd="0" parTransId="{3FB64BFF-E18D-4970-94AD-54201BF73C78}" sibTransId="{48889EB5-37D4-430E-8E21-17FAACFD706A}"/>
    <dgm:cxn modelId="{47228E57-E289-4C89-9096-9CEE574B0626}" srcId="{A5554F6A-0668-428C-855F-407456A913CF}" destId="{CF32D4C4-20EA-4A5D-9ACA-60E896A9ED2C}" srcOrd="1" destOrd="0" parTransId="{F78854EF-A132-40F9-A2BC-247553302E34}" sibTransId="{717A76CB-EFB6-44CC-824A-9F04957236BF}"/>
    <dgm:cxn modelId="{B0BE0394-825A-4BC3-9056-4482B99833E4}" type="presOf" srcId="{2E531E3A-66A5-4F31-A7B2-64E275F03289}" destId="{A66D9F9D-78EA-4346-8B4E-7CC021CB5837}" srcOrd="0" destOrd="0" presId="urn:microsoft.com/office/officeart/2005/8/layout/hProcess9"/>
    <dgm:cxn modelId="{986F68CF-ED12-4F12-9B8D-200A0CD422D8}" srcId="{BC24DB34-197B-4C71-87E1-0738F3D72675}" destId="{0978513D-D423-4684-AB9E-C937D696FC6F}" srcOrd="1" destOrd="0" parTransId="{F0B50EB9-CFBC-464F-967C-5753E3921AE8}" sibTransId="{B88BEB41-3F4A-4637-9704-2FB7474E0D01}"/>
    <dgm:cxn modelId="{C0DC93B8-57F6-456A-90E6-337747686EFB}" type="presOf" srcId="{625A7153-9BBA-44F7-9C57-0271F45BE085}" destId="{2C6DB398-9A8E-4AB7-B956-08E3CC9F7E14}" srcOrd="0" destOrd="2" presId="urn:microsoft.com/office/officeart/2005/8/layout/hProcess9"/>
    <dgm:cxn modelId="{6DFEDF43-9652-4DC8-9CEC-0E5C8AA17A1C}" srcId="{2E531E3A-66A5-4F31-A7B2-64E275F03289}" destId="{44F6DC98-14CC-45A2-8F22-98C1DECDD563}" srcOrd="1" destOrd="0" parTransId="{455D3240-C6A6-4B94-AD8C-E3E84B3174DC}" sibTransId="{F527E7F9-E4A0-4BCC-BBDB-70DC14D83BF2}"/>
    <dgm:cxn modelId="{80DEB291-C4A8-4291-BE86-B9B4DBEB60DD}" type="presOf" srcId="{44F6DC98-14CC-45A2-8F22-98C1DECDD563}" destId="{F2A7F279-5DD9-4E10-B904-66845501C63D}" srcOrd="0" destOrd="0" presId="urn:microsoft.com/office/officeart/2005/8/layout/hProcess9"/>
    <dgm:cxn modelId="{8405A964-AFBF-47F7-9E5C-45CF5207B9EA}" type="presOf" srcId="{002CE352-8B99-4BC3-8F25-C8FF3710C058}" destId="{C40E5BF7-BFC7-4806-8A43-1FFE793543CA}" srcOrd="0" destOrd="2" presId="urn:microsoft.com/office/officeart/2005/8/layout/hProcess9"/>
    <dgm:cxn modelId="{4BE34864-3F45-4522-A9F0-C024B8A6BEF1}" type="presOf" srcId="{CF32D4C4-20EA-4A5D-9ACA-60E896A9ED2C}" destId="{C0CB6F1D-A875-4C15-A8AA-7F013B4398B6}" srcOrd="0" destOrd="2" presId="urn:microsoft.com/office/officeart/2005/8/layout/hProcess9"/>
    <dgm:cxn modelId="{9EFF2B8F-7BC9-4539-9794-D5C23F9FC53E}" srcId="{BC24DB34-197B-4C71-87E1-0738F3D72675}" destId="{E805E810-8669-4336-9EFD-DBE68B8823D5}" srcOrd="0" destOrd="0" parTransId="{9C81B478-358B-43A9-8611-AA8EC57F5EA5}" sibTransId="{CEB84E5E-3B3F-447F-BC3C-68D0D56AABFB}"/>
    <dgm:cxn modelId="{E60CDF68-33D1-4BF1-A3D1-19DA20E943CD}" srcId="{2E531E3A-66A5-4F31-A7B2-64E275F03289}" destId="{A5554F6A-0668-428C-855F-407456A913CF}" srcOrd="3" destOrd="0" parTransId="{D5CB59F4-48E3-454F-BAF5-1A0DBE1BB48A}" sibTransId="{4BADF22B-EAFC-407F-A0E0-C46928BAC146}"/>
    <dgm:cxn modelId="{AE28757E-E886-491D-971E-3F443D485525}" type="presParOf" srcId="{A66D9F9D-78EA-4346-8B4E-7CC021CB5837}" destId="{07D955F7-646B-40C1-9A42-6E31FD8742A4}" srcOrd="0" destOrd="0" presId="urn:microsoft.com/office/officeart/2005/8/layout/hProcess9"/>
    <dgm:cxn modelId="{77E4EAB8-5518-4378-82BE-7D604BF303F5}" type="presParOf" srcId="{A66D9F9D-78EA-4346-8B4E-7CC021CB5837}" destId="{7D6AC617-91D1-4B9B-ACA1-1332DEF0259D}" srcOrd="1" destOrd="0" presId="urn:microsoft.com/office/officeart/2005/8/layout/hProcess9"/>
    <dgm:cxn modelId="{D80C9021-C573-41BD-BEE6-8414D1276D49}" type="presParOf" srcId="{7D6AC617-91D1-4B9B-ACA1-1332DEF0259D}" destId="{5611B5C5-4912-4D96-892A-C03EAB2914D0}" srcOrd="0" destOrd="0" presId="urn:microsoft.com/office/officeart/2005/8/layout/hProcess9"/>
    <dgm:cxn modelId="{BF854AB9-41AC-44E9-8D64-38CD53E5B3F3}" type="presParOf" srcId="{7D6AC617-91D1-4B9B-ACA1-1332DEF0259D}" destId="{C0BD94D4-6E5E-4FDF-9AA0-7C2C0B47EF1B}" srcOrd="1" destOrd="0" presId="urn:microsoft.com/office/officeart/2005/8/layout/hProcess9"/>
    <dgm:cxn modelId="{7FEF16AF-1768-45D7-A0B5-50CC134B39DC}" type="presParOf" srcId="{7D6AC617-91D1-4B9B-ACA1-1332DEF0259D}" destId="{F2A7F279-5DD9-4E10-B904-66845501C63D}" srcOrd="2" destOrd="0" presId="urn:microsoft.com/office/officeart/2005/8/layout/hProcess9"/>
    <dgm:cxn modelId="{252535B0-215C-4C86-A6FC-67CE88131B48}" type="presParOf" srcId="{7D6AC617-91D1-4B9B-ACA1-1332DEF0259D}" destId="{EE35C300-2D00-47D7-A003-1A7ADDD39E80}" srcOrd="3" destOrd="0" presId="urn:microsoft.com/office/officeart/2005/8/layout/hProcess9"/>
    <dgm:cxn modelId="{6D3B00E0-96B1-4465-B1D9-3499385C8DB3}" type="presParOf" srcId="{7D6AC617-91D1-4B9B-ACA1-1332DEF0259D}" destId="{2C6DB398-9A8E-4AB7-B956-08E3CC9F7E14}" srcOrd="4" destOrd="0" presId="urn:microsoft.com/office/officeart/2005/8/layout/hProcess9"/>
    <dgm:cxn modelId="{23515267-D2BE-4EA5-A09E-26FA63AD960C}" type="presParOf" srcId="{7D6AC617-91D1-4B9B-ACA1-1332DEF0259D}" destId="{448F403F-2E8D-4ADC-A689-3529DA768FD8}" srcOrd="5" destOrd="0" presId="urn:microsoft.com/office/officeart/2005/8/layout/hProcess9"/>
    <dgm:cxn modelId="{D9EB55C9-5DD4-4BE5-8372-A9EEE6DD35C7}" type="presParOf" srcId="{7D6AC617-91D1-4B9B-ACA1-1332DEF0259D}" destId="{C0CB6F1D-A875-4C15-A8AA-7F013B4398B6}" srcOrd="6" destOrd="0" presId="urn:microsoft.com/office/officeart/2005/8/layout/hProcess9"/>
    <dgm:cxn modelId="{38BB0073-78E4-441D-BFD4-7BE0FF297F5A}" type="presParOf" srcId="{7D6AC617-91D1-4B9B-ACA1-1332DEF0259D}" destId="{A6D4D9D4-63A2-4236-9631-E4BCBDF66918}" srcOrd="7" destOrd="0" presId="urn:microsoft.com/office/officeart/2005/8/layout/hProcess9"/>
    <dgm:cxn modelId="{20F1136D-26A3-406B-93DD-55E220163FA5}" type="presParOf" srcId="{7D6AC617-91D1-4B9B-ACA1-1332DEF0259D}" destId="{C40E5BF7-BFC7-4806-8A43-1FFE793543CA}" srcOrd="8" destOrd="0" presId="urn:microsoft.com/office/officeart/2005/8/layout/hProcess9"/>
    <dgm:cxn modelId="{2426F872-CE36-4BF1-94B1-2E80FE574673}" type="presParOf" srcId="{7D6AC617-91D1-4B9B-ACA1-1332DEF0259D}" destId="{D00EA76C-F8EE-4DCD-80C6-6335429DD29B}" srcOrd="9" destOrd="0" presId="urn:microsoft.com/office/officeart/2005/8/layout/hProcess9"/>
    <dgm:cxn modelId="{9A6F855C-264C-4F4F-A1C8-A9D7E51BF9BC}" type="presParOf" srcId="{7D6AC617-91D1-4B9B-ACA1-1332DEF0259D}" destId="{AA033F50-8E23-4A06-868A-560EA2D3C4EF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9FC68-5B11-4CE3-9AFB-C8D7505D6A4A}">
      <dsp:nvSpPr>
        <dsp:cNvPr id="0" name=""/>
        <dsp:cNvSpPr/>
      </dsp:nvSpPr>
      <dsp:spPr>
        <a:xfrm>
          <a:off x="1328" y="643674"/>
          <a:ext cx="1669286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Local Machine</a:t>
          </a:r>
          <a:endParaRPr lang="en-US" sz="1600" kern="1200" dirty="0"/>
        </a:p>
      </dsp:txBody>
      <dsp:txXfrm>
        <a:off x="1328" y="643674"/>
        <a:ext cx="1669286" cy="460800"/>
      </dsp:txXfrm>
    </dsp:sp>
    <dsp:sp modelId="{8280ABBA-F9B0-4E64-83CC-943124187F01}">
      <dsp:nvSpPr>
        <dsp:cNvPr id="0" name=""/>
        <dsp:cNvSpPr/>
      </dsp:nvSpPr>
      <dsp:spPr>
        <a:xfrm>
          <a:off x="343230" y="1104474"/>
          <a:ext cx="1669286" cy="275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Code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Unit testing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Local </a:t>
          </a:r>
          <a:r>
            <a:rPr lang="en-US" sz="1600" kern="1200" dirty="0" err="1" smtClean="0"/>
            <a:t>linting</a:t>
          </a:r>
          <a:endParaRPr lang="en-US" sz="1600" kern="1200" dirty="0"/>
        </a:p>
      </dsp:txBody>
      <dsp:txXfrm>
        <a:off x="392122" y="1153366"/>
        <a:ext cx="1571502" cy="2656216"/>
      </dsp:txXfrm>
    </dsp:sp>
    <dsp:sp modelId="{5DC405B7-A6DA-4DCD-9BDD-809E9BCA9EFD}">
      <dsp:nvSpPr>
        <dsp:cNvPr id="0" name=""/>
        <dsp:cNvSpPr/>
      </dsp:nvSpPr>
      <dsp:spPr>
        <a:xfrm>
          <a:off x="1923672" y="666272"/>
          <a:ext cx="536482" cy="415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1923672" y="749393"/>
        <a:ext cx="411801" cy="249362"/>
      </dsp:txXfrm>
    </dsp:sp>
    <dsp:sp modelId="{FB0B0490-83E0-4BF7-BAE0-C8F14D060BC2}">
      <dsp:nvSpPr>
        <dsp:cNvPr id="0" name=""/>
        <dsp:cNvSpPr/>
      </dsp:nvSpPr>
      <dsp:spPr>
        <a:xfrm>
          <a:off x="2682846" y="643674"/>
          <a:ext cx="1669286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Dev. Branch</a:t>
          </a:r>
          <a:endParaRPr lang="en-US" sz="1600" kern="1200" dirty="0"/>
        </a:p>
      </dsp:txBody>
      <dsp:txXfrm>
        <a:off x="2682846" y="643674"/>
        <a:ext cx="1669286" cy="460800"/>
      </dsp:txXfrm>
    </dsp:sp>
    <dsp:sp modelId="{9C824BA2-8EEF-4122-9816-6AB69FC52936}">
      <dsp:nvSpPr>
        <dsp:cNvPr id="0" name=""/>
        <dsp:cNvSpPr/>
      </dsp:nvSpPr>
      <dsp:spPr>
        <a:xfrm>
          <a:off x="3024748" y="1104474"/>
          <a:ext cx="1669286" cy="275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Test suites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 smtClean="0"/>
            <a:t>Linting</a:t>
          </a:r>
          <a:r>
            <a:rPr lang="en-US" sz="1600" kern="1200" dirty="0" smtClean="0"/>
            <a:t> with </a:t>
          </a:r>
          <a:r>
            <a:rPr lang="en-US" sz="1600" kern="1200" dirty="0" err="1" smtClean="0"/>
            <a:t>SonarQube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Comments</a:t>
          </a:r>
          <a:endParaRPr lang="en-US" sz="1600" kern="1200" dirty="0"/>
        </a:p>
      </dsp:txBody>
      <dsp:txXfrm>
        <a:off x="3073640" y="1153366"/>
        <a:ext cx="1571502" cy="2656216"/>
      </dsp:txXfrm>
    </dsp:sp>
    <dsp:sp modelId="{0FCDD456-B137-469C-871A-858E3B3DB306}">
      <dsp:nvSpPr>
        <dsp:cNvPr id="0" name=""/>
        <dsp:cNvSpPr/>
      </dsp:nvSpPr>
      <dsp:spPr>
        <a:xfrm>
          <a:off x="4605191" y="666272"/>
          <a:ext cx="536482" cy="415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4605191" y="749393"/>
        <a:ext cx="411801" cy="249362"/>
      </dsp:txXfrm>
    </dsp:sp>
    <dsp:sp modelId="{0B3D7EED-086F-4301-97ED-FA5D87C5FCE5}">
      <dsp:nvSpPr>
        <dsp:cNvPr id="0" name=""/>
        <dsp:cNvSpPr/>
      </dsp:nvSpPr>
      <dsp:spPr>
        <a:xfrm>
          <a:off x="5364364" y="643674"/>
          <a:ext cx="1669286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Master Level</a:t>
          </a:r>
          <a:endParaRPr lang="en-US" sz="1600" kern="1200" dirty="0"/>
        </a:p>
      </dsp:txBody>
      <dsp:txXfrm>
        <a:off x="5364364" y="643674"/>
        <a:ext cx="1669286" cy="460800"/>
      </dsp:txXfrm>
    </dsp:sp>
    <dsp:sp modelId="{D82B2254-5539-4D69-ABD5-EA5C0A31514A}">
      <dsp:nvSpPr>
        <dsp:cNvPr id="0" name=""/>
        <dsp:cNvSpPr/>
      </dsp:nvSpPr>
      <dsp:spPr>
        <a:xfrm>
          <a:off x="5706266" y="1104474"/>
          <a:ext cx="1669286" cy="275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Build/package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Integration test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Performance test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Create artifacts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Create release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Push “feed”</a:t>
          </a:r>
          <a:endParaRPr lang="en-US" sz="1600" kern="1200" dirty="0"/>
        </a:p>
      </dsp:txBody>
      <dsp:txXfrm>
        <a:off x="5755158" y="1153366"/>
        <a:ext cx="1571502" cy="2656216"/>
      </dsp:txXfrm>
    </dsp:sp>
    <dsp:sp modelId="{479DB25E-D525-4866-8502-22793C645F41}">
      <dsp:nvSpPr>
        <dsp:cNvPr id="0" name=""/>
        <dsp:cNvSpPr/>
      </dsp:nvSpPr>
      <dsp:spPr>
        <a:xfrm>
          <a:off x="7286709" y="666272"/>
          <a:ext cx="536482" cy="415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7286709" y="749393"/>
        <a:ext cx="411801" cy="249362"/>
      </dsp:txXfrm>
    </dsp:sp>
    <dsp:sp modelId="{E52DFBA5-C392-4974-B2D6-B0AE0B3BBA3D}">
      <dsp:nvSpPr>
        <dsp:cNvPr id="0" name=""/>
        <dsp:cNvSpPr/>
      </dsp:nvSpPr>
      <dsp:spPr>
        <a:xfrm>
          <a:off x="8045882" y="643674"/>
          <a:ext cx="1669286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Deployment</a:t>
          </a:r>
          <a:endParaRPr lang="en-US" sz="1600" kern="1200" dirty="0"/>
        </a:p>
      </dsp:txBody>
      <dsp:txXfrm>
        <a:off x="8045882" y="643674"/>
        <a:ext cx="1669286" cy="460800"/>
      </dsp:txXfrm>
    </dsp:sp>
    <dsp:sp modelId="{C5BE0681-E983-47D7-B613-24280DEED56E}">
      <dsp:nvSpPr>
        <dsp:cNvPr id="0" name=""/>
        <dsp:cNvSpPr/>
      </dsp:nvSpPr>
      <dsp:spPr>
        <a:xfrm>
          <a:off x="8387784" y="1104474"/>
          <a:ext cx="1669286" cy="275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Pick “feed”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Backup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Deployment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Validation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Promote to PRODUCTION</a:t>
          </a:r>
          <a:endParaRPr lang="en-US" sz="1600" kern="1200" dirty="0"/>
        </a:p>
      </dsp:txBody>
      <dsp:txXfrm>
        <a:off x="8436676" y="1153366"/>
        <a:ext cx="1571502" cy="26562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955F7-646B-40C1-9A42-6E31FD8742A4}">
      <dsp:nvSpPr>
        <dsp:cNvPr id="0" name=""/>
        <dsp:cNvSpPr/>
      </dsp:nvSpPr>
      <dsp:spPr>
        <a:xfrm>
          <a:off x="754379" y="0"/>
          <a:ext cx="8549640" cy="447675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11B5C5-4912-4D96-892A-C03EAB2914D0}">
      <dsp:nvSpPr>
        <dsp:cNvPr id="0" name=""/>
        <dsp:cNvSpPr/>
      </dsp:nvSpPr>
      <dsp:spPr>
        <a:xfrm>
          <a:off x="7796" y="1343025"/>
          <a:ext cx="1566161" cy="1790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2019Q1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Dev. Workflow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Build Management</a:t>
          </a:r>
          <a:endParaRPr lang="en-US" sz="1500" kern="1200" dirty="0"/>
        </a:p>
      </dsp:txBody>
      <dsp:txXfrm>
        <a:off x="84250" y="1419479"/>
        <a:ext cx="1413253" cy="1637792"/>
      </dsp:txXfrm>
    </dsp:sp>
    <dsp:sp modelId="{F2A7F279-5DD9-4E10-B904-66845501C63D}">
      <dsp:nvSpPr>
        <dsp:cNvPr id="0" name=""/>
        <dsp:cNvSpPr/>
      </dsp:nvSpPr>
      <dsp:spPr>
        <a:xfrm>
          <a:off x="1703125" y="1343025"/>
          <a:ext cx="1566161" cy="1790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2019Q2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Unit Testing</a:t>
          </a:r>
          <a:endParaRPr lang="en-US" sz="1500" kern="1200" dirty="0"/>
        </a:p>
      </dsp:txBody>
      <dsp:txXfrm>
        <a:off x="1779579" y="1419479"/>
        <a:ext cx="1413253" cy="1637792"/>
      </dsp:txXfrm>
    </dsp:sp>
    <dsp:sp modelId="{2C6DB398-9A8E-4AB7-B956-08E3CC9F7E14}">
      <dsp:nvSpPr>
        <dsp:cNvPr id="0" name=""/>
        <dsp:cNvSpPr/>
      </dsp:nvSpPr>
      <dsp:spPr>
        <a:xfrm>
          <a:off x="3398454" y="1343025"/>
          <a:ext cx="1566161" cy="1790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2019Q3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Environment consistency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DB version control</a:t>
          </a:r>
          <a:endParaRPr lang="en-US" sz="1500" kern="1200" dirty="0"/>
        </a:p>
      </dsp:txBody>
      <dsp:txXfrm>
        <a:off x="3474908" y="1419479"/>
        <a:ext cx="1413253" cy="1637792"/>
      </dsp:txXfrm>
    </dsp:sp>
    <dsp:sp modelId="{C0CB6F1D-A875-4C15-A8AA-7F013B4398B6}">
      <dsp:nvSpPr>
        <dsp:cNvPr id="0" name=""/>
        <dsp:cNvSpPr/>
      </dsp:nvSpPr>
      <dsp:spPr>
        <a:xfrm>
          <a:off x="5093783" y="1343025"/>
          <a:ext cx="1566161" cy="1790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2020Q1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Automated review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Performance Testing</a:t>
          </a:r>
          <a:endParaRPr lang="en-US" sz="1500" kern="1200" dirty="0"/>
        </a:p>
      </dsp:txBody>
      <dsp:txXfrm>
        <a:off x="5170237" y="1419479"/>
        <a:ext cx="1413253" cy="1637792"/>
      </dsp:txXfrm>
    </dsp:sp>
    <dsp:sp modelId="{C40E5BF7-BFC7-4806-8A43-1FFE793543CA}">
      <dsp:nvSpPr>
        <dsp:cNvPr id="0" name=""/>
        <dsp:cNvSpPr/>
      </dsp:nvSpPr>
      <dsp:spPr>
        <a:xfrm>
          <a:off x="6789113" y="1343025"/>
          <a:ext cx="1566161" cy="1790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2020Q3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Peer review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Coverage reports</a:t>
          </a:r>
          <a:endParaRPr lang="en-US" sz="1500" kern="1200" dirty="0"/>
        </a:p>
      </dsp:txBody>
      <dsp:txXfrm>
        <a:off x="6865567" y="1419479"/>
        <a:ext cx="1413253" cy="1637792"/>
      </dsp:txXfrm>
    </dsp:sp>
    <dsp:sp modelId="{AA033F50-8E23-4A06-868A-560EA2D3C4EF}">
      <dsp:nvSpPr>
        <dsp:cNvPr id="0" name=""/>
        <dsp:cNvSpPr/>
      </dsp:nvSpPr>
      <dsp:spPr>
        <a:xfrm>
          <a:off x="8484442" y="1343025"/>
          <a:ext cx="1566161" cy="1790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2020Q4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CI – Level 1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CD – Level 0</a:t>
          </a:r>
          <a:endParaRPr lang="en-US" sz="1500" kern="1200" dirty="0"/>
        </a:p>
      </dsp:txBody>
      <dsp:txXfrm>
        <a:off x="8560896" y="1419479"/>
        <a:ext cx="1413253" cy="1637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5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8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5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4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815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81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5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BE4249-C0D0-4B06-8692-E8BB871AF643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5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7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7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85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res.infoq.com/articles/Continuous-Delivery-Maturity-Model/en/resources/fig1large.jp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Continuous Integration / Continuous Delivery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Institutionalizing CICD in IHS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84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CI-CD?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Ensure code stability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Automate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Version controlling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Maintain code quality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Code reviews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Automate deployment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Fast… with Runners</a:t>
            </a:r>
            <a:endParaRPr lang="en-US" sz="2800" dirty="0"/>
          </a:p>
        </p:txBody>
      </p:sp>
      <p:pic>
        <p:nvPicPr>
          <p:cNvPr id="1030" name="Picture 6" descr="https://cdn-images-1.medium.com/max/1600/1*G2HxIMS-0l5nSYAa8dp9xw.jpe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909763"/>
            <a:ext cx="48768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33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CI-CD Pipelines (simple)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873391"/>
            <a:ext cx="10058400" cy="396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6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CI-CD Pipelines</a:t>
            </a:r>
            <a:endParaRPr lang="en-US" dirty="0"/>
          </a:p>
        </p:txBody>
      </p:sp>
      <p:pic>
        <p:nvPicPr>
          <p:cNvPr id="1026" name="Picture 2" descr="Pipeline grap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1917675"/>
            <a:ext cx="10058400" cy="387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36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CICD Prerequisites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0281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Standardize development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Automated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Build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Version control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Code quality control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Deployment platform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Monitoring and improvement</a:t>
            </a:r>
          </a:p>
        </p:txBody>
      </p:sp>
    </p:spTree>
    <p:extLst>
      <p:ext uri="{BB962C8B-B14F-4D97-AF65-F5344CB8AC3E}">
        <p14:creationId xmlns:p14="http://schemas.microsoft.com/office/powerpoint/2010/main" val="113980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</a:t>
            </a:r>
            <a:r>
              <a:rPr lang="en-US" dirty="0"/>
              <a:t>tandardize </a:t>
            </a:r>
            <a:r>
              <a:rPr lang="en-US" dirty="0" smtClean="0"/>
              <a:t>Development Workflow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0281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Branch Flow: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Separate branches for each feature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Code moves from Dev to production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Users work on a designated branches only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Trunk-based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Single branch called master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Separate feature branches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Fork-based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400" dirty="0" smtClean="0"/>
              <a:t>Separate user repositories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400" dirty="0" smtClean="0"/>
              <a:t>Pull requests</a:t>
            </a:r>
          </a:p>
        </p:txBody>
      </p:sp>
    </p:spTree>
    <p:extLst>
      <p:ext uri="{BB962C8B-B14F-4D97-AF65-F5344CB8AC3E}">
        <p14:creationId xmlns:p14="http://schemas.microsoft.com/office/powerpoint/2010/main" val="181042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Development Workflow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02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Trunk-based workflow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Allows projects to be private or internal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Protected master branch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Contributors added explicitly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One branch (or tag) per feature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Inter-branch pull requests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 smtClean="0"/>
              <a:t>More customized CICD process (e.g. run only on master commit)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71051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Development Workflow</a:t>
            </a:r>
            <a:endParaRPr lang="en-US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378763"/>
              </p:ext>
            </p:extLst>
          </p:nvPr>
        </p:nvGraphicFramePr>
        <p:xfrm>
          <a:off x="1096963" y="1846263"/>
          <a:ext cx="10058400" cy="450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025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Automated Testing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028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Unit testing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Component testing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Performance testing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Integration testing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66161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Deprecate file-based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Maven or </a:t>
            </a:r>
            <a:r>
              <a:rPr lang="en-US" sz="3200" dirty="0" err="1" smtClean="0"/>
              <a:t>Gradle</a:t>
            </a:r>
            <a:r>
              <a:rPr lang="en-US" sz="3200" dirty="0" smtClean="0"/>
              <a:t> or Ant (last resort)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Strict </a:t>
            </a:r>
            <a:r>
              <a:rPr lang="en-US" sz="3200" dirty="0" err="1" smtClean="0"/>
              <a:t>SemVer</a:t>
            </a:r>
            <a:endParaRPr lang="en-US" sz="3200" dirty="0" smtClean="0"/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Service layer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Data schema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Client-ends</a:t>
            </a:r>
          </a:p>
        </p:txBody>
      </p:sp>
    </p:spTree>
    <p:extLst>
      <p:ext uri="{BB962C8B-B14F-4D97-AF65-F5344CB8AC3E}">
        <p14:creationId xmlns:p14="http://schemas.microsoft.com/office/powerpoint/2010/main" val="308788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Quality Control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Automated quality test with </a:t>
            </a:r>
            <a:r>
              <a:rPr lang="en-US" sz="3200" dirty="0" err="1" smtClean="0"/>
              <a:t>SonarCube</a:t>
            </a:r>
            <a:endParaRPr lang="en-US" sz="3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Test Coverage: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Minimum: 50%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Optimal: 60 to 80%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Waste of time: &gt;80%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Peer reviews (made easy in Fork-based workflows)</a:t>
            </a:r>
          </a:p>
          <a:p>
            <a:pPr marL="457200" indent="-457200">
              <a:buFont typeface="+mj-lt"/>
              <a:buAutoNum type="arabicPeriod"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33054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 Platform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Consistency between Environments: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Developer: frequently changed (without notice)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Testing: frequently reset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Demonstration: periodically reset, production clone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Production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Docker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Ready images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Single or Separate containers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Steep learning curve</a:t>
            </a:r>
          </a:p>
        </p:txBody>
      </p:sp>
    </p:spTree>
    <p:extLst>
      <p:ext uri="{BB962C8B-B14F-4D97-AF65-F5344CB8AC3E}">
        <p14:creationId xmlns:p14="http://schemas.microsoft.com/office/powerpoint/2010/main" val="128158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Maturity Levels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Level 0: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Daily code commits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No code on </a:t>
            </a:r>
            <a:r>
              <a:rPr lang="en-US" sz="3200" dirty="0" err="1" smtClean="0"/>
              <a:t>GitLab</a:t>
            </a:r>
            <a:r>
              <a:rPr lang="en-US" sz="3200" dirty="0" smtClean="0"/>
              <a:t> with syntax errors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Production build is same as master build</a:t>
            </a:r>
          </a:p>
        </p:txBody>
      </p:sp>
    </p:spTree>
    <p:extLst>
      <p:ext uri="{BB962C8B-B14F-4D97-AF65-F5344CB8AC3E}">
        <p14:creationId xmlns:p14="http://schemas.microsoft.com/office/powerpoint/2010/main" val="309146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Maturity Levels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Level 1: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Separate branch against every bug fix/change/feature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No failed tests on master branch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Code on master branch is peer reviewed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Release notes contain every ticket worked upon</a:t>
            </a:r>
          </a:p>
        </p:txBody>
      </p:sp>
    </p:spTree>
    <p:extLst>
      <p:ext uri="{BB962C8B-B14F-4D97-AF65-F5344CB8AC3E}">
        <p14:creationId xmlns:p14="http://schemas.microsoft.com/office/powerpoint/2010/main" val="38028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 Maturity Levels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Level 2: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No test failures in any branch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Separate unit test against each ticket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Test coverage over 60%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No </a:t>
            </a:r>
            <a:r>
              <a:rPr lang="en-US" sz="2800" dirty="0"/>
              <a:t>issues </a:t>
            </a:r>
            <a:r>
              <a:rPr lang="en-US" sz="2800" dirty="0" smtClean="0"/>
              <a:t>flagged critical on </a:t>
            </a:r>
            <a:r>
              <a:rPr lang="en-US" sz="2800" dirty="0" err="1" smtClean="0"/>
              <a:t>SonarQube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Every pull request is reviewed before acceptance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Each module versioned using </a:t>
            </a:r>
            <a:r>
              <a:rPr lang="en-US" sz="2800" dirty="0" err="1" smtClean="0"/>
              <a:t>SemVer</a:t>
            </a:r>
            <a:r>
              <a:rPr lang="en-US" sz="2800" dirty="0" smtClean="0"/>
              <a:t> order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Documentation is auto-regenerated</a:t>
            </a:r>
          </a:p>
        </p:txBody>
      </p:sp>
    </p:spTree>
    <p:extLst>
      <p:ext uri="{BB962C8B-B14F-4D97-AF65-F5344CB8AC3E}">
        <p14:creationId xmlns:p14="http://schemas.microsoft.com/office/powerpoint/2010/main" val="247403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CD </a:t>
            </a:r>
            <a:r>
              <a:rPr lang="en-US" dirty="0"/>
              <a:t>Maturity Levels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Level 0: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Artifact packaging (e.g. war builds)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Artifact uploads </a:t>
            </a:r>
            <a:r>
              <a:rPr lang="en-US" sz="3200" dirty="0" smtClean="0"/>
              <a:t>to a registry (</a:t>
            </a:r>
            <a:r>
              <a:rPr lang="en-US" sz="3200" dirty="0"/>
              <a:t>e.g. Docker image to Amazon ECR</a:t>
            </a:r>
            <a:r>
              <a:rPr lang="en-US" sz="3200" dirty="0" smtClean="0"/>
              <a:t>) for testing</a:t>
            </a:r>
          </a:p>
        </p:txBody>
      </p:sp>
    </p:spTree>
    <p:extLst>
      <p:ext uri="{BB962C8B-B14F-4D97-AF65-F5344CB8AC3E}">
        <p14:creationId xmlns:p14="http://schemas.microsoft.com/office/powerpoint/2010/main" val="27242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CD </a:t>
            </a:r>
            <a:r>
              <a:rPr lang="en-US" dirty="0"/>
              <a:t>Maturity Levels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Level 1: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Automated pre-deployment data backup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Release notes automation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Documentation updates on Wiki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Zero down-time production upgrade</a:t>
            </a:r>
          </a:p>
        </p:txBody>
      </p:sp>
    </p:spTree>
    <p:extLst>
      <p:ext uri="{BB962C8B-B14F-4D97-AF65-F5344CB8AC3E}">
        <p14:creationId xmlns:p14="http://schemas.microsoft.com/office/powerpoint/2010/main" val="338661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CD </a:t>
            </a:r>
            <a:r>
              <a:rPr lang="en-US" dirty="0"/>
              <a:t>Maturity Levels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Level 2: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Zero-touch deployment to production on each merger with master branch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Automated Agile-board updates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Monitoring with Prometheus monitoring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Continuous improvement with Kaizen and Six Sigma</a:t>
            </a:r>
          </a:p>
        </p:txBody>
      </p:sp>
    </p:spTree>
    <p:extLst>
      <p:ext uri="{BB962C8B-B14F-4D97-AF65-F5344CB8AC3E}">
        <p14:creationId xmlns:p14="http://schemas.microsoft.com/office/powerpoint/2010/main" val="274018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Tentative Timeline</a:t>
            </a:r>
            <a:endParaRPr lang="en-US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505299"/>
              </p:ext>
            </p:extLst>
          </p:nvPr>
        </p:nvGraphicFramePr>
        <p:xfrm>
          <a:off x="1096963" y="1846263"/>
          <a:ext cx="10058400" cy="4476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72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hlinkClick r:id="rId2"/>
              </a:rPr>
              <a:t>Continuous Delivery Maturity </a:t>
            </a:r>
            <a:r>
              <a:rPr lang="en-US" sz="3200" dirty="0" smtClean="0">
                <a:hlinkClick r:id="rId2"/>
              </a:rPr>
              <a:t>Model</a:t>
            </a: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415226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977461"/>
              </p:ext>
            </p:extLst>
          </p:nvPr>
        </p:nvGraphicFramePr>
        <p:xfrm>
          <a:off x="0" y="-1"/>
          <a:ext cx="12192000" cy="6858000"/>
        </p:xfrm>
        <a:graphic>
          <a:graphicData uri="http://schemas.openxmlformats.org/drawingml/2006/table">
            <a:tbl>
              <a:tblPr firstRow="1" firstCol="1" bandRow="1"/>
              <a:tblGrid>
                <a:gridCol w="1385011">
                  <a:extLst>
                    <a:ext uri="{9D8B030D-6E8A-4147-A177-3AD203B41FA5}">
                      <a16:colId xmlns:a16="http://schemas.microsoft.com/office/drawing/2014/main" val="1194771314"/>
                    </a:ext>
                  </a:extLst>
                </a:gridCol>
                <a:gridCol w="2253081">
                  <a:extLst>
                    <a:ext uri="{9D8B030D-6E8A-4147-A177-3AD203B41FA5}">
                      <a16:colId xmlns:a16="http://schemas.microsoft.com/office/drawing/2014/main" val="2311737720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3371668795"/>
                    </a:ext>
                  </a:extLst>
                </a:gridCol>
                <a:gridCol w="2128723">
                  <a:extLst>
                    <a:ext uri="{9D8B030D-6E8A-4147-A177-3AD203B41FA5}">
                      <a16:colId xmlns:a16="http://schemas.microsoft.com/office/drawing/2014/main" val="891231575"/>
                    </a:ext>
                  </a:extLst>
                </a:gridCol>
                <a:gridCol w="2196999">
                  <a:extLst>
                    <a:ext uri="{9D8B030D-6E8A-4147-A177-3AD203B41FA5}">
                      <a16:colId xmlns:a16="http://schemas.microsoft.com/office/drawing/2014/main" val="664965559"/>
                    </a:ext>
                  </a:extLst>
                </a:gridCol>
                <a:gridCol w="1982420">
                  <a:extLst>
                    <a:ext uri="{9D8B030D-6E8A-4147-A177-3AD203B41FA5}">
                      <a16:colId xmlns:a16="http://schemas.microsoft.com/office/drawing/2014/main" val="1845050825"/>
                    </a:ext>
                  </a:extLst>
                </a:gridCol>
              </a:tblGrid>
              <a:tr h="2170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Culture &amp; Organization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Design &amp; Architecture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&amp; Deploy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Quality Assurance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Reporting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234765"/>
                  </a:ext>
                </a:extLst>
              </a:tr>
              <a:tr h="105581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Baseline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Defined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client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WBS and predefined timelines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Consolidated technologies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Modular architecture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Versioned code base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Scripted builds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Documented manual deployments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unit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Separate testing environment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Issue tracking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Manual reporting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Qualitative quality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93725"/>
                  </a:ext>
                </a:extLst>
              </a:tr>
              <a:tr h="130254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Beginner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One backlog per team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Adopt basic Agile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Shared incentives/penalty on success/failure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Version control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DB Change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Library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File-based configuration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Scheduled builds (CI)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build server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Scripts to automate deployment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integration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Code reviews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code analysis reports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Quantitative quality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86486"/>
                  </a:ext>
                </a:extLst>
              </a:tr>
              <a:tr h="211163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Intermediate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members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Inter-team collaboration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Common change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Decentralized decisions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Dev &amp; Ops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Introduce performance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Consistent branching structure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Platform-level configuration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hiding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Integrated issue tracking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storage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Manual tagging/versioning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once, deploy many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Basic deployment pipeline (CD)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Performance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Some automated acceptance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Peer code reviews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Traceability built into pipeline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Report history storage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 dashboards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62472"/>
                  </a:ext>
                </a:extLst>
              </a:tr>
              <a:tr h="10854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Advanced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specialists for each tool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Continuous improvement (Kaizen/Six Sigma)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Microservice architecture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Artifact management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downtime for deployment (CD)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Institutionalized Build/deploy process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security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Disaster recovery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Graphics as a service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Trend analysis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 mining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81317"/>
                  </a:ext>
                </a:extLst>
              </a:tr>
              <a:tr h="10854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Expert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teams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rollbacks, always move forward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process bypasses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Cross functional teams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 Agile process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touch continuous deployment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bakery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Expected business value verification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Continuous optimization of processes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AI-based decision support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79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48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Checklist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dirty="0" smtClean="0"/>
              <a:t>Client’s requests should be broken into unit tasks.</a:t>
            </a:r>
          </a:p>
          <a:p>
            <a:pPr marL="0" indent="0">
              <a:buNone/>
            </a:pPr>
            <a:r>
              <a:rPr lang="en-US" sz="3200" dirty="0" smtClean="0"/>
              <a:t>Separate ticket should be created against each task.</a:t>
            </a:r>
          </a:p>
          <a:p>
            <a:pPr marL="0" indent="0">
              <a:buNone/>
            </a:pPr>
            <a:r>
              <a:rPr lang="en-US" sz="3200" dirty="0" smtClean="0"/>
              <a:t>ALL tickets should be placed on Agile board.</a:t>
            </a:r>
          </a:p>
          <a:p>
            <a:pPr marL="0" indent="0">
              <a:buNone/>
            </a:pPr>
            <a:r>
              <a:rPr lang="en-US" sz="3200" dirty="0" smtClean="0"/>
              <a:t>Separate branch should be created for each ticket.</a:t>
            </a:r>
          </a:p>
          <a:p>
            <a:pPr marL="0" indent="0">
              <a:buNone/>
            </a:pPr>
            <a:r>
              <a:rPr lang="en-US" sz="3200" dirty="0" smtClean="0"/>
              <a:t>Progress and percentage of completion should be regularly updated on ticket.</a:t>
            </a:r>
          </a:p>
          <a:p>
            <a:pPr marL="0" indent="0">
              <a:buNone/>
            </a:pPr>
            <a:r>
              <a:rPr lang="en-US" sz="3200" dirty="0" smtClean="0"/>
              <a:t>Code should be merged only when: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3200" dirty="0"/>
              <a:t>Unit test(s) to test the specific </a:t>
            </a:r>
            <a:r>
              <a:rPr lang="en-US" sz="3200" dirty="0" smtClean="0"/>
              <a:t>ticket are created and pass</a:t>
            </a:r>
            <a:endParaRPr lang="en-US" sz="3200" dirty="0"/>
          </a:p>
          <a:p>
            <a:pPr marL="514350" indent="-514350">
              <a:buFont typeface="+mj-lt"/>
              <a:buAutoNum type="alphaLcPeriod"/>
            </a:pPr>
            <a:r>
              <a:rPr lang="en-US" sz="3200" dirty="0" smtClean="0"/>
              <a:t>Properly documented code according to conventions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3200" dirty="0" smtClean="0"/>
              <a:t>All tests in the suite pass</a:t>
            </a:r>
          </a:p>
          <a:p>
            <a:pPr marL="0" indent="0">
              <a:buNone/>
            </a:pPr>
            <a:r>
              <a:rPr lang="en-US" sz="3200" dirty="0" smtClean="0"/>
              <a:t>Both date and time are met in meeting timelines.</a:t>
            </a:r>
          </a:p>
          <a:p>
            <a:pPr marL="0" indent="0">
              <a:buNone/>
            </a:pPr>
            <a:r>
              <a:rPr lang="en-US" sz="3200" dirty="0" smtClean="0"/>
              <a:t>Projects should be checked for test coverage</a:t>
            </a:r>
            <a:r>
              <a:rPr lang="en-US" sz="3200" dirty="0"/>
              <a:t>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0712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736</TotalTime>
  <Words>835</Words>
  <Application>Microsoft Office PowerPoint</Application>
  <PresentationFormat>Widescreen</PresentationFormat>
  <Paragraphs>237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Retrospect</vt:lpstr>
      <vt:lpstr>Continuous Integration / Continuous Delivery</vt:lpstr>
      <vt:lpstr>Why CI-CD?</vt:lpstr>
      <vt:lpstr>CI-CD Pipelines (simple)</vt:lpstr>
      <vt:lpstr>CI-CD Pipelines</vt:lpstr>
      <vt:lpstr>CICD Prerequisites</vt:lpstr>
      <vt:lpstr>Standardize Development Workflow</vt:lpstr>
      <vt:lpstr>Proposed Development Workflow</vt:lpstr>
      <vt:lpstr>Proposed Development Workflow</vt:lpstr>
      <vt:lpstr>Automated Testing</vt:lpstr>
      <vt:lpstr>Build Management</vt:lpstr>
      <vt:lpstr>Code Quality Control</vt:lpstr>
      <vt:lpstr>Deployment Platform</vt:lpstr>
      <vt:lpstr>CI Maturity Levels</vt:lpstr>
      <vt:lpstr>CI Maturity Levels</vt:lpstr>
      <vt:lpstr>CI Maturity Levels</vt:lpstr>
      <vt:lpstr>CD Maturity Levels</vt:lpstr>
      <vt:lpstr>CD Maturity Levels</vt:lpstr>
      <vt:lpstr>CD Maturity Levels</vt:lpstr>
      <vt:lpstr>Tentative Timeline</vt:lpstr>
      <vt:lpstr>What’s next?</vt:lpstr>
      <vt:lpstr>PowerPoint Presentation</vt:lpstr>
      <vt:lpstr>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Integration / Continuous Delivery</dc:title>
  <dc:creator>Owais Ahmed</dc:creator>
  <cp:lastModifiedBy>Owais Ahmed</cp:lastModifiedBy>
  <cp:revision>87</cp:revision>
  <dcterms:created xsi:type="dcterms:W3CDTF">2018-05-22T08:02:04Z</dcterms:created>
  <dcterms:modified xsi:type="dcterms:W3CDTF">2020-01-02T08:53:40Z</dcterms:modified>
</cp:coreProperties>
</file>