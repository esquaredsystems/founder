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8"/>
  </p:notesMasterIdLst>
  <p:sldIdLst>
    <p:sldId id="258" r:id="rId2"/>
    <p:sldId id="260" r:id="rId3"/>
    <p:sldId id="261" r:id="rId4"/>
    <p:sldId id="262" r:id="rId5"/>
    <p:sldId id="259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</a:t>
            </a:r>
            <a:r>
              <a:rPr lang="en-US" baseline="0" smtClean="0"/>
              <a:t>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smtClean="0"/>
              <a:t>:</a:t>
            </a:r>
            <a:r>
              <a:rPr lang="en-US" baseline="0" smtClean="0"/>
              <a:t>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</a:t>
            </a:r>
            <a:r>
              <a:rPr lang="en-US" baseline="0" dirty="0" smtClean="0"/>
              <a:t>10</a:t>
            </a:r>
            <a:endParaRPr lang="en-US" baseline="0" dirty="0" smtClean="0"/>
          </a:p>
          <a:p>
            <a:r>
              <a:rPr lang="en-US" baseline="0" dirty="0" smtClean="0"/>
              <a:t>Image from Slide 8 of “5 Arrays.pdf”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</a:p>
          <a:p>
            <a:r>
              <a:rPr lang="en-US" baseline="0" dirty="0" smtClean="0"/>
              <a:t>- Image from Slide 9 of “5 Arrays.pdf”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Estimated Time</a:t>
            </a:r>
            <a:r>
              <a:rPr lang="en-US" smtClean="0"/>
              <a:t>:</a:t>
            </a:r>
            <a:r>
              <a:rPr lang="en-US" baseline="0" smtClean="0"/>
              <a:t> </a:t>
            </a:r>
            <a:r>
              <a:rPr lang="en-US" baseline="0" smtClean="0"/>
              <a:t>1h 30m</a:t>
            </a:r>
            <a:endParaRPr lang="en-US" baseline="0" dirty="0" smtClean="0"/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The Java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does not limit the number of dimensions, but the Java </a:t>
            </a:r>
            <a:r>
              <a:rPr lang="en-US" sz="1200" b="0" i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spec limits the number of dimensions to 255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12/26/2013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Arrays</a:t>
            </a:r>
          </a:p>
          <a:p>
            <a:r>
              <a:rPr lang="en-US" sz="3200" dirty="0" smtClean="0"/>
              <a:t>Syntax</a:t>
            </a:r>
          </a:p>
          <a:p>
            <a:r>
              <a:rPr lang="en-US" sz="3200" dirty="0" smtClean="0"/>
              <a:t>Length and Index</a:t>
            </a:r>
          </a:p>
          <a:p>
            <a:r>
              <a:rPr lang="en-US" sz="3200" dirty="0" smtClean="0"/>
              <a:t>Multi-Dimensional</a:t>
            </a:r>
          </a:p>
          <a:p>
            <a:pPr lvl="1"/>
            <a:r>
              <a:rPr lang="en-US" sz="2800" dirty="0" smtClean="0"/>
              <a:t>Storage</a:t>
            </a:r>
          </a:p>
          <a:p>
            <a:pPr lvl="1"/>
            <a:r>
              <a:rPr lang="en-US" sz="2800" dirty="0" smtClean="0"/>
              <a:t>Initializing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Arrays</a:t>
            </a:r>
          </a:p>
          <a:p>
            <a:pPr lvl="1"/>
            <a:r>
              <a:rPr lang="en-US" sz="3000" dirty="0" smtClean="0"/>
              <a:t>Collection of Similar Items in Sequence</a:t>
            </a:r>
          </a:p>
          <a:p>
            <a:pPr lvl="1"/>
            <a:r>
              <a:rPr lang="en-US" sz="3000" dirty="0" smtClean="0"/>
              <a:t>Contains values or references</a:t>
            </a:r>
          </a:p>
          <a:p>
            <a:pPr lvl="1"/>
            <a:r>
              <a:rPr lang="en-US" sz="3000" dirty="0" smtClean="0"/>
              <a:t>Fixed, Finite Length</a:t>
            </a:r>
          </a:p>
        </p:txBody>
      </p:sp>
    </p:spTree>
    <p:extLst>
      <p:ext uri="{BB962C8B-B14F-4D97-AF65-F5344CB8AC3E}">
        <p14:creationId xmlns:p14="http://schemas.microsoft.com/office/powerpoint/2010/main" val="281661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Declaration</a:t>
            </a:r>
          </a:p>
          <a:p>
            <a:pPr lvl="1"/>
            <a:r>
              <a:rPr lang="en-US" sz="3000" dirty="0" smtClean="0"/>
              <a:t>Type</a:t>
            </a:r>
          </a:p>
          <a:p>
            <a:pPr lvl="1"/>
            <a:r>
              <a:rPr lang="en-US" sz="3000" dirty="0" smtClean="0"/>
              <a:t>Name</a:t>
            </a:r>
          </a:p>
          <a:p>
            <a:pPr lvl="1"/>
            <a:r>
              <a:rPr lang="en-US" sz="3000" dirty="0" smtClean="0"/>
              <a:t>Dimensions</a:t>
            </a:r>
            <a:endParaRPr lang="en-US" sz="2800" dirty="0" smtClean="0"/>
          </a:p>
          <a:p>
            <a:r>
              <a:rPr lang="en-US" sz="3200" dirty="0" smtClean="0"/>
              <a:t>Creation</a:t>
            </a:r>
          </a:p>
          <a:p>
            <a:pPr lvl="1"/>
            <a:r>
              <a:rPr lang="en-US" sz="3000" dirty="0" smtClean="0"/>
              <a:t>Length</a:t>
            </a:r>
          </a:p>
          <a:p>
            <a:r>
              <a:rPr lang="en-US" sz="3200" dirty="0" smtClean="0"/>
              <a:t>Initialization</a:t>
            </a:r>
          </a:p>
        </p:txBody>
      </p:sp>
    </p:spTree>
    <p:extLst>
      <p:ext uri="{BB962C8B-B14F-4D97-AF65-F5344CB8AC3E}">
        <p14:creationId xmlns:p14="http://schemas.microsoft.com/office/powerpoint/2010/main" val="7196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Length and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Do not get confused</a:t>
            </a:r>
          </a:p>
          <a:p>
            <a:endParaRPr lang="en-US" sz="32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0"/>
            <a:ext cx="7696200" cy="3623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884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Multi-Dimensional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Array of Arrays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8429625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1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Multi-Dimensional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2D Arrays</a:t>
            </a:r>
          </a:p>
          <a:p>
            <a:r>
              <a:rPr lang="en-US" sz="3200" dirty="0" smtClean="0"/>
              <a:t>3D and More</a:t>
            </a:r>
          </a:p>
          <a:p>
            <a:r>
              <a:rPr lang="en-US" sz="3200" dirty="0" smtClean="0"/>
              <a:t>Enhanced “For” Loop</a:t>
            </a:r>
          </a:p>
          <a:p>
            <a:pPr lvl="1"/>
            <a:r>
              <a:rPr lang="en-US" sz="3000" dirty="0" smtClean="0"/>
              <a:t>Iterate through each Value</a:t>
            </a:r>
          </a:p>
          <a:p>
            <a:pPr lvl="1"/>
            <a:r>
              <a:rPr lang="en-US" sz="3000" dirty="0" smtClean="0"/>
              <a:t>No Counter</a:t>
            </a:r>
          </a:p>
          <a:p>
            <a:pPr lvl="1"/>
            <a:r>
              <a:rPr lang="en-US" sz="3000" dirty="0" smtClean="0"/>
              <a:t>Fetches the Length Once</a:t>
            </a:r>
          </a:p>
        </p:txBody>
      </p:sp>
    </p:spTree>
    <p:extLst>
      <p:ext uri="{BB962C8B-B14F-4D97-AF65-F5344CB8AC3E}">
        <p14:creationId xmlns:p14="http://schemas.microsoft.com/office/powerpoint/2010/main" val="1016818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963</TotalTime>
  <Words>115</Words>
  <Application>Microsoft Office PowerPoint</Application>
  <PresentationFormat>On-screen Show (4:3)</PresentationFormat>
  <Paragraphs>46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Adjacency</vt:lpstr>
      <vt:lpstr>Arrays</vt:lpstr>
      <vt:lpstr>Arrays</vt:lpstr>
      <vt:lpstr>Syntax</vt:lpstr>
      <vt:lpstr>Length and Index</vt:lpstr>
      <vt:lpstr>Multi-Dimensional Arrays</vt:lpstr>
      <vt:lpstr>Multi-Dimensional Arrays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253</cp:revision>
  <dcterms:created xsi:type="dcterms:W3CDTF">2013-12-19T10:50:36Z</dcterms:created>
  <dcterms:modified xsi:type="dcterms:W3CDTF">2013-12-26T11:55:36Z</dcterms:modified>
</cp:coreProperties>
</file>