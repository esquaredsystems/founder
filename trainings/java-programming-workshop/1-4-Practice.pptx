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3"/>
  </p:notesMasterIdLst>
  <p:sldIdLst>
    <p:sldId id="26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</a:t>
            </a:r>
            <a:r>
              <a:rPr lang="en-US" smtClean="0"/>
              <a:t>: </a:t>
            </a:r>
            <a:r>
              <a:rPr lang="en-US" smtClean="0"/>
              <a:t>1h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7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12/24/2013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7620000" cy="5105400"/>
              </a:xfrm>
            </p:spPr>
            <p:txBody>
              <a:bodyPr>
                <a:normAutofit fontScale="92500" lnSpcReduction="20000"/>
              </a:bodyPr>
              <a:lstStyle/>
              <a:p>
                <a:pPr marL="114300" indent="0">
                  <a:buNone/>
                </a:pPr>
                <a:r>
                  <a:rPr lang="en-US" sz="3000" dirty="0" smtClean="0">
                    <a:latin typeface="+mj-lt"/>
                  </a:rPr>
                  <a:t>They want to join provinces through some straight, fast tracks. But in order to measure efficiency, they need a program to calculate distance travelled ‘s’ from one station to another on by its trains. The program inputs initial speed of train ‘u’ (m/sec); total time ‘t’ (</a:t>
                </a:r>
                <a:r>
                  <a:rPr lang="en-US" sz="3000" dirty="0" err="1" smtClean="0">
                    <a:latin typeface="+mj-lt"/>
                  </a:rPr>
                  <a:t>mins</a:t>
                </a:r>
                <a:r>
                  <a:rPr lang="en-US" sz="3000" dirty="0" smtClean="0">
                    <a:latin typeface="+mj-lt"/>
                  </a:rPr>
                  <a:t>) it travelled for; acceleration of train ‘a’ (m/sec</a:t>
                </a:r>
                <a:r>
                  <a:rPr lang="en-US" sz="3000" baseline="30000" dirty="0" smtClean="0">
                    <a:latin typeface="+mj-lt"/>
                  </a:rPr>
                  <a:t>2</a:t>
                </a:r>
                <a:r>
                  <a:rPr lang="en-US" sz="3000" dirty="0" smtClean="0">
                    <a:latin typeface="+mj-lt"/>
                  </a:rPr>
                  <a:t>) and print Distance Travelled ‘s’ (Km). Their genius engineers have found a way to do these calculations on paper, using formula:</a:t>
                </a:r>
                <a:endParaRPr lang="en-US" sz="3000" b="0" i="1" dirty="0" smtClean="0">
                  <a:latin typeface="Cambria Math"/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dirty="0" smtClean="0">
                          <a:latin typeface="Cambria Math"/>
                        </a:rPr>
                        <m:t>𝑠</m:t>
                      </m:r>
                      <m:r>
                        <a:rPr lang="en-US" sz="3000" i="1" dirty="0" smtClean="0">
                          <a:latin typeface="Cambria Math"/>
                        </a:rPr>
                        <m:t>=</m:t>
                      </m:r>
                      <m:r>
                        <a:rPr lang="en-US" sz="3000" i="1" dirty="0" smtClean="0">
                          <a:latin typeface="Cambria Math"/>
                        </a:rPr>
                        <m:t>𝑢𝑡</m:t>
                      </m:r>
                      <m:r>
                        <a:rPr lang="en-US" sz="3000" i="1" dirty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3000" b="0" i="1" dirty="0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000" b="0" i="1" dirty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3000" b="0" i="1" dirty="0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3000" b="0" i="1" dirty="0" smtClean="0">
                          <a:latin typeface="Cambria Math"/>
                        </a:rPr>
                        <m:t>𝑎</m:t>
                      </m:r>
                      <m:sSup>
                        <m:sSupPr>
                          <m:ctrlPr>
                            <a:rPr lang="en-US" sz="3000" b="0" i="1" dirty="0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3000" b="0" i="1" dirty="0" smtClean="0">
                              <a:latin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sz="3000" b="0" i="1" dirty="0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000" b="0" dirty="0" smtClean="0"/>
              </a:p>
              <a:p>
                <a:pPr marL="114300" indent="0">
                  <a:buNone/>
                </a:pPr>
                <a:r>
                  <a:rPr lang="en-US" sz="3000" dirty="0" smtClean="0"/>
                  <a:t>But their lead programmer doesn’t get it. Can you code this problem for him?</a:t>
                </a:r>
                <a:endParaRPr lang="en-US" sz="30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7620000" cy="5105400"/>
              </a:xfrm>
              <a:blipFill rotWithShape="1">
                <a:blip r:embed="rId3"/>
                <a:stretch>
                  <a:fillRect l="-80" t="-2867" r="-2560" b="-2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Pakistan Railway needs help!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90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627</TotalTime>
  <Words>140</Words>
  <Application>Microsoft Office PowerPoint</Application>
  <PresentationFormat>On-screen Show (4:3)</PresentationFormat>
  <Paragraphs>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Adjacency</vt:lpstr>
      <vt:lpstr>Pakistan Railway needs help!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151</cp:revision>
  <dcterms:created xsi:type="dcterms:W3CDTF">2013-12-19T10:50:36Z</dcterms:created>
  <dcterms:modified xsi:type="dcterms:W3CDTF">2013-12-24T10:45:29Z</dcterms:modified>
</cp:coreProperties>
</file>