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notesMasterIdLst>
    <p:notesMasterId r:id="rId13"/>
  </p:notesMasterIdLst>
  <p:sldIdLst>
    <p:sldId id="258" r:id="rId2"/>
    <p:sldId id="273" r:id="rId3"/>
    <p:sldId id="281" r:id="rId4"/>
    <p:sldId id="274" r:id="rId5"/>
    <p:sldId id="276" r:id="rId6"/>
    <p:sldId id="275" r:id="rId7"/>
    <p:sldId id="277" r:id="rId8"/>
    <p:sldId id="278" r:id="rId9"/>
    <p:sldId id="279" r:id="rId10"/>
    <p:sldId id="280" r:id="rId11"/>
    <p:sldId id="282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88" autoAdjust="0"/>
    <p:restoredTop sz="91453" autoAdjust="0"/>
  </p:normalViewPr>
  <p:slideViewPr>
    <p:cSldViewPr>
      <p:cViewPr>
        <p:scale>
          <a:sx n="100" d="100"/>
          <a:sy n="100" d="100"/>
        </p:scale>
        <p:origin x="-150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D1FD5D-2B5C-4A54-8A9F-9F1A2323E38F}" type="datetimeFigureOut">
              <a:rPr lang="en-US" smtClean="0"/>
              <a:t>12/27/2013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03586-85CE-41A9-A554-755127314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035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Time:</a:t>
            </a:r>
            <a:r>
              <a:rPr lang="en-US" baseline="0" dirty="0" smtClean="0"/>
              <a:t> 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403586-85CE-41A9-A554-75512731422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03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Time: 30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-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"reference" is an alias to another variable. Any manipulation done to the reference variable directly changes the original variable.</a:t>
            </a:r>
            <a:endParaRPr lang="en-US" dirty="0" smtClean="0"/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Everyone can easily agree that primitives are passed by value; there's no such thing in Java as a pointer/reference to a primitive.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However, </a:t>
            </a:r>
            <a:r>
              <a:rPr lang="en-US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Objects are not passed by reference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A correct statement would be </a:t>
            </a:r>
            <a:r>
              <a:rPr lang="en-US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Object references are passed by value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en-US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[Javadude.com]</a:t>
            </a:r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403586-85CE-41A9-A554-75512731422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0373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Time: 20</a:t>
            </a:r>
          </a:p>
          <a:p>
            <a:r>
              <a:rPr lang="en-US" smtClean="0"/>
              <a:t>Slide 26 </a:t>
            </a:r>
            <a:r>
              <a:rPr lang="en-US" dirty="0" smtClean="0"/>
              <a:t>from “2 Basic Programming Elements.pdf”</a:t>
            </a:r>
          </a:p>
          <a:p>
            <a:pPr marL="171450" indent="-171450">
              <a:buFontTx/>
              <a:buChar char="-"/>
            </a:pP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is a static final variable in System class which is of the type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InputStream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(a built-in class, contains methods to input different data values)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403586-85CE-41A9-A554-75512731422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0373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Time: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403586-85CE-41A9-A554-75512731422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0373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Time: 15</a:t>
            </a:r>
          </a:p>
          <a:p>
            <a:r>
              <a:rPr lang="en-US" dirty="0" smtClean="0"/>
              <a:t>Slide</a:t>
            </a:r>
            <a:r>
              <a:rPr lang="en-US" baseline="0" dirty="0" smtClean="0"/>
              <a:t> 9 from “3 Program Control Flow.pdf”</a:t>
            </a:r>
            <a:endParaRPr lang="en-US" dirty="0" smtClean="0"/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Syntax: if (</a:t>
            </a:r>
            <a:r>
              <a:rPr lang="en-US" sz="1200" b="0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</a:t>
            </a:r>
            <a:r>
              <a:rPr lang="en-US" sz="1200" b="0" i="1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boolean</a:t>
            </a:r>
            <a:r>
              <a:rPr lang="en-US" sz="1200" b="0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expression&gt;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{ /* statements for if body */}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Semantics: Evaluate the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boolean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expression: If it is true, execute the statements in the </a:t>
            </a:r>
            <a:r>
              <a:rPr lang="en-US" sz="1200" b="0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body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and continue with the program. If it is false, skip the </a:t>
            </a:r>
            <a:r>
              <a:rPr lang="en-US" sz="1200" b="0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body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and continue with the rest of the program.</a:t>
            </a:r>
            <a:endParaRPr lang="en-US" dirty="0" smtClean="0"/>
          </a:p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200" dirty="0" smtClean="0"/>
              <a:t>Write a function that tells whether a number in parameter is Odd or Even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403586-85CE-41A9-A554-75512731422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0373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Time: 15</a:t>
            </a:r>
            <a:endParaRPr lang="en-US" sz="1200" dirty="0" smtClean="0"/>
          </a:p>
          <a:p>
            <a:r>
              <a:rPr lang="en-US" sz="1200" dirty="0" smtClean="0"/>
              <a:t>Slide</a:t>
            </a:r>
            <a:r>
              <a:rPr lang="en-US" sz="1200" baseline="0" dirty="0" smtClean="0"/>
              <a:t> 18 from “4 More Program Control Flow Structures.pdf”</a:t>
            </a:r>
          </a:p>
          <a:p>
            <a:r>
              <a:rPr lang="en-US" sz="1200" baseline="0" dirty="0" smtClean="0"/>
              <a:t>- Write a function that inputs month number and prints the month name</a:t>
            </a:r>
            <a:endParaRPr lang="en-US" sz="12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403586-85CE-41A9-A554-75512731422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0373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Time: 10</a:t>
            </a:r>
            <a:endParaRPr lang="en-US" sz="12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403586-85CE-41A9-A554-75512731422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0373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Time: 20</a:t>
            </a:r>
            <a:endParaRPr lang="en-US" sz="12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403586-85CE-41A9-A554-75512731422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0373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Time: 30</a:t>
            </a:r>
          </a:p>
          <a:p>
            <a:r>
              <a:rPr lang="en-US" sz="1200" dirty="0" smtClean="0"/>
              <a:t>- Write a function that inputs phone number in digits and converts</a:t>
            </a:r>
            <a:r>
              <a:rPr lang="en-US" sz="1200" baseline="0" dirty="0" smtClean="0"/>
              <a:t> to words like “zero three four five …”</a:t>
            </a:r>
            <a:endParaRPr lang="en-US" sz="12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403586-85CE-41A9-A554-75512731422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0373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Time: 10</a:t>
            </a:r>
          </a:p>
          <a:p>
            <a:r>
              <a:rPr lang="en-US" dirty="0" smtClean="0"/>
              <a:t>- More on Slide 33</a:t>
            </a:r>
            <a:r>
              <a:rPr lang="en-US" baseline="0" dirty="0" smtClean="0"/>
              <a:t> from “3 Program Control Flow.pdf”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403586-85CE-41A9-A554-75512731422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0373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Estimated Time</a:t>
            </a:r>
            <a:r>
              <a:rPr lang="en-US" smtClean="0"/>
              <a:t>: 3h</a:t>
            </a:r>
            <a:endParaRPr lang="en-US" dirty="0" smtClean="0"/>
          </a:p>
          <a:p>
            <a:pPr marL="171450" indent="-171450">
              <a:buFontTx/>
              <a:buChar char="-"/>
            </a:pPr>
            <a:r>
              <a:rPr lang="en-US" baseline="0" dirty="0" smtClean="0"/>
              <a:t>What </a:t>
            </a:r>
            <a:r>
              <a:rPr lang="en-US" baseline="0" dirty="0" err="1" smtClean="0"/>
              <a:t>Dijkstra</a:t>
            </a:r>
            <a:r>
              <a:rPr lang="en-US" baseline="0" dirty="0" smtClean="0"/>
              <a:t> says about </a:t>
            </a:r>
            <a:r>
              <a:rPr lang="en-US" baseline="0" dirty="0" err="1" smtClean="0"/>
              <a:t>Goto</a:t>
            </a:r>
            <a:r>
              <a:rPr lang="en-US" baseline="0" dirty="0" smtClean="0"/>
              <a:t>: </a:t>
            </a:r>
            <a:r>
              <a:rPr lang="en-US" dirty="0" smtClean="0"/>
              <a:t>http://goo.gl/mXM2YN</a:t>
            </a:r>
          </a:p>
          <a:p>
            <a:pPr marL="171450" indent="-171450">
              <a:buFontTx/>
              <a:buChar char="-"/>
            </a:pPr>
            <a:r>
              <a:rPr lang="en-US" dirty="0" err="1" smtClean="0"/>
              <a:t>Goto</a:t>
            </a:r>
            <a:r>
              <a:rPr lang="en-US" dirty="0" smtClean="0"/>
              <a:t> causes Spaghetti</a:t>
            </a:r>
            <a:r>
              <a:rPr lang="en-US" baseline="0" dirty="0" smtClean="0"/>
              <a:t> code and deadlocks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403586-85CE-41A9-A554-75512731422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0373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12/27/2013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12/27/2013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12/27/2013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12/27/2013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12/27/2013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12/27/2013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12/27/2013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12/27/2013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12/27/2013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12/27/2013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12/27/2013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7ADC39AE-24DD-4927-BF7D-44D09B3028AD}" type="datetimeFigureOut">
              <a:rPr lang="en-US" smtClean="0"/>
              <a:t>12/27/2013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Course Outlines – Day 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Functions</a:t>
            </a:r>
            <a:endParaRPr lang="en-US" sz="3200" dirty="0" smtClean="0"/>
          </a:p>
          <a:p>
            <a:r>
              <a:rPr lang="en-US" sz="3200" dirty="0"/>
              <a:t>Input from User</a:t>
            </a:r>
          </a:p>
          <a:p>
            <a:r>
              <a:rPr lang="en-US" sz="3200" dirty="0" smtClean="0"/>
              <a:t>Control Statements</a:t>
            </a:r>
          </a:p>
          <a:p>
            <a:r>
              <a:rPr lang="en-US" sz="3200" dirty="0" smtClean="0"/>
              <a:t>Special Control Statements</a:t>
            </a:r>
          </a:p>
          <a:p>
            <a:r>
              <a:rPr lang="en-US" sz="3200" dirty="0" smtClean="0"/>
              <a:t>Arrays</a:t>
            </a:r>
          </a:p>
          <a:p>
            <a:r>
              <a:rPr lang="en-US" sz="3200" dirty="0" smtClean="0"/>
              <a:t>Searching and Sorting</a:t>
            </a:r>
          </a:p>
        </p:txBody>
      </p:sp>
    </p:spTree>
    <p:extLst>
      <p:ext uri="{BB962C8B-B14F-4D97-AF65-F5344CB8AC3E}">
        <p14:creationId xmlns:p14="http://schemas.microsoft.com/office/powerpoint/2010/main" val="2316494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800" dirty="0" smtClean="0"/>
              <a:t>Functions</a:t>
            </a:r>
            <a:endParaRPr lang="en-US" sz="4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000" dirty="0" smtClean="0"/>
              <a:t>References in Java</a:t>
            </a:r>
          </a:p>
          <a:p>
            <a:r>
              <a:rPr lang="en-US" sz="3000" dirty="0" smtClean="0"/>
              <a:t>Java is </a:t>
            </a:r>
            <a:r>
              <a:rPr lang="en-US" sz="3000" i="1" dirty="0" smtClean="0"/>
              <a:t>strictly</a:t>
            </a:r>
            <a:r>
              <a:rPr lang="en-US" sz="3000" dirty="0" smtClean="0"/>
              <a:t> “pass-by-value”</a:t>
            </a:r>
          </a:p>
          <a:p>
            <a:r>
              <a:rPr lang="en-US" sz="3000" dirty="0" smtClean="0"/>
              <a:t>Signatures</a:t>
            </a:r>
          </a:p>
          <a:p>
            <a:r>
              <a:rPr lang="en-US" sz="3000" dirty="0" smtClean="0"/>
              <a:t>Naming</a:t>
            </a:r>
          </a:p>
          <a:p>
            <a:r>
              <a:rPr lang="en-US" sz="3000" dirty="0" smtClean="0"/>
              <a:t>Parameters</a:t>
            </a:r>
          </a:p>
          <a:p>
            <a:r>
              <a:rPr lang="en-US" sz="3000" dirty="0" smtClean="0"/>
              <a:t>Returning Values</a:t>
            </a:r>
          </a:p>
          <a:p>
            <a:r>
              <a:rPr lang="en-US" sz="3000" dirty="0" smtClean="0"/>
              <a:t>Static/Non-static </a:t>
            </a:r>
            <a:r>
              <a:rPr lang="en-US" sz="3000" dirty="0" smtClean="0"/>
              <a:t>Functions</a:t>
            </a:r>
            <a:endParaRPr lang="en-US" sz="3000" dirty="0" smtClean="0"/>
          </a:p>
          <a:p>
            <a:r>
              <a:rPr lang="en-US" sz="3000" smtClean="0"/>
              <a:t>Calling </a:t>
            </a:r>
            <a:r>
              <a:rPr lang="en-US" sz="3000" smtClean="0"/>
              <a:t>Functions</a:t>
            </a:r>
            <a:endParaRPr lang="en-US" sz="3000" dirty="0" smtClean="0"/>
          </a:p>
        </p:txBody>
      </p:sp>
    </p:spTree>
    <p:extLst>
      <p:ext uri="{BB962C8B-B14F-4D97-AF65-F5344CB8AC3E}">
        <p14:creationId xmlns:p14="http://schemas.microsoft.com/office/powerpoint/2010/main" val="4054642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800" dirty="0" smtClean="0"/>
              <a:t>User Input</a:t>
            </a:r>
            <a:endParaRPr lang="en-US" sz="4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000" dirty="0" smtClean="0"/>
              <a:t>Scanner Class</a:t>
            </a:r>
          </a:p>
          <a:p>
            <a:endParaRPr lang="en-US" sz="3000" dirty="0" smtClean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425" y="2133600"/>
            <a:ext cx="7019925" cy="2117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425" y="4400550"/>
            <a:ext cx="6781800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30500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800" dirty="0" smtClean="0"/>
              <a:t>Control Statements</a:t>
            </a:r>
            <a:endParaRPr lang="en-US" sz="4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000" dirty="0" smtClean="0"/>
              <a:t>Conditions</a:t>
            </a:r>
          </a:p>
          <a:p>
            <a:pPr lvl="1"/>
            <a:r>
              <a:rPr lang="en-US" sz="2800" dirty="0" smtClean="0"/>
              <a:t>If-else</a:t>
            </a:r>
          </a:p>
          <a:p>
            <a:pPr lvl="1"/>
            <a:r>
              <a:rPr lang="en-US" sz="2800" dirty="0" smtClean="0"/>
              <a:t>Switch case</a:t>
            </a:r>
          </a:p>
          <a:p>
            <a:pPr lvl="1"/>
            <a:r>
              <a:rPr lang="en-US" sz="2800" dirty="0" smtClean="0"/>
              <a:t>Conditional Operators</a:t>
            </a:r>
          </a:p>
          <a:p>
            <a:r>
              <a:rPr lang="en-US" sz="3000" dirty="0" smtClean="0"/>
              <a:t>Loops</a:t>
            </a:r>
          </a:p>
          <a:p>
            <a:pPr lvl="1"/>
            <a:r>
              <a:rPr lang="en-US" sz="2800" dirty="0" smtClean="0"/>
              <a:t>For</a:t>
            </a:r>
          </a:p>
          <a:p>
            <a:pPr lvl="1"/>
            <a:r>
              <a:rPr lang="en-US" sz="2800" dirty="0" smtClean="0"/>
              <a:t>While</a:t>
            </a:r>
          </a:p>
          <a:p>
            <a:pPr lvl="1"/>
            <a:r>
              <a:rPr lang="en-US" sz="2800" dirty="0" smtClean="0"/>
              <a:t>Do-While</a:t>
            </a:r>
          </a:p>
        </p:txBody>
      </p:sp>
    </p:spTree>
    <p:extLst>
      <p:ext uri="{BB962C8B-B14F-4D97-AF65-F5344CB8AC3E}">
        <p14:creationId xmlns:p14="http://schemas.microsoft.com/office/powerpoint/2010/main" val="681458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800" dirty="0"/>
              <a:t>“If” Condition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3000" dirty="0" smtClean="0"/>
              <a:t>If</a:t>
            </a:r>
          </a:p>
          <a:p>
            <a:r>
              <a:rPr lang="en-US" sz="3000" dirty="0" smtClean="0"/>
              <a:t>If-else</a:t>
            </a:r>
          </a:p>
          <a:p>
            <a:r>
              <a:rPr lang="en-US" sz="3000" dirty="0" smtClean="0"/>
              <a:t>If-else </a:t>
            </a:r>
            <a:r>
              <a:rPr lang="en-US" sz="3000" dirty="0" err="1" smtClean="0"/>
              <a:t>if-else</a:t>
            </a:r>
            <a:endParaRPr lang="en-US" sz="3000" dirty="0" smtClean="0"/>
          </a:p>
          <a:p>
            <a:r>
              <a:rPr lang="en-US" sz="3000" dirty="0"/>
              <a:t>Syntax</a:t>
            </a:r>
          </a:p>
          <a:p>
            <a:r>
              <a:rPr lang="en-US" sz="3000" dirty="0" smtClean="0"/>
              <a:t>Semantics</a:t>
            </a:r>
          </a:p>
          <a:p>
            <a:r>
              <a:rPr lang="en-US" sz="3000" dirty="0" smtClean="0"/>
              <a:t>Nested Conditions</a:t>
            </a:r>
          </a:p>
          <a:p>
            <a:r>
              <a:rPr lang="en-US" sz="3000" dirty="0" smtClean="0"/>
              <a:t>Most common mistakes</a:t>
            </a:r>
          </a:p>
          <a:p>
            <a:pPr lvl="1"/>
            <a:r>
              <a:rPr lang="en-US" sz="2800" dirty="0" smtClean="0"/>
              <a:t>Terminator ‘;’</a:t>
            </a:r>
          </a:p>
          <a:p>
            <a:pPr lvl="1"/>
            <a:r>
              <a:rPr lang="en-US" sz="2800" dirty="0" smtClean="0"/>
              <a:t>‘=‘ instead of “==“</a:t>
            </a:r>
          </a:p>
          <a:p>
            <a:pPr lvl="1"/>
            <a:r>
              <a:rPr lang="en-US" sz="2800" dirty="0" smtClean="0"/>
              <a:t>“==“ instead of equals()</a:t>
            </a:r>
          </a:p>
        </p:txBody>
      </p:sp>
    </p:spTree>
    <p:extLst>
      <p:ext uri="{BB962C8B-B14F-4D97-AF65-F5344CB8AC3E}">
        <p14:creationId xmlns:p14="http://schemas.microsoft.com/office/powerpoint/2010/main" val="1613786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800" dirty="0"/>
              <a:t>“Switch” </a:t>
            </a:r>
            <a:r>
              <a:rPr lang="en-US" sz="4800" dirty="0" smtClean="0"/>
              <a:t>Condition</a:t>
            </a:r>
            <a:endParaRPr lang="en-US" sz="4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000" dirty="0" smtClean="0"/>
              <a:t>Just a smarter If</a:t>
            </a:r>
          </a:p>
          <a:p>
            <a:r>
              <a:rPr lang="en-US" sz="3000" dirty="0" smtClean="0"/>
              <a:t>Only Integral types (except long)</a:t>
            </a:r>
          </a:p>
          <a:p>
            <a:pPr lvl="1"/>
            <a:r>
              <a:rPr lang="en-US" sz="2800" dirty="0" smtClean="0"/>
              <a:t>char, byte, short, </a:t>
            </a:r>
            <a:r>
              <a:rPr lang="en-US" sz="2800" dirty="0" err="1" smtClean="0"/>
              <a:t>int</a:t>
            </a:r>
            <a:r>
              <a:rPr lang="en-US" sz="2800" dirty="0" smtClean="0"/>
              <a:t>, Character, Byte, Short, Integer &amp; </a:t>
            </a:r>
            <a:r>
              <a:rPr lang="en-US" sz="2800" dirty="0" err="1" smtClean="0"/>
              <a:t>enum</a:t>
            </a:r>
            <a:endParaRPr lang="en-US" sz="2800" dirty="0" smtClean="0"/>
          </a:p>
          <a:p>
            <a:r>
              <a:rPr lang="en-US" sz="3000" dirty="0" smtClean="0"/>
              <a:t>Defining Conditions as Case(s)</a:t>
            </a:r>
          </a:p>
          <a:p>
            <a:r>
              <a:rPr lang="en-US" sz="3000" dirty="0" smtClean="0"/>
              <a:t>Uses Special Control Statement “break”</a:t>
            </a:r>
          </a:p>
          <a:p>
            <a:r>
              <a:rPr lang="en-US" sz="3000" dirty="0" smtClean="0"/>
              <a:t>Default case</a:t>
            </a:r>
          </a:p>
          <a:p>
            <a:r>
              <a:rPr lang="en-US" sz="3000" dirty="0" smtClean="0"/>
              <a:t>Most common mistake</a:t>
            </a:r>
          </a:p>
          <a:p>
            <a:pPr lvl="1"/>
            <a:r>
              <a:rPr lang="en-US" sz="2800" dirty="0" smtClean="0"/>
              <a:t>Not breaking every case</a:t>
            </a:r>
          </a:p>
        </p:txBody>
      </p:sp>
    </p:spTree>
    <p:extLst>
      <p:ext uri="{BB962C8B-B14F-4D97-AF65-F5344CB8AC3E}">
        <p14:creationId xmlns:p14="http://schemas.microsoft.com/office/powerpoint/2010/main" val="881474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800" dirty="0" smtClean="0"/>
              <a:t>Conditional Operators</a:t>
            </a:r>
            <a:endParaRPr lang="en-US" sz="4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000" dirty="0" smtClean="0"/>
              <a:t>Handy, inline If</a:t>
            </a:r>
          </a:p>
          <a:p>
            <a:pPr marL="114300" indent="0">
              <a:buNone/>
            </a:pPr>
            <a:r>
              <a:rPr lang="en-US" sz="3000" dirty="0" smtClean="0"/>
              <a:t>if (number % 2 == 0) {</a:t>
            </a:r>
          </a:p>
          <a:p>
            <a:pPr marL="114300" indent="0">
              <a:buNone/>
            </a:pPr>
            <a:r>
              <a:rPr lang="en-US" sz="3000" dirty="0"/>
              <a:t>	</a:t>
            </a:r>
            <a:r>
              <a:rPr lang="en-US" sz="3000" dirty="0" err="1" smtClean="0"/>
              <a:t>System.out.print</a:t>
            </a:r>
            <a:r>
              <a:rPr lang="en-US" sz="3000" dirty="0" smtClean="0"/>
              <a:t>(“Even number”);</a:t>
            </a:r>
          </a:p>
          <a:p>
            <a:pPr marL="114300" indent="0">
              <a:buNone/>
            </a:pPr>
            <a:r>
              <a:rPr lang="en-US" sz="3000" dirty="0" smtClean="0"/>
              <a:t>} else {</a:t>
            </a:r>
          </a:p>
          <a:p>
            <a:pPr marL="114300" indent="0">
              <a:buNone/>
            </a:pPr>
            <a:r>
              <a:rPr lang="en-US" sz="2800" dirty="0"/>
              <a:t>	</a:t>
            </a:r>
            <a:r>
              <a:rPr lang="en-US" sz="2800" dirty="0" err="1"/>
              <a:t>System.out.print</a:t>
            </a:r>
            <a:r>
              <a:rPr lang="en-US" sz="2800" dirty="0" smtClean="0"/>
              <a:t>(“Odd </a:t>
            </a:r>
            <a:r>
              <a:rPr lang="en-US" sz="2800" dirty="0"/>
              <a:t>number”);</a:t>
            </a:r>
          </a:p>
          <a:p>
            <a:pPr marL="114300" indent="0">
              <a:buNone/>
            </a:pPr>
            <a:r>
              <a:rPr lang="en-US" sz="2800" dirty="0" smtClean="0"/>
              <a:t>}</a:t>
            </a:r>
          </a:p>
          <a:p>
            <a:pPr marL="114300" indent="0">
              <a:buNone/>
            </a:pPr>
            <a:r>
              <a:rPr lang="en-US" sz="2800" dirty="0" smtClean="0"/>
              <a:t>Can be written as:</a:t>
            </a:r>
          </a:p>
          <a:p>
            <a:pPr marL="114300" indent="0">
              <a:buNone/>
            </a:pPr>
            <a:r>
              <a:rPr lang="en-US" sz="2800" dirty="0" err="1" smtClean="0"/>
              <a:t>System.out.print</a:t>
            </a:r>
            <a:r>
              <a:rPr lang="en-US" sz="2800" dirty="0" smtClean="0"/>
              <a:t>((number % 2 == 0 ? “Even number” : “Odd number”));</a:t>
            </a:r>
          </a:p>
        </p:txBody>
      </p:sp>
    </p:spTree>
    <p:extLst>
      <p:ext uri="{BB962C8B-B14F-4D97-AF65-F5344CB8AC3E}">
        <p14:creationId xmlns:p14="http://schemas.microsoft.com/office/powerpoint/2010/main" val="821467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800" dirty="0" smtClean="0"/>
              <a:t>For Loop</a:t>
            </a:r>
            <a:endParaRPr lang="en-US" sz="4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Used when number of Iterations is </a:t>
            </a:r>
            <a:r>
              <a:rPr lang="en-US" sz="2800" i="1" dirty="0" smtClean="0"/>
              <a:t>Known</a:t>
            </a:r>
          </a:p>
          <a:p>
            <a:r>
              <a:rPr lang="en-US" sz="2800" dirty="0" smtClean="0"/>
              <a:t>Initialization</a:t>
            </a:r>
          </a:p>
          <a:p>
            <a:r>
              <a:rPr lang="en-US" sz="2800" dirty="0" smtClean="0"/>
              <a:t>Loop Condition</a:t>
            </a:r>
          </a:p>
          <a:p>
            <a:r>
              <a:rPr lang="en-US" sz="2800" dirty="0" smtClean="0"/>
              <a:t>Updating</a:t>
            </a:r>
          </a:p>
          <a:p>
            <a:r>
              <a:rPr lang="en-US" sz="2800" dirty="0" smtClean="0"/>
              <a:t>Loop Body</a:t>
            </a:r>
          </a:p>
          <a:p>
            <a:r>
              <a:rPr lang="en-US" sz="2800" dirty="0" smtClean="0"/>
              <a:t>Most common mistakes</a:t>
            </a:r>
          </a:p>
          <a:p>
            <a:pPr lvl="1"/>
            <a:r>
              <a:rPr lang="en-US" sz="2600" dirty="0" smtClean="0"/>
              <a:t>Terminator ‘;’</a:t>
            </a:r>
          </a:p>
          <a:p>
            <a:pPr lvl="1"/>
            <a:r>
              <a:rPr lang="en-US" sz="2600" dirty="0" smtClean="0"/>
              <a:t>Wrong condition</a:t>
            </a:r>
          </a:p>
          <a:p>
            <a:pPr lvl="1"/>
            <a:r>
              <a:rPr lang="en-US" sz="2600" dirty="0"/>
              <a:t>Wrong </a:t>
            </a:r>
            <a:r>
              <a:rPr lang="en-US" sz="2600" dirty="0" smtClean="0"/>
              <a:t>updating</a:t>
            </a:r>
          </a:p>
          <a:p>
            <a:endParaRPr 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3155967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800" dirty="0" smtClean="0"/>
              <a:t>For Loop</a:t>
            </a:r>
            <a:endParaRPr lang="en-US" sz="4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 smtClean="0"/>
              <a:t>Scope of Loop Variable</a:t>
            </a:r>
          </a:p>
          <a:p>
            <a:r>
              <a:rPr lang="en-US" sz="2600" dirty="0" smtClean="0"/>
              <a:t>Initializing multiple Variables</a:t>
            </a:r>
          </a:p>
          <a:p>
            <a:r>
              <a:rPr lang="en-US" sz="2600" dirty="0" smtClean="0"/>
              <a:t>Nested Loops</a:t>
            </a:r>
          </a:p>
          <a:p>
            <a:r>
              <a:rPr lang="en-US" sz="2600" dirty="0" smtClean="0"/>
              <a:t>Backwards Loop</a:t>
            </a:r>
          </a:p>
          <a:p>
            <a:endParaRPr lang="en-US" sz="2800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799" y="3733800"/>
            <a:ext cx="7172325" cy="2628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80997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800" dirty="0" smtClean="0"/>
              <a:t>While/Do-while Loop</a:t>
            </a:r>
            <a:endParaRPr lang="en-US" sz="4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Used when number of Iterations is </a:t>
            </a:r>
            <a:r>
              <a:rPr lang="en-US" sz="2800" i="1" dirty="0" smtClean="0"/>
              <a:t>Unknown</a:t>
            </a:r>
          </a:p>
          <a:p>
            <a:r>
              <a:rPr lang="en-US" sz="2800" dirty="0" smtClean="0"/>
              <a:t>Variable Initialization</a:t>
            </a:r>
          </a:p>
          <a:p>
            <a:r>
              <a:rPr lang="en-US" sz="2800" dirty="0"/>
              <a:t>Loop Body</a:t>
            </a:r>
          </a:p>
          <a:p>
            <a:pPr lvl="1"/>
            <a:r>
              <a:rPr lang="en-US" sz="2600" dirty="0" smtClean="0"/>
              <a:t>Loop Condition</a:t>
            </a:r>
          </a:p>
          <a:p>
            <a:pPr lvl="1"/>
            <a:r>
              <a:rPr lang="en-US" sz="2600" dirty="0" smtClean="0"/>
              <a:t>Updating</a:t>
            </a:r>
          </a:p>
          <a:p>
            <a:r>
              <a:rPr lang="en-US" sz="2800" dirty="0" smtClean="0"/>
              <a:t>Do-while Loop</a:t>
            </a:r>
          </a:p>
          <a:p>
            <a:r>
              <a:rPr lang="en-US" sz="2800" dirty="0" smtClean="0"/>
              <a:t>Most common mistakes</a:t>
            </a:r>
          </a:p>
          <a:p>
            <a:pPr lvl="1"/>
            <a:r>
              <a:rPr lang="en-US" sz="2600" dirty="0"/>
              <a:t>Infinite Loop</a:t>
            </a:r>
          </a:p>
          <a:p>
            <a:pPr lvl="1"/>
            <a:r>
              <a:rPr lang="en-US" sz="2600" dirty="0" smtClean="0"/>
              <a:t>Input </a:t>
            </a:r>
            <a:r>
              <a:rPr lang="en-US" sz="2600" i="1" dirty="0" smtClean="0"/>
              <a:t>Inside</a:t>
            </a:r>
            <a:r>
              <a:rPr lang="en-US" sz="2600" dirty="0" smtClean="0"/>
              <a:t> Condition</a:t>
            </a:r>
          </a:p>
          <a:p>
            <a:endParaRPr 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657513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800" dirty="0" smtClean="0"/>
              <a:t>Special Control Statements</a:t>
            </a:r>
            <a:endParaRPr lang="en-US" sz="4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Branching Statements</a:t>
            </a:r>
          </a:p>
          <a:p>
            <a:pPr lvl="1"/>
            <a:r>
              <a:rPr lang="en-US" sz="2600" dirty="0" smtClean="0"/>
              <a:t>Continue</a:t>
            </a:r>
          </a:p>
          <a:p>
            <a:pPr lvl="1"/>
            <a:r>
              <a:rPr lang="en-US" sz="2600" dirty="0" smtClean="0"/>
              <a:t>Break</a:t>
            </a:r>
          </a:p>
          <a:p>
            <a:pPr lvl="1"/>
            <a:r>
              <a:rPr lang="en-US" sz="2600" dirty="0" smtClean="0"/>
              <a:t>Breaking outer statements with Labels</a:t>
            </a:r>
          </a:p>
          <a:p>
            <a:pPr lvl="1"/>
            <a:r>
              <a:rPr lang="en-US" sz="2600" dirty="0" smtClean="0"/>
              <a:t>No GOTO in Java (but the keyword exists)</a:t>
            </a:r>
            <a:endParaRPr lang="en-US" sz="2400" dirty="0" smtClean="0"/>
          </a:p>
          <a:p>
            <a:r>
              <a:rPr lang="en-US" sz="2800" dirty="0" smtClean="0"/>
              <a:t>Return</a:t>
            </a:r>
          </a:p>
          <a:p>
            <a:r>
              <a:rPr lang="en-US" sz="2800" dirty="0" smtClean="0"/>
              <a:t>Try-catch</a:t>
            </a:r>
          </a:p>
        </p:txBody>
      </p:sp>
    </p:spTree>
    <p:extLst>
      <p:ext uri="{BB962C8B-B14F-4D97-AF65-F5344CB8AC3E}">
        <p14:creationId xmlns:p14="http://schemas.microsoft.com/office/powerpoint/2010/main" val="1067287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jacency">
  <a:themeElements>
    <a:clrScheme name="IHS">
      <a:dk1>
        <a:srgbClr val="2F2B20"/>
      </a:dk1>
      <a:lt1>
        <a:srgbClr val="FFFFFF"/>
      </a:lt1>
      <a:dk2>
        <a:srgbClr val="637307"/>
      </a:dk2>
      <a:lt2>
        <a:srgbClr val="A9A57C"/>
      </a:lt2>
      <a:accent1>
        <a:srgbClr val="D25814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D6F23C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866</TotalTime>
  <Words>522</Words>
  <Application>Microsoft Office PowerPoint</Application>
  <PresentationFormat>On-screen Show (4:3)</PresentationFormat>
  <Paragraphs>126</Paragraphs>
  <Slides>11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Adjacency</vt:lpstr>
      <vt:lpstr>Course Outlines – Day 2</vt:lpstr>
      <vt:lpstr>Functions</vt:lpstr>
      <vt:lpstr>User Input</vt:lpstr>
      <vt:lpstr>Control Statements</vt:lpstr>
      <vt:lpstr>“If” Condition</vt:lpstr>
      <vt:lpstr>“Switch” Condition</vt:lpstr>
      <vt:lpstr>Conditional Operators</vt:lpstr>
      <vt:lpstr>For Loop</vt:lpstr>
      <vt:lpstr>For Loop</vt:lpstr>
      <vt:lpstr>While/Do-while Loop</vt:lpstr>
      <vt:lpstr>Special Control Statements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Workshop on Java Programming</dc:title>
  <dc:creator>Owais</dc:creator>
  <cp:lastModifiedBy>Owais</cp:lastModifiedBy>
  <cp:revision>211</cp:revision>
  <dcterms:created xsi:type="dcterms:W3CDTF">2013-12-19T10:50:36Z</dcterms:created>
  <dcterms:modified xsi:type="dcterms:W3CDTF">2013-12-27T04:31:47Z</dcterms:modified>
</cp:coreProperties>
</file>