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9"/>
  </p:notes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9C1026-4029-44D2-AF9C-389980EBD148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7CA65BA2-E0D6-4734-BB34-E33A6CF6A411}">
      <dgm:prSet phldrT="[Text]"/>
      <dgm:spPr/>
      <dgm:t>
        <a:bodyPr/>
        <a:lstStyle/>
        <a:p>
          <a:r>
            <a:rPr lang="en-US" dirty="0" smtClean="0"/>
            <a:t>Vehicle</a:t>
          </a:r>
          <a:endParaRPr lang="en-US" dirty="0"/>
        </a:p>
      </dgm:t>
    </dgm:pt>
    <dgm:pt modelId="{744022CE-A746-448D-946B-33F8A59C671F}" type="parTrans" cxnId="{65AD6F19-E377-46B5-99EF-30A7C5F27983}">
      <dgm:prSet/>
      <dgm:spPr/>
      <dgm:t>
        <a:bodyPr/>
        <a:lstStyle/>
        <a:p>
          <a:endParaRPr lang="en-US"/>
        </a:p>
      </dgm:t>
    </dgm:pt>
    <dgm:pt modelId="{29B5A4D9-E5B2-4BAA-AFE3-B255FBD30DE3}" type="sibTrans" cxnId="{65AD6F19-E377-46B5-99EF-30A7C5F27983}">
      <dgm:prSet/>
      <dgm:spPr/>
      <dgm:t>
        <a:bodyPr/>
        <a:lstStyle/>
        <a:p>
          <a:endParaRPr lang="en-US"/>
        </a:p>
      </dgm:t>
    </dgm:pt>
    <dgm:pt modelId="{75729062-081D-4E29-AE2B-1DA75D21D6AD}">
      <dgm:prSet phldrT="[Text]"/>
      <dgm:spPr/>
      <dgm:t>
        <a:bodyPr/>
        <a:lstStyle/>
        <a:p>
          <a:r>
            <a:rPr lang="en-US" dirty="0" smtClean="0"/>
            <a:t>Public</a:t>
          </a:r>
          <a:endParaRPr lang="en-US" dirty="0"/>
        </a:p>
      </dgm:t>
    </dgm:pt>
    <dgm:pt modelId="{AD2F2EAC-D5EF-40E9-8FC8-131E1D24D197}" type="parTrans" cxnId="{FF9ECDC1-7E86-4B74-B38C-BAAE484E5AA8}">
      <dgm:prSet/>
      <dgm:spPr/>
      <dgm:t>
        <a:bodyPr/>
        <a:lstStyle/>
        <a:p>
          <a:endParaRPr lang="en-US"/>
        </a:p>
      </dgm:t>
    </dgm:pt>
    <dgm:pt modelId="{CDA35802-1359-4E38-B4AD-D0B3B8E26CE6}" type="sibTrans" cxnId="{FF9ECDC1-7E86-4B74-B38C-BAAE484E5AA8}">
      <dgm:prSet/>
      <dgm:spPr/>
      <dgm:t>
        <a:bodyPr/>
        <a:lstStyle/>
        <a:p>
          <a:endParaRPr lang="en-US"/>
        </a:p>
      </dgm:t>
    </dgm:pt>
    <dgm:pt modelId="{D49DF0FF-5B22-4819-AFCC-13256E671418}">
      <dgm:prSet phldrT="[Text]"/>
      <dgm:spPr/>
      <dgm:t>
        <a:bodyPr/>
        <a:lstStyle/>
        <a:p>
          <a:r>
            <a:rPr lang="en-US" dirty="0" smtClean="0"/>
            <a:t>Private</a:t>
          </a:r>
          <a:endParaRPr lang="en-US" dirty="0"/>
        </a:p>
      </dgm:t>
    </dgm:pt>
    <dgm:pt modelId="{54E1657A-6F15-4ABA-B0CA-D20DC8A8C32A}" type="parTrans" cxnId="{58B1BB3E-023A-431E-A860-961F1C4BD690}">
      <dgm:prSet/>
      <dgm:spPr/>
      <dgm:t>
        <a:bodyPr/>
        <a:lstStyle/>
        <a:p>
          <a:endParaRPr lang="en-US"/>
        </a:p>
      </dgm:t>
    </dgm:pt>
    <dgm:pt modelId="{1993DE6A-C094-44BC-B9DD-FE5E7054A274}" type="sibTrans" cxnId="{58B1BB3E-023A-431E-A860-961F1C4BD690}">
      <dgm:prSet/>
      <dgm:spPr/>
      <dgm:t>
        <a:bodyPr/>
        <a:lstStyle/>
        <a:p>
          <a:endParaRPr lang="en-US"/>
        </a:p>
      </dgm:t>
    </dgm:pt>
    <dgm:pt modelId="{7A9888C9-D99D-4170-BB8B-052A271A541D}">
      <dgm:prSet phldrT="[Text]"/>
      <dgm:spPr/>
      <dgm:t>
        <a:bodyPr/>
        <a:lstStyle/>
        <a:p>
          <a:r>
            <a:rPr lang="en-US" dirty="0" smtClean="0"/>
            <a:t>Bus</a:t>
          </a:r>
          <a:endParaRPr lang="en-US" dirty="0"/>
        </a:p>
      </dgm:t>
    </dgm:pt>
    <dgm:pt modelId="{A07D968F-CD70-4580-A59A-DE1C55829DBC}" type="parTrans" cxnId="{67041957-5179-44E0-9926-4DCA3AC3BCC7}">
      <dgm:prSet/>
      <dgm:spPr/>
      <dgm:t>
        <a:bodyPr/>
        <a:lstStyle/>
        <a:p>
          <a:endParaRPr lang="en-US"/>
        </a:p>
      </dgm:t>
    </dgm:pt>
    <dgm:pt modelId="{8D8AEEB4-11DD-4F05-B331-F4C37F3175AF}" type="sibTrans" cxnId="{67041957-5179-44E0-9926-4DCA3AC3BCC7}">
      <dgm:prSet/>
      <dgm:spPr/>
      <dgm:t>
        <a:bodyPr/>
        <a:lstStyle/>
        <a:p>
          <a:endParaRPr lang="en-US"/>
        </a:p>
      </dgm:t>
    </dgm:pt>
    <dgm:pt modelId="{2C8F1C03-FB51-425B-97B5-0F65409619EC}">
      <dgm:prSet phldrT="[Text]"/>
      <dgm:spPr/>
      <dgm:t>
        <a:bodyPr/>
        <a:lstStyle/>
        <a:p>
          <a:r>
            <a:rPr lang="en-US" dirty="0" smtClean="0"/>
            <a:t>Train</a:t>
          </a:r>
          <a:endParaRPr lang="en-US" dirty="0"/>
        </a:p>
      </dgm:t>
    </dgm:pt>
    <dgm:pt modelId="{A123911F-D736-45BE-8EFA-CD489AA47637}" type="parTrans" cxnId="{698FF191-FBCA-42AA-BBDF-35FD18E52F01}">
      <dgm:prSet/>
      <dgm:spPr/>
      <dgm:t>
        <a:bodyPr/>
        <a:lstStyle/>
        <a:p>
          <a:endParaRPr lang="en-US"/>
        </a:p>
      </dgm:t>
    </dgm:pt>
    <dgm:pt modelId="{560F19D6-6F19-4FEE-9406-B07C11131B54}" type="sibTrans" cxnId="{698FF191-FBCA-42AA-BBDF-35FD18E52F01}">
      <dgm:prSet/>
      <dgm:spPr/>
      <dgm:t>
        <a:bodyPr/>
        <a:lstStyle/>
        <a:p>
          <a:endParaRPr lang="en-US"/>
        </a:p>
      </dgm:t>
    </dgm:pt>
    <dgm:pt modelId="{59165860-9AD9-4633-823C-B7F0F2D8A2A1}">
      <dgm:prSet phldrT="[Text]"/>
      <dgm:spPr/>
      <dgm:t>
        <a:bodyPr/>
        <a:lstStyle/>
        <a:p>
          <a:r>
            <a:rPr lang="en-US" dirty="0" smtClean="0"/>
            <a:t>Rickshaw</a:t>
          </a:r>
          <a:endParaRPr lang="en-US" dirty="0"/>
        </a:p>
      </dgm:t>
    </dgm:pt>
    <dgm:pt modelId="{2E3CE7B6-326C-4748-ACDE-CF6432115269}" type="parTrans" cxnId="{4483451D-5DD1-4B35-9CCF-5DDC7AE84432}">
      <dgm:prSet/>
      <dgm:spPr/>
      <dgm:t>
        <a:bodyPr/>
        <a:lstStyle/>
        <a:p>
          <a:endParaRPr lang="en-US"/>
        </a:p>
      </dgm:t>
    </dgm:pt>
    <dgm:pt modelId="{2D07DDFF-F5E5-477B-AFCF-DB2614CD89C8}" type="sibTrans" cxnId="{4483451D-5DD1-4B35-9CCF-5DDC7AE84432}">
      <dgm:prSet/>
      <dgm:spPr/>
      <dgm:t>
        <a:bodyPr/>
        <a:lstStyle/>
        <a:p>
          <a:endParaRPr lang="en-US"/>
        </a:p>
      </dgm:t>
    </dgm:pt>
    <dgm:pt modelId="{4E8BFDE0-80E3-4380-A984-3575B01F8AC8}">
      <dgm:prSet phldrT="[Text]"/>
      <dgm:spPr/>
      <dgm:t>
        <a:bodyPr/>
        <a:lstStyle/>
        <a:p>
          <a:r>
            <a:rPr lang="en-US" dirty="0" smtClean="0"/>
            <a:t>Car</a:t>
          </a:r>
          <a:endParaRPr lang="en-US" dirty="0"/>
        </a:p>
      </dgm:t>
    </dgm:pt>
    <dgm:pt modelId="{E9201C26-17B9-4083-A744-BA56C48C49DD}" type="parTrans" cxnId="{94874B15-6EF9-4D99-A017-E998850A4281}">
      <dgm:prSet/>
      <dgm:spPr/>
      <dgm:t>
        <a:bodyPr/>
        <a:lstStyle/>
        <a:p>
          <a:endParaRPr lang="en-US"/>
        </a:p>
      </dgm:t>
    </dgm:pt>
    <dgm:pt modelId="{9DB5624F-4BFF-4F12-93EB-95E2AD4AABEB}" type="sibTrans" cxnId="{94874B15-6EF9-4D99-A017-E998850A4281}">
      <dgm:prSet/>
      <dgm:spPr/>
      <dgm:t>
        <a:bodyPr/>
        <a:lstStyle/>
        <a:p>
          <a:endParaRPr lang="en-US"/>
        </a:p>
      </dgm:t>
    </dgm:pt>
    <dgm:pt modelId="{68694975-B8D2-40FA-AD64-471F39690233}">
      <dgm:prSet phldrT="[Text]"/>
      <dgm:spPr/>
      <dgm:t>
        <a:bodyPr/>
        <a:lstStyle/>
        <a:p>
          <a:r>
            <a:rPr lang="en-US" dirty="0" smtClean="0"/>
            <a:t>Motorcycle</a:t>
          </a:r>
          <a:endParaRPr lang="en-US" dirty="0"/>
        </a:p>
      </dgm:t>
    </dgm:pt>
    <dgm:pt modelId="{738F3451-7FB8-4A4A-8FFA-213E9B1B2E72}" type="parTrans" cxnId="{75FA36E5-DBAF-4CBE-B323-6210BE9AE215}">
      <dgm:prSet/>
      <dgm:spPr/>
      <dgm:t>
        <a:bodyPr/>
        <a:lstStyle/>
        <a:p>
          <a:endParaRPr lang="en-US"/>
        </a:p>
      </dgm:t>
    </dgm:pt>
    <dgm:pt modelId="{F175765C-B1BF-4F7C-A711-14AB022B7FED}" type="sibTrans" cxnId="{75FA36E5-DBAF-4CBE-B323-6210BE9AE215}">
      <dgm:prSet/>
      <dgm:spPr/>
      <dgm:t>
        <a:bodyPr/>
        <a:lstStyle/>
        <a:p>
          <a:endParaRPr lang="en-US"/>
        </a:p>
      </dgm:t>
    </dgm:pt>
    <dgm:pt modelId="{5E20EA0A-512A-4D7C-BEBF-FAF7B976B0B0}">
      <dgm:prSet phldrT="[Text]"/>
      <dgm:spPr/>
      <dgm:t>
        <a:bodyPr/>
        <a:lstStyle/>
        <a:p>
          <a:r>
            <a:rPr lang="en-US" dirty="0" smtClean="0"/>
            <a:t>Loader</a:t>
          </a:r>
          <a:endParaRPr lang="en-US" dirty="0"/>
        </a:p>
      </dgm:t>
    </dgm:pt>
    <dgm:pt modelId="{13A0C088-5A4F-4CE7-AB6C-0CFE3A0C8E70}" type="parTrans" cxnId="{2E5D63A8-0F63-48DD-9460-33A41B446D05}">
      <dgm:prSet/>
      <dgm:spPr/>
      <dgm:t>
        <a:bodyPr/>
        <a:lstStyle/>
        <a:p>
          <a:endParaRPr lang="en-US"/>
        </a:p>
      </dgm:t>
    </dgm:pt>
    <dgm:pt modelId="{2E3AE7BC-0059-4028-830F-544BA2FE22CD}" type="sibTrans" cxnId="{2E5D63A8-0F63-48DD-9460-33A41B446D05}">
      <dgm:prSet/>
      <dgm:spPr/>
      <dgm:t>
        <a:bodyPr/>
        <a:lstStyle/>
        <a:p>
          <a:endParaRPr lang="en-US"/>
        </a:p>
      </dgm:t>
    </dgm:pt>
    <dgm:pt modelId="{FE411070-9273-494B-A862-2BDFB51BC3A5}">
      <dgm:prSet phldrT="[Text]"/>
      <dgm:spPr/>
      <dgm:t>
        <a:bodyPr/>
        <a:lstStyle/>
        <a:p>
          <a:r>
            <a:rPr lang="en-US" dirty="0" smtClean="0"/>
            <a:t>Airplane</a:t>
          </a:r>
          <a:endParaRPr lang="en-US" dirty="0"/>
        </a:p>
      </dgm:t>
    </dgm:pt>
    <dgm:pt modelId="{13B9CD3C-C415-4F43-9ECF-A45CA457E893}" type="parTrans" cxnId="{3A3FDC01-CE6C-42DE-B553-5FC5B3833B00}">
      <dgm:prSet/>
      <dgm:spPr/>
    </dgm:pt>
    <dgm:pt modelId="{0E011C18-5315-46BA-A8EA-5BC8A4AF6CC2}" type="sibTrans" cxnId="{3A3FDC01-CE6C-42DE-B553-5FC5B3833B00}">
      <dgm:prSet/>
      <dgm:spPr/>
    </dgm:pt>
    <dgm:pt modelId="{76E8DD5A-6C7E-4E7E-A291-7B0B28597B5D}" type="pres">
      <dgm:prSet presAssocID="{379C1026-4029-44D2-AF9C-389980EBD14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102AD9F-FD43-4944-863D-9F0A67E361EC}" type="pres">
      <dgm:prSet presAssocID="{7CA65BA2-E0D6-4734-BB34-E33A6CF6A411}" presName="hierRoot1" presStyleCnt="0">
        <dgm:presLayoutVars>
          <dgm:hierBranch val="init"/>
        </dgm:presLayoutVars>
      </dgm:prSet>
      <dgm:spPr/>
    </dgm:pt>
    <dgm:pt modelId="{C6F56D94-B4CA-4ADA-B8D9-43185A4C69DC}" type="pres">
      <dgm:prSet presAssocID="{7CA65BA2-E0D6-4734-BB34-E33A6CF6A411}" presName="rootComposite1" presStyleCnt="0"/>
      <dgm:spPr/>
    </dgm:pt>
    <dgm:pt modelId="{039629BE-4488-4C07-9592-AEB7D32A60C9}" type="pres">
      <dgm:prSet presAssocID="{7CA65BA2-E0D6-4734-BB34-E33A6CF6A41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1BB5852-4A2D-4E73-A36B-A3C0F7E8319D}" type="pres">
      <dgm:prSet presAssocID="{7CA65BA2-E0D6-4734-BB34-E33A6CF6A41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6997EB6-69FA-43B5-93AE-8EB3B9FBC782}" type="pres">
      <dgm:prSet presAssocID="{7CA65BA2-E0D6-4734-BB34-E33A6CF6A411}" presName="hierChild2" presStyleCnt="0"/>
      <dgm:spPr/>
    </dgm:pt>
    <dgm:pt modelId="{F0A7B49E-EEA9-42D4-A667-3A141492D292}" type="pres">
      <dgm:prSet presAssocID="{AD2F2EAC-D5EF-40E9-8FC8-131E1D24D197}" presName="Name37" presStyleLbl="parChTrans1D2" presStyleIdx="0" presStyleCnt="2"/>
      <dgm:spPr/>
      <dgm:t>
        <a:bodyPr/>
        <a:lstStyle/>
        <a:p>
          <a:endParaRPr lang="en-US"/>
        </a:p>
      </dgm:t>
    </dgm:pt>
    <dgm:pt modelId="{CD1BE35E-4267-4643-BBC3-3BE745A9682A}" type="pres">
      <dgm:prSet presAssocID="{75729062-081D-4E29-AE2B-1DA75D21D6AD}" presName="hierRoot2" presStyleCnt="0">
        <dgm:presLayoutVars>
          <dgm:hierBranch val="init"/>
        </dgm:presLayoutVars>
      </dgm:prSet>
      <dgm:spPr/>
    </dgm:pt>
    <dgm:pt modelId="{E69D2340-E6E8-4F0B-859B-EBFA9B3AED78}" type="pres">
      <dgm:prSet presAssocID="{75729062-081D-4E29-AE2B-1DA75D21D6AD}" presName="rootComposite" presStyleCnt="0"/>
      <dgm:spPr/>
    </dgm:pt>
    <dgm:pt modelId="{C5564DF1-4DEC-48D4-A297-C04917D4DA3E}" type="pres">
      <dgm:prSet presAssocID="{75729062-081D-4E29-AE2B-1DA75D21D6AD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D27DC1D-B421-4E6B-A916-C5D987B3BC9F}" type="pres">
      <dgm:prSet presAssocID="{75729062-081D-4E29-AE2B-1DA75D21D6AD}" presName="rootConnector" presStyleLbl="node2" presStyleIdx="0" presStyleCnt="2"/>
      <dgm:spPr/>
      <dgm:t>
        <a:bodyPr/>
        <a:lstStyle/>
        <a:p>
          <a:endParaRPr lang="en-US"/>
        </a:p>
      </dgm:t>
    </dgm:pt>
    <dgm:pt modelId="{86E5305D-0E69-4B91-829F-3F3E39417ADB}" type="pres">
      <dgm:prSet presAssocID="{75729062-081D-4E29-AE2B-1DA75D21D6AD}" presName="hierChild4" presStyleCnt="0"/>
      <dgm:spPr/>
    </dgm:pt>
    <dgm:pt modelId="{F36DE94F-EA67-4F7D-9D1D-CF5B5A07085F}" type="pres">
      <dgm:prSet presAssocID="{A07D968F-CD70-4580-A59A-DE1C55829DBC}" presName="Name37" presStyleLbl="parChTrans1D3" presStyleIdx="0" presStyleCnt="7"/>
      <dgm:spPr/>
      <dgm:t>
        <a:bodyPr/>
        <a:lstStyle/>
        <a:p>
          <a:endParaRPr lang="en-US"/>
        </a:p>
      </dgm:t>
    </dgm:pt>
    <dgm:pt modelId="{0B22478D-F8A6-4317-BF24-786BA8EAD830}" type="pres">
      <dgm:prSet presAssocID="{7A9888C9-D99D-4170-BB8B-052A271A541D}" presName="hierRoot2" presStyleCnt="0">
        <dgm:presLayoutVars>
          <dgm:hierBranch val="init"/>
        </dgm:presLayoutVars>
      </dgm:prSet>
      <dgm:spPr/>
    </dgm:pt>
    <dgm:pt modelId="{D73D4BDF-8386-4AA0-9CF3-9E1779E0AAF5}" type="pres">
      <dgm:prSet presAssocID="{7A9888C9-D99D-4170-BB8B-052A271A541D}" presName="rootComposite" presStyleCnt="0"/>
      <dgm:spPr/>
    </dgm:pt>
    <dgm:pt modelId="{CA3C4FDB-2BB6-4C90-9CCE-E48D422D0B19}" type="pres">
      <dgm:prSet presAssocID="{7A9888C9-D99D-4170-BB8B-052A271A541D}" presName="rootText" presStyleLbl="node3" presStyleIdx="0" presStyleCnt="7" custLinFactNeighborY="-486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ECBF4AC-FBF7-4355-BB78-6317815C01EB}" type="pres">
      <dgm:prSet presAssocID="{7A9888C9-D99D-4170-BB8B-052A271A541D}" presName="rootConnector" presStyleLbl="node3" presStyleIdx="0" presStyleCnt="7"/>
      <dgm:spPr/>
      <dgm:t>
        <a:bodyPr/>
        <a:lstStyle/>
        <a:p>
          <a:endParaRPr lang="en-US"/>
        </a:p>
      </dgm:t>
    </dgm:pt>
    <dgm:pt modelId="{3DA5897E-E127-4DB1-B107-340A933C1724}" type="pres">
      <dgm:prSet presAssocID="{7A9888C9-D99D-4170-BB8B-052A271A541D}" presName="hierChild4" presStyleCnt="0"/>
      <dgm:spPr/>
    </dgm:pt>
    <dgm:pt modelId="{77906C7E-9F20-43A6-AA9A-59448F79D1FF}" type="pres">
      <dgm:prSet presAssocID="{7A9888C9-D99D-4170-BB8B-052A271A541D}" presName="hierChild5" presStyleCnt="0"/>
      <dgm:spPr/>
    </dgm:pt>
    <dgm:pt modelId="{FC796B55-7889-4D71-B845-AF1E38E7FC26}" type="pres">
      <dgm:prSet presAssocID="{13B9CD3C-C415-4F43-9ECF-A45CA457E893}" presName="Name37" presStyleLbl="parChTrans1D3" presStyleIdx="1" presStyleCnt="7"/>
      <dgm:spPr/>
    </dgm:pt>
    <dgm:pt modelId="{F4F286B6-E575-40A9-97F8-1647C44651BD}" type="pres">
      <dgm:prSet presAssocID="{FE411070-9273-494B-A862-2BDFB51BC3A5}" presName="hierRoot2" presStyleCnt="0">
        <dgm:presLayoutVars>
          <dgm:hierBranch val="init"/>
        </dgm:presLayoutVars>
      </dgm:prSet>
      <dgm:spPr/>
    </dgm:pt>
    <dgm:pt modelId="{5BDAEED7-32F6-4BB2-B9D0-056222E3ADDB}" type="pres">
      <dgm:prSet presAssocID="{FE411070-9273-494B-A862-2BDFB51BC3A5}" presName="rootComposite" presStyleCnt="0"/>
      <dgm:spPr/>
    </dgm:pt>
    <dgm:pt modelId="{EE26C670-36B4-46C6-8024-109E27575BDA}" type="pres">
      <dgm:prSet presAssocID="{FE411070-9273-494B-A862-2BDFB51BC3A5}" presName="rootText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C95A3F-CAB4-4EDD-91AA-56A646CFC105}" type="pres">
      <dgm:prSet presAssocID="{FE411070-9273-494B-A862-2BDFB51BC3A5}" presName="rootConnector" presStyleLbl="node3" presStyleIdx="1" presStyleCnt="7"/>
      <dgm:spPr/>
      <dgm:t>
        <a:bodyPr/>
        <a:lstStyle/>
        <a:p>
          <a:endParaRPr lang="en-US"/>
        </a:p>
      </dgm:t>
    </dgm:pt>
    <dgm:pt modelId="{D03FC320-24A7-4B02-A98F-42C1B42AB489}" type="pres">
      <dgm:prSet presAssocID="{FE411070-9273-494B-A862-2BDFB51BC3A5}" presName="hierChild4" presStyleCnt="0"/>
      <dgm:spPr/>
    </dgm:pt>
    <dgm:pt modelId="{8EB20EE4-3FF2-4F23-B0FD-9714F014E10F}" type="pres">
      <dgm:prSet presAssocID="{FE411070-9273-494B-A862-2BDFB51BC3A5}" presName="hierChild5" presStyleCnt="0"/>
      <dgm:spPr/>
    </dgm:pt>
    <dgm:pt modelId="{7439EF33-78C4-46E0-A2CF-DEAE43C5A6BB}" type="pres">
      <dgm:prSet presAssocID="{A123911F-D736-45BE-8EFA-CD489AA47637}" presName="Name37" presStyleLbl="parChTrans1D3" presStyleIdx="2" presStyleCnt="7"/>
      <dgm:spPr/>
      <dgm:t>
        <a:bodyPr/>
        <a:lstStyle/>
        <a:p>
          <a:endParaRPr lang="en-US"/>
        </a:p>
      </dgm:t>
    </dgm:pt>
    <dgm:pt modelId="{C724F148-634F-44FE-B217-9A5488872DAE}" type="pres">
      <dgm:prSet presAssocID="{2C8F1C03-FB51-425B-97B5-0F65409619EC}" presName="hierRoot2" presStyleCnt="0">
        <dgm:presLayoutVars>
          <dgm:hierBranch val="init"/>
        </dgm:presLayoutVars>
      </dgm:prSet>
      <dgm:spPr/>
    </dgm:pt>
    <dgm:pt modelId="{BA8E27EA-E062-41F6-8466-A2317AA43EDA}" type="pres">
      <dgm:prSet presAssocID="{2C8F1C03-FB51-425B-97B5-0F65409619EC}" presName="rootComposite" presStyleCnt="0"/>
      <dgm:spPr/>
    </dgm:pt>
    <dgm:pt modelId="{459B9D16-99D5-4DC9-B7A0-78A5E08610C6}" type="pres">
      <dgm:prSet presAssocID="{2C8F1C03-FB51-425B-97B5-0F65409619EC}" presName="rootText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60BC19-817F-4DEC-ACEA-84D43AE5E0A1}" type="pres">
      <dgm:prSet presAssocID="{2C8F1C03-FB51-425B-97B5-0F65409619EC}" presName="rootConnector" presStyleLbl="node3" presStyleIdx="2" presStyleCnt="7"/>
      <dgm:spPr/>
      <dgm:t>
        <a:bodyPr/>
        <a:lstStyle/>
        <a:p>
          <a:endParaRPr lang="en-US"/>
        </a:p>
      </dgm:t>
    </dgm:pt>
    <dgm:pt modelId="{5BC80D36-13C4-4FC8-8234-544AD82D1906}" type="pres">
      <dgm:prSet presAssocID="{2C8F1C03-FB51-425B-97B5-0F65409619EC}" presName="hierChild4" presStyleCnt="0"/>
      <dgm:spPr/>
    </dgm:pt>
    <dgm:pt modelId="{EEB80613-17AC-4134-9F95-F0F2593D3A88}" type="pres">
      <dgm:prSet presAssocID="{2C8F1C03-FB51-425B-97B5-0F65409619EC}" presName="hierChild5" presStyleCnt="0"/>
      <dgm:spPr/>
    </dgm:pt>
    <dgm:pt modelId="{7435F76D-BB2A-4C79-96E3-4B82F3E3113A}" type="pres">
      <dgm:prSet presAssocID="{2E3CE7B6-326C-4748-ACDE-CF6432115269}" presName="Name37" presStyleLbl="parChTrans1D3" presStyleIdx="3" presStyleCnt="7"/>
      <dgm:spPr/>
      <dgm:t>
        <a:bodyPr/>
        <a:lstStyle/>
        <a:p>
          <a:endParaRPr lang="en-US"/>
        </a:p>
      </dgm:t>
    </dgm:pt>
    <dgm:pt modelId="{11C53D72-CC9B-44DB-98A2-D907CA00B47A}" type="pres">
      <dgm:prSet presAssocID="{59165860-9AD9-4633-823C-B7F0F2D8A2A1}" presName="hierRoot2" presStyleCnt="0">
        <dgm:presLayoutVars>
          <dgm:hierBranch val="init"/>
        </dgm:presLayoutVars>
      </dgm:prSet>
      <dgm:spPr/>
    </dgm:pt>
    <dgm:pt modelId="{5DE9D092-8F30-432C-86FE-D5476414B324}" type="pres">
      <dgm:prSet presAssocID="{59165860-9AD9-4633-823C-B7F0F2D8A2A1}" presName="rootComposite" presStyleCnt="0"/>
      <dgm:spPr/>
    </dgm:pt>
    <dgm:pt modelId="{B802E59A-6340-438A-A48F-4436936E4E17}" type="pres">
      <dgm:prSet presAssocID="{59165860-9AD9-4633-823C-B7F0F2D8A2A1}" presName="rootText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158641-5E69-4BC1-AF85-D409164F47AC}" type="pres">
      <dgm:prSet presAssocID="{59165860-9AD9-4633-823C-B7F0F2D8A2A1}" presName="rootConnector" presStyleLbl="node3" presStyleIdx="3" presStyleCnt="7"/>
      <dgm:spPr/>
      <dgm:t>
        <a:bodyPr/>
        <a:lstStyle/>
        <a:p>
          <a:endParaRPr lang="en-US"/>
        </a:p>
      </dgm:t>
    </dgm:pt>
    <dgm:pt modelId="{30DE09E1-9D7E-4D63-B4D5-4C38C3A17BAF}" type="pres">
      <dgm:prSet presAssocID="{59165860-9AD9-4633-823C-B7F0F2D8A2A1}" presName="hierChild4" presStyleCnt="0"/>
      <dgm:spPr/>
    </dgm:pt>
    <dgm:pt modelId="{B0ED1A59-96E8-4B85-8742-5F3AFCEA03C1}" type="pres">
      <dgm:prSet presAssocID="{59165860-9AD9-4633-823C-B7F0F2D8A2A1}" presName="hierChild5" presStyleCnt="0"/>
      <dgm:spPr/>
    </dgm:pt>
    <dgm:pt modelId="{A0EDD874-CC88-4F9A-9226-9E4FF6612F16}" type="pres">
      <dgm:prSet presAssocID="{75729062-081D-4E29-AE2B-1DA75D21D6AD}" presName="hierChild5" presStyleCnt="0"/>
      <dgm:spPr/>
    </dgm:pt>
    <dgm:pt modelId="{11CA0CC8-6C4C-43C1-8EFD-8469424CB188}" type="pres">
      <dgm:prSet presAssocID="{54E1657A-6F15-4ABA-B0CA-D20DC8A8C32A}" presName="Name37" presStyleLbl="parChTrans1D2" presStyleIdx="1" presStyleCnt="2"/>
      <dgm:spPr/>
      <dgm:t>
        <a:bodyPr/>
        <a:lstStyle/>
        <a:p>
          <a:endParaRPr lang="en-US"/>
        </a:p>
      </dgm:t>
    </dgm:pt>
    <dgm:pt modelId="{94D6FCFC-6056-41E6-80BB-141EAF4C5773}" type="pres">
      <dgm:prSet presAssocID="{D49DF0FF-5B22-4819-AFCC-13256E671418}" presName="hierRoot2" presStyleCnt="0">
        <dgm:presLayoutVars>
          <dgm:hierBranch val="init"/>
        </dgm:presLayoutVars>
      </dgm:prSet>
      <dgm:spPr/>
    </dgm:pt>
    <dgm:pt modelId="{F6A84171-34A3-410F-95CD-B35012A24F7F}" type="pres">
      <dgm:prSet presAssocID="{D49DF0FF-5B22-4819-AFCC-13256E671418}" presName="rootComposite" presStyleCnt="0"/>
      <dgm:spPr/>
    </dgm:pt>
    <dgm:pt modelId="{62F8EECE-BACD-4E05-8E95-842BF9152D54}" type="pres">
      <dgm:prSet presAssocID="{D49DF0FF-5B22-4819-AFCC-13256E671418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9AFF17-0B2D-4920-8B0E-32AE66C1FA23}" type="pres">
      <dgm:prSet presAssocID="{D49DF0FF-5B22-4819-AFCC-13256E671418}" presName="rootConnector" presStyleLbl="node2" presStyleIdx="1" presStyleCnt="2"/>
      <dgm:spPr/>
      <dgm:t>
        <a:bodyPr/>
        <a:lstStyle/>
        <a:p>
          <a:endParaRPr lang="en-US"/>
        </a:p>
      </dgm:t>
    </dgm:pt>
    <dgm:pt modelId="{C3D8FB92-B1DA-4472-B631-801D3F98A34A}" type="pres">
      <dgm:prSet presAssocID="{D49DF0FF-5B22-4819-AFCC-13256E671418}" presName="hierChild4" presStyleCnt="0"/>
      <dgm:spPr/>
    </dgm:pt>
    <dgm:pt modelId="{DA3881C2-6AAB-4242-AAA6-CDECB4B53620}" type="pres">
      <dgm:prSet presAssocID="{E9201C26-17B9-4083-A744-BA56C48C49DD}" presName="Name37" presStyleLbl="parChTrans1D3" presStyleIdx="4" presStyleCnt="7"/>
      <dgm:spPr/>
      <dgm:t>
        <a:bodyPr/>
        <a:lstStyle/>
        <a:p>
          <a:endParaRPr lang="en-US"/>
        </a:p>
      </dgm:t>
    </dgm:pt>
    <dgm:pt modelId="{C3CF6A19-3F9F-4882-909B-E36C8D8A8CEB}" type="pres">
      <dgm:prSet presAssocID="{4E8BFDE0-80E3-4380-A984-3575B01F8AC8}" presName="hierRoot2" presStyleCnt="0">
        <dgm:presLayoutVars>
          <dgm:hierBranch val="init"/>
        </dgm:presLayoutVars>
      </dgm:prSet>
      <dgm:spPr/>
    </dgm:pt>
    <dgm:pt modelId="{3F2FC066-40E5-47B7-B9E0-E794BE3C6679}" type="pres">
      <dgm:prSet presAssocID="{4E8BFDE0-80E3-4380-A984-3575B01F8AC8}" presName="rootComposite" presStyleCnt="0"/>
      <dgm:spPr/>
    </dgm:pt>
    <dgm:pt modelId="{E3D663F0-B3CB-44DB-B05E-4BB438C031B5}" type="pres">
      <dgm:prSet presAssocID="{4E8BFDE0-80E3-4380-A984-3575B01F8AC8}" presName="rootText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393ABC-E6F8-4BC4-B844-2E0088250D64}" type="pres">
      <dgm:prSet presAssocID="{4E8BFDE0-80E3-4380-A984-3575B01F8AC8}" presName="rootConnector" presStyleLbl="node3" presStyleIdx="4" presStyleCnt="7"/>
      <dgm:spPr/>
      <dgm:t>
        <a:bodyPr/>
        <a:lstStyle/>
        <a:p>
          <a:endParaRPr lang="en-US"/>
        </a:p>
      </dgm:t>
    </dgm:pt>
    <dgm:pt modelId="{EAD9EBDB-5E3C-4E9D-AD96-9E3FD09AC80F}" type="pres">
      <dgm:prSet presAssocID="{4E8BFDE0-80E3-4380-A984-3575B01F8AC8}" presName="hierChild4" presStyleCnt="0"/>
      <dgm:spPr/>
    </dgm:pt>
    <dgm:pt modelId="{96041BD1-FE1C-49D1-9E50-6A434D5110EF}" type="pres">
      <dgm:prSet presAssocID="{4E8BFDE0-80E3-4380-A984-3575B01F8AC8}" presName="hierChild5" presStyleCnt="0"/>
      <dgm:spPr/>
    </dgm:pt>
    <dgm:pt modelId="{B6D0591F-4D0F-4C0A-9F64-0EA1B0A8056A}" type="pres">
      <dgm:prSet presAssocID="{738F3451-7FB8-4A4A-8FFA-213E9B1B2E72}" presName="Name37" presStyleLbl="parChTrans1D3" presStyleIdx="5" presStyleCnt="7"/>
      <dgm:spPr/>
      <dgm:t>
        <a:bodyPr/>
        <a:lstStyle/>
        <a:p>
          <a:endParaRPr lang="en-US"/>
        </a:p>
      </dgm:t>
    </dgm:pt>
    <dgm:pt modelId="{07EE6852-7901-4CA9-8A26-4296DD09A28D}" type="pres">
      <dgm:prSet presAssocID="{68694975-B8D2-40FA-AD64-471F39690233}" presName="hierRoot2" presStyleCnt="0">
        <dgm:presLayoutVars>
          <dgm:hierBranch val="init"/>
        </dgm:presLayoutVars>
      </dgm:prSet>
      <dgm:spPr/>
    </dgm:pt>
    <dgm:pt modelId="{E33C1101-CD3F-4EBC-B15E-CAF7BD27BB57}" type="pres">
      <dgm:prSet presAssocID="{68694975-B8D2-40FA-AD64-471F39690233}" presName="rootComposite" presStyleCnt="0"/>
      <dgm:spPr/>
    </dgm:pt>
    <dgm:pt modelId="{EBA0CFD9-4E1F-4470-B89C-AA599CC60CE9}" type="pres">
      <dgm:prSet presAssocID="{68694975-B8D2-40FA-AD64-471F39690233}" presName="rootText" presStyleLbl="node3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5317D06-CDCB-4563-93A5-F7852E20062C}" type="pres">
      <dgm:prSet presAssocID="{68694975-B8D2-40FA-AD64-471F39690233}" presName="rootConnector" presStyleLbl="node3" presStyleIdx="5" presStyleCnt="7"/>
      <dgm:spPr/>
      <dgm:t>
        <a:bodyPr/>
        <a:lstStyle/>
        <a:p>
          <a:endParaRPr lang="en-US"/>
        </a:p>
      </dgm:t>
    </dgm:pt>
    <dgm:pt modelId="{BD24538C-D175-4A5A-9698-50650B2E4E51}" type="pres">
      <dgm:prSet presAssocID="{68694975-B8D2-40FA-AD64-471F39690233}" presName="hierChild4" presStyleCnt="0"/>
      <dgm:spPr/>
    </dgm:pt>
    <dgm:pt modelId="{879D3C7E-050D-492E-BACF-9981D2B8689D}" type="pres">
      <dgm:prSet presAssocID="{68694975-B8D2-40FA-AD64-471F39690233}" presName="hierChild5" presStyleCnt="0"/>
      <dgm:spPr/>
    </dgm:pt>
    <dgm:pt modelId="{409FD42F-7193-44F2-B733-A50FEBC88FF1}" type="pres">
      <dgm:prSet presAssocID="{13A0C088-5A4F-4CE7-AB6C-0CFE3A0C8E70}" presName="Name37" presStyleLbl="parChTrans1D3" presStyleIdx="6" presStyleCnt="7"/>
      <dgm:spPr/>
      <dgm:t>
        <a:bodyPr/>
        <a:lstStyle/>
        <a:p>
          <a:endParaRPr lang="en-US"/>
        </a:p>
      </dgm:t>
    </dgm:pt>
    <dgm:pt modelId="{F7171D5A-679C-47DB-9948-9C2931A8C038}" type="pres">
      <dgm:prSet presAssocID="{5E20EA0A-512A-4D7C-BEBF-FAF7B976B0B0}" presName="hierRoot2" presStyleCnt="0">
        <dgm:presLayoutVars>
          <dgm:hierBranch val="init"/>
        </dgm:presLayoutVars>
      </dgm:prSet>
      <dgm:spPr/>
    </dgm:pt>
    <dgm:pt modelId="{89ED1747-9973-4AFB-A215-2C0AF7193F96}" type="pres">
      <dgm:prSet presAssocID="{5E20EA0A-512A-4D7C-BEBF-FAF7B976B0B0}" presName="rootComposite" presStyleCnt="0"/>
      <dgm:spPr/>
    </dgm:pt>
    <dgm:pt modelId="{506AB1C3-E79C-4BAB-BC5E-632A45AB5E1A}" type="pres">
      <dgm:prSet presAssocID="{5E20EA0A-512A-4D7C-BEBF-FAF7B976B0B0}" presName="rootText" presStyleLbl="node3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4FE98B-50AF-4704-B03C-755079B2DD55}" type="pres">
      <dgm:prSet presAssocID="{5E20EA0A-512A-4D7C-BEBF-FAF7B976B0B0}" presName="rootConnector" presStyleLbl="node3" presStyleIdx="6" presStyleCnt="7"/>
      <dgm:spPr/>
      <dgm:t>
        <a:bodyPr/>
        <a:lstStyle/>
        <a:p>
          <a:endParaRPr lang="en-US"/>
        </a:p>
      </dgm:t>
    </dgm:pt>
    <dgm:pt modelId="{94623A5C-AB42-4AB8-ACD8-949EBBF05294}" type="pres">
      <dgm:prSet presAssocID="{5E20EA0A-512A-4D7C-BEBF-FAF7B976B0B0}" presName="hierChild4" presStyleCnt="0"/>
      <dgm:spPr/>
    </dgm:pt>
    <dgm:pt modelId="{FAF54532-8149-4650-A73D-BBFA75384257}" type="pres">
      <dgm:prSet presAssocID="{5E20EA0A-512A-4D7C-BEBF-FAF7B976B0B0}" presName="hierChild5" presStyleCnt="0"/>
      <dgm:spPr/>
    </dgm:pt>
    <dgm:pt modelId="{99399FE0-AAE3-4931-90FB-4E77D86EBECB}" type="pres">
      <dgm:prSet presAssocID="{D49DF0FF-5B22-4819-AFCC-13256E671418}" presName="hierChild5" presStyleCnt="0"/>
      <dgm:spPr/>
    </dgm:pt>
    <dgm:pt modelId="{B4D535E7-969A-40E1-9A65-977CAC6F3E7F}" type="pres">
      <dgm:prSet presAssocID="{7CA65BA2-E0D6-4734-BB34-E33A6CF6A411}" presName="hierChild3" presStyleCnt="0"/>
      <dgm:spPr/>
    </dgm:pt>
  </dgm:ptLst>
  <dgm:cxnLst>
    <dgm:cxn modelId="{20420938-B800-49A1-B41D-54BD3F257D3E}" type="presOf" srcId="{A123911F-D736-45BE-8EFA-CD489AA47637}" destId="{7439EF33-78C4-46E0-A2CF-DEAE43C5A6BB}" srcOrd="0" destOrd="0" presId="urn:microsoft.com/office/officeart/2005/8/layout/orgChart1"/>
    <dgm:cxn modelId="{7A078152-F79D-4B78-AF3C-B65A10327C29}" type="presOf" srcId="{2C8F1C03-FB51-425B-97B5-0F65409619EC}" destId="{459B9D16-99D5-4DC9-B7A0-78A5E08610C6}" srcOrd="0" destOrd="0" presId="urn:microsoft.com/office/officeart/2005/8/layout/orgChart1"/>
    <dgm:cxn modelId="{75FA36E5-DBAF-4CBE-B323-6210BE9AE215}" srcId="{D49DF0FF-5B22-4819-AFCC-13256E671418}" destId="{68694975-B8D2-40FA-AD64-471F39690233}" srcOrd="1" destOrd="0" parTransId="{738F3451-7FB8-4A4A-8FFA-213E9B1B2E72}" sibTransId="{F175765C-B1BF-4F7C-A711-14AB022B7FED}"/>
    <dgm:cxn modelId="{71445CA2-A773-4FC3-A1C1-A6C735297CFF}" type="presOf" srcId="{7A9888C9-D99D-4170-BB8B-052A271A541D}" destId="{6ECBF4AC-FBF7-4355-BB78-6317815C01EB}" srcOrd="1" destOrd="0" presId="urn:microsoft.com/office/officeart/2005/8/layout/orgChart1"/>
    <dgm:cxn modelId="{55F6D8D8-F08D-4ECD-8F52-88352186A69D}" type="presOf" srcId="{59165860-9AD9-4633-823C-B7F0F2D8A2A1}" destId="{B802E59A-6340-438A-A48F-4436936E4E17}" srcOrd="0" destOrd="0" presId="urn:microsoft.com/office/officeart/2005/8/layout/orgChart1"/>
    <dgm:cxn modelId="{65AD6F19-E377-46B5-99EF-30A7C5F27983}" srcId="{379C1026-4029-44D2-AF9C-389980EBD148}" destId="{7CA65BA2-E0D6-4734-BB34-E33A6CF6A411}" srcOrd="0" destOrd="0" parTransId="{744022CE-A746-448D-946B-33F8A59C671F}" sibTransId="{29B5A4D9-E5B2-4BAA-AFE3-B255FBD30DE3}"/>
    <dgm:cxn modelId="{21D837A7-B93A-488F-AE26-0499881C4159}" type="presOf" srcId="{4E8BFDE0-80E3-4380-A984-3575B01F8AC8}" destId="{E3D663F0-B3CB-44DB-B05E-4BB438C031B5}" srcOrd="0" destOrd="0" presId="urn:microsoft.com/office/officeart/2005/8/layout/orgChart1"/>
    <dgm:cxn modelId="{63DD4F58-CFA7-415D-B9C1-00F61A1F77E9}" type="presOf" srcId="{A07D968F-CD70-4580-A59A-DE1C55829DBC}" destId="{F36DE94F-EA67-4F7D-9D1D-CF5B5A07085F}" srcOrd="0" destOrd="0" presId="urn:microsoft.com/office/officeart/2005/8/layout/orgChart1"/>
    <dgm:cxn modelId="{C0AB0CE4-018D-4A22-B4B9-AD80C71EA39F}" type="presOf" srcId="{5E20EA0A-512A-4D7C-BEBF-FAF7B976B0B0}" destId="{506AB1C3-E79C-4BAB-BC5E-632A45AB5E1A}" srcOrd="0" destOrd="0" presId="urn:microsoft.com/office/officeart/2005/8/layout/orgChart1"/>
    <dgm:cxn modelId="{6EE135C9-6B53-4FC6-AD3F-270DA505311A}" type="presOf" srcId="{AD2F2EAC-D5EF-40E9-8FC8-131E1D24D197}" destId="{F0A7B49E-EEA9-42D4-A667-3A141492D292}" srcOrd="0" destOrd="0" presId="urn:microsoft.com/office/officeart/2005/8/layout/orgChart1"/>
    <dgm:cxn modelId="{2E5D63A8-0F63-48DD-9460-33A41B446D05}" srcId="{D49DF0FF-5B22-4819-AFCC-13256E671418}" destId="{5E20EA0A-512A-4D7C-BEBF-FAF7B976B0B0}" srcOrd="2" destOrd="0" parTransId="{13A0C088-5A4F-4CE7-AB6C-0CFE3A0C8E70}" sibTransId="{2E3AE7BC-0059-4028-830F-544BA2FE22CD}"/>
    <dgm:cxn modelId="{58B1BB3E-023A-431E-A860-961F1C4BD690}" srcId="{7CA65BA2-E0D6-4734-BB34-E33A6CF6A411}" destId="{D49DF0FF-5B22-4819-AFCC-13256E671418}" srcOrd="1" destOrd="0" parTransId="{54E1657A-6F15-4ABA-B0CA-D20DC8A8C32A}" sibTransId="{1993DE6A-C094-44BC-B9DD-FE5E7054A274}"/>
    <dgm:cxn modelId="{7F246622-2D9F-4E63-83C4-DAFB6E614BB9}" type="presOf" srcId="{13A0C088-5A4F-4CE7-AB6C-0CFE3A0C8E70}" destId="{409FD42F-7193-44F2-B733-A50FEBC88FF1}" srcOrd="0" destOrd="0" presId="urn:microsoft.com/office/officeart/2005/8/layout/orgChart1"/>
    <dgm:cxn modelId="{67041957-5179-44E0-9926-4DCA3AC3BCC7}" srcId="{75729062-081D-4E29-AE2B-1DA75D21D6AD}" destId="{7A9888C9-D99D-4170-BB8B-052A271A541D}" srcOrd="0" destOrd="0" parTransId="{A07D968F-CD70-4580-A59A-DE1C55829DBC}" sibTransId="{8D8AEEB4-11DD-4F05-B331-F4C37F3175AF}"/>
    <dgm:cxn modelId="{BE1EFA7B-95EA-47C3-AB99-4DCB82170359}" type="presOf" srcId="{2E3CE7B6-326C-4748-ACDE-CF6432115269}" destId="{7435F76D-BB2A-4C79-96E3-4B82F3E3113A}" srcOrd="0" destOrd="0" presId="urn:microsoft.com/office/officeart/2005/8/layout/orgChart1"/>
    <dgm:cxn modelId="{FD1D533A-C816-4E3D-8757-90C6CFD2E681}" type="presOf" srcId="{68694975-B8D2-40FA-AD64-471F39690233}" destId="{35317D06-CDCB-4563-93A5-F7852E20062C}" srcOrd="1" destOrd="0" presId="urn:microsoft.com/office/officeart/2005/8/layout/orgChart1"/>
    <dgm:cxn modelId="{9927E0C3-6968-4E8B-86AA-079240428A3A}" type="presOf" srcId="{7CA65BA2-E0D6-4734-BB34-E33A6CF6A411}" destId="{41BB5852-4A2D-4E73-A36B-A3C0F7E8319D}" srcOrd="1" destOrd="0" presId="urn:microsoft.com/office/officeart/2005/8/layout/orgChart1"/>
    <dgm:cxn modelId="{DB391D83-0AE5-4A12-92EB-95483909EDC3}" type="presOf" srcId="{7CA65BA2-E0D6-4734-BB34-E33A6CF6A411}" destId="{039629BE-4488-4C07-9592-AEB7D32A60C9}" srcOrd="0" destOrd="0" presId="urn:microsoft.com/office/officeart/2005/8/layout/orgChart1"/>
    <dgm:cxn modelId="{18882CEF-4314-40BA-8E71-7CBB9BD82844}" type="presOf" srcId="{75729062-081D-4E29-AE2B-1DA75D21D6AD}" destId="{C5564DF1-4DEC-48D4-A297-C04917D4DA3E}" srcOrd="0" destOrd="0" presId="urn:microsoft.com/office/officeart/2005/8/layout/orgChart1"/>
    <dgm:cxn modelId="{698FF191-FBCA-42AA-BBDF-35FD18E52F01}" srcId="{75729062-081D-4E29-AE2B-1DA75D21D6AD}" destId="{2C8F1C03-FB51-425B-97B5-0F65409619EC}" srcOrd="2" destOrd="0" parTransId="{A123911F-D736-45BE-8EFA-CD489AA47637}" sibTransId="{560F19D6-6F19-4FEE-9406-B07C11131B54}"/>
    <dgm:cxn modelId="{4483451D-5DD1-4B35-9CCF-5DDC7AE84432}" srcId="{75729062-081D-4E29-AE2B-1DA75D21D6AD}" destId="{59165860-9AD9-4633-823C-B7F0F2D8A2A1}" srcOrd="3" destOrd="0" parTransId="{2E3CE7B6-326C-4748-ACDE-CF6432115269}" sibTransId="{2D07DDFF-F5E5-477B-AFCF-DB2614CD89C8}"/>
    <dgm:cxn modelId="{3A3FDC01-CE6C-42DE-B553-5FC5B3833B00}" srcId="{75729062-081D-4E29-AE2B-1DA75D21D6AD}" destId="{FE411070-9273-494B-A862-2BDFB51BC3A5}" srcOrd="1" destOrd="0" parTransId="{13B9CD3C-C415-4F43-9ECF-A45CA457E893}" sibTransId="{0E011C18-5315-46BA-A8EA-5BC8A4AF6CC2}"/>
    <dgm:cxn modelId="{55C3B45A-02D1-4A8B-900C-9D4714D8F8F8}" type="presOf" srcId="{59165860-9AD9-4633-823C-B7F0F2D8A2A1}" destId="{11158641-5E69-4BC1-AF85-D409164F47AC}" srcOrd="1" destOrd="0" presId="urn:microsoft.com/office/officeart/2005/8/layout/orgChart1"/>
    <dgm:cxn modelId="{FF9ECDC1-7E86-4B74-B38C-BAAE484E5AA8}" srcId="{7CA65BA2-E0D6-4734-BB34-E33A6CF6A411}" destId="{75729062-081D-4E29-AE2B-1DA75D21D6AD}" srcOrd="0" destOrd="0" parTransId="{AD2F2EAC-D5EF-40E9-8FC8-131E1D24D197}" sibTransId="{CDA35802-1359-4E38-B4AD-D0B3B8E26CE6}"/>
    <dgm:cxn modelId="{2BE2865A-813C-4BE5-8D31-0DA4C31D295B}" type="presOf" srcId="{D49DF0FF-5B22-4819-AFCC-13256E671418}" destId="{62F8EECE-BACD-4E05-8E95-842BF9152D54}" srcOrd="0" destOrd="0" presId="urn:microsoft.com/office/officeart/2005/8/layout/orgChart1"/>
    <dgm:cxn modelId="{CEACDBE6-068E-4D75-8183-5BA0D013A357}" type="presOf" srcId="{D49DF0FF-5B22-4819-AFCC-13256E671418}" destId="{EC9AFF17-0B2D-4920-8B0E-32AE66C1FA23}" srcOrd="1" destOrd="0" presId="urn:microsoft.com/office/officeart/2005/8/layout/orgChart1"/>
    <dgm:cxn modelId="{820DFCD2-940D-4CF9-95F0-9E6B9BC11CA3}" type="presOf" srcId="{68694975-B8D2-40FA-AD64-471F39690233}" destId="{EBA0CFD9-4E1F-4470-B89C-AA599CC60CE9}" srcOrd="0" destOrd="0" presId="urn:microsoft.com/office/officeart/2005/8/layout/orgChart1"/>
    <dgm:cxn modelId="{B2985C0B-1D35-4817-8292-C1FD0E8F7F20}" type="presOf" srcId="{E9201C26-17B9-4083-A744-BA56C48C49DD}" destId="{DA3881C2-6AAB-4242-AAA6-CDECB4B53620}" srcOrd="0" destOrd="0" presId="urn:microsoft.com/office/officeart/2005/8/layout/orgChart1"/>
    <dgm:cxn modelId="{1D225EDD-133A-4B1E-8E99-5C8988433959}" type="presOf" srcId="{13B9CD3C-C415-4F43-9ECF-A45CA457E893}" destId="{FC796B55-7889-4D71-B845-AF1E38E7FC26}" srcOrd="0" destOrd="0" presId="urn:microsoft.com/office/officeart/2005/8/layout/orgChart1"/>
    <dgm:cxn modelId="{08817412-AC55-4F45-A9BD-E324081F42EC}" type="presOf" srcId="{379C1026-4029-44D2-AF9C-389980EBD148}" destId="{76E8DD5A-6C7E-4E7E-A291-7B0B28597B5D}" srcOrd="0" destOrd="0" presId="urn:microsoft.com/office/officeart/2005/8/layout/orgChart1"/>
    <dgm:cxn modelId="{4AB45F2D-606E-4029-BDEB-9EECE8068CB2}" type="presOf" srcId="{75729062-081D-4E29-AE2B-1DA75D21D6AD}" destId="{BD27DC1D-B421-4E6B-A916-C5D987B3BC9F}" srcOrd="1" destOrd="0" presId="urn:microsoft.com/office/officeart/2005/8/layout/orgChart1"/>
    <dgm:cxn modelId="{17971DF3-6C67-4996-BFEA-9F1BBE6E72C5}" type="presOf" srcId="{7A9888C9-D99D-4170-BB8B-052A271A541D}" destId="{CA3C4FDB-2BB6-4C90-9CCE-E48D422D0B19}" srcOrd="0" destOrd="0" presId="urn:microsoft.com/office/officeart/2005/8/layout/orgChart1"/>
    <dgm:cxn modelId="{BE4AD673-7C0C-4590-A6D1-EC60F22F3D41}" type="presOf" srcId="{738F3451-7FB8-4A4A-8FFA-213E9B1B2E72}" destId="{B6D0591F-4D0F-4C0A-9F64-0EA1B0A8056A}" srcOrd="0" destOrd="0" presId="urn:microsoft.com/office/officeart/2005/8/layout/orgChart1"/>
    <dgm:cxn modelId="{4427469B-60F9-43BB-8F34-C662669929F7}" type="presOf" srcId="{FE411070-9273-494B-A862-2BDFB51BC3A5}" destId="{EE26C670-36B4-46C6-8024-109E27575BDA}" srcOrd="0" destOrd="0" presId="urn:microsoft.com/office/officeart/2005/8/layout/orgChart1"/>
    <dgm:cxn modelId="{DA25D9C7-053F-4FE9-9A5F-601AC38DA194}" type="presOf" srcId="{4E8BFDE0-80E3-4380-A984-3575B01F8AC8}" destId="{C9393ABC-E6F8-4BC4-B844-2E0088250D64}" srcOrd="1" destOrd="0" presId="urn:microsoft.com/office/officeart/2005/8/layout/orgChart1"/>
    <dgm:cxn modelId="{85F33909-F91A-403F-AC6F-4CF66646583C}" type="presOf" srcId="{FE411070-9273-494B-A862-2BDFB51BC3A5}" destId="{E9C95A3F-CAB4-4EDD-91AA-56A646CFC105}" srcOrd="1" destOrd="0" presId="urn:microsoft.com/office/officeart/2005/8/layout/orgChart1"/>
    <dgm:cxn modelId="{94874B15-6EF9-4D99-A017-E998850A4281}" srcId="{D49DF0FF-5B22-4819-AFCC-13256E671418}" destId="{4E8BFDE0-80E3-4380-A984-3575B01F8AC8}" srcOrd="0" destOrd="0" parTransId="{E9201C26-17B9-4083-A744-BA56C48C49DD}" sibTransId="{9DB5624F-4BFF-4F12-93EB-95E2AD4AABEB}"/>
    <dgm:cxn modelId="{95779680-2D98-4611-84AA-D67221AD1241}" type="presOf" srcId="{54E1657A-6F15-4ABA-B0CA-D20DC8A8C32A}" destId="{11CA0CC8-6C4C-43C1-8EFD-8469424CB188}" srcOrd="0" destOrd="0" presId="urn:microsoft.com/office/officeart/2005/8/layout/orgChart1"/>
    <dgm:cxn modelId="{C076887B-396B-4EDE-B6AF-03AFD4D90A9A}" type="presOf" srcId="{5E20EA0A-512A-4D7C-BEBF-FAF7B976B0B0}" destId="{3D4FE98B-50AF-4704-B03C-755079B2DD55}" srcOrd="1" destOrd="0" presId="urn:microsoft.com/office/officeart/2005/8/layout/orgChart1"/>
    <dgm:cxn modelId="{6F3F9646-9ECD-4F03-A200-85A1A22DCF15}" type="presOf" srcId="{2C8F1C03-FB51-425B-97B5-0F65409619EC}" destId="{B660BC19-817F-4DEC-ACEA-84D43AE5E0A1}" srcOrd="1" destOrd="0" presId="urn:microsoft.com/office/officeart/2005/8/layout/orgChart1"/>
    <dgm:cxn modelId="{DBD051E9-FABB-41E5-9A66-F52D7A4B1FA8}" type="presParOf" srcId="{76E8DD5A-6C7E-4E7E-A291-7B0B28597B5D}" destId="{5102AD9F-FD43-4944-863D-9F0A67E361EC}" srcOrd="0" destOrd="0" presId="urn:microsoft.com/office/officeart/2005/8/layout/orgChart1"/>
    <dgm:cxn modelId="{62A4A3E0-931D-4D35-9FCB-189676F6462F}" type="presParOf" srcId="{5102AD9F-FD43-4944-863D-9F0A67E361EC}" destId="{C6F56D94-B4CA-4ADA-B8D9-43185A4C69DC}" srcOrd="0" destOrd="0" presId="urn:microsoft.com/office/officeart/2005/8/layout/orgChart1"/>
    <dgm:cxn modelId="{212A2241-11F7-45B1-AB63-263E146B4FB4}" type="presParOf" srcId="{C6F56D94-B4CA-4ADA-B8D9-43185A4C69DC}" destId="{039629BE-4488-4C07-9592-AEB7D32A60C9}" srcOrd="0" destOrd="0" presId="urn:microsoft.com/office/officeart/2005/8/layout/orgChart1"/>
    <dgm:cxn modelId="{8D844838-F2BB-41B1-BA90-BA3C7A6F55C7}" type="presParOf" srcId="{C6F56D94-B4CA-4ADA-B8D9-43185A4C69DC}" destId="{41BB5852-4A2D-4E73-A36B-A3C0F7E8319D}" srcOrd="1" destOrd="0" presId="urn:microsoft.com/office/officeart/2005/8/layout/orgChart1"/>
    <dgm:cxn modelId="{82502E7E-3C2B-438D-A901-E712570DF18C}" type="presParOf" srcId="{5102AD9F-FD43-4944-863D-9F0A67E361EC}" destId="{B6997EB6-69FA-43B5-93AE-8EB3B9FBC782}" srcOrd="1" destOrd="0" presId="urn:microsoft.com/office/officeart/2005/8/layout/orgChart1"/>
    <dgm:cxn modelId="{FC929305-C788-4F5A-A018-A0E1264D99D3}" type="presParOf" srcId="{B6997EB6-69FA-43B5-93AE-8EB3B9FBC782}" destId="{F0A7B49E-EEA9-42D4-A667-3A141492D292}" srcOrd="0" destOrd="0" presId="urn:microsoft.com/office/officeart/2005/8/layout/orgChart1"/>
    <dgm:cxn modelId="{44B8301C-4842-49D2-9BF3-6F586697C84C}" type="presParOf" srcId="{B6997EB6-69FA-43B5-93AE-8EB3B9FBC782}" destId="{CD1BE35E-4267-4643-BBC3-3BE745A9682A}" srcOrd="1" destOrd="0" presId="urn:microsoft.com/office/officeart/2005/8/layout/orgChart1"/>
    <dgm:cxn modelId="{AA803B88-C42B-42FA-BB60-211A16880F10}" type="presParOf" srcId="{CD1BE35E-4267-4643-BBC3-3BE745A9682A}" destId="{E69D2340-E6E8-4F0B-859B-EBFA9B3AED78}" srcOrd="0" destOrd="0" presId="urn:microsoft.com/office/officeart/2005/8/layout/orgChart1"/>
    <dgm:cxn modelId="{A3893046-9CEF-42BD-BA17-737EAA9342BC}" type="presParOf" srcId="{E69D2340-E6E8-4F0B-859B-EBFA9B3AED78}" destId="{C5564DF1-4DEC-48D4-A297-C04917D4DA3E}" srcOrd="0" destOrd="0" presId="urn:microsoft.com/office/officeart/2005/8/layout/orgChart1"/>
    <dgm:cxn modelId="{C45AF939-4D9C-4EC1-845A-FB7AC1CFCDF6}" type="presParOf" srcId="{E69D2340-E6E8-4F0B-859B-EBFA9B3AED78}" destId="{BD27DC1D-B421-4E6B-A916-C5D987B3BC9F}" srcOrd="1" destOrd="0" presId="urn:microsoft.com/office/officeart/2005/8/layout/orgChart1"/>
    <dgm:cxn modelId="{167DF9A3-946A-4BC4-8141-A5428E4E962E}" type="presParOf" srcId="{CD1BE35E-4267-4643-BBC3-3BE745A9682A}" destId="{86E5305D-0E69-4B91-829F-3F3E39417ADB}" srcOrd="1" destOrd="0" presId="urn:microsoft.com/office/officeart/2005/8/layout/orgChart1"/>
    <dgm:cxn modelId="{62115846-1C0C-472E-847D-94AD5601B49B}" type="presParOf" srcId="{86E5305D-0E69-4B91-829F-3F3E39417ADB}" destId="{F36DE94F-EA67-4F7D-9D1D-CF5B5A07085F}" srcOrd="0" destOrd="0" presId="urn:microsoft.com/office/officeart/2005/8/layout/orgChart1"/>
    <dgm:cxn modelId="{8F784CCF-540C-4FE4-B294-34F724CE950E}" type="presParOf" srcId="{86E5305D-0E69-4B91-829F-3F3E39417ADB}" destId="{0B22478D-F8A6-4317-BF24-786BA8EAD830}" srcOrd="1" destOrd="0" presId="urn:microsoft.com/office/officeart/2005/8/layout/orgChart1"/>
    <dgm:cxn modelId="{2B128FA5-44DE-4B77-B8DC-FF725E706575}" type="presParOf" srcId="{0B22478D-F8A6-4317-BF24-786BA8EAD830}" destId="{D73D4BDF-8386-4AA0-9CF3-9E1779E0AAF5}" srcOrd="0" destOrd="0" presId="urn:microsoft.com/office/officeart/2005/8/layout/orgChart1"/>
    <dgm:cxn modelId="{7C36810D-724F-4B6D-9CAC-C101CCE74512}" type="presParOf" srcId="{D73D4BDF-8386-4AA0-9CF3-9E1779E0AAF5}" destId="{CA3C4FDB-2BB6-4C90-9CCE-E48D422D0B19}" srcOrd="0" destOrd="0" presId="urn:microsoft.com/office/officeart/2005/8/layout/orgChart1"/>
    <dgm:cxn modelId="{33D743DF-A247-4A9B-848D-A234921E7388}" type="presParOf" srcId="{D73D4BDF-8386-4AA0-9CF3-9E1779E0AAF5}" destId="{6ECBF4AC-FBF7-4355-BB78-6317815C01EB}" srcOrd="1" destOrd="0" presId="urn:microsoft.com/office/officeart/2005/8/layout/orgChart1"/>
    <dgm:cxn modelId="{6EE3E085-E25A-4928-995A-767671CC10A6}" type="presParOf" srcId="{0B22478D-F8A6-4317-BF24-786BA8EAD830}" destId="{3DA5897E-E127-4DB1-B107-340A933C1724}" srcOrd="1" destOrd="0" presId="urn:microsoft.com/office/officeart/2005/8/layout/orgChart1"/>
    <dgm:cxn modelId="{509EF631-86D3-4414-92D0-E8CCF1FFF999}" type="presParOf" srcId="{0B22478D-F8A6-4317-BF24-786BA8EAD830}" destId="{77906C7E-9F20-43A6-AA9A-59448F79D1FF}" srcOrd="2" destOrd="0" presId="urn:microsoft.com/office/officeart/2005/8/layout/orgChart1"/>
    <dgm:cxn modelId="{F78E67C1-04B5-45DA-A5DA-081BD16818BD}" type="presParOf" srcId="{86E5305D-0E69-4B91-829F-3F3E39417ADB}" destId="{FC796B55-7889-4D71-B845-AF1E38E7FC26}" srcOrd="2" destOrd="0" presId="urn:microsoft.com/office/officeart/2005/8/layout/orgChart1"/>
    <dgm:cxn modelId="{A1E1BCE1-63CE-4A6D-9BF6-65697CAC3B06}" type="presParOf" srcId="{86E5305D-0E69-4B91-829F-3F3E39417ADB}" destId="{F4F286B6-E575-40A9-97F8-1647C44651BD}" srcOrd="3" destOrd="0" presId="urn:microsoft.com/office/officeart/2005/8/layout/orgChart1"/>
    <dgm:cxn modelId="{0F6EB7C3-3D2C-4D07-9EA0-8536297D0E4E}" type="presParOf" srcId="{F4F286B6-E575-40A9-97F8-1647C44651BD}" destId="{5BDAEED7-32F6-4BB2-B9D0-056222E3ADDB}" srcOrd="0" destOrd="0" presId="urn:microsoft.com/office/officeart/2005/8/layout/orgChart1"/>
    <dgm:cxn modelId="{66823ABB-681E-407A-AD01-91C3661979F7}" type="presParOf" srcId="{5BDAEED7-32F6-4BB2-B9D0-056222E3ADDB}" destId="{EE26C670-36B4-46C6-8024-109E27575BDA}" srcOrd="0" destOrd="0" presId="urn:microsoft.com/office/officeart/2005/8/layout/orgChart1"/>
    <dgm:cxn modelId="{1DB51C3C-ABE4-4BD1-93C5-7CC92C3F26B8}" type="presParOf" srcId="{5BDAEED7-32F6-4BB2-B9D0-056222E3ADDB}" destId="{E9C95A3F-CAB4-4EDD-91AA-56A646CFC105}" srcOrd="1" destOrd="0" presId="urn:microsoft.com/office/officeart/2005/8/layout/orgChart1"/>
    <dgm:cxn modelId="{A90C7600-C350-4BBA-AC25-C272B479E6F8}" type="presParOf" srcId="{F4F286B6-E575-40A9-97F8-1647C44651BD}" destId="{D03FC320-24A7-4B02-A98F-42C1B42AB489}" srcOrd="1" destOrd="0" presId="urn:microsoft.com/office/officeart/2005/8/layout/orgChart1"/>
    <dgm:cxn modelId="{E5EB9760-048C-4CD5-9848-C13562C3359F}" type="presParOf" srcId="{F4F286B6-E575-40A9-97F8-1647C44651BD}" destId="{8EB20EE4-3FF2-4F23-B0FD-9714F014E10F}" srcOrd="2" destOrd="0" presId="urn:microsoft.com/office/officeart/2005/8/layout/orgChart1"/>
    <dgm:cxn modelId="{E06483BD-76ED-4F57-B052-BD65A49BFB41}" type="presParOf" srcId="{86E5305D-0E69-4B91-829F-3F3E39417ADB}" destId="{7439EF33-78C4-46E0-A2CF-DEAE43C5A6BB}" srcOrd="4" destOrd="0" presId="urn:microsoft.com/office/officeart/2005/8/layout/orgChart1"/>
    <dgm:cxn modelId="{FFA6B0CC-3BD7-4609-902A-A0F50BCE398C}" type="presParOf" srcId="{86E5305D-0E69-4B91-829F-3F3E39417ADB}" destId="{C724F148-634F-44FE-B217-9A5488872DAE}" srcOrd="5" destOrd="0" presId="urn:microsoft.com/office/officeart/2005/8/layout/orgChart1"/>
    <dgm:cxn modelId="{3D2BE6DD-2B87-4B59-956F-22B18D8A5E79}" type="presParOf" srcId="{C724F148-634F-44FE-B217-9A5488872DAE}" destId="{BA8E27EA-E062-41F6-8466-A2317AA43EDA}" srcOrd="0" destOrd="0" presId="urn:microsoft.com/office/officeart/2005/8/layout/orgChart1"/>
    <dgm:cxn modelId="{C0EC3A46-38C1-4E32-9D6E-F1C89477F27C}" type="presParOf" srcId="{BA8E27EA-E062-41F6-8466-A2317AA43EDA}" destId="{459B9D16-99D5-4DC9-B7A0-78A5E08610C6}" srcOrd="0" destOrd="0" presId="urn:microsoft.com/office/officeart/2005/8/layout/orgChart1"/>
    <dgm:cxn modelId="{73FB39A2-0779-4D9D-AB14-9505612C0DEC}" type="presParOf" srcId="{BA8E27EA-E062-41F6-8466-A2317AA43EDA}" destId="{B660BC19-817F-4DEC-ACEA-84D43AE5E0A1}" srcOrd="1" destOrd="0" presId="urn:microsoft.com/office/officeart/2005/8/layout/orgChart1"/>
    <dgm:cxn modelId="{04FA9C16-2F3A-4F68-91C2-0CC7D0836D52}" type="presParOf" srcId="{C724F148-634F-44FE-B217-9A5488872DAE}" destId="{5BC80D36-13C4-4FC8-8234-544AD82D1906}" srcOrd="1" destOrd="0" presId="urn:microsoft.com/office/officeart/2005/8/layout/orgChart1"/>
    <dgm:cxn modelId="{EEEEC0C8-2208-49F1-88FC-833B030FECE4}" type="presParOf" srcId="{C724F148-634F-44FE-B217-9A5488872DAE}" destId="{EEB80613-17AC-4134-9F95-F0F2593D3A88}" srcOrd="2" destOrd="0" presId="urn:microsoft.com/office/officeart/2005/8/layout/orgChart1"/>
    <dgm:cxn modelId="{205C6954-A3E2-4EFD-AB64-5D70E6A34E11}" type="presParOf" srcId="{86E5305D-0E69-4B91-829F-3F3E39417ADB}" destId="{7435F76D-BB2A-4C79-96E3-4B82F3E3113A}" srcOrd="6" destOrd="0" presId="urn:microsoft.com/office/officeart/2005/8/layout/orgChart1"/>
    <dgm:cxn modelId="{DCE33D85-6FD3-4E50-9538-01579693D920}" type="presParOf" srcId="{86E5305D-0E69-4B91-829F-3F3E39417ADB}" destId="{11C53D72-CC9B-44DB-98A2-D907CA00B47A}" srcOrd="7" destOrd="0" presId="urn:microsoft.com/office/officeart/2005/8/layout/orgChart1"/>
    <dgm:cxn modelId="{0EA38E79-EC8F-4844-8F69-57156B0AE833}" type="presParOf" srcId="{11C53D72-CC9B-44DB-98A2-D907CA00B47A}" destId="{5DE9D092-8F30-432C-86FE-D5476414B324}" srcOrd="0" destOrd="0" presId="urn:microsoft.com/office/officeart/2005/8/layout/orgChart1"/>
    <dgm:cxn modelId="{63E4CBAB-2912-450C-A9E7-F5B2C70062D8}" type="presParOf" srcId="{5DE9D092-8F30-432C-86FE-D5476414B324}" destId="{B802E59A-6340-438A-A48F-4436936E4E17}" srcOrd="0" destOrd="0" presId="urn:microsoft.com/office/officeart/2005/8/layout/orgChart1"/>
    <dgm:cxn modelId="{8EF72670-701E-4F57-8EDD-234939040F5E}" type="presParOf" srcId="{5DE9D092-8F30-432C-86FE-D5476414B324}" destId="{11158641-5E69-4BC1-AF85-D409164F47AC}" srcOrd="1" destOrd="0" presId="urn:microsoft.com/office/officeart/2005/8/layout/orgChart1"/>
    <dgm:cxn modelId="{CAD8B4E6-9E12-47D0-9320-62ECCE2B4888}" type="presParOf" srcId="{11C53D72-CC9B-44DB-98A2-D907CA00B47A}" destId="{30DE09E1-9D7E-4D63-B4D5-4C38C3A17BAF}" srcOrd="1" destOrd="0" presId="urn:microsoft.com/office/officeart/2005/8/layout/orgChart1"/>
    <dgm:cxn modelId="{6FDE84A0-5D29-4771-BF35-FD088D70BDD2}" type="presParOf" srcId="{11C53D72-CC9B-44DB-98A2-D907CA00B47A}" destId="{B0ED1A59-96E8-4B85-8742-5F3AFCEA03C1}" srcOrd="2" destOrd="0" presId="urn:microsoft.com/office/officeart/2005/8/layout/orgChart1"/>
    <dgm:cxn modelId="{EC62C596-E4FC-46D0-8F92-7A790F626F21}" type="presParOf" srcId="{CD1BE35E-4267-4643-BBC3-3BE745A9682A}" destId="{A0EDD874-CC88-4F9A-9226-9E4FF6612F16}" srcOrd="2" destOrd="0" presId="urn:microsoft.com/office/officeart/2005/8/layout/orgChart1"/>
    <dgm:cxn modelId="{C2368F33-F2E3-495D-AC07-51EEB18481C9}" type="presParOf" srcId="{B6997EB6-69FA-43B5-93AE-8EB3B9FBC782}" destId="{11CA0CC8-6C4C-43C1-8EFD-8469424CB188}" srcOrd="2" destOrd="0" presId="urn:microsoft.com/office/officeart/2005/8/layout/orgChart1"/>
    <dgm:cxn modelId="{0E847CD2-3593-4498-B902-E5329BE94291}" type="presParOf" srcId="{B6997EB6-69FA-43B5-93AE-8EB3B9FBC782}" destId="{94D6FCFC-6056-41E6-80BB-141EAF4C5773}" srcOrd="3" destOrd="0" presId="urn:microsoft.com/office/officeart/2005/8/layout/orgChart1"/>
    <dgm:cxn modelId="{BAB55263-020C-46C9-99D9-C1AC86917D81}" type="presParOf" srcId="{94D6FCFC-6056-41E6-80BB-141EAF4C5773}" destId="{F6A84171-34A3-410F-95CD-B35012A24F7F}" srcOrd="0" destOrd="0" presId="urn:microsoft.com/office/officeart/2005/8/layout/orgChart1"/>
    <dgm:cxn modelId="{3B345CC8-92A2-4A5A-99AE-7B8B3B4848EC}" type="presParOf" srcId="{F6A84171-34A3-410F-95CD-B35012A24F7F}" destId="{62F8EECE-BACD-4E05-8E95-842BF9152D54}" srcOrd="0" destOrd="0" presId="urn:microsoft.com/office/officeart/2005/8/layout/orgChart1"/>
    <dgm:cxn modelId="{1C90B02B-4427-450D-B07E-9812E240301F}" type="presParOf" srcId="{F6A84171-34A3-410F-95CD-B35012A24F7F}" destId="{EC9AFF17-0B2D-4920-8B0E-32AE66C1FA23}" srcOrd="1" destOrd="0" presId="urn:microsoft.com/office/officeart/2005/8/layout/orgChart1"/>
    <dgm:cxn modelId="{0BB84861-390C-437F-B05A-D1A0866744E0}" type="presParOf" srcId="{94D6FCFC-6056-41E6-80BB-141EAF4C5773}" destId="{C3D8FB92-B1DA-4472-B631-801D3F98A34A}" srcOrd="1" destOrd="0" presId="urn:microsoft.com/office/officeart/2005/8/layout/orgChart1"/>
    <dgm:cxn modelId="{66A1CA22-85B0-4669-A051-54C7CAA27544}" type="presParOf" srcId="{C3D8FB92-B1DA-4472-B631-801D3F98A34A}" destId="{DA3881C2-6AAB-4242-AAA6-CDECB4B53620}" srcOrd="0" destOrd="0" presId="urn:microsoft.com/office/officeart/2005/8/layout/orgChart1"/>
    <dgm:cxn modelId="{46317699-BF26-4E97-A17C-66B47208E7B9}" type="presParOf" srcId="{C3D8FB92-B1DA-4472-B631-801D3F98A34A}" destId="{C3CF6A19-3F9F-4882-909B-E36C8D8A8CEB}" srcOrd="1" destOrd="0" presId="urn:microsoft.com/office/officeart/2005/8/layout/orgChart1"/>
    <dgm:cxn modelId="{D197408C-E770-4E37-A225-96C8CC18028A}" type="presParOf" srcId="{C3CF6A19-3F9F-4882-909B-E36C8D8A8CEB}" destId="{3F2FC066-40E5-47B7-B9E0-E794BE3C6679}" srcOrd="0" destOrd="0" presId="urn:microsoft.com/office/officeart/2005/8/layout/orgChart1"/>
    <dgm:cxn modelId="{1AE5C849-53AC-4850-A537-FECAAB8F19B9}" type="presParOf" srcId="{3F2FC066-40E5-47B7-B9E0-E794BE3C6679}" destId="{E3D663F0-B3CB-44DB-B05E-4BB438C031B5}" srcOrd="0" destOrd="0" presId="urn:microsoft.com/office/officeart/2005/8/layout/orgChart1"/>
    <dgm:cxn modelId="{5F2F3305-305E-4EED-9D0B-8968219C7B5D}" type="presParOf" srcId="{3F2FC066-40E5-47B7-B9E0-E794BE3C6679}" destId="{C9393ABC-E6F8-4BC4-B844-2E0088250D64}" srcOrd="1" destOrd="0" presId="urn:microsoft.com/office/officeart/2005/8/layout/orgChart1"/>
    <dgm:cxn modelId="{D66C283B-CCDF-4576-9CD7-43ED29CAB10F}" type="presParOf" srcId="{C3CF6A19-3F9F-4882-909B-E36C8D8A8CEB}" destId="{EAD9EBDB-5E3C-4E9D-AD96-9E3FD09AC80F}" srcOrd="1" destOrd="0" presId="urn:microsoft.com/office/officeart/2005/8/layout/orgChart1"/>
    <dgm:cxn modelId="{A492AAC1-6A04-471D-B974-C155135129EC}" type="presParOf" srcId="{C3CF6A19-3F9F-4882-909B-E36C8D8A8CEB}" destId="{96041BD1-FE1C-49D1-9E50-6A434D5110EF}" srcOrd="2" destOrd="0" presId="urn:microsoft.com/office/officeart/2005/8/layout/orgChart1"/>
    <dgm:cxn modelId="{38FE43EB-530D-4067-AA24-92EC74A7C8C8}" type="presParOf" srcId="{C3D8FB92-B1DA-4472-B631-801D3F98A34A}" destId="{B6D0591F-4D0F-4C0A-9F64-0EA1B0A8056A}" srcOrd="2" destOrd="0" presId="urn:microsoft.com/office/officeart/2005/8/layout/orgChart1"/>
    <dgm:cxn modelId="{A22641DB-950F-4F42-AD07-27A6DCEACAD5}" type="presParOf" srcId="{C3D8FB92-B1DA-4472-B631-801D3F98A34A}" destId="{07EE6852-7901-4CA9-8A26-4296DD09A28D}" srcOrd="3" destOrd="0" presId="urn:microsoft.com/office/officeart/2005/8/layout/orgChart1"/>
    <dgm:cxn modelId="{61DF6ED4-0F81-477F-B75F-AA900936FD0E}" type="presParOf" srcId="{07EE6852-7901-4CA9-8A26-4296DD09A28D}" destId="{E33C1101-CD3F-4EBC-B15E-CAF7BD27BB57}" srcOrd="0" destOrd="0" presId="urn:microsoft.com/office/officeart/2005/8/layout/orgChart1"/>
    <dgm:cxn modelId="{408615B9-8A30-4F3A-8C79-E511753388C4}" type="presParOf" srcId="{E33C1101-CD3F-4EBC-B15E-CAF7BD27BB57}" destId="{EBA0CFD9-4E1F-4470-B89C-AA599CC60CE9}" srcOrd="0" destOrd="0" presId="urn:microsoft.com/office/officeart/2005/8/layout/orgChart1"/>
    <dgm:cxn modelId="{C4F263E2-BBDC-49FD-B84D-B684F8519564}" type="presParOf" srcId="{E33C1101-CD3F-4EBC-B15E-CAF7BD27BB57}" destId="{35317D06-CDCB-4563-93A5-F7852E20062C}" srcOrd="1" destOrd="0" presId="urn:microsoft.com/office/officeart/2005/8/layout/orgChart1"/>
    <dgm:cxn modelId="{73CD6F9F-C6DF-4CA2-A573-2AC56B87C9CC}" type="presParOf" srcId="{07EE6852-7901-4CA9-8A26-4296DD09A28D}" destId="{BD24538C-D175-4A5A-9698-50650B2E4E51}" srcOrd="1" destOrd="0" presId="urn:microsoft.com/office/officeart/2005/8/layout/orgChart1"/>
    <dgm:cxn modelId="{33C5A120-F6C4-4D18-8D57-CB768B1C73C3}" type="presParOf" srcId="{07EE6852-7901-4CA9-8A26-4296DD09A28D}" destId="{879D3C7E-050D-492E-BACF-9981D2B8689D}" srcOrd="2" destOrd="0" presId="urn:microsoft.com/office/officeart/2005/8/layout/orgChart1"/>
    <dgm:cxn modelId="{A97641DB-D2D8-4965-8DFC-53E353D31DA8}" type="presParOf" srcId="{C3D8FB92-B1DA-4472-B631-801D3F98A34A}" destId="{409FD42F-7193-44F2-B733-A50FEBC88FF1}" srcOrd="4" destOrd="0" presId="urn:microsoft.com/office/officeart/2005/8/layout/orgChart1"/>
    <dgm:cxn modelId="{8521B755-E37C-42FF-BD63-AF0326CDE64A}" type="presParOf" srcId="{C3D8FB92-B1DA-4472-B631-801D3F98A34A}" destId="{F7171D5A-679C-47DB-9948-9C2931A8C038}" srcOrd="5" destOrd="0" presId="urn:microsoft.com/office/officeart/2005/8/layout/orgChart1"/>
    <dgm:cxn modelId="{C885B5AD-600B-4513-8037-69690797AE44}" type="presParOf" srcId="{F7171D5A-679C-47DB-9948-9C2931A8C038}" destId="{89ED1747-9973-4AFB-A215-2C0AF7193F96}" srcOrd="0" destOrd="0" presId="urn:microsoft.com/office/officeart/2005/8/layout/orgChart1"/>
    <dgm:cxn modelId="{C061CA86-5015-49B0-AE6D-E753A54CB5C8}" type="presParOf" srcId="{89ED1747-9973-4AFB-A215-2C0AF7193F96}" destId="{506AB1C3-E79C-4BAB-BC5E-632A45AB5E1A}" srcOrd="0" destOrd="0" presId="urn:microsoft.com/office/officeart/2005/8/layout/orgChart1"/>
    <dgm:cxn modelId="{43EEE769-1A55-4CB0-87D5-506396970838}" type="presParOf" srcId="{89ED1747-9973-4AFB-A215-2C0AF7193F96}" destId="{3D4FE98B-50AF-4704-B03C-755079B2DD55}" srcOrd="1" destOrd="0" presId="urn:microsoft.com/office/officeart/2005/8/layout/orgChart1"/>
    <dgm:cxn modelId="{BEBD5900-03E6-4778-B2C8-FC95E7E52CAF}" type="presParOf" srcId="{F7171D5A-679C-47DB-9948-9C2931A8C038}" destId="{94623A5C-AB42-4AB8-ACD8-949EBBF05294}" srcOrd="1" destOrd="0" presId="urn:microsoft.com/office/officeart/2005/8/layout/orgChart1"/>
    <dgm:cxn modelId="{0214E44F-65EF-44C9-8B8F-C92ED775CA49}" type="presParOf" srcId="{F7171D5A-679C-47DB-9948-9C2931A8C038}" destId="{FAF54532-8149-4650-A73D-BBFA75384257}" srcOrd="2" destOrd="0" presId="urn:microsoft.com/office/officeart/2005/8/layout/orgChart1"/>
    <dgm:cxn modelId="{9A3FFB8B-A066-432F-88D9-1CA4AB81CC69}" type="presParOf" srcId="{94D6FCFC-6056-41E6-80BB-141EAF4C5773}" destId="{99399FE0-AAE3-4931-90FB-4E77D86EBECB}" srcOrd="2" destOrd="0" presId="urn:microsoft.com/office/officeart/2005/8/layout/orgChart1"/>
    <dgm:cxn modelId="{8551EE20-C8A9-4DBF-9F65-F9F8B186B356}" type="presParOf" srcId="{5102AD9F-FD43-4944-863D-9F0A67E361EC}" destId="{B4D535E7-969A-40E1-9A65-977CAC6F3E7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9C1026-4029-44D2-AF9C-389980EBD148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7CA65BA2-E0D6-4734-BB34-E33A6CF6A411}">
      <dgm:prSet phldrT="[Text]"/>
      <dgm:spPr/>
      <dgm:t>
        <a:bodyPr/>
        <a:lstStyle/>
        <a:p>
          <a:r>
            <a:rPr lang="en-US" dirty="0" smtClean="0"/>
            <a:t>Vehicle</a:t>
          </a:r>
          <a:endParaRPr lang="en-US" dirty="0"/>
        </a:p>
      </dgm:t>
    </dgm:pt>
    <dgm:pt modelId="{744022CE-A746-448D-946B-33F8A59C671F}" type="parTrans" cxnId="{65AD6F19-E377-46B5-99EF-30A7C5F27983}">
      <dgm:prSet/>
      <dgm:spPr/>
      <dgm:t>
        <a:bodyPr/>
        <a:lstStyle/>
        <a:p>
          <a:endParaRPr lang="en-US"/>
        </a:p>
      </dgm:t>
    </dgm:pt>
    <dgm:pt modelId="{29B5A4D9-E5B2-4BAA-AFE3-B255FBD30DE3}" type="sibTrans" cxnId="{65AD6F19-E377-46B5-99EF-30A7C5F27983}">
      <dgm:prSet/>
      <dgm:spPr/>
      <dgm:t>
        <a:bodyPr/>
        <a:lstStyle/>
        <a:p>
          <a:endParaRPr lang="en-US"/>
        </a:p>
      </dgm:t>
    </dgm:pt>
    <dgm:pt modelId="{75729062-081D-4E29-AE2B-1DA75D21D6AD}">
      <dgm:prSet phldrT="[Text]"/>
      <dgm:spPr/>
      <dgm:t>
        <a:bodyPr/>
        <a:lstStyle/>
        <a:p>
          <a:r>
            <a:rPr lang="en-US" dirty="0" smtClean="0"/>
            <a:t>Public</a:t>
          </a:r>
          <a:endParaRPr lang="en-US" dirty="0"/>
        </a:p>
      </dgm:t>
    </dgm:pt>
    <dgm:pt modelId="{AD2F2EAC-D5EF-40E9-8FC8-131E1D24D197}" type="parTrans" cxnId="{FF9ECDC1-7E86-4B74-B38C-BAAE484E5AA8}">
      <dgm:prSet/>
      <dgm:spPr/>
      <dgm:t>
        <a:bodyPr/>
        <a:lstStyle/>
        <a:p>
          <a:endParaRPr lang="en-US"/>
        </a:p>
      </dgm:t>
    </dgm:pt>
    <dgm:pt modelId="{CDA35802-1359-4E38-B4AD-D0B3B8E26CE6}" type="sibTrans" cxnId="{FF9ECDC1-7E86-4B74-B38C-BAAE484E5AA8}">
      <dgm:prSet/>
      <dgm:spPr/>
      <dgm:t>
        <a:bodyPr/>
        <a:lstStyle/>
        <a:p>
          <a:endParaRPr lang="en-US"/>
        </a:p>
      </dgm:t>
    </dgm:pt>
    <dgm:pt modelId="{D49DF0FF-5B22-4819-AFCC-13256E671418}">
      <dgm:prSet phldrT="[Text]"/>
      <dgm:spPr/>
      <dgm:t>
        <a:bodyPr/>
        <a:lstStyle/>
        <a:p>
          <a:r>
            <a:rPr lang="en-US" dirty="0" smtClean="0"/>
            <a:t>Private</a:t>
          </a:r>
          <a:endParaRPr lang="en-US" dirty="0"/>
        </a:p>
      </dgm:t>
    </dgm:pt>
    <dgm:pt modelId="{54E1657A-6F15-4ABA-B0CA-D20DC8A8C32A}" type="parTrans" cxnId="{58B1BB3E-023A-431E-A860-961F1C4BD690}">
      <dgm:prSet/>
      <dgm:spPr/>
      <dgm:t>
        <a:bodyPr/>
        <a:lstStyle/>
        <a:p>
          <a:endParaRPr lang="en-US"/>
        </a:p>
      </dgm:t>
    </dgm:pt>
    <dgm:pt modelId="{1993DE6A-C094-44BC-B9DD-FE5E7054A274}" type="sibTrans" cxnId="{58B1BB3E-023A-431E-A860-961F1C4BD690}">
      <dgm:prSet/>
      <dgm:spPr/>
      <dgm:t>
        <a:bodyPr/>
        <a:lstStyle/>
        <a:p>
          <a:endParaRPr lang="en-US"/>
        </a:p>
      </dgm:t>
    </dgm:pt>
    <dgm:pt modelId="{7A9888C9-D99D-4170-BB8B-052A271A541D}">
      <dgm:prSet phldrT="[Text]"/>
      <dgm:spPr/>
      <dgm:t>
        <a:bodyPr/>
        <a:lstStyle/>
        <a:p>
          <a:r>
            <a:rPr lang="en-US" dirty="0" smtClean="0"/>
            <a:t>Bus</a:t>
          </a:r>
          <a:endParaRPr lang="en-US" dirty="0"/>
        </a:p>
      </dgm:t>
    </dgm:pt>
    <dgm:pt modelId="{A07D968F-CD70-4580-A59A-DE1C55829DBC}" type="parTrans" cxnId="{67041957-5179-44E0-9926-4DCA3AC3BCC7}">
      <dgm:prSet/>
      <dgm:spPr/>
      <dgm:t>
        <a:bodyPr/>
        <a:lstStyle/>
        <a:p>
          <a:endParaRPr lang="en-US"/>
        </a:p>
      </dgm:t>
    </dgm:pt>
    <dgm:pt modelId="{8D8AEEB4-11DD-4F05-B331-F4C37F3175AF}" type="sibTrans" cxnId="{67041957-5179-44E0-9926-4DCA3AC3BCC7}">
      <dgm:prSet/>
      <dgm:spPr/>
      <dgm:t>
        <a:bodyPr/>
        <a:lstStyle/>
        <a:p>
          <a:endParaRPr lang="en-US"/>
        </a:p>
      </dgm:t>
    </dgm:pt>
    <dgm:pt modelId="{2C8F1C03-FB51-425B-97B5-0F65409619EC}">
      <dgm:prSet phldrT="[Text]"/>
      <dgm:spPr/>
      <dgm:t>
        <a:bodyPr/>
        <a:lstStyle/>
        <a:p>
          <a:r>
            <a:rPr lang="en-US" dirty="0" smtClean="0"/>
            <a:t>Train</a:t>
          </a:r>
          <a:endParaRPr lang="en-US" dirty="0"/>
        </a:p>
      </dgm:t>
    </dgm:pt>
    <dgm:pt modelId="{A123911F-D736-45BE-8EFA-CD489AA47637}" type="parTrans" cxnId="{698FF191-FBCA-42AA-BBDF-35FD18E52F01}">
      <dgm:prSet/>
      <dgm:spPr/>
      <dgm:t>
        <a:bodyPr/>
        <a:lstStyle/>
        <a:p>
          <a:endParaRPr lang="en-US"/>
        </a:p>
      </dgm:t>
    </dgm:pt>
    <dgm:pt modelId="{560F19D6-6F19-4FEE-9406-B07C11131B54}" type="sibTrans" cxnId="{698FF191-FBCA-42AA-BBDF-35FD18E52F01}">
      <dgm:prSet/>
      <dgm:spPr/>
      <dgm:t>
        <a:bodyPr/>
        <a:lstStyle/>
        <a:p>
          <a:endParaRPr lang="en-US"/>
        </a:p>
      </dgm:t>
    </dgm:pt>
    <dgm:pt modelId="{59165860-9AD9-4633-823C-B7F0F2D8A2A1}">
      <dgm:prSet phldrT="[Text]"/>
      <dgm:spPr/>
      <dgm:t>
        <a:bodyPr/>
        <a:lstStyle/>
        <a:p>
          <a:r>
            <a:rPr lang="en-US" dirty="0" smtClean="0"/>
            <a:t>Rickshaw</a:t>
          </a:r>
          <a:endParaRPr lang="en-US" dirty="0"/>
        </a:p>
      </dgm:t>
    </dgm:pt>
    <dgm:pt modelId="{2E3CE7B6-326C-4748-ACDE-CF6432115269}" type="parTrans" cxnId="{4483451D-5DD1-4B35-9CCF-5DDC7AE84432}">
      <dgm:prSet/>
      <dgm:spPr/>
      <dgm:t>
        <a:bodyPr/>
        <a:lstStyle/>
        <a:p>
          <a:endParaRPr lang="en-US"/>
        </a:p>
      </dgm:t>
    </dgm:pt>
    <dgm:pt modelId="{2D07DDFF-F5E5-477B-AFCF-DB2614CD89C8}" type="sibTrans" cxnId="{4483451D-5DD1-4B35-9CCF-5DDC7AE84432}">
      <dgm:prSet/>
      <dgm:spPr/>
      <dgm:t>
        <a:bodyPr/>
        <a:lstStyle/>
        <a:p>
          <a:endParaRPr lang="en-US"/>
        </a:p>
      </dgm:t>
    </dgm:pt>
    <dgm:pt modelId="{4E8BFDE0-80E3-4380-A984-3575B01F8AC8}">
      <dgm:prSet phldrT="[Text]"/>
      <dgm:spPr/>
      <dgm:t>
        <a:bodyPr/>
        <a:lstStyle/>
        <a:p>
          <a:r>
            <a:rPr lang="en-US" dirty="0" smtClean="0"/>
            <a:t>Car</a:t>
          </a:r>
          <a:endParaRPr lang="en-US" dirty="0"/>
        </a:p>
      </dgm:t>
    </dgm:pt>
    <dgm:pt modelId="{E9201C26-17B9-4083-A744-BA56C48C49DD}" type="parTrans" cxnId="{94874B15-6EF9-4D99-A017-E998850A4281}">
      <dgm:prSet/>
      <dgm:spPr/>
      <dgm:t>
        <a:bodyPr/>
        <a:lstStyle/>
        <a:p>
          <a:endParaRPr lang="en-US"/>
        </a:p>
      </dgm:t>
    </dgm:pt>
    <dgm:pt modelId="{9DB5624F-4BFF-4F12-93EB-95E2AD4AABEB}" type="sibTrans" cxnId="{94874B15-6EF9-4D99-A017-E998850A4281}">
      <dgm:prSet/>
      <dgm:spPr/>
      <dgm:t>
        <a:bodyPr/>
        <a:lstStyle/>
        <a:p>
          <a:endParaRPr lang="en-US"/>
        </a:p>
      </dgm:t>
    </dgm:pt>
    <dgm:pt modelId="{68694975-B8D2-40FA-AD64-471F39690233}">
      <dgm:prSet phldrT="[Text]"/>
      <dgm:spPr/>
      <dgm:t>
        <a:bodyPr/>
        <a:lstStyle/>
        <a:p>
          <a:r>
            <a:rPr lang="en-US" dirty="0" smtClean="0"/>
            <a:t>Motorcycle</a:t>
          </a:r>
          <a:endParaRPr lang="en-US" dirty="0"/>
        </a:p>
      </dgm:t>
    </dgm:pt>
    <dgm:pt modelId="{738F3451-7FB8-4A4A-8FFA-213E9B1B2E72}" type="parTrans" cxnId="{75FA36E5-DBAF-4CBE-B323-6210BE9AE215}">
      <dgm:prSet/>
      <dgm:spPr/>
      <dgm:t>
        <a:bodyPr/>
        <a:lstStyle/>
        <a:p>
          <a:endParaRPr lang="en-US"/>
        </a:p>
      </dgm:t>
    </dgm:pt>
    <dgm:pt modelId="{F175765C-B1BF-4F7C-A711-14AB022B7FED}" type="sibTrans" cxnId="{75FA36E5-DBAF-4CBE-B323-6210BE9AE215}">
      <dgm:prSet/>
      <dgm:spPr/>
      <dgm:t>
        <a:bodyPr/>
        <a:lstStyle/>
        <a:p>
          <a:endParaRPr lang="en-US"/>
        </a:p>
      </dgm:t>
    </dgm:pt>
    <dgm:pt modelId="{5E20EA0A-512A-4D7C-BEBF-FAF7B976B0B0}">
      <dgm:prSet phldrT="[Text]"/>
      <dgm:spPr/>
      <dgm:t>
        <a:bodyPr/>
        <a:lstStyle/>
        <a:p>
          <a:r>
            <a:rPr lang="en-US" dirty="0" smtClean="0"/>
            <a:t>Loader</a:t>
          </a:r>
          <a:endParaRPr lang="en-US" dirty="0"/>
        </a:p>
      </dgm:t>
    </dgm:pt>
    <dgm:pt modelId="{13A0C088-5A4F-4CE7-AB6C-0CFE3A0C8E70}" type="parTrans" cxnId="{2E5D63A8-0F63-48DD-9460-33A41B446D05}">
      <dgm:prSet/>
      <dgm:spPr/>
      <dgm:t>
        <a:bodyPr/>
        <a:lstStyle/>
        <a:p>
          <a:endParaRPr lang="en-US"/>
        </a:p>
      </dgm:t>
    </dgm:pt>
    <dgm:pt modelId="{2E3AE7BC-0059-4028-830F-544BA2FE22CD}" type="sibTrans" cxnId="{2E5D63A8-0F63-48DD-9460-33A41B446D05}">
      <dgm:prSet/>
      <dgm:spPr/>
      <dgm:t>
        <a:bodyPr/>
        <a:lstStyle/>
        <a:p>
          <a:endParaRPr lang="en-US"/>
        </a:p>
      </dgm:t>
    </dgm:pt>
    <dgm:pt modelId="{64446838-4DC7-4097-9CB8-D0CB87C5EF3F}">
      <dgm:prSet phldrT="[Text]"/>
      <dgm:spPr/>
      <dgm:t>
        <a:bodyPr/>
        <a:lstStyle/>
        <a:p>
          <a:r>
            <a:rPr lang="en-US" dirty="0" err="1" smtClean="0"/>
            <a:t>ICargo</a:t>
          </a:r>
          <a:endParaRPr lang="en-US" dirty="0"/>
        </a:p>
      </dgm:t>
    </dgm:pt>
    <dgm:pt modelId="{9A001872-921D-4EA1-B500-4DD98C6DC908}" type="parTrans" cxnId="{2D141F7C-8AE5-4708-9BAA-542E4C8FE3F7}">
      <dgm:prSet/>
      <dgm:spPr/>
      <dgm:t>
        <a:bodyPr/>
        <a:lstStyle/>
        <a:p>
          <a:endParaRPr lang="en-US"/>
        </a:p>
      </dgm:t>
    </dgm:pt>
    <dgm:pt modelId="{F7902E7C-2152-4AB4-A54C-8C3A5F1B6FBB}" type="sibTrans" cxnId="{2D141F7C-8AE5-4708-9BAA-542E4C8FE3F7}">
      <dgm:prSet/>
      <dgm:spPr/>
      <dgm:t>
        <a:bodyPr/>
        <a:lstStyle/>
        <a:p>
          <a:endParaRPr lang="en-US"/>
        </a:p>
      </dgm:t>
    </dgm:pt>
    <dgm:pt modelId="{08299040-B290-48C8-9E88-B04BDB9999F2}">
      <dgm:prSet phldrT="[Text]"/>
      <dgm:spPr/>
      <dgm:t>
        <a:bodyPr/>
        <a:lstStyle/>
        <a:p>
          <a:r>
            <a:rPr lang="en-US" dirty="0" smtClean="0"/>
            <a:t>Airplane</a:t>
          </a:r>
          <a:endParaRPr lang="en-US" dirty="0"/>
        </a:p>
      </dgm:t>
    </dgm:pt>
    <dgm:pt modelId="{9764116A-084E-4CFE-878A-209EC68E20AE}" type="parTrans" cxnId="{E2464659-3AA2-49E8-AF80-C52F20C1B444}">
      <dgm:prSet/>
      <dgm:spPr/>
      <dgm:t>
        <a:bodyPr/>
        <a:lstStyle/>
        <a:p>
          <a:endParaRPr lang="en-US"/>
        </a:p>
      </dgm:t>
    </dgm:pt>
    <dgm:pt modelId="{59298AA8-D95A-48A3-9FDD-B7FD4F692B13}" type="sibTrans" cxnId="{E2464659-3AA2-49E8-AF80-C52F20C1B444}">
      <dgm:prSet/>
      <dgm:spPr/>
      <dgm:t>
        <a:bodyPr/>
        <a:lstStyle/>
        <a:p>
          <a:endParaRPr lang="en-US"/>
        </a:p>
      </dgm:t>
    </dgm:pt>
    <dgm:pt modelId="{76E8DD5A-6C7E-4E7E-A291-7B0B28597B5D}" type="pres">
      <dgm:prSet presAssocID="{379C1026-4029-44D2-AF9C-389980EBD14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102AD9F-FD43-4944-863D-9F0A67E361EC}" type="pres">
      <dgm:prSet presAssocID="{7CA65BA2-E0D6-4734-BB34-E33A6CF6A411}" presName="hierRoot1" presStyleCnt="0">
        <dgm:presLayoutVars>
          <dgm:hierBranch val="init"/>
        </dgm:presLayoutVars>
      </dgm:prSet>
      <dgm:spPr/>
    </dgm:pt>
    <dgm:pt modelId="{C6F56D94-B4CA-4ADA-B8D9-43185A4C69DC}" type="pres">
      <dgm:prSet presAssocID="{7CA65BA2-E0D6-4734-BB34-E33A6CF6A411}" presName="rootComposite1" presStyleCnt="0"/>
      <dgm:spPr/>
    </dgm:pt>
    <dgm:pt modelId="{039629BE-4488-4C07-9592-AEB7D32A60C9}" type="pres">
      <dgm:prSet presAssocID="{7CA65BA2-E0D6-4734-BB34-E33A6CF6A411}" presName="rootText1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1BB5852-4A2D-4E73-A36B-A3C0F7E8319D}" type="pres">
      <dgm:prSet presAssocID="{7CA65BA2-E0D6-4734-BB34-E33A6CF6A41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6997EB6-69FA-43B5-93AE-8EB3B9FBC782}" type="pres">
      <dgm:prSet presAssocID="{7CA65BA2-E0D6-4734-BB34-E33A6CF6A411}" presName="hierChild2" presStyleCnt="0"/>
      <dgm:spPr/>
    </dgm:pt>
    <dgm:pt modelId="{F0A7B49E-EEA9-42D4-A667-3A141492D292}" type="pres">
      <dgm:prSet presAssocID="{AD2F2EAC-D5EF-40E9-8FC8-131E1D24D197}" presName="Name37" presStyleLbl="parChTrans1D2" presStyleIdx="0" presStyleCnt="2"/>
      <dgm:spPr/>
      <dgm:t>
        <a:bodyPr/>
        <a:lstStyle/>
        <a:p>
          <a:endParaRPr lang="en-US"/>
        </a:p>
      </dgm:t>
    </dgm:pt>
    <dgm:pt modelId="{CD1BE35E-4267-4643-BBC3-3BE745A9682A}" type="pres">
      <dgm:prSet presAssocID="{75729062-081D-4E29-AE2B-1DA75D21D6AD}" presName="hierRoot2" presStyleCnt="0">
        <dgm:presLayoutVars>
          <dgm:hierBranch val="init"/>
        </dgm:presLayoutVars>
      </dgm:prSet>
      <dgm:spPr/>
    </dgm:pt>
    <dgm:pt modelId="{E69D2340-E6E8-4F0B-859B-EBFA9B3AED78}" type="pres">
      <dgm:prSet presAssocID="{75729062-081D-4E29-AE2B-1DA75D21D6AD}" presName="rootComposite" presStyleCnt="0"/>
      <dgm:spPr/>
    </dgm:pt>
    <dgm:pt modelId="{C5564DF1-4DEC-48D4-A297-C04917D4DA3E}" type="pres">
      <dgm:prSet presAssocID="{75729062-081D-4E29-AE2B-1DA75D21D6AD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D27DC1D-B421-4E6B-A916-C5D987B3BC9F}" type="pres">
      <dgm:prSet presAssocID="{75729062-081D-4E29-AE2B-1DA75D21D6AD}" presName="rootConnector" presStyleLbl="node2" presStyleIdx="0" presStyleCnt="2"/>
      <dgm:spPr/>
      <dgm:t>
        <a:bodyPr/>
        <a:lstStyle/>
        <a:p>
          <a:endParaRPr lang="en-US"/>
        </a:p>
      </dgm:t>
    </dgm:pt>
    <dgm:pt modelId="{86E5305D-0E69-4B91-829F-3F3E39417ADB}" type="pres">
      <dgm:prSet presAssocID="{75729062-081D-4E29-AE2B-1DA75D21D6AD}" presName="hierChild4" presStyleCnt="0"/>
      <dgm:spPr/>
    </dgm:pt>
    <dgm:pt modelId="{F36DE94F-EA67-4F7D-9D1D-CF5B5A07085F}" type="pres">
      <dgm:prSet presAssocID="{A07D968F-CD70-4580-A59A-DE1C55829DBC}" presName="Name37" presStyleLbl="parChTrans1D3" presStyleIdx="0" presStyleCnt="7"/>
      <dgm:spPr/>
      <dgm:t>
        <a:bodyPr/>
        <a:lstStyle/>
        <a:p>
          <a:endParaRPr lang="en-US"/>
        </a:p>
      </dgm:t>
    </dgm:pt>
    <dgm:pt modelId="{0B22478D-F8A6-4317-BF24-786BA8EAD830}" type="pres">
      <dgm:prSet presAssocID="{7A9888C9-D99D-4170-BB8B-052A271A541D}" presName="hierRoot2" presStyleCnt="0">
        <dgm:presLayoutVars>
          <dgm:hierBranch val="init"/>
        </dgm:presLayoutVars>
      </dgm:prSet>
      <dgm:spPr/>
    </dgm:pt>
    <dgm:pt modelId="{D73D4BDF-8386-4AA0-9CF3-9E1779E0AAF5}" type="pres">
      <dgm:prSet presAssocID="{7A9888C9-D99D-4170-BB8B-052A271A541D}" presName="rootComposite" presStyleCnt="0"/>
      <dgm:spPr/>
    </dgm:pt>
    <dgm:pt modelId="{CA3C4FDB-2BB6-4C90-9CCE-E48D422D0B19}" type="pres">
      <dgm:prSet presAssocID="{7A9888C9-D99D-4170-BB8B-052A271A541D}" presName="rootText" presStyleLbl="node3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ECBF4AC-FBF7-4355-BB78-6317815C01EB}" type="pres">
      <dgm:prSet presAssocID="{7A9888C9-D99D-4170-BB8B-052A271A541D}" presName="rootConnector" presStyleLbl="node3" presStyleIdx="0" presStyleCnt="7"/>
      <dgm:spPr/>
      <dgm:t>
        <a:bodyPr/>
        <a:lstStyle/>
        <a:p>
          <a:endParaRPr lang="en-US"/>
        </a:p>
      </dgm:t>
    </dgm:pt>
    <dgm:pt modelId="{3DA5897E-E127-4DB1-B107-340A933C1724}" type="pres">
      <dgm:prSet presAssocID="{7A9888C9-D99D-4170-BB8B-052A271A541D}" presName="hierChild4" presStyleCnt="0"/>
      <dgm:spPr/>
    </dgm:pt>
    <dgm:pt modelId="{77906C7E-9F20-43A6-AA9A-59448F79D1FF}" type="pres">
      <dgm:prSet presAssocID="{7A9888C9-D99D-4170-BB8B-052A271A541D}" presName="hierChild5" presStyleCnt="0"/>
      <dgm:spPr/>
    </dgm:pt>
    <dgm:pt modelId="{B9CCB72D-B323-4854-87D8-E248D5D3E294}" type="pres">
      <dgm:prSet presAssocID="{9764116A-084E-4CFE-878A-209EC68E20AE}" presName="Name37" presStyleLbl="parChTrans1D3" presStyleIdx="1" presStyleCnt="7"/>
      <dgm:spPr/>
    </dgm:pt>
    <dgm:pt modelId="{062BEB8D-C350-4EC7-AE88-363AA114A522}" type="pres">
      <dgm:prSet presAssocID="{08299040-B290-48C8-9E88-B04BDB9999F2}" presName="hierRoot2" presStyleCnt="0">
        <dgm:presLayoutVars>
          <dgm:hierBranch val="init"/>
        </dgm:presLayoutVars>
      </dgm:prSet>
      <dgm:spPr/>
    </dgm:pt>
    <dgm:pt modelId="{BCA45A7D-0E8A-4DC3-B9CD-3216F53C90EE}" type="pres">
      <dgm:prSet presAssocID="{08299040-B290-48C8-9E88-B04BDB9999F2}" presName="rootComposite" presStyleCnt="0"/>
      <dgm:spPr/>
    </dgm:pt>
    <dgm:pt modelId="{EB5D6014-CC7C-4A79-8419-0AD5D3FC68C6}" type="pres">
      <dgm:prSet presAssocID="{08299040-B290-48C8-9E88-B04BDB9999F2}" presName="rootText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CA357C-6564-4810-8A02-61C4A03630D6}" type="pres">
      <dgm:prSet presAssocID="{08299040-B290-48C8-9E88-B04BDB9999F2}" presName="rootConnector" presStyleLbl="node3" presStyleIdx="1" presStyleCnt="7"/>
      <dgm:spPr/>
      <dgm:t>
        <a:bodyPr/>
        <a:lstStyle/>
        <a:p>
          <a:endParaRPr lang="en-US"/>
        </a:p>
      </dgm:t>
    </dgm:pt>
    <dgm:pt modelId="{F6BAE039-85E0-4C7C-903C-4079DD633A8A}" type="pres">
      <dgm:prSet presAssocID="{08299040-B290-48C8-9E88-B04BDB9999F2}" presName="hierChild4" presStyleCnt="0"/>
      <dgm:spPr/>
    </dgm:pt>
    <dgm:pt modelId="{E246534A-B0E2-4EF5-BAF5-85CA6D203335}" type="pres">
      <dgm:prSet presAssocID="{08299040-B290-48C8-9E88-B04BDB9999F2}" presName="hierChild5" presStyleCnt="0"/>
      <dgm:spPr/>
    </dgm:pt>
    <dgm:pt modelId="{7439EF33-78C4-46E0-A2CF-DEAE43C5A6BB}" type="pres">
      <dgm:prSet presAssocID="{A123911F-D736-45BE-8EFA-CD489AA47637}" presName="Name37" presStyleLbl="parChTrans1D3" presStyleIdx="2" presStyleCnt="7"/>
      <dgm:spPr/>
      <dgm:t>
        <a:bodyPr/>
        <a:lstStyle/>
        <a:p>
          <a:endParaRPr lang="en-US"/>
        </a:p>
      </dgm:t>
    </dgm:pt>
    <dgm:pt modelId="{C724F148-634F-44FE-B217-9A5488872DAE}" type="pres">
      <dgm:prSet presAssocID="{2C8F1C03-FB51-425B-97B5-0F65409619EC}" presName="hierRoot2" presStyleCnt="0">
        <dgm:presLayoutVars>
          <dgm:hierBranch val="init"/>
        </dgm:presLayoutVars>
      </dgm:prSet>
      <dgm:spPr/>
    </dgm:pt>
    <dgm:pt modelId="{BA8E27EA-E062-41F6-8466-A2317AA43EDA}" type="pres">
      <dgm:prSet presAssocID="{2C8F1C03-FB51-425B-97B5-0F65409619EC}" presName="rootComposite" presStyleCnt="0"/>
      <dgm:spPr/>
    </dgm:pt>
    <dgm:pt modelId="{459B9D16-99D5-4DC9-B7A0-78A5E08610C6}" type="pres">
      <dgm:prSet presAssocID="{2C8F1C03-FB51-425B-97B5-0F65409619EC}" presName="rootText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60BC19-817F-4DEC-ACEA-84D43AE5E0A1}" type="pres">
      <dgm:prSet presAssocID="{2C8F1C03-FB51-425B-97B5-0F65409619EC}" presName="rootConnector" presStyleLbl="node3" presStyleIdx="2" presStyleCnt="7"/>
      <dgm:spPr/>
      <dgm:t>
        <a:bodyPr/>
        <a:lstStyle/>
        <a:p>
          <a:endParaRPr lang="en-US"/>
        </a:p>
      </dgm:t>
    </dgm:pt>
    <dgm:pt modelId="{5BC80D36-13C4-4FC8-8234-544AD82D1906}" type="pres">
      <dgm:prSet presAssocID="{2C8F1C03-FB51-425B-97B5-0F65409619EC}" presName="hierChild4" presStyleCnt="0"/>
      <dgm:spPr/>
    </dgm:pt>
    <dgm:pt modelId="{EEB80613-17AC-4134-9F95-F0F2593D3A88}" type="pres">
      <dgm:prSet presAssocID="{2C8F1C03-FB51-425B-97B5-0F65409619EC}" presName="hierChild5" presStyleCnt="0"/>
      <dgm:spPr/>
    </dgm:pt>
    <dgm:pt modelId="{7435F76D-BB2A-4C79-96E3-4B82F3E3113A}" type="pres">
      <dgm:prSet presAssocID="{2E3CE7B6-326C-4748-ACDE-CF6432115269}" presName="Name37" presStyleLbl="parChTrans1D3" presStyleIdx="3" presStyleCnt="7"/>
      <dgm:spPr/>
      <dgm:t>
        <a:bodyPr/>
        <a:lstStyle/>
        <a:p>
          <a:endParaRPr lang="en-US"/>
        </a:p>
      </dgm:t>
    </dgm:pt>
    <dgm:pt modelId="{11C53D72-CC9B-44DB-98A2-D907CA00B47A}" type="pres">
      <dgm:prSet presAssocID="{59165860-9AD9-4633-823C-B7F0F2D8A2A1}" presName="hierRoot2" presStyleCnt="0">
        <dgm:presLayoutVars>
          <dgm:hierBranch val="init"/>
        </dgm:presLayoutVars>
      </dgm:prSet>
      <dgm:spPr/>
    </dgm:pt>
    <dgm:pt modelId="{5DE9D092-8F30-432C-86FE-D5476414B324}" type="pres">
      <dgm:prSet presAssocID="{59165860-9AD9-4633-823C-B7F0F2D8A2A1}" presName="rootComposite" presStyleCnt="0"/>
      <dgm:spPr/>
    </dgm:pt>
    <dgm:pt modelId="{B802E59A-6340-438A-A48F-4436936E4E17}" type="pres">
      <dgm:prSet presAssocID="{59165860-9AD9-4633-823C-B7F0F2D8A2A1}" presName="rootText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158641-5E69-4BC1-AF85-D409164F47AC}" type="pres">
      <dgm:prSet presAssocID="{59165860-9AD9-4633-823C-B7F0F2D8A2A1}" presName="rootConnector" presStyleLbl="node3" presStyleIdx="3" presStyleCnt="7"/>
      <dgm:spPr/>
      <dgm:t>
        <a:bodyPr/>
        <a:lstStyle/>
        <a:p>
          <a:endParaRPr lang="en-US"/>
        </a:p>
      </dgm:t>
    </dgm:pt>
    <dgm:pt modelId="{30DE09E1-9D7E-4D63-B4D5-4C38C3A17BAF}" type="pres">
      <dgm:prSet presAssocID="{59165860-9AD9-4633-823C-B7F0F2D8A2A1}" presName="hierChild4" presStyleCnt="0"/>
      <dgm:spPr/>
    </dgm:pt>
    <dgm:pt modelId="{B0ED1A59-96E8-4B85-8742-5F3AFCEA03C1}" type="pres">
      <dgm:prSet presAssocID="{59165860-9AD9-4633-823C-B7F0F2D8A2A1}" presName="hierChild5" presStyleCnt="0"/>
      <dgm:spPr/>
    </dgm:pt>
    <dgm:pt modelId="{A0EDD874-CC88-4F9A-9226-9E4FF6612F16}" type="pres">
      <dgm:prSet presAssocID="{75729062-081D-4E29-AE2B-1DA75D21D6AD}" presName="hierChild5" presStyleCnt="0"/>
      <dgm:spPr/>
    </dgm:pt>
    <dgm:pt modelId="{11CA0CC8-6C4C-43C1-8EFD-8469424CB188}" type="pres">
      <dgm:prSet presAssocID="{54E1657A-6F15-4ABA-B0CA-D20DC8A8C32A}" presName="Name37" presStyleLbl="parChTrans1D2" presStyleIdx="1" presStyleCnt="2"/>
      <dgm:spPr/>
      <dgm:t>
        <a:bodyPr/>
        <a:lstStyle/>
        <a:p>
          <a:endParaRPr lang="en-US"/>
        </a:p>
      </dgm:t>
    </dgm:pt>
    <dgm:pt modelId="{94D6FCFC-6056-41E6-80BB-141EAF4C5773}" type="pres">
      <dgm:prSet presAssocID="{D49DF0FF-5B22-4819-AFCC-13256E671418}" presName="hierRoot2" presStyleCnt="0">
        <dgm:presLayoutVars>
          <dgm:hierBranch val="init"/>
        </dgm:presLayoutVars>
      </dgm:prSet>
      <dgm:spPr/>
    </dgm:pt>
    <dgm:pt modelId="{F6A84171-34A3-410F-95CD-B35012A24F7F}" type="pres">
      <dgm:prSet presAssocID="{D49DF0FF-5B22-4819-AFCC-13256E671418}" presName="rootComposite" presStyleCnt="0"/>
      <dgm:spPr/>
    </dgm:pt>
    <dgm:pt modelId="{62F8EECE-BACD-4E05-8E95-842BF9152D54}" type="pres">
      <dgm:prSet presAssocID="{D49DF0FF-5B22-4819-AFCC-13256E671418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9AFF17-0B2D-4920-8B0E-32AE66C1FA23}" type="pres">
      <dgm:prSet presAssocID="{D49DF0FF-5B22-4819-AFCC-13256E671418}" presName="rootConnector" presStyleLbl="node2" presStyleIdx="1" presStyleCnt="2"/>
      <dgm:spPr/>
      <dgm:t>
        <a:bodyPr/>
        <a:lstStyle/>
        <a:p>
          <a:endParaRPr lang="en-US"/>
        </a:p>
      </dgm:t>
    </dgm:pt>
    <dgm:pt modelId="{C3D8FB92-B1DA-4472-B631-801D3F98A34A}" type="pres">
      <dgm:prSet presAssocID="{D49DF0FF-5B22-4819-AFCC-13256E671418}" presName="hierChild4" presStyleCnt="0"/>
      <dgm:spPr/>
    </dgm:pt>
    <dgm:pt modelId="{DA3881C2-6AAB-4242-AAA6-CDECB4B53620}" type="pres">
      <dgm:prSet presAssocID="{E9201C26-17B9-4083-A744-BA56C48C49DD}" presName="Name37" presStyleLbl="parChTrans1D3" presStyleIdx="4" presStyleCnt="7"/>
      <dgm:spPr/>
      <dgm:t>
        <a:bodyPr/>
        <a:lstStyle/>
        <a:p>
          <a:endParaRPr lang="en-US"/>
        </a:p>
      </dgm:t>
    </dgm:pt>
    <dgm:pt modelId="{C3CF6A19-3F9F-4882-909B-E36C8D8A8CEB}" type="pres">
      <dgm:prSet presAssocID="{4E8BFDE0-80E3-4380-A984-3575B01F8AC8}" presName="hierRoot2" presStyleCnt="0">
        <dgm:presLayoutVars>
          <dgm:hierBranch val="init"/>
        </dgm:presLayoutVars>
      </dgm:prSet>
      <dgm:spPr/>
    </dgm:pt>
    <dgm:pt modelId="{3F2FC066-40E5-47B7-B9E0-E794BE3C6679}" type="pres">
      <dgm:prSet presAssocID="{4E8BFDE0-80E3-4380-A984-3575B01F8AC8}" presName="rootComposite" presStyleCnt="0"/>
      <dgm:spPr/>
    </dgm:pt>
    <dgm:pt modelId="{E3D663F0-B3CB-44DB-B05E-4BB438C031B5}" type="pres">
      <dgm:prSet presAssocID="{4E8BFDE0-80E3-4380-A984-3575B01F8AC8}" presName="rootText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393ABC-E6F8-4BC4-B844-2E0088250D64}" type="pres">
      <dgm:prSet presAssocID="{4E8BFDE0-80E3-4380-A984-3575B01F8AC8}" presName="rootConnector" presStyleLbl="node3" presStyleIdx="4" presStyleCnt="7"/>
      <dgm:spPr/>
      <dgm:t>
        <a:bodyPr/>
        <a:lstStyle/>
        <a:p>
          <a:endParaRPr lang="en-US"/>
        </a:p>
      </dgm:t>
    </dgm:pt>
    <dgm:pt modelId="{EAD9EBDB-5E3C-4E9D-AD96-9E3FD09AC80F}" type="pres">
      <dgm:prSet presAssocID="{4E8BFDE0-80E3-4380-A984-3575B01F8AC8}" presName="hierChild4" presStyleCnt="0"/>
      <dgm:spPr/>
    </dgm:pt>
    <dgm:pt modelId="{96041BD1-FE1C-49D1-9E50-6A434D5110EF}" type="pres">
      <dgm:prSet presAssocID="{4E8BFDE0-80E3-4380-A984-3575B01F8AC8}" presName="hierChild5" presStyleCnt="0"/>
      <dgm:spPr/>
    </dgm:pt>
    <dgm:pt modelId="{B6D0591F-4D0F-4C0A-9F64-0EA1B0A8056A}" type="pres">
      <dgm:prSet presAssocID="{738F3451-7FB8-4A4A-8FFA-213E9B1B2E72}" presName="Name37" presStyleLbl="parChTrans1D3" presStyleIdx="5" presStyleCnt="7"/>
      <dgm:spPr/>
      <dgm:t>
        <a:bodyPr/>
        <a:lstStyle/>
        <a:p>
          <a:endParaRPr lang="en-US"/>
        </a:p>
      </dgm:t>
    </dgm:pt>
    <dgm:pt modelId="{07EE6852-7901-4CA9-8A26-4296DD09A28D}" type="pres">
      <dgm:prSet presAssocID="{68694975-B8D2-40FA-AD64-471F39690233}" presName="hierRoot2" presStyleCnt="0">
        <dgm:presLayoutVars>
          <dgm:hierBranch val="init"/>
        </dgm:presLayoutVars>
      </dgm:prSet>
      <dgm:spPr/>
    </dgm:pt>
    <dgm:pt modelId="{E33C1101-CD3F-4EBC-B15E-CAF7BD27BB57}" type="pres">
      <dgm:prSet presAssocID="{68694975-B8D2-40FA-AD64-471F39690233}" presName="rootComposite" presStyleCnt="0"/>
      <dgm:spPr/>
    </dgm:pt>
    <dgm:pt modelId="{EBA0CFD9-4E1F-4470-B89C-AA599CC60CE9}" type="pres">
      <dgm:prSet presAssocID="{68694975-B8D2-40FA-AD64-471F39690233}" presName="rootText" presStyleLbl="node3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5317D06-CDCB-4563-93A5-F7852E20062C}" type="pres">
      <dgm:prSet presAssocID="{68694975-B8D2-40FA-AD64-471F39690233}" presName="rootConnector" presStyleLbl="node3" presStyleIdx="5" presStyleCnt="7"/>
      <dgm:spPr/>
      <dgm:t>
        <a:bodyPr/>
        <a:lstStyle/>
        <a:p>
          <a:endParaRPr lang="en-US"/>
        </a:p>
      </dgm:t>
    </dgm:pt>
    <dgm:pt modelId="{BD24538C-D175-4A5A-9698-50650B2E4E51}" type="pres">
      <dgm:prSet presAssocID="{68694975-B8D2-40FA-AD64-471F39690233}" presName="hierChild4" presStyleCnt="0"/>
      <dgm:spPr/>
    </dgm:pt>
    <dgm:pt modelId="{879D3C7E-050D-492E-BACF-9981D2B8689D}" type="pres">
      <dgm:prSet presAssocID="{68694975-B8D2-40FA-AD64-471F39690233}" presName="hierChild5" presStyleCnt="0"/>
      <dgm:spPr/>
    </dgm:pt>
    <dgm:pt modelId="{409FD42F-7193-44F2-B733-A50FEBC88FF1}" type="pres">
      <dgm:prSet presAssocID="{13A0C088-5A4F-4CE7-AB6C-0CFE3A0C8E70}" presName="Name37" presStyleLbl="parChTrans1D3" presStyleIdx="6" presStyleCnt="7"/>
      <dgm:spPr/>
      <dgm:t>
        <a:bodyPr/>
        <a:lstStyle/>
        <a:p>
          <a:endParaRPr lang="en-US"/>
        </a:p>
      </dgm:t>
    </dgm:pt>
    <dgm:pt modelId="{F7171D5A-679C-47DB-9948-9C2931A8C038}" type="pres">
      <dgm:prSet presAssocID="{5E20EA0A-512A-4D7C-BEBF-FAF7B976B0B0}" presName="hierRoot2" presStyleCnt="0">
        <dgm:presLayoutVars>
          <dgm:hierBranch val="init"/>
        </dgm:presLayoutVars>
      </dgm:prSet>
      <dgm:spPr/>
    </dgm:pt>
    <dgm:pt modelId="{89ED1747-9973-4AFB-A215-2C0AF7193F96}" type="pres">
      <dgm:prSet presAssocID="{5E20EA0A-512A-4D7C-BEBF-FAF7B976B0B0}" presName="rootComposite" presStyleCnt="0"/>
      <dgm:spPr/>
    </dgm:pt>
    <dgm:pt modelId="{506AB1C3-E79C-4BAB-BC5E-632A45AB5E1A}" type="pres">
      <dgm:prSet presAssocID="{5E20EA0A-512A-4D7C-BEBF-FAF7B976B0B0}" presName="rootText" presStyleLbl="node3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4FE98B-50AF-4704-B03C-755079B2DD55}" type="pres">
      <dgm:prSet presAssocID="{5E20EA0A-512A-4D7C-BEBF-FAF7B976B0B0}" presName="rootConnector" presStyleLbl="node3" presStyleIdx="6" presStyleCnt="7"/>
      <dgm:spPr/>
      <dgm:t>
        <a:bodyPr/>
        <a:lstStyle/>
        <a:p>
          <a:endParaRPr lang="en-US"/>
        </a:p>
      </dgm:t>
    </dgm:pt>
    <dgm:pt modelId="{94623A5C-AB42-4AB8-ACD8-949EBBF05294}" type="pres">
      <dgm:prSet presAssocID="{5E20EA0A-512A-4D7C-BEBF-FAF7B976B0B0}" presName="hierChild4" presStyleCnt="0"/>
      <dgm:spPr/>
    </dgm:pt>
    <dgm:pt modelId="{FAF54532-8149-4650-A73D-BBFA75384257}" type="pres">
      <dgm:prSet presAssocID="{5E20EA0A-512A-4D7C-BEBF-FAF7B976B0B0}" presName="hierChild5" presStyleCnt="0"/>
      <dgm:spPr/>
    </dgm:pt>
    <dgm:pt modelId="{99399FE0-AAE3-4931-90FB-4E77D86EBECB}" type="pres">
      <dgm:prSet presAssocID="{D49DF0FF-5B22-4819-AFCC-13256E671418}" presName="hierChild5" presStyleCnt="0"/>
      <dgm:spPr/>
    </dgm:pt>
    <dgm:pt modelId="{B4D535E7-969A-40E1-9A65-977CAC6F3E7F}" type="pres">
      <dgm:prSet presAssocID="{7CA65BA2-E0D6-4734-BB34-E33A6CF6A411}" presName="hierChild3" presStyleCnt="0"/>
      <dgm:spPr/>
    </dgm:pt>
    <dgm:pt modelId="{1E1CF261-5A5C-4220-869D-8FAE6642F6F6}" type="pres">
      <dgm:prSet presAssocID="{64446838-4DC7-4097-9CB8-D0CB87C5EF3F}" presName="hierRoot1" presStyleCnt="0">
        <dgm:presLayoutVars>
          <dgm:hierBranch val="init"/>
        </dgm:presLayoutVars>
      </dgm:prSet>
      <dgm:spPr/>
    </dgm:pt>
    <dgm:pt modelId="{6B076119-F177-4CDA-BEBF-0B7FE58C618E}" type="pres">
      <dgm:prSet presAssocID="{64446838-4DC7-4097-9CB8-D0CB87C5EF3F}" presName="rootComposite1" presStyleCnt="0"/>
      <dgm:spPr/>
    </dgm:pt>
    <dgm:pt modelId="{749E6363-B05E-46AF-8481-28DE79899866}" type="pres">
      <dgm:prSet presAssocID="{64446838-4DC7-4097-9CB8-D0CB87C5EF3F}" presName="rootText1" presStyleLbl="node0" presStyleIdx="1" presStyleCnt="2" custLinFactY="37816" custLinFactNeighborX="97109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2A3414-D826-44A4-8AF8-335DDDE0982D}" type="pres">
      <dgm:prSet presAssocID="{64446838-4DC7-4097-9CB8-D0CB87C5EF3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3573D1B-C5C3-4EB5-AF0D-60E37C99577A}" type="pres">
      <dgm:prSet presAssocID="{64446838-4DC7-4097-9CB8-D0CB87C5EF3F}" presName="hierChild2" presStyleCnt="0"/>
      <dgm:spPr/>
    </dgm:pt>
    <dgm:pt modelId="{18283FFC-3D29-4F2A-90B5-4E669F37750F}" type="pres">
      <dgm:prSet presAssocID="{64446838-4DC7-4097-9CB8-D0CB87C5EF3F}" presName="hierChild3" presStyleCnt="0"/>
      <dgm:spPr/>
    </dgm:pt>
  </dgm:ptLst>
  <dgm:cxnLst>
    <dgm:cxn modelId="{4586E46E-AB8E-48EF-8B99-C2DBE72227AC}" type="presOf" srcId="{7A9888C9-D99D-4170-BB8B-052A271A541D}" destId="{6ECBF4AC-FBF7-4355-BB78-6317815C01EB}" srcOrd="1" destOrd="0" presId="urn:microsoft.com/office/officeart/2005/8/layout/orgChart1"/>
    <dgm:cxn modelId="{1CAA9B09-2CE9-4D34-A52D-F4BC46A18F66}" type="presOf" srcId="{5E20EA0A-512A-4D7C-BEBF-FAF7B976B0B0}" destId="{3D4FE98B-50AF-4704-B03C-755079B2DD55}" srcOrd="1" destOrd="0" presId="urn:microsoft.com/office/officeart/2005/8/layout/orgChart1"/>
    <dgm:cxn modelId="{B58C1C97-0E44-4C10-BBAE-45315114D37C}" type="presOf" srcId="{2C8F1C03-FB51-425B-97B5-0F65409619EC}" destId="{B660BC19-817F-4DEC-ACEA-84D43AE5E0A1}" srcOrd="1" destOrd="0" presId="urn:microsoft.com/office/officeart/2005/8/layout/orgChart1"/>
    <dgm:cxn modelId="{D2AAFE18-AD26-4855-B764-8620A0955C41}" type="presOf" srcId="{7A9888C9-D99D-4170-BB8B-052A271A541D}" destId="{CA3C4FDB-2BB6-4C90-9CCE-E48D422D0B19}" srcOrd="0" destOrd="0" presId="urn:microsoft.com/office/officeart/2005/8/layout/orgChart1"/>
    <dgm:cxn modelId="{75FA36E5-DBAF-4CBE-B323-6210BE9AE215}" srcId="{D49DF0FF-5B22-4819-AFCC-13256E671418}" destId="{68694975-B8D2-40FA-AD64-471F39690233}" srcOrd="1" destOrd="0" parTransId="{738F3451-7FB8-4A4A-8FFA-213E9B1B2E72}" sibTransId="{F175765C-B1BF-4F7C-A711-14AB022B7FED}"/>
    <dgm:cxn modelId="{65AD6F19-E377-46B5-99EF-30A7C5F27983}" srcId="{379C1026-4029-44D2-AF9C-389980EBD148}" destId="{7CA65BA2-E0D6-4734-BB34-E33A6CF6A411}" srcOrd="0" destOrd="0" parTransId="{744022CE-A746-448D-946B-33F8A59C671F}" sibTransId="{29B5A4D9-E5B2-4BAA-AFE3-B255FBD30DE3}"/>
    <dgm:cxn modelId="{6174E4AE-4F71-4608-9E91-9A7368B9C0A4}" type="presOf" srcId="{A123911F-D736-45BE-8EFA-CD489AA47637}" destId="{7439EF33-78C4-46E0-A2CF-DEAE43C5A6BB}" srcOrd="0" destOrd="0" presId="urn:microsoft.com/office/officeart/2005/8/layout/orgChart1"/>
    <dgm:cxn modelId="{2E5D63A8-0F63-48DD-9460-33A41B446D05}" srcId="{D49DF0FF-5B22-4819-AFCC-13256E671418}" destId="{5E20EA0A-512A-4D7C-BEBF-FAF7B976B0B0}" srcOrd="2" destOrd="0" parTransId="{13A0C088-5A4F-4CE7-AB6C-0CFE3A0C8E70}" sibTransId="{2E3AE7BC-0059-4028-830F-544BA2FE22CD}"/>
    <dgm:cxn modelId="{58B1BB3E-023A-431E-A860-961F1C4BD690}" srcId="{7CA65BA2-E0D6-4734-BB34-E33A6CF6A411}" destId="{D49DF0FF-5B22-4819-AFCC-13256E671418}" srcOrd="1" destOrd="0" parTransId="{54E1657A-6F15-4ABA-B0CA-D20DC8A8C32A}" sibTransId="{1993DE6A-C094-44BC-B9DD-FE5E7054A274}"/>
    <dgm:cxn modelId="{E4610791-F030-4592-A259-EFAD7589A810}" type="presOf" srcId="{13A0C088-5A4F-4CE7-AB6C-0CFE3A0C8E70}" destId="{409FD42F-7193-44F2-B733-A50FEBC88FF1}" srcOrd="0" destOrd="0" presId="urn:microsoft.com/office/officeart/2005/8/layout/orgChart1"/>
    <dgm:cxn modelId="{A2D124A9-EA54-406F-BE5D-5457777A40D2}" type="presOf" srcId="{64446838-4DC7-4097-9CB8-D0CB87C5EF3F}" destId="{749E6363-B05E-46AF-8481-28DE79899866}" srcOrd="0" destOrd="0" presId="urn:microsoft.com/office/officeart/2005/8/layout/orgChart1"/>
    <dgm:cxn modelId="{B47B69BD-AB50-43E6-A167-EC4CD14BA20F}" type="presOf" srcId="{68694975-B8D2-40FA-AD64-471F39690233}" destId="{EBA0CFD9-4E1F-4470-B89C-AA599CC60CE9}" srcOrd="0" destOrd="0" presId="urn:microsoft.com/office/officeart/2005/8/layout/orgChart1"/>
    <dgm:cxn modelId="{2D141F7C-8AE5-4708-9BAA-542E4C8FE3F7}" srcId="{379C1026-4029-44D2-AF9C-389980EBD148}" destId="{64446838-4DC7-4097-9CB8-D0CB87C5EF3F}" srcOrd="1" destOrd="0" parTransId="{9A001872-921D-4EA1-B500-4DD98C6DC908}" sibTransId="{F7902E7C-2152-4AB4-A54C-8C3A5F1B6FBB}"/>
    <dgm:cxn modelId="{0A66E442-7D46-4C08-AF90-5556B0712882}" type="presOf" srcId="{5E20EA0A-512A-4D7C-BEBF-FAF7B976B0B0}" destId="{506AB1C3-E79C-4BAB-BC5E-632A45AB5E1A}" srcOrd="0" destOrd="0" presId="urn:microsoft.com/office/officeart/2005/8/layout/orgChart1"/>
    <dgm:cxn modelId="{67041957-5179-44E0-9926-4DCA3AC3BCC7}" srcId="{75729062-081D-4E29-AE2B-1DA75D21D6AD}" destId="{7A9888C9-D99D-4170-BB8B-052A271A541D}" srcOrd="0" destOrd="0" parTransId="{A07D968F-CD70-4580-A59A-DE1C55829DBC}" sibTransId="{8D8AEEB4-11DD-4F05-B331-F4C37F3175AF}"/>
    <dgm:cxn modelId="{26D69F05-B575-4A8C-AA07-62578727AE69}" type="presOf" srcId="{379C1026-4029-44D2-AF9C-389980EBD148}" destId="{76E8DD5A-6C7E-4E7E-A291-7B0B28597B5D}" srcOrd="0" destOrd="0" presId="urn:microsoft.com/office/officeart/2005/8/layout/orgChart1"/>
    <dgm:cxn modelId="{BFB11B57-9BEE-4015-BBE1-4CC930CD69E9}" type="presOf" srcId="{68694975-B8D2-40FA-AD64-471F39690233}" destId="{35317D06-CDCB-4563-93A5-F7852E20062C}" srcOrd="1" destOrd="0" presId="urn:microsoft.com/office/officeart/2005/8/layout/orgChart1"/>
    <dgm:cxn modelId="{39EE7F5D-97D4-45F9-9781-F8FB5B063684}" type="presOf" srcId="{64446838-4DC7-4097-9CB8-D0CB87C5EF3F}" destId="{D32A3414-D826-44A4-8AF8-335DDDE0982D}" srcOrd="1" destOrd="0" presId="urn:microsoft.com/office/officeart/2005/8/layout/orgChart1"/>
    <dgm:cxn modelId="{D921EAD5-B92A-47B5-A376-D9BBB9704D31}" type="presOf" srcId="{08299040-B290-48C8-9E88-B04BDB9999F2}" destId="{EB5D6014-CC7C-4A79-8419-0AD5D3FC68C6}" srcOrd="0" destOrd="0" presId="urn:microsoft.com/office/officeart/2005/8/layout/orgChart1"/>
    <dgm:cxn modelId="{A89FDE27-59CE-467C-9912-BD4C54C7811D}" type="presOf" srcId="{738F3451-7FB8-4A4A-8FFA-213E9B1B2E72}" destId="{B6D0591F-4D0F-4C0A-9F64-0EA1B0A8056A}" srcOrd="0" destOrd="0" presId="urn:microsoft.com/office/officeart/2005/8/layout/orgChart1"/>
    <dgm:cxn modelId="{45351646-52B5-4529-8FA5-67702FF4AB38}" type="presOf" srcId="{7CA65BA2-E0D6-4734-BB34-E33A6CF6A411}" destId="{039629BE-4488-4C07-9592-AEB7D32A60C9}" srcOrd="0" destOrd="0" presId="urn:microsoft.com/office/officeart/2005/8/layout/orgChart1"/>
    <dgm:cxn modelId="{698FF191-FBCA-42AA-BBDF-35FD18E52F01}" srcId="{75729062-081D-4E29-AE2B-1DA75D21D6AD}" destId="{2C8F1C03-FB51-425B-97B5-0F65409619EC}" srcOrd="2" destOrd="0" parTransId="{A123911F-D736-45BE-8EFA-CD489AA47637}" sibTransId="{560F19D6-6F19-4FEE-9406-B07C11131B54}"/>
    <dgm:cxn modelId="{4483451D-5DD1-4B35-9CCF-5DDC7AE84432}" srcId="{75729062-081D-4E29-AE2B-1DA75D21D6AD}" destId="{59165860-9AD9-4633-823C-B7F0F2D8A2A1}" srcOrd="3" destOrd="0" parTransId="{2E3CE7B6-326C-4748-ACDE-CF6432115269}" sibTransId="{2D07DDFF-F5E5-477B-AFCF-DB2614CD89C8}"/>
    <dgm:cxn modelId="{C7CAB93F-92CC-4E80-8E92-C1A5F082377F}" type="presOf" srcId="{4E8BFDE0-80E3-4380-A984-3575B01F8AC8}" destId="{C9393ABC-E6F8-4BC4-B844-2E0088250D64}" srcOrd="1" destOrd="0" presId="urn:microsoft.com/office/officeart/2005/8/layout/orgChart1"/>
    <dgm:cxn modelId="{747D3A1C-1B99-4EAB-8F30-F40D95915EF7}" type="presOf" srcId="{D49DF0FF-5B22-4819-AFCC-13256E671418}" destId="{62F8EECE-BACD-4E05-8E95-842BF9152D54}" srcOrd="0" destOrd="0" presId="urn:microsoft.com/office/officeart/2005/8/layout/orgChart1"/>
    <dgm:cxn modelId="{E2464659-3AA2-49E8-AF80-C52F20C1B444}" srcId="{75729062-081D-4E29-AE2B-1DA75D21D6AD}" destId="{08299040-B290-48C8-9E88-B04BDB9999F2}" srcOrd="1" destOrd="0" parTransId="{9764116A-084E-4CFE-878A-209EC68E20AE}" sibTransId="{59298AA8-D95A-48A3-9FDD-B7FD4F692B13}"/>
    <dgm:cxn modelId="{BA98977A-34DF-4B58-BF11-12C4F182B681}" type="presOf" srcId="{AD2F2EAC-D5EF-40E9-8FC8-131E1D24D197}" destId="{F0A7B49E-EEA9-42D4-A667-3A141492D292}" srcOrd="0" destOrd="0" presId="urn:microsoft.com/office/officeart/2005/8/layout/orgChart1"/>
    <dgm:cxn modelId="{037275E4-0364-476A-AECF-539FDAFAB4A9}" type="presOf" srcId="{59165860-9AD9-4633-823C-B7F0F2D8A2A1}" destId="{11158641-5E69-4BC1-AF85-D409164F47AC}" srcOrd="1" destOrd="0" presId="urn:microsoft.com/office/officeart/2005/8/layout/orgChart1"/>
    <dgm:cxn modelId="{FF9ECDC1-7E86-4B74-B38C-BAAE484E5AA8}" srcId="{7CA65BA2-E0D6-4734-BB34-E33A6CF6A411}" destId="{75729062-081D-4E29-AE2B-1DA75D21D6AD}" srcOrd="0" destOrd="0" parTransId="{AD2F2EAC-D5EF-40E9-8FC8-131E1D24D197}" sibTransId="{CDA35802-1359-4E38-B4AD-D0B3B8E26CE6}"/>
    <dgm:cxn modelId="{436B8420-A2FB-4D6A-84CC-F6CDAABB93D8}" type="presOf" srcId="{D49DF0FF-5B22-4819-AFCC-13256E671418}" destId="{EC9AFF17-0B2D-4920-8B0E-32AE66C1FA23}" srcOrd="1" destOrd="0" presId="urn:microsoft.com/office/officeart/2005/8/layout/orgChart1"/>
    <dgm:cxn modelId="{614F4AB5-BFBE-4EBF-9E6F-6BC374562D49}" type="presOf" srcId="{E9201C26-17B9-4083-A744-BA56C48C49DD}" destId="{DA3881C2-6AAB-4242-AAA6-CDECB4B53620}" srcOrd="0" destOrd="0" presId="urn:microsoft.com/office/officeart/2005/8/layout/orgChart1"/>
    <dgm:cxn modelId="{6D0167D0-946C-4926-920E-7B327049EBA9}" type="presOf" srcId="{9764116A-084E-4CFE-878A-209EC68E20AE}" destId="{B9CCB72D-B323-4854-87D8-E248D5D3E294}" srcOrd="0" destOrd="0" presId="urn:microsoft.com/office/officeart/2005/8/layout/orgChart1"/>
    <dgm:cxn modelId="{B51B09C2-AEEF-4D62-A870-DF2DAD400FF0}" type="presOf" srcId="{2E3CE7B6-326C-4748-ACDE-CF6432115269}" destId="{7435F76D-BB2A-4C79-96E3-4B82F3E3113A}" srcOrd="0" destOrd="0" presId="urn:microsoft.com/office/officeart/2005/8/layout/orgChart1"/>
    <dgm:cxn modelId="{791DB512-473B-4261-A13A-BD3820DAF399}" type="presOf" srcId="{A07D968F-CD70-4580-A59A-DE1C55829DBC}" destId="{F36DE94F-EA67-4F7D-9D1D-CF5B5A07085F}" srcOrd="0" destOrd="0" presId="urn:microsoft.com/office/officeart/2005/8/layout/orgChart1"/>
    <dgm:cxn modelId="{50AC731D-1967-4986-9920-80EE7A055B97}" type="presOf" srcId="{08299040-B290-48C8-9E88-B04BDB9999F2}" destId="{96CA357C-6564-4810-8A02-61C4A03630D6}" srcOrd="1" destOrd="0" presId="urn:microsoft.com/office/officeart/2005/8/layout/orgChart1"/>
    <dgm:cxn modelId="{293C6728-CBA1-4A78-9B3F-B180571564E6}" type="presOf" srcId="{59165860-9AD9-4633-823C-B7F0F2D8A2A1}" destId="{B802E59A-6340-438A-A48F-4436936E4E17}" srcOrd="0" destOrd="0" presId="urn:microsoft.com/office/officeart/2005/8/layout/orgChart1"/>
    <dgm:cxn modelId="{9D8D4A1A-F140-4230-A521-9995A19363F9}" type="presOf" srcId="{7CA65BA2-E0D6-4734-BB34-E33A6CF6A411}" destId="{41BB5852-4A2D-4E73-A36B-A3C0F7E8319D}" srcOrd="1" destOrd="0" presId="urn:microsoft.com/office/officeart/2005/8/layout/orgChart1"/>
    <dgm:cxn modelId="{FBE3FF47-BAC8-40B6-8121-089186AE68A3}" type="presOf" srcId="{4E8BFDE0-80E3-4380-A984-3575B01F8AC8}" destId="{E3D663F0-B3CB-44DB-B05E-4BB438C031B5}" srcOrd="0" destOrd="0" presId="urn:microsoft.com/office/officeart/2005/8/layout/orgChart1"/>
    <dgm:cxn modelId="{620B0208-99E7-45AD-958B-AE8F4FBB6F73}" type="presOf" srcId="{2C8F1C03-FB51-425B-97B5-0F65409619EC}" destId="{459B9D16-99D5-4DC9-B7A0-78A5E08610C6}" srcOrd="0" destOrd="0" presId="urn:microsoft.com/office/officeart/2005/8/layout/orgChart1"/>
    <dgm:cxn modelId="{94874B15-6EF9-4D99-A017-E998850A4281}" srcId="{D49DF0FF-5B22-4819-AFCC-13256E671418}" destId="{4E8BFDE0-80E3-4380-A984-3575B01F8AC8}" srcOrd="0" destOrd="0" parTransId="{E9201C26-17B9-4083-A744-BA56C48C49DD}" sibTransId="{9DB5624F-4BFF-4F12-93EB-95E2AD4AABEB}"/>
    <dgm:cxn modelId="{0BF23846-D145-4E03-8FB2-D08C41F9F9DF}" type="presOf" srcId="{75729062-081D-4E29-AE2B-1DA75D21D6AD}" destId="{BD27DC1D-B421-4E6B-A916-C5D987B3BC9F}" srcOrd="1" destOrd="0" presId="urn:microsoft.com/office/officeart/2005/8/layout/orgChart1"/>
    <dgm:cxn modelId="{4B5B227B-137B-4ECA-856B-145F537AD0C6}" type="presOf" srcId="{54E1657A-6F15-4ABA-B0CA-D20DC8A8C32A}" destId="{11CA0CC8-6C4C-43C1-8EFD-8469424CB188}" srcOrd="0" destOrd="0" presId="urn:microsoft.com/office/officeart/2005/8/layout/orgChart1"/>
    <dgm:cxn modelId="{B8A4B59F-8DD9-4EAC-B05F-139E63DABFB3}" type="presOf" srcId="{75729062-081D-4E29-AE2B-1DA75D21D6AD}" destId="{C5564DF1-4DEC-48D4-A297-C04917D4DA3E}" srcOrd="0" destOrd="0" presId="urn:microsoft.com/office/officeart/2005/8/layout/orgChart1"/>
    <dgm:cxn modelId="{5C5C8773-13E9-4022-BEF1-089BB4E809D4}" type="presParOf" srcId="{76E8DD5A-6C7E-4E7E-A291-7B0B28597B5D}" destId="{5102AD9F-FD43-4944-863D-9F0A67E361EC}" srcOrd="0" destOrd="0" presId="urn:microsoft.com/office/officeart/2005/8/layout/orgChart1"/>
    <dgm:cxn modelId="{8C9F8CBA-68E3-4FE1-BC6B-DF6320100D15}" type="presParOf" srcId="{5102AD9F-FD43-4944-863D-9F0A67E361EC}" destId="{C6F56D94-B4CA-4ADA-B8D9-43185A4C69DC}" srcOrd="0" destOrd="0" presId="urn:microsoft.com/office/officeart/2005/8/layout/orgChart1"/>
    <dgm:cxn modelId="{ABEB2E86-95D0-4514-A43E-972F0A2DBB1B}" type="presParOf" srcId="{C6F56D94-B4CA-4ADA-B8D9-43185A4C69DC}" destId="{039629BE-4488-4C07-9592-AEB7D32A60C9}" srcOrd="0" destOrd="0" presId="urn:microsoft.com/office/officeart/2005/8/layout/orgChart1"/>
    <dgm:cxn modelId="{0A3293B2-3A75-419F-87B7-234885EC95F0}" type="presParOf" srcId="{C6F56D94-B4CA-4ADA-B8D9-43185A4C69DC}" destId="{41BB5852-4A2D-4E73-A36B-A3C0F7E8319D}" srcOrd="1" destOrd="0" presId="urn:microsoft.com/office/officeart/2005/8/layout/orgChart1"/>
    <dgm:cxn modelId="{E967AF8F-24AE-4916-A817-1F7F7E8FE7E3}" type="presParOf" srcId="{5102AD9F-FD43-4944-863D-9F0A67E361EC}" destId="{B6997EB6-69FA-43B5-93AE-8EB3B9FBC782}" srcOrd="1" destOrd="0" presId="urn:microsoft.com/office/officeart/2005/8/layout/orgChart1"/>
    <dgm:cxn modelId="{AF3D3750-DA74-4FB4-94E3-08ECB7041730}" type="presParOf" srcId="{B6997EB6-69FA-43B5-93AE-8EB3B9FBC782}" destId="{F0A7B49E-EEA9-42D4-A667-3A141492D292}" srcOrd="0" destOrd="0" presId="urn:microsoft.com/office/officeart/2005/8/layout/orgChart1"/>
    <dgm:cxn modelId="{48E87AB6-A90A-4CBE-B144-A8CB3082DD84}" type="presParOf" srcId="{B6997EB6-69FA-43B5-93AE-8EB3B9FBC782}" destId="{CD1BE35E-4267-4643-BBC3-3BE745A9682A}" srcOrd="1" destOrd="0" presId="urn:microsoft.com/office/officeart/2005/8/layout/orgChart1"/>
    <dgm:cxn modelId="{F81D1116-CA48-4608-B891-BAAF5982C557}" type="presParOf" srcId="{CD1BE35E-4267-4643-BBC3-3BE745A9682A}" destId="{E69D2340-E6E8-4F0B-859B-EBFA9B3AED78}" srcOrd="0" destOrd="0" presId="urn:microsoft.com/office/officeart/2005/8/layout/orgChart1"/>
    <dgm:cxn modelId="{604A8CF3-D929-4292-A9E4-75136E8BD907}" type="presParOf" srcId="{E69D2340-E6E8-4F0B-859B-EBFA9B3AED78}" destId="{C5564DF1-4DEC-48D4-A297-C04917D4DA3E}" srcOrd="0" destOrd="0" presId="urn:microsoft.com/office/officeart/2005/8/layout/orgChart1"/>
    <dgm:cxn modelId="{C0DBD6FE-D447-4561-8092-6D5195416446}" type="presParOf" srcId="{E69D2340-E6E8-4F0B-859B-EBFA9B3AED78}" destId="{BD27DC1D-B421-4E6B-A916-C5D987B3BC9F}" srcOrd="1" destOrd="0" presId="urn:microsoft.com/office/officeart/2005/8/layout/orgChart1"/>
    <dgm:cxn modelId="{635434CC-4D6A-4C1F-A916-F6E0EE033C0B}" type="presParOf" srcId="{CD1BE35E-4267-4643-BBC3-3BE745A9682A}" destId="{86E5305D-0E69-4B91-829F-3F3E39417ADB}" srcOrd="1" destOrd="0" presId="urn:microsoft.com/office/officeart/2005/8/layout/orgChart1"/>
    <dgm:cxn modelId="{E10F430E-4481-4886-A3CB-56B802808D70}" type="presParOf" srcId="{86E5305D-0E69-4B91-829F-3F3E39417ADB}" destId="{F36DE94F-EA67-4F7D-9D1D-CF5B5A07085F}" srcOrd="0" destOrd="0" presId="urn:microsoft.com/office/officeart/2005/8/layout/orgChart1"/>
    <dgm:cxn modelId="{DF7AAD78-4528-4C44-986B-065E518A62F1}" type="presParOf" srcId="{86E5305D-0E69-4B91-829F-3F3E39417ADB}" destId="{0B22478D-F8A6-4317-BF24-786BA8EAD830}" srcOrd="1" destOrd="0" presId="urn:microsoft.com/office/officeart/2005/8/layout/orgChart1"/>
    <dgm:cxn modelId="{F8B89077-F753-489B-A5D1-38594DF4C699}" type="presParOf" srcId="{0B22478D-F8A6-4317-BF24-786BA8EAD830}" destId="{D73D4BDF-8386-4AA0-9CF3-9E1779E0AAF5}" srcOrd="0" destOrd="0" presId="urn:microsoft.com/office/officeart/2005/8/layout/orgChart1"/>
    <dgm:cxn modelId="{05579C52-3D86-4E9C-9B0B-A018F3CC6C96}" type="presParOf" srcId="{D73D4BDF-8386-4AA0-9CF3-9E1779E0AAF5}" destId="{CA3C4FDB-2BB6-4C90-9CCE-E48D422D0B19}" srcOrd="0" destOrd="0" presId="urn:microsoft.com/office/officeart/2005/8/layout/orgChart1"/>
    <dgm:cxn modelId="{E1BF161D-3407-4506-AC31-44EC264F481F}" type="presParOf" srcId="{D73D4BDF-8386-4AA0-9CF3-9E1779E0AAF5}" destId="{6ECBF4AC-FBF7-4355-BB78-6317815C01EB}" srcOrd="1" destOrd="0" presId="urn:microsoft.com/office/officeart/2005/8/layout/orgChart1"/>
    <dgm:cxn modelId="{F6144098-E3B4-4D79-A66C-50FD55F0ADCD}" type="presParOf" srcId="{0B22478D-F8A6-4317-BF24-786BA8EAD830}" destId="{3DA5897E-E127-4DB1-B107-340A933C1724}" srcOrd="1" destOrd="0" presId="urn:microsoft.com/office/officeart/2005/8/layout/orgChart1"/>
    <dgm:cxn modelId="{A38F8678-7D14-47CC-A467-65A4A838E3C0}" type="presParOf" srcId="{0B22478D-F8A6-4317-BF24-786BA8EAD830}" destId="{77906C7E-9F20-43A6-AA9A-59448F79D1FF}" srcOrd="2" destOrd="0" presId="urn:microsoft.com/office/officeart/2005/8/layout/orgChart1"/>
    <dgm:cxn modelId="{A45C2F3E-0D8C-4312-9888-94ABD11F8664}" type="presParOf" srcId="{86E5305D-0E69-4B91-829F-3F3E39417ADB}" destId="{B9CCB72D-B323-4854-87D8-E248D5D3E294}" srcOrd="2" destOrd="0" presId="urn:microsoft.com/office/officeart/2005/8/layout/orgChart1"/>
    <dgm:cxn modelId="{86F62FF6-621C-47FE-94B3-C55294473519}" type="presParOf" srcId="{86E5305D-0E69-4B91-829F-3F3E39417ADB}" destId="{062BEB8D-C350-4EC7-AE88-363AA114A522}" srcOrd="3" destOrd="0" presId="urn:microsoft.com/office/officeart/2005/8/layout/orgChart1"/>
    <dgm:cxn modelId="{8C526F8B-4F9C-4EB8-9388-C68F8710667F}" type="presParOf" srcId="{062BEB8D-C350-4EC7-AE88-363AA114A522}" destId="{BCA45A7D-0E8A-4DC3-B9CD-3216F53C90EE}" srcOrd="0" destOrd="0" presId="urn:microsoft.com/office/officeart/2005/8/layout/orgChart1"/>
    <dgm:cxn modelId="{9A3B866A-76DE-4449-8A42-988EE54C7383}" type="presParOf" srcId="{BCA45A7D-0E8A-4DC3-B9CD-3216F53C90EE}" destId="{EB5D6014-CC7C-4A79-8419-0AD5D3FC68C6}" srcOrd="0" destOrd="0" presId="urn:microsoft.com/office/officeart/2005/8/layout/orgChart1"/>
    <dgm:cxn modelId="{CD36B400-32E1-4D7D-8E7E-38A7AD34E079}" type="presParOf" srcId="{BCA45A7D-0E8A-4DC3-B9CD-3216F53C90EE}" destId="{96CA357C-6564-4810-8A02-61C4A03630D6}" srcOrd="1" destOrd="0" presId="urn:microsoft.com/office/officeart/2005/8/layout/orgChart1"/>
    <dgm:cxn modelId="{E9C1301B-4CB0-4233-B7DB-EE6513407684}" type="presParOf" srcId="{062BEB8D-C350-4EC7-AE88-363AA114A522}" destId="{F6BAE039-85E0-4C7C-903C-4079DD633A8A}" srcOrd="1" destOrd="0" presId="urn:microsoft.com/office/officeart/2005/8/layout/orgChart1"/>
    <dgm:cxn modelId="{5BBBE575-9BC8-4A2B-AF79-9E4A400A234F}" type="presParOf" srcId="{062BEB8D-C350-4EC7-AE88-363AA114A522}" destId="{E246534A-B0E2-4EF5-BAF5-85CA6D203335}" srcOrd="2" destOrd="0" presId="urn:microsoft.com/office/officeart/2005/8/layout/orgChart1"/>
    <dgm:cxn modelId="{05E9AF05-B687-4161-8172-6D4F56E21E6B}" type="presParOf" srcId="{86E5305D-0E69-4B91-829F-3F3E39417ADB}" destId="{7439EF33-78C4-46E0-A2CF-DEAE43C5A6BB}" srcOrd="4" destOrd="0" presId="urn:microsoft.com/office/officeart/2005/8/layout/orgChart1"/>
    <dgm:cxn modelId="{2DF7EDB1-B3A9-408D-A145-EFA4338A5845}" type="presParOf" srcId="{86E5305D-0E69-4B91-829F-3F3E39417ADB}" destId="{C724F148-634F-44FE-B217-9A5488872DAE}" srcOrd="5" destOrd="0" presId="urn:microsoft.com/office/officeart/2005/8/layout/orgChart1"/>
    <dgm:cxn modelId="{5E3027F5-486E-4F05-83CE-C08719ACB4E0}" type="presParOf" srcId="{C724F148-634F-44FE-B217-9A5488872DAE}" destId="{BA8E27EA-E062-41F6-8466-A2317AA43EDA}" srcOrd="0" destOrd="0" presId="urn:microsoft.com/office/officeart/2005/8/layout/orgChart1"/>
    <dgm:cxn modelId="{DE937472-5694-4341-85D7-0B89821D2DC1}" type="presParOf" srcId="{BA8E27EA-E062-41F6-8466-A2317AA43EDA}" destId="{459B9D16-99D5-4DC9-B7A0-78A5E08610C6}" srcOrd="0" destOrd="0" presId="urn:microsoft.com/office/officeart/2005/8/layout/orgChart1"/>
    <dgm:cxn modelId="{E362F659-F6C7-41D0-9498-7EB7F95F83E1}" type="presParOf" srcId="{BA8E27EA-E062-41F6-8466-A2317AA43EDA}" destId="{B660BC19-817F-4DEC-ACEA-84D43AE5E0A1}" srcOrd="1" destOrd="0" presId="urn:microsoft.com/office/officeart/2005/8/layout/orgChart1"/>
    <dgm:cxn modelId="{17601838-9406-47DA-9C7B-7170BC015033}" type="presParOf" srcId="{C724F148-634F-44FE-B217-9A5488872DAE}" destId="{5BC80D36-13C4-4FC8-8234-544AD82D1906}" srcOrd="1" destOrd="0" presId="urn:microsoft.com/office/officeart/2005/8/layout/orgChart1"/>
    <dgm:cxn modelId="{D7507E91-E47F-4D9E-9D38-BBBDF6934E52}" type="presParOf" srcId="{C724F148-634F-44FE-B217-9A5488872DAE}" destId="{EEB80613-17AC-4134-9F95-F0F2593D3A88}" srcOrd="2" destOrd="0" presId="urn:microsoft.com/office/officeart/2005/8/layout/orgChart1"/>
    <dgm:cxn modelId="{468CBE65-046C-4F85-AFC3-343517008DFE}" type="presParOf" srcId="{86E5305D-0E69-4B91-829F-3F3E39417ADB}" destId="{7435F76D-BB2A-4C79-96E3-4B82F3E3113A}" srcOrd="6" destOrd="0" presId="urn:microsoft.com/office/officeart/2005/8/layout/orgChart1"/>
    <dgm:cxn modelId="{BC3FE76F-5DB2-4411-B9C3-09D4BE5602A8}" type="presParOf" srcId="{86E5305D-0E69-4B91-829F-3F3E39417ADB}" destId="{11C53D72-CC9B-44DB-98A2-D907CA00B47A}" srcOrd="7" destOrd="0" presId="urn:microsoft.com/office/officeart/2005/8/layout/orgChart1"/>
    <dgm:cxn modelId="{1D6D0075-AEF5-42E7-B968-A81E1AEEC334}" type="presParOf" srcId="{11C53D72-CC9B-44DB-98A2-D907CA00B47A}" destId="{5DE9D092-8F30-432C-86FE-D5476414B324}" srcOrd="0" destOrd="0" presId="urn:microsoft.com/office/officeart/2005/8/layout/orgChart1"/>
    <dgm:cxn modelId="{41C67960-42E9-454C-A1F0-76614DD738C4}" type="presParOf" srcId="{5DE9D092-8F30-432C-86FE-D5476414B324}" destId="{B802E59A-6340-438A-A48F-4436936E4E17}" srcOrd="0" destOrd="0" presId="urn:microsoft.com/office/officeart/2005/8/layout/orgChart1"/>
    <dgm:cxn modelId="{534CE1AD-486C-428D-B02F-0866987A2F42}" type="presParOf" srcId="{5DE9D092-8F30-432C-86FE-D5476414B324}" destId="{11158641-5E69-4BC1-AF85-D409164F47AC}" srcOrd="1" destOrd="0" presId="urn:microsoft.com/office/officeart/2005/8/layout/orgChart1"/>
    <dgm:cxn modelId="{2795023D-C5BF-47EE-96C4-6DABF0B0A511}" type="presParOf" srcId="{11C53D72-CC9B-44DB-98A2-D907CA00B47A}" destId="{30DE09E1-9D7E-4D63-B4D5-4C38C3A17BAF}" srcOrd="1" destOrd="0" presId="urn:microsoft.com/office/officeart/2005/8/layout/orgChart1"/>
    <dgm:cxn modelId="{DF0E188C-36DD-4DE0-95FB-F715761E3BBC}" type="presParOf" srcId="{11C53D72-CC9B-44DB-98A2-D907CA00B47A}" destId="{B0ED1A59-96E8-4B85-8742-5F3AFCEA03C1}" srcOrd="2" destOrd="0" presId="urn:microsoft.com/office/officeart/2005/8/layout/orgChart1"/>
    <dgm:cxn modelId="{C6FA59D0-6642-4E45-B7F1-781827DD4671}" type="presParOf" srcId="{CD1BE35E-4267-4643-BBC3-3BE745A9682A}" destId="{A0EDD874-CC88-4F9A-9226-9E4FF6612F16}" srcOrd="2" destOrd="0" presId="urn:microsoft.com/office/officeart/2005/8/layout/orgChart1"/>
    <dgm:cxn modelId="{DE6BAF1C-A298-46F2-B3BA-FF7FCAB79C57}" type="presParOf" srcId="{B6997EB6-69FA-43B5-93AE-8EB3B9FBC782}" destId="{11CA0CC8-6C4C-43C1-8EFD-8469424CB188}" srcOrd="2" destOrd="0" presId="urn:microsoft.com/office/officeart/2005/8/layout/orgChart1"/>
    <dgm:cxn modelId="{32ADADF1-338F-410C-8B5D-904EE31FCB15}" type="presParOf" srcId="{B6997EB6-69FA-43B5-93AE-8EB3B9FBC782}" destId="{94D6FCFC-6056-41E6-80BB-141EAF4C5773}" srcOrd="3" destOrd="0" presId="urn:microsoft.com/office/officeart/2005/8/layout/orgChart1"/>
    <dgm:cxn modelId="{6B8A04CE-493F-4F64-9CF9-05DA49BED93A}" type="presParOf" srcId="{94D6FCFC-6056-41E6-80BB-141EAF4C5773}" destId="{F6A84171-34A3-410F-95CD-B35012A24F7F}" srcOrd="0" destOrd="0" presId="urn:microsoft.com/office/officeart/2005/8/layout/orgChart1"/>
    <dgm:cxn modelId="{A0C74BB5-6D95-4BFB-8973-6C6A83FB3BBE}" type="presParOf" srcId="{F6A84171-34A3-410F-95CD-B35012A24F7F}" destId="{62F8EECE-BACD-4E05-8E95-842BF9152D54}" srcOrd="0" destOrd="0" presId="urn:microsoft.com/office/officeart/2005/8/layout/orgChart1"/>
    <dgm:cxn modelId="{A856DC89-73F8-4FC0-AAD2-ECCF3EC16541}" type="presParOf" srcId="{F6A84171-34A3-410F-95CD-B35012A24F7F}" destId="{EC9AFF17-0B2D-4920-8B0E-32AE66C1FA23}" srcOrd="1" destOrd="0" presId="urn:microsoft.com/office/officeart/2005/8/layout/orgChart1"/>
    <dgm:cxn modelId="{0EDBD4E3-626D-477A-9000-10AD61954F41}" type="presParOf" srcId="{94D6FCFC-6056-41E6-80BB-141EAF4C5773}" destId="{C3D8FB92-B1DA-4472-B631-801D3F98A34A}" srcOrd="1" destOrd="0" presId="urn:microsoft.com/office/officeart/2005/8/layout/orgChart1"/>
    <dgm:cxn modelId="{DAC6095D-7FC0-4F82-909C-44EA6FA3AF62}" type="presParOf" srcId="{C3D8FB92-B1DA-4472-B631-801D3F98A34A}" destId="{DA3881C2-6AAB-4242-AAA6-CDECB4B53620}" srcOrd="0" destOrd="0" presId="urn:microsoft.com/office/officeart/2005/8/layout/orgChart1"/>
    <dgm:cxn modelId="{DD91087F-F284-49FB-B217-54BDEF22AA8F}" type="presParOf" srcId="{C3D8FB92-B1DA-4472-B631-801D3F98A34A}" destId="{C3CF6A19-3F9F-4882-909B-E36C8D8A8CEB}" srcOrd="1" destOrd="0" presId="urn:microsoft.com/office/officeart/2005/8/layout/orgChart1"/>
    <dgm:cxn modelId="{36EC83C9-992F-47FB-A672-8AAF7BC49986}" type="presParOf" srcId="{C3CF6A19-3F9F-4882-909B-E36C8D8A8CEB}" destId="{3F2FC066-40E5-47B7-B9E0-E794BE3C6679}" srcOrd="0" destOrd="0" presId="urn:microsoft.com/office/officeart/2005/8/layout/orgChart1"/>
    <dgm:cxn modelId="{133F2608-8F4D-4891-AF8C-160609136B7B}" type="presParOf" srcId="{3F2FC066-40E5-47B7-B9E0-E794BE3C6679}" destId="{E3D663F0-B3CB-44DB-B05E-4BB438C031B5}" srcOrd="0" destOrd="0" presId="urn:microsoft.com/office/officeart/2005/8/layout/orgChart1"/>
    <dgm:cxn modelId="{0039CBE5-6659-470D-A899-E33A150E082E}" type="presParOf" srcId="{3F2FC066-40E5-47B7-B9E0-E794BE3C6679}" destId="{C9393ABC-E6F8-4BC4-B844-2E0088250D64}" srcOrd="1" destOrd="0" presId="urn:microsoft.com/office/officeart/2005/8/layout/orgChart1"/>
    <dgm:cxn modelId="{10EBE815-99DA-447A-ACEB-305D90B35130}" type="presParOf" srcId="{C3CF6A19-3F9F-4882-909B-E36C8D8A8CEB}" destId="{EAD9EBDB-5E3C-4E9D-AD96-9E3FD09AC80F}" srcOrd="1" destOrd="0" presId="urn:microsoft.com/office/officeart/2005/8/layout/orgChart1"/>
    <dgm:cxn modelId="{96D74299-863E-49B0-9D52-B70AEFEC8320}" type="presParOf" srcId="{C3CF6A19-3F9F-4882-909B-E36C8D8A8CEB}" destId="{96041BD1-FE1C-49D1-9E50-6A434D5110EF}" srcOrd="2" destOrd="0" presId="urn:microsoft.com/office/officeart/2005/8/layout/orgChart1"/>
    <dgm:cxn modelId="{684989C9-0086-4772-B5A5-E0E987B813EC}" type="presParOf" srcId="{C3D8FB92-B1DA-4472-B631-801D3F98A34A}" destId="{B6D0591F-4D0F-4C0A-9F64-0EA1B0A8056A}" srcOrd="2" destOrd="0" presId="urn:microsoft.com/office/officeart/2005/8/layout/orgChart1"/>
    <dgm:cxn modelId="{9B4FD3A2-6736-4A2B-9AF1-B6E89B1F2855}" type="presParOf" srcId="{C3D8FB92-B1DA-4472-B631-801D3F98A34A}" destId="{07EE6852-7901-4CA9-8A26-4296DD09A28D}" srcOrd="3" destOrd="0" presId="urn:microsoft.com/office/officeart/2005/8/layout/orgChart1"/>
    <dgm:cxn modelId="{6B5DC178-5D28-4769-9D3F-E67B51847B6F}" type="presParOf" srcId="{07EE6852-7901-4CA9-8A26-4296DD09A28D}" destId="{E33C1101-CD3F-4EBC-B15E-CAF7BD27BB57}" srcOrd="0" destOrd="0" presId="urn:microsoft.com/office/officeart/2005/8/layout/orgChart1"/>
    <dgm:cxn modelId="{30D359DC-9913-4F5C-84F6-9AA29848F2DE}" type="presParOf" srcId="{E33C1101-CD3F-4EBC-B15E-CAF7BD27BB57}" destId="{EBA0CFD9-4E1F-4470-B89C-AA599CC60CE9}" srcOrd="0" destOrd="0" presId="urn:microsoft.com/office/officeart/2005/8/layout/orgChart1"/>
    <dgm:cxn modelId="{456FE2DC-3F1A-448B-815F-A3FBDF98414F}" type="presParOf" srcId="{E33C1101-CD3F-4EBC-B15E-CAF7BD27BB57}" destId="{35317D06-CDCB-4563-93A5-F7852E20062C}" srcOrd="1" destOrd="0" presId="urn:microsoft.com/office/officeart/2005/8/layout/orgChart1"/>
    <dgm:cxn modelId="{9FCDC284-A1DB-4B77-9E7A-56C9D138EB69}" type="presParOf" srcId="{07EE6852-7901-4CA9-8A26-4296DD09A28D}" destId="{BD24538C-D175-4A5A-9698-50650B2E4E51}" srcOrd="1" destOrd="0" presId="urn:microsoft.com/office/officeart/2005/8/layout/orgChart1"/>
    <dgm:cxn modelId="{2E30D22A-CF66-428D-8064-358A4A493596}" type="presParOf" srcId="{07EE6852-7901-4CA9-8A26-4296DD09A28D}" destId="{879D3C7E-050D-492E-BACF-9981D2B8689D}" srcOrd="2" destOrd="0" presId="urn:microsoft.com/office/officeart/2005/8/layout/orgChart1"/>
    <dgm:cxn modelId="{D355F950-042F-4BF0-8617-E1E0B6C2A55A}" type="presParOf" srcId="{C3D8FB92-B1DA-4472-B631-801D3F98A34A}" destId="{409FD42F-7193-44F2-B733-A50FEBC88FF1}" srcOrd="4" destOrd="0" presId="urn:microsoft.com/office/officeart/2005/8/layout/orgChart1"/>
    <dgm:cxn modelId="{67163742-7DE0-4C4A-AD2F-E4D5CC3CEC38}" type="presParOf" srcId="{C3D8FB92-B1DA-4472-B631-801D3F98A34A}" destId="{F7171D5A-679C-47DB-9948-9C2931A8C038}" srcOrd="5" destOrd="0" presId="urn:microsoft.com/office/officeart/2005/8/layout/orgChart1"/>
    <dgm:cxn modelId="{1EEF9E54-4B57-46C5-B1EF-618C47D01D4A}" type="presParOf" srcId="{F7171D5A-679C-47DB-9948-9C2931A8C038}" destId="{89ED1747-9973-4AFB-A215-2C0AF7193F96}" srcOrd="0" destOrd="0" presId="urn:microsoft.com/office/officeart/2005/8/layout/orgChart1"/>
    <dgm:cxn modelId="{0CB9B9E1-7753-4FD8-AE78-9B9EC0DB6C48}" type="presParOf" srcId="{89ED1747-9973-4AFB-A215-2C0AF7193F96}" destId="{506AB1C3-E79C-4BAB-BC5E-632A45AB5E1A}" srcOrd="0" destOrd="0" presId="urn:microsoft.com/office/officeart/2005/8/layout/orgChart1"/>
    <dgm:cxn modelId="{9BEEEA1A-90FB-4E65-ADCC-EF0E731419D6}" type="presParOf" srcId="{89ED1747-9973-4AFB-A215-2C0AF7193F96}" destId="{3D4FE98B-50AF-4704-B03C-755079B2DD55}" srcOrd="1" destOrd="0" presId="urn:microsoft.com/office/officeart/2005/8/layout/orgChart1"/>
    <dgm:cxn modelId="{135CC909-4CD2-4E92-9BB0-F4F70F002D06}" type="presParOf" srcId="{F7171D5A-679C-47DB-9948-9C2931A8C038}" destId="{94623A5C-AB42-4AB8-ACD8-949EBBF05294}" srcOrd="1" destOrd="0" presId="urn:microsoft.com/office/officeart/2005/8/layout/orgChart1"/>
    <dgm:cxn modelId="{1F354519-EEA0-4764-B9AA-B08AB5FD7EB6}" type="presParOf" srcId="{F7171D5A-679C-47DB-9948-9C2931A8C038}" destId="{FAF54532-8149-4650-A73D-BBFA75384257}" srcOrd="2" destOrd="0" presId="urn:microsoft.com/office/officeart/2005/8/layout/orgChart1"/>
    <dgm:cxn modelId="{0EFEB4D6-1FC2-45C2-A38C-6A05CE1386E9}" type="presParOf" srcId="{94D6FCFC-6056-41E6-80BB-141EAF4C5773}" destId="{99399FE0-AAE3-4931-90FB-4E77D86EBECB}" srcOrd="2" destOrd="0" presId="urn:microsoft.com/office/officeart/2005/8/layout/orgChart1"/>
    <dgm:cxn modelId="{6C29D68E-9829-4B5A-B355-DBA75DB26CF9}" type="presParOf" srcId="{5102AD9F-FD43-4944-863D-9F0A67E361EC}" destId="{B4D535E7-969A-40E1-9A65-977CAC6F3E7F}" srcOrd="2" destOrd="0" presId="urn:microsoft.com/office/officeart/2005/8/layout/orgChart1"/>
    <dgm:cxn modelId="{29DE9AC4-FB3D-4E25-A35D-82EBF2F7E11B}" type="presParOf" srcId="{76E8DD5A-6C7E-4E7E-A291-7B0B28597B5D}" destId="{1E1CF261-5A5C-4220-869D-8FAE6642F6F6}" srcOrd="1" destOrd="0" presId="urn:microsoft.com/office/officeart/2005/8/layout/orgChart1"/>
    <dgm:cxn modelId="{DA10DF4B-FD9E-46F1-A3E1-DDD02AE9FC0F}" type="presParOf" srcId="{1E1CF261-5A5C-4220-869D-8FAE6642F6F6}" destId="{6B076119-F177-4CDA-BEBF-0B7FE58C618E}" srcOrd="0" destOrd="0" presId="urn:microsoft.com/office/officeart/2005/8/layout/orgChart1"/>
    <dgm:cxn modelId="{D5C492A4-2538-41D9-B5AE-404F9ECF9D75}" type="presParOf" srcId="{6B076119-F177-4CDA-BEBF-0B7FE58C618E}" destId="{749E6363-B05E-46AF-8481-28DE79899866}" srcOrd="0" destOrd="0" presId="urn:microsoft.com/office/officeart/2005/8/layout/orgChart1"/>
    <dgm:cxn modelId="{CB038B8D-E106-4A3D-8F9E-C68AA61FA7FB}" type="presParOf" srcId="{6B076119-F177-4CDA-BEBF-0B7FE58C618E}" destId="{D32A3414-D826-44A4-8AF8-335DDDE0982D}" srcOrd="1" destOrd="0" presId="urn:microsoft.com/office/officeart/2005/8/layout/orgChart1"/>
    <dgm:cxn modelId="{DA283985-5391-490F-97F9-D3489BEF00BE}" type="presParOf" srcId="{1E1CF261-5A5C-4220-869D-8FAE6642F6F6}" destId="{63573D1B-C5C3-4EB5-AF0D-60E37C99577A}" srcOrd="1" destOrd="0" presId="urn:microsoft.com/office/officeart/2005/8/layout/orgChart1"/>
    <dgm:cxn modelId="{AEF862EA-F65B-4761-9FCE-C0F7E3D5051F}" type="presParOf" srcId="{1E1CF261-5A5C-4220-869D-8FAE6642F6F6}" destId="{18283FFC-3D29-4F2A-90B5-4E669F3775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FD42F-7193-44F2-B733-A50FEBC88FF1}">
      <dsp:nvSpPr>
        <dsp:cNvPr id="0" name=""/>
        <dsp:cNvSpPr/>
      </dsp:nvSpPr>
      <dsp:spPr>
        <a:xfrm>
          <a:off x="3910831" y="1525483"/>
          <a:ext cx="189058" cy="2369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9529"/>
              </a:lnTo>
              <a:lnTo>
                <a:pt x="189058" y="236952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0591F-4D0F-4C0A-9F64-0EA1B0A8056A}">
      <dsp:nvSpPr>
        <dsp:cNvPr id="0" name=""/>
        <dsp:cNvSpPr/>
      </dsp:nvSpPr>
      <dsp:spPr>
        <a:xfrm>
          <a:off x="3910831" y="1525483"/>
          <a:ext cx="189058" cy="14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4654"/>
              </a:lnTo>
              <a:lnTo>
                <a:pt x="189058" y="147465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881C2-6AAB-4242-AAA6-CDECB4B53620}">
      <dsp:nvSpPr>
        <dsp:cNvPr id="0" name=""/>
        <dsp:cNvSpPr/>
      </dsp:nvSpPr>
      <dsp:spPr>
        <a:xfrm>
          <a:off x="3910831" y="1525483"/>
          <a:ext cx="189058" cy="579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778"/>
              </a:lnTo>
              <a:lnTo>
                <a:pt x="189058" y="579778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A0CC8-6C4C-43C1-8EFD-8469424CB188}">
      <dsp:nvSpPr>
        <dsp:cNvPr id="0" name=""/>
        <dsp:cNvSpPr/>
      </dsp:nvSpPr>
      <dsp:spPr>
        <a:xfrm>
          <a:off x="3652451" y="630608"/>
          <a:ext cx="762534" cy="264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340"/>
              </a:lnTo>
              <a:lnTo>
                <a:pt x="762534" y="132340"/>
              </a:lnTo>
              <a:lnTo>
                <a:pt x="762534" y="264681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5F76D-BB2A-4C79-96E3-4B82F3E3113A}">
      <dsp:nvSpPr>
        <dsp:cNvPr id="0" name=""/>
        <dsp:cNvSpPr/>
      </dsp:nvSpPr>
      <dsp:spPr>
        <a:xfrm>
          <a:off x="2385761" y="1525483"/>
          <a:ext cx="189058" cy="3264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4405"/>
              </a:lnTo>
              <a:lnTo>
                <a:pt x="189058" y="3264405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9EF33-78C4-46E0-A2CF-DEAE43C5A6BB}">
      <dsp:nvSpPr>
        <dsp:cNvPr id="0" name=""/>
        <dsp:cNvSpPr/>
      </dsp:nvSpPr>
      <dsp:spPr>
        <a:xfrm>
          <a:off x="2385761" y="1525483"/>
          <a:ext cx="189058" cy="2369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9529"/>
              </a:lnTo>
              <a:lnTo>
                <a:pt x="189058" y="236952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796B55-7889-4D71-B845-AF1E38E7FC26}">
      <dsp:nvSpPr>
        <dsp:cNvPr id="0" name=""/>
        <dsp:cNvSpPr/>
      </dsp:nvSpPr>
      <dsp:spPr>
        <a:xfrm>
          <a:off x="2385761" y="1525483"/>
          <a:ext cx="189058" cy="14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4654"/>
              </a:lnTo>
              <a:lnTo>
                <a:pt x="189058" y="147465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DE94F-EA67-4F7D-9D1D-CF5B5A07085F}">
      <dsp:nvSpPr>
        <dsp:cNvPr id="0" name=""/>
        <dsp:cNvSpPr/>
      </dsp:nvSpPr>
      <dsp:spPr>
        <a:xfrm>
          <a:off x="2385761" y="1525483"/>
          <a:ext cx="189058" cy="549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9132"/>
              </a:lnTo>
              <a:lnTo>
                <a:pt x="189058" y="549132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7B49E-EEA9-42D4-A667-3A141492D292}">
      <dsp:nvSpPr>
        <dsp:cNvPr id="0" name=""/>
        <dsp:cNvSpPr/>
      </dsp:nvSpPr>
      <dsp:spPr>
        <a:xfrm>
          <a:off x="2889916" y="630608"/>
          <a:ext cx="762534" cy="264681"/>
        </a:xfrm>
        <a:custGeom>
          <a:avLst/>
          <a:gdLst/>
          <a:ahLst/>
          <a:cxnLst/>
          <a:rect l="0" t="0" r="0" b="0"/>
          <a:pathLst>
            <a:path>
              <a:moveTo>
                <a:pt x="762534" y="0"/>
              </a:moveTo>
              <a:lnTo>
                <a:pt x="762534" y="132340"/>
              </a:lnTo>
              <a:lnTo>
                <a:pt x="0" y="132340"/>
              </a:lnTo>
              <a:lnTo>
                <a:pt x="0" y="264681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629BE-4488-4C07-9592-AEB7D32A60C9}">
      <dsp:nvSpPr>
        <dsp:cNvPr id="0" name=""/>
        <dsp:cNvSpPr/>
      </dsp:nvSpPr>
      <dsp:spPr>
        <a:xfrm>
          <a:off x="3022257" y="413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Vehicle</a:t>
          </a:r>
          <a:endParaRPr lang="en-US" sz="2100" kern="1200" dirty="0"/>
        </a:p>
      </dsp:txBody>
      <dsp:txXfrm>
        <a:off x="3022257" y="413"/>
        <a:ext cx="1260388" cy="630194"/>
      </dsp:txXfrm>
    </dsp:sp>
    <dsp:sp modelId="{C5564DF1-4DEC-48D4-A297-C04917D4DA3E}">
      <dsp:nvSpPr>
        <dsp:cNvPr id="0" name=""/>
        <dsp:cNvSpPr/>
      </dsp:nvSpPr>
      <dsp:spPr>
        <a:xfrm>
          <a:off x="2259722" y="895289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Public</a:t>
          </a:r>
          <a:endParaRPr lang="en-US" sz="2100" kern="1200" dirty="0"/>
        </a:p>
      </dsp:txBody>
      <dsp:txXfrm>
        <a:off x="2259722" y="895289"/>
        <a:ext cx="1260388" cy="630194"/>
      </dsp:txXfrm>
    </dsp:sp>
    <dsp:sp modelId="{CA3C4FDB-2BB6-4C90-9CCE-E48D422D0B19}">
      <dsp:nvSpPr>
        <dsp:cNvPr id="0" name=""/>
        <dsp:cNvSpPr/>
      </dsp:nvSpPr>
      <dsp:spPr>
        <a:xfrm>
          <a:off x="2574819" y="1759518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Bus</a:t>
          </a:r>
          <a:endParaRPr lang="en-US" sz="2100" kern="1200" dirty="0"/>
        </a:p>
      </dsp:txBody>
      <dsp:txXfrm>
        <a:off x="2574819" y="1759518"/>
        <a:ext cx="1260388" cy="630194"/>
      </dsp:txXfrm>
    </dsp:sp>
    <dsp:sp modelId="{EE26C670-36B4-46C6-8024-109E27575BDA}">
      <dsp:nvSpPr>
        <dsp:cNvPr id="0" name=""/>
        <dsp:cNvSpPr/>
      </dsp:nvSpPr>
      <dsp:spPr>
        <a:xfrm>
          <a:off x="2574819" y="2685040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Airplane</a:t>
          </a:r>
          <a:endParaRPr lang="en-US" sz="2100" kern="1200" dirty="0"/>
        </a:p>
      </dsp:txBody>
      <dsp:txXfrm>
        <a:off x="2574819" y="2685040"/>
        <a:ext cx="1260388" cy="630194"/>
      </dsp:txXfrm>
    </dsp:sp>
    <dsp:sp modelId="{459B9D16-99D5-4DC9-B7A0-78A5E08610C6}">
      <dsp:nvSpPr>
        <dsp:cNvPr id="0" name=""/>
        <dsp:cNvSpPr/>
      </dsp:nvSpPr>
      <dsp:spPr>
        <a:xfrm>
          <a:off x="2574819" y="3579916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Train</a:t>
          </a:r>
          <a:endParaRPr lang="en-US" sz="2100" kern="1200" dirty="0"/>
        </a:p>
      </dsp:txBody>
      <dsp:txXfrm>
        <a:off x="2574819" y="3579916"/>
        <a:ext cx="1260388" cy="630194"/>
      </dsp:txXfrm>
    </dsp:sp>
    <dsp:sp modelId="{B802E59A-6340-438A-A48F-4436936E4E17}">
      <dsp:nvSpPr>
        <dsp:cNvPr id="0" name=""/>
        <dsp:cNvSpPr/>
      </dsp:nvSpPr>
      <dsp:spPr>
        <a:xfrm>
          <a:off x="2574819" y="4474791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Rickshaw</a:t>
          </a:r>
          <a:endParaRPr lang="en-US" sz="2100" kern="1200" dirty="0"/>
        </a:p>
      </dsp:txBody>
      <dsp:txXfrm>
        <a:off x="2574819" y="4474791"/>
        <a:ext cx="1260388" cy="630194"/>
      </dsp:txXfrm>
    </dsp:sp>
    <dsp:sp modelId="{62F8EECE-BACD-4E05-8E95-842BF9152D54}">
      <dsp:nvSpPr>
        <dsp:cNvPr id="0" name=""/>
        <dsp:cNvSpPr/>
      </dsp:nvSpPr>
      <dsp:spPr>
        <a:xfrm>
          <a:off x="3784792" y="895289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Private</a:t>
          </a:r>
          <a:endParaRPr lang="en-US" sz="2100" kern="1200" dirty="0"/>
        </a:p>
      </dsp:txBody>
      <dsp:txXfrm>
        <a:off x="3784792" y="895289"/>
        <a:ext cx="1260388" cy="630194"/>
      </dsp:txXfrm>
    </dsp:sp>
    <dsp:sp modelId="{E3D663F0-B3CB-44DB-B05E-4BB438C031B5}">
      <dsp:nvSpPr>
        <dsp:cNvPr id="0" name=""/>
        <dsp:cNvSpPr/>
      </dsp:nvSpPr>
      <dsp:spPr>
        <a:xfrm>
          <a:off x="4099889" y="1790165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Car</a:t>
          </a:r>
          <a:endParaRPr lang="en-US" sz="2100" kern="1200" dirty="0"/>
        </a:p>
      </dsp:txBody>
      <dsp:txXfrm>
        <a:off x="4099889" y="1790165"/>
        <a:ext cx="1260388" cy="630194"/>
      </dsp:txXfrm>
    </dsp:sp>
    <dsp:sp modelId="{EBA0CFD9-4E1F-4470-B89C-AA599CC60CE9}">
      <dsp:nvSpPr>
        <dsp:cNvPr id="0" name=""/>
        <dsp:cNvSpPr/>
      </dsp:nvSpPr>
      <dsp:spPr>
        <a:xfrm>
          <a:off x="4099889" y="2685040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Motorcycle</a:t>
          </a:r>
          <a:endParaRPr lang="en-US" sz="2100" kern="1200" dirty="0"/>
        </a:p>
      </dsp:txBody>
      <dsp:txXfrm>
        <a:off x="4099889" y="2685040"/>
        <a:ext cx="1260388" cy="630194"/>
      </dsp:txXfrm>
    </dsp:sp>
    <dsp:sp modelId="{506AB1C3-E79C-4BAB-BC5E-632A45AB5E1A}">
      <dsp:nvSpPr>
        <dsp:cNvPr id="0" name=""/>
        <dsp:cNvSpPr/>
      </dsp:nvSpPr>
      <dsp:spPr>
        <a:xfrm>
          <a:off x="4099889" y="3579916"/>
          <a:ext cx="1260388" cy="6301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Loader</a:t>
          </a:r>
          <a:endParaRPr lang="en-US" sz="2100" kern="1200" dirty="0"/>
        </a:p>
      </dsp:txBody>
      <dsp:txXfrm>
        <a:off x="4099889" y="3579916"/>
        <a:ext cx="1260388" cy="6301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FD42F-7193-44F2-B733-A50FEBC88FF1}">
      <dsp:nvSpPr>
        <dsp:cNvPr id="0" name=""/>
        <dsp:cNvSpPr/>
      </dsp:nvSpPr>
      <dsp:spPr>
        <a:xfrm>
          <a:off x="3694480" y="1434678"/>
          <a:ext cx="177721" cy="2227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7445"/>
              </a:lnTo>
              <a:lnTo>
                <a:pt x="177721" y="2227445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0591F-4D0F-4C0A-9F64-0EA1B0A8056A}">
      <dsp:nvSpPr>
        <dsp:cNvPr id="0" name=""/>
        <dsp:cNvSpPr/>
      </dsp:nvSpPr>
      <dsp:spPr>
        <a:xfrm>
          <a:off x="3694480" y="1434678"/>
          <a:ext cx="177721" cy="13862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6229"/>
              </a:lnTo>
              <a:lnTo>
                <a:pt x="177721" y="138622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881C2-6AAB-4242-AAA6-CDECB4B53620}">
      <dsp:nvSpPr>
        <dsp:cNvPr id="0" name=""/>
        <dsp:cNvSpPr/>
      </dsp:nvSpPr>
      <dsp:spPr>
        <a:xfrm>
          <a:off x="3694480" y="1434678"/>
          <a:ext cx="177721" cy="545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013"/>
              </a:lnTo>
              <a:lnTo>
                <a:pt x="177721" y="54501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A0CC8-6C4C-43C1-8EFD-8469424CB188}">
      <dsp:nvSpPr>
        <dsp:cNvPr id="0" name=""/>
        <dsp:cNvSpPr/>
      </dsp:nvSpPr>
      <dsp:spPr>
        <a:xfrm>
          <a:off x="3451594" y="593462"/>
          <a:ext cx="716810" cy="24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405"/>
              </a:lnTo>
              <a:lnTo>
                <a:pt x="716810" y="124405"/>
              </a:lnTo>
              <a:lnTo>
                <a:pt x="716810" y="24881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5F76D-BB2A-4C79-96E3-4B82F3E3113A}">
      <dsp:nvSpPr>
        <dsp:cNvPr id="0" name=""/>
        <dsp:cNvSpPr/>
      </dsp:nvSpPr>
      <dsp:spPr>
        <a:xfrm>
          <a:off x="2260859" y="1434678"/>
          <a:ext cx="177721" cy="3068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8661"/>
              </a:lnTo>
              <a:lnTo>
                <a:pt x="177721" y="3068661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9EF33-78C4-46E0-A2CF-DEAE43C5A6BB}">
      <dsp:nvSpPr>
        <dsp:cNvPr id="0" name=""/>
        <dsp:cNvSpPr/>
      </dsp:nvSpPr>
      <dsp:spPr>
        <a:xfrm>
          <a:off x="2260859" y="1434678"/>
          <a:ext cx="177721" cy="2227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7445"/>
              </a:lnTo>
              <a:lnTo>
                <a:pt x="177721" y="2227445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CB72D-B323-4854-87D8-E248D5D3E294}">
      <dsp:nvSpPr>
        <dsp:cNvPr id="0" name=""/>
        <dsp:cNvSpPr/>
      </dsp:nvSpPr>
      <dsp:spPr>
        <a:xfrm>
          <a:off x="2260859" y="1434678"/>
          <a:ext cx="177721" cy="13862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6229"/>
              </a:lnTo>
              <a:lnTo>
                <a:pt x="177721" y="1386229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DE94F-EA67-4F7D-9D1D-CF5B5A07085F}">
      <dsp:nvSpPr>
        <dsp:cNvPr id="0" name=""/>
        <dsp:cNvSpPr/>
      </dsp:nvSpPr>
      <dsp:spPr>
        <a:xfrm>
          <a:off x="2260859" y="1434678"/>
          <a:ext cx="177721" cy="545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5013"/>
              </a:lnTo>
              <a:lnTo>
                <a:pt x="177721" y="54501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7B49E-EEA9-42D4-A667-3A141492D292}">
      <dsp:nvSpPr>
        <dsp:cNvPr id="0" name=""/>
        <dsp:cNvSpPr/>
      </dsp:nvSpPr>
      <dsp:spPr>
        <a:xfrm>
          <a:off x="2734783" y="593462"/>
          <a:ext cx="716810" cy="248810"/>
        </a:xfrm>
        <a:custGeom>
          <a:avLst/>
          <a:gdLst/>
          <a:ahLst/>
          <a:cxnLst/>
          <a:rect l="0" t="0" r="0" b="0"/>
          <a:pathLst>
            <a:path>
              <a:moveTo>
                <a:pt x="716810" y="0"/>
              </a:moveTo>
              <a:lnTo>
                <a:pt x="716810" y="124405"/>
              </a:lnTo>
              <a:lnTo>
                <a:pt x="0" y="124405"/>
              </a:lnTo>
              <a:lnTo>
                <a:pt x="0" y="24881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629BE-4488-4C07-9592-AEB7D32A60C9}">
      <dsp:nvSpPr>
        <dsp:cNvPr id="0" name=""/>
        <dsp:cNvSpPr/>
      </dsp:nvSpPr>
      <dsp:spPr>
        <a:xfrm>
          <a:off x="2859188" y="1056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Vehicle</a:t>
          </a:r>
          <a:endParaRPr lang="en-US" sz="1900" kern="1200" dirty="0"/>
        </a:p>
      </dsp:txBody>
      <dsp:txXfrm>
        <a:off x="2859188" y="1056"/>
        <a:ext cx="1184811" cy="592405"/>
      </dsp:txXfrm>
    </dsp:sp>
    <dsp:sp modelId="{C5564DF1-4DEC-48D4-A297-C04917D4DA3E}">
      <dsp:nvSpPr>
        <dsp:cNvPr id="0" name=""/>
        <dsp:cNvSpPr/>
      </dsp:nvSpPr>
      <dsp:spPr>
        <a:xfrm>
          <a:off x="2142377" y="842273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Public</a:t>
          </a:r>
          <a:endParaRPr lang="en-US" sz="1900" kern="1200" dirty="0"/>
        </a:p>
      </dsp:txBody>
      <dsp:txXfrm>
        <a:off x="2142377" y="842273"/>
        <a:ext cx="1184811" cy="592405"/>
      </dsp:txXfrm>
    </dsp:sp>
    <dsp:sp modelId="{CA3C4FDB-2BB6-4C90-9CCE-E48D422D0B19}">
      <dsp:nvSpPr>
        <dsp:cNvPr id="0" name=""/>
        <dsp:cNvSpPr/>
      </dsp:nvSpPr>
      <dsp:spPr>
        <a:xfrm>
          <a:off x="2438580" y="1683489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Bus</a:t>
          </a:r>
          <a:endParaRPr lang="en-US" sz="1900" kern="1200" dirty="0"/>
        </a:p>
      </dsp:txBody>
      <dsp:txXfrm>
        <a:off x="2438580" y="1683489"/>
        <a:ext cx="1184811" cy="592405"/>
      </dsp:txXfrm>
    </dsp:sp>
    <dsp:sp modelId="{EB5D6014-CC7C-4A79-8419-0AD5D3FC68C6}">
      <dsp:nvSpPr>
        <dsp:cNvPr id="0" name=""/>
        <dsp:cNvSpPr/>
      </dsp:nvSpPr>
      <dsp:spPr>
        <a:xfrm>
          <a:off x="2438580" y="2524705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Airplane</a:t>
          </a:r>
          <a:endParaRPr lang="en-US" sz="1900" kern="1200" dirty="0"/>
        </a:p>
      </dsp:txBody>
      <dsp:txXfrm>
        <a:off x="2438580" y="2524705"/>
        <a:ext cx="1184811" cy="592405"/>
      </dsp:txXfrm>
    </dsp:sp>
    <dsp:sp modelId="{459B9D16-99D5-4DC9-B7A0-78A5E08610C6}">
      <dsp:nvSpPr>
        <dsp:cNvPr id="0" name=""/>
        <dsp:cNvSpPr/>
      </dsp:nvSpPr>
      <dsp:spPr>
        <a:xfrm>
          <a:off x="2438580" y="3365921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Train</a:t>
          </a:r>
          <a:endParaRPr lang="en-US" sz="1900" kern="1200" dirty="0"/>
        </a:p>
      </dsp:txBody>
      <dsp:txXfrm>
        <a:off x="2438580" y="3365921"/>
        <a:ext cx="1184811" cy="592405"/>
      </dsp:txXfrm>
    </dsp:sp>
    <dsp:sp modelId="{B802E59A-6340-438A-A48F-4436936E4E17}">
      <dsp:nvSpPr>
        <dsp:cNvPr id="0" name=""/>
        <dsp:cNvSpPr/>
      </dsp:nvSpPr>
      <dsp:spPr>
        <a:xfrm>
          <a:off x="2438580" y="4207137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Rickshaw</a:t>
          </a:r>
          <a:endParaRPr lang="en-US" sz="1900" kern="1200" dirty="0"/>
        </a:p>
      </dsp:txBody>
      <dsp:txXfrm>
        <a:off x="2438580" y="4207137"/>
        <a:ext cx="1184811" cy="592405"/>
      </dsp:txXfrm>
    </dsp:sp>
    <dsp:sp modelId="{62F8EECE-BACD-4E05-8E95-842BF9152D54}">
      <dsp:nvSpPr>
        <dsp:cNvPr id="0" name=""/>
        <dsp:cNvSpPr/>
      </dsp:nvSpPr>
      <dsp:spPr>
        <a:xfrm>
          <a:off x="3575999" y="842273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Private</a:t>
          </a:r>
          <a:endParaRPr lang="en-US" sz="1900" kern="1200" dirty="0"/>
        </a:p>
      </dsp:txBody>
      <dsp:txXfrm>
        <a:off x="3575999" y="842273"/>
        <a:ext cx="1184811" cy="592405"/>
      </dsp:txXfrm>
    </dsp:sp>
    <dsp:sp modelId="{E3D663F0-B3CB-44DB-B05E-4BB438C031B5}">
      <dsp:nvSpPr>
        <dsp:cNvPr id="0" name=""/>
        <dsp:cNvSpPr/>
      </dsp:nvSpPr>
      <dsp:spPr>
        <a:xfrm>
          <a:off x="3872202" y="1683489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Car</a:t>
          </a:r>
          <a:endParaRPr lang="en-US" sz="1900" kern="1200" dirty="0"/>
        </a:p>
      </dsp:txBody>
      <dsp:txXfrm>
        <a:off x="3872202" y="1683489"/>
        <a:ext cx="1184811" cy="592405"/>
      </dsp:txXfrm>
    </dsp:sp>
    <dsp:sp modelId="{EBA0CFD9-4E1F-4470-B89C-AA599CC60CE9}">
      <dsp:nvSpPr>
        <dsp:cNvPr id="0" name=""/>
        <dsp:cNvSpPr/>
      </dsp:nvSpPr>
      <dsp:spPr>
        <a:xfrm>
          <a:off x="3872202" y="2524705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Motorcycle</a:t>
          </a:r>
          <a:endParaRPr lang="en-US" sz="1900" kern="1200" dirty="0"/>
        </a:p>
      </dsp:txBody>
      <dsp:txXfrm>
        <a:off x="3872202" y="2524705"/>
        <a:ext cx="1184811" cy="592405"/>
      </dsp:txXfrm>
    </dsp:sp>
    <dsp:sp modelId="{506AB1C3-E79C-4BAB-BC5E-632A45AB5E1A}">
      <dsp:nvSpPr>
        <dsp:cNvPr id="0" name=""/>
        <dsp:cNvSpPr/>
      </dsp:nvSpPr>
      <dsp:spPr>
        <a:xfrm>
          <a:off x="3872202" y="3365921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Loader</a:t>
          </a:r>
          <a:endParaRPr lang="en-US" sz="1900" kern="1200" dirty="0"/>
        </a:p>
      </dsp:txBody>
      <dsp:txXfrm>
        <a:off x="3872202" y="3365921"/>
        <a:ext cx="1184811" cy="592405"/>
      </dsp:txXfrm>
    </dsp:sp>
    <dsp:sp modelId="{749E6363-B05E-46AF-8481-28DE79899866}">
      <dsp:nvSpPr>
        <dsp:cNvPr id="0" name=""/>
        <dsp:cNvSpPr/>
      </dsp:nvSpPr>
      <dsp:spPr>
        <a:xfrm>
          <a:off x="5443369" y="817486"/>
          <a:ext cx="1184811" cy="5924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ICargo</a:t>
          </a:r>
          <a:endParaRPr lang="en-US" sz="1900" kern="1200" dirty="0"/>
        </a:p>
      </dsp:txBody>
      <dsp:txXfrm>
        <a:off x="5443369" y="817486"/>
        <a:ext cx="1184811" cy="592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1/2/2014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Course Outlines – Day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Why Inherit?</a:t>
            </a:r>
          </a:p>
          <a:p>
            <a:r>
              <a:rPr lang="en-US" sz="3200" dirty="0" smtClean="0"/>
              <a:t>Key Concepts</a:t>
            </a:r>
          </a:p>
          <a:p>
            <a:r>
              <a:rPr lang="en-US" sz="3200" dirty="0" smtClean="0"/>
              <a:t>Extending Properties and </a:t>
            </a:r>
            <a:r>
              <a:rPr lang="en-US" sz="3200" dirty="0" err="1" smtClean="0"/>
              <a:t>Behaviour</a:t>
            </a:r>
            <a:endParaRPr lang="en-US" sz="3200" dirty="0" smtClean="0"/>
          </a:p>
          <a:p>
            <a:r>
              <a:rPr lang="en-US" sz="3200" dirty="0" smtClean="0"/>
              <a:t>Referencing Superclass</a:t>
            </a:r>
          </a:p>
          <a:p>
            <a:r>
              <a:rPr lang="en-US" sz="3200" dirty="0" smtClean="0"/>
              <a:t>Converting References</a:t>
            </a:r>
          </a:p>
          <a:p>
            <a:r>
              <a:rPr lang="en-US" sz="3200" dirty="0" smtClean="0"/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Inherit?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8174816"/>
              </p:ext>
            </p:extLst>
          </p:nvPr>
        </p:nvGraphicFramePr>
        <p:xfrm>
          <a:off x="457200" y="1600200"/>
          <a:ext cx="76200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488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Key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Reuse of Existing Real-World Entities</a:t>
            </a:r>
          </a:p>
          <a:p>
            <a:r>
              <a:rPr lang="en-US" sz="2800" dirty="0" smtClean="0"/>
              <a:t>Base/Super/Parent Class and Derived/Sub/Child Class</a:t>
            </a:r>
          </a:p>
          <a:p>
            <a:r>
              <a:rPr lang="en-US" sz="2800" dirty="0" smtClean="0"/>
              <a:t>Generalization and Specialization</a:t>
            </a:r>
          </a:p>
          <a:p>
            <a:r>
              <a:rPr lang="en-US" sz="2800" dirty="0" smtClean="0"/>
              <a:t>Inheritance is used </a:t>
            </a:r>
            <a:r>
              <a:rPr lang="en-US" sz="2800" i="1" dirty="0" smtClean="0"/>
              <a:t>Only</a:t>
            </a:r>
            <a:r>
              <a:rPr lang="en-US" sz="2800" dirty="0" smtClean="0"/>
              <a:t> when Extending Attributes and </a:t>
            </a:r>
            <a:r>
              <a:rPr lang="en-US" sz="2800" dirty="0" err="1" smtClean="0"/>
              <a:t>Behaviour</a:t>
            </a:r>
            <a:endParaRPr lang="en-US" sz="2800" dirty="0" smtClean="0"/>
          </a:p>
          <a:p>
            <a:r>
              <a:rPr lang="en-US" sz="2800" dirty="0" smtClean="0"/>
              <a:t>Multiple Inheritance and Multi-Level Inheritance</a:t>
            </a:r>
          </a:p>
          <a:p>
            <a:r>
              <a:rPr lang="en-US" sz="2800" dirty="0" smtClean="0"/>
              <a:t>Object Class</a:t>
            </a:r>
          </a:p>
        </p:txBody>
      </p:sp>
    </p:spTree>
    <p:extLst>
      <p:ext uri="{BB962C8B-B14F-4D97-AF65-F5344CB8AC3E}">
        <p14:creationId xmlns:p14="http://schemas.microsoft.com/office/powerpoint/2010/main" val="342470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Referencing Superclass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Method this()</a:t>
            </a:r>
          </a:p>
          <a:p>
            <a:r>
              <a:rPr lang="en-US" sz="2800" dirty="0" smtClean="0"/>
              <a:t>Method super()</a:t>
            </a:r>
          </a:p>
          <a:p>
            <a:r>
              <a:rPr lang="en-US" sz="2800" dirty="0" smtClean="0"/>
              <a:t>Initializing Constructor of Parent Class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180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Converting References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Boxing/Unboxing</a:t>
            </a:r>
          </a:p>
          <a:p>
            <a:r>
              <a:rPr lang="en-US" sz="2800" dirty="0"/>
              <a:t>Type Casting</a:t>
            </a:r>
          </a:p>
          <a:p>
            <a:r>
              <a:rPr lang="en-US" sz="2800" dirty="0" smtClean="0"/>
              <a:t>Returning Parent Class Object from Child Class Object</a:t>
            </a:r>
          </a:p>
          <a:p>
            <a:r>
              <a:rPr lang="en-US" sz="2800" dirty="0" smtClean="0"/>
              <a:t>Returning Child Class Object from Parent Class Object</a:t>
            </a:r>
          </a:p>
          <a:p>
            <a:r>
              <a:rPr lang="en-US" sz="2800" dirty="0" smtClean="0"/>
              <a:t>Keyword </a:t>
            </a:r>
            <a:r>
              <a:rPr lang="en-US" sz="2800" i="1" dirty="0" err="1" smtClean="0"/>
              <a:t>instanceof</a:t>
            </a:r>
            <a:endParaRPr lang="en-US" sz="2800" i="1" dirty="0" smtClean="0"/>
          </a:p>
        </p:txBody>
      </p:sp>
    </p:spTree>
    <p:extLst>
      <p:ext uri="{BB962C8B-B14F-4D97-AF65-F5344CB8AC3E}">
        <p14:creationId xmlns:p14="http://schemas.microsoft.com/office/powerpoint/2010/main" val="359146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Interfaces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Why Not Multiple Inheritance?</a:t>
            </a:r>
          </a:p>
          <a:p>
            <a:r>
              <a:rPr lang="en-US" sz="2800" dirty="0" smtClean="0"/>
              <a:t>Interfaces </a:t>
            </a:r>
            <a:r>
              <a:rPr lang="en-US" sz="2800" dirty="0" smtClean="0"/>
              <a:t>are Pure Abstract Classes</a:t>
            </a:r>
          </a:p>
          <a:p>
            <a:r>
              <a:rPr lang="en-US" sz="2800" dirty="0" smtClean="0"/>
              <a:t>Rules</a:t>
            </a:r>
          </a:p>
          <a:p>
            <a:pPr lvl="1"/>
            <a:r>
              <a:rPr lang="en-US" sz="2600" dirty="0" smtClean="0"/>
              <a:t>No Instances</a:t>
            </a:r>
            <a:endParaRPr lang="en-US" sz="2600" dirty="0" smtClean="0"/>
          </a:p>
          <a:p>
            <a:pPr lvl="1"/>
            <a:r>
              <a:rPr lang="en-US" sz="2600" dirty="0" smtClean="0"/>
              <a:t>No Constructors</a:t>
            </a:r>
          </a:p>
          <a:p>
            <a:pPr lvl="1"/>
            <a:r>
              <a:rPr lang="en-US" sz="2600" dirty="0" smtClean="0"/>
              <a:t>Only Method Signatures</a:t>
            </a:r>
          </a:p>
          <a:p>
            <a:pPr lvl="1"/>
            <a:r>
              <a:rPr lang="en-US" sz="2600" dirty="0" smtClean="0"/>
              <a:t>Only </a:t>
            </a:r>
            <a:r>
              <a:rPr lang="en-US" sz="2600" i="1" dirty="0" smtClean="0"/>
              <a:t>static final</a:t>
            </a:r>
            <a:r>
              <a:rPr lang="en-US" sz="2600" dirty="0" smtClean="0"/>
              <a:t> Members</a:t>
            </a:r>
          </a:p>
          <a:p>
            <a:pPr lvl="1"/>
            <a:r>
              <a:rPr lang="en-US" sz="2600" dirty="0" smtClean="0"/>
              <a:t>Cannot be final</a:t>
            </a:r>
            <a:endParaRPr lang="en-US" sz="2600" dirty="0" smtClean="0"/>
          </a:p>
          <a:p>
            <a:r>
              <a:rPr lang="en-US" sz="2800" dirty="0" smtClean="0"/>
              <a:t>Primary Use of Interfaces</a:t>
            </a:r>
          </a:p>
          <a:p>
            <a:r>
              <a:rPr lang="en-US" sz="2800" dirty="0" smtClean="0"/>
              <a:t>The Most Important Question</a:t>
            </a:r>
            <a:endParaRPr lang="en-US" sz="2800" dirty="0"/>
          </a:p>
          <a:p>
            <a:r>
              <a:rPr lang="en-US" sz="2800" dirty="0" smtClean="0"/>
              <a:t>Objects of Interfaces.. What???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944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Interfaces Example</a:t>
            </a:r>
            <a:endParaRPr lang="en-US" sz="4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3588"/>
              </p:ext>
            </p:extLst>
          </p:nvPr>
        </p:nvGraphicFramePr>
        <p:xfrm>
          <a:off x="457200" y="1600200"/>
          <a:ext cx="76200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222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1194</TotalTime>
  <Words>180</Words>
  <Application>Microsoft Office PowerPoint</Application>
  <PresentationFormat>On-screen Show (4:3)</PresentationFormat>
  <Paragraphs>73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Adjacency</vt:lpstr>
      <vt:lpstr>Course Outlines – Day 4</vt:lpstr>
      <vt:lpstr>Why Inherit?</vt:lpstr>
      <vt:lpstr>Key Concepts</vt:lpstr>
      <vt:lpstr>Referencing Superclass</vt:lpstr>
      <vt:lpstr>Converting References</vt:lpstr>
      <vt:lpstr>Interfaces</vt:lpstr>
      <vt:lpstr>Interfaces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293</cp:revision>
  <dcterms:created xsi:type="dcterms:W3CDTF">2013-12-19T10:50:36Z</dcterms:created>
  <dcterms:modified xsi:type="dcterms:W3CDTF">2014-01-02T06:44:40Z</dcterms:modified>
</cp:coreProperties>
</file>